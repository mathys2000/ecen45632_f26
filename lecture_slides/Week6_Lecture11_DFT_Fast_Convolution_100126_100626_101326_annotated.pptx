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ppt/ink/ink4099.xml" ContentType="application/inkml+xml"/>
  <Override PartName="/ppt/ink/ink4100.xml" ContentType="application/inkml+xml"/>
  <Override PartName="/ppt/ink/ink4101.xml" ContentType="application/inkml+xml"/>
  <Override PartName="/ppt/ink/ink4102.xml" ContentType="application/inkml+xml"/>
  <Override PartName="/ppt/ink/ink4103.xml" ContentType="application/inkml+xml"/>
  <Override PartName="/ppt/ink/ink4104.xml" ContentType="application/inkml+xml"/>
  <Override PartName="/ppt/ink/ink4105.xml" ContentType="application/inkml+xml"/>
  <Override PartName="/ppt/ink/ink4106.xml" ContentType="application/inkml+xml"/>
  <Override PartName="/ppt/ink/ink4107.xml" ContentType="application/inkml+xml"/>
  <Override PartName="/ppt/ink/ink4108.xml" ContentType="application/inkml+xml"/>
  <Override PartName="/ppt/ink/ink4109.xml" ContentType="application/inkml+xml"/>
  <Override PartName="/ppt/ink/ink4110.xml" ContentType="application/inkml+xml"/>
  <Override PartName="/ppt/ink/ink4111.xml" ContentType="application/inkml+xml"/>
  <Override PartName="/ppt/ink/ink4112.xml" ContentType="application/inkml+xml"/>
  <Override PartName="/ppt/ink/ink4113.xml" ContentType="application/inkml+xml"/>
  <Override PartName="/ppt/ink/ink4114.xml" ContentType="application/inkml+xml"/>
  <Override PartName="/ppt/ink/ink4115.xml" ContentType="application/inkml+xml"/>
  <Override PartName="/ppt/ink/ink4116.xml" ContentType="application/inkml+xml"/>
  <Override PartName="/ppt/ink/ink4117.xml" ContentType="application/inkml+xml"/>
  <Override PartName="/ppt/ink/ink4118.xml" ContentType="application/inkml+xml"/>
  <Override PartName="/ppt/ink/ink4119.xml" ContentType="application/inkml+xml"/>
  <Override PartName="/ppt/ink/ink4120.xml" ContentType="application/inkml+xml"/>
  <Override PartName="/ppt/ink/ink4121.xml" ContentType="application/inkml+xml"/>
  <Override PartName="/ppt/ink/ink4122.xml" ContentType="application/inkml+xml"/>
  <Override PartName="/ppt/ink/ink4123.xml" ContentType="application/inkml+xml"/>
  <Override PartName="/ppt/ink/ink4124.xml" ContentType="application/inkml+xml"/>
  <Override PartName="/ppt/ink/ink4125.xml" ContentType="application/inkml+xml"/>
  <Override PartName="/ppt/ink/ink4126.xml" ContentType="application/inkml+xml"/>
  <Override PartName="/ppt/ink/ink4127.xml" ContentType="application/inkml+xml"/>
  <Override PartName="/ppt/ink/ink4128.xml" ContentType="application/inkml+xml"/>
  <Override PartName="/ppt/ink/ink4129.xml" ContentType="application/inkml+xml"/>
  <Override PartName="/ppt/ink/ink4130.xml" ContentType="application/inkml+xml"/>
  <Override PartName="/ppt/ink/ink4131.xml" ContentType="application/inkml+xml"/>
  <Override PartName="/ppt/ink/ink4132.xml" ContentType="application/inkml+xml"/>
  <Override PartName="/ppt/ink/ink4133.xml" ContentType="application/inkml+xml"/>
  <Override PartName="/ppt/ink/ink4134.xml" ContentType="application/inkml+xml"/>
  <Override PartName="/ppt/ink/ink4135.xml" ContentType="application/inkml+xml"/>
  <Override PartName="/ppt/ink/ink4136.xml" ContentType="application/inkml+xml"/>
  <Override PartName="/ppt/ink/ink4137.xml" ContentType="application/inkml+xml"/>
  <Override PartName="/ppt/ink/ink4138.xml" ContentType="application/inkml+xml"/>
  <Override PartName="/ppt/ink/ink4139.xml" ContentType="application/inkml+xml"/>
  <Override PartName="/ppt/ink/ink4140.xml" ContentType="application/inkml+xml"/>
  <Override PartName="/ppt/ink/ink4141.xml" ContentType="application/inkml+xml"/>
  <Override PartName="/ppt/ink/ink4142.xml" ContentType="application/inkml+xml"/>
  <Override PartName="/ppt/ink/ink4143.xml" ContentType="application/inkml+xml"/>
  <Override PartName="/ppt/ink/ink4144.xml" ContentType="application/inkml+xml"/>
  <Override PartName="/ppt/ink/ink4145.xml" ContentType="application/inkml+xml"/>
  <Override PartName="/ppt/ink/ink4146.xml" ContentType="application/inkml+xml"/>
  <Override PartName="/ppt/ink/ink4147.xml" ContentType="application/inkml+xml"/>
  <Override PartName="/ppt/ink/ink4148.xml" ContentType="application/inkml+xml"/>
  <Override PartName="/ppt/ink/ink4149.xml" ContentType="application/inkml+xml"/>
  <Override PartName="/ppt/ink/ink4150.xml" ContentType="application/inkml+xml"/>
  <Override PartName="/ppt/ink/ink4151.xml" ContentType="application/inkml+xml"/>
  <Override PartName="/ppt/ink/ink4152.xml" ContentType="application/inkml+xml"/>
  <Override PartName="/ppt/ink/ink4153.xml" ContentType="application/inkml+xml"/>
  <Override PartName="/ppt/ink/ink4154.xml" ContentType="application/inkml+xml"/>
  <Override PartName="/ppt/ink/ink4155.xml" ContentType="application/inkml+xml"/>
  <Override PartName="/ppt/ink/ink4156.xml" ContentType="application/inkml+xml"/>
  <Override PartName="/ppt/ink/ink4157.xml" ContentType="application/inkml+xml"/>
  <Override PartName="/ppt/ink/ink4158.xml" ContentType="application/inkml+xml"/>
  <Override PartName="/ppt/ink/ink4159.xml" ContentType="application/inkml+xml"/>
  <Override PartName="/ppt/ink/ink4160.xml" ContentType="application/inkml+xml"/>
  <Override PartName="/ppt/ink/ink4161.xml" ContentType="application/inkml+xml"/>
  <Override PartName="/ppt/ink/ink4162.xml" ContentType="application/inkml+xml"/>
  <Override PartName="/ppt/ink/ink4163.xml" ContentType="application/inkml+xml"/>
  <Override PartName="/ppt/ink/ink4164.xml" ContentType="application/inkml+xml"/>
  <Override PartName="/ppt/ink/ink4165.xml" ContentType="application/inkml+xml"/>
  <Override PartName="/ppt/ink/ink4166.xml" ContentType="application/inkml+xml"/>
  <Override PartName="/ppt/ink/ink4167.xml" ContentType="application/inkml+xml"/>
  <Override PartName="/ppt/ink/ink4168.xml" ContentType="application/inkml+xml"/>
  <Override PartName="/ppt/ink/ink4169.xml" ContentType="application/inkml+xml"/>
  <Override PartName="/ppt/ink/ink4170.xml" ContentType="application/inkml+xml"/>
  <Override PartName="/ppt/ink/ink4171.xml" ContentType="application/inkml+xml"/>
  <Override PartName="/ppt/ink/ink4172.xml" ContentType="application/inkml+xml"/>
  <Override PartName="/ppt/ink/ink4173.xml" ContentType="application/inkml+xml"/>
  <Override PartName="/ppt/ink/ink4174.xml" ContentType="application/inkml+xml"/>
  <Override PartName="/ppt/ink/ink4175.xml" ContentType="application/inkml+xml"/>
  <Override PartName="/ppt/ink/ink4176.xml" ContentType="application/inkml+xml"/>
  <Override PartName="/ppt/ink/ink4177.xml" ContentType="application/inkml+xml"/>
  <Override PartName="/ppt/ink/ink4178.xml" ContentType="application/inkml+xml"/>
  <Override PartName="/ppt/ink/ink4179.xml" ContentType="application/inkml+xml"/>
  <Override PartName="/ppt/ink/ink4180.xml" ContentType="application/inkml+xml"/>
  <Override PartName="/ppt/ink/ink4181.xml" ContentType="application/inkml+xml"/>
  <Override PartName="/ppt/ink/ink4182.xml" ContentType="application/inkml+xml"/>
  <Override PartName="/ppt/ink/ink4183.xml" ContentType="application/inkml+xml"/>
  <Override PartName="/ppt/ink/ink4184.xml" ContentType="application/inkml+xml"/>
  <Override PartName="/ppt/ink/ink4185.xml" ContentType="application/inkml+xml"/>
  <Override PartName="/ppt/ink/ink4186.xml" ContentType="application/inkml+xml"/>
  <Override PartName="/ppt/ink/ink4187.xml" ContentType="application/inkml+xml"/>
  <Override PartName="/ppt/ink/ink4188.xml" ContentType="application/inkml+xml"/>
  <Override PartName="/ppt/ink/ink4189.xml" ContentType="application/inkml+xml"/>
  <Override PartName="/ppt/ink/ink4190.xml" ContentType="application/inkml+xml"/>
  <Override PartName="/ppt/ink/ink4191.xml" ContentType="application/inkml+xml"/>
  <Override PartName="/ppt/ink/ink4192.xml" ContentType="application/inkml+xml"/>
  <Override PartName="/ppt/ink/ink4193.xml" ContentType="application/inkml+xml"/>
  <Override PartName="/ppt/ink/ink4194.xml" ContentType="application/inkml+xml"/>
  <Override PartName="/ppt/ink/ink4195.xml" ContentType="application/inkml+xml"/>
  <Override PartName="/ppt/ink/ink4196.xml" ContentType="application/inkml+xml"/>
  <Override PartName="/ppt/ink/ink4197.xml" ContentType="application/inkml+xml"/>
  <Override PartName="/ppt/ink/ink4198.xml" ContentType="application/inkml+xml"/>
  <Override PartName="/ppt/ink/ink4199.xml" ContentType="application/inkml+xml"/>
  <Override PartName="/ppt/ink/ink4200.xml" ContentType="application/inkml+xml"/>
  <Override PartName="/ppt/ink/ink4201.xml" ContentType="application/inkml+xml"/>
  <Override PartName="/ppt/ink/ink4202.xml" ContentType="application/inkml+xml"/>
  <Override PartName="/ppt/ink/ink4203.xml" ContentType="application/inkml+xml"/>
  <Override PartName="/ppt/ink/ink4204.xml" ContentType="application/inkml+xml"/>
  <Override PartName="/ppt/ink/ink4205.xml" ContentType="application/inkml+xml"/>
  <Override PartName="/ppt/ink/ink4206.xml" ContentType="application/inkml+xml"/>
  <Override PartName="/ppt/ink/ink4207.xml" ContentType="application/inkml+xml"/>
  <Override PartName="/ppt/ink/ink4208.xml" ContentType="application/inkml+xml"/>
  <Override PartName="/ppt/ink/ink4209.xml" ContentType="application/inkml+xml"/>
  <Override PartName="/ppt/ink/ink42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95" r:id="rId6"/>
    <p:sldId id="259" r:id="rId7"/>
    <p:sldId id="260" r:id="rId8"/>
    <p:sldId id="296" r:id="rId9"/>
    <p:sldId id="520" r:id="rId10"/>
    <p:sldId id="523" r:id="rId11"/>
    <p:sldId id="261" r:id="rId12"/>
    <p:sldId id="262" r:id="rId13"/>
    <p:sldId id="263" r:id="rId14"/>
    <p:sldId id="264" r:id="rId15"/>
    <p:sldId id="273" r:id="rId16"/>
    <p:sldId id="265" r:id="rId17"/>
    <p:sldId id="266" r:id="rId18"/>
    <p:sldId id="297" r:id="rId19"/>
    <p:sldId id="299" r:id="rId20"/>
    <p:sldId id="267" r:id="rId21"/>
    <p:sldId id="268" r:id="rId22"/>
    <p:sldId id="298" r:id="rId23"/>
    <p:sldId id="300" r:id="rId24"/>
    <p:sldId id="269" r:id="rId25"/>
    <p:sldId id="270" r:id="rId26"/>
    <p:sldId id="271" r:id="rId27"/>
    <p:sldId id="272" r:id="rId28"/>
    <p:sldId id="524" r:id="rId29"/>
    <p:sldId id="525" r:id="rId30"/>
    <p:sldId id="526" r:id="rId31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1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1576 120 24575,'-36'-10'0,"-10"-2"0,-80-10 0,-60 19-7186,104 5 7588,32-2-616,-316-2 7936,209-5-8446,-153-10 724,154 14 0,120 3 0,33 0 0,1 0 0,0 0 0,-1-1 0,1 1 0,0-1 0,0 1 0,-4-2 0,6 2 0,0 0 0,0 0 0,-1 0 0,1 0 0,0-1 0,0 1 0,0 0 0,0 0 0,0 0 0,-1 0 0,1 0 0,0 0 0,0-1 0,0 1 0,0 0 0,0 0 0,0 0 0,-1 0 0,1-1 0,0 1 0,0 0 0,0 0 0,0 0 0,0 0 0,0-1 0,0 1 0,0 0 0,0 0 0,0 0 0,0-1 0,0 1 0,0 0 0,0 0 0,10-8 0,0 3 0,0 1 0,0 0 0,0 1 0,0 0 0,1 1 0,18-3 0,68 2 0,-71 3 0,606 25-430,-3 35 0,-475-40 430,-242-29 860,21 3-860,-295-23 0,-73 27 0,230 4 0,-117-2 0,291-3-1365,22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0,0-1 0,-1 1 0,1 0 0,0-1 0,0 1 0,-1-1 0,1 1 0,0 0 0,-1-1 0,1 1 0,-1 0 0,1-1 0,0 1 0,-1 0 0,1-1 0,-2 1 0,2 0 0,0 0 0,0 0 0,-1 1 0,1-1 0,0 0 0,0 0 0,-1 0 0,1 1 0,0-1 0,0 0 0,-1 0 0,1 1 0,0-1 0,0 0 0,0 0 0,0 1 0,0-1 0,-1 0 0,1 1 0,0-1 0,0 0 0,0 1 0,-3 23 0,3 3 0,1-1 0,7 41 0,15 51 0,-22-115 0,8 36 0,2-2 0,2 0 0,2 0 0,1-1 0,28 47 0,-13-29 0,-38-68-26,-1 0 0,-13-18-1,8 13-1259,4 4-5540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24575,'25'10'0,"11"4"0,5-2 0,-3-1 0,-5-4 0,-6-2 0,-5-3 0,-3-1 0,-3-4 0,-1 0 0,-1-4 0,-3-2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24575,'-4'14'0,"1"0"0,1 0 0,0 0 0,1 1 0,0-1 0,1 1 0,1-1 0,0 0 0,1 1 0,1-1 0,5 18 0,6 12 0,2 0 0,25 48 0,-10-34 0,68 95 0,-96-148 0,4 7 120,-4-5-321,-3-7 175,0 0 1,0 0-1,0 0 0,0 0 1,0 0-1,0 1 0,0-1 1,0 0-1,0 0 0,0 0 0,0 0 1,0 0-1,0 0 0,0 0 1,0 0-1,0 0 0,0 0 1,0 0-1,0 1 0,0-1 1,0 0-1,0 0 0,0 0 1,0 0-1,0 0 0,0 0 1,0 0-1,0 0 0,0 0 1,0 0-1,0 0 0,-1 0 1,1 0-1,0 0 0,0 1 0,0-1 1,0 0-1,0 0 0,0 0 1,0 0-1,0 0 0,0 0 1,0 0-1,0 0 0,0 0 1,-1 0-1,1 0 0,0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45 24575,'-9'-44'0,"9"44"0,0 0 0,0 0 0,0 0 0,0 0 0,0 0 0,0 0 0,0 0 0,0 0 0,0 0 0,0 0 0,0 0 0,0 0 0,0 1 0,0-1 0,0 0 0,0 0 0,0 0 0,0 0 0,0 0 0,0 0 0,0 0 0,0 0 0,0 0 0,0 0 0,-1 0 0,1 0 0,0 0 0,0 0 0,0 0 0,0 0 0,0 0 0,0 0 0,0 0 0,0 0 0,0 0 0,0 0 0,0 0 0,0 0 0,0 0 0,0 0 0,0 0 0,-1 0 0,1 0 0,0 0 0,0 0 0,0 0 0,0 0 0,0 0 0,0 0 0,0 0 0,0 0 0,0 0 0,0 0 0,0 0 0,0 0 0,0 0 0,0 0 0,0 0 0,0 0 0,0-1 0,0 1 0,0 0 0,-1 0 0,1 0 0,0 0 0,0 0 0,0 0 0,-3 9 0,-3 13 0,-31 317 0,36-314 0,1-1 0,2 0 0,0 0 0,2 0 0,1 0 0,12 38 0,-11-45 0,1 0 0,1-1 0,0 0 0,2-1 0,-1 1 0,2-2 0,0 1 0,1-2 0,20 20 0,3-4 0,69 45 0,-90-66-1365,-1-1-5461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0 251 24575,'50'-12'0,"-27"7"0,0-1 0,-1 0 0,1-2 0,35-18 0,-55 24 0,0 0 0,0 1 0,-1-1 0,1 0 0,-1 0 0,0-1 0,1 1 0,-1 0 0,0-1 0,0 0 0,0 1 0,-1-1 0,1 0 0,-1 0 0,1 0 0,-1 0 0,0 0 0,1-5 0,-2 4 0,0 1 0,0-1 0,0 1 0,0-1 0,-1 1 0,1-1 0,-1 1 0,0 0 0,0-1 0,0 1 0,0 0 0,-1-1 0,1 1 0,-1 0 0,0 0 0,-4-5 0,-1 0 0,-1-1 0,0 1 0,0 1 0,-12-10 0,15 14 0,1 0 0,0 0 0,-1 1 0,1-1 0,-1 1 0,0 0 0,0 1 0,0-1 0,0 1 0,0 0 0,-8-1 0,10 2 0,1 1 0,-1-1 0,0 1 0,0-1 0,1 1 0,-1 0 0,0 0 0,1 0 0,-1 0 0,1 1 0,0-1 0,-1 1 0,1 0 0,0-1 0,0 1 0,0 0 0,0 0 0,0 0 0,0 0 0,1 1 0,-1-1 0,1 0 0,0 1 0,-3 4 0,-1 6 0,0 0 0,1 0 0,-5 22 0,9-33 0,-2 6 0,0 1 0,1 0 0,0 0 0,0-1 0,1 1 0,1 0 0,-1 0 0,1 0 0,1 0 0,-1-1 0,1 1 0,1-1 0,0 1 0,0-1 0,1 0 0,5 10 0,0-4 0,0-1 0,2 1 0,-1-2 0,1 1 0,1-2 0,0 1 0,1-2 0,0 1 0,1-2 0,0 0 0,0 0 0,24 9 0,-16-9 0,1-1 0,1-1 0,-1-1 0,1 0 0,0-2 0,0-1 0,47 0 0,-71-3-17,3 0-67,-1 0-1,0 0 1,0 0 0,0 0 0,1-1-1,-1 1 1,0 0 0,0-1 0,0 0-1,0 1 1,0-1 0,0 0 0,0 0-1,0 0 1,2-2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24575,'2'0'0,"-1"1"0,0-1 0,1 0 0,-1 1 0,1-1 0,-1 1 0,0-1 0,1 1 0,-1 0 0,0-1 0,1 1 0,-1 0 0,0 0 0,0 0 0,0 0 0,0 0 0,0 0 0,0 0 0,0 1 0,0-1 0,-1 0 0,1 0 0,0 1 0,0 1 0,2 5 0,0 0 0,4 17 0,-5-17 0,26 102 0,27 92 0,1-43 0,-55-159 0,-1 1 0,0-1 0,0 1 0,1-1 0,-1 1 0,0-1 0,0 1 0,0-1 0,0 1 0,0-1 0,0 1 0,0-1 0,0 1 0,0-1 0,0 1 0,0-1 0,0 1 0,0-1 0,0 1 0,-1-1 0,1 1 0,0-1 0,0 1 0,0-1 0,-1 1 0,1-1 0,0 0 0,-1 1 0,1-1 0,0 1 0,-1-1 0,0 1 0,0-1 0,-1 0 0,1 1 0,0-1 0,0 0 0,0 0 0,0 0 0,0 0 0,0 0 0,-1 0 0,1-1 0,0 1 0,-2-1 0,-3-1 0,-1 0 0,0-1 0,-9-4 0,5-1 0,1 0 0,0 0 0,0 0 0,-14-17 0,0 0 0,11 13 0,0 0 0,1-2 0,-16-22 0,25 32 0,1 0 0,0 0 0,0 0 0,0 0 0,0 0 0,0-1 0,1 1 0,0 0 0,0-1 0,0 1 0,0-1 0,1 0 0,0 1 0,0-1 0,0 1 0,0-1 0,1 0 0,-1 1 0,3-7 0,-2 9 0,0 0 0,0 0 0,0 0 0,1 1 0,-1-1 0,0 0 0,1 1 0,-1-1 0,1 0 0,0 1 0,-1 0 0,1-1 0,0 1 0,0 0 0,0 0 0,0 0 0,0 0 0,0 0 0,0 1 0,0-1 0,1 1 0,-1-1 0,3 1 0,6-1 0,1 0 0,0 1 0,14 1 0,-9 0 0,-2 0-103,-4-1-213,-1 1 1,1-2-1,13-1 1,-11-1-6511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24575,'5'0'0,"-1"2"0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24575,'20'22'0,"-2"1"0,19 28 0,8 11 0,-38-54 0,0 0 0,0 0 0,1-1 0,0 0 0,10 7 0,-16-12 0,1 0 0,-1-1 0,1 1 0,0-1 0,0 0 0,-1 0 0,1 0 0,0 0 0,0 0 0,0-1 0,0 1 0,0-1 0,0 0 0,0 0 0,0 0 0,0 0 0,0-1 0,0 1 0,0-1 0,0 1 0,0-1 0,4-2 0,-4 1 0,-1 0 0,0 0 0,1 1 0,-1-2 0,0 1 0,0 0 0,0 0 0,0-1 0,-1 1 0,1-1 0,-1 1 0,1-1 0,-1 0 0,0 0 0,0 0 0,0 1 0,0-1 0,0-3 0,0 0 0,0 1 0,-1-1 0,1 1 0,-1-1 0,0 1 0,0-1 0,-1 1 0,-2-10 0,9 26 0,0 0 0,1 0 0,0 0 0,0-1 0,1 0 0,17 16 0,-20-21 0,0-2 0,1 1 0,0 0 0,-1-1 0,1 0 0,1-1 0,-1 1 0,0-1 0,0 0 0,12 1 0,-15-2 0,0-1 0,1 0 0,-1 0 0,0 0 0,1 0 0,-1 0 0,0-1 0,0 1 0,1-1 0,-1 0 0,0 0 0,0 0 0,0 0 0,0-1 0,0 1 0,0-1 0,-1 0 0,1 0 0,0 0 0,-1 0 0,1 0 0,-1 0 0,2-4 0,0 1 6,0-1 0,-1 0-1,0 0 1,0 0 0,0-1-1,-1 1 1,0-1 0,0 1 0,-1-1-1,0 0 1,0 1 0,0-1-1,-1 0 1,0 0 0,-1 0-1,1 1 1,-1-1 0,-1 0 0,1 0-1,-3-7 1,-1 2-141,1 1 0,-2-1 0,1 1 0,-1 0 0,-1 1 0,0 0 0,-1 0 0,0 0 0,0 1 0,-11-10 0,6 8-6691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24575,'28'19'0,"-1"1"0,-1 2 0,-1 0 0,0 2 0,32 41 0,-41-43 0,-1 0 0,-1 2 0,-1-1 0,-1 2 0,-1 0 0,-1 0 0,10 37 0,-11-25 0,-2 1 0,-1-1 0,1 51 0,-7-70 0,0 0 0,-1-1 0,-1 1 0,-1-1 0,0 0 0,-2 1 0,0-2 0,0 1 0,-12 22 0,13-32-80,0 0 0,-1-1-1,0 1 1,0-1 0,0-1-1,0 1 1,-1-1 0,0 0-1,-1 0 1,1-1 0,-1 1 0,1-1-1,-1-1 1,0 1 0,-1-1-1,-7 2 1,0-1-6746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9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24575,'-1'1'0,"0"1"0,0 0 0,0-1 0,0 1 0,1-1 0,-1 1 0,1 0 0,-1 0 0,1-1 0,-1 1 0,1 0 0,0 0 0,0 0 0,0 0 0,0-1 0,0 1 0,1 0 0,-1 0 0,0 0 0,2 2 0,0 5 0,1 1 0,5 10 0,-5-14 0,1 0 0,-1 0 0,1 0 0,0 0 0,0-1 0,1 1 0,0-1 0,7 6 0,-11-10 0,1 0 0,0 0 0,-1 1 0,1-2 0,0 1 0,0 0 0,0 0 0,-1 0 0,1-1 0,0 1 0,0-1 0,0 1 0,0-1 0,3 0 0,-4 0 0,1-1 0,-1 1 0,1 0 0,-1-1 0,1 1 0,-1-1 0,0 0 0,1 1 0,-1-1 0,0 0 0,1 0 0,-1 0 0,0 0 0,0 0 0,0 0 0,0 0 0,0-1 0,0 1 0,0 0 0,0 0 0,0-2 0,4-7 0,-1 1 0,-1-1 0,0 1 0,4-20 0,0-1 0,-3 16 0,3-18 0,-6 31 0,-1 0 0,1-1 0,-1 1 0,1 0 0,0 0 0,-1 0 0,1-1 0,0 1 0,0 0 0,0 0 0,-1 0 0,1 0 0,0 0 0,1 0 0,-1 1 0,0-1 0,2-1 0,-2 2 0,1 0 0,-1 0 0,0 0 0,0 0 0,1 0 0,-1 0 0,0 0 0,0 0 0,1 1 0,-1-1 0,0 1 0,0-1 0,0 1 0,0-1 0,0 1 0,0 0 0,0-1 0,0 1 0,0 0 0,0 0 0,1 1 0,20 22 0,-20-21 0,72 87 0,-59-70-1365,-11-11-5461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52 24575,'-30'-5'0,"-12"-4"0,-2-1 0,4 2 0,6 1 0,7 3 0,5 2 0,4 1 0,3 1 0,1 0 0,3-2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18 24575,'-8'3'0,"-4"0"0,-4 0 0,2 2 0,0 1 0,1-2 0,-1-1 0,0-3 0,0-3 0,-1 1 0,-2-3 0,-1 0 0,-3-3 0,1 2 0,-3-2 0,4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8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809 16 24575,'0'0'0,"0"0"0,1-1 0,-1 1 0,0 0 0,0 0 0,0 0 0,1 0 0,-1-1 0,0 1 0,0 0 0,0 0 0,0 0 0,0 0 0,0-1 0,0 1 0,1 0 0,-1 0 0,0-1 0,0 1 0,0 0 0,0 0 0,0 0 0,0-1 0,0 1 0,0 0 0,0 0 0,0-1 0,0 1 0,0 0 0,0 0 0,0 0 0,0-1 0,-1 1 0,1 0 0,0-1 0,-9-2 0,-12 2 0,-5 5 0,1 0 0,-1-2 0,0-1 0,0-1 0,-39-5 0,17 0 0,-1 1 0,-49 4 0,56 0 0,26 1 0,-1 1 0,-19 4 0,2 0 0,0 0 0,19-3 0,-25 3 0,35-6 0,4 0 0,-1-1 0,0 1 0,0 1 0,0-1 0,0 0 0,0 0 0,1 1 0,-1-1 0,0 1 0,0-1 0,0 1 0,1 0 0,-3 1 0,4-2 0,0 1 0,0-1 0,0 0 0,0 0 0,0 1 0,0-1 0,0 0 0,0 0 0,0 1 0,0-1 0,0 0 0,0 1 0,0-1 0,0 0 0,1 0 0,-1 1 0,0-1 0,0 0 0,0 0 0,0 0 0,0 1 0,1-1 0,-1 0 0,0 0 0,0 0 0,0 1 0,1-1 0,-1 0 0,0 0 0,0 0 0,1 0 0,-1 0 0,0 0 0,0 1 0,1-1 0,-1 0 0,11 5 0,42 15 0,67 29 0,-76-30 0,-26-12 0,-1 1 0,1 0 0,-2 1 0,21 15 0,-36-23 0,1 0 0,-1 0 0,0 0 0,1 0 0,-1 0 0,0 0 0,0 1 0,0-1 0,0 0 0,0 1 0,0-1 0,0 1 0,-1-1 0,1 1 0,0-1 0,-1 1 0,1-1 0,-1 1 0,0 0 0,0-1 0,1 1 0,-1 0 0,0-1 0,0 1 0,0 0 0,-1-1 0,1 1 0,0-1 0,-1 1 0,0 2 0,-1-1 0,0 0 0,0 1 0,0-1 0,0 0 0,-1-1 0,1 1 0,-1 0 0,0-1 0,0 1 0,0-1 0,0 0 0,-5 3 0,-33 16 0,22-12 0,-31 21 0,19-5 0,-34 33 0,45-38 0,-1-1 0,-1-1 0,-1-1 0,-28 17 0,36-26 0,-12 6 0,-29 20 0,56-34 0,0 0 0,0 0 0,0 0 0,0 0 0,0 0 0,0 0 0,0 0 0,-1 0 0,1 0 0,0 1 0,0-1 0,0 0 0,0 0 0,0 0 0,0 0 0,0 0 0,0 0 0,0 0 0,0 0 0,0 0 0,-1 1 0,1-1 0,0 0 0,0 0 0,0 0 0,0 0 0,0 0 0,0 0 0,0 1 0,0-1 0,0 0 0,0 0 0,0 0 0,0 0 0,0 0 0,0 0 0,0 1 0,0-1 0,0 0 0,1 0 0,4 2 0,11-1 0,-15-1 0,-1 0 0,261-2 0,-161-4 0,91 0 0,-133 9-455,0 2 0,91 19 0,-132-19-6371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0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24575,'1'47'0,"2"0"0,2-1 0,19 82 0,-12-82 0,-2 0 0,-2 1 0,-2 0 0,0 71 0,-5-124 0,1 0 0,-1 1 0,1-1 0,1 0 0,-1 1 0,5-8 0,23-38 0,-29 50 0,3-6 0,0 0 0,1 0 0,0 0 0,1 1 0,-1-1 0,12-8 0,-15 14 0,0-1 0,0 1 0,0 0 0,0 0 0,0 0 0,1 0 0,-1 0 0,0 0 0,1 1 0,-1-1 0,0 1 0,1 0 0,-1 0 0,1 0 0,-1 0 0,1 0 0,-1 0 0,0 0 0,1 1 0,-1 0 0,0-1 0,1 1 0,-1 0 0,0 0 0,0 0 0,0 0 0,4 3 0,8 5 0,0 1 0,-1 0 0,22 23 0,-28-26 0,-1 0 0,0 1 0,0 0 0,-1 0 0,0 0 0,0 1 0,-1 0 0,4 10 0,-7-17-151,0 1-1,-1-1 0,1 1 0,-1 0 1,0-1-1,1 1 0,-1-1 1,-1 4-1,-1 4-6674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28 24575,'-1'-2'0,"-1"0"0,1 0 0,-1 0 0,0 0 0,1 1 0,-1-1 0,0 0 0,0 1 0,0-1 0,0 1 0,0 0 0,-1 0 0,1 0 0,0 0 0,-1 0 0,1 0 0,0 1 0,-1-1 0,1 1 0,-1-1 0,1 1 0,-1 0 0,1 0 0,-1 0 0,1 0 0,-1 1 0,1-1 0,0 1 0,-1-1 0,1 1 0,-1 0 0,1 0 0,0 0 0,0 0 0,0 0 0,-1 1 0,1-1 0,0 1 0,1-1 0,-1 1 0,0 0 0,0-1 0,1 1 0,-1 0 0,1 0 0,-2 4 0,-1-1 0,1 1 0,1 1 0,-1-1 0,1 0 0,0 1 0,1-1 0,0 1 0,0-1 0,0 1 0,0 0 0,1-1 0,0 1 0,2 8 0,1 7 0,2 1 0,11 33 0,0-4 0,18 153 0,-31-183 0,0 0 0,2 1 0,0-1 0,9 21 0,-13-40 7,1 0 0,0 0-1,0 0 1,0 0 0,0 0-1,1 0 1,-1-1-1,1 1 1,0-1 0,-1 0-1,1 0 1,0 0 0,0 0-1,1 0 1,-1-1 0,0 1-1,6 1 1,-5-2-78,-1 0 1,0-1-1,0 1 0,0-1 0,1 1 1,-1-1-1,0 0 0,0 0 1,1-1-1,-1 1 0,0-1 0,0 1 1,0-1-1,0 0 0,0 0 1,0-1-1,0 1 0,0-1 0,0 1 1,3-3-1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24575,'1'13'0,"1"-1"0,0 0 0,1 0 0,0 0 0,0-1 0,2 1 0,-1-1 0,2 0 0,-1 0 0,1 0 0,1-1 0,0 0 0,17 18 0,-24-27 0,1 0 0,0 0 0,0 0 0,0 0 0,0 0 0,0 0 0,0 0 0,1 0 0,-1 0 0,0-1 0,0 1 0,1 0 0,-1-1 0,0 1 0,1-1 0,-1 1 0,0-1 0,1 0 0,-1 0 0,1 1 0,-1-1 0,1 0 0,-1 0 0,1 0 0,-1-1 0,0 1 0,1 0 0,-1-1 0,1 1 0,-1 0 0,0-1 0,1 0 0,-1 1 0,0-1 0,0 0 0,1 0 0,-1 1 0,0-1 0,1-2 0,4-3 0,0-1 0,-1 0 0,0-1 0,0 1 0,5-12 0,2-2 0,-12 20 0,1 0 0,0-1 0,-1 1 0,1 0 0,0 0 0,0 0 0,0 0 0,0 0 0,0 0 0,0 0 0,0 0 0,1 1 0,-1-1 0,0 0 0,0 1 0,1-1 0,-1 1 0,0-1 0,3 0 0,-3 1 0,1 1 0,0-1 0,-1 0 0,1 1 0,-1-1 0,1 1 0,-1-1 0,0 1 0,1-1 0,-1 1 0,1 0 0,-1 0 0,0 0 0,0 0 0,0 0 0,1 0 0,0 2 0,37 44 0,-27-31 0,17 18 0,-22-26-1365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24575,'21'6'0,"-1"1"0,0 2 0,0 0 0,-1 1 0,29 20 0,-45-28 0,0 0 0,-1 1 0,0-1 0,0 1 0,0 0 0,0-1 0,0 1 0,0 0 0,0 0 0,-1 0 0,0 0 0,0 1 0,2 4 0,-1 3 0,-1 0 0,1 20 0,1 11 0,26 147 0,-24-161 0,1 0 0,1-1 0,1 0 0,2 0 0,21 44 0,-19-51 0,-6-11 0,0 1 0,5 11 0,-10-19 0,0 0 0,-1 0 0,1-1 0,-1 1 0,1 0 0,-1 0 0,1 0 0,-1 0 0,0 0 0,0 0 0,0 0 0,0-1 0,0 1 0,-1 0 0,1 0 0,-1 0 0,1 0 0,-2 3 0,1-4 0,0 0 0,0 1 0,0-1 0,0 0 0,0 0 0,0 0 0,0 0 0,0 0 0,0-1 0,-1 1 0,1 0 0,0-1 0,-1 1 0,1 0 0,0-1 0,-1 0 0,1 1 0,-1-1 0,1 0 0,-1 1 0,1-1 0,-2 0 0,-4-1 0,-1 1 0,1-1 0,-10-2 0,2 0 0,-24-4-1365,21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1 232 24575,'25'-3'0,"2"0"0,37-8 0,-57 9 0,-1 0 0,0 0 0,0 0 0,0-1 0,0 0 0,0 0 0,0 0 0,-1-1 0,1 0 0,-1 0 0,6-6 0,-9 7 0,0 1 0,0-1 0,0 0 0,0 0 0,-1 0 0,1 0 0,-1 0 0,1 0 0,-1 0 0,0 0 0,-1-1 0,1 1 0,0 0 0,-1-1 0,0 1 0,0-1 0,0 1 0,0 0 0,0-1 0,-1 1 0,1 0 0,-3-7 0,0 4 0,1-1 0,-1 1 0,-1 0 0,1 0 0,-1 0 0,0 0 0,0 1 0,-1-1 0,-10-8 0,12 10 0,-1 1 0,0 0 0,0 0 0,0 0 0,-1 0 0,-4-2 0,8 5 0,0-1 0,0 1 0,-1 0 0,1 0 0,0-1 0,0 1 0,0 0 0,-1 0 0,1 0 0,0 0 0,0 0 0,0 0 0,-1 1 0,1-1 0,0 0 0,0 1 0,0-1 0,0 1 0,0-1 0,0 1 0,0-1 0,0 1 0,0 0 0,0-1 0,0 1 0,0 0 0,0 0 0,0 0 0,1 0 0,-1-1 0,-1 3 0,-3 6 0,-1 1 0,1 0 0,1 0 0,0 0 0,0 0 0,-2 16 0,-9 22 0,14-45 0,0 0 0,0-1 0,1 1 0,-1 0 0,1 0 0,0-1 0,0 1 0,0 0 0,0 0 0,0-1 0,0 1 0,1 0 0,-1 0 0,1-1 0,0 1 0,0 0 0,0-1 0,0 1 0,1-1 0,-1 0 0,0 1 0,1-1 0,0 0 0,0 0 0,-1 0 0,1 0 0,4 3 0,5 4 0,0-1 0,1 0 0,0 0 0,15 6 0,-16-8 0,19 8 0,0-1 0,1-2 0,0 0 0,1-3 0,0 0 0,42 4 0,-42-6 0,-25-4 0,0 0 0,0-1 0,0 0 0,0 0 0,0-1 0,0 0 0,0 0 0,13-2 0,-19 2-72,1-1 1,0 0-1,-1 0 0,1 0 0,-1 0 0,1 0 0,-1 0 0,1 0 1,-1 0-1,0-1 0,1 1 0,-1 0 0,0-1 0,0 1 0,0-1 1,0 1-1,0-1 0,0-2 0,3-7-6754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24575,'-10'0'0,"-6"0"0,-2 0 0,-2 0 0,2 0 0,0 0 0,1 0 0,0 0 0,2 3 0,0 0 0,-2 0 0,-1 0 0,0-2 0,-2 1 0,1-4 0,2-1-8191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24575,'1'11'0,"1"-1"0,-1 1 0,2-1 0,6 19 0,0 2 0,108 337 0,-115-362 0,2 3 0,0 1 0,-1-1 0,-1 1 0,1 0 0,-1 0 0,-1 0 0,0 12 0,0-21 0,-2 1 0,1-1 0,0 0 0,0 0 0,0 0 0,0 0 0,-1 0 0,1 0 0,0 0 0,-1 0 0,1 0 0,-1 0 0,1 0 0,-1 0 0,0 0 0,1 0 0,-1-1 0,0 1 0,0 0 0,0 0 0,1-1 0,-1 1 0,-2 0 0,2 0 0,-1 0 0,0-1 0,0 1 0,0-1 0,0 0 0,0 0 0,0 1 0,0-1 0,0-1 0,0 1 0,0 0 0,-2-1 0,-4-1 0,0 0 0,0-1 0,1 0 0,-1 0 0,-8-6 0,7 2 0,-1 0 0,2-1 0,-1 0 0,1 0 0,0-1 0,1 0 0,0 0 0,0-1 0,1 0 0,0 0 0,1 0 0,0-1 0,0 0 0,2 0 0,-6-22 0,8 29 0,1 1 0,0-1 0,0 0 0,0 1 0,1-1 0,-1 0 0,1 1 0,0-1 0,0 1 0,0-1 0,0 1 0,1-1 0,-1 1 0,1 0 0,0 0 0,0-1 0,0 1 0,1 1 0,-1-1 0,4-3 0,3-2 0,0 0 0,0 1 0,0 1 0,1 0 0,13-7 0,-11 8-1365,-2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0,-4 2 0,0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24575,'9'15'0,"0"0"0,1-1 0,0 0 0,1-1 0,1 0 0,18 15 0,-23-21 0,1-2 0,-1 1 0,1-1 0,0 0 0,0 0 0,10 3 0,-16-7 0,0 0 0,-1 0 0,1-1 0,0 1 0,0-1 0,0 1 0,0-1 0,0 0 0,0 0 0,-1 0 0,1 0 0,0 0 0,0 0 0,0 0 0,0-1 0,0 1 0,0-1 0,-1 1 0,1-1 0,0 0 0,0 1 0,-1-1 0,1 0 0,0 0 0,-1-1 0,1 1 0,-1 0 0,1 0 0,-1-1 0,0 1 0,0-1 0,1 1 0,-1-1 0,0 1 0,0-1 0,1-3 0,-1 1 0,0 0 0,1 0 0,-1 0 0,-1 0 0,1 0 0,0-6 0,-1 11 0,0 1 0,0-1 0,0 1 0,0-1 0,1 0 0,-1 1 0,1-1 0,-1 1 0,1-1 0,-1 0 0,1 1 0,0-1 0,-1 0 0,1 0 0,0 0 0,0 1 0,2 0 0,-1 1 0,1-1 0,0 0 0,0 0 0,0 0 0,0 0 0,1 0 0,4 1 0,-4-1 0,0-1 0,0 1 0,1-1 0,-1 0 0,1-1 0,-1 1 0,1-1 0,-1 0 0,1 0 0,-1 0 0,1 0 0,-1-1 0,9-2 0,-10 1 0,1 0 0,-1 0 0,0 0 0,0 0 0,0-1 0,0 0 0,0 1 0,0-1 0,-1 0 0,1 0 0,-1-1 0,0 1 0,0 0 0,0-1 0,0 1 0,0-1 0,-1 0 0,0 1 0,0-1 0,0 0 0,0 0 0,0-5 0,0 1 0,-1 0 0,1 0 0,-1 0 0,-1 0 0,0 0 0,0 1 0,0-1 0,-1 0 0,0 0 0,-4-9 0,3 12-151,1 1-1,-1-1 0,0 1 0,0 0 1,0 0-1,-1 0 0,1 1 1,-5-4-1,-4-3-6674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24575,'3'2'0,"0"1"0,0-1 0,0 1 0,-1-1 0,1 1 0,-1 0 0,1 0 0,-1 0 0,0 1 0,0-1 0,-1 0 0,1 1 0,1 6 0,-1-5 0,0 0 0,1 0 0,-1-1 0,1 1 0,-1-1 0,6 6 0,-7-9 0,-1-1 0,1 1 0,-1-1 0,1 1 0,-1-1 0,1 1 0,0-1 0,-1 0 0,1 1 0,0-1 0,-1 0 0,1 1 0,0-1 0,0 0 0,-1 0 0,1 0 0,0 0 0,0 0 0,-1 0 0,1 0 0,0 0 0,0 0 0,-1 0 0,1 0 0,0 0 0,-1 0 0,1-1 0,0 1 0,0 0 0,-1-1 0,1 1 0,0 0 0,-1-1 0,1 1 0,-1-1 0,1 1 0,0-1 0,3-3 0,0 0 0,-1 0 0,0 0 0,4-8 0,0 2 0,-5 7 0,0 1 0,0-1 0,0 1 0,1 0 0,-1-1 0,1 1 0,-1 0 0,1 1 0,0-1 0,0 0 0,-1 1 0,1-1 0,0 1 0,1 0 0,-1 0 0,0 0 0,0 1 0,6-1 0,-3 1 0,1 0 0,-1 1 0,0 0 0,0 0 0,0 1 0,0-1 0,0 1 0,0 1 0,6 2 0,32 15 0,107 55 0,-61-18-287,-70-43-791,-1-2-5748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6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24575,'1'15'0,"-1"-1"0,2 0 0,4 22 0,-3-17 0,-3-16 0,0 1 0,1-1 0,-1 1 0,1-1 0,0 1 0,2 4 0,-3-7 0,0-1 0,0 0 0,0 0 0,1 0 0,-1 0 0,0 0 0,0 0 0,0 0 0,0 1 0,0-1 0,0 0 0,0 0 0,0 0 0,0 0 0,1 0 0,-1 0 0,0 0 0,0 0 0,0 0 0,0 0 0,0 0 0,0 0 0,1 0 0,-1 0 0,0 0 0,0 0 0,0 0 0,0 0 0,0 0 0,0 0 0,1 0 0,-1 0 0,0 0 0,0 0 0,0 0 0,0 0 0,0 0 0,0 0 0,1 0 0,5-6 0,5-11 0,-9 13 0,4-5 0,2-4 0,0 1 0,1 0 0,12-12 0,-17 20 0,-1 1 0,1 0 0,0 0 0,0 1 0,0-1 0,0 1 0,0 0 0,1 0 0,-1 0 0,1 0 0,-1 1 0,1 0 0,-1 0 0,7-1 0,-1 2 0,1 0 0,-1 1 0,0 0 0,1 1 0,-1 0 0,0 0 0,0 1 0,0 0 0,10 6 0,-17-8-85,-1 1 0,1-1-1,-1 1 1,0 0 0,0 0-1,0 0 1,0 0 0,0 0-1,0 1 1,-1-1 0,1 0-1,-1 1 1,0-1 0,1 1-1,0 3 1,2 5-6741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24575,'0'-7'0,"0"9"0,2 14 0,71 159 0,-70-168 0,43 86 0,25 58 0,-50-106 0,-14-32 0,-1-1 0,-1 1 0,0 0 0,-1 0 0,4 18 0,-8-31 0,1 1 0,-1 0 0,0-1 0,0 1 0,0-1 0,0 1 0,0 0 0,0-1 0,0 1 0,0 0 0,0-1 0,0 1 0,0 0 0,0-1 0,-1 1 0,1-1 0,0 1 0,0 0 0,-1-1 0,1 1 0,-1 0 0,1-1 0,-1 0 0,1 0 0,-1 0 0,1 0 0,0 0 0,-1 0 0,1 0 0,-1 0 0,1 0 0,-1 0 0,1-1 0,0 1 0,-1 0 0,1 0 0,-1 0 0,1-1 0,0 1 0,-1 0 0,1 0 0,0-1 0,-1 1 0,1-1 0,-20-21 0,12 10-1365,0 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24575,'0'0'0,"1"0"0,0-1 0,-1 1 0,1 0 0,-1 0 0,1 0 0,-1 0 0,1 0 0,0 0 0,-1 0 0,1 0 0,-1 0 0,1 1 0,-1-1 0,1 0 0,0 0 0,-1 0 0,1 1 0,-1-1 0,1 0 0,-1 1 0,1-1 0,-1 0 0,0 1 0,1-1 0,-1 1 0,1 0 0,-1 0 0,-1-1 0,1 1 0,0-1 0,-1 1 0,0 0 0,1-1 0,-1 1 0,1-1 0,-1 1 0,0-1 0,1 0 0,-1 1 0,0-1 0,1 0 0,-1 1 0,0-1 0,1 0 0,-1 0 0,0 0 0,0 0 0,0 1 0,-30 5 0,1-2 0,-1 0 0,-56-2 0,42-3-1365,33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24575,'0'15'0,"3"8"0,0 2 0,0-1 0,2-1 0,3-6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24575,'0'-10'0,"0"-1"0,2 4 0,2 6 0,-1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24575,'7'11'0,"1"0"0,1 0 0,0 0 0,0-1 0,1 0 0,0-1 0,18 12 0,-25-18 0,1-1 0,0 1 0,0-1 0,0 0 0,0 0 0,1 0 0,-1-1 0,6 2 0,-9-3 0,0 1 0,0-1 0,0 0 0,0 0 0,0 0 0,0 0 0,1 0 0,-1 0 0,0-1 0,0 1 0,0 0 0,0 0 0,0-1 0,0 1 0,0-1 0,0 1 0,0-1 0,0 1 0,0-1 0,0 0 0,-1 1 0,1-1 0,0 0 0,0 0 0,-1 1 0,1-1 0,0 0 0,-1 0 0,1 0 0,-1 0 0,1 0 0,-1 0 0,1 0 0,-1 0 0,0 0 0,1 0 0,-1 0 0,0-3 0,1-5 0,0 0 0,-1 0 0,0 0 0,0 0 0,-1 0 0,-1 0 0,-2-12 0,3 20 0,1 1 0,0 0 0,0-1 0,0 1 0,0 0 0,0-1 0,0 1 0,0-1 0,-1 1 0,1 0 0,0-1 0,0 1 0,0-1 0,1 1 0,-1 0 0,0-1 0,0 1 0,0-1 0,0 1 0,0 0 0,0-1 0,0 1 0,1 0 0,-1-1 0,0 1 0,0 0 0,1-1 0,-1 1 0,0-1 0,1 1 0,0 0 0,-1 0 0,1 0 0,0 0 0,-1 0 0,1 0 0,0 1 0,-1-1 0,1 0 0,0 0 0,-1 0 0,1 0 0,-1 1 0,1-1 0,-1 0 0,2 1 0,26 20 0,-23-17 0,20 17 0,-16-13 0,1 0 0,-1-1 0,1 0 0,0 0 0,1-1 0,18 7 0,-28-12 0,1-1 0,-1 1 0,1-1 0,-1 1 0,1-1 0,0 0 0,-1 0 0,1 0 0,-1 0 0,1 0 0,0 0 0,-1 0 0,1-1 0,-1 1 0,1 0 0,2-2 0,-3 1 0,0 1 0,0-1 0,0 0 0,-1 1 0,1-1 0,0 0 0,0 0 0,-1 0 0,1 0 0,0 0 0,-1 0 0,1 0 0,-1 0 0,1 0 0,-1 0 0,0 0 0,1 0 0,-1-2 0,1 0 0,-1 0 0,0 0 0,0-1 0,0 1 0,-1 0 0,1 0 0,-1-1 0,0 1 0,1 0 0,-1 0 0,-1 0 0,1 0 0,0 0 0,-1 0 0,-2-3 0,3 5 0,0 0 0,1 0 0,-1-1 0,0 1 0,0 0 0,1-1 0,-1 1 0,1 0 0,-1-1 0,1 1 0,-1-3 0,1 4 0,0 0 0,0-1 0,0 1 0,0 0 0,1 0 0,-1-1 0,0 1 0,0 0 0,0 0 0,0 0 0,0-1 0,0 1 0,0 0 0,0 0 0,1 0 0,-1-1 0,0 1 0,0 0 0,0 0 0,0 0 0,1 0 0,-1 0 0,0 0 0,0-1 0,0 1 0,1 0 0,-1 0 0,0 0 0,12 1 0,-1 3 0,0 0 0,-1 1 0,1 0 0,13 11 0,-11-8 0,27 13 0,-27-16 0,1 0 0,-1-1 0,25 4 0,-32-7 0,1-1 0,0 1 0,-1-1 0,1 0 0,0-1 0,0 0 0,-1 0 0,1 0 0,12-5 0,-15 4 0,1 0 0,-1 0 0,0-1 0,0 0 0,0 0 0,-1 0 0,1 0 0,4-5 0,23-34 0,-27 34 0,1 0 0,1 1 0,-1 0 0,1 0 0,1 0 0,-1 1 0,13-10 0,-18 16 0,-1 0 0,1 0 0,0-1 0,-1 1 0,1 0 0,-1-1 0,1 1 0,-1-1 0,1 1 0,-1-1 0,1 1 0,-1-1 0,0 1 0,1-1 0,-1 1 0,1-1 0,-1 1 0,0-1 0,0 0 0,1 1 0,-1-1 0,0 1 0,0-1 0,0-1 0,0 2 0,0-1 0,-1 0 0,1 1 0,0-1 0,-1 0 0,1 1 0,-1-1 0,1 0 0,-1 1 0,1-1 0,-1 1 0,1-1 0,-1 1 0,1-1 0,-1 1 0,0 0 0,-1-1 0,-5-3 0,-1 1 0,0 0 0,-9-1 0,10 2 0,-4-2 0,6 2 0,0 0 0,-1 1 0,1 0 0,0-1 0,0 2 0,-1-1 0,-9 1 0,14 0 0,0 0 0,0 1 0,0-1 0,1 1 0,-1-1 0,0 1 0,0 0 0,0-1 0,0 1 0,1 0 0,-1-1 0,0 1 0,1 0 0,-1 0 0,0 0 0,1 0 0,-1 0 0,1 0 0,0 0 0,-1-1 0,1 1 0,0 0 0,-1 1 0,1-1 0,0 0 0,0 0 0,0 0 0,0 0 0,0 0 0,0 0 0,0 0 0,0 0 0,1 1 0,0 4 0,0 0 0,0-1 0,0 1 0,4 8 0,-3-8-7,1 0-1,0 0 1,1 0-1,-1 0 1,1-1-1,0 0 0,0 1 1,1-2-1,0 1 1,10 8-1,-8-8 37,1 0-1,1 0 1,-1-1-1,0 0 1,1-1-1,18 5 1,2-3-371,0-1 1,1-1 0,52-2-1,-77-1 226,8 0-6710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5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24575,'-1'4'0,"0"0"0,0-1 0,0 1 0,-1-1 0,0 0 0,0 1 0,0-1 0,0 0 0,0 0 0,-5 4 0,-1 4 0,-19 33 0,1 2 0,-33 83 0,40-84 0,-71 170 0,70-167 0,7-16 0,-11 39 0,23-68-170,0 1-1,0 0 0,0-1 1,-1 1-1,0-1 0,1 0 1,-4 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24575,'4'19'0,"0"0"0,1 0 0,1-1 0,0 0 0,18 32 0,-24-49 0,0 0 0,1 0 0,-1-1 0,1 1 0,-1 0 0,1-1 0,-1 1 0,1 0 0,-1-1 0,1 1 0,0 0 0,-1-1 0,1 1 0,0-1 0,0 0 0,-1 1 0,1-1 0,0 1 0,0-1 0,1 0 0,-2 0 0,1 0 0,-1 0 0,1 0 0,-1-1 0,1 1 0,-1 0 0,0 0 0,1-1 0,-1 1 0,1 0 0,-1-1 0,0 1 0,1-1 0,-1 1 0,0-1 0,1 1 0,-1 0 0,0-1 0,0 1 0,0-1 0,1 1 0,-1-1 0,0 0 0,1-4 0,0 0 0,0 0 0,0 0 0,-1 0 0,0-8 0,-1 1 0,-1 0 0,0 0 0,-1 0 0,-1 1 0,-8-20 0,-31-52 0,34 68 0,17 18 0,8 10 0,-11-9 0,7 4 0,0 0 0,1-1 0,-1 0 0,2-1 0,-1-1 0,0 0 0,1-1 0,0 0 0,0-1 0,0 0 0,0-1 0,1-1 0,-1-1 0,1 0 0,16-2 0,-27 2 0,0-1 0,-1 0 0,1 0 0,0 0 0,0 0 0,-1-1 0,1 0 0,-1 1 0,1-1 0,-1-1 0,0 1 0,0 0 0,0-1 0,0 1 0,0-1 0,-1 0 0,1 0 0,-1 0 0,0 0 0,1-1 0,-2 1 0,1 0 0,0-1 0,1-4 0,-1 3 0,-1 0 0,0 1 0,1-1 0,-2 0 0,1 0 0,0 0 0,-1 0 0,0 0 0,0 0 0,-1 0 0,0 0 0,1 0 0,-1 0 0,-1 0 0,1 0 0,-1 0 0,0 1 0,-4-8 0,5 10 0,0 0 0,0 1 0,0-1 0,-1 1 0,1-1 0,0 1 0,-1-1 0,1 1 0,-1 0 0,0 0 0,1 0 0,-1 0 0,0 0 0,1 0 0,-1 0 0,0 0 0,0 1 0,-3-2 0,4 2 0,-1 0 0,1 1 0,-1-1 0,1 0 0,0 0 0,-1 1 0,1-1 0,0 0 0,-1 1 0,1 0 0,0-1 0,-1 1 0,1 0 0,0-1 0,0 1 0,0 0 0,0 0 0,0 0 0,0 0 0,0 0 0,0 0 0,0 1 0,0-1 0,1 0 0,-1 0 0,0 2 0,-2 2 0,1-1 0,1 1 0,-1 0 0,1 0 0,-1 0 0,2 0 0,-1 0 0,0 0 0,1 0 0,0 0 0,0 0 0,0 0 0,1 0 0,0 0 0,0 0 0,0 0 0,1 0 0,-1 0 0,1-1 0,0 1 0,3 4 0,-2-3 0,1-1 0,0 1 0,0-1 0,0 0 0,0 0 0,1 0 0,0-1 0,0 1 0,0-1 0,1 0 0,-1-1 0,1 1 0,0-1 0,0 0 0,11 3 0,4 0-273,0-1 0,0 0 0,1-2 0,39 2 0,-49-6-6553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0 24575,'-4'4'0,"0"0"0,1 1 0,-1-1 0,1 1 0,0 0 0,0 0 0,0 0 0,1 0 0,-1 1 0,-2 9 0,5-11 0,-1 0 0,0 1 0,1-1 0,0 0 0,0 0 0,0 1 0,1-1 0,-1 0 0,1 0 0,0 0 0,0 0 0,1 0 0,-1 0 0,1 0 0,2 5 0,4 3 0,1 0 0,0-1 0,0 1 0,1-2 0,0 0 0,1 0 0,24 17 0,-33-26 0,0 0 0,-1 0 0,1 1 0,0-1 0,-1 1 0,1-1 0,-1 1 0,1-1 0,-1 1 0,0 0 0,0 0 0,0 0 0,0 0 0,0 0 0,0 0 0,-1 0 0,1 0 0,-1 0 0,1 0 0,-1 3 0,0-3 0,0 0 0,-1 0 0,1 0 0,-1-1 0,1 1 0,-1 0 0,0 0 0,0-1 0,0 1 0,0-1 0,0 1 0,0-1 0,0 1 0,-1-1 0,1 0 0,0 1 0,-1-1 0,1 0 0,-1 0 0,1 0 0,-1 0 0,0 0 0,-2 1 0,-4 1-151,0-1-1,0 1 0,0-1 0,0-1 1,0 1-1,-1-1 0,1-1 1,-12 0-1,7 0-6674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24575,'-8'3'0,"-1"0"0,1 1 0,1 0 0,-1 0 0,1 0 0,-1 1 0,1 0 0,1 1 0,-11 10 0,15-14 0,0 0 0,0 0 0,0 0 0,1 1 0,-1-1 0,1 1 0,0-1 0,0 1 0,0-1 0,0 1 0,0 0 0,0-1 0,1 1 0,-1 0 0,1 0 0,0-1 0,0 1 0,0 0 0,0 0 0,1 0 0,-1-1 0,1 1 0,-1 0 0,1 0 0,0-1 0,0 1 0,0-1 0,0 1 0,1-1 0,-1 1 0,1-1 0,0 0 0,1 3 0,3 1 0,0 1 0,0-1 0,1-1 0,-1 1 0,1-1 0,0 0 0,1-1 0,-1 1 0,9 2 0,-12-5 0,0 0 0,0-1 0,0 0 0,0 0 0,0 0 0,0 0 0,0 0 0,0-1 0,0 0 0,0 0 0,0 0 0,0 0 0,0-1 0,0 1 0,0-1 0,0 0 0,0 0 0,0-1 0,0 1 0,-1-1 0,5-2 0,-6 2 0,1 0 0,-1 0 0,0-1 0,0 1 0,0-1 0,0 1 0,0-1 0,-1 0 0,1 1 0,-1-1 0,0 0 0,1 0 0,-1 0 0,-1 0 0,1 0 0,0 0 0,-1-1 0,0 1 0,1 0 0,-1 0 0,0 0 0,-1 0 0,1-1 0,-2-3 0,2 3 0,-1-1 0,0 1 0,0 0 0,-1 0 0,1 1 0,-1-1 0,0 0 0,0 0 0,0 1 0,-1-1 0,1 1 0,-1 0 0,0-1 0,0 1 0,0 1 0,0-1 0,-7-4 0,6 5-227,0 0-1,0 1 1,0-1-1,0 1 1,-6-1-1,-3 1-6598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24575,'24'38'0,"37"50"0,-54-79 0,1 0 0,0-1 0,1 0 0,-1 0 0,2-1 0,18 12 0,-26-17 0,1-1 0,-1 0 0,0 0 0,1 0 0,-1 0 0,1 0 0,-1-1 0,1 1 0,-1-1 0,1 1 0,-1-1 0,1 0 0,0 0 0,-1 0 0,1-1 0,-1 1 0,1-1 0,4-1 0,-5 1 0,1 0 0,-1-1 0,0 1 0,0-1 0,0 1 0,0-1 0,0 0 0,0 0 0,-1 0 0,1 0 0,-1 0 0,1 0 0,-1-1 0,0 1 0,0 0 0,0-1 0,0 1 0,1-6 0,5-58 0,-7 66 0,1-1 0,-1 1 0,0-1 0,0 1 0,0 0 0,0-1 0,0 1 0,1-1 0,-1 1 0,0 0 0,0-1 0,0 1 0,1 0 0,-1-1 0,0 1 0,1 0 0,-1-1 0,0 1 0,1 0 0,-1 0 0,0-1 0,1 1 0,-1 0 0,0 0 0,1 0 0,-1 0 0,1 0 0,-1-1 0,0 1 0,1 0 0,-1 0 0,1 0 0,-1 0 0,0 0 0,1 0 0,-1 0 0,1 0 0,-1 0 0,1 1 0,-1-1 0,0 0 0,1 0 0,-1 0 0,1 0 0,-1 0 0,1 1 0,20 15 0,-11-8 0,-4-4 0,0-1 0,0 0 0,1 0 0,-1-1 0,1 0 0,-1 0 0,15 2 0,-1-3 0,28 0 0,-33-2 0,0 1 0,0 1 0,0 1 0,23 4 0,42 23 0,-79-28 0,0-1 0,0 1 0,0-1 0,0 0 0,0 1 0,0-1 0,0 0 0,0 0 0,0 0 0,0 0 0,0 0 0,1 0 0,-1 0 0,0 0 0,0 0 0,0-1 0,0 1 0,0 0 0,0-1 0,0 1 0,0-1 0,0 1 0,0-1 0,0 1 0,0-1 0,-1 0 0,1 1 0,0-1 0,0 0 0,0-1 0,0 1 0,-1-1 0,1 1 0,-1-1 0,1 1 0,-1-1 0,0 1 0,0-1 0,0 1 0,0-1 0,0 1 0,0-1 0,0 1 0,0-1 0,-1 1 0,1-1 0,-1 1 0,1-1 0,-1 1 0,1-1 0,-1 1 0,-1-3 0,-9-12 0,-17-22 0,19 27 0,0-1 0,0 0 0,1 0 0,-7-17 0,13 25 0,0-1 0,1 1 0,0 0 0,-1-1 0,1 1 0,1-1 0,-1 0 0,1 1 0,0-8 0,0 10 0,0 1 0,1-1 0,-1 0 0,1 1 0,-1-1 0,1 0 0,0 1 0,0-1 0,0 1 0,-1-1 0,2 1 0,-1-1 0,0 1 0,0 0 0,0 0 0,0-1 0,1 1 0,-1 0 0,1 0 0,-1 0 0,1 0 0,-1 1 0,1-1 0,-1 0 0,1 1 0,0-1 0,-1 1 0,4-1 0,-1 0-80,1 1 0,-1 0-1,1 0 1,-1 0 0,1 1-1,-1 0 1,0 0 0,1 0-1,-1 0 1,0 0 0,1 1 0,-1 0-1,0 0 1,0 0 0,-1 0-1,8 6 1,-1 0-6746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24575,'-3'-3'0,"-22"-25"0,24 27 0,0 0 0,-1 0 0,1 0 0,0 0 0,-1 0 0,1 0 0,-1 0 0,1 1 0,-1-1 0,1 0 0,-1 1 0,1-1 0,-1 1 0,0 0 0,1 0 0,-1-1 0,0 1 0,-2 0 0,3 1 0,0-1 0,0 1 0,0-1 0,0 0 0,0 1 0,1 0 0,-1-1 0,0 1 0,0-1 0,1 1 0,-1 0 0,0 0 0,1-1 0,-1 1 0,1 0 0,-1 0 0,1 0 0,-1 0 0,1 0 0,-1 0 0,1 0 0,0 0 0,0 0 0,0-1 0,-1 3 0,-1 27 0,3-26 0,-1 2 0,0 0 0,1 0 0,0 1 0,0-1 0,1 0 0,0 0 0,0 0 0,0-1 0,1 1 0,0 0 0,0-1 0,0 0 0,1 0 0,0 0 0,0 0 0,0 0 0,0-1 0,7 6 0,1-1 0,0 0 0,1-1 0,0-1 0,0 0 0,0-1 0,25 8 0,-25-10 0,1-1 0,-1-1 0,1 0 0,20 1 0,56-7 0,-85 4 0,0-1 0,-1 0 0,1 0 0,0 0 0,0 0 0,-1-1 0,1 0 0,-1 0 0,0 0 0,0-1 0,1 1 0,-1-1 0,-1 0 0,1 0 0,0-1 0,-1 1 0,0-1 0,0 0 0,0 1 0,5-9 0,-7 9 0,1-1 0,0 0 0,-1 0 0,0 0 0,0 0 0,0 0 0,0 0 0,-1 0 0,1 0 0,-1 0 0,0 0 0,0 0 0,-1 0 0,1 0 0,-1 0 0,0 0 0,0 0 0,0 0 0,0 0 0,-1 0 0,0 1 0,0-1 0,0 1 0,-5-7 0,3 4 0,-1 0 0,0 1 0,-1-1 0,1 1 0,-1 0 0,0 1 0,-9-6 0,14 9 0,-1 0 0,1 1 0,-1-1 0,1 0 0,-1 1 0,1-1 0,-1 0 0,1 1 0,-1 0 0,1-1 0,-1 1 0,0 0 0,1 0 0,-1 0 0,1 0 0,-1 0 0,0 1 0,1-1 0,-1 0 0,1 1 0,-1-1 0,1 1 0,-1-1 0,1 1 0,-1 0 0,1 0 0,0-1 0,-1 1 0,1 0 0,0 0 0,0 0 0,-1 1 0,1-1 0,0 0 0,0 0 0,0 1 0,1-1 0,-1 0 0,0 1 0,-1 2 0,1 0 0,0 0 0,0 0 0,0 0 0,0 1 0,0-1 0,1 0 0,0 1 0,0-1 0,0 0 0,1 1 0,-1-1 0,1 0 0,0 0 0,0 1 0,2 4 0,0-2 0,-1-1 0,1 0 0,0 0 0,1 0 0,-1 0 0,1 0 0,0-1 0,1 0 0,5 6 0,-4-6-97,1-1-1,0 0 1,0 0-1,0 0 1,0-1-1,1 0 1,-1 0-1,1-1 1,0 0-1,0 0 1,0-1-1,0 0 0,12 0 1,-7-1-6729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29 24575,'-12'-6'0,"-1"1"0,-22-8 0,30 12 0,1 0 0,-1 0 0,1 0 0,-1 1 0,1-1 0,-1 1 0,1 1 0,-1-1 0,1 0 0,-1 1 0,1 0 0,-5 1 0,7-1 0,0 0 0,0 0 0,0 0 0,1 0 0,-1 0 0,0 1 0,1-1 0,-1 0 0,1 1 0,0-1 0,-1 1 0,1 0 0,0-1 0,0 1 0,0 0 0,0-1 0,0 1 0,1 0 0,-1 0 0,0 0 0,1 0 0,-1 0 0,1 3 0,-1 5 0,1-1 0,0 1 0,2 17 0,0-10 0,-2-12 0,1-1 0,-1 1 0,1-1 0,0 1 0,1-1 0,-1 1 0,1-1 0,0 0 0,0 0 0,0 1 0,0-2 0,1 1 0,0 0 0,0 0 0,0-1 0,3 4 0,-1-4 0,-1 1 0,1-1 0,-1 0 0,1-1 0,0 1 0,0-1 0,0 0 0,0 0 0,0 0 0,1-1 0,-1 0 0,1 0 0,6 0 0,56-1-1365,-55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24575,'-13'2'0,"0"0"0,-26 8 0,36-9 0,0 0 0,0 0 0,0 0 0,0 1 0,1-1 0,-1 1 0,0 0 0,1 0 0,-1 0 0,1 0 0,-1 0 0,1 0 0,0 0 0,0 1 0,0-1 0,0 1 0,1 0 0,-3 4 0,4-5 0,-1-1 0,1 1 0,0 0 0,0-1 0,0 1 0,0 0 0,0 0 0,1-1 0,-1 1 0,0 0 0,1-1 0,-1 1 0,1 0 0,0-1 0,-1 1 0,1-1 0,0 1 0,0-1 0,0 1 0,0-1 0,0 0 0,1 1 0,-1-1 0,0 0 0,0 0 0,1 0 0,-1 0 0,2 1 0,4 2 0,0 1 0,0-2 0,0 1 0,14 4 0,-14-5 0,7 1 0,-1 1 0,1-2 0,0 0 0,18 2 0,-28-5 0,-1 0 0,1 0 0,-1 0 0,0-1 0,1 1 0,-1-1 0,1 0 0,-1 0 0,0 0 0,4-2 0,-5 2 0,0 0 0,0-1 0,-1 1 0,1-1 0,0 1 0,0-1 0,-1 0 0,1 0 0,-1 0 0,0 0 0,1 0 0,-1 0 0,0 0 0,0 0 0,0 0 0,0-3 0,0 3 4,0-1 0,-1 1 0,1 0 0,-1-1 0,0 1-1,0-1 1,0 1 0,0 0 0,0-1 0,0 1 0,-1-1 0,1 1-1,-1 0 1,1-1 0,-1 1 0,0 0 0,0 0 0,0 0 0,0-1 0,-1 1-1,1 0 1,-1 0 0,1 1 0,-1-1 0,1 0 0,-1 0 0,0 1-1,0-1 1,0 1 0,-3-2 0,-1 0-169,0-1 0,-1 1 0,1 0 0,-1 1 0,0 0 0,0 0 0,0 0 0,-14 0 0,8 1-6661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24575,'15'22'0,"-5"-6"0,0 0 0,25 27 0,-32-40 0,1 0 0,-1 1 0,1-1 0,0 0 0,0-1 0,0 1 0,0-1 0,0 0 0,1 0 0,-1 0 0,1 0 0,-1-1 0,1 0 0,0 0 0,0 0 0,6 0 0,-7-1 0,0-1 0,0 0 0,-1 1 0,1-2 0,-1 1 0,1 0 0,-1-1 0,1 0 0,-1 1 0,0-1 0,0-1 0,0 1 0,0 0 0,0-1 0,0 1 0,-1-1 0,1 0 0,-1 0 0,0 0 0,0 0 0,3-5 0,-5 7 0,1 0 0,-1 0 0,1 0 0,0 0 0,0 0 0,-1 0 0,1 1 0,0-1 0,0 0 0,0 0 0,0 0 0,0 1 0,0-1 0,0 1 0,0-1 0,0 1 0,0-1 0,0 1 0,1 0 0,-1-1 0,0 1 0,0 0 0,0 0 0,1 0 0,-1 0 0,0 0 0,0 0 0,0 0 0,0 0 0,1 0 0,-1 1 0,0-1 0,0 0 0,0 1 0,0-1 0,0 1 0,0-1 0,2 2 0,4 3 0,0 0 0,0 0 0,0 0 0,8 10 0,-6-6 0,3 2-195,0 0 0,1-1 0,0 0 0,1-1 0,0-1 0,26 12 0,-27-15-6631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39 24575,'-3'-5'0,"0"1"0,0 0 0,-1-1 0,1 1 0,-1 1 0,-6-6 0,9 8 0,1 1 0,-1-1 0,0 1 0,1-1 0,-1 1 0,0 0 0,0-1 0,1 1 0,-1 0 0,0 0 0,0-1 0,1 1 0,-1 0 0,0 0 0,0 0 0,0 0 0,1 0 0,-1 0 0,0 0 0,-1 1 0,1-1 0,0 1 0,0 0 0,1-1 0,-1 1 0,0 0 0,0 0 0,1-1 0,-1 1 0,0 0 0,1 0 0,-1 0 0,1 0 0,-1 0 0,1 0 0,-1 0 0,1 0 0,0 0 0,0 0 0,-1 0 0,1 2 0,-1 2 0,1 1 0,-1-1 0,1 1 0,0-1 0,1 1 0,-1 0 0,1-1 0,0 1 0,1-1 0,-1 0 0,1 1 0,0-1 0,0 0 0,1 0 0,-1 0 0,1 0 0,6 7 0,6 6 0,0-1 0,1-1 0,19 15 0,-13-11 0,-8-9 0,-7-4 0,1-1 0,-1 1 0,8 9 0,-14-15 0,0 1 0,0 0 0,1-1 0,-1 1 0,-1 0 0,1-1 0,0 1 0,0 0 0,-1 0 0,1 0 0,-1-1 0,1 1 0,-1 0 0,0 0 0,1 0 0,-1 0 0,0 0 0,-1 0 0,1 0 0,0 0 0,0 0 0,-2 2 0,1-2 0,0 0 0,0 0 0,0 0 0,-1-1 0,1 1 0,-1 0 0,0 0 0,1-1 0,-1 1 0,0-1 0,0 0 0,0 1 0,0-1 0,0 0 0,0 0 0,0 0 0,0-1 0,0 1 0,-1 0 0,-3 0 0,-5 1 0,-1-1 0,-20 1 0,28-2 0,-83-1-1365,67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24575,'0'0'0,"0"0"0,0 0 0,0 0 0,0-1 0,-1 1 0,1 0 0,0 0 0,0 0 0,0 0 0,0-1 0,0 1 0,-1 0 0,1 0 0,0 0 0,0 0 0,0 0 0,-1 0 0,1 0 0,0 0 0,0 0 0,0-1 0,-1 1 0,1 0 0,0 0 0,0 0 0,-1 0 0,1 0 0,0 0 0,0 0 0,0 0 0,-1 1 0,1-1 0,0 0 0,0 0 0,0 0 0,-1 0 0,1 0 0,0 0 0,0 0 0,0 0 0,-1 1 0,1-1 0,0 0 0,0 0 0,0 0 0,0 0 0,0 0 0,-1 1 0,1-1 0,0 0 0,0 0 0,0 0 0,0 1 0,0-1 0,0 0 0,0 0 0,0 0 0,0 1 0,-1 13 0,3-8 0,0-1 0,0 0 0,1 0 0,-1 0 0,1-1 0,0 1 0,1-1 0,-1 1 0,1-1 0,0 0 0,0 0 0,8 5 0,-1-1 0,0 0 0,1-1 0,0 0 0,14 5 0,-12-6 0,0-1 0,1 0 0,26 5 0,-36-10 0,-1 1 0,1-1 0,0 0 0,0 0 0,0-1 0,0 1 0,5-2 0,-8 1 0,1 0 0,-1 1 0,0-1 0,1-1 0,-1 1 0,0 0 0,0 0 0,0-1 0,0 1 0,0-1 0,0 0 0,0 0 0,0 0 0,2-3 0,-3 2 0,1 0 0,0-1 0,-1 1 0,0-1 0,0 1 0,0-1 0,0 0 0,0 1 0,-1-8 0,-1-36 0,0 34 0,7 24 0,0-1 0,0 0 0,1 0 0,11 14 0,-1-4-455,1-1 0,37 32 0,-42-42-6371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24575,'0'0'0,"-1"0"0,1 1 0,0-1 0,-1 0 0,1 0 0,0 1 0,0-1 0,0 0 0,-1 0 0,1 1 0,0-1 0,0 0 0,0 1 0,0-1 0,-1 0 0,1 1 0,0-1 0,0 1 0,0-1 0,0 0 0,0 1 0,0-1 0,0 0 0,0 1 0,0-1 0,0 0 0,0 1 0,1-1 0,-1 0 0,0 1 0,0-1 0,0 0 0,0 1 0,0-1 0,1 0 0,-1 1 0,6 16 0,-6-17 0,2 6 0,1 0 0,-1-1 0,1 1 0,0-1 0,1 1 0,-1-1 0,1 0 0,0 0 0,0-1 0,1 1 0,-1-1 0,1 0 0,0 0 0,0-1 0,1 1 0,-1-1 0,11 4 0,-10-5 0,-2 0 0,0 0 0,0-1 0,0 0 0,1 0 0,-1 0 0,8 1 0,-11-2 0,0-1 0,1 1 0,-1 0 0,0 0 0,0-1 0,1 1 0,-1-1 0,0 1 0,0-1 0,0 0 0,1 1 0,-1-1 0,0 0 0,0 0 0,0 0 0,0 1 0,-1-1 0,1 0 0,0 0 0,0-1 0,0 1 0,-1 0 0,1 0 0,-1 0 0,1 0 0,-1-1 0,1-1 0,1-3 0,0-1 0,-1 1 0,0-1 0,0 0 0,0 0 0,-1 0 0,0 1 0,0-1 0,-1 0 0,0 0 0,0 1 0,-1-1 0,-4-11 0,13 28 0,0-1 0,1 0 0,9 8 0,-5-5 0,-12-12 0,12 13 0,1 0 0,14 11 0,-23-21 0,-1-1 0,1 1 0,0-1 0,0 0 0,0 0 0,0 0 0,0 0 0,0-1 0,0 0 0,0 0 0,1 0 0,-1 0 0,1-1 0,4 1 0,-7-1 0,-1 0 0,1-1 0,0 1 0,0-1 0,-1 1 0,1-1 0,-1 1 0,1-1 0,-1 0 0,1 0 0,-1 0 0,1 0 0,-1 0 0,1 0 0,-1 0 0,0 0 0,0 0 0,0-1 0,0 1 0,0-1 0,0 1 0,0 0 0,0-1 0,0 0 0,0-2 0,2-4 0,-1-1 0,0 1 0,-1-1 0,1-9 0,3-14 0,-5 32 0,0 0 0,0-1 0,0 1 0,0 0 0,0 0 0,0-1 0,0 1 0,0 0 0,1 0 0,-1-1 0,0 1 0,0 0 0,0 0 0,0-1 0,0 1 0,1 0 0,-1 0 0,0 0 0,0-1 0,0 1 0,1 0 0,-1 0 0,0 0 0,0 0 0,1 0 0,-1-1 0,0 1 0,0 0 0,1 0 0,-1 0 0,0 0 0,0 0 0,1 0 0,-1 0 0,0 0 0,0 0 0,1 0 0,-1 0 0,0 0 0,0 0 0,1 0 0,-1 0 0,0 0 0,0 1 0,1-1 0,-1 0 0,0 0 0,0 0 0,1 0 0,-1 0 0,0 1 0,0-1 0,1 0 0,13 15 0,-7-7 0,-1-2-136,0-1-1,1 1 1,0-1-1,0 0 1,0-1-1,1 0 1,-1 0-1,1 0 0,11 3 1,-7-5-6690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24575,'3'7'0,"3"6"0,0 2 0,0 2 0,1 0 0,-1 0 0,-1-1 0,1-3 0,-1-3-8191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24575,'39'71'0,"-29"-50"0,1-1 0,16 22 0,-26-41 0,0 0 0,-1 0 0,1 0 0,0 0 0,0 0 0,0 0 0,0 0 0,-1-1 0,1 1 0,0 0 0,0-1 0,1 1 0,-1-1 0,0 1 0,0-1 0,2 1 0,-2-1 0,-1 0 0,1 0 0,0 0 0,-1 0 0,1 0 0,0 0 0,0 0 0,-1-1 0,1 1 0,-1 0 0,1-1 0,0 1 0,-1 0 0,1-1 0,0 1 0,-1-1 0,1 1 0,-1-1 0,1 1 0,0-2 0,1 0 0,0-1 0,-1 0 0,1 0 0,-1 0 0,0-1 0,1 1 0,-1 0 0,-1-1 0,1 1 0,0-4 0,0-3 0,2-14 0,10-48 0,-12 71 0,-1 0 0,0-1 0,1 1 0,-1 0 0,1-1 0,-1 1 0,1 0 0,0 0 0,0-1 0,-1 1 0,1 0 0,0 0 0,0 0 0,0 0 0,0 0 0,0 0 0,0 0 0,1 0 0,-1 1 0,0-1 0,0 0 0,1 1 0,-1-1 0,2 0 0,-1 1 0,0 0 0,0 0 0,0 0 0,0 1 0,-1-1 0,1 0 0,0 1 0,0-1 0,0 1 0,-1 0 0,1 0 0,0-1 0,0 1 0,-1 0 0,1 0 0,-1 1 0,3 1 0,31 34 0,-5-4 0,10 7-60,13 12 222,-46-46-372,0-1 1,0 0-1,0 0 1,1-1-1,0 0 1,11 4-1,-6-4-6616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24575,'-6'0'0,"0"0"0,0 0 0,0 1 0,1 0 0,-1 0 0,0 0 0,1 1 0,-1 0 0,-10 5 0,13-5 0,1 0 0,-1 0 0,0 0 0,1 0 0,0 0 0,-1 1 0,1-1 0,0 1 0,0-1 0,0 1 0,1 0 0,-1 0 0,1 0 0,-1 0 0,1 0 0,0 0 0,0 0 0,0 0 0,0 5 0,0 1 0,0-1 0,1 1 0,0-1 0,1 10 0,-1-15 0,1-1 0,-1 1 0,0-1 0,1 1 0,0-1 0,0 1 0,-1-1 0,1 1 0,1-1 0,-1 0 0,0 1 0,0-1 0,1 0 0,0 0 0,-1 0 0,1 0 0,4 3 0,-6-5 0,1 1 0,0-1 0,1 1 0,-1-1 0,0 0 0,0 1 0,0-1 0,0 0 0,0 0 0,0 0 0,0 0 0,0 1 0,0-2 0,1 1 0,-1 0 0,0 0 0,0 0 0,0 0 0,2-1 0,-1-1 0,1 1 0,-1 0 0,1-1 0,-1 1 0,0-1 0,0 0 0,0 1 0,2-3 0,1-2 0,0 0 0,-1 0 0,1-1 0,-1 1 0,3-9 0,-6 12 0,7-13 0,-3 13 0,-1 10 0,0 8 0,-1 0 0,-1 0 0,1 17 0,0 3 0,25 129 0,-1-10 0,-23-121 0,-1 1 0,-3 53 0,0-79 0,-1 0 0,0 0 0,-1-1 0,1 1 0,-1 0 0,-1-1 0,-3 9 0,4-13 0,1-1 0,0 1 0,-1-1 0,0 0 0,1 0 0,-1 0 0,0 0 0,0 0 0,0 0 0,0 0 0,-1-1 0,1 1 0,0-1 0,-1 1 0,1-1 0,-1 0 0,1 0 0,-1 0 0,1 0 0,-1-1 0,0 1 0,0-1 0,-5 1 0,1-2 0,-1 1 0,0-1 0,0-1 0,0 1 0,0-1 0,1-1 0,-1 1 0,1-1 0,-1-1 0,1 1 0,0-1 0,1 0 0,-1-1 0,-6-5 0,3 1 0,0 0 0,0-1 0,1 0 0,1 0 0,-1-1 0,2 0 0,-11-18 0,14 20 0,0-1 0,0 1 0,1-1 0,0 0 0,1 0 0,0 0 0,0 0 0,1 0 0,1-1 0,0 1 0,0 0 0,1 0 0,2-11 0,-2 14 0,1 1 0,-1 0 0,1 0 0,1 0 0,-1 0 0,1 1 0,0-1 0,0 1 0,1-1 0,0 1 0,0 0 0,0 0 0,0 1 0,1-1 0,0 1 0,0 0 0,0 0 0,0 1 0,0-1 0,1 1 0,11-4 0,-9 4-273,0 1 0,1 0 0,-1 0 0,11 0 0,-4 1-6553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61 153 24575,'11'47'0,"-7"-30"0,0 0 0,1 0 0,11 26 0,-8-33 0,-7-10 0,-1 1 0,0-1 0,0 0 0,0 0 0,0 0 0,1 0 0,-1 0 0,0 0 0,0 0 0,0 0 0,0 0 0,1 0 0,-1 0 0,0 0 0,0-1 0,0 1 0,0 0 0,0 0 0,1 0 0,-1 0 0,0 0 0,0 0 0,0 0 0,0 0 0,0 0 0,0-1 0,1 1 0,-1 0 0,0 0 0,0 0 0,0 0 0,0 0 0,0 0 0,0-1 0,0 1 0,0 0 0,0 0 0,0 0 0,0-1 0,1 0 0,-1-1 0,1 0 0,-1 0 0,0 0 0,0 0 0,0 0 0,0 0 0,0 0 0,0 1 0,-1-4 0,-6-14 0,-1 0 0,0 0 0,-1 1 0,-1 1 0,-16-22 0,-2-5 0,10 13 0,27 40 0,1-1 0,-1-1 0,2 0 0,-1 0 0,1-1 0,0 0 0,1-1 0,-1 0 0,1-1 0,13 3 0,-5-3 0,0 0 0,0-2 0,0 0 0,1-1 0,28-3 0,-43 1 0,1 0 0,-1 0 0,0 0 0,0-1 0,0 0 0,-1 0 0,1-1 0,0 0 0,-1 0 0,0 0 0,0-1 0,9-6 0,-12 8 0,0 0 0,0 0 0,0 0 0,0 0 0,-1 0 0,1-1 0,-1 1 0,0 0 0,1-1 0,-1 1 0,0-1 0,0 1 0,0-1 0,-1 0 0,1 1 0,-1-1 0,1 0 0,-1 1 0,0-1 0,0 0 0,0 0 0,0 1 0,-1-1 0,1 0 0,-1 1 0,0-1 0,0 0 0,0 1 0,0-1 0,0 1 0,-2-3 0,2 2 0,-1 0 0,0 1 0,0-1 0,0 1 0,0 0 0,-1-1 0,1 1 0,0 0 0,-1 1 0,0-1 0,1 0 0,-1 1 0,0-1 0,0 1 0,0 0 0,0 0 0,0 0 0,-3 0 0,4 0 0,0 1 0,1 0 0,-1 0 0,0 0 0,1 0 0,-1 1 0,0-1 0,1 0 0,-1 1 0,0-1 0,1 1 0,-1-1 0,1 1 0,-1 0 0,1 0 0,-1 0 0,1 0 0,-1 0 0,1 0 0,0 0 0,0 0 0,0 0 0,-1 1 0,1-1 0,0 0 0,1 1 0,-1-1 0,0 1 0,0-1 0,1 1 0,-1 0 0,0-1 0,1 1 0,-1 3 0,0-1 0,0 1 0,0 0 0,1-1 0,0 1 0,0 0 0,0-1 0,0 1 0,1 0 0,-1 0 0,1-1 0,0 1 0,1-1 0,-1 1 0,3 4 0,0-3 0,-1 1 0,1-1 0,1 0 0,-1 0 0,1 0 0,0-1 0,0 0 0,8 6 0,2 0 0,0-1 0,1 0 0,0-2 0,0 0 0,0 0 0,29 7 0,-25-9-455,-1-1 0,41 4 0,-45-8-6371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169 390 24575,'-10'-9'0,"-5"-5"0,-27-18 0,38 29 0,0 0 0,0 1 0,-1-1 0,1 1 0,-1 0 0,0 1 0,1-1 0,-1 1 0,0 0 0,0 0 0,-9 0 0,12 1 0,1 0 0,-1 0 0,1 0 0,0 0 0,-1 1 0,1-1 0,-1 0 0,1 1 0,0 0 0,-1-1 0,1 1 0,0 0 0,0-1 0,-1 1 0,1 0 0,0 0 0,0 0 0,0 0 0,0 0 0,0 0 0,-1 2 0,1-1 0,0 1 0,0 0 0,-1-1 0,2 1 0,-1 0 0,0 0 0,1 0 0,-1 0 0,1-1 0,0 5 0,0-1 0,0 0 0,0 0 0,1 1 0,0-1 0,1 0 0,-1 0 0,1-1 0,0 1 0,5 10 0,-4-12 0,1 1 0,-1-1 0,1 0 0,0 0 0,0-1 0,1 1 0,-1-1 0,1 0 0,-1 0 0,1 0 0,0-1 0,0 0 0,0 0 0,11 3 0,-14-4 0,0-1 0,0 1 0,0-1 0,0 0 0,0 0 0,1 0 0,-1 0 0,0 0 0,0 0 0,0-1 0,0 1 0,0-1 0,0 1 0,0-1 0,0 0 0,0 0 0,0 1 0,0-2 0,-1 1 0,1 0 0,0 0 0,0 0 0,-1-1 0,1 1 0,-1-1 0,0 0 0,1 1 0,-1-1 0,0 0 0,0 0 0,0 1 0,0-1 0,0 0 0,0 0 0,-1 0 0,1 0 0,-1 0 0,1 0 0,-1-1 0,0-2 0,1-2 0,0-1 0,-1 0 0,0-9 0,-1 33 0,1-10 0,-1 0 0,1 0 0,0 0 0,1 0 0,-1 0 0,1 0 0,1 0 0,2 10 0,-1-11 0,1 1 0,-1-1 0,1 1 0,0-1 0,0 0 0,1 0 0,0-1 0,-1 0 0,1 1 0,1-1 0,-1-1 0,1 1 0,7 3 0,-10-6 0,0 1 0,0-1 0,1 0 0,-1 0 0,0 0 0,1 0 0,-1 0 0,0-1 0,1 0 0,-1 1 0,1-1 0,-1-1 0,0 1 0,1 0 0,-1-1 0,1 0 0,-1 1 0,0-1 0,0-1 0,1 1 0,-1 0 0,0-1 0,0 0 0,0 1 0,-1-1 0,6-5 0,-5 4 0,0-1 0,0 0 0,0 0 0,-1 0 0,0-1 0,0 1 0,0 0 0,0-1 0,-1 1 0,2-9 0,0-5 0,2-25 0,-2-12 0,-5-85 0,0 114 0,-1 1 0,-2 0 0,0 0 0,-2 0 0,-15-39 0,20 61 0,1 1 0,0-1 0,-1 1 0,1-1 0,-1 1 0,0 0 0,0-1 0,0 1 0,0 0 0,0 0 0,-3-2 0,4 4 0,1-1 0,-1 1 0,0 0 0,1 0 0,-1-1 0,0 1 0,0 0 0,1 0 0,-1 0 0,0 0 0,1 0 0,-1 0 0,0 0 0,0 0 0,1 0 0,-1 0 0,0 0 0,0 0 0,0 1 0,0-1 0,0 1 0,-1 0 0,1-1 0,0 1 0,0 0 0,0 0 0,0 0 0,1 0 0,-1 0 0,0 0 0,0 0 0,1 0 0,-1 1 0,0 1 0,-4 7 0,1 0 0,1 1 0,0-1 0,1 1 0,-1 0 0,2 0 0,0 0 0,0 0 0,1 0 0,1 0 0,-1 0 0,4 13 0,-1-7 0,1 0 0,1 0 0,1-1 0,0 0 0,1 0 0,0 0 0,12 16 0,-1-7-170,1-1-1,1-1 0,1-1 1,1 0-1,0-2 0,2 0 1,45 27-1,-52-36-6655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24575,'-20'0'0,"-10"0"0,-1 0 0,1 0 0,2 0 0,2 0 0,1 0 0,2 0 0,2 0 0,3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253 694 24575,'-50'-225'0,"33"140"0,10 50 0,-2 1 0,-2 0 0,-1 0 0,-1 1 0,-2 1 0,-1 0 0,-31-46 0,3 12 0,44 65 0,0 1 0,0 0 0,0-1 0,0 1 0,-1 0 0,1 0 0,0-1 0,0 1 0,0 0 0,-1-1 0,1 1 0,0 0 0,0 0 0,-1 0 0,1-1 0,0 1 0,0 0 0,-1 0 0,1 0 0,0 0 0,-1 0 0,1-1 0,0 1 0,-1 0 0,1 0 0,0 0 0,-1 0 0,1 0 0,0 0 0,-1 0 0,-2 9 0,3 17 0,3-5 0,1-1 0,1 1 0,1-1 0,8 20 0,-5-14 0,5 11 0,2-1 0,1 0 0,38 55 0,-19-39 0,67 74 0,-85-106 0,-1-1 0,25 23 0,-37-38 0,1 1 0,-1-1 0,1 0 0,0-1 0,-1 0 0,2 0 0,-1 0 0,0 0 0,0-1 0,7 1 0,-10-2 0,0-1 0,0 1 0,-1-1 0,1 0 0,0 0 0,0 0 0,-1 0 0,1-1 0,0 1 0,-1-1 0,1 0 0,0 1 0,-1-1 0,1 0 0,-1-1 0,1 1 0,-1 0 0,0-1 0,1 1 0,-1-1 0,0 0 0,0 0 0,0 0 0,0 0 0,0 0 0,-1 0 0,1 0 0,-1-1 0,1 1 0,-1-1 0,2-3 0,0-4 0,0 1 0,-1 0 0,1-1 0,-2 1 0,0-1 0,0 1 0,-1-18 0,-1-12 0,2 46 0,1 0 0,-1 0 0,2-1 0,-1 1 0,0-1 0,1 0 0,1 0 0,-1 0 0,1 0 0,0 0 0,5 5 0,8 9 0,34 32 0,-30-32-1365,-12-12-5461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24575,'5'5'0,"2"4"0,-1 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152 118 24575,'-10'-16'0,"4"5"0,-1 0 0,-1 0 0,1 1 0,-2-1 0,1 2 0,-2-1 0,-12-10 0,21 19 0,0 1 0,0-1 0,0 0 0,0 0 0,0 1 0,0-1 0,0 1 0,0-1 0,0 1 0,-1-1 0,1 1 0,0 0 0,0-1 0,0 1 0,-1 0 0,1 0 0,0 0 0,0 0 0,-1 0 0,1 0 0,0 0 0,0 1 0,-1-1 0,1 0 0,0 1 0,0-1 0,0 1 0,0-1 0,-1 1 0,1-1 0,0 1 0,0 0 0,0 0 0,0 0 0,1-1 0,-1 1 0,0 0 0,0 0 0,0 0 0,1 0 0,-1 0 0,0 0 0,1 1 0,-1-1 0,1 0 0,-1 1 0,-2 6 0,0 0 0,1 0 0,0 0 0,1 0 0,-2 13 0,2 4 0,0 0 0,1-1 0,2 1 0,0-1 0,2 1 0,7 25 0,-5-30 0,0-1 0,2 1 0,0-1 0,1-1 0,1 0 0,1 0 0,21 26 0,34 28 0,-42-47 0,-1 1 0,23 33 0,-42-53 0,1 1 0,-2 0 0,1-1 0,-1 2 0,0-1 0,1 8 0,-3-11 0,0 0 0,-1 0 0,1 0 0,-1 0 0,0 0 0,0 0 0,-1 0 0,1 0 0,-1 0 0,0 0 0,0 0 0,-3 7 0,-2 4-1365,0-3-5461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78 24575,'-28'-13'0,"-14"-3"0,-2 0 0,1 3 0,5 4 0,5 3 0,5 3 0,4 2 0,2 1 0,2 3 0,5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147 140 24575,'3'-8'0,"2"-1"0,-1-1 0,-1 0 0,1 1 0,-2-1 0,1-1 0,-2 1 0,1 0 0,-1-15 0,-1 23 0,0 1 0,0 0 0,0 0 0,0-1 0,-1 1 0,1 0 0,0 0 0,-1 0 0,1 0 0,-1 0 0,0 0 0,1 0 0,-1 0 0,0 0 0,1 0 0,-1 0 0,0 0 0,0 0 0,0 0 0,0 1 0,0-1 0,0 0 0,0 1 0,0-1 0,0 0 0,0 1 0,-1 0 0,1-1 0,0 1 0,0 0 0,0-1 0,0 1 0,-1 0 0,1 0 0,0 0 0,0 0 0,-1 0 0,1 0 0,-2 1 0,-7 1 0,1 0 0,0 0 0,0 1 0,-10 4 0,9-3 0,-3 0 0,7-2 0,0 0 0,0 0 0,0 1 0,0 0 0,-9 6 0,14-8 0,-1 0 0,1 0 0,0 0 0,0 0 0,0 1 0,0-1 0,0 0 0,0 1 0,0-1 0,1 1 0,-1-1 0,0 1 0,1-1 0,-1 1 0,1-1 0,-1 1 0,1 0 0,0-1 0,0 1 0,0-1 0,0 1 0,0 0 0,0-1 0,0 1 0,1 0 0,-1-1 0,1 3 0,5 15 0,1-1 0,10 19 0,-11-25 0,-4-9 0,0 0 0,1 0 0,-1 0 0,1 0 0,-1 0 0,1-1 0,0 1 0,0-1 0,1 0 0,-1 1 0,0-2 0,1 1 0,-1 0 0,1-1 0,6 3 0,3-1 0,-1 0 0,1 0 0,18 1 0,21 3 0,9 1 0,-43-6-498,26 5 0,-41-7 129,10 3-6457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0,6 21 0,1-1 0,1 0 0,13 27 0,3 9 0,0-3 0,64 114 0,-59-121 0,-11-23-1365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16 24575,'-30'-3'0,"-12"0"0,-2 0 0,4 0 0,6 1 0,7 1 0,5 1 0,5 2 0,1 1 0,2 1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77 24575,'-5'-1'0,"-5"-2"0,1 1 0,0 1 0,-1-1 0,1 1 0,-1 1 0,1 0 0,-1 0 0,1 1 0,-13 3 0,21-4 0,-1 0 0,1 0 0,0 1 0,0-1 0,0 1 0,0-1 0,0 1 0,0-1 0,0 1 0,0-1 0,0 1 0,1 0 0,-1-1 0,0 1 0,0 0 0,0 0 0,1 0 0,-1 0 0,1 0 0,-1 0 0,0 0 0,0 2 0,1-2 0,0 0 0,0 0 0,0 1 0,0-1 0,0 0 0,1 0 0,-1 1 0,0-1 0,1 0 0,-1 0 0,1 0 0,-1 1 0,1-1 0,0 0 0,-1 0 0,2 2 0,3 2 0,-1 0 0,1 0 0,0-1 0,1 1 0,-1-1 0,7 4 0,6 2 0,1 1 0,1-2 0,-1-1 0,32 9 0,-43-15 0,0 0 0,0-1 0,1 0 0,-1 0 0,1-1 0,9-1 0,-13 0 0,0 0 0,0 0 0,0 0 0,0-1 0,0 1 0,-1-1 0,1 0 0,-1-1 0,1 1 0,-1-1 0,5-3 0,-7 4 0,0 1 0,-1-1 0,1 1 0,-1-1 0,1 0 0,-1 0 0,1 0 0,-1 0 0,0 1 0,0-2 0,0 1 0,0 0 0,-1 0 0,1 0 0,0 0 0,-1 0 0,1-1 0,-1-1 0,0 0 0,0 1 0,-1-1 0,1 1 0,-1-1 0,0 1 0,0-1 0,0 1 0,0-1 0,0 1 0,-4-5 0,0 0 0,0 1 0,0-1 0,-1 1 0,0 1 0,-1-1 0,1 1 0,-1 0 0,-10-6 0,9 7-136,0 1-1,0 0 1,-1 0-1,1 1 1,-1 0-1,0 0 1,0 1-1,0 0 0,-13 0 1,6 1-6690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24575,'-12'-2'0,"0"1"0,0 1 0,-16 1 0,25-1 0,1 0 0,-1 0 0,1 0 0,-1 1 0,1 0 0,-1-1 0,1 1 0,-1 0 0,1 0 0,0 0 0,-1 0 0,1 1 0,0-1 0,0 1 0,0-1 0,0 1 0,0 0 0,1 0 0,-1 0 0,0 0 0,1 0 0,-3 3 0,4-3 0,-1 0 0,1 1 0,-1-1 0,1 0 0,0 1 0,0-1 0,0 0 0,0 1 0,0-1 0,1 0 0,-1 1 0,1-1 0,0 0 0,-1 0 0,1 0 0,0 1 0,0-1 0,3 3 0,1 5 0,2-1 0,10 12 0,-8-12-76,0 0 1,0 0-1,1-2 0,0 1 0,0-1 0,1 0 0,0-1 0,0-1 1,1 0-1,0 0 0,-1-1 0,2 0 0,-1-1 0,0-1 1,0 0-1,1 0 0,21-1 0,-17-1-6750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3 24575,'-7'7'0,"1"1"0,1 0 0,-1 1 0,2-1 0,-9 18 0,12-23 0,1 0 0,-1-1 0,0 1 0,1 0 0,-1 0 0,1 0 0,0-1 0,0 1 0,0 0 0,0 0 0,0 0 0,1 0 0,0-1 0,-1 1 0,1 0 0,0-1 0,0 1 0,0 0 0,1-1 0,-1 1 0,0-1 0,1 0 0,0 1 0,0-1 0,2 2 0,3 3 0,0-1 0,0 0 0,1-1 0,0 0 0,0 0 0,1 0 0,17 6 0,-22-10 0,0 1 0,0-1 0,0 0 0,0 0 0,1 0 0,-1-1 0,0 1 0,0-1 0,1 0 0,-1 0 0,0-1 0,1 1 0,-1-1 0,0 0 0,0 0 0,0 0 0,0-1 0,0 1 0,8-5 0,-11 5 0,0-1 0,1 1 0,-1 0 0,1 0 0,-1-1 0,0 1 0,0-1 0,0 1 0,0-1 0,0 0 0,0 1 0,0-1 0,-1 0 0,1 0 0,-1 0 0,1 1 0,0-3 0,-1 0 0,0 0 0,0 0 0,0 1 0,-1-1 0,1 0 0,-1 1 0,0-1 0,-1-5 0,-1 2 0,0 0 0,0 0 0,-1 0 0,0 0 0,0 1 0,-1-1 0,-9-10 0,8 12 14,0 0-1,0 0 0,0 1 0,-1-1 1,0 1-1,0 1 0,0-1 1,-15-4-1,16 6-127,1 1 0,-1 0-1,0 0 1,0 0 0,0 0 0,0 1-1,1 0 1,-1 1 0,0-1 0,0 1-1,0 0 1,-8 3 0,4 0-6712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24575,'11'11'0,"9"9"0,-1-1 0,25 16 0,-39-31 0,1 0 0,0 0 0,0-1 0,0 0 0,1 0 0,-1 0 0,1-1 0,-1 0 0,1 0 0,0 0 0,0-1 0,0 0 0,9-1 0,-13 0 0,-1 0 0,1-1 0,-1 0 0,1 0 0,0 1 0,-1-2 0,0 1 0,1 0 0,-1 0 0,0-1 0,1 1 0,-1-1 0,0 0 0,0 1 0,0-1 0,0 0 0,-1 0 0,1 0 0,-1-1 0,1 1 0,-1 0 0,2-4 0,-1 3 0,-1-1 0,1 1 0,-1-1 0,0 0 0,0 1 0,0-1 0,-1 0 0,1 0 0,-1 0 0,0 1 0,0-1 0,0 0 0,-1 0 0,1 0 0,-2-4 0,0 2 0,3 11 0,4 12 0,1-9 0,0 0 0,0-1 0,0 1 0,1-1 0,0-1 0,0 1 0,1-1 0,-1-1 0,2 1 0,-1-1 0,0-1 0,1 1 0,0-1 0,18 5 0,-21-8 0,-1 0 0,1 0 0,-1 0 0,1-1 0,-1 0 0,1 0 0,-1 0 0,9-2 0,-12 2 0,-1-1 0,1 1 0,-1-1 0,1 1 0,-1-1 0,1 1 0,-1-1 0,0 0 0,1 0 0,-1 0 0,0 0 0,0 0 0,0 0 0,0 0 0,0 0 0,0 0 0,0 0 0,0 0 0,0-1 0,0 1 0,-1 0 0,1-1 0,0 1 0,-1-1 0,1 1 0,-1-1 0,0 1 0,1-1 0,-1 1 0,0-1 0,0 1 0,0-1 0,0 1 0,0-1 0,-1-1 0,1 0 0,-1 0 0,0-1 0,0 1 0,0 0 0,-4-5 0,-2-12 0,7 20 0,0 0 0,0 0 0,0-1 0,1 1 0,-1 0 0,0 0 0,0 0 0,0 0 0,0 0 0,1 0 0,-1 0 0,0 0 0,0 0 0,0 0 0,0 0 0,1 0 0,-1 0 0,0 0 0,0 0 0,0 0 0,1 0 0,-1 0 0,0 0 0,0 0 0,0 0 0,0 0 0,1 0 0,-1 0 0,0 1 0,0-1 0,0 0 0,0 0 0,1 0 0,-1 0 0,0 0 0,0 0 0,0 1 0,0-1 0,0 0 0,9 5 0,17 13-682,47 25-1,-57-34-6143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62 197 24575,'34'148'0,"2"4"0,-31-136 0,-5-16 0,0 1 0,0-1 0,1 1 0,-1 0 0,0-1 0,0 1 0,0-1 0,1 1 0,-1-1 0,0 1 0,1-1 0,-1 1 0,0-1 0,1 1 0,-1-1 0,1 1 0,-1-1 0,0 0 0,1 1 0,-1-1 0,1 0 0,0 1 0,-1-3 0,1-1 0,-1 1 0,0 0 0,-1-1 0,1 1 0,0 0 0,-1 0 0,1-1 0,-1 1 0,-1-4 0,0 2 0,-57-154 0,6 20 0,46 116 0,2 0 0,0 0 0,1-1 0,-1-32 0,5 52 0,0 1 0,0-1 0,0 1 0,0-1 0,0 1 0,1-1 0,-1 1 0,1-1 0,0 1 0,-1 0 0,1-1 0,1 1 0,1-4 0,-2 5 0,0 0 0,0 0 0,1 0 0,-1 0 0,0 0 0,1 0 0,-1 0 0,1 1 0,-1-1 0,1 0 0,-1 1 0,1-1 0,-1 1 0,1-1 0,0 1 0,-1 0 0,1 0 0,0 0 0,-1 0 0,1 0 0,2 1 0,3 0 0,-1 0 0,1 1 0,-1 0 0,1 0 0,-1 0 0,0 1 0,0 0 0,0 1 0,7 4 0,6 6 0,21 19 0,-35-28 0,0 0 0,0 0 0,0 0 0,-1 0 0,0 1 0,0 0 0,-1 0 0,1 0 0,3 10 0,-6-13 0,0-1 0,-1 0 0,1 0 0,-1 1 0,0-1 0,1 0 0,-1 1 0,0-1 0,0 0 0,-1 1 0,1-1 0,0 0 0,-1 1 0,0-1 0,1 0 0,-1 0 0,0 1 0,0-1 0,0 0 0,0 0 0,-1 0 0,1 0 0,0-1 0,-1 1 0,1 0 0,-1 0 0,0-1 0,0 1 0,1-1 0,-1 0 0,-4 3 0,-4 1-195,-1-1 0,0 0 0,1 0 0,-2-1 0,1 0 0,-20 2 0,8-2-6631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24575,'27'34'0,"-10"-12"0,21 22 0,-33-39 0,0 1 0,1-2 0,0 1 0,0-1 0,0 0 0,0 0 0,1 0 0,-1-1 0,8 3 0,-9-5 0,-1 0 0,0 0 0,1 0 0,-1 0 0,1-1 0,-1 1 0,1-1 0,-1 0 0,1-1 0,-1 1 0,0-1 0,1 0 0,-1 0 0,1 0 0,-1 0 0,7-4 0,-8 3 0,1-1 0,-1 1 0,0-1 0,0 1 0,0-1 0,0 0 0,0-1 0,0 1 0,-1 0 0,0-1 0,1 1 0,-1-1 0,-1 0 0,1 0 0,0 0 0,-1 0 0,2-6 0,-1-14 0,-2 21 0,0 0 0,0 0 0,0 0 0,0-1 0,1 1 0,0 0 0,-1 0 0,1 0 0,0 0 0,1 0 0,1-3 0,-3 6 0,0 0 0,0 0 0,0 0 0,1 0 0,-1 0 0,0 0 0,0 0 0,1 0 0,-1 0 0,0 0 0,0 0 0,0 1 0,1-1 0,-1 0 0,0 0 0,0 0 0,0 0 0,0 0 0,1 1 0,-1-1 0,0 0 0,0 0 0,0 0 0,0 0 0,0 1 0,0-1 0,1 0 0,-1 0 0,0 1 0,0-1 0,0 0 0,0 0 0,0 0 0,0 1 0,0-1 0,0 0 0,0 1 0,4 10 0,-4-10 0,6 20-227,2-1-1,0 1 1,1-2-1,1 1 1,18 25-1,-21-35-6598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24575,'20'55'0,"-12"-33"0,0 0 0,1 0 0,17 28 0,-11-26 0,-1 2 0,0 0 0,-3 0 0,0 2 0,11 41 0,-21-60 0,1 0 0,-1 15 0,-1-17 0,0-1 0,0 1 0,1-1 0,0 1 0,0-1 0,4 10 0,-4-14 5,0 0-1,0 0 1,1-1 0,-1 1-1,1-1 1,-1 1-1,1-1 1,0 1 0,-1-1-1,1 0 1,0 0 0,0 0-1,0 0 1,0 0-1,0 0 1,0-1 0,0 1-1,0-1 1,0 1-1,0-1 1,0 0 0,0 0-1,1 0 1,-1 0-1,3 0 1,1 0-170,0-1 0,0 0 0,-1 0 0,1 0 0,0 0 0,-1-1 0,1 0 0,6-3 0,-2-2-6661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24575,'-30'2'0,"-13"4"0,-1 1 0,4-1 0,7 0 0,5 1 0,7-2 0,3 1 0,2-1 0,5-1-8191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100 206 24575,'12'-61'0,"-9"48"0,0 0 0,0-1 0,-1 1 0,-1-1 0,0-17 0,-1 29 0,0 0 0,-1 0 0,1-1 0,0 1 0,-1 0 0,1 0 0,-1 0 0,0 0 0,0 1 0,0-1 0,0 0 0,0 0 0,0 0 0,0 1 0,0-1 0,-1 0 0,1 1 0,0-1 0,-1 1 0,0 0 0,1 0 0,-1-1 0,0 1 0,0 0 0,1 0 0,-3 0 0,1 0 0,1 1 0,-1-1 0,1 1 0,0 0 0,-1 0 0,1 0 0,-1 1 0,1-1 0,-1 0 0,1 1 0,0 0 0,-1-1 0,1 1 0,0 0 0,0 0 0,-1 0 0,1 1 0,0-1 0,0 0 0,0 1 0,-2 2 0,0-1 0,1 1 0,-1-1 0,1 1 0,0 0 0,0 0 0,0 0 0,0 0 0,1 0 0,0 1 0,0-1 0,0 1 0,0 0 0,1-1 0,0 1 0,0 0 0,0 0 0,1 0 0,-1 0 0,1 0 0,0 0 0,0-1 0,1 1 0,0 0 0,0 0 0,0 0 0,0 0 0,1-1 0,0 1 0,0-1 0,0 1 0,0-1 0,1 0 0,-1 1 0,5 3 0,2 3-72,0-1 1,0 0-1,1-1 0,1 0 0,-1-1 0,2 0 0,-1 0 0,1-2 1,0 1-1,0-1 0,1-1 0,0 0 0,0-1 0,0 0 0,0-1 1,1-1-1,-1 0 0,15 0 0,-16-2-6754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88 24575,'-1'-1'0,"-7"-11"0,-1 0 0,0 1 0,-22-20 0,28 29 0,0-1 0,0 1 0,0 0 0,-1 0 0,1 0 0,-1 1 0,1-1 0,-8-1 0,9 2 0,0 1 0,-1 0 0,1 0 0,0 0 0,-1 0 0,1 0 0,-1 0 0,1 1 0,0-1 0,-1 1 0,1 0 0,0-1 0,0 1 0,0 0 0,-4 2 0,1 0 0,2-1 0,0 0 0,1-1 0,-1 1 0,1 0 0,-1 0 0,1 0 0,-4 4 0,6-5 0,-1 0 0,1 1 0,-1-1 0,1 0 0,-1 0 0,1 1 0,0-1 0,-1 0 0,1 1 0,0-1 0,0 1 0,0-1 0,0 0 0,0 1 0,0-1 0,1 0 0,-1 1 0,0-1 0,1 0 0,-1 1 0,2 0 0,52 118 0,50 106 0,-10-27 0,-51-99 0,-41-97-37,-2-5 116,-3-7-967,2 8 369,-2-9-6307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 24575,'-27'-3'0,"-13"0"0,0 0 0,2 0 0,7 4 0,5 3 0,7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80 24575,'-2'-2'0,"-6"-5"0,-1 0 0,-15-8 0,22 13 0,0 1 0,0 0 0,0 0 0,0 0 0,0 1 0,0-1 0,-1 0 0,1 1 0,0-1 0,0 1 0,-1 0 0,1 0 0,0 0 0,-1 0 0,1 0 0,0 0 0,-1 1 0,-3 0 0,5 0 0,-1 0 0,1 0 0,-1 0 0,1 0 0,0 1 0,0-1 0,-1 0 0,1 1 0,0-1 0,0 0 0,0 1 0,1-1 0,-1 1 0,0 0 0,0-1 0,1 1 0,-1-1 0,1 1 0,0 0 0,-1 0 0,1-1 0,0 1 0,0 0 0,0 0 0,0-1 0,0 1 0,1 3 0,0 3 0,1-1 0,0 1 0,0 0 0,5 12 0,-5-16 0,0 0 0,0 0 0,0-1 0,0 1 0,1 0 0,0-1 0,-1 0 0,1 1 0,1-1 0,-1-1 0,0 1 0,1 0 0,-1-1 0,1 1 0,0-1 0,6 2 0,-5-2 0,0 0 0,0-1 0,1 0 0,-1 0 0,0 0 0,1-1 0,-1 0 0,1 0 0,-1 0 0,1-1 0,-1 1 0,11-4 0,-14 3 0,0 1 0,1-1 0,-1 0 0,1 0 0,-1 0 0,0 0 0,0-1 0,0 1 0,0 0 0,0-1 0,0 0 0,0 1 0,0-1 0,0 0 0,-1 0 0,1 0 0,-1 0 0,0 0 0,1-1 0,-1 1 0,0 0 0,0-1 0,0 1 0,-1 0 0,1-1 0,0-3 0,-1 3 0,0 0 0,0 0 0,0 0 0,0-1 0,-1 1 0,1 0 0,-1 0 0,0 0 0,0 0 0,0 0 0,0 0 0,-1 0 0,1 0 0,-1 1 0,0-1 0,0 0 0,0 1 0,0-1 0,0 1 0,-4-3 0,-3-1 0,0 0 0,0 0 0,-1 1 0,0 0 0,0 1 0,-19-5 0,18 5 0,0 1 0,0-2 0,1 1 0,0-1 0,-16-11 0,21 11-1365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75 208 24575,'1'-1'0,"0"0"0,0 0 0,-1 0 0,1 0 0,0 0 0,-1 0 0,1-1 0,-1 1 0,1 0 0,-1 0 0,0 0 0,1-1 0,-1 1 0,0 0 0,0 0 0,0-1 0,0 1 0,0 0 0,0 0 0,0-1 0,-1 1 0,1 0 0,0 0 0,-1-1 0,1 1 0,-1 0 0,0-2 0,-3-3 0,1 0 0,-1 0 0,-9-10 0,7 9 0,1 0 0,-2-2 0,0 0 0,0-1 0,-10-20 0,16 28 0,0-1 0,0 1 0,0-1 0,1 0 0,-1 1 0,1-1 0,-1 0 0,1 0 0,0-4 0,1 5 0,-1 0 0,0 1 0,1-1 0,-1 1 0,1-1 0,-1 1 0,1-1 0,0 1 0,0 0 0,0-1 0,0 1 0,0 0 0,0-1 0,0 1 0,0 0 0,0 0 0,0 0 0,2-1 0,-1 1-85,0 0 0,0 0-1,1 0 1,-1 0 0,0 0-1,1 0 1,-1 1 0,0-1-1,1 1 1,-1 0 0,1-1-1,-1 1 1,1 0 0,-1 0-1,3 1 1,9 2-6741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75 24575,'-25'-15'0,"-42"-19"0,55 29 0,0 0 0,0 1 0,0 1 0,-1 0 0,1 1 0,-15-2 0,22 4 0,0 1 0,-1-1 0,1 1 0,0 0 0,0 0 0,0 1 0,1 0 0,-1-1 0,0 2 0,0-1 0,1 0 0,0 1 0,-6 4 0,4-2 0,0 0 0,0 0 0,1 0 0,-1 1 0,1 0 0,1 0 0,-1 1 0,-4 7 0,9-12 0,-1-1 0,0 1 0,1-1 0,-1 1 0,1-1 0,-1 1 0,1 0 0,0-1 0,0 1 0,0-1 0,0 1 0,0 0 0,0-1 0,0 1 0,0-1 0,1 1 0,-1-1 0,1 4 0,1-3 0,-1 1 0,1-1 0,-1 1 0,1-1 0,0 0 0,0 1 0,0-1 0,0 0 0,4 3 0,3 1 0,1 0 0,-1 0 0,2-1 0,12 5 0,10 1 0,1-2 0,0 0 0,66 6 0,-95-15 0,0 1 0,-1-1 0,1 0 0,-1 0 0,1-1 0,-1 0 0,1 1 0,-1-1 0,1-1 0,-1 1 0,0-1 0,1 1 0,-1-1 0,6-4 0,-8 4 0,0 1 0,-1-1 0,1 0 0,0 0 0,0 0 0,-1 0 0,1 0 0,-1 0 0,0 0 0,1-1 0,-1 1 0,0 0 0,0-1 0,-1 1 0,1-1 0,0 1 0,-1-1 0,0 1 0,1-1 0,-1 1 0,0-1 0,0 0 0,-1 1 0,1-1 0,0 1 0,-1-1 0,0-2 0,-1 1 0,1 1 0,-1-1 0,0 0 0,0 1 0,0-1 0,0 1 0,-5-5 0,6 7 0,0-1 0,0 1 0,0 0 0,0 0 0,-1 0 0,1 0 0,0 1 0,-1-1 0,1 0 0,-2 0 0,2 1 0,1-1 0,-1 1 0,0 0 0,1 0 0,-1 0 0,0 0 0,1 0 0,-1 0 0,0 0 0,1 0 0,-1 0 0,0 1 0,1-1 0,-1 0 0,1 0 0,-1 0 0,0 1 0,1-1 0,-1 0 0,1 1 0,-1-1 0,1 1 0,-1-1 0,0 1 0,0 0 0,0 1 0,1-1 0,-1 0 0,0 0 0,1 1 0,-1-1 0,1 0 0,0 1 0,-1-1 0,1 1 0,0-1 0,0 0 0,0 1 0,0-1 0,0 1 0,0-1 0,0 0 0,0 1 0,1-1 0,-1 1 0,1-1 0,-1 0 0,1 1 0,-1-1 0,1 0 0,0 0 0,-1 1 0,1-1 0,1 1 0,2 4 0,1 0 0,-1 0 0,1-1 0,7 8 0,-4-7 0,-1 1 0,1-1 0,0 0 0,1-1 0,-1 0 0,1 0 0,0-1 0,0 0 0,0-1 0,1 0 0,10 2 0,-17-5 0,0 1 0,1-1 0,-1 0 0,0-1 0,0 1 0,0-1 0,1 1 0,-1-1 0,0 0 0,0 0 0,0 0 0,0-1 0,0 1 0,0-1 0,0 1 0,-1-1 0,1 0 0,0 0 0,-1 0 0,0-1 0,1 1 0,-1 0 0,0-1 0,0 0 0,-1 1 0,3-5 0,0 1 0,-1-1 0,0 0 0,0-1 0,-1 1 0,0 0 0,0-1 0,-1 1 0,0-1 0,1-15 0,-3 23 0,1 0 0,0-1 0,0 1 0,0 0 0,0-1 0,0 1 0,0 0 0,0-1 0,0 1 0,0 0 0,0-1 0,0 1 0,1 0 0,-1-1 0,0 1 0,0 0 0,0-1 0,0 1 0,0 0 0,1-1 0,-1 1 0,0 0 0,0 0 0,1-1 0,5 5 0,12 23 0,-9-13 0,-2-5 0,0-1 0,1 0 0,-1-1 0,2 0 0,14 11 0,-17-15 0,-1 1 0,1-1 0,-1-1 0,1 1 0,0-1 0,0 0 0,0-1 0,0 1 0,1-1 0,-1 0 0,8 0 0,-12-1 0,1 0 0,-1-1 0,0 1 0,0 0 0,1-1 0,-1 1 0,0-1 0,0 0 0,0 1 0,0-1 0,0 0 0,0 0 0,0-1 0,0 1 0,0 0 0,0-1 0,0 1 0,-1-1 0,1 1 0,-1-1 0,3-3 0,-2 1 0,0 0 0,0-1 0,0 0 0,0 1 0,-1-1 0,1 0 0,-1 0 0,0-7 0,-1 11 0,0 0 0,0 0 0,0 0 0,0 1 0,0-1 0,0 0 0,1 0 0,-1 0 0,0 1 0,0-1 0,0 0 0,1 0 0,-1 1 0,1-1 0,-1 0 0,0 1 0,1-1 0,-1 0 0,1 1 0,-1-1 0,1 1 0,0-1 0,-1 1 0,1-1 0,0 1 0,-1-1 0,2 0 0,0 1 0,0 0 0,0 1 0,0-1 0,-1 0 0,1 0 0,0 1 0,0-1 0,0 1 0,2 1 0,6 1 0,11 4 0,1-1 0,29 4 0,-39-8 0,1-1 0,-1-1 0,1 0 0,-1-1 0,23-4 0,-33 4-43,21-1 212,-22 2-234,0 0 0,0 0 0,0 0 0,0 0 1,0 0-1,-1 1 0,1-1 0,0 0 0,0 1 0,0-1 1,0 1-1,-1-1 0,1 1 0,0-1 0,0 1 1,-1-1-1,1 1 0,0 0 0,-1-1 0,1 1 1,-1 0-1,2 1 0,1 6-6761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181 427 24575,'-15'-12'0,"-2"-2"0,-24-15 0,36 26 0,0 1 0,0-1 0,0 1 0,0 0 0,0 0 0,-1 0 0,1 1 0,-1 0 0,1 0 0,-7-1 0,10 2 0,0 0 0,0 1 0,1-1 0,-1 0 0,0 0 0,0 1 0,1-1 0,-1 1 0,0 0 0,1-1 0,-1 1 0,0 0 0,1 0 0,-1 0 0,1 0 0,-1 0 0,1 0 0,0 0 0,0 1 0,-1-1 0,1 1 0,0-1 0,0 0 0,0 1 0,0 0 0,1-1 0,-1 1 0,0 0 0,1-1 0,-1 1 0,1 0 0,-1 0 0,1-1 0,0 1 0,0 0 0,0 0 0,0 2 0,0 1 0,0-1 0,0 1 0,1 0 0,0 0 0,0-1 0,0 1 0,0-1 0,1 1 0,0-1 0,0 0 0,0 1 0,0-1 0,5 6 0,-1-3 0,1 0 0,0-1 0,1 0 0,-1 0 0,1 0 0,1-1 0,15 8 0,-20-11 0,1 0 0,-1 0 0,1-1 0,-1 0 0,1 0 0,0 0 0,-1 0 0,1-1 0,0 1 0,0-1 0,-1 0 0,1-1 0,0 1 0,0-1 0,-1 0 0,1 0 0,8-4 0,-12 4 0,1 0 0,0 0 0,-1 0 0,0 0 0,1 0 0,-1-1 0,0 1 0,0-1 0,0 1 0,0-1 0,0 1 0,0-1 0,0 1 0,0-1 0,0 0 0,-1 1 0,1-1 0,-1 0 0,0 0 0,1-2 0,0-4 0,0-1 0,-1-17 0,-1 14 0,0-10 0,-1-1 0,-1 1 0,-2 0 0,0 0 0,-12-34 0,-52-101 0,66 150 0,-8-17 0,2 5 0,0 0 0,-17-25 0,26 44 0,0 0 0,0 0 0,0 1 0,0-1 0,0 0 0,0 0 0,0 0 0,0 0 0,0 0 0,0 0 0,0 1 0,0-1 0,0 0 0,0 0 0,-1 0 0,1 0 0,0 0 0,0 0 0,0 0 0,0 0 0,0 1 0,0-1 0,0 0 0,0 0 0,-1 0 0,1 0 0,0 0 0,0 0 0,0 0 0,0 0 0,0 0 0,0 0 0,-1 0 0,1 0 0,0 0 0,0 0 0,0 0 0,0 0 0,0 0 0,-1 0 0,1 0 0,0 0 0,0 0 0,0 0 0,0 0 0,0 0 0,0 0 0,0 0 0,-1 0 0,1 0 0,0 0 0,0-1 0,0 1 0,0 0 0,0 0 0,0 0 0,0 0 0,0 0 0,-1 0 0,1 0 0,0-1 0,0 1 0,0 0 0,0 0 0,0 0 0,0 11 0,2 4 0,1 0 0,1 0 0,0-1 0,1 0 0,1 0 0,8 15 0,6 16 0,9 26-682,57 99-1,-76-153-6143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0 0,2 0 0,-1 0 0,2 1 0,0 1 0,2-2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33 24575,'-38'21'0,"1"1"0,-41 33 0,76-54 0,1 1 0,-1-1 0,0 0 0,0 0 0,0 0 0,0 0 0,0 0 0,0 0 0,0 0 0,0-1 0,0 1 0,0-1 0,-1 1 0,1-1 0,-4 0 0,5 0 0,-1-1 0,1 1 0,-1-1 0,1 0 0,-1 0 0,1 1 0,0-1 0,-1 0 0,1 0 0,0 0 0,0 0 0,0 0 0,0 0 0,-1-1 0,2 1 0,-1 0 0,0-1 0,0 1 0,0 0 0,1-1 0,-1 1 0,0-3 0,-1-3 0,0 1 0,0-1 0,0 0 0,1 1 0,1-1 0,-1 0 0,1 0 0,0 0 0,0 0 0,1 0 0,0 1 0,2-10 0,-2 15-57,0-1 0,0 1 1,1-1-1,-1 1 0,0 0 0,0 0 0,1-1 0,-1 1 0,1 0 0,-1 0 0,1 0 1,0 0-1,-1 1 0,1-1 0,0 0 0,-1 1 0,1-1 0,0 1 0,0 0 1,-1-1-1,1 1 0,0 0 0,3 0 0,8 0-6769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33 24575,'-35'-9'0,"-53"-11"0,78 18 0,0 1 0,0 0 0,0 1 0,0 0 0,0 1 0,-18 3 0,27-4 0,-1 1 0,1-1 0,-1 0 0,1 1 0,-1-1 0,1 1 0,-1 0 0,1 0 0,0-1 0,-1 1 0,1 0 0,0 0 0,0 0 0,-1 0 0,1 0 0,0 1 0,0-1 0,0 0 0,0 0 0,1 1 0,-3 2 0,3-2 0,-1 0 0,1 1 0,0-1 0,0 0 0,0 0 0,0 0 0,0 1 0,0-1 0,1 0 0,-1 0 0,1 1 0,-1-1 0,3 3 0,1 5 0,1-1 0,0 0 0,1-1 0,0 1 0,11 11 0,18 16 0,1-3 0,2-1 0,65 41 0,-38-37 0,-61-32 0,-4-2 0,-11-2 0,-17-3 0,-19-6 0,-41-7 0,47 10 27,-27-3-1419,56 8-5434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24575,'10'-5'0,"5"-1"0,4-1 0,0 2 0,0 2 0,-3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24575,'2'8'0,"4"4"0,1 4 0,1 1 0,2 0 0,0 0 0,0-4 0,1 0 0,-1-1 0,0-2 0,0-3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4 0,2 3 0,2 5 0,-1-2-8191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91 24575,'-46'-26'0,"28"14"0,-2 1 0,1 1 0,-1 1 0,-32-11 0,50 20 0,-1-1 0,1 1 0,0-1 0,-1 1 0,1 0 0,0 0 0,-1 0 0,1 0 0,0 0 0,-1 1 0,1-1 0,0 1 0,0-1 0,-1 1 0,-2 1 0,4-1 0,0 0 0,0 0 0,0-1 0,0 1 0,1 0 0,-1 0 0,0 0 0,0 0 0,1 0 0,-1 0 0,0 0 0,1 0 0,-1 1 0,1-1 0,0 0 0,-1 0 0,1 0 0,0 1 0,0-1 0,0 0 0,-1 0 0,1 1 0,0-1 0,1 0 0,-1 0 0,0 0 0,0 1 0,1-1 0,0 2 0,0 3 0,1-1 0,0 0 0,0 0 0,0-1 0,1 1 0,-1 0 0,1-1 0,0 1 0,1-1 0,-1 0 0,1 0 0,0 0 0,0-1 0,0 1 0,0-1 0,0 0 0,1 0 0,0-1 0,-1 1 0,1-1 0,0 0 0,0 0 0,0-1 0,8 2 0,-12-3 0,1 0 0,0 0 0,-1 0 0,1 0 0,-1 0 0,1-1 0,0 1 0,-1 0 0,1-1 0,-1 1 0,1-1 0,-1 0 0,1 1 0,-1-1 0,1 0 0,-1 0 0,0 0 0,1 0 0,-1 0 0,1-2 0,15-8 0,-17 11 0,1 0 0,-1 0 0,1-1 0,0 1 0,-1 1 0,1-1 0,-1 0 0,1 0 0,-1 0 0,1 0 0,-1 0 0,1 0 0,-1 1 0,1-1 0,-1 0 0,1 0 0,-1 1 0,1-1 0,-1 0 0,1 1 0,-1-1 0,1 0 0,-1 1 0,0-1 0,1 1 0,-1-1 0,0 1 0,1-1 0,-1 1 0,0 0 0,9 18 0,-8-18 0,38 98 0,70 198 0,-108-294 0,0 0 0,0 1 0,-1-1 0,1 1 0,-1-1 0,0 8 0,0-11 0,0 1 0,0-1 0,0 0 0,0 1 0,0-1 0,0 0 0,0 1 0,0-1 0,0 0 0,-1 1 0,1-1 0,0 0 0,0 1 0,0-1 0,-1 0 0,1 0 0,0 1 0,0-1 0,-1 0 0,1 0 0,0 1 0,-1-1 0,1 0 0,0 0 0,-1 0 0,1 1 0,-1-1 0,0 0 0,0 0 0,0 0 0,0-1 0,0 1 0,0 0 0,0 0 0,0-1 0,0 1 0,0 0 0,0-1 0,0 1 0,0-1 0,1 0 0,-3 0 0,-34-28 0,-36-36 0,17 15 0,49 43-23,0 0-1,-10-14 0,7 9-1270,3 3-5532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24575,'8'9'0,"-1"1"0,1 0 0,7 13 0,-9-12 0,1 0 0,16 18 0,-17-23 0,0 0 0,1 0 0,0-1 0,0 0 0,0 0 0,0-1 0,1 1 0,13 4 0,-18-8 0,1 0 0,-1 0 0,0 0 0,0-1 0,0 1 0,0-1 0,1 0 0,-1 0 0,0 0 0,0 0 0,0-1 0,0 1 0,1-1 0,-1 0 0,0 0 0,0 0 0,0 0 0,0 0 0,-1-1 0,1 0 0,0 1 0,0-1 0,-1 0 0,1 0 0,-1 0 0,3-4 0,-2 3 0,-1-1 0,0 1 0,0 0 0,-1 0 0,1-1 0,-1 1 0,1-1 0,-1 0 0,0 1 0,-1-1 0,2-6 0,2-12 0,-4 22 0,0 0 0,0 0 0,0-1 0,0 1 0,0 0 0,0 0 0,1-1 0,-1 1 0,0 0 0,0 0 0,0-1 0,0 1 0,0 0 0,0 0 0,1-1 0,-1 1 0,0 0 0,0 0 0,0 0 0,0-1 0,1 1 0,-1 0 0,0 0 0,0 0 0,1 0 0,-1 0 0,0 0 0,0-1 0,1 1 0,-1 0 0,0 0 0,0 0 0,1 0 0,-1 0 0,1 0 0,7 7 0,9 20 0,-14-22 0,-1-2-67,8 14-582,21 27 0,-23-34-6177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86 449 24575,'-9'4'0,"0"0"0,0 1 0,0 0 0,0 0 0,-10 9 0,17-12 0,1-1 0,-1 1 0,0 0 0,0 0 0,1-1 0,-1 1 0,1 0 0,0 0 0,0 1 0,0-1 0,0 0 0,0 0 0,0 0 0,0 1 0,0-1 0,1 0 0,0 1 0,-1-1 0,1 1 0,0-1 0,0 1 0,0-1 0,0 0 0,1 1 0,-1-1 0,1 1 0,1 3 0,1 2 0,1-1 0,0 0 0,0-1 0,1 1 0,-1-1 0,2 0 0,-1 0 0,1 0 0,10 8 0,-13-12 0,0 0 0,0 0 0,0 0 0,0 0 0,0-1 0,1 0 0,-1 1 0,0-1 0,1 0 0,5 0 0,-7-1 0,0 0 0,1 0 0,-1 0 0,0 0 0,0-1 0,0 1 0,1-1 0,-1 1 0,0-1 0,0 0 0,0 0 0,0 0 0,0 0 0,0 0 0,-1 0 0,1-1 0,0 1 0,2-3 0,-2 1 0,1 0 0,-1 0 0,0-1 0,0 1 0,0-1 0,-1 0 0,1 0 0,-1 1 0,0-1 0,0 0 0,0 0 0,0 0 0,-1 0 0,1 0 0,-1-6 0,0 6 0,0 0 0,-1 0 0,1 0 0,-1 0 0,1 0 0,-1 0 0,0 0 0,-1 0 0,1 0 0,-1 0 0,0 1 0,0-1 0,0 1 0,-5-7 0,7 9 0,0 1 0,-1-1 0,1 1 0,-1-1 0,0 1 0,1-1 0,-1 1 0,1-1 0,-1 1 0,0-1 0,1 1 0,-1 0 0,0 0 0,1-1 0,-1 1 0,0 0 0,0 0 0,1 0 0,-1-1 0,0 1 0,-1 0 0,2 1 0,-1-1 0,1 0 0,-1 1 0,1-1 0,-1 0 0,1 1 0,-1-1 0,1 1 0,-1-1 0,1 0 0,0 1 0,-1-1 0,1 1 0,0-1 0,0 1 0,-1 0 0,1-1 0,0 1 0,0-1 0,-1 2 0,1 1 0,-1 1 0,1-1 0,0 1 0,0-1 0,0 1 0,0-1 0,1 7 0,1-5 0,0 1 0,0-1 0,0 0 0,1 0 0,0 0 0,-1 0 0,2-1 0,-1 1 0,1-1 0,-1 0 0,1 0 0,0 0 0,1 0 0,-1-1 0,1 0 0,-1 0 0,1 0 0,6 3 0,-7-4 0,1-1 0,-1 1 0,1 0 0,-1-1 0,1 0 0,0 0 0,0-1 0,-1 0 0,1 1 0,0-1 0,0-1 0,0 1 0,-1-1 0,1 0 0,0 0 0,-1 0 0,1 0 0,-1-1 0,1 0 0,-1 0 0,6-4 0,-3 2 0,-1-1 0,0 1 0,-1-1 0,1-1 0,-1 1 0,0-1 0,0 0 0,-1 0 0,0 0 0,0-1 0,5-12 0,-5 9 0,0-1 0,-2 0 0,1 1 0,-1-1 0,-1 0 0,0 0 0,0-14 0,-3-9 0,-2 0 0,-2 0 0,-1 1 0,-13-39 0,-16-35 0,29 90 0,0 1 0,-1 0 0,-1 0 0,-14-18 0,22 32 0,0 1 0,0 0 0,-1-1 0,1 1 0,0 0 0,0 0 0,-1 0 0,1 0 0,-1 0 0,1 0 0,-1 0 0,1 1 0,-1-1 0,-3 0 0,5 0 0,-1 2 0,0-1 0,0 0 0,0 0 0,0 0 0,0 0 0,1 0 0,-1 1 0,0-1 0,0 0 0,0 1 0,1-1 0,-1 1 0,0-1 0,0 1 0,1-1 0,-1 1 0,0-1 0,1 1 0,-1 0 0,1-1 0,-1 1 0,1 0 0,-1-1 0,1 1 0,-1 0 0,1 0 0,0 0 0,0-1 0,-1 1 0,1 2 0,-3 10 0,0 0 0,2 0 0,-1 1 0,2-1 0,0 1 0,2 16 0,-2-19 0,2 15 0,1 0 0,1 0 0,1 0 0,1-1 0,19 48 0,-17-53 0,2-1 0,0 0 0,1 0 0,1-1 0,1-1 0,0 0 0,26 24 0,-34-36-93,1 1-48,0 0-1,0-1 1,0 0 0,0 0-1,1 0 1,0-1 0,0 0-1,15 6 1,-9-7-6685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20 24575,'-7'-2'0,"-5"-3"0,-1 1 0,-20-3 0,31 7 0,-1-1 0,1 1 0,-1 0 0,1 0 0,-1 0 0,0 0 0,1 0 0,-1 0 0,1 1 0,-1-1 0,1 1 0,0 0 0,-1 0 0,1 0 0,0 0 0,-1 0 0,1 0 0,0 1 0,-4 2 0,5-2 0,0 0 0,0 0 0,0 0 0,0 0 0,0 0 0,0 0 0,1 0 0,-1 0 0,1 0 0,0 1 0,-1-1 0,1 0 0,0 0 0,0 0 0,0 1 0,1-1 0,-1 0 0,0 0 0,1 0 0,1 4 0,1 3 0,0 0 0,1 0 0,5 10 0,5 3 0,1-1 0,0-1 0,1 0 0,23 20 0,-25-26 0,-14-13 0,1-1 0,-1 0 0,0 1 0,1-1 0,-1 1 0,1-1 0,-1 1 0,0-1 0,1 1 0,-1-1 0,0 1 0,0-1 0,0 1 0,1 0 0,-1-1 0,0 1 0,0-1 0,0 1 0,0 0 0,0-1 0,0 1 0,0-1 0,0 1 0,0 0 0,0-1 0,0 1 0,-1 0 0,1 0 0,-1 0 0,0 0 0,0 0 0,0 0 0,1 0 0,-1 0 0,0 0 0,0-1 0,0 1 0,-1 0 0,1-1 0,0 1 0,-1 0 0,-7 2 0,1 0 0,-1-1 0,-9 2 0,12-3 0,-80 16-1365,61-12-5461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73 24575,'7'-14'0,"-7"14"0,0 0 0,1 0 0,-1 0 0,0 0 0,0 0 0,0 0 0,0 0 0,0 0 0,0-1 0,1 1 0,-1 0 0,0 0 0,0 0 0,0 0 0,0 0 0,0 0 0,1 0 0,-1 0 0,0 0 0,0 1 0,0-1 0,0 0 0,0 0 0,1 0 0,-1 0 0,0 0 0,0 0 0,0 0 0,0 0 0,0 0 0,0 0 0,0 0 0,1 0 0,-1 1 0,0-1 0,0 0 0,0 0 0,0 0 0,0 0 0,0 0 0,0 0 0,0 1 0,0-1 0,0 0 0,0 0 0,7 28 0,-4-15 0,30 110 0,14 63 0,-41-151 0,-1 0 0,-1 0 0,-2 50 0,-6-91 0,-2-10 0,-17-112 0,-38-157 0,52 259 0,0-2 0,2 0 0,-8-45 0,16 62 0,3 15 0,9 17 0,-11-16 0,27 46 0,37 50 0,-45-74 0,1 0 0,1-2 0,32 28 0,-25-28 0,1-2 0,37 22 0,-47-33 0,-1-2 0,1 0 0,1-1 0,41 11 0,-58-19 0,0 0 0,-1 0 0,1 0 0,0-1 0,0 0 0,8 0 0,-12 0 0,1-1 0,-1 1 0,0 0 0,0-1 0,0 1 0,0-1 0,1 1 0,-1-1 0,0 1 0,0-1 0,0 0 0,0 0 0,0 0 0,0 1 0,0-1 0,-1 0 0,1 0 0,0 0 0,0 0 0,-1 0 0,1-1 0,-1 1 0,1 0 0,-1 0 0,1 0 0,-1 0 0,0-1 0,1 1 0,-1 0 0,0-3 0,1-6 0,-1-1 0,0 0 0,-1 1 0,0-1 0,-1 0 0,0 1 0,-5-14 0,-29-70 0,36 94 0,-72-161 0,71 161 0,0 6 0,3 10 0,2-2-1365,-1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2 265 24575,'20'-12'0,"-2"-1"0,0 0 0,0-2 0,-2 0 0,23-26 0,-37 38 0,0 0 0,0 0 0,0-1 0,-1 1 0,1-1 0,-1 1 0,0-1 0,0 0 0,0 1 0,0-1 0,-1 0 0,0 0 0,1 0 0,-1 1 0,-1-1 0,1 0 0,-1 0 0,1 0 0,-1 1 0,0-1 0,0 0 0,-1 1 0,-2-7 0,2 6 0,-1 0 0,1-1 0,-1 1 0,0 0 0,0 1 0,0-1 0,-1 0 0,1 1 0,-1 0 0,0 0 0,0 0 0,0 0 0,0 1 0,0-1 0,-1 1 0,1 0 0,-1 0 0,-5-1 0,8 3 0,1-1 0,-1 1 0,0 0 0,1 0 0,-1 0 0,0 0 0,1 0 0,-1 0 0,0 0 0,1 1 0,-1-1 0,0 0 0,1 1 0,-1-1 0,1 1 0,-1 0 0,1 0 0,-1-1 0,-2 3 0,2-1 0,0 0 0,1 0 0,-1 0 0,0 1 0,1-1 0,-1 0 0,1 1 0,0-1 0,0 1 0,-2 4 0,0 5 0,1 0 0,0 0 0,1 0 0,0 15 0,1-17 0,0-1 0,0 0 0,1 1 0,0-1 0,1 1 0,0-1 0,1 0 0,-1 0 0,2 0 0,-1-1 0,1 1 0,1-1 0,-1 0 0,2 0 0,-1 0 0,1 0 0,0-1 0,11 11 0,-6-10 0,-1 0 0,1-1 0,0 0 0,0-1 0,1 0 0,18 7 0,-21-10 0,-1-1 0,1 0 0,-1 0 0,1 0 0,0-1 0,0-1 0,-1 1 0,1-1 0,0-1 0,14-2 0,-20 2-36,0 1 0,0-1 0,1 0 1,-1-1-1,0 1 0,0 0 0,0-1 0,0 0 0,0 0 0,0 0 0,-1 0 0,1 0 0,-1 0 0,1-1 0,-1 1 0,0-1 0,0 0 1,0 1-1,0-1 0,0 0 0,-1 0 0,1 0 0,-1-1 0,0 1 0,0 0 0,0 0 0,-1-1 0,1 1 0,-1 0 0,1-1 0,-1 1 1,0-1-1,0 1 0,-1 0 0,1-1 0,-1 1 0,-1-6 0,-2-4-6790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48 181 24575,'0'-4'0,"0"1"0,1-1 0,-1 1 0,1-1 0,-1 1 0,1-1 0,0 1 0,0 0 0,1-1 0,-1 1 0,1 0 0,0 0 0,-1 0 0,1 0 0,1 0 0,2-3 0,2-1 0,1 1 0,0 0 0,0 0 0,13-6 0,1-1 0,-20 12 0,-1 0 0,1 0 0,-1 0 0,1-1 0,-1 1 0,0 0 0,1-1 0,-1 1 0,0-1 0,0 0 0,0 1 0,0-1 0,0 0 0,-1 0 0,1 1 0,0-1 0,-1 0 0,1 0 0,-1 0 0,0 0 0,0-3 0,0 4 0,0-1 0,0 1 0,0-1 0,-1 1 0,1 0 0,0-1 0,-1 1 0,0 0 0,1 0 0,-1-1 0,0 1 0,1 0 0,-1 0 0,0 0 0,0 0 0,0 0 0,0 0 0,0 0 0,0 0 0,0 0 0,0 1 0,0-1 0,-1 0 0,1 1 0,0-1 0,-1 1 0,1-1 0,0 1 0,-1-1 0,-1 1 0,-3-1 0,1 0 0,-2 0 0,1 1 0,0-1 0,0 1 0,0 1 0,0-1 0,0 1 0,0 0 0,0 1 0,1 0 0,-8 2 0,10-2 0,-1-1 0,1 1 0,0 0 0,0 1 0,0-1 0,0 0 0,0 1 0,1 0 0,-1-1 0,1 1 0,0 0 0,-1 0 0,1 1 0,1-1 0,-1 0 0,0 1 0,1-1 0,0 1 0,0-1 0,-2 7 0,2-2 0,0-1 0,0 1 0,0-1 0,1 1 0,1 0 0,-1-1 0,1 1 0,0 0 0,1-1 0,-1 1 0,5 9 0,-2-9 0,0 0 0,0 0 0,1-1 0,0 1 0,0-1 0,1-1 0,0 1 0,0-1 0,12 10 0,-8-8 0,0 0 0,0-1 0,1 0 0,0-1 0,1 0 0,-1-1 0,1 0 0,0 0 0,0-1 0,1-1 0,-1 0 0,1-1 0,0 0 0,-1-1 0,23-1 0,-32 0 9,0-1-1,0 1 1,0-1-1,0 0 1,0 0 0,0 0-1,0 0 1,-1 0-1,1-1 1,-1 1-1,1-1 1,-1 1-1,3-3 1,-1 0-221,-1 1 0,0-1 0,0 0-1,0 0 1,0-1 0,3-7 0,-1 3-6614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131 424 24575,'-18'4'0,"-30"11"0,43-12 0,-1-1 0,1 1 0,0 0 0,-1 0 0,1 0 0,1 1 0,-1 0 0,-8 8 0,12-11 0,0 0 0,0-1 0,0 1 0,1 0 0,-1 0 0,0 1 0,0-1 0,1 0 0,-1 0 0,1 0 0,-1 0 0,1 0 0,-1 1 0,1-1 0,0 0 0,-1 0 0,1 1 0,0-1 0,0 0 0,0 1 0,0-1 0,0 0 0,1 0 0,-1 1 0,0-1 0,0 0 0,1 0 0,-1 1 0,1-1 0,-1 0 0,1 0 0,-1 0 0,1 0 0,0 0 0,0 0 0,0 0 0,-1 0 0,1 0 0,0 0 0,0 0 0,0 0 0,2 0 0,0 2 0,1-1 0,0 0 0,-1-1 0,1 1 0,0-1 0,0 0 0,0 0 0,0 0 0,0 0 0,0-1 0,1 1 0,3-1 0,-3-1 0,-1 0 0,1 0 0,-1 0 0,1 0 0,-1-1 0,0 0 0,1 0 0,-1 0 0,0-1 0,0 1 0,-1-1 0,1 0 0,-1 0 0,1 0 0,-1 0 0,0-1 0,0 1 0,0-1 0,0 0 0,-1 0 0,3-6 0,1-1 0,-1 0 0,-1 0 0,0 0 0,-1-1 0,0 1 0,0-1 0,0-16 0,-2 11 0,-2 0 0,0 0 0,-1 0 0,-1 0 0,0 0 0,-1 1 0,-10-26 0,-55-108 0,66 143 0,0 0 0,-1 1 0,0-1 0,-1 1 0,1-1 0,-1 1 0,-10-9 0,14 15 0,1-1 0,0 1 0,-1 0 0,1 0 0,0-1 0,-1 1 0,1 0 0,-1 0 0,1 0 0,0-1 0,-1 1 0,1 0 0,-1 0 0,1 0 0,-1 0 0,1 0 0,0 0 0,-1 0 0,1 0 0,-1 0 0,1 0 0,-1 0 0,1 0 0,0 0 0,-1 0 0,1 0 0,-1 1 0,1-1 0,-1 0 0,1 0 0,0 1 0,-1-1 0,1 0 0,0 0 0,-1 1 0,1-1 0,0 0 0,-1 1 0,1-1 0,0 0 0,0 1 0,-1-1 0,1 0 0,0 1 0,0-1 0,0 1 0,0-1 0,-1 1 0,1-1 0,0 0 0,0 1 0,0-1 0,0 1 0,0 0 0,-3 29 0,3-27 0,1 20 0,0 0 0,2-1 0,0 1 0,13 41 0,-2-21 0,29 61 0,3-11-682,67 99-1,-107-182-6143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24575,'2'-11'0,"-2"8"0,0 0 0,1 0 0,-1 0 0,1 0 0,-1 1 0,1-1 0,0 0 0,3-4 0,-4 6 0,0 1 0,0 0 0,0 0 0,0 0 0,1 0 0,-1 0 0,0 0 0,0-1 0,0 1 0,0 0 0,0 0 0,1 0 0,-1 0 0,0 0 0,0 0 0,0 0 0,0 0 0,1 0 0,-1 0 0,0 0 0,0 0 0,0 0 0,1 0 0,-1 0 0,0 0 0,0 0 0,0 0 0,0 0 0,1 0 0,-1 0 0,0 0 0,0 0 0,0 1 0,0-1 0,1 0 0,-1 0 0,0 0 0,0 0 0,0 0 0,0 0 0,0 1 0,0-1 0,0 0 0,1 0 0,-1 0 0,5 9 0,3 10 0,12 39 0,-6-12 0,-3-16 0,68 184 0,17-7 0,-92-200 0,0 0 0,1 0 0,0 0 0,0-1 0,0 0 0,8 8 0,-11-13 0,-1 0 0,1 1 0,-1-1 0,1 0 0,0 0 0,-1 0 0,1 0 0,0 0 0,0 0 0,0-1 0,-1 1 0,1-1 0,0 1 0,0-1 0,0 0 0,0 1 0,0-1 0,0 0 0,0 0 0,0-1 0,0 1 0,0 0 0,0-1 0,0 1 0,0-1 0,0 1 0,-1-1 0,1 0 0,0 0 0,0 0 0,2-2 0,-1 0-97,0 0-1,0-1 1,-1 1-1,1-1 1,-1 0-1,0 0 1,0 0-1,0 0 1,0 0-1,-1 0 1,0 0-1,0-1 0,1-4 1,1-7-6729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25 24575,'-33'-5'0,"-12"-2"0,-3 1 0,6 1 0,7 4 0,6 2 0,7 3 0,4 2 0,2 1 0,2 0 0,1 2 0,-1-2 0,3 2 0,1-2 0,-1-1 0,-1-3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62 24575,'-3'3'0,"0"1"0,1 0 0,0 1 0,0-1 0,0 0 0,0 1 0,1-1 0,-2 7 0,-1 2 0,-1 1 0,2-4 0,0-1 0,0 1 0,-1-1 0,0 0 0,-7 9 0,9-16 0,1 1 0,-1-1 0,0-1 0,1 1 0,-1 0 0,0 0 0,0-1 0,-1 1 0,1-1 0,0 0 0,0 1 0,-1-1 0,1 0 0,0 0 0,-1-1 0,1 1 0,-1 0 0,0-1 0,1 0 0,-1 0 0,1 1 0,-1-1 0,1-1 0,-6 0 0,-5-2 0,-1 0 0,1-1 0,0-1 0,1-1 0,-1 1 0,1-2 0,0 0 0,1 0 0,-1-1 0,-12-12 0,21 17 0,0 0 0,0 0 0,1 0 0,-1 0 0,1-1 0,0 1 0,0-1 0,0 0 0,0 0 0,1 1 0,-1-1 0,1 0 0,0 0 0,0 0 0,0-7 0,1 8 0,0 1 0,0-1 0,0 0 0,0 1 0,1-1 0,-1 1 0,1-1 0,0 0 0,0 1 0,0-1 0,0 1 0,0 0 0,0-1 0,1 1 0,-1 0 0,1 0 0,-1 0 0,1 0 0,0 0 0,0 0 0,0 0 0,0 1 0,0-1 0,5-2 0,3-1-80,1 1 0,0 1-1,-1-1 1,1 2 0,0-1-1,1 2 1,-1-1 0,0 1-1,0 1 1,1 0 0,-1 1 0,0 0-1,0 1 1,0 0 0,0 1-1,21 7 1,-19-4-6746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24575,'7'6'0,"-1"-1"0,1 1 0,-1 0 0,0 0 0,-1 0 0,0 1 0,0 0 0,6 11 0,3 9 0,10 29 0,-18-41 0,72 194 0,-42-109 0,-36-98 0,7 16 0,-7-17 0,1-1 0,-1 1 0,0-1 0,0 1 0,0-1 0,1 1 0,-1-1 0,0 1 0,1 0 0,-1-1 0,1 0 0,-1 1 0,0-1 0,1 1 0,-1-1 0,1 1 0,-1-1 0,1 0 0,-1 1 0,1-1 0,0 0 0,0-1 0,0 0 0,-1 0 0,1 0 0,0 0 0,-1 0 0,0 0 0,1 0 0,-1 0 0,0 0 0,1-1 0,-1 1 0,0 0 0,0 0 0,0 0 0,0-1 0,0-1 0,0-1 0,2-14 0,1 1 0,8-27 0,-10 40 0,1-1 0,0 0 0,0 1 0,0-1 0,0 1 0,1-1 0,-1 1 0,1 0 0,0 0 0,1 1 0,-1-1 0,1 1 0,6-6 0,-8 8 0,-1 0 0,0 0 0,1 1 0,-1-1 0,0 1 0,1 0 0,-1-1 0,0 1 0,1 0 0,-1 0 0,1-1 0,-1 1 0,1 0 0,-1 1 0,1-1 0,-1 0 0,0 0 0,1 1 0,1 0 0,0 0 0,0 0 0,-1 1 0,1-1 0,-1 1 0,0 0 0,1 0 0,-1 0 0,0 0 0,2 3 0,0 0 0,0 1 0,0-1 0,-1 1 0,0-1 0,0 1 0,-1 0 0,0 0 0,2 8 0,-3-10 0,-1 0 0,1 0 0,-1 0 0,0-1 0,0 1 0,-1 0 0,1 0 0,-1-1 0,0 1 0,0 0 0,0-1 0,-1 1 0,1-1 0,-1 1 0,0-1 0,0 0 0,0 0 0,0 0 0,0 0 0,-1 0 0,1 0 0,-1 0 0,0-1 0,-5 4 0,2-2 0,0 0 0,0 0 0,-1-1 0,0 0 0,1 0 0,-1 0 0,-1-1 0,1 0 0,0 0 0,0-1 0,-13 1 0,12-2 0,1 0 0,0 0 0,-1-1 0,1 0 0,0 0 0,-1-1 0,1 0 0,-9-4 0,12 4 0,0 0 0,-1-1 0,1 1 0,0-1 0,1 0 0,-1 0 0,1 0 0,-1-1 0,1 0 0,0 1 0,0-1 0,0 0 0,-3-8 0,-6-14-1365,8 14-5461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36 381 24575,'20'13'0,"-16"-10"0,1 0 0,-1 0 0,1 0 0,0-1 0,0 1 0,0-1 0,1 0 0,6 1 0,-12-3 0,1 0 0,-1 0 0,1 0 0,-1 0 0,1 0 0,-1 0 0,1 0 0,-1 0 0,0 0 0,1 0 0,-1 0 0,1 0 0,-1-1 0,1 1 0,-1 0 0,0 0 0,1-1 0,-1 1 0,1 0 0,-1 0 0,0-1 0,1 1 0,-1 0 0,0-1 0,0 1 0,1 0 0,-1-1 0,0 1 0,0-1 0,1 1 0,-1 0 0,0-1 0,0 1 0,0-1 0,0 1 0,0-1 0,0 1 0,0 0 0,0-1 0,0 1 0,0-1 0,0 1 0,0-1 0,0 1 0,0-1 0,0 1 0,0-1 0,0 1 0,-1-1 0,-7-24 0,7 23 0,-9-18 0,0 1 0,-2 0 0,-19-24 0,-9-14 0,39 56 0,1 0 0,-1 0 0,0 1 0,1-1 0,0 0 0,-1 0 0,1 0 0,-1 1 0,1-1 0,0 0 0,0 0 0,-1 0 0,1 0 0,0 0 0,0 0 0,0 0 0,0-1 0,1 1 0,-1 1 0,0 0 0,0 0 0,1-1 0,-1 1 0,0 0 0,1 0 0,-1 0 0,0-1 0,1 1 0,-1 0 0,1 0 0,-1 0 0,0 0 0,1 0 0,-1 0 0,1 0 0,-1 0 0,0 0 0,1 0 0,-1 0 0,1 0 0,-1 0 0,0 0 0,1 0 0,0 0 0,6 2 0,-1 0 0,1 1 0,7 3 0,-11-5 0,19 9 0,0-2 0,0 0 0,1-1 0,0-1 0,0-1 0,1-2 0,45 2 0,-63-5 0,5 1 0,-1-1 0,1-1 0,-1 0 0,12-3 0,-19 4 0,-1-1 0,0 0 0,1 0 0,-1 1 0,0-1 0,0-1 0,0 1 0,0 0 0,0 0 0,0-1 0,0 1 0,0-1 0,0 0 0,-1 1 0,1-1 0,-1 0 0,1 0 0,-1 0 0,0 0 0,0 0 0,1 0 0,-2-1 0,3-3 0,-2-2 0,0 0 0,0 0 0,0 0 0,-1 0 0,-1 0 0,1 0 0,-1 0 0,0 0 0,-1 0 0,0 0 0,0 1 0,-1-1 0,0 1 0,0-1 0,-7-9 0,6 10 0,0 1 0,0 0 0,0 0 0,-1 1 0,0-1 0,0 1 0,-1 0 0,0 0 0,0 1 0,0 0 0,0 0 0,0 0 0,-1 1 0,0 0 0,1 0 0,-16-4 0,21 7 0,0 0 0,-1 0 0,1 0 0,-1-1 0,1 1 0,-1 1 0,1-1 0,0 0 0,-1 0 0,1 0 0,-1 1 0,1-1 0,0 1 0,-1-1 0,1 1 0,0 0 0,-1-1 0,1 1 0,0 0 0,0 0 0,0 0 0,0 0 0,0 0 0,0 0 0,0 0 0,0 0 0,0 0 0,0 0 0,1 1 0,-1-1 0,0 0 0,1 1 0,-1-1 0,1 0 0,-1 3 0,-1 3 0,1 0 0,0 0 0,0 1 0,0-1 0,1 13 0,1-8 0,1 1 0,0-1 0,1 0 0,1 1 0,-1-1 0,2 0 0,0-1 0,0 1 0,1-1 0,0 0 0,11 13 0,-1-4 0,0-1 0,1-1 0,0 0 0,37 26 0,-42-34 15,1-2 0,1 0 0,-1 0 0,1-1 0,1-1 0,-1-1 0,18 5 0,-24-8-102,-1 0-1,0-1 1,1 0 0,-1 0-1,1-1 1,-1 0 0,1 0-1,-1-1 1,0 0-1,1 0 1,-1-1 0,0 1-1,1-2 1,-1 1 0,0-1-1,11-6 1,-7 0-6739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24575,'-5'13'0,"0"1"0,1 0 0,1-1 0,0 2 0,-1 24 0,4-34 0,0 1 0,0 0 0,1 0 0,0 0 0,0-1 0,0 1 0,1 0 0,0-1 0,0 0 0,0 1 0,1-1 0,-1 0 0,1 0 0,1 0 0,-1 0 0,8 8 0,-8-10 0,0-1 0,0 1 0,0-1 0,0 1 0,1-1 0,-1 0 0,1 0 0,-1-1 0,1 1 0,-1-1 0,1 0 0,0 0 0,0 0 0,0 0 0,0 0 0,-1-1 0,7 0 0,-7 0 0,-1 0 0,1-1 0,0 0 0,0 1 0,0-1 0,-1 0 0,1 0 0,-1-1 0,1 1 0,-1 0 0,1-1 0,-1 1 0,0-1 0,0 0 0,1 0 0,-1 0 0,-1 0 0,1 0 0,0-1 0,0 1 0,-1 0 0,1-1 0,-1 1 0,2-5 0,-2 2 0,1 1 0,-1-1 0,0 1 0,-1-1 0,1 0 0,-1 1 0,0-1 0,0 1 0,0-1 0,-1 0 0,1 1 0,-1-1 0,0 1 0,-1-1 0,1 1 0,-1 0 0,0-1 0,0 1 0,0 0 0,0 0 0,-4-4 0,6 8 0,0-1 0,-1 1 0,1-1 0,0 1 0,-1-1 0,1 1 0,0-1 0,-1 1 0,1 0 0,-1-1 0,1 1 0,-1 0 0,1-1 0,-1 1 0,1 0 0,-1 0 0,1-1 0,-1 1 0,1 0 0,-1 0 0,1 0 0,-1 0 0,0 0 0,1 0 0,0 1 0,0-1 0,-1 0 0,1 0 0,0 1 0,0-1 0,0 0 0,-1 1 0,1-1 0,0 1 0,0-1 0,0 0 0,0 1 0,0-1 0,0 1 0,0-1 0,0 0 0,0 1 0,0-1 0,0 1 0,4 26 0,1-15-85,1-1 0,0 0-1,0 0 1,1 0 0,1-1-1,0 0 1,0-1 0,1 1-1,0-2 1,1 1 0,0-1-1,0-1 1,1 0 0,0 0-1,16 7 1,-14-9-6741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24575,'12'63'0,"22"62"0,27 59 0,-16-54 0,-21-71-1365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24575,'-19'5'0,"4"-1"0,0 0 0,-22 10 0,34-12 0,0-1 0,-1 1 0,1 0 0,0 0 0,1 0 0,-1 0 0,0 0 0,1 1 0,-1-1 0,1 1 0,0-1 0,-1 1 0,1 0 0,1 0 0,-1 0 0,-2 6 0,3-6 0,1-1 0,-1 1 0,1-1 0,0 1 0,0 0 0,0-1 0,1 1 0,-1 0 0,0-1 0,1 1 0,0 0 0,0-1 0,0 1 0,0-1 0,0 0 0,0 1 0,0-1 0,1 0 0,-1 0 0,1 1 0,0-1 0,-1-1 0,1 1 0,4 3 0,2 2 0,0-1 0,1 0 0,-1 0 0,1-1 0,11 4 0,-3-2 0,1-2 0,0 0 0,0-1 0,21 2 0,-34-5 0,4 0-91,0-1 0,0 0 0,1 0 0,-1-1 0,0 0 0,0 0 0,0-1 0,0-1 0,0 1 0,-1-1 0,1-1 0,-1 1 0,0-2 0,13-7 0,-11 5-6735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1 0,0 1 0,0 2 0,0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72 24575,'210'-16'0,"-209"16"0,0 0 0,0 0 0,0 0 0,0 0 0,0-1 0,0 1 0,0 0 0,0 0 0,0-1 0,0 1 0,0-1 0,0 1 0,0-1 0,0 1 0,0-1 0,1-1 0,-2 2 0,0 0 0,0-1 0,0 1 0,0 0 0,0-1 0,0 1 0,0-1 0,0 1 0,0 0 0,0-1 0,0 1 0,0-1 0,0 1 0,0 0 0,0-1 0,0 1 0,0-1 0,0 1 0,-1 0 0,1-1 0,0 1 0,0 0 0,0-1 0,-1 1 0,1 0 0,0 0 0,0-1 0,-1 1 0,-2-3 0,0 0 0,-1 1 0,1-1 0,-1 1 0,1 0 0,-7-3 0,2 1 0,0 1 0,-1 0 0,1 1 0,0 0 0,-1 0 0,0 1 0,-10-1 0,14 2 0,0 1 0,0-1 0,0 1 0,0 0 0,0 0 0,1 1 0,-1-1 0,0 1 0,1 0 0,-1 0 0,1 1 0,0 0 0,0-1 0,-5 5 0,-32 29-1365,31-26-5461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24575,'0'0'0,"0"0"0,0 0 0,0-1 0,0 1 0,0 0 0,0 0 0,0 0 0,-1-1 0,1 1 0,0 0 0,1 0 0,-1 0 0,0-1 0,0 1 0,0 0 0,0 0 0,0 0 0,0-1 0,0 1 0,0 0 0,0 0 0,0 0 0,0 0 0,0-1 0,0 1 0,1 0 0,-1 0 0,0 0 0,0 0 0,0 0 0,0 0 0,0-1 0,1 1 0,-1 0 0,0 0 0,0 0 0,0 0 0,1 0 0,5 5 0,4 10 0,-6-9 0,0 0 0,0 0 0,1-1 0,-1 0 0,1 0 0,0 0 0,0-1 0,1 1 0,-1-1 0,10 5 0,-12-7 0,1 0 0,-1-1 0,1 1 0,0-1 0,0 0 0,-1 0 0,1 0 0,0-1 0,0 1 0,0-1 0,0 0 0,0 0 0,0 0 0,0 0 0,-1-1 0,1 0 0,0 0 0,0 0 0,6-2 0,-3-1 0,1-1 0,-1 0 0,0 0 0,-1 0 0,1-1 0,-1 0 0,0 0 0,-1-1 0,1 1 0,-1-1 0,-1 0 0,1-1 0,-1 1 0,0-1 0,-1 0 0,5-15 0,-8 23 0,0-1 0,0 1 0,0-1 0,0 1 0,0-1 0,1 1 0,-1-1 0,0 1 0,0 0 0,0-1 0,1 1 0,-1-1 0,0 1 0,1-1 0,-1 1 0,0 0 0,1-1 0,-1 1 0,1 0 0,-1-1 0,1 1 0,-1 0 0,0 0 0,1-1 0,0 1 0,0 0 0,-1 0 0,1 0 0,-1 1 0,1-1 0,0 0 0,-1 0 0,1 1 0,-1-1 0,1 0 0,-1 1 0,1-1 0,-1 1 0,0-1 0,1 1 0,-1-1 0,1 1 0,-1-1 0,1 1 0,15 34 0,-12-27 0,9 19-682,27 39-1,-32-53-6143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151 211 24575,'162'377'0,"-158"-366"0,2 3 0,-1 0 0,-1 0 0,0 0 0,2 16 0,-6-30 0,1 1 0,-1-1 0,0 1 0,0-1 0,0 0 0,0 1 0,0-1 0,0 1 0,0-1 0,0 1 0,0-1 0,0 1 0,0-1 0,0 1 0,0-1 0,0 1 0,0-1 0,0 0 0,-1 1 0,1-1 0,0 1 0,0-1 0,-1 1 0,1-1 0,0 0 0,0 1 0,-1-1 0,1 0 0,0 1 0,-1-1 0,0 1 0,1-2 0,-1 1 0,0 0 0,0 0 0,0 0 0,0-1 0,1 1 0,-1-1 0,0 1 0,0 0 0,1-1 0,-1 1 0,0-1 0,1 0 0,-2 0 0,-23-28 0,25 29 0,-31-45 0,1-1 0,-30-66 0,-33-106 0,80 184 0,1 0 0,-13-71 0,24 102 0,1-1 0,-1 1 0,1-1 0,0 1 0,0 0 0,1-1 0,-1 1 0,1 0 0,-1-1 0,1 1 0,0 0 0,1 0 0,1-5 0,-2 6 0,0 1 0,0 0 0,1-1 0,-1 1 0,0 0 0,1 0 0,-1 0 0,0 0 0,1 0 0,-1 0 0,1 1 0,0-1 0,-1 0 0,1 1 0,-1-1 0,1 1 0,0-1 0,0 1 0,-1 0 0,1 0 0,0 0 0,0 0 0,-1 0 0,1 0 0,0 0 0,-1 1 0,4 0 0,0 0 0,0 0 0,-1 1 0,1 0 0,0 0 0,-1 0 0,1 1 0,-1-1 0,1 1 0,-1 0 0,0 0 0,0 1 0,-1-1 0,1 1 0,-1 0 0,1 0 0,-1 0 0,-1 0 0,1 0 0,0 1 0,-1 0 0,0-1 0,0 1 0,0 0 0,-1 0 0,0 0 0,0 0 0,0 0 0,0 0 0,-1 0 0,0 0 0,0 0 0,0 0 0,-1 0 0,1 1 0,-1-1 0,-1 0 0,1-1 0,-1 1 0,0 0 0,0 0 0,0-1 0,0 1 0,-1-1 0,0 1 0,0-1 0,-4 4 0,-6 4-195,0-1 0,-1 0 0,0-2 0,-1 1 0,0-2 0,-30 14 0,23-13-6631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3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179 711 24575,'8'-29'0,"-2"0"0,-1-1 0,3-49 0,-8 58 0,-1-1 0,-1 0 0,-1 1 0,0 0 0,-12-38 0,-17-26 0,-81-154 0,106 226 0,4 6 0,-1-1 0,0 1 0,-7-8 0,11 15 0,0-1 0,0 1 0,0 0 0,0 0 0,-1 0 0,1 0 0,0 0 0,0-1 0,0 1 0,0 0 0,0 0 0,0 0 0,0 0 0,0 0 0,-1 0 0,1 0 0,0-1 0,0 1 0,0 0 0,0 0 0,0 0 0,-1 0 0,1 0 0,0 0 0,0 0 0,0 0 0,0 0 0,0 0 0,-1 0 0,1 0 0,0 0 0,0 0 0,0 0 0,0 0 0,-1 0 0,1 0 0,0 0 0,0 0 0,0 0 0,0 0 0,-2 8 0,3 10 0,111 373 0,-102-365 0,1-1 0,1 0 0,2 0 0,0-1 0,1-1 0,2 0 0,0-2 0,22 22 0,-33-37 30,0-1 0,0-1 0,13 9 0,-16-12-154,-1 1 0,1 0 1,0-1-1,0 0 0,0 0 0,1 0 1,-1 0-1,0 0 0,0-1 0,0 1 1,6-1-1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183 175 24575,'-12'-17'0,"-45"-57"0,48 63 0,0 1 0,-1 0 0,0 1 0,-18-12 0,27 20 0,0 0 0,0 0 0,-1 0 0,1 0 0,0 1 0,0-1 0,-1 0 0,1 1 0,0-1 0,-1 1 0,1 0 0,0-1 0,-1 1 0,1 0 0,-1 0 0,1 0 0,0 0 0,-1 0 0,1 0 0,-1 0 0,1 1 0,0-1 0,-1 0 0,1 1 0,-2 0 0,2 0 0,0 0 0,0 0 0,0 1 0,0-1 0,0 0 0,0 1 0,1-1 0,-1 1 0,0-1 0,1 1 0,-1-1 0,1 1 0,-1-1 0,1 1 0,0 0 0,-1-1 0,1 1 0,0-1 0,0 1 0,1 3 0,0 7 0,1 1 0,1-1 0,0 0 0,1 1 0,0-1 0,0-1 0,1 1 0,1-1 0,0 0 0,1 0 0,0-1 0,0 0 0,1 0 0,1 0 0,-1-1 0,2-1 0,-1 1 0,1-1 0,0-1 0,20 11 0,-25-15 0,0-1 0,-1 0 0,1 0 0,0-1 0,0 0 0,0 1 0,0-1 0,0-1 0,0 1 0,1-1 0,-1 0 0,0 0 0,0-1 0,8-1 0,-10 1 0,0 0 0,1 0 0,-1-1 0,0 1 0,0-1 0,0 0 0,0 0 0,0 0 0,0 0 0,0 0 0,-1-1 0,1 1 0,-1-1 0,0 1 0,0-1 0,0 0 0,0 0 0,0 0 0,-1 0 0,1-1 0,1-5 0,-1 3 0,-1 0 0,0-1 0,-1 1 0,1 0 0,-1 0 0,0 0 0,0-1 0,-1 1 0,0 0 0,0 0 0,-1 0 0,1 0 0,-1 0 0,-1 0 0,-4-9 0,0 3 0,0 0 0,0 0 0,-1 1 0,-1 0 0,0 1 0,-11-10 0,14 15 20,1 0 0,-1 0 0,-1 1 0,1 0 0,-10-4 0,12 6-134,1 1 0,0-1-1,-1 1 1,1 0 0,-1 0 0,0 1-1,1-1 1,-1 1 0,0 0 0,1 0-1,-1 0 1,-6 1 0,0 2-6712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24575,'12'0'0,"-1"1"0,0 0 0,-1 1 0,1 0 0,0 1 0,0 0 0,-1 0 0,0 1 0,0 1 0,0 0 0,0 0 0,11 8 0,-20-12 0,0 0 0,1 0 0,-1 0 0,1 0 0,-1 0 0,1 0 0,-1 0 0,1-1 0,0 1 0,-1-1 0,1 1 0,0-1 0,-1 0 0,1 0 0,0 1 0,0-1 0,-1 0 0,1-1 0,0 1 0,-1 0 0,1 0 0,0-1 0,0 1 0,-1-1 0,1 1 0,-1-1 0,1 0 0,-1 0 0,2-1 0,0 0 0,-1 0 0,0-1 0,0 1 0,0-1 0,0 0 0,0 0 0,-1 1 0,1-1 0,-1 0 0,0 0 0,0-1 0,0 1 0,0 0 0,0-5 0,0-8 0,-2 13 0,1 0 0,0 1 0,0-1 0,0 0 0,1 1 0,-1-1 0,1 1 0,-1-1 0,3-4 0,-3 7 0,1 0 0,-1 0 0,0-1 0,0 1 0,1 0 0,-1 0 0,0 0 0,1 0 0,-1 0 0,0 0 0,1 0 0,-1 0 0,0 0 0,1 0 0,-1 0 0,0 0 0,1 0 0,-1 0 0,0 1 0,1-1 0,-1 0 0,0 0 0,0 0 0,1 0 0,-1 1 0,0-1 0,0 0 0,1 0 0,-1 0 0,0 1 0,0-1 0,1 0 0,-1 0 0,0 1 0,0-1 0,10 12 0,-9-10 0,22 29-70,11 15 247,-30-41-361,0-1 0,0 0 0,0 0 0,1-1 0,0 1 0,-1-1 0,9 4 0,-4-3-6642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24575,'-1'33'0,"0"-19"0,1-1 0,0 0 0,1 0 0,0 0 0,5 21 0,-5-33 0,-1 0 0,0 1 0,1-1 0,-1 0 0,1 0 0,-1 0 0,1 0 0,-1 0 0,1 0 0,0 0 0,0 0 0,-1 0 0,1 0 0,0 0 0,0 0 0,0 0 0,0-1 0,0 1 0,0 0 0,0-1 0,0 1 0,0-1 0,1 1 0,1 0 0,-2-1 0,0 0 0,0 0 0,1-1 0,-1 1 0,0 0 0,0-1 0,0 1 0,0 0 0,0-1 0,0 0 0,0 1 0,0-1 0,0 1 0,0-1 0,-1 0 0,1 0 0,0 1 0,0-1 0,0 0 0,-1 0 0,1 0 0,-1 0 0,1 0 0,-1 0 0,1 0 0,-1 0 0,1-2 0,4-12 0,-4 11 0,0 1 0,0-1 0,0 1 0,1 0 0,-1 0 0,1 0 0,2-4 0,-4 7 0,0-1 0,1 1 0,-1 0 0,0 0 0,0 0 0,0 0 0,0 0 0,1-1 0,-1 1 0,0 0 0,0 0 0,0 0 0,1 0 0,-1 0 0,0 0 0,0 0 0,0 0 0,1 0 0,-1 0 0,0 0 0,0 0 0,1 0 0,-1 0 0,0 0 0,0 0 0,0 0 0,1 0 0,-1 0 0,0 0 0,0 0 0,0 0 0,1 1 0,-1-1 0,0 0 0,0 0 0,0 0 0,0 0 0,1 0 0,-1 0 0,0 1 0,0-1 0,0 0 0,0 0 0,0 0 0,0 1 0,1-1 0,-1 0 0,0 0 0,0 1 0,5 11 0,-5-12 0,41 170 0,-16-63 0,-10-45 0,36 153 0,-50-210 0,0 0 0,0-1 0,-1 1 0,0 0 0,0 6 0,0-11 0,0 1 0,0 0 0,0 0 0,0 0 0,0-1 0,-1 1 0,1 0 0,0 0 0,0-1 0,-1 1 0,1 0 0,0-1 0,-1 1 0,1 0 0,-1-1 0,1 1 0,-1-1 0,1 1 0,-1-1 0,1 1 0,-1-1 0,0 1 0,1-1 0,-1 1 0,0-1 0,1 0 0,-1 1 0,0-1 0,0 0 0,1 0 0,-1 1 0,0-1 0,0 0 0,1 0 0,-1 0 0,0 0 0,0 0 0,0 0 0,1 0 0,-1 0 0,-1-1 0,-5-1 0,0 0 0,1 0 0,-1-1 0,1 0 0,-1 0 0,1-1 0,0 1 0,0-1 0,0-1 0,-5-5 0,-4-4 0,0 0 0,-15-22 0,24 29-105,1-1 0,0 1 0,0-1 0,1 0 0,0 0 0,0-1 0,1 1 0,0-1 0,1 1 0,0-1 0,0 0 0,0-12 0,2 9-6721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24575,'8'13'0,"2"6"0,2 3 0,1 0 0,2-2 0,0 0 0,0-3 0,0-1 0,1-3 0,-4-4-8191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0,-2 2 0,-3-2-8191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24575,'25'21'0,"33"26"0,-50-41 0,0-1 0,1 0 0,0 0 0,-1-1 0,15 5 0,-20-8 0,-1-1 0,1 1 0,0-1 0,-1 1 0,1-1 0,0 0 0,0 0 0,-1 0 0,1 0 0,0-1 0,0 1 0,-1-1 0,1 1 0,3-2 0,-1-1 0,0 0 0,0 0 0,0 0 0,8-7 0,17-12 0,-29 22-45,0-1-1,0 1 1,0-1-1,0 1 1,0 0-1,0 0 1,0-1-1,0 1 1,0 0-1,0 0 1,0 0-1,0 0 1,0 0-1,0 0 1,0 0-1,-1 1 1,1-1-1,0 0 1,0 0-1,0 1 1,0-1-1,0 1 1,0-1-1,0 1 0,-1-1 1,1 1-1,0-1 1,0 1-1,1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43 233 24575,'25'39'0,"-1"1"0,-2 0 0,-1 2 0,24 75 0,-44-114 0,1 2 0,0 1 0,0 0 0,-1 0 0,1 0 0,-1 7 0,-3-11 0,-3-5 0,-5-6 0,10 9 0,-12-14 0,0 0 0,0-1 0,2 0 0,-10-18 0,2 0 0,-12-37 0,18 42 0,2-2 0,-10-53 0,17 70 0,1 0 0,1 0 0,1 0 0,0 0 0,0 0 0,1 0 0,1-1 0,0 1 0,5-14 0,-6 24 0,0-1 0,1 0 0,-1 1 0,1-1 0,0 1 0,0-1 0,1 1 0,-1 0 0,1 0 0,-1 0 0,1 0 0,0 0 0,0 1 0,0-1 0,0 1 0,1 0 0,-1 0 0,1 0 0,-1 0 0,1 1 0,0-1 0,0 1 0,-1 0 0,1 0 0,0 0 0,0 1 0,0-1 0,0 1 0,0 0 0,0 0 0,0 1 0,0-1 0,0 1 0,0 0 0,0 0 0,0 0 0,-1 0 0,1 1 0,0-1 0,-1 1 0,1 0 0,-1 0 0,0 1 0,0-1 0,5 5 0,-4-3 0,0 0 0,0 0 0,0 0 0,-1 0 0,0 1 0,1-1 0,-2 1 0,1 0 0,2 6 0,-4-9 0,-1 0 0,1 1 0,0-1 0,-1 0 0,0 1 0,1-1 0,-1 1 0,0-1 0,0 0 0,-1 1 0,1-1 0,0 0 0,-1 1 0,1-1 0,-1 0 0,0 1 0,0-1 0,0 0 0,0 0 0,0 0 0,0 0 0,-1 0 0,-1 3 0,-3 1 0,-1 0 0,1 0 0,-1-1 0,0 0 0,-1 0 0,1-1 0,-12 6 0,-7 1 0,-26 7 0,43-16-455,0 1 0,-17 1 0,13-3-6371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24575,'0'4'0,"0"0"0,1 0 0,0 0 0,-1 0 0,2 0 0,-1 0 0,0 0 0,1 0 0,0 0 0,0 0 0,0-1 0,0 1 0,0-1 0,1 1 0,0-1 0,5 5 0,-6-6 0,-1-1 0,1 1 0,0-1 0,0 0 0,0 1 0,0-1 0,0 0 0,0 0 0,0-1 0,1 1 0,-1 0 0,0-1 0,0 1 0,1-1 0,-1 0 0,0 0 0,1 0 0,-1 0 0,0 0 0,0 0 0,1-1 0,-1 1 0,0-1 0,0 1 0,1-1 0,-1 0 0,0 0 0,0 0 0,0 0 0,0 0 0,2-2 0,-1 0 0,0 0 0,0 0 0,0 0 0,-1 0 0,1-1 0,-1 1 0,0-1 0,0 1 0,3-8 0,1-2 0,-6 13 0,1-1 0,-1 0 0,0 1 0,1-1 0,-1 1 0,0-1 0,1 1 0,-1-1 0,1 1 0,-1-1 0,1 1 0,-1-1 0,1 1 0,-1 0 0,1-1 0,-1 1 0,1 0 0,0 0 0,-1-1 0,1 1 0,-1 0 0,1 0 0,0 0 0,-1 0 0,1-1 0,0 1 0,-1 0 0,1 0 0,0 0 0,-1 1 0,1-1 0,0 0 0,-1 0 0,1 0 0,-1 0 0,1 1 0,0-1 0,-1 0 0,1 0 0,-1 1 0,1-1 0,-1 1 0,1-1 0,-1 0 0,2 2 0,2 2 0,1 0 0,-1 1 0,8 10 0,-8-10 0,-1-1-100,27 29-1165,-20-24-5561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24575,'0'-3'0,"1"1"0,-1-1 0,1 0 0,0 1 0,0-1 0,0 1 0,3-5 0,-4 7 0,0 0 0,0-1 0,1 1 0,-1 0 0,0-1 0,1 1 0,-1 0 0,0-1 0,1 1 0,-1 0 0,0 0 0,1 0 0,-1-1 0,1 1 0,-1 0 0,0 0 0,1 0 0,-1 0 0,1 0 0,-1 0 0,1 0 0,0 0 0,0 0 0,0 0 0,-1 1 0,1-1 0,0 0 0,0 1 0,-1-1 0,1 0 0,0 1 0,-1-1 0,1 1 0,0 0 0,-1-1 0,1 1 0,0 1 0,9 12 0,-1 1 0,0 0 0,-1 0 0,-1 1 0,10 29 0,0 0 0,7 12-116,13 31-508,28 99-1,-61-173-6201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24575,'-17'-3'0,"-9"0"0,-2 2 0,-2 2 0,3 0 0,0 3 0,-1 1 0,3-1 0,3-1 0,5-1-8191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23 24575,'-1'-2'0,"0"1"0,0-1 0,0 1 0,0-1 0,0 1 0,0 0 0,0 0 0,0 0 0,-1-1 0,1 1 0,0 0 0,-1 0 0,1 1 0,-1-1 0,1 0 0,-1 0 0,1 1 0,-1-1 0,0 1 0,1 0 0,-1-1 0,0 1 0,1 0 0,-1 0 0,0 0 0,1 0 0,-1 0 0,0 0 0,0 0 0,1 1 0,-1-1 0,1 1 0,-4 0 0,2 1 0,-1-1 0,1 1 0,-1 0 0,1 0 0,0 0 0,-1 0 0,1 0 0,0 1 0,1-1 0,-1 1 0,0 0 0,1 0 0,-1 0 0,-1 3 0,2-1 0,0-1 0,0 0 0,0 1 0,1-1 0,0 1 0,0-1 0,0 1 0,0-1 0,1 1 0,0 0 0,0-1 0,0 1 0,0 0 0,2 6 0,0-4 0,0-1 0,0 0 0,1 0 0,-1 0 0,1 0 0,0-1 0,1 1 0,0-1 0,0 0 0,4 5 0,6 4 0,-1-2 0,19 13 0,-16-14 0,24 25 0,-39-35 0,0 0 0,0-1 0,-1 1 0,1 0 0,0 0 0,0 0 0,-1 1 0,1-1 0,-1 0 0,1 0 0,-1 0 0,1 0 0,-1 0 0,0 1 0,1-1 0,-1 0 0,0 0 0,0 2 0,0-2 0,-1 0 0,1 0 0,0-1 0,-1 1 0,1 0 0,-1 0 0,1-1 0,-1 1 0,1 0 0,-1-1 0,0 1 0,1-1 0,-1 1 0,0-1 0,1 1 0,-1-1 0,0 1 0,0-1 0,1 0 0,-1 1 0,0-1 0,0 0 0,0 0 0,1 0 0,-1 0 0,0 1 0,-1-1 0,-43 1-1365,32-1-5461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24575,'7'22'0,"3"11"0,0 1 0,0-2 0,-1-4 0,-3-4 0,-1-6-8191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24575,'5'15'0,"2"7"0,-1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24575,'23'32'0,"33"37"0,-55-68 0,0 1 0,0-1 0,1 0 0,-1 1 0,0-1 0,1 0 0,-1 0 0,1 0 0,0 0 0,-1 0 0,1 0 0,0 0 0,0-1 0,0 1 0,-1 0 0,1-1 0,0 0 0,0 1 0,0-1 0,0 0 0,0 0 0,0 0 0,0 0 0,0 0 0,0-1 0,-1 1 0,1-1 0,0 1 0,0-1 0,0 0 0,2-1 0,0 0 0,-1 0 0,-1 0 0,1-1 0,0 1 0,0-1 0,-1 0 0,0 0 0,1 0 0,-1 0 0,0 0 0,-1 0 0,1-1 0,-1 1 0,1 0 0,1-7 0,-2 3 0,0 4 0,-1 0 0,1 0 0,0 0 0,0 0 0,0 1 0,3-5 0,-4 7 0,0-1 0,0 1 0,1 0 0,-1-1 0,0 1 0,0 0 0,1-1 0,-1 1 0,0 0 0,1 0 0,-1 0 0,0-1 0,1 1 0,-1 0 0,1 0 0,-1 0 0,0 0 0,1 0 0,-1 0 0,1 0 0,0 0 0,-1 0 0,1 0 0,0 0 0,0 0 0,0 1 0,0-1 0,0 0 0,-1 1 0,1-1 0,0 1 0,0-1 0,-1 1 0,1-1 0,1 2 0,16 17-455,0 0 0,20 28 0,-29-34-6371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24575,'16'31'0,"6"14"0,3 7 0,-1 3 0,-1-1 0,-3-2 0,-2-5 0,-1-2 0,-2-5 0,0-3 0,-3-4 0,-1-4 0,0-3 0,-1-2 0,-1-6 0,-1-6-8191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67 24575,'-30'-15'0,"-12"-2"0,-3 1 0,6 4 0,5 6 0,7 7 0,5 5 0,4 2 0,5 3 0,2-2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29 24575,'-10'-3'0,"-48"-16"0,51 17 0,0 0 0,0 1 0,0 1 0,0-1 0,-1 1 0,-7 1 0,13-1 0,0 0 0,1 0 0,-1 0 0,1 0 0,-1 1 0,1-1 0,-1 1 0,1-1 0,-1 1 0,1 0 0,-1-1 0,1 1 0,0 0 0,-1 0 0,1 0 0,0 0 0,0 0 0,0 0 0,-2 3 0,2-3 0,1 1 0,-1-1 0,1 1 0,-1-1 0,1 1 0,0 0 0,0-1 0,-1 1 0,1-1 0,0 1 0,0 0 0,1-1 0,-1 1 0,0-1 0,0 1 0,1 1 0,2 3 0,-1 0 0,1 0 0,0 0 0,0-1 0,0 1 0,1-1 0,0 0 0,6 7 0,0-3 0,-1-1 0,1 1 0,1-2 0,-1 0 0,2 0 0,-1-1 0,23 10 0,-28-14 0,-1-1 0,1 1 0,0-1 0,0 0 0,0-1 0,0 1 0,-1-1 0,11-1 0,-12 0 0,0 1 0,-1-1 0,1 0 0,0-1 0,0 1 0,-1-1 0,1 0 0,-1 1 0,0-2 0,1 1 0,-1 0 0,0-1 0,0 1 0,3-4 0,-4 4 5,0-1 0,-1 1 0,1 0-1,0-1 1,-1 0 0,1 1 0,-1-1 0,0 0-1,0 0 1,0 0 0,0 1 0,0-1 0,-1 0-1,1 0 1,-1 0 0,0 0 0,0-1-1,0 1 1,0 0 0,-1 0 0,1 0 0,-1 0-1,1 1 1,-3-7 0,0 4-111,1 1 0,0-1 0,-1 0 0,0 1 0,0 0 0,-1 0-1,1 0 1,-1 0 0,0 0 0,0 1 0,0 0 0,0 0 0,-7-4 0,-2 0-6720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24575,'53'167'0,"13"38"0,-52-160 0,-7-21 0,1-1 0,12 25 0,-19-46 0,-1-1 0,1 0 0,-1 0 0,1 0 0,0 0 0,0 0 0,-1 0 0,1 0 0,0 0 0,0 0 0,0 0 0,2 1 0,-3-2 0,0 0 0,1 0 0,-1 0 0,0 0 0,1 0 0,-1 0 0,0 0 0,0 0 0,1 0 0,-1 0 0,0 0 0,0 0 0,1 0 0,-1 0 0,0-1 0,0 1 0,1 0 0,-1 0 0,0 0 0,0 0 0,1-1 0,-1 1 0,0 0 0,0 0 0,0 0 0,1-1 0,-1 1 0,0 0 0,0 0 0,0-1 0,0 1 0,0 0 0,0 0 0,1-1 0,0-4 0,1-1 0,-1 1 0,0-1 0,1-6 0,-1 2 0,5-28 0,-5 22 0,6-22 0,-7 36 0,1 1 0,-1-1 0,1 1 0,-1-1 0,1 1 0,-1-1 0,1 1 0,0 0 0,0-1 0,-1 1 0,1 0 0,0-1 0,0 1 0,1 0 0,-1 0 0,0 0 0,0 0 0,0 0 0,1 0 0,-1 0 0,1 1 0,-1-1 0,0 0 0,1 1 0,-1-1 0,1 1 0,0-1 0,-1 1 0,1 0 0,-1 0 0,1-1 0,-1 1 0,4 1 0,-1-1 0,-1 1 0,0 0 0,1 0 0,-1 0 0,0 1 0,1-1 0,-1 1 0,0 0 0,0 0 0,0 0 0,-1 0 0,1 0 0,0 1 0,3 3 0,0 2 0,1 0 0,-1 0 0,0 1 0,0 0 0,-1 0 0,-1 1 0,5 11 0,-8-18 0,0-1 0,-1 0 0,1 1 0,-1-1 0,0 1 0,1-1 0,-1 1 0,0-1 0,0 1 0,-1-1 0,1 1 0,0-1 0,-1 0 0,0 1 0,1-1 0,-1 0 0,0 1 0,0-1 0,0 0 0,-1 0 0,1 0 0,0 0 0,-1 0 0,1 0 0,-1 0 0,0 0 0,0-1 0,0 1 0,1-1 0,-2 1 0,1-1 0,0 0 0,0 1 0,0-1 0,-5 1 0,-1 1 0,0-1 0,0 0 0,0-1 0,0 1 0,0-2 0,0 1 0,0-1 0,-1 0 0,1-1 0,0 0 0,0 0 0,-9-3 0,-4-1 0,1-2 0,0-1 0,-28-13 0,45 19-114,0 0 1,0 0-1,0 0 0,0 0 0,0 0 1,0-1-1,0 1 0,1-1 0,-1 0 1,1 0-1,-3-3 0,0-5-6712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24575,'15'33'0,"8"15"0,2 8 0,-1-1 0,-1-5 0,-3-3 0,-2-5 0,-1-4 0,-2-4 0,0-3 0,-3-3 0,-1-5 0,0-4 0,-2-2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24575,'-9'0'0,"-1"0"0,1 1 0,-1 0 0,-14 4 0,22-5 0,0 1 0,-1 0 0,1 0 0,0 0 0,0 0 0,0 0 0,-1 0 0,1 1 0,0-1 0,0 0 0,1 1 0,-1 0 0,0 0 0,1-1 0,-1 1 0,1 0 0,-1 0 0,1 0 0,0 0 0,0 1 0,0-1 0,-2 4 0,2 1 0,0 0 0,0 0 0,0 0 0,1 0 0,0 0 0,0-1 0,1 1 0,0 0 0,0 0 0,0 0 0,1 0 0,0-1 0,1 1 0,-1-1 0,1 0 0,0 0 0,1 0 0,-1 0 0,1 0 0,1-1 0,-1 1 0,1-1 0,0 0 0,0-1 0,0 1 0,1-1 0,-1 0 0,1 0 0,0-1 0,10 5 0,-8-5 0,-1 0 0,1-1 0,0 0 0,-1 0 0,1-1 0,11 1 0,-17-2 0,0 0 0,0 0 0,0 0 0,0 0 0,0-1 0,0 1 0,0-1 0,0 0 0,0 1 0,-1-1 0,1 0 0,0 0 0,0 0 0,-1 0 0,1 0 0,0-1 0,-1 1 0,1 0 0,-1-1 0,0 1 0,1-1 0,-1 0 0,0 1 0,0-1 0,0 0 0,0 0 0,0 0 0,-1 1 0,1-1 0,0-2 0,1-3-47,-1 0 0,0-1 0,0 1 0,-1 0 0,0 0 0,0 0 0,-1-1 0,0 1 0,0 0-1,0 0 1,-1 0 0,0 0 0,-1 1 0,0-1 0,0 0 0,0 1 0,0 0 0,-1 0 0,0 0 0,-1 0 0,1 0 0,-1 1-1,0 0 1,0 0 0,-1 0 0,0 1 0,1 0 0,-14-7 0,6 5-6779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24575,'-7'8'0,"0"0"0,0-1 0,1 2 0,0-1 0,0 1 0,1 0 0,0 0 0,-6 19 0,9-23 0,1 0 0,0 1 0,0-1 0,0 1 0,0-1 0,1 1 0,0-1 0,0 1 0,1-1 0,-1 1 0,1-1 0,1 1 0,-1-1 0,1 0 0,0 0 0,0 1 0,0-1 0,4 5 0,-2-4 0,0 0 0,0 0 0,1-1 0,-1 0 0,1 0 0,1 0 0,-1 0 0,1-1 0,-1 0 0,1 0 0,0-1 0,1 1 0,11 4 0,-8-5 0,1 0 0,-1-1 0,1 0 0,0-1 0,-1 0 0,1-1 0,0 0 0,15-2 0,-22 2-91,0-1 0,0 0 0,0 0 0,0 0 0,-1 0 0,1-1 0,0 0 0,-1 0 0,1 0 0,-1 0 0,0 0 0,0-1 0,0 1 0,5-6 0,1-3-6735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24575,'30'43'0,"-2"1"0,-1 1 0,-3 2 0,-2 0 0,-2 2 0,16 58 0,-21-53-97,-9-27-114,1-1 0,1-1-1,2 1 1,0-1-1,17 27 1,-22-43-6615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24575,'-16'8'0,"1"0"0,0 1 0,-14 12 0,25-18 0,0 0 0,1 0 0,-1 1 0,1 0 0,-1-1 0,1 1 0,0 0 0,1 1 0,-1-1 0,1 0 0,0 1 0,0 0 0,0-1 0,0 1 0,0 6 0,2-7 0,0 0 0,0-1 0,0 1 0,1 0 0,0-1 0,-1 1 0,2-1 0,-1 1 0,0-1 0,1 0 0,-1 1 0,1-1 0,0 0 0,0 0 0,0 0 0,0 0 0,1 0 0,-1-1 0,4 4 0,1-1 0,-1 1 0,1-1 0,-1-1 0,1 1 0,1-1 0,-1 0 0,11 4 0,-2-5 0,-1 1 0,1-2 0,0 0 0,0-1 0,-1-1 0,24-2 0,1 1 0,-14-2-1365,-17 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24575,'-14'-6'0,"-33"-11"0,43 15 0,0 1 0,0 1 0,-1-1 0,1 1 0,0-1 0,0 1 0,0 0 0,0 1 0,-7 0 0,11-1 0,-1 1 0,0-1 0,0 0 0,0 0 0,0 1 0,0-1 0,0 1 0,0-1 0,0 1 0,1-1 0,-1 1 0,0-1 0,0 1 0,1 0 0,-1 0 0,0-1 0,1 1 0,-1 0 0,1 0 0,-1 0 0,1-1 0,-1 1 0,1 0 0,-1 2 0,1-1 0,0 0 0,-1 0 0,1 0 0,1 0 0,-1 0 0,0 0 0,0 0 0,1 0 0,-1 0 0,1 0 0,1 2 0,2 5 0,0-1 0,1 1 0,11 13 0,7 9 0,2-1 0,0-2 0,40 35 0,-63-62 0,3 3 0,0 0 0,-1 0 0,0 0 0,0 0 0,7 9 0,-10-11 0,-1-1 0,1 0 0,0 1 0,-1-1 0,1 0 0,-1 1 0,0-1 0,0 0 0,1 1 0,-1-1 0,0 1 0,0-1 0,0 0 0,0 1 0,0-1 0,-1 1 0,1-1 0,0 0 0,-1 1 0,1-1 0,-1 0 0,1 1 0,-1-1 0,0 0 0,1 0 0,-1 0 0,0 1 0,0-1 0,0 0 0,-1 1 0,-2 1 5,0 1 0,0-1 0,0 0-1,0 0 1,-1 0 0,1 0 0,-1-1-1,0 0 1,0 0 0,-8 3 0,-6-1-157,-31 4 1,20-3-964,7-1-5711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24575,'23'36'0,"-5"-5"0,75 140 0,28 106 0,-106-229 0,-21-70-273,-1 1 0,0 0 0,-2 1 0,-15-28 0,15 33-6553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24575,'30'-10'0,"15"-4"0,5 2 0,-4 1 0,-4 4 0,-5 3 0,-5 1 0,-7 2 0,-4 1 0,-4 1 0,-4-3 0,-7-1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24575,'28'0'0,"14"0"0,4 0 0,-2 0 0,-4 0 0,-6 0 0,-4 0 0,-5 0 0,-4 0 0,-2 0 0,-3 0 0,-2 0 0,-2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146 237 24575,'-14'-1'0,"-1"-1"0,-22 3 0,32-1 0,-1 1 0,0 0 0,1 0 0,-1 0 0,1 1 0,-1 0 0,1 0 0,0 0 0,-7 4 0,11-5 0,-1 0 0,1 0 0,0 0 0,0 0 0,0 0 0,0 0 0,0 0 0,0 0 0,0 0 0,0 0 0,0 1 0,0-1 0,0 0 0,1 1 0,-1-1 0,1 0 0,-1 1 0,1-1 0,-1 1 0,1-1 0,0 1 0,0 1 0,0 0 0,0 0 0,1 0 0,-1 0 0,1-1 0,0 1 0,0-1 0,0 1 0,0 0 0,1-1 0,-1 0 0,3 4 0,4 3 0,0 0 0,0 0 0,0-1 0,17 12 0,-14-12 0,1 0 0,-1-1 0,1-1 0,1 0 0,-1-1 0,16 5 0,-19-8 0,1 1 0,-1-2 0,1 1 0,-1-1 0,1-1 0,0 1 0,-1-2 0,1 1 0,14-4 0,-20 3 0,-1 0 0,1 0 0,0 0 0,-1-1 0,1 1 0,-1-1 0,1 0 0,-1 0 0,0 0 0,0-1 0,0 1 0,0-1 0,0 1 0,0-1 0,-1 0 0,0 0 0,1 0 0,-1 0 0,0-1 0,0 1 0,-1-1 0,1 1 0,-1-1 0,2-4 0,-2 1 0,0 1 0,0 0 0,-1-1 0,0 1 0,0 0 0,0-1 0,-1 1 0,0-1 0,0 1 0,0 0 0,-1 0 0,0 0 0,0 0 0,-4-7 0,-1 1 0,0 1 0,-1 0 0,0 0 0,-1 0 0,0 1 0,-12-11 0,3 6 0,-1 0 0,-34-21 0,46 32 0,0 1 0,-16-7 0,21 10 0,-1-1 0,1 0 0,-1 1 0,1-1 0,-1 1 0,1 0 0,-1-1 0,1 1 0,-1 1 0,0-1 0,1 0 0,-1 1 0,-2 0 0,4-1 0,0 1 0,0-1 0,0 1 0,1-1 0,-1 1 0,0-1 0,0 1 0,1-1 0,-1 1 0,1 0 0,-1-1 0,0 1 0,1 0 0,-1-1 0,1 1 0,0 0 0,-1 0 0,1 0 0,0-1 0,-1 1 0,1 0 0,0 0 0,0 0 0,0 0 0,-1 0 0,1 0 0,0-1 0,0 1 0,0 0 0,1 0 0,-1 0 0,0 0 0,0 0 0,0 0 0,1-1 0,-1 1 0,0 0 0,1 0 0,0 1 0,1 2 0,0 0 0,0 0 0,1-1 0,-1 1 0,1-1 0,6 6 0,1 0 0,0-1 0,1 0 0,1-1 0,-1 0 0,1-1 0,0 0 0,17 5 0,94 21 0,-48-15 0,-52-10 0,139 32 0,-162-39 0,1 0 0,-1 0 0,1 1 0,-1-1 0,0 0 0,1 0 0,-1 0 0,1 0 0,-1 0 0,1 0 0,-1 0 0,1 0 0,-1 0 0,1 0 0,-1 0 0,1 0 0,-1 0 0,1-1 0,-1 1 0,0 0 0,1 0 0,-1 0 0,1-1 0,-1 1 0,1-1 0,-1 1 0,0-1 0,0 1 0,0-1 0,0 0 0,0 1 0,0-1 0,0 1 0,0-1 0,0 1 0,-1-1 0,1 1 0,0-1 0,0 1 0,-1-1 0,1 1 0,0-1 0,-1 1 0,0-1 0,-24-27 0,18 21 0,-11-11 0,5 5 0,0-1 0,1 0 0,-14-22 0,24 32 0,-1 0 0,1 0 0,0 0 0,0-1 0,1 1 0,-1-1 0,1 1 0,0-1 0,0 0 0,0 1 0,1-1 0,0 0 0,0 1 0,0-1 0,0 0 0,1 1 0,0-1 0,2-7 0,-2 9 0,1 0 0,-1 0 0,1 0 0,0 0 0,0 0 0,0 0 0,1 1 0,-1-1 0,1 0 0,-1 1 0,1 0 0,0 0 0,0 0 0,0 0 0,0 0 0,0 1 0,0-1 0,6-1 0,5-1 0,1 0 0,30-4 0,-29 5 0,11-1-682,35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56 24575,'-11'-4'0,"-26"-10"0,-2 1 0,-49-9 0,85 21 0,0 1 0,0-1 0,0 1 0,0 0 0,0 0 0,0 0 0,0 0 0,0 1 0,0-1 0,1 1 0,-1-1 0,0 1 0,0 0 0,-3 2 0,4-2 0,1 1 0,-1-1 0,1 1 0,-1-1 0,1 1 0,0-1 0,-1 1 0,1 0 0,0 0 0,0 0 0,0 0 0,1 0 0,-1 0 0,0 0 0,1 0 0,-1 0 0,1 0 0,0 0 0,-1 0 0,1 3 0,0 17 0,1-1 0,0 1 0,1-1 0,2 0 0,0 1 0,1-2 0,9 23 0,7 10 0,40 74 0,88 119 0,-121-202 0,81 112 0,-107-153 0,9 8 119,-9-12-322,-3-7-1078,-1-2-5545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47 24575,'-30'-8'0,"-13"-2"0,-3 0 0,3 3 0,6 1 0,7 3 0,7 1 0,4 1 0,5 4 0,3 1 0,1 2 0,4 0 0,6-1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139 238 24575,'-6'3'0,"-8"5"0,-24 10 0,34-16 0,0-1 0,1 0 0,-1 0 0,0 0 0,0 0 0,0-1 0,1 1 0,-1-1 0,0 0 0,0 0 0,0-1 0,-6 0 0,9 1 0,0-1 0,-1 1 0,1-1 0,0 1 0,0-1 0,-1 0 0,1 1 0,0-1 0,0 0 0,0 0 0,0 0 0,0 0 0,0 0 0,0 0 0,0 0 0,0 0 0,1 0 0,-1 0 0,0 0 0,1-1 0,-1 1 0,1 0 0,-1 0 0,1-1 0,0 1 0,-1 0 0,1-1 0,0 1 0,0-1 0,0-1 0,1-4 0,-1-1 0,2 1 0,-1 0 0,5-12 0,-1 2 0,-4 14 0,0-3 0,0 0 0,1 0 0,0 0 0,5-9 0,-7 14 0,1 0 0,-1 0 0,1 1 0,-1-1 0,1 0 0,0 0 0,-1 0 0,1 1 0,0-1 0,0 0 0,-1 1 0,1-1 0,0 1 0,0-1 0,0 1 0,0-1 0,0 1 0,0-1 0,0 1 0,0 0 0,0-1 0,0 1 0,0 0 0,0 0 0,0 0 0,0 0 0,0 0 0,0 0 0,0 0 0,0 0 0,0 1 0,0-1 0,0 0 0,2 1 0,7 3 0,0-1 0,1 0 0,-1-1 0,1-1 0,19 2 0,55-5 0,-77 1 0,35-3 0,0-2 0,77-22 0,-116 27 0,-1 0 0,1-1 0,0 1 0,-1-1 0,1 0 0,-1 0 0,0 0 0,1 0 0,-1 0 0,3-4 0,-6 6 0,1-1 0,0 0 0,-1 0 0,1 0 0,-1 0 0,1 0 0,-1 0 0,1 0 0,-1 0 0,0 0 0,1 0 0,-1 0 0,0 0 0,0 0 0,0 0 0,1 0 0,-1 0 0,0 0 0,-1 0 0,1 0 0,0 0 0,0 0 0,0 0 0,-1 0 0,1 0 0,0 0 0,-1 0 0,1 0 0,-1 0 0,1 0 0,-1 1 0,1-1 0,-1 0 0,0 0 0,0 0 0,1 1 0,-1-1 0,0 0 0,0 1 0,0-1 0,-1 0 0,-4-4 0,-1 1 0,1 0 0,-1 1 0,0 0 0,0 0 0,0 0 0,-1 1 0,1 0 0,-1 0 0,1 1 0,-1 0 0,0 0 0,1 1 0,-1 0 0,0 0 0,1 1 0,-15 3 0,20-4 0,0 0 0,1 1 0,-1-1 0,1 1 0,-1 0 0,1-1 0,-1 1 0,1 0 0,0 0 0,-1 0 0,1 0 0,0 0 0,0 0 0,-1 0 0,1 0 0,0 0 0,0 1 0,0-1 0,0 0 0,1 1 0,-1-1 0,0 1 0,1-1 0,-1 1 0,1-1 0,-1 1 0,1 0 0,0-1 0,-1 1 0,1-1 0,0 1 0,0 0 0,0-1 0,0 1 0,1-1 0,-1 3 0,2 1 0,0 0 0,-1 1 0,2-1 0,-1 0 0,1-1 0,-1 1 0,1 0 0,1-1 0,4 7 0,5 2 0,0-1 0,1 0 0,0-1 0,0 0 0,23 12 0,-12-10 0,0-1 0,48 16 0,-37-19-1365,-21-7-5461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 24575,'-1'0'0,"-75"10"0,70-8 0,-1-1 0,0 1 0,1 1 0,-1-1 0,1 1 0,0 0 0,0 0 0,-10 8 0,15-11 0,0 1 0,0 0 0,1 0 0,-1-1 0,0 1 0,1 0 0,-1 0 0,0 0 0,1 0 0,-1 0 0,1 0 0,-1 0 0,1 0 0,0 0 0,-1 0 0,1 0 0,0 0 0,0 0 0,0 0 0,0 0 0,-1 0 0,2 1 0,-1 0 0,1 0 0,-1 0 0,1 0 0,0 0 0,-1 0 0,1 0 0,0 0 0,0 0 0,1-1 0,2 4 0,3 3 0,0-1 0,1 0 0,15 9 0,-19-13 0,4 3 0,1-1 0,-1 0 0,1 0 0,0-1 0,18 5 0,-22-7 0,-1-1 0,1 0 0,-1 0 0,1-1 0,0 0 0,-1 0 0,1 0 0,0 0 0,-1 0 0,1-1 0,0 0 0,-1 0 0,1 0 0,7-4 0,-10 4 0,1-1 0,-1 0 0,0 1 0,0-1 0,0 0 0,0 0 0,0 0 0,0-1 0,0 1 0,-1 0 0,1-1 0,-1 1 0,1-1 0,-1 1 0,1-5 0,-1 5 0,0-1 0,-1 1 0,1 0 0,-1 0 0,0 0 0,1 0 0,-1 0 0,0 0 0,0 0 0,0 0 0,-1-1 0,1 1 0,0 0 0,-1 0 0,0 0 0,1 0 0,-1 0 0,0 0 0,0 0 0,0 0 0,-1-1 0,1 2 0,1 1 0,0 0 0,0 0 0,0-1 0,0 1 0,-1 0 0,1 0 0,0-1 0,0 1 0,0 0 0,-1 0 0,1 0 0,0-1 0,0 1 0,-1 0 0,1 0 0,0 0 0,-1 0 0,1 0 0,0 0 0,0 0 0,-1-1 0,1 1 0,0 0 0,-1 0 0,1 0 0,0 0 0,-1 0 0,1 0 0,0 0 0,0 0 0,-1 1 0,1-1 0,0 0 0,-1 0 0,1 0 0,0 0 0,0 0 0,-1 0 0,1 1 0,0-1 0,0 0 0,-1 0 0,1 0 0,0 1 0,0-1 0,-1 0 0,1 0 0,0 0 0,0 1 0,0-1 0,0 0 0,-1 1 0,1-1 0,0 0 0,0 0 0,0 1 0,0-1 0,0 0 0,0 1 0,-5 20 0,4 0 0,1 1 0,0-1 0,2 0 0,0 0 0,2 1 0,0-1 0,1-1 0,16 40 0,7 7 0,49 79 0,-53-103 0,-15-28-1365,-2-2-5461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224 406 24575,'-28'-10'0,"7"1"0,-1 1 0,0 1 0,-1 1 0,-34-4 0,55 10 0,0 0 0,-1 0 0,1 0 0,0 0 0,0 0 0,-1 1 0,1-1 0,0 1 0,0-1 0,-1 1 0,1 0 0,0 0 0,0 0 0,0 0 0,0 0 0,0 1 0,1-1 0,-1 1 0,-2 1 0,4-2 0,-1 0 0,0 0 0,0 1 0,1-1 0,-1 0 0,1 1 0,-1-1 0,1 0 0,0 1 0,-1-1 0,1 0 0,0 1 0,0-1 0,0 0 0,0 1 0,0-1 0,0 1 0,0-1 0,1 0 0,-1 1 0,0-1 0,1 0 0,-1 1 0,1-1 0,0 0 0,-1 0 0,1 1 0,0-1 0,0 0 0,0 0 0,0 0 0,1 1 0,6 7 0,1 0 0,1 0 0,0-1 0,0-1 0,0 0 0,1 0 0,0-1 0,0 0 0,1-1 0,0 0 0,0-1 0,0 0 0,0-1 0,0 0 0,1-1 0,20 1 0,-29-3 0,1 0 0,-1 0 0,1-1 0,-1 1 0,0-1 0,1 0 0,-1 0 0,0-1 0,0 1 0,0-1 0,0 0 0,0 0 0,0 0 0,0 0 0,-1-1 0,1 0 0,-1 0 0,0 0 0,0 0 0,0 0 0,0 0 0,0-1 0,-1 1 0,1-1 0,-1 0 0,0 0 0,0 0 0,-1 0 0,1 0 0,-1 0 0,0-1 0,0 1 0,0 0 0,-1 0 0,1-1 0,-1 1 0,0-1 0,0 1 0,-1 0 0,1-1 0,-2-4 0,-2-6 0,0 0 0,-2 1 0,-12-27 0,-27-40 0,33 61 0,-10-16 0,-2 1 0,-1 1 0,-46-47 0,71 80 0,-14-11 0,10 12 0,6 9 0,7 12 0,0 0 0,20 28 0,-7-11 0,19 36 0,86 116 0,-121-183-227,0 0-1,0 0 1,1-1-1,0 1 1,11 7-1,-2-5-6598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99 24575,'-3'0'0,"-13"-4"0,-29-2 0,42 6 0,-1-1 0,1 1 0,-1 0 0,0 1 0,1-1 0,-1 1 0,1-1 0,-1 1 0,1 0 0,-1 0 0,1 1 0,0-1 0,-1 1 0,-3 2 0,6-3 0,0 0 0,0 0 0,1 0 0,-1 0 0,0 0 0,0 1 0,0-1 0,1 0 0,-1 0 0,0 1 0,1-1 0,0 1 0,-1-1 0,1 0 0,0 1 0,-1-1 0,1 1 0,0-1 0,0 0 0,0 1 0,0-1 0,1 1 0,-1-1 0,0 1 0,0-1 0,1 0 0,-1 1 0,1-1 0,-1 0 0,1 1 0,0-1 0,1 2 0,2 4 0,1 0 0,0 0 0,1 0 0,5 5 0,-5-6 0,0 0 0,0 0 0,1-1 0,-1 0 0,1 0 0,0-1 0,1 0 0,-1 0 0,1-1 0,0 0 0,0 0 0,0-1 0,0 1 0,0-2 0,0 1 0,0-2 0,1 1 0,-1-1 0,0 0 0,11-1 0,-16 0 0,-1 1 0,1-1 0,0 1 0,-1-1 0,1 0 0,-1 0 0,1 0 0,-1 0 0,0 0 0,1-1 0,-1 1 0,0-1 0,0 1 0,0-1 0,0 0 0,0 0 0,0 0 0,-1 0 0,1 0 0,-1 0 0,1-1 0,-1 1 0,0 0 0,0-1 0,0 1 0,0-1 0,0 1 0,0-5 0,0 2 0,0 0 0,-1-1 0,0 1 0,0 0 0,0 0 0,-1 0 0,0 0 0,1-1 0,-2 1 0,1 0 0,-1 0 0,0 1 0,-4-10 0,-1 3 0,1 0 0,-2 1 0,1 0 0,-2 0 0,1 0 0,-1 1 0,-1 1 0,1 0 0,-21-13 0,28 20-42,-1-1-1,1 1 0,-1 0 1,0 0-1,1 0 0,-1 1 1,0-1-1,0 1 0,0 0 1,0-1-1,1 1 0,-1 0 1,0 1-1,0-1 0,0 0 1,0 1-1,1 0 0,-1 0 1,0 0-1,0 0 0,1 0 1,-1 0-1,1 0 0,-1 1 1,1 0-1,0-1 0,-1 1 1,1 0-1,0 0 0,0 0 1,-3 5-1,-2 2-6783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24575,'25'8'0,"-1"2"0,1 0 0,-2 2 0,37 23 0,-33-15 0,-21-15 0,1 0 0,-1-1 0,0 0 0,1 0 0,0-1 0,10 4 0,-17-6 0,1-1 0,0 0 0,-1 1 0,1-1 0,0 0 0,0 0 0,0 0 0,-1 0 0,1 0 0,0 0 0,0 0 0,-1 0 0,1 0 0,0 0 0,0 0 0,0 0 0,-1-1 0,1 1 0,0 0 0,-1-1 0,1 1 0,0 0 0,0-1 0,-1 1 0,1-1 0,0 0 0,0 0 0,-1 0 0,1 0 0,-1 0 0,0 0 0,1 0 0,-1-1 0,0 1 0,0 0 0,1 0 0,-1 0 0,0 0 0,0-1 0,0 1 0,-1 0 0,1-2 0,-1-3 0,-1 0 0,1 0 0,-1 0 0,-1 1 0,-3-9 0,-44-59 0,65 89 0,0-1 0,33 24 0,-45-36 0,9 6 0,0-1 0,1 0 0,-1 0 0,21 8 0,-29-14 0,1 0 0,0 0 0,-1-1 0,1 0 0,0 0 0,0 0 0,0 0 0,0-1 0,0 0 0,0 0 0,-1 0 0,1-1 0,0 1 0,0-1 0,0 0 0,0-1 0,5-1 0,-8 1 0,0 1 0,0-1 0,0 0 0,0 0 0,0 0 0,0 0 0,0 0 0,0-1 0,-1 1 0,1 0 0,-1-1 0,0 1 0,0-1 0,0 0 0,0 1 0,0-1 0,0-3 0,1-5 0,0 0 0,1-22 0,-3 31 0,0-3 0,0 0 0,0 1 0,1-1 0,0 0 0,0 1 0,2-10 0,-2 13 0,0 0 0,-1 0 0,1 0 0,0 0 0,0 0 0,0 0 0,0 0 0,0 0 0,0 1 0,0-1 0,0 0 0,0 0 0,0 1 0,0-1 0,0 1 0,0-1 0,1 1 0,-1-1 0,0 1 0,0 0 0,1 0 0,-1-1 0,0 1 0,1 0 0,-1 0 0,0 0 0,0 0 0,1 1 0,-1-1 0,2 1 0,4 0 0,-1 1 0,0-1 0,0 2 0,0-1 0,0 1 0,8 4 0,34 25 0,-32-21 0,-11-8-151,-1 0-1,0 1 0,0-1 0,0 1 1,0 0-1,0 0 0,-1 0 1,7 9-1,-5-2-6674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24575,'-3'0'0,"-1"1"0,1 0 0,0 0 0,-1 0 0,1 0 0,0 1 0,0-1 0,0 1 0,0 0 0,1 0 0,-1 0 0,-3 3 0,5-4 0,-1 1 0,1 0 0,0 0 0,0-1 0,0 1 0,0 0 0,1 0 0,-1 0 0,0 0 0,1 0 0,-1 0 0,1 0 0,0 0 0,-1 0 0,1 0 0,0 0 0,0 0 0,1 0 0,-1 0 0,0 0 0,1 3 0,2 3 0,0 1 0,0-1 0,0 0 0,1 0 0,0 0 0,10 12 0,-11-15 0,1 0 0,-1-1 0,1 0 0,0 0 0,0 0 0,1 0 0,-1-1 0,1 1 0,-1-1 0,1 0 0,9 3 0,-13-6 0,-1 1 0,1-1 0,0 0 0,0 0 0,0 1 0,0-1 0,0 0 0,0 0 0,0 0 0,-1 0 0,1 0 0,0 0 0,0-1 0,0 1 0,0 0 0,0 0 0,0-1 0,-1 1 0,1 0 0,0-1 0,0 1 0,0-1 0,0 0 0,1 0 0,-1-1 0,0 1 0,0-1 0,0 1 0,0-1 0,0 1 0,-1-1 0,1 0 0,0 1 0,-1-1 0,1-2 0,1-5 0,-1-1 0,0 1 0,-1-15 0,0 21 0,0-5 0,-1-1 0,0 1 0,0 0 0,0 0 0,-1 0 0,0 0 0,-1 1 0,1-1 0,-7-11 0,19 37 0,1-1 0,0 0 0,19 21 0,-13-19-106,-12-12-8,0-1-1,0 1 1,1-1-1,-1-1 1,1 1-1,1-1 1,-1 0-1,1-1 1,0 1-1,9 3 1,-5-4-6712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24575,'20'27'0,"7"12"0,1 0 0,-4-5 0,-4-8 0,-5-9-8191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24575,'8'18'0,"2"5"-8191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24575,'3'4'0,"0"-1"0,1 0 0,-1 0 0,1 0 0,0-1 0,0 1 0,6 1 0,-10-3 0,1-1 0,0 0 0,-1 0 0,1 1 0,0-1 0,0 0 0,-1 0 0,1 0 0,0 0 0,0 0 0,-1 0 0,1 0 0,0 0 0,0 0 0,-1-1 0,1 1 0,0 0 0,0 0 0,-1-1 0,2 0 0,-1 1 0,0-1 0,-1 0 0,1 0 0,0 0 0,0 0 0,-1-1 0,1 1 0,-1 0 0,1 0 0,-1 0 0,1 0 0,-1 0 0,0-1 0,1 1 0,-1 0 0,0-2 0,1-19 0,-1 16 0,0 0 0,0 1 0,0-1 0,1 1 0,0-1 0,2-6 0,-3 12 0,1-1 0,-1 0 0,0 0 0,1 0 0,-1 0 0,1 1 0,0-1 0,-1 0 0,1 1 0,0-1 0,-1 0 0,1 1 0,0-1 0,0 1 0,-1-1 0,1 1 0,1-1 0,-1 1 0,1-1 0,-1 1 0,1 0 0,-1 0 0,1 0 0,-1 0 0,1 0 0,-1 0 0,1 0 0,-1 0 0,1 1 0,-1-1 0,0 1 0,2 0 0,11 5 0,-1 0 0,0 2 0,-1 0 0,0 0 0,20 18 0,-1-1 0,-10-5-1365,-12-10-5461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77 24575,'122'320'0,"-22"-80"0,-95-227 0,-3-10 0,-4-7 0,-110-201 0,-4-7 0,81 124 0,31 75 0,0 0 0,1-1 0,0 0 0,-1-24 0,4 36 0,0 0 0,0 0 0,0-1 0,0 1 0,0 0 0,1 0 0,-1 0 0,1 0 0,-1 0 0,1 0 0,0 0 0,0 0 0,0 0 0,0 0 0,0 0 0,0 0 0,0 1 0,1-1 0,-1 0 0,3-1 0,-2 2 0,0-1 0,0 1 0,1 0 0,-1 0 0,0 1 0,1-1 0,-1 0 0,1 1 0,-1 0 0,0-1 0,1 1 0,-1 0 0,1 0 0,-1 0 0,1 1 0,-1-1 0,4 1 0,6 2 0,-1 1 0,0-1 0,0 2 0,0 0 0,0 0 0,9 7 0,-2 0 0,-1 0 0,23 22 0,-33-28 0,-1 0 0,0 1 0,0 0 0,-1 0 0,0 1 0,5 8 0,-9-15 0,-1 1 0,1 0 0,0 0 0,-1-1 0,1 1 0,-1 0 0,0 0 0,1 0 0,-1 0 0,0-1 0,0 1 0,0 0 0,0 0 0,-1 3 0,0-3 0,0-1 0,0 1 0,1-1 0,-1 0 0,0 1 0,0-1 0,0 0 0,-1 0 0,1 0 0,0 0 0,0 0 0,-1 0 0,1 0 0,0 0 0,-1 0 0,1 0 0,-1-1 0,1 1 0,-1-1 0,-2 1 0,-6 2 0,-1-1 0,0 0 0,0-1 0,-18 0 0,-45-5 0,26-6-1365,35 8-5461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121 263 24575,'0'0'0,"0"1"0,0-1 0,0 0 0,0 0 0,0 0 0,0 0 0,0 1 0,-1-1 0,1 0 0,0 0 0,0 0 0,0 0 0,0 0 0,0 0 0,-1 1 0,1-1 0,0 0 0,0 0 0,0 0 0,0 0 0,-1 0 0,1 0 0,0 0 0,0 0 0,0 0 0,0 0 0,-1 0 0,1 0 0,0 0 0,0 0 0,0 0 0,-1 0 0,1 0 0,0 0 0,0 0 0,0 0 0,0 0 0,-1 0 0,1 0 0,0 0 0,0-1 0,0 1 0,0 0 0,-1 0 0,1 0 0,0 0 0,0 0 0,0 0 0,0-1 0,0 1 0,-1 0 0,-9-7 0,3 1 0,-7-4 0,1-1 0,-23-25 0,32 31 0,0 1 0,1-1 0,0 0 0,0 0 0,1 0 0,0 0 0,-1 0 0,1 0 0,1-1 0,-1 1 0,1-1 0,0 1 0,0-8 0,1 5 0,0 0 0,0 1 0,0-1 0,1 0 0,1 0 0,-1 0 0,6-14 0,-6 20 0,0 0 0,0-1 0,0 1 0,0 0 0,1 0 0,-1 0 0,1 0 0,0 0 0,-1 0 0,1 0 0,0 1 0,0-1 0,0 1 0,0-1 0,0 1 0,0 0 0,1 0 0,-1 0 0,0 0 0,1 0 0,-1 0 0,0 1 0,1-1 0,-1 1 0,1-1 0,-1 1 0,1 0 0,4 1 0,-2-1-97,0 1-1,0 1 1,0-1-1,0 1 1,0-1-1,-1 1 1,1 1-1,-1-1 1,1 1-1,-1 0 1,0 0-1,0 0 0,5 5 1,1 0-6729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138 107 24575,'-12'-10'0,"4"4"0,1-1 0,-1 1 0,-1 1 0,1-1 0,-1 2 0,0-1 0,0 1 0,-15-5 0,23 9 0,0-1 0,0 1 0,-1 0 0,1 0 0,0 0 0,0 0 0,0 0 0,0 0 0,0 0 0,0 0 0,-1 0 0,1 1 0,0-1 0,0 0 0,0 1 0,0-1 0,0 1 0,0-1 0,0 1 0,0-1 0,0 1 0,0 0 0,-1 1 0,1-1 0,0 1 0,1-1 0,-1 1 0,0-1 0,0 1 0,1 0 0,-1-1 0,1 1 0,-1 0 0,1 0 0,0-1 0,0 1 0,0 2 0,0 3 0,1-1 0,-1 0 0,1 0 0,1 0 0,-1 0 0,1 0 0,4 8 0,-1-5 0,0 0 0,0-1 0,1 0 0,1 0 0,-1-1 0,1 1 0,1-2 0,-1 1 0,1-1 0,10 7 0,-11-9 0,1 1 0,0-1 0,0-1 0,0 1 0,0-1 0,0-1 0,1 0 0,-1 0 0,1 0 0,0-1 0,16 0 0,-23-1 0,0 0 0,1-1 0,-1 1 0,0-1 0,0 1 0,0-1 0,0 0 0,0 0 0,0 0 0,0 0 0,-1 0 0,1 0 0,0-1 0,-1 1 0,1 0 0,0-1 0,-1 0 0,0 1 0,1-1 0,-1 0 0,0 1 0,0-1 0,0 0 0,0 0 0,0 0 0,0 0 0,-1 0 0,1 0 0,-1 0 0,1 0 0,-1-5 0,1 0 0,0 1 0,-1-1 0,0 0 0,-1 0 0,0 1 0,0-1 0,0 0 0,-1 1 0,-2-8 0,1 5 12,-1 0 0,-1 0 0,0 0 0,0 1 0,-1-1 0,0 1 0,0 0 0,-1 1 0,-8-8 0,10 11-118,-1-1 0,0 1 0,0 0 0,0 0 0,0 1 0,-1 0-1,1 0 1,-1 0 0,0 1 0,0 0 0,0 1 0,0-1 0,-9 0 0,-1 2-6720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 24575,'-13'8'0,"1"1"0,-1 0 0,-16 16 0,25-20 0,-1 0 0,1 0 0,0 0 0,0 0 0,0 1 0,1-1 0,0 1 0,0 0 0,0 0 0,-2 10 0,4-13 0,1 0 0,0 0 0,0 0 0,0 0 0,0 0 0,0 0 0,0 1 0,1-1 0,0 0 0,0-1 0,-1 1 0,2 0 0,-1 0 0,0 0 0,0 0 0,1-1 0,0 1 0,0-1 0,-1 1 0,1-1 0,0 0 0,1 0 0,2 3 0,6 4 0,1 0 0,0-1 0,21 11 0,-25-15 0,3 1 0,0 0 0,1 0 0,-1-1 0,1-1 0,0 0 0,0-1 0,0 0 0,24 1 0,-26-3 0,-1-1 0,0 1 0,1-1 0,-1-1 0,0 0 0,0 0 0,0-1 0,0 0 0,0 0 0,0-1 0,-1 0 0,10-7 0,-12 6 0,-1 0 0,0 0 0,0-1 0,0 1 0,0-1 0,-1 0 0,0-1 0,-1 1 0,1-1 0,-1 1 0,-1-1 0,1 0 0,-1 0 0,0 0 0,-1-1 0,1 1 0,-2 0 0,1-1 0,-1-11 0,0 12 0,-1 1 0,0 0 0,0 0 0,0 0 0,-1 0 0,0 0 0,0 1 0,0-1 0,-1 0 0,-5-8 0,5 10 0,0 0 0,0 1 0,0-1 0,0 1 0,-1 0 0,1 0 0,-1 0 0,0 0 0,0 1 0,0 0 0,0 0 0,0 0 0,-1 0 0,1 0 0,-6 0 0,8 1 0,1 1 0,-1 0 0,1-1 0,-1 1 0,0 0 0,1 0 0,-1 0 0,1 1 0,-1-1 0,0 0 0,1 0 0,-1 1 0,1-1 0,-1 1 0,1 0 0,-1-1 0,1 1 0,0 0 0,-2 1 0,1 0 0,-1 0 0,1 0 0,0 1 0,0-1 0,0 0 0,1 1 0,-1 0 0,0-1 0,-1 5 0,-1 5 0,0 0 0,1 0 0,-4 22 0,6-26 0,1 1 0,0 0 0,0 0 0,1 0 0,0 0 0,1 0 0,-1-1 0,2 1 0,-1 0 0,1-1 0,1 0 0,-1 0 0,2 0 0,-1 0 0,9 12 0,-9-15 0,0 1 0,1-1 0,-1 0 0,1 0 0,0-1 0,0 1 0,0-1 0,1 0 0,0 0 0,-1-1 0,1 0 0,1 0 0,-1 0 0,0-1 0,1 0 0,-1 0 0,1 0 0,0-1 0,-1 0 0,1-1 0,7 1 0,-11-2-97,0 1-1,0-1 1,0 1-1,0-1 1,0 0-1,0 0 1,-1 0-1,1 0 1,0-1-1,-1 1 1,1-1-1,-1 0 0,4-2 1,3-6-6729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 24575,'-4'-2'0,"1"1"0,-1 0 0,0 1 0,1-1 0,-1 1 0,0-1 0,-6 2 0,9-1 0,1 0 0,-1 0 0,0 0 0,0 0 0,1 0 0,-1 1 0,0-1 0,0 0 0,1 1 0,-1-1 0,0 0 0,1 1 0,-1-1 0,1 1 0,-1-1 0,0 1 0,1-1 0,-1 1 0,1 0 0,0-1 0,-1 1 0,1 0 0,-1-1 0,1 1 0,0 0 0,-1 0 0,1-1 0,0 1 0,0 0 0,0 0 0,0-1 0,-1 1 0,1 0 0,0 0 0,0-1 0,1 1 0,-1 0 0,0 0 0,0-1 0,0 1 0,0 0 0,1 1 0,2 6 0,-1 0 0,1 0 0,1 0 0,-1-1 0,8 12 0,28 35 0,-26-36 0,5 5 0,14 21 0,-32-44 0,1 1 0,-1-1 0,0 1 0,0-1 0,1 1 0,-1-1 0,0 1 0,0-1 0,0 1 0,1-1 0,-1 1 0,0-1 0,0 1 0,0-1 0,0 1 0,0-1 0,0 1 0,0-1 0,0 1 0,0-1 0,0 1 0,0-1 0,-1 1 0,1-1 0,0 1 0,0-1 0,0 1 0,-1 0 0,0 0 0,0-1 0,0 1 0,0 0 0,1-1 0,-1 1 0,0-1 0,0 1 0,0-1 0,0 0 0,-1 1 0,1-1 0,0 0 0,-1 0 0,-7 1 0,0 0 0,-16-3 0,17 2 0,-79-2-1365,74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38 24575,'-10'-8'0,"5"3"0,-1 0 0,0 1 0,0 0 0,-9-5 0,15 8 0,0 1 0,-1 0 0,1 0 0,0 0 0,-1-1 0,1 1 0,0 0 0,-1 0 0,1 0 0,0 0 0,-1-1 0,1 1 0,-1 0 0,1 0 0,0 0 0,-1 0 0,1 0 0,0 0 0,-1 0 0,1 0 0,-1 0 0,1 0 0,0 0 0,-1 1 0,1-1 0,-1 0 0,1 0 0,0 0 0,-1 0 0,1 1 0,0-1 0,-1 0 0,1 0 0,0 0 0,0 1 0,-1-1 0,1 0 0,0 1 0,0-1 0,-1 0 0,1 1 0,0-1 0,0 0 0,0 1 0,-1-1 0,1 0 0,0 1 0,0-1 0,0 1 0,0-1 0,0 0 0,0 1 0,0-1 0,0 0 0,0 1 0,0-1 0,0 1 0,0-1 0,0 1 0,1 3 0,-1 0 0,1-1 0,0 1 0,3 6 0,9 19 0,33 50 0,-15-29 0,19 23 0,-49-72 0,0 1 0,1-1 0,-1 1 0,0-1 0,0 1 0,-1 0 0,1-1 0,0 1 0,-1 0 0,1 0 0,0 0 0,-1 0 0,0-1 0,0 1 0,1 0 0,-1 0 0,0 0 0,0 0 0,-1 2 0,0-2 0,0-1 0,1 1 0,-1-1 0,0 0 0,0 1 0,-1-1 0,1 0 0,0 1 0,0-1 0,-1 0 0,1 0 0,0 0 0,-1 0 0,1 0 0,-1-1 0,1 1 0,-1 0 0,0-1 0,1 1 0,-1-1 0,-3 1 0,-21 3 0,0-1 0,0-1 0,0-1 0,-30-3 0,7 1 0,-29 0-1365,49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24575,'8'18'0,"2"7"0,2 4 0,-1-2 0,0-6 0,-2-3 0,1-2 0,-3-2 0,2-3 0,-2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24575,'10'10'0,"6"6"0,0 3 0,-2 0 0,-2 0 0,-2-3-8191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24575,'9'3'0,"0"0"0,0 1 0,0 0 0,13 9 0,-15-8 0,1-1 0,0 0 0,0 0 0,0-1 0,13 4 0,-19-6 0,0-1 0,1 0 0,-1 1 0,0-1 0,0 0 0,1-1 0,-1 1 0,0 0 0,0-1 0,0 1 0,1-1 0,-1 0 0,0 1 0,0-1 0,0 0 0,0 0 0,2-2 0,2-2 0,0 0 0,0 0 0,8-11 0,-10 11 0,-1 1 0,1-1 0,0 1 0,1 1 0,-1-1 0,1 0 0,6-3 0,-10 6 5,0 1 0,0 0 0,0-1 0,0 1 0,0 0 0,0 0 0,0 0 0,0 0 0,0 0 0,0 0 0,0 0 0,-1 0 0,1 0 0,0 0 0,0 0 0,0 0 0,0 1 0,0-1 0,0 0 0,0 1 0,0-1 0,-1 1 0,3 0 0,-2 1-191,1 0 1,0-1-1,0 1 0,-1 0 1,1 0-1,-1 0 1,3 3-1,1 6-6640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 24575,'-7'-1'0,"-1"1"0,1-1 0,0 1 0,-1 0 0,1 1 0,0 0 0,-13 3 0,18-4 0,1 0 0,-1 1 0,1 0 0,-1-1 0,1 1 0,-1 0 0,1 0 0,0-1 0,-1 1 0,1 0 0,0 1 0,0-1 0,-1 0 0,1 0 0,0 0 0,0 1 0,1-1 0,-1 0 0,0 1 0,0-1 0,1 1 0,-1-1 0,0 1 0,1-1 0,0 1 0,-1 0 0,1-1 0,0 1 0,0 0 0,0-1 0,0 1 0,0-1 0,0 1 0,0 0 0,1-1 0,-1 1 0,0-1 0,1 1 0,1 2 0,0 2 0,0 0 0,0-1 0,1 0 0,0 1 0,0-1 0,0 0 0,1 0 0,0-1 0,0 1 0,0-1 0,0 0 0,1 0 0,0 0 0,8 5 0,-9-7 0,-1 0 0,1-1 0,-1 1 0,1-1 0,-1 0 0,1 0 0,0 0 0,-1-1 0,1 1 0,0-1 0,0 0 0,-1 0 0,1 0 0,0-1 0,0 1 0,-1-1 0,1 0 0,0 0 0,-1 0 0,1 0 0,-1-1 0,1 0 0,-1 1 0,5-4 0,-2-1 0,1 1 0,-1-1 0,0 0 0,7-9 0,11-10 0,-24 24 0,0 1 0,0 0 0,0 0 0,0 0 0,1-1 0,-1 1 0,0 0 0,0 0 0,0 0 0,1-1 0,-1 1 0,0 0 0,0 0 0,0 0 0,1 0 0,-1 0 0,0 0 0,0 0 0,1 0 0,-1-1 0,0 1 0,1 0 0,-1 0 0,0 0 0,0 0 0,1 0 0,-1 0 0,0 0 0,0 0 0,1 1 0,-1-1 0,0 0 0,0 0 0,1 0 0,-1 0 0,0 0 0,0 0 0,1 0 0,-1 1 0,0-1 0,0 0 0,0 0 0,1 0 0,-1 1 0,0-1 0,0 0 0,0 0 0,0 0 0,1 1 0,-1-1 0,0 0 0,0 0 0,0 1 0,0-1 0,0 0 0,0 0 0,0 1 0,0-1 0,0 0 0,0 1 0,2 20 0,-2-18 0,14 208 0,0 14 0,-14-201 0,0 33 0,0-51 0,-1 0 0,0 0 0,0 0 0,0 0 0,-1 0 0,-5 11 0,7-16 0,-1 1 0,0-1 0,0 1 0,0-1 0,-1 0 0,1 0 0,0 1 0,-1-1 0,1 0 0,0 0 0,-1 0 0,1 0 0,-1 0 0,1-1 0,-1 1 0,0 0 0,1-1 0,-1 1 0,0-1 0,0 0 0,1 1 0,-1-1 0,0 0 0,0 0 0,1 0 0,-1 0 0,0 0 0,0-1 0,1 1 0,-1-1 0,0 1 0,-2-2 0,-5-1 0,1 0 0,-1-1 0,1 0 0,-14-10 0,5 2 0,0-1 0,1-1 0,-18-19 0,26 24 0,1 1 0,0-1 0,0-1 0,1 1 0,1-1 0,-1 0 0,-6-20 0,11 29 0,0-1 0,1 0 0,-1 0 0,1 0 0,-1 0 0,1-1 0,0 1 0,0 0 0,0 0 0,0 0 0,0 0 0,1 0 0,-1 0 0,0 0 0,1 0 0,-1 0 0,1 0 0,0 0 0,0 0 0,0 1 0,0-1 0,0 0 0,0 0 0,0 1 0,1-1 0,-1 1 0,1-1 0,-1 1 0,1-1 0,-1 1 0,1 0 0,0 0 0,0 0 0,-1 0 0,4-1 0,0 0 0,1 0 0,-1 1 0,0 0 0,1 0 0,0 0 0,-1 0 0,1 1 0,-1 0 0,1 0 0,0 1 0,-1 0 0,7 1 0,-5 0-227,1 0-1,-1 1 1,0-1-1,0 2 1,7 3-1,-3 1-6598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1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24575,'13'22'0,"2"0"0,0-2 0,1 0 0,1 0 0,1-1 0,1-2 0,0 0 0,26 17 0,-39-30 0,-1 0 0,1-1 0,0 0 0,0-1 0,1 1 0,-1-1 0,0 0 0,1-1 0,0 0 0,-1 0 0,1 0 0,7 0 0,-11-2 0,1 1 0,-1 0 0,0-1 0,0 0 0,0 0 0,0 0 0,0 0 0,0 0 0,0 0 0,0-1 0,0 1 0,-1-1 0,1 0 0,0 0 0,-1 0 0,0 0 0,1-1 0,-1 1 0,0 0 0,0-1 0,-1 0 0,1 1 0,0-1 0,-1 0 0,1 0 0,-1 0 0,1-4 0,-1 2 0,1 0 0,-1 0 0,0-1 0,-1 1 0,1 0 0,-1-1 0,0 1 0,-1 0 0,-1-9 0,2 11 0,-1 0 0,0-1 0,0 1 0,0 0 0,0 0 0,0 0 0,-1 1 0,1-1 0,-1 0 0,0 0 0,0 1 0,0-1 0,0 1 0,0 0 0,-1 0 0,1-1 0,-3 0 0,4 2 0,0 1 0,1 0 0,-1-1 0,1 1 0,-1 0 0,1-1 0,-1 1 0,0 0 0,1 0 0,-1 0 0,0-1 0,1 1 0,-1 0 0,0 0 0,1 0 0,-1 0 0,1 0 0,-1 0 0,-1 1 0,2-1 0,-1 0 0,1 1 0,0-1 0,-1 0 0,1 0 0,0 1 0,-1-1 0,1 0 0,0 1 0,0-1 0,-1 1 0,1-1 0,0 0 0,0 1 0,-1-1 0,1 1 0,0-1 0,0 1 0,0-1 0,0 1 0,0 2 0,-1-1 0,1 0 0,0 1 0,1-1 0,-1 0 0,0 0 0,1 1 0,-1-1 0,2 3 0,1 1 0,0 0 0,1-1 0,-1 1 0,1-1 0,1 0 0,-1 0 0,1-1 0,-1 1 0,1-1 0,1 0 0,-1 0 0,6 2 0,1 2 0,1-2 0,-1 0 0,1-1 0,22 7 0,-21-9 0,0 0 0,1-1 0,-1-1 0,15 0 0,-21-1 0,0 0 0,0-1 0,0 0 0,0-1 0,0 0 0,-1 0 0,1 0 0,12-7 0,-18 8 0,1-1 0,-1 0 0,1 0 0,-1 0 0,0-1 0,0 1 0,0 0 0,0-1 0,-1 1 0,1-1 0,-1 0 0,1 0 0,-1 1 0,0-1 0,0 0 0,0 0 0,0 0 0,-1 0 0,1 0 0,-1 0 0,0 0 0,0-1 0,0 1 0,-1-5 0,0 0 0,0-1 0,0 1 0,-1-1 0,0 1 0,-1 0 0,0 0 0,-7-14 0,3 12-136,0-1-1,-1 1 1,0 1-1,-1-1 1,0 1-1,-1 1 1,0 0-1,0 0 0,-15-8 1,8 7-6690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197 295 24575,'-4'-40'0,"-12"-53"0,13 77 0,-2 1 0,0 0 0,0 1 0,-2-1 0,1 1 0,-14-20 0,17 31 0,1 0 0,0 0 0,-1 0 0,0 0 0,0 0 0,0 1 0,0-1 0,0 1 0,-1 0 0,1 0 0,-1 0 0,1 0 0,-1 1 0,-6-3 0,8 4 0,0 0 0,0-1 0,0 1 0,0 0 0,0 0 0,0 0 0,0 1 0,0-1 0,0 0 0,0 1 0,0-1 0,0 1 0,0 0 0,0-1 0,0 1 0,1 0 0,-1 0 0,0 1 0,0-1 0,1 0 0,-1 0 0,1 1 0,-1-1 0,1 1 0,0-1 0,-1 1 0,1 0 0,0 0 0,-1 1 0,-1 4 0,0-1 0,0 1 0,1 0 0,0 0 0,0 0 0,1 0 0,-1 0 0,2 0 0,-1 0 0,1 1 0,0-1 0,0 0 0,3 11 0,-2-9 0,1 0 0,1 0 0,0-1 0,0 1 0,0-1 0,1 1 0,0-1 0,1 0 0,0-1 0,7 10 0,1-3 0,0 1 0,0-2 0,1 0 0,1 0 0,0-2 0,32 19 0,-27-19-109,73 35 352,-80-40-493,0-2 0,0 1 0,0-2 1,1 0-1,19 2 0,-20-4-6576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24575,'164'241'0,"-161"-237"0,0 0 0,1 0 0,-1-1 0,1 1 0,0-1 0,6 4 0,-9-6 0,0-1 0,-1 0 0,1 1 0,0-1 0,0 0 0,-1 0 0,1 1 0,0-1 0,0 0 0,-1 0 0,1 0 0,0 0 0,0 0 0,0 0 0,-1 0 0,1 0 0,0 0 0,0 0 0,1-1 0,-1 1 0,-1-1 0,1 0 0,0 0 0,0 1 0,-1-1 0,1 0 0,-1 0 0,1 1 0,0-1 0,-1 0 0,0 0 0,1 0 0,-1 0 0,1 0 0,-1 0 0,0 0 0,0 0 0,0 0 0,1-2 0,-1-9 0,0 0 0,0 0 0,-1 0 0,-1 0 0,0 0 0,0 1 0,-1-1 0,-6-13 0,1-2 0,3 13 0,4 12 0,0 0 0,0 0 0,0 0 0,0 0 0,0-1 0,1 1 0,-1 0 0,1 0 0,-1-1 0,1 1 0,0-1 0,0-2 0,1 5 0,-1 0 0,0-1 0,0 1 0,1 0 0,-1 0 0,1 0 0,-1 0 0,0 0 0,1-1 0,-1 1 0,0 0 0,1 0 0,-1 0 0,1 0 0,-1 0 0,0 0 0,1 0 0,-1 0 0,0 0 0,1 0 0,-1 1 0,1-1 0,-1 0 0,0 0 0,1 0 0,-1 0 0,0 0 0,1 1 0,-1-1 0,12 7 0,-12-7 0,17 11 0,-1 1 0,15 16 0,21 14 0,-37-31 0,2 0 0,-1-1 0,2-1 0,-1 0 0,1-1 0,0-1 0,1-1 0,0-1 0,0 0 0,21 1 0,-35-5 0,0-1 0,1 0 0,-1 0 0,0-1 0,0 0 0,0 1 0,0-2 0,0 1 0,0-1 0,0 1 0,0-1 0,8-5 0,-10 5 0,0 0 0,0 0 0,0-1 0,-1 1 0,1-1 0,-1 0 0,1 0 0,-1 0 0,0 0 0,0 0 0,0 0 0,0-1 0,-1 1 0,0 0 0,1-1 0,-1 0 0,0 1 0,0-6 0,0 0 0,0 0 0,-1 0 0,-1 0 0,0 0 0,0 0 0,0 0 0,-1 0 0,-1 0 0,1 1 0,-1-1 0,-1 1 0,-4-10 0,3 9 0,-1 0 0,0 0 0,0 1 0,0-1 0,-1 1 0,0 1 0,-1 0 0,0 0 0,0 0 0,-12-7 0,18 12 0,-1 1 0,1 0 0,-1-1 0,1 1 0,-1 0 0,0 1 0,1-1 0,-1 0 0,0 1 0,1 0 0,-1-1 0,0 1 0,0 0 0,0 0 0,1 1 0,-1-1 0,-5 2 0,6-1 0,0-1 0,1 1 0,-1 0 0,0 0 0,0 1 0,1-1 0,-1 0 0,1 0 0,-1 1 0,1-1 0,0 1 0,0-1 0,-1 1 0,1 0 0,0 0 0,0-1 0,0 1 0,1 0 0,-1 0 0,0 0 0,1 0 0,-1 0 0,1 0 0,0 3 0,-1 6 0,1 0 0,0 1 0,1-1 0,0 0 0,1 0 0,0-1 0,0 1 0,2 0 0,-1-1 0,1 1 0,11 18 0,-7-15 0,2 1 0,-1-2 0,2 1 0,0-1 0,0-1 0,1 0 0,16 12 0,-17-16 0,1-1 0,0 0 0,0 0 0,1-1 0,-1-1 0,1 0 0,1-1 0,-1 0 0,0-1 0,1 0 0,0-1 0,0-1 0,0 0 0,-1-1 0,1 0 0,0-2 0,25-4 0,-32 4 0,-1 0 0,1 0 0,-1-1 0,0 0 0,0 0 0,0-1 0,-1 1 0,1-1 0,-1-1 0,0 1 0,0-1 0,0 1 0,-1-1 0,1-1 0,4-7 0,-4 5 0,-1 0 0,0 0 0,0-1 0,-1 1 0,0-1 0,0 0 0,-1 0 0,0 0 0,-1 0 0,1-15 0,-2 3 0,-4-38 0,2 51 0,1 0 0,-1 1 0,0 0 0,0-1 0,-1 1 0,0 0 0,-1 0 0,-5-8 0,9 14 0,0 0 0,-1 0 0,1 1 0,-1-1 0,1 0 0,-1 1 0,1-1 0,-1 0 0,0 1 0,1-1 0,-1 1 0,0-1 0,1 1 0,-1-1 0,0 1 0,0 0 0,1-1 0,-1 1 0,0 0 0,0 0 0,0-1 0,1 1 0,-1 0 0,0 0 0,-1 0 0,1 1 0,0-1 0,0 0 0,0 1 0,0 0 0,0-1 0,0 1 0,0 0 0,0-1 0,0 1 0,0 0 0,0 0 0,1 0 0,-1 0 0,0 0 0,0 1 0,-4 6 0,1 1 0,0-1 0,-3 15 0,5-19 0,1 0 0,-3 7 0,0 0 0,1 1 0,0-1 0,-1 19 0,4-27 0,0 1 0,0 0 0,1-1 0,-1 1 0,1-1 0,0 1 0,0-1 0,0 1 0,0-1 0,1 0 0,-1 1 0,1-1 0,0 0 0,0 0 0,0 0 0,0 0 0,0 0 0,6 4 0,3 2 0,1 0 0,-1-1 0,2-1 0,-1 0 0,1 0 0,0-1 0,21 6 0,99 21 0,-98-28-341,1-1 0,-1-1-1,39-4 1,-62 1-6485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196 543 24575,'-9'-6'0,"-16"-11"0,-1 2 0,0 1 0,-29-11 0,52 23 0,-1 1 0,0 0 0,0 0 0,0 0 0,0 0 0,0 1 0,-5-1 0,9 1 0,-1 0 0,0 1 0,0-1 0,0 0 0,1 0 0,-1 0 0,0 0 0,0 1 0,0-1 0,1 0 0,-1 1 0,0-1 0,1 1 0,-1-1 0,0 1 0,1-1 0,-1 1 0,0-1 0,1 1 0,-1 0 0,1-1 0,-1 1 0,1 0 0,-1-1 0,1 1 0,0 0 0,-1 0 0,1-1 0,0 1 0,0 0 0,0 0 0,-1 0 0,1-1 0,0 1 0,0 0 0,0 0 0,0 0 0,0 1 0,1 4 0,0 0 0,0 1 0,1-1 0,-1 0 0,1 0 0,1 0 0,-1 0 0,1 0 0,0 0 0,1-1 0,3 6 0,9 10 0,24 25 0,-36-42 0,-4-3 0,10 10 0,1 0 0,0 0 0,1-1 0,21 14 0,-30-22 0,0-1 0,0 1 0,0-1 0,0 0 0,0 1 0,1-2 0,-1 1 0,1 0 0,-1-1 0,0 1 0,7-1 0,-8 0 0,1-1 0,-1 1 0,1-1 0,-1 0 0,1 0 0,-1 0 0,0 0 0,1 0 0,-1 0 0,0-1 0,0 1 0,0-1 0,0 0 0,0 1 0,0-1 0,-1 0 0,4-4 0,-1-1 0,0 0 0,0 0 0,0-1 0,-1 1 0,0-1 0,-1 0 0,0 0 0,0 0 0,0 0 0,-1 0 0,0 0 0,-1 0 0,0-11 0,-2-7 0,-1 0 0,-12-48 0,-20-52 0,-56-131 0,73 202 0,92 262 0,16-6 0,-62-139 0,26 70-1365,-50-116-5461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24575,'0'0'0,"0"0"0,0 0 0,0-1 0,0 1 0,0 0 0,0 0 0,0 0 0,0 0 0,-1-1 0,1 1 0,0 0 0,0 0 0,0 0 0,0 0 0,0 0 0,-1 0 0,1 0 0,0-1 0,0 1 0,0 0 0,0 0 0,0 0 0,-1 0 0,1 0 0,0 0 0,0 0 0,0 0 0,-1 0 0,1 0 0,0 0 0,0 0 0,0 0 0,0 0 0,-1 0 0,1 0 0,0 0 0,0 0 0,0 0 0,-1 0 0,1 1 0,0-1 0,0 0 0,0 0 0,-1 10 0,6 13 0,22 42 0,52 91 0,-37-84 0,-16-29 0,29 67 0,-49-96 0,-5-11 0,1 1 0,0 0 0,-1-1 0,1 1 0,-1 0 0,0 0 0,0 7 0,-1-11 1,0 0 0,0 0 0,0 1 0,0-1 0,0 0 0,0 0 0,0 0-1,0 1 1,0-1 0,-1 0 0,1 0 0,0 0 0,0 0 0,0 0 0,0 1 0,0-1-1,-1 0 1,1 0 0,0 0 0,0 0 0,0 0 0,0 0 0,-1 0 0,1 1 0,0-1-1,0 0 1,0 0 0,-1 0 0,1 0 0,0 0 0,0 0 0,0 0 0,-1 0 0,1 0-1,0 0 1,0 0 0,0 0 0,-1 0 0,1 0 0,0 0 0,0-1 0,0 1 0,0 0 0,-1 0-1,1 0 1,0 0 0,0 0 0,0 0 0,0 0 0,-1-1 0,1 1 0,0 0 0,0 0-1,0 0 1,0 0 0,-1-1 0,-10-7-1228,11 8 1038,-11-10-6637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24575,'-23'7'0,"-12"3"0,-3 0 0,3-3 0,2-1 0,4-3 0,5-1 0,3-1 0,4-1 0,1 0 0,2-1 0,0 1 0,2-1-8191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46 24575,'-25'-6'0,"-52"-12"0,65 16 0,1 1 0,-1 0 0,0 0 0,-16 2 0,26-1 0,1 1 0,-1-1 0,1 0 0,-1 0 0,1 1 0,-1-1 0,1 1 0,-1-1 0,1 1 0,0 0 0,-1-1 0,1 1 0,0 0 0,0 0 0,-3 2 0,4-2 0,0-1 0,-1 1 0,1 0 0,0 0 0,0-1 0,-1 1 0,1 0 0,0-1 0,0 1 0,0 0 0,0 0 0,0 0 0,0-1 0,0 1 0,0 0 0,0 0 0,0-1 0,1 1 0,-1 0 0,0 0 0,1-1 0,-1 1 0,0 0 0,1-1 0,-1 1 0,0 0 0,1-1 0,-1 1 0,1-1 0,0 1 0,0 0 0,4 4 0,1 0 0,-1 0 0,1-1 0,0 0 0,0 0 0,1 0 0,10 4 0,-2-2 0,1 0 0,21 4 0,-19-7 0,1 0 0,0-1 0,-1 0 0,20-2 0,-28-1 0,1 0 0,-1 0 0,1-1 0,-1 0 0,0-1 0,1 0 0,-2-1 0,16-7 0,-23 10 0,0 1 0,-1-1 0,1 0 0,-1 0 0,0 0 0,1 0 0,-1-1 0,0 1 0,0 0 0,1 0 0,-1-1 0,0 1 0,0-1 0,-1 1 0,1-1 0,0 1 0,0-1 0,-1 0 0,1 1 0,0-4 0,-1 4 0,0-1 0,-1 1 0,1-1 0,0 1 0,-1 0 0,1-1 0,-1 1 0,1-1 0,-1 1 0,0 0 0,0-1 0,1 1 0,-1 0 0,0 0 0,0 0 0,0-1 0,0 1 0,-1 0 0,1 0 0,0 1 0,0-1 0,0 0 0,-3-1 0,-5-3 20,-1 1 0,1 0 0,-1 0 0,0 1 0,-19-4 0,7 4-763,-36-1 1,39 3-6084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24575,'103'231'0,"-87"-196"0,102 206 0,-99-202 0,-3-11-1365,-11-19-5461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31 24575,'-30'-5'0,"-13"-2"0,-1 1 0,2 1 0,5 1 0,7 2 0,5 1 0,8 3 0,4 1 0,4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45 24575,'-29'-11'0,"-40"-14"0,60 23 0,1 0 0,-1 0 0,0 1 0,0 0 0,-16 0 0,24 1 0,0 0 0,-1 0 0,1 0 0,-1 1 0,1-1 0,0 0 0,-1 1 0,1-1 0,0 0 0,0 1 0,-1 0 0,1-1 0,0 1 0,0 0 0,0-1 0,0 1 0,-1 0 0,0 2 0,2-3 0,-1 1 0,1 0 0,0 0 0,-1 0 0,1 0 0,0 0 0,0 0 0,-1 0 0,1 0 0,0-1 0,0 1 0,0 0 0,0 0 0,0 0 0,1 0 0,-1 0 0,0 0 0,0 0 0,1 2 0,1 1 0,1 0 0,-1 1 0,1-1 0,0 0 0,0 0 0,0 0 0,0-1 0,6 6 0,14 10 0,44 28 0,-57-41 0,0 0 0,1-1 0,0 0 0,0-1 0,1 0 0,-1-1 0,16 3 0,-24-5 0,1-1 0,-1 0 0,0 1 0,0-1 0,0-1 0,0 1 0,0 0 0,0-1 0,0 0 0,0 1 0,0-1 0,0 0 0,0-1 0,0 1 0,4-3 0,-5 2 0,0 1 0,0-1 0,-1 0 0,1 0 0,0 0 0,-1 0 0,0 0 0,1 0 0,-1-1 0,0 1 0,0 0 0,0-1 0,0 1 0,-1-1 0,1 1 0,-1-1 0,1 1 0,-1-1 0,0-2 0,-1-14 0,1 15 0,5 16 0,0-2-105,0 1 0,1-1 0,0 1 0,1-2 0,0 1 0,0-1 0,1 0 0,0 0 0,1-1 0,0 0 0,0-1 0,16 10 0,-12-10-6721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9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24575,'8'32'0,"4"17"0,4 4 0,-2-2 0,0-4 0,-1-3 0,1-3 0,0-5 0,1-5 0,-1-6 0,-2-4 0,0-3 0,-3-3 0,0-3 0,0-4 0,0-6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 24575,'-14'38'0,"8"-22"0,0 0 0,1 1 0,0 0 0,-2 26 0,6-40 0,1-1 0,0 1 0,0 0 0,0-1 0,1 1 0,-1-1 0,1 1 0,-1-1 0,1 1 0,0-1 0,0 1 0,0-1 0,0 0 0,1 0 0,-1 1 0,3 3 0,-1-4 0,0 1 0,-1-1 0,1 0 0,0 0 0,0 0 0,1 0 0,-1-1 0,0 1 0,0-1 0,7 2 0,5 0 0,0-1 0,1 0 0,-1-1 0,24-2 0,-30 1 0,5-1 0,1-1 0,0-1 0,-1 0 0,1-1 0,-1 0 0,0-1 0,0-1 0,19-11 0,-29 15 0,0 0 0,0-1 0,-1 0 0,1 1 0,-1-1 0,0 0 0,1-1 0,-1 1 0,-1 0 0,1-1 0,0 0 0,-1 1 0,0-1 0,0 0 0,0 0 0,0-1 0,-1 1 0,0 0 0,1-1 0,-1 1 0,-1 0 0,1-1 0,-1 1 0,0-1 0,0 1 0,0-1 0,-1 1 0,1-1 0,-1 1 0,0 0 0,0-1 0,-1 1 0,1 0 0,-1 0 0,0 0 0,0 0 0,0 0 0,-1 0 0,1 0 0,-7-6 0,5 7 0,-21-21 0,24 23 0,-1 0 0,1 0 0,-1 0 0,0 0 0,1 0 0,-1 0 0,0 0 0,1 0 0,-1 1 0,0-1 0,0 1 0,0-1 0,1 1 0,-5 0 0,5 0 0,1 0 0,-1 1 0,0-1 0,0 0 0,0 1 0,1-1 0,-1 1 0,0-1 0,0 1 0,1-1 0,-1 1 0,0 0 0,1-1 0,-1 1 0,1 0 0,-1-1 0,1 1 0,-1 0 0,1 0 0,-1-1 0,1 1 0,0 0 0,0 0 0,-1 0 0,1 0 0,0 0 0,0 1 0,-2 27 0,2-26 0,0 3 0,0-1 0,1 1 0,0-1 0,0 1 0,0-1 0,0 0 0,1 1 0,0-1 0,0 0 0,0 0 0,6 9 0,-3-8 0,0 0 0,0-1 0,0 1 0,0-1 0,1 0 0,0 0 0,11 6 0,6 1 0,-1-1 0,2-2 0,-1 0 0,28 6 0,-51-15 0,22 6 0,0-2 0,0 0 0,0-1 0,1-1 0,41-3 0,-47-1-1365,-5-2-5461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121 129 24575,'8'37'0,"1"0"0,15 37 0,33 68 0,-66-158 0,-20-24 0,6 9 0,-23-31 0,-22-36 0,66 95 0,-6-11 0,1 1 0,0-2 0,-8-21 0,14 32 0,0 0 0,0 0 0,0-1 0,1 1 0,0 0 0,0 0 0,0-8 0,0 10 0,1-1 0,-1 1 0,1 0 0,0 0 0,0-1 0,0 1 0,0 0 0,0 0 0,0 0 0,0 0 0,1 0 0,-1 1 0,1-1 0,-1 0 0,3-1 0,-1 1 0,1 0 0,-1 0 0,0 0 0,1 1 0,-1-1 0,1 1 0,-1 0 0,1 0 0,0 1 0,-1-1 0,1 1 0,0 0 0,0 0 0,-1 0 0,1 0 0,0 0 0,0 1 0,-1 0 0,1 0 0,6 2 0,7 3 0,-1 1 0,0 0 0,15 10 0,-5-2 0,-2 2 0,1 0 0,-2 2 0,-1 0 0,0 2 0,-1 0 0,-1 1 0,-2 1 0,29 45 0,-43-62 0,-1 1 0,0-1 0,0 1 0,0 0 0,-1 0 0,0 0 0,2 9 0,-4-12 0,0-1 0,0 1 0,0-1 0,0 1 0,-1-1 0,1 1 0,-1-1 0,0 1 0,0-1 0,0 0 0,0 1 0,-1-1 0,1 0 0,-1 0 0,0 0 0,-4 5 0,1-2 7,-1 0 0,0 0 0,0 0 0,0-1 0,-1 0 0,1-1 0,-1 1 0,-1-1 0,1-1 0,0 1 0,-1-1 0,0 0-1,1-1 1,-16 3 0,-4-2-353,-1 0-1,-54-3 1,65 0-84,4-1-6396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24575,'15'20'0,"8"11"0,2 4 0,-4-2 0,-1-2 0,-3-3 0,-4-4 0,-2-4 0,-2-3 0,-1-3 0,-1-3 0,-2-5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24575,'18'-18'0,"10"-5"0,4-2 0,-2 3 0,-1 7 0,-2 4 0,-4 5 0,-3 1 0,-3 1 0,-1 1 0,-1 1 0,-3 4 0,-4 4 0,-5 0 0,-7 0 0,-4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24575,'23'-5'0,"9"-2"0,3 1 0,-3-2 0,-4 1 0,-7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24575,'10'20'0,"6"12"0,0 2 0,0-1 0,-1-4 0,-2-2 0,-1-3 0,0-4 0,-2-1 0,-1-3 0,2-1 0,-2 0 0,-3-4-8191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35 24575,'-20'-10'0,"-9"-1"0,-2 2 0,4 4 0,4 7 0,4 4 0,2 4 0,1 1 0,2 0 0,0-1 0,0 0 0,3-2-8191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40 24575,'8'-36'0,"-5"33"0,-3 8 0,-2 10 0,-6 16 0,-1-1 0,-1 0 0,-19 39 0,-62 138 0,77-170 0,2 1 0,2 1 0,-9 65 0,6-19-1365,12-72-5461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24575,'8'15'0,"4"8"0,4 4 0,0 3 0,1 0 0,-2-2 0,0 0 0,1-1 0,0-2 0,-2-2 0,-2-2 0,0-2 0,-2-3 0,0-2 0,-2-3 0,-3-5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24575,'27'-5'0,"13"-2"0,3 1 0,-2 1 0,-6 1 0,-7 2 0,-5 0 0,-4 2 0,-3 0 0,-6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24575,'0'-3'0,"0"-3"0,3 0 0,0-2 0,3 0 0,2 2 0,3 1 0,2 3 0,1 0 0,-2 4 0,0 2 0,0-1 0,1 0 0,-2-1-8191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24575,'5'25'0,"1"11"0,1 2 0,0-1 0,0-4 0,1-5 0,-1-2 0,1-4 0,-1-2 0,1-2 0,-1-2 0,1-4 0,-1-1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24575,'8'-15'0,"5"-5"0,2 1 0,2 4 0,0 4 0,0 4 0,-1 3 0,0 3 0,-1 3 0,0 2 0,0 0 0,0 0 0,0 1 0,-1 0 0,-4-1 0,-5 1 0,-5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24575,'15'-5'0,"8"-4"0,2-1 0,-1 2 0,-1 2 0,-3 2 0,-2 1 0,-4 5 0,-4 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6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24575,'1'0'0,"0"0"0,-1 1 0,1-1 0,0 0 0,0 1 0,-1-1 0,1 1 0,-1-1 0,1 1 0,0-1 0,-1 1 0,1-1 0,-1 1 0,1 0 0,-1-1 0,0 1 0,1 0 0,-1-1 0,1 1 0,-1 1 0,7 15 0,-7-16 0,30 111 0,30 52 0,-59-160-107,-3-6 234,-6-11-210,3 6-1219,-2-3-5524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7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89 24575,'-3'-5'0,"0"-1"0,-1 1 0,0 0 0,1 0 0,-2 1 0,1-1 0,-1 1 0,1 0 0,-1 0 0,0 0 0,-1 0 0,1 1 0,0 0 0,-1 0 0,0 1 0,0 0 0,0 0 0,0 0 0,0 0 0,0 1 0,0 0 0,0 1 0,-13-1 0,-9 2 0,-105-4 0,-85-7-1365,201 10-5461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15 24575,'0'0'0,"0"-1"0,1 0 0,-1 1 0,0-1 0,1 1 0,-1-1 0,0 0 0,1 1 0,-1-1 0,1 1 0,-1-1 0,1 1 0,-1-1 0,1 1 0,-1 0 0,1-1 0,0 1 0,-1-1 0,1 1 0,0 0 0,-1 0 0,1-1 0,0 1 0,-1 0 0,1 0 0,0 0 0,1 0 0,22-3 0,-21 3 0,13 0 0,0 0 0,0 1 0,0 1 0,0 1 0,0 0 0,0 1 0,0 1 0,-1 0 0,0 1 0,0 1 0,-1 0 0,22 15 0,-32-19 0,-1-1 0,1 1 0,-1 0 0,1 1 0,-1-1 0,0 0 0,0 1 0,-1 0 0,1 0 0,-1 0 0,0 0 0,0 0 0,0 0 0,2 9 0,-3-11 0,-1 1 0,1-1 0,-1 1 0,0-1 0,0 1 0,0 0 0,0-1 0,-1 1 0,1-1 0,-1 1 0,1-1 0,-1 1 0,0-1 0,0 1 0,0-1 0,0 0 0,0 1 0,-1-1 0,1 0 0,-1 0 0,0 0 0,1 0 0,-1 0 0,0-1 0,0 1 0,0 0 0,-4 2 0,0-1 0,1-1 0,-1 1 0,0-1 0,0 0 0,-1 0 0,1-1 0,0 0 0,0 0 0,-1 0 0,-10-1 0,5 0 0,0-1 0,1 0 0,-1-1 0,-22-6 0,17 2 0,0 0 0,1-1 0,-1-1 0,2-1 0,-1 0 0,-20-15 0,35 23 0,0-1 0,-1 1 0,1 0 0,0 0 0,-1 0 0,1-1 0,0 1 0,0-1 0,0 1 0,0-1 0,0 1 0,1-1 0,-1 1 0,0-1 0,1 0 0,-1 1 0,1-1 0,-1 0 0,1 0 0,0 1 0,0-1 0,0 0 0,0 0 0,0 0 0,0 1 0,1-1 0,-1 0 0,0 0 0,1 1 0,0-1 0,-1 0 0,1 1 0,0-1 0,0 1 0,0-1 0,0 1 0,2-3 0,0 0 0,0 1 0,0-1 0,1 1 0,0 0 0,0 0 0,-1 1 0,2-1 0,-1 1 0,0-1 0,0 2 0,1-1 0,-1 0 0,6-1 0,21 0-1365,-18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5 24575,'-2'-1'0,"0"0"0,0 0 0,0 1 0,0-1 0,0 1 0,0 0 0,0-1 0,0 1 0,0 0 0,0 0 0,-1 0 0,1 1 0,0-1 0,0 0 0,0 1 0,0-1 0,0 1 0,0 0 0,0 0 0,0 0 0,1 0 0,-1 0 0,0 0 0,0 0 0,1 1 0,-1-1 0,1 0 0,-1 1 0,1 0 0,-1-1 0,1 1 0,0 0 0,0 0 0,0-1 0,-1 3 0,-1 3 0,1 0 0,0 1 0,0-1 0,0 0 0,1 0 0,0 1 0,1-1 0,0 15 0,3 7 0,0 0 0,12 42 0,23 56 0,-28-95 0,138 361 0,-143-382 0,-3-6 0,0 0 0,1 1 0,-1-1 0,1 0 0,6 7 0,-13-29-1365,0 5-5461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24575,'-30'-10'0,"-13"-3"0,-1 0 0,4 3 0,7 2 0,5 4 0,9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24575,'11'27'0,"64"149"0,-56-125 0,19 80 0,-37-128 0,3 23 0,-3-25 0,-1 0 0,0 0 0,0 0 0,0 0 0,0 0 0,0 0 0,0 0 0,0 0 0,-1 0 0,1 1 0,0-1 0,0 0 0,-1 0 0,1-1 0,-1 1 0,1 0 0,-1 0 0,1 0 0,-2 1 0,2-2 0,-1 0 0,1 0 0,-1 0 0,1 0 0,0 0 0,-1 0 0,1 0 0,-1 0 0,1 0 0,-1 0 0,1 0 0,0-1 0,-1 1 0,1 0 0,-1 0 0,1 0 0,0-1 0,-1 1 0,1 0 0,0-1 0,-1 1 0,1 0 0,0 0 0,-1-1 0,1 1 0,0-1 0,0 1 0,0 0 0,-1-1 0,1 1 0,0-1 0,0 1 0,-8-15 0,7 10 0,-1 0 0,1 0 0,0 0 0,0 0 0,0-1 0,1 1 0,0 0 0,0 0 0,0 0 0,1-1 0,0 1 0,1-7 0,-1 10 0,0-1 0,0 1 0,0-1 0,1 1 0,-1-1 0,0 1 0,1 0 0,0 0 0,-1-1 0,1 1 0,0 1 0,0-1 0,0 0 0,1 0 0,-1 1 0,0-1 0,0 1 0,1 0 0,-1 0 0,1 0 0,-1 0 0,1 0 0,0 0 0,-1 0 0,4 1 0,0-1 0,0 1 0,0 1 0,0-1 0,0 1 0,0 0 0,-1 0 0,1 1 0,0 0 0,-1 0 0,1 0 0,-1 1 0,0-1 0,1 1 0,-1 0 0,-1 1 0,1 0 0,5 4 0,-4-3 0,-1 1 0,1-1 0,-1 1 0,0 0 0,0 1 0,-1-1 0,0 1 0,0 0 0,0 0 0,-1 0 0,0 1 0,3 11 0,-6-16 0,1-1 0,-1 0 0,1 1 0,-1-1 0,0 1 0,0-1 0,0 1 0,-1-1 0,1 0 0,-1 1 0,1-1 0,-1 1 0,0-1 0,0 0 0,0 0 0,0 0 0,0 1 0,-2 2 0,1-3 0,-1 0 0,1 0 0,0 0 0,-1 0 0,0 0 0,1 0 0,-1-1 0,0 1 0,0-1 0,1 0 0,-1 0 0,-5 1 0,-2 0 0,0-1 0,0 0 0,-1 0 0,1-1 0,0-1 0,0 1 0,-18-5 0,14 2-227,1-1-1,0 0 1,1-1-1,-1 0 1,-17-11-1,20 10-6598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24575,'13'16'0,"8"11"0,4 7 0,0 3 0,-1 2 0,-3 0 0,-3-2 0,-1-2 0,-1 0 0,-4-2 0,0-3 0,-1-1 0,-2-3 0,0-4 0,1-2 0,-1-3 0,-2-4-8191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140 105 24575,'-8'-4'0,"-12"-3"0,-22-7 0,38 13 0,-1-1 0,0 1 0,0 1 0,0-1 0,0 1 0,0 0 0,0 0 0,0 0 0,0 1 0,-6 1 0,10-2 0,1 0 0,-1 1 0,1-1 0,-1 0 0,1 0 0,0 0 0,-1 0 0,1 1 0,-1-1 0,1 0 0,-1 0 0,1 1 0,0-1 0,-1 0 0,1 1 0,0-1 0,0 0 0,-1 1 0,1-1 0,0 1 0,-1-1 0,1 1 0,0-1 0,0 0 0,0 1 0,0-1 0,0 1 0,-1-1 0,1 1 0,0 0 0,0 0 0,1 0 0,-1 1 0,0-1 0,1 0 0,-1 0 0,1 0 0,-1 1 0,1-1 0,-1 0 0,1 0 0,1 1 0,2 3 0,0 0 0,0 0 0,8 5 0,0 1 0,1-2 0,27 15 0,-34-20 0,0-1 0,1-1 0,0 1 0,-1-1 0,1 0 0,0-1 0,0 1 0,0-1 0,8 0 0,-13-1 0,0 0 0,1 0 0,-1-1 0,0 1 0,0 0 0,0-1 0,0 1 0,1-1 0,-1 0 0,0 0 0,0 0 0,0 0 0,0 0 0,0 0 0,-1 0 0,1-1 0,0 1 0,-1-1 0,1 1 0,0-1 0,-1 0 0,0 1 0,1-1 0,-1 0 0,0 0 0,0 0 0,1-2 0,-1 0 0,0 0 0,0 0 0,-1 0 0,1 0 0,-1 1 0,0-1 0,0 0 0,0 0 0,0 0 0,-1 0 0,1 0 0,-1 0 0,0 1 0,-3-7 0,1 3 12,-1 0 0,0 0 0,0 0 0,0 1 0,-1 0 0,0 0 0,0 0 0,0 1 0,-11-9 0,13 11-95,-1 0 1,0 1-1,0-1 1,0 1-1,0 0 1,0 0-1,0 0 1,-1 1-1,1-1 1,-1 1-1,1 0 1,-1 1-1,1-1 1,-1 1-1,1 0 1,-1 0-1,-6 1 1,-2 2-6744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24575,'-2'17'0,"0"-1"0,1 1 0,1-1 0,1 1 0,0 0 0,7 30 0,-6-41 0,0 0 0,0-1 0,0 1 0,0-1 0,1 1 0,0-1 0,0 0 0,0 0 0,1-1 0,0 1 0,0-1 0,0 1 0,0-1 0,1-1 0,-1 1 0,1 0 0,0-1 0,0 0 0,1 0 0,-1-1 0,1 0 0,9 4 0,-9-5 0,0 0 0,-1 0 0,1 0 0,0 0 0,0-1 0,0 0 0,0 0 0,0 0 0,-1-1 0,1 0 0,0 0 0,0-1 0,-1 0 0,1 0 0,-1 0 0,6-3 0,-7 3 0,-1 0 0,0-1 0,1 1 0,-1-1 0,0 0 0,-1 0 0,1 0 0,0 0 0,-1 0 0,0 0 0,0-1 0,0 1 0,0-1 0,0 0 0,-1 1 0,1-1 0,-1 0 0,0 0 0,0 0 0,-1 0 0,1 0 0,-1 0 0,0 0 0,0-4 0,-2-5-1365,-2 3-5461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24575,'22'30'0,"11"17"0,2 9 0,-3 2 0,-7-4 0,-5-6 0,-3-6 0,-4-5 0,-6-4 0,0-5 0,-2-3 0,-1-2 0,-2-3 0,-1-2 0,1-5 0,2-1 0,-1-1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24575,'-3'5'0,"0"0"0,0 0 0,1 0 0,-1 0 0,1 0 0,0 1 0,1-1 0,-1 1 0,1-1 0,0 1 0,1 0 0,-1 5 0,1-6 0,1 0 0,-1-1 0,1 1 0,0 0 0,1-1 0,-1 1 0,1-1 0,0 0 0,0 1 0,0-1 0,1 0 0,-1 0 0,1 0 0,6 6 0,-5-6 4,1 1-1,1-1 1,-1 0-1,1 0 1,-1 0 0,1-1-1,0 0 1,0 0-1,0 0 1,1-1-1,-1 0 1,1-1-1,-1 1 1,8 0-1,11 0-106,1-1-1,36-3 0,-11 0-1003,-38 2-5719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24575,'-6'-3'0,"-6"-3"0,-26-10 0,35 15 0,0 0 0,1 1 0,-1-1 0,0 1 0,0-1 0,0 1 0,1 0 0,-1 0 0,0 0 0,0 0 0,0 0 0,0 1 0,1 0 0,-1-1 0,0 1 0,-2 1 0,3-1 0,1 0 0,-1 1 0,1-1 0,0 0 0,-1 0 0,1 1 0,0-1 0,0 1 0,0-1 0,0 1 0,0 0 0,0-1 0,1 1 0,-1 0 0,1-1 0,-1 1 0,1 0 0,-1 0 0,1 0 0,0-1 0,0 1 0,0 0 0,0 0 0,0 0 0,0 0 0,1-1 0,-1 1 0,1 3 0,1 0 0,-1 1 0,1 0 0,0-1 0,1 0 0,-1 1 0,1-1 0,6 8 0,2-1 0,-1-2 0,1 1 0,1-2 0,0 0 0,0 0 0,18 9 0,31 23 0,-55-37 0,0 1 0,-1 0 0,1 0 0,-1 0 0,0 1 0,-1-1 0,1 1 0,-1 0 0,3 7 0,-6-11 0,-1-1 0,0 0 0,0 1 0,0-1 0,0 0 0,0 1 0,0-1 0,0 0 0,-1 1 0,1-1 0,0 0 0,-1 1 0,1-1 0,-1 0 0,1 0 0,-1 0 0,1 1 0,-1-1 0,0 0 0,0 0 0,0 0 0,0 0 0,1 0 0,-1 0 0,0-1 0,-1 1 0,1 0 0,0 0 0,0-1 0,0 1 0,-2 0 0,-5 3 0,-1 0 0,1 0 0,-12 2 0,19-6 0,-23 6-273,0-2 0,-1-1 0,0 0 0,-39-3 0,41 0-6553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24575,'0'7'0,"1"0"0,0-1 0,0 1 0,1 0 0,0 0 0,0-1 0,0 1 0,1-1 0,0 1 0,0-1 0,1 0 0,0 0 0,5 6 0,8 7 0,0 0 0,26 21 0,-9-8 0,-13-13 0,-14-14 0,-1 1 0,1 0 0,-1 0 0,0 0 0,6 11 0,-8-8-1365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6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71 24575,'-1'-1'0,"1"1"0,0 0 0,0 0 0,0 0 0,0 0 0,0-1 0,0 1 0,0 0 0,0 0 0,0 0 0,0 0 0,0-1 0,0 1 0,0 0 0,0 0 0,0 0 0,0 0 0,0-1 0,0 1 0,0 0 0,0 0 0,0 0 0,0 0 0,1-1 0,-1 1 0,0 0 0,0 0 0,0 0 0,0 0 0,0 0 0,0-1 0,0 1 0,1 0 0,-1 0 0,0 0 0,0 0 0,0 0 0,0 0 0,1 0 0,-1 0 0,6 6 0,8 22 0,-11-21 0,17 34 0,2 4 0,33 50 0,-49-88 0,-6-14 0,-8-14 0,-66-107 0,67 116 0,1 1 0,-8-26 0,12 33 0,1 0 0,0 0 0,0 0 0,0 0 0,1 0 0,-1 0 0,1-1 0,0 1 0,0 0 0,0 0 0,1 0 0,0-1 0,1-5 0,-1 10 0,-1-1 0,0 0 0,1 0 0,-1 0 0,1 1 0,-1-1 0,1 0 0,-1 0 0,1 1 0,0-1 0,-1 1 0,1-1 0,0 0 0,0 1 0,-1-1 0,1 1 0,0 0 0,0-1 0,0 1 0,-1 0 0,1-1 0,0 1 0,0 0 0,0 0 0,0 0 0,0 0 0,0 0 0,0 0 0,0 0 0,-1 0 0,1 0 0,0 0 0,0 0 0,0 1 0,1-1 0,4 3 0,0-1 0,0 1 0,0 0 0,6 4 0,-2 0 0,-9-7 0,16 9 0,26 17 0,-37-21 0,-1-1 0,0 1 0,0-1 0,-1 1 0,1 0 0,-1 1 0,0-1 0,3 9 0,-2-7-195,-2 1 0,1 0 0,-1 0 0,0 1 0,-1-1 0,3 18 0,-4-13-6631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32 322 24575,'22'-25'0,"37"-46"0,-53 63 0,-1 0 0,0-1 0,0 1 0,-1-1 0,0 0 0,-1 0 0,4-13 0,-7 18 0,0-1 0,0 1 0,0 0 0,0 0 0,-1-1 0,1 1 0,-1 0 0,0 0 0,-1 0 0,1 0 0,-1 0 0,1 0 0,-1 0 0,0 0 0,-5-6 0,3 5 0,0-1 0,-1 1 0,1 0 0,-1 0 0,0 0 0,-1 0 0,1 1 0,-1 0 0,-6-3 0,11 6 0,-1 0 0,0 0 0,0 0 0,0 0 0,1 1 0,-1-1 0,0 1 0,0-1 0,0 1 0,0 0 0,0 0 0,0 0 0,0 0 0,0 0 0,0 0 0,0 0 0,0 1 0,0-1 0,-3 2 0,3-1 0,0 0 0,0 1 0,0-1 0,0 1 0,1-1 0,-1 1 0,1 0 0,-1-1 0,1 1 0,-1 0 0,1 0 0,0 0 0,0 0 0,-1 4 0,-1 0 0,1 1 0,1-1 0,-1 1 0,1 0 0,0 0 0,1 0 0,-1-1 0,2 1 0,-1 0 0,2 10 0,0-11 0,0 0 0,0 0 0,1 0 0,-1 0 0,1-1 0,1 1 0,-1-1 0,1 0 0,0 0 0,0 0 0,0 0 0,1-1 0,-1 0 0,1 0 0,0 0 0,7 4 0,4 1 0,1 0 0,-1-1 0,1-1 0,25 7 0,-26-10 0,1-1 0,0 0 0,33 1 0,52-7 0,-98 2 0,1 1 0,0-1 0,0 0 0,0 0 0,0 0 0,-1-1 0,1 1 0,-1-1 0,1 0 0,-1-1 0,0 1 0,7-6 0,-8 6 0,0-1 0,-1 0 0,1 0 0,-1 0 0,0 0 0,0-1 0,0 1 0,0-1 0,-1 1 0,1-1 0,-1 1 0,0-1 0,0 0 0,0 0 0,-1 0 0,1-5 0,0-1 0,-1 0 0,0 0 0,-1 0 0,0 0 0,-1 1 0,0-1 0,-1 0 0,0 1 0,0-1 0,-1 1 0,0 0 0,0 0 0,-1 0 0,0 1 0,-1 0 0,0 0 0,-10-11 0,15 18 0,0 0 0,0 0 0,1 0 0,-1 0 0,0 1 0,0-1 0,0 0 0,0 0 0,0 1 0,0-1 0,-1 0 0,1 1 0,0-1 0,0 1 0,0 0 0,0-1 0,-1 1 0,1 0 0,0 0 0,0-1 0,-1 1 0,1 0 0,0 0 0,-1 1 0,1-1 0,0 0 0,0 0 0,-1 1 0,1-1 0,0 0 0,0 1 0,0-1 0,0 1 0,0 0 0,-1-1 0,1 1 0,0 0 0,0 0 0,1-1 0,-1 1 0,0 0 0,0 0 0,-1 2 0,-1 1 0,1 0 0,-1 0 0,1 0 0,0 1 0,0-1 0,0 1 0,0 0 0,1-1 0,0 1 0,-1 6 0,1-2 0,0 1 0,0 0 0,1 0 0,1 0 0,0 0 0,4 19 0,-4-26 0,0 0 0,0 1 0,1-1 0,-1 0 0,1 0 0,0 0 0,0 0 0,0 0 0,0-1 0,0 1 0,1 0 0,-1-1 0,1 0 0,0 0 0,0 0 0,-1 0 0,1 0 0,1 0 0,-1-1 0,0 1 0,0-1 0,7 2 0,11 1 0,1-2 0,0 0 0,-1-1 0,39-3 0,-10 0 0,0 2 0,41-1 0,-78-1-1365,-3-1-5461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118 365 24575,'-3'-2'0,"-43"-18"0,42 18 0,0 1 0,0 0 0,0 0 0,0 0 0,-1 1 0,1-1 0,0 1 0,0 0 0,-7 1 0,10-1 0,0 0 0,0 0 0,0 0 0,0 1 0,0-1 0,0 0 0,0 1 0,1-1 0,-1 0 0,0 1 0,0-1 0,0 1 0,0-1 0,1 1 0,-1 0 0,0-1 0,0 1 0,1 0 0,-1-1 0,1 1 0,-1 0 0,0 0 0,1 0 0,0 0 0,-1 1 0,0-1 0,1 1 0,0 0 0,0-1 0,0 1 0,0-1 0,1 1 0,-1 0 0,0-1 0,1 1 0,-1-1 0,1 1 0,-1-1 0,3 3 0,0 3 0,1-1 0,0-1 0,0 1 0,1 0 0,9 8 0,1-2 0,0-1 0,1 0 0,0-1 0,1-1 0,0 0 0,0-1 0,24 7 0,-40-15 0,1 1 0,0-1 0,0 1 0,0-1 0,1 0 0,-1 1 0,0-1 0,0 0 0,0 0 0,0-1 0,0 1 0,0 0 0,0-1 0,0 1 0,0-1 0,0 0 0,0 1 0,0-1 0,-1 0 0,1 0 0,0 0 0,0-1 0,1-1 0,-1 1 0,0 0 0,0-1 0,0 1 0,-1-1 0,1 1 0,-1-1 0,1 0 0,-1 1 0,0-1 0,0 0 0,-1 0 0,1 0 0,0 0 0,-1 0 0,0-5 0,0-2 0,-1 0 0,0 0 0,0 0 0,-1 0 0,-1 0 0,0 0 0,-5-12 0,-35-65 0,32 67 0,-110-207 0,112 211 0,4 11 0,4 9 0,4 10 0,19 43 0,2 0 0,38 63 0,-18-36 0,25 45-1365,-60-112-5461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24575,'4'0'0,"-1"-1"0,0 1 0,1 0 0,-1 0 0,1 0 0,-1 0 0,1 1 0,-1-1 0,0 1 0,1 0 0,-1 0 0,0 0 0,0 1 0,0-1 0,1 1 0,-2 0 0,1-1 0,0 1 0,0 1 0,0-1 0,-1 0 0,0 1 0,1-1 0,-1 1 0,3 4 0,4 7 0,-1 0 0,0 1 0,0 0 0,4 17 0,-3-10 0,31 68 0,66 115 0,-85-177-1365,-11-18-5461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68 24575,'-28'-13'0,"-14"-4"0,-2 2 0,4 2 0,8 6 0,7 5 0,6 2 0,6 4 0,2 1 0,4 2 0,0 1 0,1 0 0,2 2 0,2 2 0,3-2 0,4-1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90 24575,'-5'-2'0,"-5"-4"0,-1 1 0,0 0 0,0 0 0,0 1 0,0 1 0,-1 0 0,-20-3 0,31 6 0,0-1 0,1 1 0,-1 0 0,0 0 0,0 0 0,0 0 0,1 0 0,-1 0 0,0 0 0,0 0 0,0 1 0,1-1 0,-1 0 0,0 0 0,0 1 0,1-1 0,-1 0 0,0 1 0,1-1 0,-1 1 0,0-1 0,1 1 0,-1-1 0,1 1 0,-1-1 0,1 1 0,-2 1 0,2-1 0,0 0 0,0 0 0,0 0 0,0 1 0,0-1 0,1 0 0,-1 0 0,0 0 0,0 0 0,1 0 0,-1 0 0,1 0 0,-1 1 0,1-1 0,-1 0 0,2 1 0,4 5 0,0 1 0,0-1 0,10 9 0,3 1 0,1 0 0,43 25 0,-50-34 0,0-2 0,0 1 0,0-2 0,1 0 0,0 0 0,25 4 0,-35-9 0,-1 1 0,1-1 0,0 0 0,-1 0 0,1 0 0,0-1 0,-1 1 0,1-1 0,-1 0 0,1 0 0,-1 0 0,1 0 0,-1 0 0,0-1 0,1 0 0,-1 0 0,0 0 0,0 0 0,4-3 0,-4 2 0,-1-1 0,1 1 0,-1 0 0,0-1 0,0 1 0,0-1 0,0 1 0,-1-1 0,1 0 0,-1 0 0,0 0 0,0 0 0,-1 0 0,1 0 0,-1 0 0,1 0 0,-2-5 0,1 3-42,0-1-1,-1 1 0,0 0 1,0 0-1,-1 0 0,1 0 1,-1 0-1,-1 0 0,1 0 1,-1 1-1,0-1 0,0 1 1,-1-1-1,1 1 0,-1 1 1,0-1-1,-1 0 0,1 1 1,-1 0-1,0 0 0,0 0 1,0 1-1,0-1 0,-1 1 1,1 1-1,-1-1 0,0 1 1,0 0-1,0 0 0,0 1 1,-8-2-1,-2 1-6783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68 227 24575,'16'47'0,"23"45"0,-29-71 0,1-1 0,2 0 0,-1-1 0,23 24 0,-29-37 0,-3-7 0,-3 0 0,0 0 0,0 0 0,0 0 0,-1 0 0,1 0 0,0 0 0,0 0 0,-1 0 0,1 0 0,0 0 0,-1 0 0,0-1 0,-40-61 0,-45-83 0,80 134 0,-11-20 0,-15-42 0,29 65 0,0-1 0,0 1 0,1 0 0,0-1 0,1 1 0,0-1 0,1 1 0,0-1 0,2-18 0,-2 26 0,1 0 0,-1 0 0,1 0 0,-1 1 0,1-1 0,0 0 0,0 0 0,-1 1 0,1-1 0,0 0 0,1 1 0,-1-1 0,0 1 0,0-1 0,1 1 0,-1 0 0,1 0 0,-1-1 0,1 1 0,1-1 0,0 1 0,0 0 0,0 0 0,0 1 0,0-1 0,0 0 0,0 1 0,0 0 0,0 0 0,0 0 0,0 0 0,5 1 0,2 1 0,0 1 0,0 0 0,0 0 0,-1 1 0,1 1 0,12 7 0,-6-2 0,0 1 0,0 1 0,-1 0 0,22 24 0,-36-34 0,1-1 0,-1 0 0,0 1 0,0-1 0,0 0 0,0 1 0,0-1 0,0 1 0,-1 0 0,1-1 0,-1 1 0,1 0 0,-1-1 0,1 1 0,-1 0 0,0-1 0,0 1 0,0 0 0,0 0 0,0 0 0,0-1 0,0 1 0,-1 0 0,1-1 0,0 1 0,-1 0 0,-1 3 0,0-3 0,0 1 0,0-1 0,0 0 0,0 0 0,0 0 0,-1 0 0,1 0 0,-1 0 0,0-1 0,1 1 0,-1-1 0,0 1 0,0-1 0,0 0 0,-3 1 0,-8 1 0,0-1 0,0 0 0,-29 0 0,-42-6 0,80 4-170,0-1-1,0 0 0,0 0 1,0 0-1,0-1 0,0 1 1,-6-4-1,2-1-6655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178 395 24575,'-2'1'0,"1"-1"0,-1 1 0,0-1 0,1 1 0,-1-1 0,0 0 0,0 0 0,1 0 0,-1 0 0,0 0 0,1 0 0,-1 0 0,0-1 0,0 1 0,1 0 0,-1-1 0,1 1 0,-1-1 0,0 0 0,1 0 0,-1 0 0,1 0 0,-1 0 0,1 0 0,0 0 0,0 0 0,-1 0 0,1 0 0,-1-3 0,-5-4 0,0 0 0,1-1 0,-8-15 0,9 15 0,-80-147 0,80 144 0,5 12 0,0 0 0,-1 0 0,1-1 0,0 1 0,0 0 0,0 0 0,0 0 0,0 0 0,0 0 0,0 0 0,0 0 0,0-1 0,0 1 0,0 0 0,0 0 0,0 0 0,0 0 0,0 0 0,0 0 0,0 0 0,0-1 0,0 1 0,0 0 0,0 0 0,0 0 0,1 0 0,-1 0 0,0 0 0,0 0 0,0 0 0,0 0 0,0-1 0,0 1 0,0 0 0,0 0 0,0 0 0,0 0 0,0 0 0,1 0 0,-1 0 0,0 0 0,0 0 0,2 0 0,0 1 0,0 0 0,0-1 0,0 1 0,0 0 0,0 0 0,3 2 0,1 1 0,37 22 0,91 38 0,-121-59 0,1 0 0,1-1 0,-1-1 0,0 0 0,1 0 0,0-2 0,-1 0 0,1-1 0,0 0 0,0-1 0,19-4 0,-30 4 0,0 0 0,0 0 0,0-1 0,0 1 0,0-1 0,0 0 0,0 0 0,-1-1 0,1 1 0,-1-1 0,0 0 0,1 0 0,-1 0 0,-1 0 0,1 0 0,0-1 0,-1 1 0,0-1 0,1 0 0,-1 1 0,-1-1 0,1 0 0,-1 0 0,1 0 0,-1-1 0,0 1 0,-1 0 0,1 0 0,-1-1 0,0 1 0,0 0 0,0-1 0,-1 1 0,1 0 0,-1 0 0,0 0 0,0-1 0,-2-4 0,-1 0 0,0-1 0,-1 1 0,0-1 0,0 1 0,-1 1 0,0-1 0,0 1 0,-1 0 0,0 0 0,-1 1 0,0 0 0,0 0 0,0 1 0,-18-10 0,25 15 0,-1 0 0,1 1 0,-1-1 0,1 0 0,-1 1 0,1-1 0,-1 1 0,1-1 0,-1 1 0,0 0 0,1 0 0,-1 0 0,1 0 0,-1 0 0,0 0 0,1 0 0,-1 0 0,1 1 0,-1-1 0,0 1 0,1-1 0,-1 1 0,1-1 0,0 1 0,-1 0 0,1 0 0,-1 0 0,1 0 0,0 0 0,0 0 0,0 0 0,-1 0 0,1 0 0,0 1 0,0-1 0,1 0 0,-1 1 0,0-1 0,0 1 0,1-1 0,-1 1 0,1-1 0,-1 1 0,1-1 0,-1 1 0,1 0 0,0-1 0,0 4 0,0 2 0,0 0 0,1 1 0,-1-1 0,2 0 0,-1 0 0,1 1 0,0-1 0,0-1 0,1 1 0,0 0 0,0 0 0,1-1 0,-1 0 0,1 0 0,7 8 0,8 8 0,1-1 0,32 27 0,-52-47 0,9 7 0,1-1 0,11 8 0,-18-13 0,-1-1 0,0 0 0,1 1 0,-1-1 0,1 0 0,-1 0 0,1-1 0,0 1 0,-1 0 0,1-1 0,0 0 0,-1 1 0,1-1 0,0 0 0,4-1 0,-6 1-72,0-1 1,0 1-1,0-1 0,0 1 0,0 0 0,0-1 0,0 0 0,-1 1 1,1-1-1,0 0 0,0 1 0,-1-1 0,1 0 0,-1 0 0,1 1 1,0-1-1,-1 0 0,1-1 0,3-8-6754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 24575,'-2'0'0,"1"0"0,-1 1 0,1-1 0,0 1 0,-1 0 0,1-1 0,0 1 0,0 0 0,0 0 0,-1 0 0,1 0 0,0 0 0,0 0 0,0 0 0,1 0 0,-1 1 0,0-1 0,0 0 0,0 0 0,1 1 0,-1-1 0,1 0 0,-1 1 0,1-1 0,0 1 0,-1-1 0,1 1 0,0-1 0,0 1 0,0-1 0,0 0 0,0 1 0,0-1 0,1 1 0,-1-1 0,1 2 0,2 6 0,0 0 0,0-1 0,1 0 0,8 14 0,-8-15 0,8 16 0,2 0 0,0-1 0,2-1 0,24 26 0,-40-47 0,1 0 0,-1 1 0,1-1 0,-1 1 0,1-1 0,-1 1 0,1-1 0,-1 1 0,0-1 0,1 1 0,-1 0 0,0-1 0,1 1 0,-1 0 0,0-1 0,0 1 0,1 0 0,-1-1 0,0 1 0,0 0 0,0-1 0,0 1 0,0 0 0,0 0 0,-1 0 0,1 0 0,-1-1 0,1 1 0,-1-1 0,1 1 0,-1-1 0,1 1 0,-1-1 0,0 0 0,1 1 0,-1-1 0,0 0 0,1 1 0,-1-1 0,0 0 0,1 0 0,-1 1 0,-1-1 0,-6 1 0,-1 0 0,1-1 0,-10 0 0,13 0 0,1 0 0,2 0 0,0 0 0,0 0 0,-1 0 0,1 0 0,0-1 0,0 1 0,0 0 0,0-1 0,0 0 0,0 1 0,0-1 0,0 0 0,-2-1 0,4 2 0,0 0 0,-1 0 0,1-1 0,0 1 0,0 0 0,0 0 0,0 0 0,0 0 0,0 0 0,0 0 0,0-1 0,0 1 0,0 0 0,0 0 0,0 0 0,0 0 0,0 0 0,0-1 0,0 1 0,0 0 0,0 0 0,0 0 0,0 0 0,0 0 0,0 0 0,0-1 0,0 1 0,1 0 0,-1 0 0,0 0 0,0 0 0,0 0 0,0 0 0,0-1 0,0 1 0,0 0 0,0 0 0,1 0 0,-1 0 0,0 0 0,0 0 0,0 0 0,0 0 0,0 0 0,0 0 0,1 0 0,-1 0 0,0 0 0,0 0 0,0 0 0,0 0 0,0 0 0,1 0 0,9-3 0,-9 3 0,31-6 0,1 1 0,40-1 0,-57 6 0,8-2 0,0-1 0,-1-1 0,26-7 0,-36 7 0,0 0 0,-1-1 0,0 0 0,0-1 0,0-1 0,0 0 0,10-8 0,-20 14 0,-1-1 0,1 1 0,-1 0 0,1-1 0,-1 1 0,0-1 0,0 1 0,1-1 0,-1 0 0,0 1 0,0-1 0,-1 0 0,1 0 0,0 0 0,0 1 0,-1-1 0,1 0 0,-1 0 0,0-4 0,0 4 0,0-1 0,-1 1 0,1 0 0,-1-1 0,0 1 0,0 0 0,0-1 0,0 1 0,0 0 0,0 0 0,-1 0 0,1 0 0,-1 0 0,-1-1 0,-4-4 0,0 1 0,-1 0 0,0 0 0,0 1 0,0 0 0,-17-8 0,21 12 0,1-1 0,-1 1 0,1 0 0,-1 0 0,1 0 0,-1 0 0,0 1 0,1 0 0,-1-1 0,0 1 0,-5 1 0,8 0 0,-1-1 0,1 1 0,-1-1 0,1 1 0,-1 0 0,1-1 0,0 1 0,-1 0 0,1 0 0,0 0 0,0 0 0,-1 1 0,1-1 0,0 0 0,0 0 0,0 1 0,1-1 0,-1 0 0,0 1 0,0-1 0,1 1 0,-1-1 0,1 1 0,-1 0 0,1-1 0,0 1 0,-1 2 0,1 3 0,-1-1 0,2 1 0,-1 0 0,0-1 0,1 1 0,1-1 0,-1 0 0,1 1 0,0-1 0,0 0 0,1 0 0,0 0 0,0 0 0,0-1 0,1 1 0,-1-1 0,1 0 0,1 0 0,-1 0 0,6 4 0,-3-2 0,1 0 0,0 0 0,1-1 0,-1-1 0,1 1 0,1-1 0,-1-1 0,0 0 0,1 0 0,0-1 0,0 0 0,11 1 0,-16-3 0,0-1 0,0 0 0,1 0 0,-1 0 0,0-1 0,1 1 0,-1-2 0,0 1 0,0 0 0,0-1 0,0 0 0,0 0 0,0 0 0,0-1 0,-1 0 0,1 0 0,-1 0 0,6-6 0,-7 6 0,1 0 0,-1-1 0,-1 1 0,1-1 0,0 0 0,-1 0 0,0 0 0,0 0 0,0 0 0,0-1 0,-1 1 0,0-1 0,0 1 0,0-1 0,0 1 0,-1-1 0,0 1 0,1-1 0,-2 0 0,1 1 0,-2-8 0,-2-4 0,-1 0 0,-8-18 0,-3-10 0,15 42-151,0 0-1,1 0 0,0 0 0,-1 0 1,1 0-1,0 0 0,0 0 1,0-4-1,2-2-6674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88 24575,'-1'3'0,"0"0"0,0 0 0,0 0 0,0 0 0,1 0 0,-1 0 0,1 0 0,0 0 0,0 0 0,0 0 0,0 0 0,0 0 0,1 0 0,-1 0 0,1 0 0,0 0 0,0 0 0,0 0 0,0 0 0,1 0 0,-1-1 0,1 1 0,3 4 0,4 5 0,1-1 0,0-1 0,20 18 0,-17-17 0,28 22 0,-36-30 0,-1 0 0,2 0 0,-1 0 0,0 0 0,1-1 0,9 3 0,-15-5 0,1 1 0,0-1 0,-1 0 0,1 0 0,-1 0 0,1 0 0,0 0 0,-1 0 0,1 0 0,0 0 0,-1 0 0,1 0 0,0 0 0,-1 0 0,1-1 0,0 1 0,-1 0 0,1 0 0,-1-1 0,1 1 0,0 0 0,-1-1 0,1 1 0,-1-1 0,1 1 0,-1-1 0,1 0 0,0 0 0,-1 0 0,1-1 0,-1 1 0,1 0 0,-1-1 0,0 1 0,0 0 0,1-1 0,-1 1 0,0-1 0,0 1 0,0-2 0,-2-5 0,1 0 0,-1-1 0,-3-9 0,5 18 0,-32-77 7,1 6 46,27 61-291,1 0 1,1 0-1,0 0 1,0 0-1,0-14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160 101 24575,'-11'-10'0,"-5"-5"0,-1 1 0,0 0 0,-1 1 0,-27-15 0,43 27 0,0 0 0,0 0 0,0 0 0,-1 0 0,1 1 0,0-1 0,0 1 0,-1-1 0,1 1 0,-3 0 0,4 0 0,1 0 0,0 0 0,-1 0 0,1 0 0,0 1 0,-1-1 0,1 0 0,-1 0 0,1 0 0,0 0 0,-1 1 0,1-1 0,0 0 0,0 0 0,-1 0 0,1 1 0,0-1 0,-1 0 0,1 1 0,0-1 0,0 0 0,0 1 0,-1-1 0,1 1 0,0 0 0,0 0 0,0 0 0,0 0 0,0 0 0,0 0 0,0 0 0,0 0 0,0 0 0,0-1 0,0 1 0,1 0 0,-1 0 0,1 1 0,6 11 0,0 0 0,1 0 0,1-1 0,0 0 0,20 21 0,-19-24 0,1 0 0,0-1 0,0 0 0,0 0 0,21 9 0,-9-6 0,51 16 0,-51-21-227,2-1-1,-1 0 1,0-2-1,1-1 1,25-1-1,-36-1-6598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24575,'0'-7'0,"0"-2"0,0-1 0,1 1 0,0-1 0,3-11 0,-4 19 0,1-1 0,-1 1 0,1 0 0,0 0 0,0 0 0,0 1 0,0-1 0,0 0 0,0 0 0,1 1 0,-1-1 0,1 0 0,-1 1 0,1-1 0,-1 1 0,1 0 0,0-1 0,0 1 0,0 0 0,0 0 0,0 0 0,-1 1 0,2-1 0,2-1 0,2 1 0,1 1 0,-1-1 0,0 1 0,0 1 0,1-1 0,-1 1 0,0 0 0,0 1 0,0-1 0,0 2 0,0-1 0,0 1 0,-1 0 0,1 0 0,-1 1 0,0-1 0,0 2 0,0-1 0,0 1 0,-1-1 0,6 8 0,-10-11 3,0 0-1,-1 0 0,1 0 0,0 0 1,-1 1-1,1-1 0,-1 0 0,1 0 1,-1 0-1,0 1 0,0-1 1,1 0-1,-1 1 0,0-1 0,0 0 1,0 0-1,0 1 0,0-1 1,-1 0-1,1 1 0,0-1 0,-1 0 1,1 0-1,-1 0 0,1 1 1,-1-1-1,1 0 0,-1 0 0,0 0 1,1 0-1,-1 0 0,0 0 0,0 0 1,0 0-1,0 0 0,0 0 1,0-1-1,-1 2 0,-6 3-152,0 0 0,0 0 0,-1-1 0,-10 4 0,10-4-554,-7 4-6122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24575,'3'1'0,"0"-1"0,0 0 0,-1 1 0,1 0 0,0-1 0,0 1 0,0 0 0,-1 0 0,1 1 0,-1-1 0,1 1 0,-1-1 0,1 1 0,3 3 0,2 4 0,1 0 0,9 13 0,10 11 0,-23-29 0,0 0 0,1-1 0,-1 1 0,1-1 0,0 0 0,0 0 0,0-1 0,0 0 0,0 0 0,8 1 0,-12-2 0,0-1 0,0 0 0,0 1 0,0-1 0,0 0 0,0 0 0,0 0 0,0 0 0,0-1 0,0 1 0,0-1 0,0 1 0,-1-1 0,1 0 0,0 1 0,0-1 0,0 0 0,-1 0 0,1 0 0,0 0 0,-1-1 0,1 1 0,-1 0 0,0-1 0,1 1 0,-1-1 0,0 1 0,0-1 0,0 0 0,0 1 0,0-1 0,0 0 0,0 0 0,-1 0 0,1 0 0,0-3 0,0 0 0,-1 0 0,0 0 0,0 0 0,-1 0 0,1 0 0,-1 0 0,0 0 0,-1 1 0,1-1 0,-1 0 0,0 1 0,-2-5 0,-7-21 0,11 30 0,0 0 0,0 0 0,0 0 0,0 0 0,0 0 0,0 0 0,0-1 0,0 1 0,0 0 0,0 0 0,0 0 0,0 0 0,0 0 0,-1 0 0,1 0 0,0 0 0,0 0 0,0 0 0,0 0 0,0-1 0,0 1 0,0 0 0,0 0 0,0 0 0,0 0 0,0 0 0,0 0 0,1 0 0,-1 0 0,0 0 0,0 0 0,0-1 0,0 1 0,0 0 0,0 0 0,0 0 0,0 0 0,0 0 0,0 0 0,0 0 0,0 0 0,0 0 0,0 0 0,0 0 0,0 0 0,0 0 0,1 0 0,-1 0 0,0 0 0,0 0 0,0 0 0,0 0 0,0-1 0,6 5 0,9 12 0,-11-12 0,7 7 0,0 0 0,1-1 0,21 13 0,-28-20 0,0 0 0,1 0 0,-1 0 0,1-1 0,0 0 0,0 0 0,-1 0 0,1-1 0,1 0 0,-1 0 0,12 0 0,-17-1 0,0 0 0,1 0 0,-1-1 0,0 1 0,0 0 0,1-1 0,-1 1 0,0-1 0,0 1 0,0-1 0,0 1 0,0-1 0,1 0 0,-1 0 0,0 1 0,-1-1 0,1 0 0,0 0 0,1-2 0,-1 1 0,1 0 0,-1 0 0,0 0 0,-1-1 0,1 1 0,0 0 0,-1-1 0,1 1 0,-1-5 0,1 0 0,-1-1 0,-1 1 0,0 0 0,0 0 0,0-1 0,-3-6 0,3 13 0,1 0 0,0 0 0,-1 0 0,1 0 0,0 0 0,0 1 0,0-1 0,-1 0 0,1 0 0,0 0 0,0 0 0,0 0 0,0 0 0,1 0 0,-1 0 0,0 0 0,0 0 0,1 0 0,-1-1 0,1 2 0,0 0 0,-1-1 0,1 1 0,0 0 0,0 0 0,-1 0 0,1 0 0,0-1 0,0 1 0,-1 0 0,1 1 0,0-1 0,0 0 0,-1 0 0,1 0 0,0 0 0,-1 0 0,1 1 0,0-1 0,0 0 0,-1 1 0,1-1 0,-1 0 0,1 1 0,1 0 0,29 19 20,-22-14-297,-1-1 0,1 1 0,0-2 0,13 6 0,-8-6-6549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29 277 24575,'1'0'0,"22"-17"0,38-32 0,-56 44 0,0-1 0,1 1 0,-2-1 0,1 0 0,-1 0 0,0-1 0,0 1 0,0-1 0,-1 0 0,0 0 0,3-14 0,-5 17 0,-1 0 0,0 0 0,0 1 0,-1-1 0,1 0 0,-1 0 0,0 0 0,0 0 0,0 1 0,0-1 0,-1 1 0,1-1 0,-1 1 0,0-1 0,0 1 0,0 0 0,0 0 0,-1 0 0,0 0 0,-4-5 0,1 4 0,1-1 0,0 1 0,-1 0 0,0 0 0,0 0 0,0 1 0,-1 0 0,1 0 0,-1 1 0,-11-3 0,16 4 0,1 1 0,-1 0 0,0-1 0,0 1 0,0 0 0,0 0 0,0 0 0,0 1 0,1-1 0,-1 0 0,0 1 0,0-1 0,0 1 0,1 0 0,-1-1 0,0 1 0,1 0 0,-1 0 0,-1 2 0,1-1 0,0-1 0,0 1 0,1 0 0,-1 0 0,1 1 0,0-1 0,-1 0 0,1 0 0,0 1 0,0-1 0,1 1 0,-2 3 0,1 1 0,0-1 0,1 0 0,-1 1 0,1-1 0,1 1 0,-1-1 0,1 0 0,0 1 0,1-1 0,2 9 0,1-5 0,1 1 0,-1-2 0,2 1 0,-1 0 0,2-1 0,-1 0 0,1-1 0,0 0 0,1 0 0,17 12 0,-14-12 0,1 0 0,-1-1 0,2 0 0,-1-1 0,1-1 0,0 0 0,0 0 0,15 1 0,14 0 0,-39-6 0,0 0 0,0 0 0,1 0 0,-1-1 0,0 1 0,0-1 0,0 0 0,4-1 0,-6 1 6,-1 0 0,0 1 0,0-1 0,0 0 0,0 0 0,0 0 0,0 0 0,0 0 0,0 0 0,0 0 0,-1 0 0,1 0 0,0 0 0,-1-1 0,1 1 0,0 0 0,-1 0 0,0-1 0,1-1 0,0 0-155,-1 0 1,0 1-1,1-1 1,-1 0-1,0 1 1,-1-1-1,1 0 1,0 1-1,-2-4 1,-1-4-6678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24575,'7'0'0,"0"0"0,0 1 0,0 0 0,0 1 0,0 0 0,0 0 0,7 3 0,4 4 0,20 12 0,-25-13 0,1-1 0,0 0 0,18 7 0,-30-14 0,-1 1 0,1-1 0,-1 1 0,1-1 0,-1 0 0,1 1 0,-1-1 0,1 0 0,-1 0 0,1 0 0,-1 0 0,1 0 0,-1-1 0,0 1 0,1 0 0,-1-1 0,1 1 0,-1-1 0,1 1 0,1-2 0,-3 1 0,1 0 0,0 0 0,0 0 0,0 0 0,0 0 0,-1 0 0,1 0 0,-1-1 0,1 1 0,-1 0 0,1 0 0,-1-1 0,0 1 0,1 0 0,-1 0 0,0-1 0,0 1 0,0-2 0,0-3 0,-1 0 0,0 0 0,0 0 0,0 0 0,-1 0 0,0 0 0,0 0 0,-4-8 0,-9-9 0,11 17 0,0 0 0,0-1 0,-3-7 0,7 14 0,0 0 0,0-1 0,0 1 0,-1 0 0,1 0 0,0 0 0,0 0 0,0-1 0,0 1 0,0 0 0,0 0 0,0 0 0,0-1 0,0 1 0,0 0 0,0 0 0,0 0 0,0-1 0,0 1 0,0 0 0,0 0 0,0-1 0,0 1 0,0 0 0,0 0 0,0 0 0,0 0 0,1-1 0,-1 1 0,0 0 0,0 0 0,0 0 0,0 0 0,0-1 0,1 1 0,-1 0 0,9 1 0,13 9 0,-20-9 0,38 24 0,-29-17 0,0-1 0,19 9 0,-27-15 0,3 2 0,0 0 0,0-1 0,1 0 0,-1 0 0,12 1 0,-17-3 0,1 0 0,-1 0 0,0 0 0,1 0 0,-1 0 0,1 0 0,-1-1 0,0 1 0,1 0 0,-1-1 0,0 1 0,1-1 0,-1 0 0,0 1 0,0-1 0,0 0 0,1 0 0,-1 0 0,0 1 0,0-1 0,0 0 0,-1-1 0,1 1 0,0 0 0,0 0 0,0 0 0,-1 0 0,1-1 0,-1 1 0,1 0 0,-1-1 0,1 1 0,-1-3 0,1 1 0,-1 1 0,1-1 0,0 1 0,0-1 0,0 1 0,0-1 0,0 1 0,1 0 0,2-4 0,-3 5 0,0 0 0,0 1 0,0-1 0,0 1 0,0-1 0,0 1 0,0-1 0,0 1 0,0 0 0,0-1 0,0 1 0,0 0 0,0 0 0,0 0 0,1 0 0,-1 0 0,0 0 0,0 0 0,0 0 0,0 0 0,0 1 0,0-1 0,1 0 0,-1 1 0,2 0 0,19 10-1365,-12-4-5461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90 136 24575,'-1'-4'0,"-5"-11"0,0 0 0,-1 0 0,0 1 0,-1 0 0,-12-16 0,20 29 0,-1 1 0,0-1 0,1 0 0,-1 0 0,0 0 0,1 0 0,-1 1 0,0-1 0,0 0 0,0 1 0,0-1 0,0 1 0,0-1 0,0 1 0,0-1 0,0 1 0,0 0 0,0-1 0,0 1 0,0 0 0,0 0 0,0 0 0,0 0 0,-1 0 0,1 0 0,0 1 0,0 0 0,0-1 0,1 1 0,-1-1 0,0 1 0,1 0 0,-1 0 0,0-1 0,1 1 0,-1 0 0,1 0 0,-1 0 0,1 0 0,0 0 0,-1 0 0,1-1 0,0 1 0,0 0 0,-1 0 0,1 0 0,0 0 0,0 0 0,0 0 0,0 0 0,1 2 0,-2 0 0,2 1 0,-1 0 0,0 0 0,1 0 0,0 0 0,0 0 0,0-1 0,0 1 0,0 0 0,1-1 0,0 1 0,-1-1 0,1 0 0,1 1 0,-1-1 0,0 0 0,1 0 0,4 4 0,-3-4 0,0 0 0,0-1 0,1 1 0,-1-1 0,1 0 0,-1 0 0,1 0 0,0 0 0,0-1 0,0 0 0,0 0 0,0 0 0,9-1 0,-5 1 0,0-1 0,0-1 0,0 0 0,0 0 0,14-5 0,-21 6 0,0-1 0,0 0 0,0 0 0,0 0 0,0 0 0,0 0 0,-1 0 0,1 0 0,0-1 0,-1 1 0,1-1 0,2-2 0,-3 2 0,-1 1 0,1-1 0,0 1 0,-1-1 0,1 1 0,-1-1 0,0 1 0,1-1 0,-1 1 0,0-1 0,0 1 0,0-1 0,0 1 0,0-1 0,-1 0 0,1 1 0,0-1 0,-1 1 0,0-4 0,-1 1 7,-1-1 0,1 1-1,-1-1 1,0 1 0,0 0-1,0 0 1,0 0-1,-1 1 1,1-1 0,-1 1-1,0 0 1,0 0 0,-1 0-1,1 0 1,-1 1 0,1 0-1,-8-3 1,5 2-131,-1 1 0,1 0 1,0 0-1,-1 1 0,1 0 0,-1 0 1,1 1-1,-1-1 0,1 2 0,-1-1 1,-9 3-1,4 1-6702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73 239 24575,'12'1'0,"-8"-1"0,-1 0 0,1 0 0,0 0 0,-1 0 0,1 0 0,-1-1 0,1 0 0,0 1 0,-1-1 0,7-3 0,-10 4 0,0 0 0,1-1 0,-1 1 0,0 0 0,1 0 0,-1-1 0,0 1 0,1 0 0,-1-1 0,0 1 0,0 0 0,1-1 0,-1 1 0,0 0 0,0-1 0,0 1 0,0-1 0,1 1 0,-1 0 0,0-1 0,0 1 0,0-1 0,0 1 0,0 0 0,0-1 0,0 1 0,0-1 0,0 1 0,0-1 0,0 1 0,0 0 0,-1-1 0,1 1 0,0 0 0,0-1 0,0 1 0,0-1 0,-1 1 0,1 0 0,0-1 0,0 1 0,-1 0 0,1-1 0,0 1 0,-1 0 0,1 0 0,-1-1 0,-20-14 0,18 13 0,-7-5 0,0 0 0,1 0 0,0-1 0,1-1 0,0 1 0,-8-11 0,12 13 0,0 0 0,-1-1 0,2 0 0,-1 1 0,1-1 0,0-1 0,1 1 0,0 0 0,0-1 0,-2-10 0,4 16 0,0 1 0,0-1 0,0 0 0,0 1 0,0-1 0,0 0 0,1 1 0,-1-1 0,0 0 0,1 1 0,-1-1 0,1 0 0,0 1 0,-1-1 0,1 1 0,0-1 0,0 1 0,0 0 0,2-3 0,-1 3 0,0-1 0,0 1 0,0 0 0,0 0 0,0 0 0,0 0 0,0 0 0,1 0 0,-1 0 0,0 1 0,0-1 0,5 1 0,0-1 0,-1 1 0,1 0 0,-1 1 0,1 0 0,-1 0 0,1 0 0,-1 1 0,0 0 0,10 4 0,43 29-1365,-46-28-5461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24575,'20'18'0,"24"17"0,-18-15 0,-25-20 0,13 13 0,1-2 0,1 0 0,0-1 0,32 15 0,-47-24 0,0-1 0,0 1 0,0-1 0,0 0 0,0 1 0,0-1 0,0 0 0,1 0 0,-1 0 0,0 0 0,0 0 0,0 0 0,0 0 0,0 0 0,1-1 0,-1 1 0,0 0 0,0-1 0,0 1 0,0-1 0,0 1 0,1-1 0,-1-1 0,1 1 0,-1 0 0,0 0 0,0-1 0,-1 1 0,1 0 0,0-1 0,0 1 0,-1-1 0,1 1 0,-1-1 0,1 1 0,-1-1 0,1-1 0,0-4 0,-1 0 0,0 0 0,0 0 0,0-1 0,-1 1 0,-2-9 0,1 5 0,-1 0 0,0 0 0,-1 0 0,-1 1 0,0 0 0,-6-11 0,11 21 0,0-1 0,0 1 0,0 0 0,0 0 0,0 0 0,0-1 0,0 1 0,0 0 0,0 0 0,-1 0 0,1 0 0,0 0 0,0-1 0,0 1 0,0 0 0,0 0 0,0 0 0,0 0 0,0 0 0,-1-1 0,1 1 0,0 0 0,0 0 0,0 0 0,0 0 0,0 0 0,-1 0 0,1 0 0,0 0 0,0 0 0,0 0 0,0 0 0,-1 0 0,1 0 0,0 0 0,0 0 0,0 0 0,0 0 0,-1 0 0,1 0 0,0 0 0,0 0 0,0 0 0,0 0 0,-1 0 0,1 0 0,0 0 0,0 0 0,0 0 0,0 0 0,-1 0 0,1 1 0,-2 11 0,3 18 0,4-5 0,1 0 0,2 0 0,11 27 0,38 69 0,-23-53 0,-28-56 0,-1 0 0,0 0 0,-1 0 0,5 26 0,-9-35 0,1 0 0,-1 0 0,0 0 0,0 0 0,0 1 0,-1-1 0,1 0 0,-1 0 0,0 0 0,0 0 0,-1 4 0,1-5 0,-1 0 0,1 0 0,0-1 0,-1 1 0,1 0 0,-1 0 0,0-1 0,1 1 0,-1-1 0,0 1 0,0-1 0,0 0 0,0 0 0,0 0 0,0 0 0,-1 0 0,-1 0 0,-5 2 0,0-1 0,0-1 0,0 0 0,0 0 0,-1-1 0,1 0 0,-13-2 0,16 1 0,1 1 0,-1-2 0,1 1 0,-1 0 0,1-1 0,0 0 0,-1 0 0,1-1 0,0 0 0,0 1 0,1-2 0,-1 1 0,-5-5 0,9 7-3,0 0-1,0-1 0,-1 1 1,1-1-1,0 1 0,0-1 1,1 1-1,-1-1 0,0 0 1,0 1-1,1-1 0,-1 0 1,1 1-1,-1-1 0,1 0 1,0 0-1,0 0 0,0 1 1,0-1-1,0 0 0,0-2 1,1 1 18,0 0 1,0 1-1,1-1 0,-1 1 1,0-1-1,1 1 1,-1 0-1,1 0 0,0-1 1,0 1-1,0 0 1,3-2-1,3-2-227,1 0 0,-1 1 0,1 0-1,0 1 1,0-1 0,15-3 0,-10 4-6614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74 24575,'-14'-12'0,"-34"-24"0,42 32 0,1 1 0,-1-1 0,0 1 0,-1 1 0,1-1 0,-10-1 0,16 3 0,-1 1 0,0 0 0,1 0 0,-1-1 0,1 1 0,-1 0 0,0 0 0,1 0 0,-1 0 0,0 0 0,1 0 0,-1 0 0,1 0 0,-1 0 0,0 0 0,1 0 0,-1 0 0,0 0 0,1 1 0,-1-1 0,1 0 0,-1 0 0,1 1 0,-1-1 0,1 0 0,-1 1 0,1-1 0,-1 1 0,1-1 0,-1 1 0,1-1 0,-1 1 0,1-1 0,0 1 0,-1-1 0,1 1 0,0-1 0,-1 1 0,1-1 0,0 1 0,0 0 0,0-1 0,0 1 0,0-1 0,-1 1 0,1 0 0,0-1 0,0 1 0,0 0 0,1-1 0,-1 1 0,0 0 0,1 5 0,0-1 0,1 1 0,0-1 0,3 8 0,29 57 0,4-2 0,50 69 0,86 89 0,-160-210-682,24 21-1,-29-29-6143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23 24575,'-30'-7'0,"-11"-1"0,1 2 0,6 4 0,6 5 0,8 5 0,8 2 0,8 4 0,7-2 0,6-2 0,2-4-8191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96 135 24575,'-2'0'0,"-10"-1"0,0 2 0,-16 2 0,25-3 0,1 1 0,0-1 0,0 1 0,0-1 0,0 1 0,-1 0 0,1 0 0,0 0 0,0 0 0,1 0 0,-1 0 0,0 0 0,0 1 0,0-1 0,1 1 0,-1-1 0,1 1 0,-1 0 0,1-1 0,-2 3 0,3-2 0,0-1 0,0 0 0,-1 0 0,1 0 0,0 0 0,0 1 0,0-1 0,0 0 0,0 0 0,1 0 0,-1 0 0,0 0 0,0 1 0,1-1 0,-1 0 0,1 0 0,-1 0 0,1 0 0,-1 0 0,1 0 0,0 0 0,-1 0 0,1 0 0,0 0 0,0-1 0,0 1 0,0 0 0,1 0 0,4 4 0,0-1 0,0 0 0,9 4 0,-9-5 0,11 6 0,0 0 0,0-2 0,1 0 0,26 6 0,-33-11 0,-1 0 0,1 0 0,0-1 0,0-1 0,-1 0 0,1 0 0,0-1 0,0 0 0,14-5 0,-23 6 0,0-1 0,1 0 0,-1 1 0,1-1 0,-1-1 0,0 1 0,0 0 0,0 0 0,1-1 0,-1 0 0,-1 1 0,1-1 0,0 0 0,0 0 0,-1 0 0,1 0 0,-1 0 0,1 0 0,-1 0 0,0 0 0,0-1 0,0 1 0,0 0 0,0-1 0,0-3 0,-1 2 0,1-1 0,-1 1 0,0-1 0,-1 1 0,1-1 0,-1 1 0,0-1 0,0 1 0,0 0 0,-1 0 0,1-1 0,-1 1 0,-4-7 0,-3-1 0,0-1 0,0 2 0,-1-1 0,-1 1 0,0 1 0,0 0 0,-1 0 0,0 2 0,-1-1 0,0 1 0,-17-7 0,23 12 0,0 0 0,0 0 0,0 1 0,0 0 0,-1 1 0,-13-2 0,19 3 0,-1 0 0,1 0 0,-1 0 0,1 0 0,-1 1 0,1-1 0,-1 1 0,1 0 0,-1 0 0,1 0 0,0 0 0,-1 0 0,1 0 0,0 0 0,0 1 0,0-1 0,0 1 0,0 0 0,0 0 0,1-1 0,-1 1 0,0 0 0,-1 3 0,-6 16-1365,7-11-5461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133 283 24575,'1'0'0,"0"1"0,0-1 0,0 0 0,0 1 0,0-1 0,1 0 0,-1 0 0,0 0 0,0 0 0,0 0 0,0 0 0,0 0 0,1 0 0,-1 0 0,0 0 0,0-1 0,0 1 0,0 0 0,0-1 0,0 1 0,0-1 0,2 0 0,-3 0 0,1 0 0,-1 0 0,0 1 0,1-1 0,-1 0 0,1 0 0,-1 0 0,0 0 0,0 0 0,0 1 0,0-1 0,1 0 0,-1 0 0,0 0 0,0 0 0,-1 0 0,1 0 0,0 0 0,0 1 0,0-1 0,0 0 0,-1 0 0,1 0 0,0 0 0,-1 1 0,1-1 0,-1 0 0,1 0 0,-2 0 0,-6-12 0,-2 1 0,1 0 0,-17-15 0,-4-5 0,15 15 0,3 4 0,-18-26 0,28 36 0,0 0 0,0 0 0,0-1 0,0 1 0,1-1 0,0 1 0,-1-1 0,1 1 0,1-1 0,-1 0 0,0 0 0,1 1 0,0-1 0,0-4 0,0 6 0,0 1 0,1-1 0,-1 1 0,1-1 0,-1 1 0,1-1 0,-1 1 0,1 0 0,0-1 0,0 1 0,0 0 0,0-1 0,0 1 0,0 0 0,0 0 0,0 0 0,0 0 0,0 0 0,1 0 0,-1 0 0,0 0 0,1 0 0,-1 1 0,1-1 0,-1 1 0,1-1 0,-1 1 0,1-1 0,-1 1 0,1 0 0,-1 0 0,1 0 0,-1 0 0,1 0 0,0 0 0,1 0 0,3 1 0,-1 0 0,1 0 0,-1 0 0,1 1 0,-1 0 0,0 0 0,1 0 0,-1 1 0,5 2 0,20 16-1365,-17-12-5461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72 24575,'-25'-13'0,"-56"-25"0,71 34 0,-1 0 0,0 0 0,0 2 0,-1-1 0,-16 0 0,26 2 0,0 1 0,0 0 0,0 0 0,0 0 0,-1 1 0,1-1 0,0 0 0,0 1 0,0-1 0,0 1 0,0 0 0,0 0 0,0-1 0,0 1 0,0 1 0,1-1 0,-1 0 0,0 0 0,1 1 0,-4 2 0,4-1 0,-1-1 0,1 1 0,0 0 0,-1-1 0,1 1 0,1 0 0,-1 0 0,0 0 0,1 0 0,-1 0 0,1 0 0,0 0 0,0 0 0,0 4 0,2 4 0,-1-1 0,2 0 0,-1 1 0,1-1 0,1 0 0,0 0 0,10 18 0,45 63 0,-41-67 0,7 9 0,42 42 0,-40-47 0,43 59 0,-67-82 24,0 0 0,0 0 0,-1 0 0,3 7 0,-4-11-92,-1 1 1,1-1-1,-1 0 1,0 1-1,1-1 1,-1 1-1,0-1 1,0 1-1,0-1 1,0 0-1,0 1 1,-1-1-1,1 1 1,0-1-1,-1 1 1,1-1-1,-1 0 1,1 1-1,-1-1 1,1 0-1,-2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24575,'-30'-8'0,"-13"-2"0,-1 1 0,4 1 0,7 2 0,8 6 0,7 1 0,5 4 0,6 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24575,'8'10'0,"2"6"0,2 0 0,2 0 0,0-2 0,-1-5-8191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179 423 24575,'4'-25'0,"-1"1"0,-2-1 0,0 0 0,-1 0 0,-7-39 0,5 51 0,-1 0 0,0 0 0,-1 0 0,0 0 0,-1 1 0,-1 0 0,0 0 0,-1 0 0,0 1 0,0 0 0,-1 1 0,-10-11 0,7 9 0,-1 2 0,1-1 0,-2 1 0,-20-12 0,33 22 0,-1-1 0,1 1 0,0 0 0,-1-1 0,1 1 0,-1 0 0,0 0 0,1 0 0,-1-1 0,1 1 0,-1 0 0,1 0 0,-1 0 0,1 0 0,-1 0 0,0 0 0,1 0 0,-1 0 0,1 0 0,-1 0 0,1 0 0,-1 0 0,0 1 0,1-1 0,-1 0 0,1 0 0,-1 0 0,0 1 0,1 0 0,-1 0 0,0 0 0,1 0 0,0 0 0,-1 0 0,1 0 0,0 0 0,-1 0 0,1 0 0,0 0 0,0-1 0,0 1 0,0 1 0,0 0 0,0 5 0,1-1 0,0 0 0,4 12 0,6 15 0,2-1 0,2-1 0,29 50 0,-29-59 0,0-1 0,1-1 0,1 0 0,0-1 0,32 25 0,-29-28 60,30 17 0,-41-28-272,-1 0 0,1-1 0,0-1-1,0 1 1,0-2 0,17 4 0,-11-5-6614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24575,'20'30'0,"10"15"0,1 5 0,-2-1 0,-2-4 0,-5-4 0,-2-7 0,-3-4 0,-2-5 0,-3-4 0,-1-3 0,-3-2 0,1-1 0,-3-4-8191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24575,'107'-31'0,"-91"25"0,0 0 0,0-2 0,-1 0 0,20-13 0,-32 18 0,0 1 0,0-1 0,-1 1 0,1-1 0,-1 0 0,1 0 0,-1 0 0,0 0 0,0-1 0,0 1 0,-1 0 0,1-1 0,-1 0 0,0 1 0,0-1 0,0 0 0,0 1 0,-1-1 0,0 0 0,1 0 0,-1 1 0,0-1 0,-1 0 0,1 0 0,-1 0 0,0 1 0,0-1 0,0 0 0,0 1 0,-1-1 0,1 1 0,-1-1 0,0 1 0,0 0 0,0 0 0,0 0 0,-1 0 0,1 0 0,-1 0 0,0 1 0,0-1 0,0 1 0,0 0 0,0 0 0,0 0 0,-1 0 0,1 0 0,-7-1 0,8 2 0,-1 0 0,1 1 0,-1-1 0,0 1 0,1-1 0,-1 1 0,0 0 0,1 0 0,-1 0 0,0 1 0,1-1 0,-1 0 0,1 1 0,-1 0 0,-2 1 0,3-1 0,1 0 0,-1 0 0,1 0 0,0 0 0,0 0 0,-1 0 0,1 0 0,0 1 0,0-1 0,0 1 0,1-1 0,-1 0 0,0 1 0,0-1 0,1 1 0,-1 0 0,1-1 0,-1 1 0,1 0 0,0-1 0,0 1 0,0 0 0,0-1 0,0 1 0,0 1 0,1 4 0,0-1 0,0 0 0,0 0 0,1 0 0,0 0 0,0 0 0,1-1 0,-1 1 0,1 0 0,1-1 0,-1 0 0,1 0 0,0 0 0,0 0 0,0-1 0,7 6 0,-2-2 0,1 0 0,0-1 0,1 0 0,0 0 0,0-1 0,0-1 0,15 5 0,-15-7 0,0 0 0,1-1 0,-1 0 0,22 0 0,46-6 0,-74 4 0,0-1 0,0 0 0,0 0 0,0 0 0,-1-1 0,1 0 0,0 1 0,0-2 0,-1 1 0,1-1 0,-1 1 0,0-1 0,7-6 0,-10 7 0,1 0 0,0 0 0,-1 0 0,1 0 0,-1 0 0,0 0 0,0-1 0,0 1 0,0 0 0,0-1 0,0 1 0,-1-1 0,1 1 0,-1-1 0,1 1 0,-1-1 0,0 1 0,0-1 0,0 0 0,-1 1 0,1-1 0,0 1 0,-1-1 0,0 1 0,1-1 0,-1 1 0,0 0 0,-3-4 0,-26-43 0,20 36 0,-13-27 0,21 35 0,-1 0 0,2 0 0,-1 0 0,0-1 0,1 1 0,0 0 0,0-1 0,1 1 0,0-8 0,0 12-44,0 0 0,0 0 0,0 0 0,0 0 0,0 0 0,0 0 0,0 0 0,0 0 0,1 0 0,-1 0 0,0 0 0,1 0 0,-1 0 0,1 0 0,-1 1 0,1-1 0,-1 0 0,1 0-1,0 0 1,-1 1 0,1-1 0,0 0 0,0 1 0,0-1 0,-1 1 0,1-1 0,0 1 0,0-1 0,0 1 0,2-1 0,6 1-6782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24575,'13'23'0,"6"9"0,3 3 0,-3-3 0,-1-7 0,-5-4 0,-1-7 0,-3-2 0,-3-7 0,-6-6 0,-4-5 0,-2-5 0,0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24575,'12'7'0,"5"6"0,1 2 0,-2 2 0,-3 0 0,-3 0 0,-1-3-8191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24575,'15'10'0,"7"3"0,3 0 0,-3-5 0,-2-7 0,-6-5 0,-2-6 0,-3-2 0,0-3 0,-3 5 0,-1 6 0,0 6 0,0 5 0,2 5 0,-2 1 0,3 0 0,-2 0 0,0-3-8191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37 24575,'1'-4'0,"1"0"0,1-1 0,-1 1 0,0 0 0,6-6 0,-8 10 0,1-1 0,-1 1 0,0-1 0,1 1 0,-1 0 0,0-1 0,1 1 0,-1 0 0,1-1 0,-1 1 0,1 0 0,-1 0 0,1 0 0,-1-1 0,1 1 0,-1 0 0,1 0 0,-1 0 0,1 0 0,-1 0 0,1 0 0,-1 0 0,2 0 0,-2 1 0,1-1 0,0 1 0,0-1 0,-1 1 0,1-1 0,0 1 0,-1 0 0,1 0 0,-1-1 0,1 1 0,-1 0 0,1 0 0,-1 0 0,1-1 0,-1 1 0,0 0 0,1 0 0,-1 2 0,2 5 0,0 1 0,0-1 0,-1 1 0,0 0 0,-1 0 0,0-1 0,0 1 0,-1 0 0,0 0 0,-1-1 0,-4 16 0,6-23 0,-1 0 0,1 0 0,-1 0 0,1 0 0,-1 0 0,0 0 0,1 0 0,-1 0 0,0 0 0,0-1 0,1 1 0,-1 0 0,0 0 0,0-1 0,0 1 0,0 0 0,0-1 0,0 1 0,0-1 0,0 1 0,-1-1 0,1 0 0,0 1 0,0-1 0,0 0 0,0 0 0,-1 0 0,1 0 0,-2 0 0,2 0 0,0-1 0,-1 1 0,1-1 0,0 1 0,0-1 0,-1 0 0,1 1 0,0-1 0,0 0 0,0 0 0,0 0 0,0 0 0,0 0 0,0 0 0,0 0 0,1 0 0,-1 0 0,0 0 0,1 0 0,-1-1 0,1 1 0,-1 0 0,1 0 0,-1-1 0,1-1 0,-1 1 0,1-1 0,0 0 0,0 1 0,0-1 0,0 0 0,0 0 0,0 1 0,1-1 0,0 1 0,-1-1 0,1 0 0,0 1 0,0-1 0,0 1 0,1 0 0,1-4 0,-2 5 0,0 0 0,0 0 0,0 0 0,0 0 0,0 0 0,0 0 0,0 0 0,0 1 0,0-1 0,0 0 0,0 1 0,1-1 0,-1 1 0,0-1 0,0 1 0,1-1 0,-1 1 0,0 0 0,1 0 0,-1 0 0,0 0 0,1 0 0,-1 0 0,0 0 0,1 0 0,-1 0 0,0 1 0,1-1 0,-1 0 0,0 1 0,0-1 0,1 1 0,-1 0 0,2 1 0,2 1 0,-1 0 0,1 1 0,-1 0 0,0 0 0,0 0 0,0 0 0,4 7 0,21 38 0,-16-27 0,2 7 0,0 1 0,20 60 0,7 67 0,-40-149 0,6 29 0,-8-36 0,0 1 0,0-1 0,0 1 0,0-1 0,0 1 0,0-1 0,0 1 0,0-1 0,0 0 0,-1 1 0,1-1 0,0 1 0,-1-1 0,0 0 0,1 1 0,-1-1 0,0 0 0,1 0 0,-1 1 0,-2 0 0,3-1 0,-1-1 0,0 0 0,0 1 0,0-1 0,0 0 0,0 1 0,0-1 0,0 0 0,0 0 0,0 0 0,0 0 0,0 0 0,0 0 0,0 0 0,0-1 0,0 1 0,0 0 0,0 0 0,0-1 0,0 1 0,0 0 0,0-1 0,1 1 0,-2-2 0,-21-15 0,21 16 0,-11-11 0,1-1 0,0 0 0,-17-24 0,-24-48 0,48 75-227,0 0-1,0 0 1,1-1-1,0 1 1,-3-17-1,5 12-6598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24575,'-1'-2'0,"0"1"0,0-1 0,0 1 0,-1-1 0,1 1 0,0 0 0,-1 0 0,1-1 0,-4-1 0,5 3 0,0 0 0,-1 0 0,1 0 0,0 0 0,0 0 0,0 0 0,-1 0 0,1 0 0,0 0 0,0 0 0,0 0 0,0 0 0,-1 0 0,1 0 0,0 0 0,0 0 0,0 0 0,-1 0 0,1 0 0,0 0 0,0 0 0,0 0 0,0 0 0,-1 0 0,1 0 0,0 1 0,0-1 0,0 0 0,0 0 0,0 0 0,-1 0 0,1 0 0,0 1 0,0-1 0,-1 13 0,38 239 0,-34-237-455,0 0 0,9 27 0,-8-32-6371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24575,'5'-18'0,"1"1"0,1 0 0,1 0 0,0 1 0,1 0 0,16-22 0,-21 34 0,0 1 0,1-1 0,-1 1 0,1-1 0,-1 1 0,1 0 0,0 1 0,1-1 0,-1 1 0,0 0 0,0 1 0,1-1 0,-1 1 0,1 0 0,0 0 0,6 1 0,5-1 0,-1 1 0,1 1 0,-1 0 0,23 6 0,-1 3 0,0 1 0,0 2 0,-1 2 0,60 33 0,-38-13 0,104 81 0,-147-103 0,1 1 0,-2 1 0,0 0 0,0 1 0,21 33 0,-32-43 0,0 0 0,-1 1 0,0 0 0,-1 0 0,1 0 0,-1 0 0,-1 0 0,3 14 0,-4-16 0,0 1 0,-1 0 0,1 0 0,-1-1 0,0 1 0,0 0 0,-1-1 0,0 1 0,0-1 0,0 1 0,-1-1 0,-4 8 0,2-5 0,-1-1 0,0 0 0,0 0 0,0 0 0,-1 0 0,0-1 0,-15 9 0,10-7 0,-1-1 0,0 0 0,-1-1 0,-19 6 0,1-4 0,-1-1 0,0-1 0,-53 2 0,-127-9 0,172-5-1365,25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24575,'1'-1'0,"-1"0"0,1 0 0,0-1 0,-1 1 0,1 0 0,0 0 0,0 1 0,0-1 0,0 0 0,0 0 0,0 0 0,0 1 0,0-1 0,0 0 0,0 1 0,0-1 0,1 1 0,-1-1 0,1 1 0,-1 0 0,0 0 0,0 1 0,0-1 0,0 0 0,0 1 0,0-1 0,0 1 0,0-1 0,-1 1 0,1-1 0,0 1 0,0 0 0,-1-1 0,1 1 0,0 0 0,-1-1 0,1 1 0,-1 0 0,1 0 0,-1 0 0,1 0 0,-1 0 0,0 0 0,1-1 0,-1 3 0,11 26 0,8 39 0,5 16 0,-12-52 0,23 43 0,-31-68 0,-4-10 0,-6-12 0,-17-25-1365,14 27-5461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24575,'21'-11'0,"0"0"0,0 1 0,1 1 0,0 1 0,1 1 0,0 1 0,0 1 0,0 1 0,0 1 0,45 1 0,-57 2 0,21 1 0,-30-1 0,0-1 0,0 1 0,0 0 0,0-1 0,0 1 0,0-1 0,-1 0 0,1 1 0,0-1 0,0 0 0,0 0 0,2-2 0,-4 3 2,0-1 0,0 1-1,1 0 1,-1 0 0,0-1 0,0 1-1,1 0 1,-1-1 0,0 1-1,0 0 1,0-1 0,0 1 0,0 0-1,0 0 1,1-1 0,-1 1-1,0 0 1,0-1 0,0 1 0,0-1-1,0 1 1,0 0 0,0-1-1,0 1 1,0 0 0,-1-1 0,1 1-1,0 0 1,0-1 0,0 1-1,0 0 1,0 0 0,0-1 0,-1 1-1,1 0 1,0-1 0,0 1-1,-1 0 1,1 0 0,0-1-1,0 1 1,-1 0 0,1 0 0,0 0-1,0 0 1,-1-1 0,1 1-1,-1 0 1,-17-8-999,16 7 545,-12-4-6374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24575,'13'5'0,"6"1"0,3 1 0,0-2 0,-2-1 0,-1-2 0,-1-1 0,-4-3 0,-2-1 0,0-1 0,0-1 0,0-1 0,2 2 0,-3-2 0,0 1 0,-2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0,-1 0 0,1 1 0,0-1 0,0 0 0,-1 1 0,1-1 0,-1 1 0,1-1 0,0 1 0,-1-1 0,1 1 0,-1 0 0,1-1 0,-1 1 0,1 0 0,-1-1 0,1 2 0,7 17 0,-7-17 0,12 33 0,1-1 0,2-1 0,27 41 0,-41-71 0,3 5 0,1 1 0,-1-1 0,-1 1 0,0-1 0,4 11 0,-8-18 0,0-1 0,0 1 0,1-1 0,-1 0 0,0 1 0,0-1 0,0 1 0,0-1 0,0 1 0,0-1 0,0 1 0,0-1 0,0 1 0,0-1 0,0 1 0,0-1 0,0 1 0,-1-1 0,1 1 0,0-1 0,0 1 0,0-1 0,-1 1 0,1-1 0,0 0 0,0 1 0,-1-1 0,1 0 0,-1 1 0,0-1 0,1 1 0,-1-1 0,0 0 0,0 0 0,0 0 0,1 0 0,-1 0 0,0 0 0,0 0 0,0 0 0,0 0 0,1-1 0,-1 1 0,0 0 0,-1-1 0,-2-1 0,-1 0 0,1 0 0,-1-1 0,-5-4 0,-10-11-1365,12 11-5461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52 24575,'0'-3'0,"1"0"0,-1 0 0,1 0 0,-1 0 0,0 0 0,0 0 0,0-1 0,-1 1 0,1 0 0,-1-3 0,0 5 0,1 0 0,-1 0 0,1 0 0,-1 1 0,0-1 0,1 0 0,-1 0 0,0 0 0,1 1 0,-1-1 0,0 0 0,0 1 0,0-1 0,0 1 0,0-1 0,0 1 0,1 0 0,-1-1 0,0 1 0,0 0 0,0-1 0,0 1 0,0 0 0,0 0 0,-1 0 0,1 0 0,0 0 0,0 0 0,0 0 0,0 0 0,0 1 0,0-1 0,-1 1 0,-23 3 0,-5 2 0,-48 3 0,9-7 0,2-1 0,-112 16 0,159-13-1365,3-1-5461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24575,'7'-14'0,"-6"14"0,-1 0 0,0 0 0,0 0 0,0 0 0,0 0 0,0 0 0,0 0 0,1 0 0,-1 0 0,0 0 0,0 0 0,0 0 0,0 0 0,0 0 0,1 0 0,-1 0 0,0 0 0,0 0 0,0 0 0,0 0 0,0 0 0,0 0 0,0 0 0,1 0 0,-1 0 0,0 0 0,0 0 0,0 0 0,0 1 0,0-1 0,0 0 0,0 0 0,0 0 0,0 0 0,1 0 0,-1 0 0,0 0 0,0 1 0,0-1 0,0 0 0,0 0 0,0 0 0,0 0 0,0 0 0,0 0 0,0 1 0,0-1 0,0 0 0,0 0 0,4 30 0,-4-23 0,4 18 0,1 0 0,1-1 0,1 1 0,11 22 0,9 33 0,-8 10 0,-5-18 0,16 26-1365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24575,'10'-2'0,"6"-2"0,3 1 0,0 0 0,0 2 0,-1 0 0,-1 0 0,-1 1 0,-1 0 0,0 0 0,0 0 0,0 0 0,-3-2 0,-1-2 0,-2-1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24575,'9'27'0,"71"186"0,-7-73 0,-46-89 0,-25-49 12,-1 0 0,0 0 0,0 0 0,0 1 0,0-1 0,-1 1 0,1-1 0,-1 0 0,1 4 0,-1-5-57,0 0 0,0 0 0,0-1 0,-1 1 0,1 0 0,0 0 0,-1-1 0,1 1 0,0 0 0,-1-1 0,1 1 0,-1 0 0,1-1 0,-1 1 0,1 0 0,-1-1 0,1 1 0,-1-1 0,0 1 0,1-1 0,-1 1 0,0-1 0,1 0 0,-1 1 0,0-1 0,1 0 0,-1 0 0,0 1 0,0-1 0,0 0 0,1 0 0,-2 0 0,-9 1-6781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26 24575,'-36'-7'0,"-58"-8"0,80 13 0,-1 1 0,1 1 0,0 0 0,-22 4 0,34-4 0,0 1 0,0-1 0,-1 0 0,1 1 0,0 0 0,0-1 0,0 1 0,0 0 0,0 0 0,0 0 0,1 1 0,-1-1 0,0 0 0,1 1 0,-1-1 0,0 1 0,1-1 0,0 1 0,-1 0 0,0 2 0,1-2 0,0 0 0,1 0 0,-1 0 0,1 1 0,0-1 0,0 0 0,0 0 0,0 0 0,0 1 0,0-1 0,0 0 0,1 0 0,-1 0 0,1 0 0,0 1 0,0-1 0,-1 0 0,1 0 0,2 2 0,32 50 0,0 0 0,-20-22 0,-2 0 0,18 65 0,-18-51 0,7 22 0,41 122 0,-57-178 17,0-1 0,1 1 1,0-1-1,1-1 0,1 1 0,7 10 0,-12-19-70,0 1 0,0-1 0,1 0 0,-1 1 0,0-1 0,1 0 0,0-1 0,-1 1 0,1 0 0,0-1 0,0 0 0,0 1-1,0-1 1,0 0 0,0-1 0,0 1 0,0 0 0,1-1 0,-1 0 0,0 0 0,0 0 0,0 0 0,0 0 0,1-1 0,-1 1 0,0-1 0,6-2 0,0 0-6773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24575,'0'0'0,"1"-3"0,-1-1 0,1 0 0,0 1 0,0-1 0,0 1 0,0 0 0,1-1 0,-1 1 0,1 0 0,0 0 0,0 0 0,4-5 0,-6 8 0,0 0 0,1 0 0,-1 0 0,0 0 0,1 0 0,-1 0 0,0 0 0,1 0 0,-1 0 0,0 0 0,1 0 0,-1 0 0,0 0 0,1 0 0,-1 0 0,0 0 0,0 1 0,1-1 0,-1 0 0,0 0 0,0 0 0,1 1 0,-1-1 0,0 0 0,0 0 0,1 1 0,-1-1 0,0 0 0,0 0 0,0 1 0,0-1 0,1 0 0,-1 1 0,0-1 0,0 0 0,0 0 0,0 1 0,0 0 0,6 15 0,-6-15 0,19 62 0,0 6 0,41 92 0,-49-138-56,-6-15-162,-1 1 0,0-1 0,-1 0-1,0 1 1,3 11 0,-6-11-6608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24575,'0'5'0,"-1"0"0,0 0 0,0 0 0,0 0 0,-1 0 0,0 0 0,-4 8 0,3-8 0,1 1 0,-1 0 0,1 0 0,1-1 0,-2 9 0,2-13 0,1 1 0,0 0 0,0-1 0,0 1 0,0 0 0,0 0 0,0-1 0,0 1 0,1 0 0,-1-1 0,1 1 0,-1 0 0,1-1 0,0 1 0,-1-1 0,1 1 0,0-1 0,2 3 0,-2-3 0,1 1 0,0-1 0,0 0 0,0 0 0,-1 0 0,1 0 0,0 0 0,0 0 0,0-1 0,0 1 0,1-1 0,-1 1 0,0-1 0,4 0 0,97 1 0,-70-3 0,-1 3 0,54 6 0,-70-5-1365,-3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24575,'28'-10'0,"58"-20"0,-71 26 0,0 0 0,0 1 0,28-1 0,-39 4 0,0 0 0,1 0 0,-1 1 0,1 0 0,-1-1 0,0 2 0,0-1 0,1 0 0,-1 1 0,0 0 0,0 0 0,-1 0 0,1 0 0,0 1 0,-1-1 0,1 1 0,-1 0 0,0 0 0,0 1 0,0-1 0,0 0 0,2 5 0,-2-4 0,-1 1 0,0-1 0,0 1 0,0 0 0,0 0 0,-1 0 0,0-1 0,0 1 0,0 1 0,0-1 0,-1 0 0,0 0 0,0 0 0,-1 0 0,1 0 0,-1 0 0,0 0 0,-3 9 0,-9 18 0,8-22 0,1 0 0,0 0 0,-2 12 0,5-17 0,1-1 0,-1 0 0,1 1 0,0-1 0,0 0 0,1 1 0,-1-1 0,1 0 0,0 1 0,0-1 0,3 6 0,66 137 0,-61-130 0,103 198 0,-104-199 0,10 28 0,-16-37 0,0 0 0,0 0 0,-1 1 0,0-1 0,0 0 0,-1 13 0,0-18 3,0 0-1,0 0 1,-1 0 0,1 0-1,-1 0 1,0 0-1,0 0 1,0 0 0,1 0-1,-2 0 1,1-1-1,0 1 1,0 0 0,0-1-1,-1 1 1,1-1 0,-1 1-1,0-1 1,1 0-1,-1 0 1,0 0 0,1 0-1,-1 0 1,0 0-1,0 0 1,0 0 0,0-1-1,0 1 1,0-1-1,-3 1 1,-7 0-128,0 0-1,-1 0 1,1-1 0,-13-1-1,9 0-693,3 0-6007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24575,'0'2'0,"-3"1"0,0 3 0,0 3 0,-2 1 0,-3 3 0,0-1-8191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38 24575,'-17'-8'0,"-9"-2"0,-2 1 0,1 1 0,5 5 0,4 3 0,5 4 0,2 1 0,0 0 0,0-1 0,-1-1 0,2-1-8191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46 24575,'0'-2'0,"-1"0"0,0 0 0,1 1 0,-1-1 0,0 0 0,0 1 0,0-1 0,0 1 0,0-1 0,-1 1 0,1 0 0,0-1 0,-1 1 0,1 0 0,-1 0 0,1 0 0,-1 0 0,0 0 0,1 0 0,-1 0 0,0 1 0,-2-1 0,-3-1 0,0 1 0,0 1 0,0 0 0,-13 0 0,-19 0 0,-1-6-682,-69 0-1,97 6-6143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24575,'1'14'0,"1"1"0,0 0 0,1-1 0,5 15 0,22 62 0,56 93 0,-10-28 0,-75-153 9,0-1 1,0 1-1,-1 0 0,1 0 0,-1 0 1,1-1-1,-1 1 0,0 0 0,0 0 0,0 0 1,0 0-1,-1 3 0,1-5-18,-1-1 0,1 1 0,0 0-1,0-1 1,-1 1 0,1-1 0,0 1 0,-1-1 0,1 1 0,-1 0-1,1-1 1,-1 1 0,1-1 0,-1 0 0,1 1 0,-1-1 0,1 1 0,-1-1-1,1 0 1,-1 1 0,0-1 0,-1 0-71,1 0-1,0 1 1,0-1 0,-1 0 0,1-1-1,0 1 1,0 0 0,-1 0 0,1 0-1,0-1 1,0 1 0,-1-1 0,1 1-1,0-1 1,-2 0 0,-5-5-6746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24575,'28'0'0,"11"-3"0,2 0 0,-4 0 0,-5 0 0,-6 1 0,-5 1 0,-6-2 0,-5-3 0,-5-3 0,-5 0 0,-3-1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24575,'15'23'0,"5"12"0,2 5 0,-1 2 0,-1-3 0,-1-2 0,-5-2 0,-1-3 0,-1-3 0,0-3 0,-2-2 0,0-3 0,-2-3 0,1-4 0,-2-3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24575,'0'-14'0,"0"13"0,0 2 0,0 23 0,0-4 0,0 73 0,0 99 0,16-2 0,-12-170 0,0 0 0,0 0 0,9 19 0,-11-32 0,1-1 0,0 1 0,0-1 0,1 0 0,0 0 0,0 0 0,0 0 0,1-1 0,-1 0 0,1 0 0,1 0 0,7 6 0,-9-10-136,-1 1-1,1 0 1,0-1-1,0 0 1,0 0-1,0 0 1,0-1-1,0 1 0,7-1 1,2 0-6690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17 180 24575,'16'-4'0,"6"-1"0,35-14 0,-52 17 0,0 0 0,-1 0 0,1 0 0,-1-1 0,1 0 0,-1 0 0,0 0 0,0 0 0,0-1 0,-1 1 0,1-1 0,-1 0 0,3-5 0,-5 7 0,1 0 0,-1 0 0,0 0 0,0-1 0,-1 1 0,1 0 0,0-1 0,-1 1 0,0 0 0,1-1 0,-1 1 0,0-1 0,0 1 0,0 0 0,-1-1 0,1 1 0,-1-1 0,1 1 0,-2-5 0,0 4 0,0 0 0,0 0 0,0 0 0,0 1 0,0-1 0,0 0 0,-1 1 0,0 0 0,1-1 0,-1 1 0,0 0 0,-5-3 0,3 3 0,1-1 0,-1 1 0,-1 0 0,1 0 0,0 1 0,0-1 0,-1 1 0,1 0 0,-1 1 0,1-1 0,-1 1 0,1 0 0,-1 0 0,1 1 0,0 0 0,-1 0 0,-8 2 0,12-2 0,0 1 0,0-1 0,-1 0 0,1 1 0,0-1 0,1 1 0,-1 0 0,0-1 0,0 1 0,1 0 0,-1 0 0,1 0 0,-1 0 0,-1 5 0,1-3 0,1 0 0,0 0 0,0 1 0,0-1 0,0 0 0,1 1 0,-1-1 0,1 5 0,1 0 0,0 1 0,0-1 0,1 0 0,1 0 0,-1 0 0,1 0 0,6 12 0,-2-9 0,0 0 0,2-1 0,-1 1 0,1-2 0,1 1 0,0-1 0,0-1 0,1 0 0,0 0 0,1-1 0,0 0 0,0-1 0,0-1 0,1 0 0,0-1 0,24 7 0,-30-10-136,0 0-1,0-1 1,1 0-1,-1 0 1,0 0-1,0-1 1,1-1-1,-1 1 0,13-3 1,-10-1-6690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24575,'10'18'0,"0"2"0,-1 0 0,0 0 0,6 28 0,11 26 0,41 84 0,-66-155 0,11 31 0,-11-32 0,0 1 0,-1-1 0,1 1 0,-1 0 0,0 0 0,0-1 0,0 1 0,0 0 0,0 0 0,-1 3 0,1-6 0,-1 1 0,1 0 0,0-1 0,-1 1 0,1 0 0,-1-1 0,1 1 0,0 0 0,-1-1 0,0 1 0,1-1 0,-1 1 0,1-1 0,-1 1 0,0-1 0,1 1 0,-1-1 0,0 0 0,1 1 0,-1-1 0,0 0 0,1 0 0,-1 0 0,0 1 0,0-1 0,1 0 0,-1 0 0,0 0 0,0 0 0,0 0 0,1 0 0,-1 0 0,0-1 0,0 1 0,1 0 0,-1 0 0,0-1 0,1 1 0,-1 0 0,0-1 0,0 1 0,-5-3 0,0 0 0,0-1 0,-8-5 0,12 8 0,-15-12 0,-25-21 0,38 31 0,0-1 0,0 0 0,1-1 0,-1 1 0,1-1 0,0 1 0,0-1 0,0 0 0,1 0 0,0 0 0,-2-7 0,3 10 0,1 0 0,0 0 0,-1-1 0,1 1 0,0 0 0,1 0 0,-1 0 0,0 0 0,1-1 0,-1 1 0,1 0 0,-1 0 0,1 0 0,0 0 0,0 0 0,0 0 0,0 0 0,1 0 0,-1 1 0,0-1 0,1 0 0,-1 1 0,1-1 0,-1 1 0,1-1 0,0 1 0,0 0 0,0 0 0,-1 0 0,5-2 0,2 0 0,0 0 0,1 0 0,-1 0 0,1 1 0,0 1 0,10-2 0,26-4-1365,-32 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24575,'12'8'0,"5"4"0,-1 4 0,-3 1 0,-4 0 0,-4-3-8191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24575,'0'5'0,"1"0"0,0 0 0,0-1 0,0 1 0,1 0 0,-1-1 0,1 1 0,0-1 0,5 8 0,0-1 0,0-1 0,13 15 0,-17-21 0,1-1 0,-1 0 0,1 0 0,0 0 0,0-1 0,0 1 0,0-1 0,0 0 0,1 0 0,-1 0 0,0-1 0,1 1 0,0-1 0,-1 0 0,1-1 0,0 1 0,-1-1 0,9 0 0,-10 0 0,0-1 0,0 1 0,0-1 0,0 1 0,0-1 0,0 0 0,0 0 0,-1-1 0,1 1 0,0-1 0,0 1 0,-1-1 0,1 0 0,-1 0 0,0 0 0,0 0 0,1 0 0,-1 0 0,-1-1 0,1 1 0,0-1 0,0 1 0,-1-1 0,0 0 0,1 0 0,-1 1 0,0-1 0,0 0 0,0-4 0,0 0 0,0 0 0,-1 0 0,0 0 0,-2-13 0,1 10 0,1 10 0,0-1 0,0 1 0,0 0 0,0 0 0,0-1 0,0 1 0,0 0 0,0-1 0,0 1 0,0 0 0,1-1 0,-1 1 0,0 0 0,0 0 0,0-1 0,0 1 0,0 0 0,0 0 0,1-1 0,-1 1 0,0 0 0,0 0 0,0-1 0,1 1 0,-1 0 0,0 0 0,0 0 0,1 0 0,-1-1 0,0 1 0,0 0 0,1 0 0,-1 0 0,0 0 0,1 0 0,-1 0 0,0 0 0,0 0 0,1 0 0,-1 0 0,0 0 0,1 0 0,-1 0 0,0 0 0,0 0 0,1 0 0,-1 0 0,0 0 0,1 0 0,-1 0 0,0 0 0,0 1 0,1-1 0,-1 0 0,0 0 0,1 0 0,22 13 0,-14-8 0,4 1 0,-1-1 0,1-1 0,0 0 0,0-1 0,0 0 0,19 1 0,-28-4 0,0 0 0,0 0 0,0 0 0,0-1 0,0 1 0,0-1 0,0 0 0,0-1 0,0 1 0,-1 0 0,5-3 0,-6 2 0,1 0 0,-1 0 0,1 0 0,-1 0 0,0 0 0,0-1 0,0 1 0,0-1 0,0 1 0,-1-1 0,1 0 0,-1 0 0,1 1 0,-1-1 0,0 0 0,1-4 0,-2 4-68,1 0 0,-1-1-1,1 1 1,-1 0 0,0-1 0,0 1-1,0 0 1,-1-1 0,1 1 0,-1 0-1,0-1 1,0 1 0,0 0 0,0 0-1,-1 0 1,1 0 0,-1 0 0,1 0-1,-5-5 1,-3-2-6758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24575,'1'-2'0,"1"-1"0,0 1 0,0 0 0,0 0 0,0-1 0,0 1 0,0 0 0,1 1 0,-1-1 0,0 0 0,1 1 0,0-1 0,4-1 0,-6 3 0,1 0 0,0-1 0,-1 1 0,1 0 0,0 0 0,-1 0 0,1 0 0,0 0 0,0 1 0,-1-1 0,1 0 0,0 1 0,-1 0 0,1-1 0,-1 1 0,1 0 0,0-1 0,-1 1 0,0 0 0,1 0 0,-1 0 0,0 1 0,1-1 0,0 2 0,6 6 0,-1 0 0,-1 0 0,0 1 0,9 18 0,3 6 0,3-1 0,62 117 0,-75-132 0,-1 1 0,0 0 0,-1 0 0,-2 1 0,0-1 0,3 33 0,-6-26 0,-1 1 0,-1-1 0,-7 48 0,6-63 0,-1 0 0,0 0 0,-1 0 0,0-1 0,-1 1 0,0-1 0,0 0 0,-1 0 0,-1-1 0,1 0 0,-13 13 0,8-11-1365,2-1-5461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0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24575,'0'-30'0,"0"26"0,0 20 0,2 87 0,33 199 0,58 95 0,-61-262 0,-22-107 0,-10-25-1365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24575,'0'6'0,"1"-1"0,0 1 0,0-1 0,1 1 0,-1-1 0,1 1 0,1-1 0,-1 0 0,1 0 0,3 6 0,0-2 0,0-1 0,0 0 0,1 0 0,14 13 0,-20-20 0,0 0 0,0 0 0,1 0 0,-1-1 0,0 1 0,0 0 0,1 0 0,-1-1 0,1 1 0,-1-1 0,0 1 0,1-1 0,-1 1 0,1-1 0,-1 0 0,1 0 0,-1 0 0,1 0 0,-1 0 0,1 0 0,-1 0 0,1 0 0,-1-1 0,1 1 0,-1-1 0,0 1 0,3-2 0,-2 1 0,-1 0 0,1-1 0,0 1 0,-1-1 0,1 0 0,-1 1 0,1-1 0,-1 0 0,0 0 0,1 0 0,-1 0 0,0 0 0,-1 0 0,1 0 0,0-1 0,-1 1 0,2-4 0,-1-8 0,-1 11 0,0 1 0,0-1 0,0 1 0,0 0 0,0-1 0,1 1 0,-1 0 0,1-1 0,0 1 0,0 0 0,0 0 0,1-3 0,-1 5 0,-1 0 0,1-1 0,-1 1 0,1 0 0,0-1 0,-1 1 0,1 0 0,0 0 0,-1 0 0,1 0 0,0 0 0,-1 0 0,1 0 0,0 0 0,-1 0 0,1 0 0,-1 0 0,1 0 0,0 0 0,-1 0 0,1 0 0,0 1 0,-1-1 0,1 0 0,0 1 0,17 9 0,-16-9 0,15 11 0,0-1 0,0 0 0,32 14 0,-43-23 0,-1 0 0,0 0 0,1-1 0,-1 0 0,1 0 0,0 0 0,-1 0 0,1-1 0,0 0 0,0 0 0,-1-1 0,1 1 0,-1-1 0,9-3 0,-11 3 0,-1 0 0,1 0 0,-1 0 0,1 0 0,-1-1 0,0 1 0,0-1 0,0 1 0,0-1 0,0 0 0,0 0 0,0 0 0,0 0 0,-1 0 0,1 0 0,-1 0 0,0-1 0,1 1 0,-1-1 0,0 1 0,0-1 0,-1 1 0,1-1 0,-1 1 0,1-1 0,-1 0 0,0-3 0,0 1 0,0 0 0,0 1 0,-1-1 0,0 1 0,0-1 0,0 1 0,0 0 0,-1-1 0,0 1 0,0 0 0,0 0 0,0 0 0,-1 0 0,1 1 0,-5-5 0,3 3-124,0 1 0,0 0 0,-1 0 0,0 0 0,1 0 0,-1 1-1,-1-1 1,1 1 0,0 1 0,-11-5 0,5 5-6702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3 0,0 3 0,3 0 0,0 0 0,0-1-8191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24575,'-12'0'0,"-7"0"0,-3 0 0,0 0 0,1 2 0,2 2 0,2-1 0,0-1 0,4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22 24575,'-5'-5'0,"-4"-2"0,-3 1 0,0 3 0,0 3 0,0 1 0,-1 0 0,-1 0 0,0 0 0,-1 0 0,0 0 0,0-1 0,0 0 0,1-2 0,1-2-8191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24575,'1'-5'0,"1"0"0,-1 1 0,1-1 0,0 1 0,0-1 0,1 1 0,-1 0 0,1 0 0,0 0 0,0 0 0,0 1 0,0-1 0,1 1 0,0 0 0,-1 0 0,1 0 0,0 0 0,1 1 0,-1-1 0,0 1 0,7-2 0,3-1 0,0 1 0,1 0 0,0 0 0,-1 2 0,2 0 0,-1 0 0,16 2 0,-29 0 0,-1 0 0,0 0 0,1 1 0,-1-1 0,0 0 0,0 1 0,1-1 0,-1 1 0,0-1 0,0 1 0,0 0 0,0-1 0,0 1 0,0 0 0,0 0 0,0 0 0,0 0 0,1 1 0,0 1 0,-1-1 0,0 0 0,0 0 0,0 1 0,0-1 0,0 1 0,-1-1 0,1 1 0,0 2 0,-1 6 0,1 0 0,-2-1 0,-1 18 0,1-24 0,-1 8 0,-1-1 0,0 1 0,0-1 0,-7 12 0,4-8 0,-5 20 0,11-34 0,-1 0 0,1 0 0,0 0 0,0 0 0,0 0 0,0 0 0,0 0 0,0 0 0,0 0 0,0 0 0,0 0 0,1 0 0,-1 0 0,0 0 0,0 0 0,1 0 0,-1 0 0,1 0 0,-1 0 0,1 0 0,-1-1 0,1 1 0,0 0 0,-1 0 0,1-1 0,0 1 0,0 0 0,-1-1 0,1 1 0,0-1 0,0 1 0,0-1 0,0 1 0,0-1 0,0 1 0,0-1 0,0 0 0,0 0 0,0 0 0,1 1 0,6 0 0,0-1 0,-1 1 0,1-1 0,10-1 0,-8 0 0,66-1-1365,-63 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24575,'8'3'0,"4"3"0,1 3 0,1 2 0,-3 3 0,0 0 0,0 2 0,-1-1 0,-3 0 0,0 1 0,-1-1 0,-1 0 0,-2 0 0,1-3 0,0 0 0,-1-1 0,2-1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3 0,1 2 0,0 0 0,1 0 0,1-1 0,-1 0 0,0-3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18 24575,'-26'-5'0,"-9"-2"0,-3 4 0,1 1 0,3 4 0,6 1 0,5 4 0,4-1 0,2 0 0,2 1 0,1-1 0,3-2-8191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24575,'13'31'0,"19"64"0,2 4 0,-12-51-611,56 85 1,-76-130 466,4 6-6682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 24575,'-1'-1'0,"-1"1"0,1-1 0,0 1 0,-1-1 0,1 1 0,-1 0 0,1 0 0,-1-1 0,1 1 0,-1 0 0,0 0 0,1 0 0,-1 1 0,1-1 0,-1 0 0,1 1 0,-1-1 0,1 1 0,0-1 0,-1 1 0,1-1 0,0 1 0,-1 0 0,1 0 0,0 0 0,0 0 0,-1 0 0,1 0 0,0 0 0,0 0 0,0 0 0,0 0 0,1 1 0,-1-1 0,0 0 0,0 1 0,0 2 0,-1-1 0,1 0 0,0 1 0,-1-1 0,1 0 0,1 1 0,-1-1 0,0 1 0,1-1 0,0 1 0,0-1 0,0 1 0,0-1 0,0 1 0,1-1 0,1 7 0,0-7 0,0-1 0,0 1 0,0 0 0,0-1 0,0 1 0,1-1 0,-1 1 0,1-1 0,0 0 0,0 0 0,0-1 0,0 1 0,0 0 0,0-1 0,0 0 0,0 0 0,6 2 0,6 0 0,0 1 0,22 0 0,-7-2-88,19 2 292,-45-3-368,1 0-1,-1 0 0,0 1 1,0-1-1,0 1 1,0 0-1,0 0 1,6 4-1,0 2-6661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 1 24575,'-30'0'0,"0"1"0,-43 7 0,37-4 0,1-1 0,-70-3 0,44-1 0,49 1 0,-42-1 0,0 3 0,-86 13 0,49 1-455,-1-3 0,-138 1 0,213-14-6371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 24575,'1'0'0,"-1"0"0,0 0 0,0 0 0,0 0 0,0 0 0,0-1 0,0 1 0,0 0 0,0 0 0,0 0 0,0 0 0,0-1 0,0 1 0,0 0 0,0 0 0,0 0 0,0 0 0,0 0 0,0-1 0,0 1 0,0 0 0,0 0 0,0 0 0,0 0 0,0 0 0,0-1 0,-1 1 0,1 0 0,0 0 0,0 0 0,0 0 0,0 0 0,0 0 0,0-1 0,0 1 0,-1 0 0,1 0 0,0 0 0,0 0 0,0 0 0,0 0 0,0 0 0,-1 0 0,1 0 0,0 0 0,0 0 0,0 0 0,0 0 0,0 0 0,-1 0 0,1 0 0,0 0 0,0 0 0,0 0 0,0 0 0,0 0 0,-1 0 0,1 0 0,0 0 0,0 0 0,0 0 0,0 0 0,-1 1 0,-5 8 0,4-1 0,1 0 0,0 1 0,0-1 0,1 0 0,0 1 0,1-1 0,2 12 0,17 59 0,-13-58 0,-2 1 0,4 25 0,-8-46 0,-1-1 0,0 1 0,0 0 0,0 0 0,0-1 0,0 1 0,0 0 0,0-1 0,0 1 0,0 0 0,0 0 0,0-1 0,-1 1 0,1 0 0,0-1 0,0 1 0,-1 0 0,1-1 0,-1 1 0,1-1 0,0 0 0,0 0 0,-1 0 0,1 0 0,0-1 0,-1 1 0,1 0 0,0 0 0,0 0 0,-1 0 0,1 0 0,0 0 0,-1 0 0,1 0 0,0-1 0,0 1 0,0 0 0,-1 0 0,1 0 0,0 0 0,0-1 0,-1 1 0,1 0 0,0 0 0,0-1 0,-16-21 0,3-2 0,2-1 0,-13-35 0,20 47 0,0 0 0,1 1 0,1-1 0,0 0 0,1 0 0,0-1 0,1-13 0,0 26 0,0 0 0,0 0 0,1 0 0,-1 0 0,0-1 0,0 1 0,0 0 0,1 0 0,-1 0 0,1 0 0,-1 0 0,1 0 0,-1 0 0,1 0 0,-1 0 0,1 0 0,0 0 0,1-1 0,-1 2 0,-1 0 0,1 0 0,0-1 0,-1 1 0,1 0 0,0 0 0,0 0 0,-1 0 0,1 0 0,0 0 0,-1 0 0,1 0 0,0 0 0,0 0 0,-1 0 0,1 1 0,0-1 0,-1 0 0,1 0 0,0 1 0,0 0 0,5 2 0,-1 1 0,0 0 0,1 1 0,6 8 0,-8-10 0,31 31 0,3-1 0,0-1 0,2-3 0,1-1 0,52 26 0,-92-54 0,14 8 0,-1-2 0,16 6 0,-26-11 0,0 0 0,-1 0 0,1 0 0,0 0 0,-1-1 0,1 1 0,0-1 0,0 0 0,0 0 0,-1-1 0,1 1 0,0-1 0,0 0 0,5-2 0,-7 2 0,-1 0 0,1 0 0,-1 0 0,1-1 0,-1 1 0,0-1 0,1 1 0,-1-1 0,0 1 0,0-1 0,0 0 0,0 1 0,0-1 0,-1 0 0,1 0 0,0 0 0,-1 1 0,0-1 0,1 0 0,-1 0 0,0-2 0,1-8 0,0 1 0,-3-17 0,2 13 0,-1-9 60,-5-32 0,5 47-272,-1 1 0,0-1 0,-1 1-1,0-1 1,-1 1 0,-8-15 0,6 13-6614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39 148 24575,'0'0'0,"0"-1"0,0 1 0,1 0 0,-1-1 0,0 1 0,0 0 0,0-1 0,1 1 0,-1 0 0,0-1 0,0 1 0,0-1 0,0 1 0,0 0 0,0-1 0,0 1 0,0 0 0,0-1 0,0 1 0,0-1 0,0 1 0,0 0 0,0-1 0,0 1 0,0-1 0,0 1 0,0 0 0,-1-1 0,1 1 0,0 0 0,0-1 0,0 1 0,-1 0 0,1-1 0,-1 1 0,-4-5 0,5 5 0,-1 1 0,1-1 0,0 0 0,-1 0 0,1 0 0,0 1 0,-1-1 0,1 0 0,0 0 0,0 1 0,-1-1 0,1 0 0,0 0 0,0 1 0,0-1 0,-1 0 0,1 1 0,0-1 0,0 0 0,0 1 0,0-1 0,0 0 0,-1 1 0,1-1 0,0 1 0,-1 7 0,0 0 0,0 0 0,1 0 0,0 1 0,1-1 0,-1 0 0,2 0 0,2 11 0,0 5 0,15 113 0,-6-66 0,-14-141 0,-5 36 0,-1-19 0,-3 1 0,-29-91 0,35 131 0,4 12 0,0 0 0,0 0 0,0 0 0,0 0 0,0 0 0,0-1 0,0 1 0,0 0 0,0 0 0,0 0 0,1 0 0,-1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 0 0,0 1 0,0-1 0,0 0 0,0 0 0,15 17 0,-8-9 0,25 27 0,1-3 0,65 50 0,-82-70 0,1-2 0,0 1 0,36 14 0,-42-21 0,0 0 0,0-1 0,0 0 0,0-1 0,0 0 0,1-1 0,-1 0 0,16-1 0,-26-1 0,1 1 0,0 0 0,-1-1 0,1 1 0,-1 0 0,1-1 0,0 0 0,-1 1 0,0-1 0,1 0 0,-1 0 0,1 0 0,-1 0 0,0 0 0,0 0 0,1 0 0,-1-1 0,0 1 0,0 0 0,0-1 0,-1 1 0,1-1 0,0 1 0,0-1 0,-1 1 0,1-1 0,-1 1 0,1-1 0,-1 0 0,0 1 0,0-1 0,1 1 0,-1-1 0,-1-2 0,1-6 0,0-1 0,-1 1 0,-1 0 0,-3-12 0,1 4 0,-1 1 0,0-1 0,-2 1 0,0 0 0,-1 1 0,0 0 0,-2 0 0,0 1 0,0 0 0,-15-15 0,-2 1-1365,18 16-5461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24575,'-3'5'0,"-2"4"0,-2 3 0,1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24575,'-1'4'0,"0"1"0,0 0 0,0 0 0,1 0 0,0 0 0,0 0 0,1 10 0,9 35 0,-6-34 0,10 45 0,3 0 0,3-1 0,31 65 0,-51-125 0,0 0 0,0 1 0,1-1 0,-1 0 0,0 0 0,0 1 0,0-1 0,0 0 0,0 0 0,1 1 0,-1-1 0,0 0 0,0 0 0,1 1 0,-1-1 0,0 0 0,0 0 0,1 0 0,-1 0 0,0 1 0,0-1 0,1 0 0,-1 0 0,0 0 0,1 0 0,-1 0 0,0 0 0,1 0 0,-1 0 0,9-6 0,6-20 0,-11 19 0,0 1 0,0 1 0,0-1 0,0 1 0,1 0 0,0 0 0,0 0 0,0 1 0,0 0 0,1 0 0,0 0 0,0 0 0,0 1 0,0 0 0,8-2 0,-10 4 0,0-1 0,1 2 0,-1-1 0,0 0 0,1 1 0,-1 0 0,0 0 0,1 0 0,-1 0 0,1 1 0,-1 0 0,0 0 0,0 0 0,0 0 0,1 1 0,-1-1 0,0 1 0,-1 0 0,1 1 0,0-1 0,-1 0 0,1 1 0,3 4 0,-4-5 0,0 1 0,-1 0 0,1 0 0,-1 0 0,0 0 0,0 0 0,0 1 0,0-1 0,0 1 0,-1-1 0,0 1 0,1 0 0,0 5 0,-2-7 0,0 0 0,0 1 0,0-1 0,0 0 0,0 1 0,-1-1 0,1 0 0,-1 1 0,1-1 0,-1 0 0,0 0 0,0 0 0,0 1 0,0-1 0,0 0 0,-1 0 0,1-1 0,-1 1 0,1 0 0,-1 0 0,1-1 0,-1 1 0,-3 1 0,-3 3 0,0-1 0,0 0 0,-1-1 0,0 0 0,0 0 0,0-1 0,0 0 0,-1-1 0,-17 3 0,5-3 0,0-1 0,0-1 0,-28-4 0,26-1-1365,15 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8 0,0 4 0,1 4 0,1 2 0,0 1 0,-1 1 0,1 0 0,2-1 0,-1 1 0,0-1 0,2-1 0,0-1 0,3-5 0,-3-2 0,0-6 0,-2-5-8191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24575,'-4'0'0,"0"1"0,0-1 0,0 1 0,0 0 0,0 0 0,1 0 0,-1 1 0,0-1 0,1 1 0,-1 0 0,1 0 0,-1 0 0,1 0 0,0 1 0,0-1 0,0 1 0,0 0 0,1 0 0,-1 0 0,1 0 0,0 0 0,-3 4 0,4-4 0,-1 0 0,1 0 0,0 0 0,-1 0 0,1 0 0,1 0 0,-1 1 0,0-1 0,1 0 0,0 0 0,-1 1 0,1-1 0,1 0 0,-1 0 0,0 1 0,1-1 0,-1 0 0,1 0 0,0 0 0,0 0 0,1 0 0,-1 0 0,0 0 0,1 0 0,0 0 0,0-1 0,2 4 0,0-2 0,1 0 0,0 0 0,0 0 0,0 0 0,1-1 0,-1 0 0,1 0 0,0 0 0,0-1 0,0 0 0,0 0 0,10 2 0,-11-3 0,1 0 0,0-1 0,-1 1 0,1-1 0,-1 0 0,1-1 0,0 1 0,-1-1 0,1 0 0,-1 0 0,1-1 0,-1 0 0,0 0 0,8-4 0,-10 5 0,-1-1 0,0 1 0,0 0 0,-1-1 0,1 0 0,0 1 0,0-1 0,-1 0 0,1 0 0,-1 0 0,0 0 0,1 0 0,-1 0 0,0 0 0,0 0 0,0-1 0,-1 1 0,1 0 0,0 0 0,-1-1 0,0 1 0,1-1 0,-1 1 0,0 0 0,0-1 0,-1-4 0,0 3 0,0 1 0,0-1 0,-1 1 0,1-1 0,-1 1 0,0 0 0,0-1 0,0 1 0,0 0 0,0 0 0,-1 0 0,1 1 0,-1-1 0,0 1 0,0-1 0,-5-2 0,2 1-341,0 0 0,-1 1-1,-10-5 1,7 5-6485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24575,'-9'9'0,"2"1"0,-1 0 0,1 0 0,1 1 0,0 0 0,-9 21 0,14-29 0,0 0 0,0 0 0,1 0 0,-1 0 0,1 0 0,-1 0 0,1 0 0,0 0 0,0 0 0,0 0 0,1 0 0,-1-1 0,1 1 0,-1 0 0,1 0 0,0 0 0,0 0 0,1 0 0,-1-1 0,0 1 0,1-1 0,-1 1 0,1-1 0,0 1 0,0-1 0,0 0 0,0 0 0,1 0 0,-1 0 0,0 0 0,1 0 0,-1-1 0,1 1 0,3 0 0,2 2 14,1 0-1,1 0 0,-1-1 0,0-1 1,1 1-1,-1-2 0,1 1 1,17 0-1,-23-2-81,1 0 1,-1-1-1,0 1 1,1-1-1,-1 1 1,0-1-1,0 0 1,0-1-1,0 1 1,0-1-1,0 0 1,0 0-1,-1 0 1,1 0-1,0-1 1,-1 1-1,0-1 1,0 0-1,0 0 1,0 0-1,5-8 1,-2-1-6759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24575,'12'32'0,"5"17"0,2 6 0,-1 0 0,-2-5 0,-2-6 0,-1-5 0,0-4 0,-2-4 0,0-4 0,-3-1 0,0-3 0,-1-3 0,1-5 0,-1-2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24575,'-5'1'0,"-1"1"0,1 0 0,0 1 0,0-1 0,0 1 0,0 0 0,0 1 0,1-1 0,-1 1 0,-4 5 0,7-7 0,0 1 0,1-1 0,-1 0 0,1 1 0,0-1 0,0 1 0,-1 0 0,2-1 0,-1 1 0,0 0 0,1-1 0,-1 1 0,1 0 0,0 0 0,0 0 0,0 0 0,0-1 0,0 1 0,1 0 0,-1 0 0,1-1 0,2 6 0,-2-3 0,2-1 0,-1 1 0,0-1 0,1 1 0,0-1 0,0 0 0,0-1 0,1 1 0,-1 0 0,1-1 0,0 0 0,0 0 0,0 0 0,0 0 0,9 4 0,3 0 0,1 0 0,34 8 0,-27-9-105,-10-3-147,-1 1 0,1 0 0,-1 1 0,24 11 0,-28-9-6574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61 621 24575,'18'-32'0,"-2"-1"0,17-52 0,-28 71 0,-1 0 0,-1 0 0,-1-1 0,0 1 0,-1-1 0,0 1 0,-1-1 0,-1 0 0,-2-16 0,-7-10 0,-1 1 0,-3 0 0,0 1 0,-3 0 0,-21-35 0,35 69 0,-8-15 0,11 19 0,-1 0 0,0 0 0,1 0 0,-1 1 0,0-1 0,1 0 0,-1 0 0,0 1 0,0-1 0,0 0 0,0 1 0,0-1 0,1 1 0,-1-1 0,0 1 0,-2-1 0,3 1 0,-1 0 0,1 0 0,0 0 0,-1 1 0,1-1 0,0 0 0,-1 0 0,1 0 0,0 1 0,-1-1 0,1 0 0,0 0 0,-1 1 0,1-1 0,0 0 0,0 0 0,-1 1 0,1-1 0,0 0 0,0 1 0,0-1 0,-1 0 0,1 1 0,0-1 0,0 1 0,0-1 0,0 0 0,0 1 0,0-1 0,0 0 0,0 1 0,-2 15 0,2-14 0,1 24 0,1 1 0,2 0 0,12 50 0,-11-54 0,0-2 0,1 1 0,1-1 0,1 0 0,19 36 0,-19-44 0,0-1 0,1 1 0,0-2 0,1 1 0,0-1 0,1-1 0,0 0 0,15 10 0,-9-8 0,0-1 0,1-1 0,33 14 0,-40-20 0,-1-1 0,1 0 0,-1-1 0,1 0 0,0-1 0,0 0 0,-1 0 0,22-2 0,-28 0 0,1 0 0,0 0 0,-1 0 0,1 0 0,-1-1 0,0 0 0,1 0 0,-1 0 0,0 0 0,0-1 0,0 1 0,-1-1 0,1 0 0,0 0 0,5-7 0,-5 5 0,-1 0 0,1-1 0,-1 0 0,0 1 0,0-1 0,-1 0 0,1 0 0,-1-1 0,-1 1 0,3-12 0,-3 11 0,-1 0 0,0-1 0,0 1 0,0-1 0,-1 1 0,0-1 0,0 1 0,-1 0 0,-3-10 0,3 12 0,0 0 0,-1 0 0,1 1 0,-1-1 0,0 1 0,0 0 0,0-1 0,-1 1 0,1 1 0,-1-1 0,0 0 0,0 1 0,-7-5 0,7 6 0,1 0 0,-1 0 0,0 1 0,1-1 0,-1 1 0,0 0 0,0 0 0,-6-1 0,9 2 0,-1 0 0,1 0 0,0 0 0,0 0 0,-1 0 0,1 1 0,0-1 0,0 0 0,-1 1 0,1-1 0,0 1 0,0-1 0,0 1 0,0 0 0,0 0 0,0-1 0,0 1 0,0 0 0,0 0 0,0 0 0,0 0 0,0 0 0,1 0 0,-1 0 0,0 0 0,1 0 0,-1 1 0,1-1 0,-1 0 0,0 2 0,-1 4 0,0 0 0,1 1 0,-1-1 0,2 1 0,-1-1 0,1 1 0,0-1 0,0 1 0,1-1 0,0 0 0,0 1 0,1-1 0,0 0 0,0 1 0,1-1 0,6 12 0,-4-9 0,1 0 0,1 0 0,0-1 0,0 0 0,1 0 0,0 0 0,1-1 0,0-1 0,0 1 0,11 6 0,-15-12 0,0 1 0,1-1 0,-1 0 0,1-1 0,-1 1 0,1-1 0,-1 0 0,1-1 0,0 1 0,8-1 0,-4 0 0,1-1 0,0 0 0,0-1 0,16-5 0,-22 6 0,0-1 0,0 0 0,0 0 0,-1-1 0,1 0 0,-1 1 0,0-1 0,0-1 0,0 1 0,0-1 0,-1 1 0,6-8 0,-5 5 0,0-1 0,0 1 0,-1-1 0,0 0 0,0 0 0,0 0 0,2-14 0,-5 20 0,0 1 0,0-1 0,0 0 0,1 1 0,-1-1 0,0 0 0,0 1 0,1-1 0,-1 0 0,0 1 0,1-1 0,-1 1 0,0-1 0,1 1 0,0-2 0,-1 2 0,1 0 0,-1 0 0,0 0 0,0 0 0,0 0 0,1 0 0,-1 0 0,0 0 0,0 0 0,1 0 0,-1 0 0,0 0 0,0 0 0,1 0 0,-1 0 0,0 0 0,0 0 0,1 0 0,-1 1 0,0-1 0,0 0 0,0 0 0,1 0 0,-1 0 0,0 0 0,0 1 0,0-1 0,1 0 0,13 22 0,-9-13 0,-2-5 0,0 0 0,0 0 0,0 0 0,0-1 0,1 1 0,-1-1 0,1 0 0,0 0 0,0 0 0,0 0 0,0-1 0,1 0 0,-1 1 0,1-2 0,-1 1 0,1 0 0,0-1 0,-1 0 0,1 0 0,0-1 0,0 1 0,0-1 0,0 0 0,0 0 0,6-1 0,-10 1 0,1-1 0,0 1 0,-1 0 0,1-1 0,0 1 0,-1-1 0,1 0 0,-1 1 0,1-1 0,-1 0 0,1 0 0,-1 0 0,1 0 0,-1 0 0,0 0 0,2-2 0,0-1 0,-1 1 0,0-1 0,0 1 0,-1-1 0,3-4 0,3-10 0,-6 17 0,0 0 0,0 0 0,-1 0 0,1 0 0,0 0 0,0 0 0,0 1 0,0-1 0,0 0 0,0 1 0,1-1 0,-1 1 0,0-1 0,0 1 0,0-1 0,1 1 0,-1 0 0,0-1 0,0 1 0,1 0 0,-1 0 0,0 0 0,0 0 0,1 0 0,-1 0 0,0 1 0,0-1 0,1 0 0,-1 0 0,0 1 0,0-1 0,2 2 0,6 1 0,-1 1 0,0 0 0,10 7 0,-16-9 0,13 8-170,0 0-1,1-1 0,0-1 1,1 0-1,0-1 0,0-1 1,22 5-1,-28-10-6655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 24575,'-14'-2'0,"1"1"0,-21 1 0,29 0 0,1 1 0,-1-1 0,1 1 0,0 0 0,-1 0 0,1 1 0,0-1 0,0 1 0,0 0 0,0 0 0,-6 4 0,9-5 0,0 0 0,-1 0 0,1 0 0,0 0 0,0 0 0,0 1 0,0-1 0,0 0 0,0 1 0,1-1 0,-1 1 0,0-1 0,1 1 0,-1-1 0,1 1 0,-1-1 0,1 1 0,0 0 0,0-1 0,-1 3 0,2-1 0,-1 0 0,1 0 0,-1 0 0,1 0 0,0 0 0,0 0 0,0 0 0,1 0 0,-1-1 0,3 4 0,1 1 0,0 0 0,1 0 0,-1-1 0,1 0 0,1 0 0,-1-1 0,8 5 0,-12-9 0,1 1 0,-1-2 0,0 1 0,0 0 0,1 0 0,-1-1 0,0 1 0,1-1 0,-1 0 0,1 1 0,-1-1 0,0-1 0,1 1 0,-1 0 0,1 0 0,-1-1 0,0 1 0,1-1 0,-1 0 0,0 0 0,1 0 0,2-2 0,-1 1 0,-1 1 0,1 0 0,-1 0 0,1 0 0,0 0 0,0 0 0,-1 1 0,5-1 0,-5 1 0,-1 1 0,0-1 0,0 1 0,-1 0 0,1 0 0,0-1 0,0 1 0,0 1 0,0-1 0,-1 0 0,1 0 0,-1 1 0,1-1 0,-1 0 0,1 1 0,-1 0 0,0-1 0,1 1 0,-1 0 0,0-1 0,0 1 0,0 2 0,4 7 0,0 1 0,4 18 0,-6-19 0,33 129 0,-31-114 0,-2 0 0,0 0 0,-2 40 0,-1-62 0,0-1 0,-1 1 0,1-1 0,-1 0 0,0 1 0,0-1 0,0 0 0,0 1 0,-1-1 0,-2 5 0,3-6 0,0-1 0,-1 0 0,1 0 0,0 1 0,-1-1 0,1 0 0,0 0 0,-1-1 0,1 1 0,-1 0 0,0 0 0,1-1 0,-1 1 0,0-1 0,1 1 0,-1-1 0,0 0 0,1 1 0,-1-1 0,0 0 0,0 0 0,1-1 0,-3 1 0,-8-2-195,0 0 0,1-1 0,-1 0 0,0-1 0,1 0 0,-12-7 0,1 0-6631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24575,'18'48'0,"57"175"0,-63-181 0,-2 1 0,-2 0 0,3 59 0,-11-98 0,0 0 0,0 0 0,-1 0 0,0 0 0,1 0 0,-1 0 0,-1 0 0,1 0 0,0 0 0,-3 3 0,3-6 0,1 0 0,-1 0 0,1 0 0,-1 0 0,0 0 0,1 0 0,-1-1 0,0 1 0,0 0 0,0 0 0,1-1 0,-1 1 0,0-1 0,0 1 0,0-1 0,0 1 0,0-1 0,0 1 0,0-1 0,0 0 0,-1 0 0,1 1 0,0-1 0,0 0 0,0 0 0,0 0 0,0 0 0,0 0 0,0-1 0,0 1 0,0 0 0,0 0 0,0-1 0,0 1 0,0-1 0,0 1 0,0-1 0,0 1 0,0-1 0,0 1 0,0-1 0,-1-1 0,-8-7 0,1 0 0,0-1 0,0 0 0,1 0 0,1-1 0,-8-14 0,0 1 0,10 17 0,-9-13 0,-14-31 0,27 51 0,1-1 0,-1 1 0,1-1 0,0 1 0,0-1 0,-1 1 0,1-1 0,0 0 0,0 1 0,-1-1 0,1 1 0,0-1 0,0 0 0,0 1 0,0-1 0,0 0 0,0 1 0,0-1 0,0 1 0,0-1 0,0 0 0,1 1 0,-1-1 0,0 1 0,1-2 0,-1 2 0,1 0 0,0 0 0,-1 0 0,1-1 0,0 1 0,-1 0 0,1 0 0,-1 0 0,1 0 0,0 1 0,-1-1 0,1 0 0,0 0 0,-1 0 0,1 0 0,0 1 0,-1-1 0,2 1 0,30 17 0,-32-17 0,19 11 0,1 0 0,28 13 0,-40-21 0,2-1 0,-1 0 0,0 0 0,0-1 0,1 0 0,-1 0 0,1-1 0,12 0 0,-17-2 0,-1 0 0,1 0 0,-1 0 0,1-1 0,-1 1 0,0-1 0,0 0 0,0 0 0,0 0 0,0-1 0,0 0 0,0 1 0,-1-1 0,0-1 0,5-4 0,0-1 0,0-2 0,0 1 0,-1-1 0,8-14 0,-5 1 0,-1-1 0,-1 0 0,-1 0 0,5-39 0,-8 43 0,21-160 0,-22 165 0,-3 17 0,0-1 0,0 0 0,1 0 0,-1 0 0,0 0 0,0 0 0,1 0 0,-1 0 0,0 0 0,0 0 0,0 1 0,0-1 0,1 0 0,-1 0 0,0 0 0,0 0 0,0 1 0,0-1 0,0 0 0,1 0 0,-1 0 0,0 1 0,0-1 0,0 0 0,0 0 0,0 0 0,0 1 0,0-1 0,0 0 0,0 0 0,0 1 0,0-1 0,8 32 0,12 76 0,0 3 0,47 151 0,-65-258 0,-1 0 0,1 0 0,0 0 0,0 0 0,0-1 0,0 1 0,1-1 0,4 6 0,-6-9 0,-1 1 0,1 0 0,0-1 0,-1 1 0,1-1 0,0 0 0,0 1 0,-1-1 0,1 0 0,0 1 0,0-1 0,0 0 0,-1 0 0,1 0 0,0 0 0,0 1 0,0-1 0,0 0 0,1-1 0,-1 1 0,0-1 0,0 1 0,1-1 0,-1 1 0,0-1 0,0 0 0,0 0 0,0 0 0,0 0 0,0 1 0,0-1 0,0 0 0,0-1 0,-1 1 0,1 0 0,1-2 0,2-5 0,0-1 0,6-15 0,-8 17 0,0 0 0,1 0 0,0 1 0,1-1 0,4-6 0,-7 11 0,1 0 0,0 1 0,0-1 0,-1 0 0,1 1 0,0-1 0,1 1 0,-1-1 0,0 1 0,0 0 0,1 0 0,-1 0 0,0 0 0,1 0 0,-1 1 0,1-1 0,-1 1 0,6-1 0,1 2 0,0-1 0,0 1 0,0 0 0,0 1 0,1 0 0,-2 1 0,13 4 0,59 30 0,-76-34 0,33 17-1365,-22-13-5461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 24575,'10'-3'0,"-10"3"0,0 0 0,0 0 0,0 0 0,0 0 0,0 0 0,1 0 0,-1 0 0,0 0 0,0 0 0,0 0 0,0 0 0,0 0 0,0 0 0,0 0 0,0 0 0,0 0 0,0 0 0,0 0 0,0 0 0,0 0 0,0 0 0,0 0 0,0 0 0,1 0 0,-1 0 0,0 0 0,0 0 0,0 0 0,0 0 0,0 0 0,0 0 0,0 0 0,0 1 0,0-1 0,0 0 0,0 0 0,0 0 0,0 0 0,0 0 0,0 0 0,0 0 0,0 0 0,0 0 0,0 0 0,0 0 0,0 0 0,0 0 0,0 0 0,0 0 0,0 0 0,0 1 0,0-1 0,0 0 0,0 0 0,0 0 0,0 0 0,0 0 0,0 0 0,0 0 0,0 0 0,-1 1 0,0 0 0,0 0 0,0 0 0,0-1 0,0 1 0,0 0 0,0-1 0,0 1 0,0 0 0,0-1 0,0 1 0,-2 0 0,-77 17 0,12-3 0,66-14 0,-1 0 0,1 1 0,0-1 0,-1 0 0,1 1 0,0-1 0,0 1 0,0 0 0,0 0 0,0 0 0,0 0 0,1 0 0,-1 0 0,1 0 0,-1 0 0,1 1 0,0-1 0,0 1 0,0-1 0,0 1 0,0-1 0,1 1 0,-1-1 0,0 6 0,1-5 0,0 1 0,-1 0 0,1-1 0,0 1 0,1-1 0,-1 1 0,1-1 0,-1 1 0,1-1 0,0 1 0,0-1 0,1 1 0,-1-1 0,1 0 0,0 0 0,-1 0 0,6 6 0,-2-5 0,0 1 0,0-1 0,1-1 0,-1 1 0,1-1 0,0 0 0,7 2 0,47 14 0,-33-11 0,18 4 0,-31-9 0,-1 0 0,0 1 0,0 1 0,0 0 0,-1 0 0,25 15 0,-36-19 0,0-1 0,0 1 0,0 0 0,0 0 0,0 0 0,0 0 0,0 0 0,0 0 0,0 0 0,0 0 0,0 0 0,-1 0 0,1 0 0,0 0 0,-1 1 0,1-1 0,-1 0 0,0 1 0,1-1 0,-1 0 0,0 1 0,0-1 0,1 0 0,-1 1 0,0-1 0,-1 0 0,1 1 0,0-1 0,0 1 0,0-1 0,-1 0 0,1 0 0,-1 1 0,1-1 0,-1 0 0,-1 2 0,0 0 0,0-1 0,0 1 0,0-1 0,-1 0 0,1 0 0,-1 0 0,1 0 0,-1 0 0,0 0 0,0-1 0,0 0 0,0 1 0,0-1 0,-6 1 0,-20 4 0,0-1 0,-1-1 0,1-2 0,-1-1 0,-34-3 0,59 1 0,-1 0 0,0 0 0,1-1 0,0 0 0,-1 0 0,1 0 0,0-1 0,0 0 0,-9-6 0,12 7 0,0 0 0,0 0 0,0 0 0,0 0 0,0 0 0,1 0 0,-1 0 0,1 0 0,-1-1 0,0-2 0,1 3 0,1 1 0,-1-1 0,1 0 0,0 1 0,0-1 0,0 1 0,0-1 0,0 0 0,0 1 0,0-1 0,0 1 0,1-1 0,-1 1 0,0-1 0,1 0 0,0 1 0,-1 0 0,2-3 0,6-5-1365,0 2-5461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31 24575,'-23'-6'0,"-70"-14"0,81 18 0,0 1 0,0 0 0,0 1 0,0 0 0,-22 4 0,32-4 0,0 1 0,1-1 0,-1 0 0,1 1 0,-1-1 0,1 1 0,-1-1 0,1 1 0,0 0 0,-1-1 0,1 1 0,0 0 0,-1 0 0,1 0 0,0 0 0,0 0 0,0 1 0,0-1 0,0 0 0,0 0 0,0 1 0,0-1 0,1 1 0,-1-1 0,0 0 0,1 1 0,-1-1 0,1 1 0,0 0 0,-1-1 0,1 1 0,0-1 0,0 1 0,0-1 0,0 1 0,0 0 0,1 2 0,0 0 0,0-1 0,0 0 0,0 1 0,1-1 0,-1 0 0,1 1 0,0-1 0,0 0 0,0 0 0,0 0 0,0-1 0,1 1 0,-1 0 0,1-1 0,4 4 0,6 1 0,-1 0 0,1-1 0,-1-1 0,2 0 0,-1-1 0,0 0 0,1-1 0,0 0 0,0-1 0,0-1 0,20 0 0,-32-1 0,0 0 0,0-1 0,0 1 0,0 0 0,0-1 0,0 1 0,0-1 0,0 0 0,-1 0 0,1 1 0,0-1 0,-1 0 0,1-1 0,0 1 0,-1 0 0,1 0 0,-1-1 0,0 1 0,2-2 0,-2 0 0,1 1 0,-1-1 0,0 1 0,0-1 0,0 0 0,0 1 0,-1-1 0,1 0 0,-1 0 0,1 1 0,-1-1 0,0-3 0,0 0 0,-1-1 0,0 1 0,0 0 0,0 0 0,-1 0 0,0 0 0,0 0 0,0 0 0,-1 0 0,0 1 0,-4-7 0,18 27 0,-3-4 0,0 0 0,0-1 0,1 0 0,14 12 0,-11-13-341,1 0 0,1-1-1,20 10 1,-21-13-6485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24575,'1'1'0,"-1"1"0,1-1 0,-1 1 0,1-1 0,-1 1 0,1-1 0,0 0 0,0 1 0,0-1 0,-1 0 0,1 0 0,0 1 0,1-1 0,1 2 0,18 13 0,-14-12 0,12 7 0,34 14 0,-47-23 0,1 1 0,0-1 0,0-1 0,1 1 0,-1-1 0,0 0 0,0-1 0,15-1 0,-20 1 0,0 0 0,0-1 0,0 0 0,0 1 0,0-1 0,0 0 0,0 0 0,0 0 0,0 0 0,0 0 0,-1 0 0,1-1 0,-1 1 0,1 0 0,-1-1 0,1 1 0,-1-1 0,0 0 0,0 1 0,1-1 0,-1 0 0,-1 0 0,1 0 0,0 0 0,0 0 0,-1 0 0,1 0 0,-1 0 0,1 0 0,-1 0 0,0 0 0,0 0 0,0 0 0,0 0 0,0 0 0,-1-1 0,1 1 0,-1 0 0,1 0 0,-2-3 0,0 2 0,1 4 0,1 7 0,1-4 0,1 0 0,0 0 0,0 0 0,0 0 0,1-1 0,0 1 0,-1-1 0,1 0 0,0 0 0,0 0 0,1 0 0,-1 0 0,8 4 0,3 1 0,0-1 0,21 7 0,-35-13 0,3 0 0,0 0 0,-1 0 0,1 0 0,0-1 0,0 1 0,0-1 0,0 1 0,0-1 0,0 0 0,0 0 0,0-1 0,0 1 0,0 0 0,0-1 0,0 0 0,0 0 0,3-1 0,-4 1 0,-1 0 0,1 0 0,0 0 0,-1-1 0,1 1 0,-1 0 0,0-1 0,1 1 0,-1-1 0,0 0 0,0 1 0,0-1 0,0 0 0,0 0 0,-1 0 0,1 1 0,0-1 0,-1 0 0,0 0 0,1 0 0,-1 0 0,0 0 0,0 0 0,0 0 0,0 0 0,-1-4 0,1 2 0,-1-1 0,-1 1 0,1 0 0,-3-7 0,2 7 0,1 0 0,-1 0 0,1 0 0,-1-8 0,2 12 0,0 0 0,0 0 0,0 0 0,0-1 0,0 1 0,0 0 0,0 0 0,0-1 0,0 1 0,0 0 0,0 0 0,0 0 0,0-1 0,0 1 0,0 0 0,0 0 0,0 0 0,0-1 0,0 1 0,1 0 0,-1 0 0,0 0 0,0-1 0,0 1 0,0 0 0,0 0 0,1 0 0,-1 0 0,0 0 0,0 0 0,0-1 0,1 1 0,7 2 0,10 9 0,-17-10 0,36 27-35,49 32-1295,-75-53-5496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106 240 24575,'40'78'0,"-13"-29"0,-3 0 0,30 88 0,-54-137 0,0 1 0,1-1 0,-1 1 0,0 0 0,0-1 0,1 1 0,-1 0 0,0 0 0,0-1 0,0 1 0,0 0 0,0-1 0,0 1 0,0 0 0,0 0 0,0-1 0,0 1 0,-1 0 0,1-1 0,0 1 0,0 0 0,-1 0 0,0-1 0,1 0 0,-1 0 0,1 0 0,-1 0 0,1 0 0,-1 0 0,0 0 0,1 0 0,-1 0 0,1 0 0,-1 0 0,1-1 0,-1 1 0,1 0 0,-1 0 0,1-1 0,-1 1 0,1 0 0,-1-1 0,0 0 0,-26-24 0,27 25 0,-20-23 0,2 0 0,0-2 0,2 0 0,0 0 0,-13-33 0,6 5 0,-27-96 0,47 138 0,-12-47 0,14 51 0,0 0 0,0 0 0,1 0 0,0 0 0,0-1 0,2-7 0,-2 13 0,0 1 0,0-1 0,1 1 0,-1 0 0,1-1 0,-1 1 0,1-1 0,0 1 0,-1 0 0,1-1 0,0 1 0,0 0 0,0 0 0,0-1 0,0 1 0,0 0 0,0 0 0,1 0 0,-1 0 0,3-1 0,-2 1 0,0 1 0,1-1 0,-1 1 0,0-1 0,1 1 0,-1 0 0,0 0 0,1 0 0,-1 0 0,1 0 0,-1 0 0,3 1 0,3 2 0,-1-1 0,0 0 0,0 1 0,0 1 0,0-1 0,-1 1 0,10 7 0,-12-8 0,0 1 0,0 0 0,0-1 0,-1 1 0,0 1 0,0-1 0,0 0 0,0 1 0,0-1 0,-1 1 0,0 0 0,2 6 0,-3-7 0,-1-1 0,1 1 0,0 0 0,-1-1 0,0 1 0,0 0 0,0-1 0,-1 1 0,1 0 0,-1-1 0,0 1 0,0 0 0,0-1 0,0 1 0,-1-1 0,1 0 0,-1 0 0,-3 5 0,1-2-227,-1 0-1,-1 1 1,1-2-1,-1 1 1,-8 6-1,0-3-6598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61 655 24575,'15'-19'0,"-1"0"0,-1-1 0,-1-1 0,11-24 0,-19 34 0,0 0 0,-1 0 0,0 0 0,0 0 0,-1 0 0,-1-1 0,0 1 0,0 0 0,-1-1 0,-3-20 0,-8-22 0,-18-55 0,6 29 0,19 64 0,-3-13 0,-20-51 0,27 79 0,0 0 0,-1 0 0,0 0 0,1 0 0,-1-1 0,1 1 0,-1 0 0,0 0 0,0 0 0,0 0 0,0 1 0,1-1 0,-1 0 0,0 0 0,0 0 0,-1 1 0,1-1 0,0 1 0,0-1 0,-1 0 0,1 1 0,0 0 0,0 0 0,0 1 0,0-1 0,0 0 0,0 0 0,0 1 0,0-1 0,0 0 0,1 1 0,-1-1 0,0 1 0,0-1 0,0 1 0,1 0 0,-1-1 0,0 1 0,1 0 0,-1-1 0,1 1 0,-1 0 0,0 0 0,1 0 0,0-1 0,-1 1 0,1 0 0,-1 1 0,-2 7 0,0-1 0,0 1 0,1-1 0,0 1 0,0 0 0,1 0 0,1 0 0,-1-1 0,2 11 0,1 14 0,8 34 0,-8-57 0,3 22 0,2-1 0,1 0 0,2 0 0,18 41 0,-23-60 0,2-1 0,-1 1 0,1-1 0,1 0 0,0-1 0,0 0 0,1 0 0,0-1 0,1 0 0,0 0 0,0-1 0,1-1 0,18 10 0,-22-13 0,0-1 0,0-1 0,1 1 0,-1-1 0,1-1 0,0 1 0,-1-1 0,1-1 0,0 1 0,0-1 0,-1-1 0,1 1 0,12-4 0,-15 3 0,1-1 0,0 0 0,-1 0 0,0 0 0,1-1 0,-1 0 0,0 0 0,0 0 0,-1-1 0,1 1 0,-1-1 0,1 0 0,-1-1 0,-1 1 0,1-1 0,-1 1 0,1-1 0,3-8 0,-5 8 0,0-1 0,-1 1 0,1-1 0,-1 0 0,0 1 0,0-1 0,0-7 0,3-21 0,-4 34 0,0-1 0,0 1 0,0 0 0,0 0 0,0-1 0,0 1 0,1 0 0,-1 0 0,0-1 0,0 1 0,0 0 0,0 0 0,0 0 0,0-1 0,0 1 0,0 0 0,1 0 0,-1-1 0,0 1 0,0 0 0,0 0 0,1 0 0,-1 0 0,0 0 0,0-1 0,0 1 0,1 0 0,-1 0 0,0 0 0,0 0 0,0 0 0,1 0 0,5 6 0,3 15 0,-9-20 0,3 8 0,0 1 0,1-1 0,0 0 0,0 0 0,1-1 0,0 0 0,1 1 0,-1-2 0,14 14 0,-13-17-1365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24575,'3'12'0,"3"7"0,0 6 0,0 0 0,-2-1 0,-1-5-8191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24575,'12'12'0,"7"8"0,1-1 0,1 0 0,25 15 0,-44-32 0,0-1 0,-1 0 0,1 0 0,0 0 0,0 0 0,0-1 0,0 1 0,0 0 0,0-1 0,0 0 0,0 1 0,0-1 0,0 0 0,0 0 0,0 0 0,0 0 0,0 0 0,0-1 0,0 1 0,2-1 0,-2 0 0,0 0 0,0 0 0,0-1 0,0 1 0,-1-1 0,1 1 0,-1-1 0,1 1 0,-1-1 0,1 0 0,-1 1 0,0-1 0,0 0 0,0 0 0,0 0 0,0 0 0,0 0 0,0-4 0,2-27 0,-3 29 0,0 1 0,0-1 0,0 1 0,0-1 0,1 1 0,-1-1 0,1 1 0,0 0 0,0-1 0,0 1 0,0 0 0,4-6 0,-5 9 0,1-1 0,-1 1 0,1-1 0,0 1 0,-1 0 0,1-1 0,0 1 0,-1 0 0,1 0 0,0-1 0,-1 1 0,1 0 0,0 0 0,0 0 0,-1 0 0,1 0 0,0 0 0,-1 0 0,1 0 0,0 0 0,0 0 0,-1 0 0,1 0 0,0 1 0,-1-1 0,1 0 0,0 0 0,-1 1 0,1-1 0,0 1 0,-1-1 0,1 0 0,-1 1 0,2 0 0,22 23 0,-16-15 0,3 2-170,0 0-1,2-1 0,-1-1 1,1 0-1,0 0 0,1-1 1,25 10-1,-26-14-6655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62 24575,'-2'-3'0,"-3"-7"0,0 1 0,-7-11 0,11 19 0,0-1 0,0 1 0,0 0 0,0-1 0,0 1 0,-1 0 0,1 0 0,0 0 0,0 0 0,-1 0 0,1 0 0,-1 0 0,1 0 0,-1 1 0,1-1 0,-1 0 0,1 1 0,-1-1 0,0 1 0,1 0 0,-4-1 0,4 2 0,-1-1 0,1 0 0,0 1 0,1 0 0,-1-1 0,0 1 0,0-1 0,0 1 0,0 0 0,0 0 0,0-1 0,1 1 0,-1 0 0,0 0 0,1 0 0,-1 0 0,1 0 0,-1 0 0,1 0 0,-1 0 0,1 0 0,0 0 0,-1 0 0,1 0 0,0 0 0,0 1 0,0-1 0,0 0 0,0 0 0,0 2 0,0 4 0,1 0 0,-1-1 0,4 12 0,-2-9 0,1 1 0,0-1 0,1-1 0,0 1 0,1 0 0,-1-1 0,2 0 0,-1 0 0,1 0 0,0-1 0,1 0 0,-1 0 0,2 0 0,-1-1 0,10 6 0,-14-10 0,0 0 0,0-1 0,0 1 0,0-1 0,0 0 0,0 0 0,1 0 0,-1 0 0,0-1 0,1 1 0,-1-1 0,0 0 0,1 0 0,-1 0 0,1-1 0,4 0 0,-6 0 0,0 1 0,0-1 0,0 0 0,0 0 0,-1 0 0,1 0 0,0 0 0,0 0 0,-1 0 0,1 0 0,0-1 0,-1 1 0,0-1 0,1 0 0,-1 1 0,0-1 0,0 0 0,0 1 0,0-1 0,0 0 0,0 0 0,0 0 0,-1 0 0,1 0 0,-1 0 0,1 0 0,-1-3 0,1-2 0,-1-1 0,0 1 0,0-1 0,0 1 0,-3-13 0,2 18 0,1 0 0,-1 0 0,0-1 0,1 1 0,-1 0 0,0 0 0,0 0 0,0 0 0,-1 0 0,1 0 0,0 0 0,-1 0 0,1 0 0,-1 1 0,0-1 0,0 0 0,1 1 0,-1 0 0,0-1 0,0 1 0,-5-2 0,7 3 0,-1 0 0,1 0 0,-1 0 0,0 0 0,1-1 0,-1 1 0,0 1 0,1-1 0,-1 0 0,0 0 0,1 0 0,-1 0 0,0 0 0,1 1 0,-1-1 0,1 0 0,-1 0 0,1 1 0,-1-1 0,0 0 0,1 1 0,-1-1 0,1 1 0,-1-1 0,1 1 0,0-1 0,-1 1 0,1-1 0,0 1 0,-1-1 0,1 1 0,0-1 0,-1 1 0,1 0 0,0-1 0,0 1 0,-1 1 0,0 2 0,0 0 0,0 1 0,1-1 0,-1 7 0,1 1 0,0 0 0,2 1 0,-1-1 0,7 23 0,19 47 0,-24-74 0,19 53 0,3-2 0,3 0 0,2-2 0,58 82 0,-84-134 0,0 1 0,0 0 0,-1 0 0,0 0 0,5 12 0,-8-17 0,1 0 0,-1 0 0,0 0 0,0 1 0,1-1 0,-1 0 0,0 0 0,0 0 0,0 1 0,0-1 0,-1 0 0,1 0 0,0 0 0,0 0 0,-1 0 0,1 1 0,0-1 0,-1 0 0,0 0 0,1 0 0,-1 0 0,1 0 0,-1 0 0,0 0 0,0-1 0,0 1 0,1 0 0,-1 0 0,0 0 0,0-1 0,0 1 0,0 0 0,0-1 0,0 1 0,0-1 0,-1 0 0,1 1 0,0-1 0,0 0 0,0 1 0,0-1 0,-2 0 0,-9 2 0,-1-1 0,0 0 0,1-1 0,-1 0 0,1-1 0,-18-3 0,11 1 0,1-2 0,-1 0 0,-27-13 0,43 17 0,1 0 0,-1 0 0,1-1 0,-1 1 0,1-1 0,0 1 0,-1-1 0,1 0 0,0 0 0,0 0 0,0 0 0,0 0 0,1-1 0,-1 1 0,1-1 0,-3-4 0,4 5 0,-1 0 0,1 0 0,0 0 0,-1 0 0,1 0 0,0-1 0,1 1 0,-1 0 0,0 0 0,0 0 0,1 0 0,0-1 0,-1 1 0,1 0 0,0 0 0,0 0 0,0 1 0,0-1 0,0 0 0,0 0 0,1 0 0,2-2 0,2-2-151,0 0-1,0 0 0,0 1 0,1 0 1,0 0-1,0 1 0,0 0 1,15-6-1,-5 3-6674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55 103 24575,'25'76'0,"4"-2"0,56 107 0,-80-172 0,-6-11 0,-7-15 0,-52-83 0,-5-11 0,52 87 0,1-2 0,-13-41 0,21 54 0,2 7 0,0-1 0,0 1 0,0-1 0,1 0 0,-1-10 0,2 15 0,0 1 0,0 0 0,1-1 0,-1 1 0,0 0 0,1-1 0,-1 1 0,0 0 0,1 0 0,-1-1 0,1 1 0,0 0 0,-1 0 0,1 0 0,0 0 0,0 0 0,0 0 0,0 0 0,0 0 0,0 0 0,0 0 0,0 0 0,0 1 0,0-1 0,1 0 0,-1 1 0,0-1 0,0 1 0,1-1 0,-1 1 0,0 0 0,0-1 0,3 1 0,2 0 0,0-1 0,-1 2 0,1-1 0,0 0 0,-1 1 0,1 0 0,-1 1 0,1-1 0,9 5 0,3 2 0,25 15 0,-18-7 0,0 0 0,-1 2 0,28 27 0,-39-32 0,0 0 0,-1 1 0,-1 1 0,0 0 0,-1 0 0,13 27 0,-20-36 0,0 1 0,-1-1 0,0 1 0,0 0 0,0 0 0,-1-1 0,0 1 0,-1 0 0,1 9 0,-2-12 0,1-1 0,-1 0 0,1 0 0,-1 1 0,0-1 0,0 0 0,0 0 0,-1 0 0,1 0 0,-1 0 0,0 0 0,1-1 0,-1 1 0,-1-1 0,1 1 0,0-1 0,0 1 0,-1-1 0,0 0 0,1 0 0,-6 2 0,-1 1-76,0-1 1,0-1-1,-1 1 0,1-2 0,-1 1 0,0-1 0,0-1 0,0 1 1,0-2-1,0 1 0,1-2 0,-1 1 0,0-1 0,0-1 1,0 0-1,0 0 0,-16-7 0,16 4-6750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24575,'0'10'0,"0"6"0,2 2 0,1 4 0,3 0 0,0-1 0,2-1 0,-1-2 0,1-2 0,-1 0 0,1-1 0,-1 0 0,-1-1 0,0-2 0,-1-1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46 24575,'-28'-7'0,"-14"-3"0,-4 0 0,2 3 0,4 1 0,6 3 0,7 1 0,2 1 0,4 1 0,2 1 0,0 2 0,0 0 0,1 1 0,1 1 0,1 0 0,4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24575,'7'27'0,"6"12"0,0 2 0,0-3 0,-2-7 0,0-5 0,-2-5 0,-2-3 0,-1-5 0,0-2 0,-2-5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24575,'28'-3'0,"13"0"0,4 0 0,-5 0 0,-6 1 0,-6 1 0,-8 3 0,-10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24575,'22'-7'0,"11"-6"0,1 1 0,-1-2 0,-5 3 0,-5 2 0,-3 4 0,-2 2 0,-3 1 0,-3 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24575,'10'28'0,"3"11"0,0 5 0,0-4 0,-3-5 0,0-4 0,1-5 0,-1-4 0,-3-3 0,-3-3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0 24575,'-22'0'0,"-11"3"0,-4 3 0,-1 0 0,1 2 0,2 3 0,1-2 0,5 1 0,7-1-8191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24575,'0'5'0,"0"5"0,3 2 0,2 2 0,4 1 0,3 1 0,1 0 0,2-1 0,0 1 0,1-4 0,-3 0 0,-4-3-8191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24575,'0'-2'0,"0"1"0,0 3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24575,'27'27'0,"2"0"0,45 31 0,-74-57 0,58 35 0,-50-31 0,0-2 0,0 1 0,0-1 0,0 0 0,16 3 0,-23-6 0,0 0 0,0 0 0,0 1 0,0-1 0,0 0 0,0 0 0,0 0 0,0 0 0,0 0 0,0-1 0,0 1 0,0 0 0,0 0 0,0-1 0,-1 1 0,1 0 0,0-1 0,0 1 0,0-1 0,0 1 0,0-1 0,-1 0 0,1 1 0,0-1 0,0-1 0,0 1 0,0-1 0,0 1 0,-1-1 0,1 0 0,-1 1 0,0-1 0,1 0 0,-1 1 0,0-1 0,0 0 0,0 0 0,0 1 0,0-3 0,-2-6 0,0 1 0,0 0 0,-1 0 0,-4-9 0,-8-9 0,12 23 0,0 0 0,1 0 0,0-1 0,-1 1 0,2-1 0,-4-9 0,5 14 0,1 0 0,-1 0 0,1 0 0,-1-1 0,1 1 0,-1 0 0,0 0 0,1 0 0,-1 0 0,1 0 0,-1 0 0,1 0 0,-1 0 0,1 0 0,-1 1 0,1-1 0,-1 0 0,0 0 0,1 0 0,-1 0 0,1 1 0,-1-1 0,0 0 0,1 0 0,-1 1 0,1-1 0,14 8 0,12 8-111,91 56 356,-97-57-620,-1 0 0,-1 1 1,25 27-1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201 129 24575,'-12'-11'0,"-12"-12"0,0 2 0,-2 1 0,-34-22 0,57 40 0,-1 0 0,1 1 0,0-1 0,0 1 0,-1 0 0,-4-2 0,7 3 0,0 0 0,0 0 0,1 0 0,-1 0 0,0 0 0,0 0 0,0 0 0,1 1 0,-1-1 0,0 0 0,0 0 0,1 0 0,-1 1 0,0-1 0,0 0 0,1 1 0,-1-1 0,0 1 0,1-1 0,-1 1 0,1-1 0,-1 1 0,1 0 0,-1-1 0,1 1 0,-1-1 0,1 1 0,-1 0 0,1-1 0,0 1 0,-1 0 0,1 0 0,0 1 0,-2 4 0,1 0 0,0 0 0,0 1 0,1-1 0,0 0 0,0 1 0,0-1 0,2 7 0,13 55 0,-11-51 0,15 50-176,50 117-1,45 57-177,-86-185 394,2 0-1,54 74 0,-78-123-298,0 0 1,11 10-1,-4-7-6567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339 103 24575,'-28'-20'0,"-11"-7"0,-2 4 0,4 6 0,5 6 0,6 7 0,5 4 0,3 5 0,3 1 0,1 0 0,0 2 0,0-2 0,0 0 0,0-3 0,3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107 256 24575,'-2'1'0,"-3"-4"0,-7-10 0,11 11 0,-68-84 0,66 83 0,1-1 0,0 1 0,-1 0 0,1-1 0,-2-5 0,4 8 0,-1 1 0,1-1 0,0 0 0,0 1 0,0-1 0,0 1 0,0-1 0,-1 1 0,1-1 0,0 0 0,0 1 0,0-1 0,1 1 0,-1-1 0,0 1 0,0-1 0,0 0 0,0 1 0,0-1 0,1 1 0,-1-1 0,0 1 0,1-1 0,-1 1 0,0-1 0,1 1 0,-1-1 0,0 1 0,1 0 0,-1-1 0,1 1 0,-1 0 0,1-1 0,-1 1 0,1 0 0,-1-1 0,1 1 0,-1 0 0,1 0 0,-1 0 0,1-1 0,-1 1 0,1 0 0,0 0 0,-1 0 0,1 0 0,-1 0 0,1 0 0,0 0 0,7 0 0,1 1 0,-1 0 0,0 0 0,0 0 0,0 1 0,13 5 0,18 4 0,-16-7 0,1-1 0,0-1 0,0-1 0,0-1 0,0-1 0,41-7 0,-58 6 0,0 0 0,-1 0 0,1-1 0,-1 1 0,0-1 0,0-1 0,0 1 0,0-1 0,0 0 0,9-10 0,-12 12 0,-1-1 0,0 1 0,0-1 0,0 1 0,0-1 0,0 0 0,-1 0 0,1 0 0,-1 0 0,0 0 0,0-1 0,0 1 0,0 0 0,0 0 0,-1-1 0,0 1 0,1 0 0,-1-1 0,0 1 0,-1 0 0,1-1 0,-1 1 0,1 0 0,-2-5 0,2 8 0,0 0 0,0-1 0,-1 1 0,1 0 0,0-1 0,0 1 0,0 0 0,0-1 0,0 1 0,0 0 0,-1-1 0,1 1 0,0 0 0,0-1 0,-1 1 0,1 0 0,0 0 0,0-1 0,-1 1 0,1 0 0,0 0 0,0 0 0,-1-1 0,1 1 0,0 0 0,-1 0 0,1 0 0,0 0 0,-1 0 0,0 0 0,-7 6 0,-4 17 0,8-16 0,1 1 0,1 0 0,-1 0 0,1 0 0,1 0 0,0 0 0,0 0 0,0 0 0,1 0 0,2 17 0,-2-21 0,1 1 0,0-1 0,1 0 0,-1 0 0,1 0 0,-1 0 0,1 0 0,1 0 0,-1 0 0,0 0 0,1-1 0,0 1 0,0-1 0,0 0 0,0 0 0,0 0 0,1 0 0,-1 0 0,1-1 0,0 0 0,6 4 0,0-3 21,-1 0-1,1 0 1,19 2-1,0 0-1467,-16-2-5379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 24575,'-12'10'0,"0"0"0,1 1 0,1 1 0,0 0 0,-12 18 0,17-23 0,1 1 0,1-1 0,-1 1 0,1-1 0,1 1 0,-1 0 0,1 0 0,1 1 0,-1-1 0,1 0 0,1 16 0,0-19 0,0 1 0,1-1 0,0 0 0,0 1 0,0-1 0,1 0 0,3 9 0,-4-12 0,0 0 0,0 0 0,1 0 0,-1 0 0,1 0 0,-1 0 0,1-1 0,0 1 0,0 0 0,0-1 0,-1 0 0,1 1 0,0-1 0,1 0 0,-1 0 0,0 0 0,0 0 0,0-1 0,1 1 0,3 0 0,-4-1 0,1 0 0,0 0 0,0 0 0,0-1 0,0 1 0,0-1 0,0 1 0,0-1 0,-1 0 0,1-1 0,0 1 0,-1 0 0,1-1 0,-1 1 0,1-1 0,-1 0 0,0 0 0,0 0 0,0 0 0,4-4 0,1-3 0,0 0 0,0-1 0,10-18 0,-13 19 0,-2 6 0,-1 0 0,1-1 0,0 1 0,0 0 0,0 0 0,5-6 0,-6 9 0,-1 0 0,0 0 0,0 0 0,1-1 0,-1 1 0,0 0 0,1 0 0,-1 0 0,0 0 0,1 0 0,-1-1 0,0 1 0,1 0 0,-1 0 0,1 0 0,-1 0 0,0 0 0,1 0 0,-1 0 0,0 0 0,1 1 0,-1-1 0,0 0 0,1 0 0,-1 0 0,0 0 0,1 0 0,0 1 0,0 0 0,0 0 0,0 0 0,0 0 0,0 1 0,0-1 0,0 0 0,0 1 0,-1-1 0,1 1 0,1 2 0,38 124 0,-24-72 0,3 6 0,23 92 0,-42-152-59,1 0-13,-1 0-1,1 0 0,-1 0 1,0 0-1,1 0 1,-1 0-1,0 1 1,0-1-1,0 0 0,-1 0 1,1 0-1,0 0 1,-1 0-1,1 0 1,-1 0-1,0 0 1,-1 3-1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24575,'25'13'0,"8"6"0,-1 3 0,-6 0 0,-11-4 0,-7-2 0,-7-4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7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24575,'16'10'0,"0"0"0,-1 1 0,16 13 0,9 8 0,-26-21 0,-8-5 0,1-1 0,-1 0 0,1-1 0,12 7 0,-18-11 0,0 1 0,0-1 0,0 1 0,0-1 0,0 1 0,0-1 0,1 0 0,-1 0 0,0 0 0,0 0 0,0 1 0,1-2 0,-1 1 0,0 0 0,0 0 0,0 0 0,1 0 0,-1-1 0,0 1 0,0-1 0,0 1 0,0-1 0,0 1 0,0-1 0,0 1 0,0-1 0,0 0 0,0 0 0,0 0 0,0 1 0,0-1 0,-1 0 0,1 0 0,0 0 0,-1 0 0,1 0 0,0-2 0,1-2 0,-1 1 0,1-1 0,-1 0 0,0 0 0,-1 1 0,1-1 0,-1 0 0,0 0 0,-1-8 0,1 7 0,0 0 0,0 0 0,0 0 0,2-10 0,-2 15 0,0 1 0,0-1 0,0 1 0,0 0 0,1-1 0,-1 1 0,0-1 0,0 1 0,0 0 0,0-1 0,0 1 0,1 0 0,-1-1 0,0 1 0,0 0 0,1-1 0,-1 1 0,0 0 0,1 0 0,-1-1 0,0 1 0,1 0 0,-1 0 0,0 0 0,1-1 0,-1 1 0,0 0 0,1 0 0,-1 0 0,0 0 0,1 0 0,-1 0 0,1 0 0,-1 0 0,0 0 0,1 0 0,-1 0 0,1 0 0,-1 0 0,0 0 0,1 0 0,-1 0 0,1 0 0,-1 0 0,0 1 0,1-1 0,-1 0 0,0 0 0,1 0 0,-1 1 0,0-1 0,1 0 0,-1 1 0,21 18 0,-15-12 0,6 4 0,0-1 0,1-1 0,1 0 0,22 12 0,-28-17 0,0-1 0,1 0 0,-1 0 0,0-1 0,1 0 0,0 0 0,-1-1 0,1 0 0,0-1 0,10 0 0,-16 0 0,-1-1 0,1 1 0,0-1 0,-1 1 0,1-1 0,-1 0 0,1 0 0,-1 0 0,0 0 0,1 0 0,-1 0 0,0-1 0,0 1 0,0-1 0,0 0 0,0 1 0,3-5 0,-3 3 0,0 0 0,0 0 0,-1-1 0,1 1 0,-1-1 0,1 1 0,-1-1 0,-1 0 0,1 1 0,0-1 0,0-4 0,-1-3 0,0 0 0,-1-1 0,0 1 0,-1 0 0,0 0 0,-1 0 0,-5-13 0,6 19 0,0 1 0,0-1 0,0 1 0,-1-1 0,1 1 0,-1 0 0,-4-4 0,6 7 0,1 0 0,-1 1 0,0-1 0,0 0 0,0 0 0,0 1 0,1-1 0,-1 0 0,0 1 0,0-1 0,0 1 0,-1-1 0,1 1 0,0 0 0,0-1 0,0 1 0,0 0 0,0 0 0,0 0 0,0 0 0,-1 0 0,1 0 0,0 0 0,0 0 0,0 0 0,0 0 0,0 1 0,0-1 0,0 0 0,0 1 0,0-1 0,0 1 0,0-1 0,0 1 0,0 0 0,-2 0 0,2 2 0,-1-1 0,0 0 0,1 0 0,-1 1 0,1-1 0,0 0 0,0 1 0,0-1 0,0 1 0,0 0 0,1-1 0,-1 1 0,1 0 0,-1-1 0,1 5 0,0 6 0,2 24 0,0-31 0,-1 1 0,1 0 0,0-1 0,0 1 0,0-1 0,1 0 0,0 0 0,1 0 0,-1 0 0,1-1 0,0 1 0,1-1 0,-1 0 0,1 0 0,0-1 0,0 1 0,0-1 0,1 0 0,0 0 0,-1-1 0,1 0 0,0 0 0,8 2 0,-8-2 0,1-1 0,-1 0 0,1 0 0,0-1 0,-1 0 0,1 0 0,0 0 0,0-1 0,0 0 0,0-1 0,-1 1 0,1-1 0,0-1 0,-1 1 0,1-1 0,-1 0 0,1-1 0,-1 0 0,0 0 0,0 0 0,0 0 0,0-1 0,5-5 0,-8 7 0,-1-1 0,1 1 0,-1-1 0,0 0 0,1 0 0,-1 0 0,-1 0 0,1 0 0,0 0 0,-1-1 0,0 1 0,0 0 0,0-1 0,0 1 0,0-1 0,-1 1 0,1-1 0,-1 0 0,0 1 0,0-1 0,0 1 0,-1-5 0,3 12 0,0 0 0,0 1 0,1-1 0,0-1 0,0 1 0,0 0 0,0-1 0,6 6 0,37 30 0,-39-34 0,-1 1 0,2-1 0,-1-1 0,0 1 0,1-1 0,0-1 0,0 1 0,0-1 0,16 3 0,-23-5 0,0-1 0,0 0 0,0 0 0,0 0 0,0 0 0,0 0 0,0 0 0,0 0 0,0-1 0,0 1 0,0 0 0,0-1 0,0 1 0,0-1 0,0 1 0,0-1 0,0 1 0,0-1 0,0 1 0,0-1 0,0 0 0,-1 0 0,1 1 0,0-1 0,-1 0 0,1 0 0,0 0 0,-1 0 0,1 0 0,-1 0 0,1 0 0,-1 0 0,0 0 0,1-1 0,0-5 0,0 1 0,0-1 0,-1 0 0,0-12 0,-1 14 0,1 0 0,0 0 0,0 0 0,2-8 0,-2 13-3,0-1-1,0 0 1,1 1-1,-1-1 1,0 0-1,0 1 1,1-1-1,-1 1 1,0-1-1,1 1 1,-1-1-1,1 1 1,-1-1-1,0 1 1,1-1-1,-1 1 1,1-1-1,0 1 1,-1 0-1,1-1 1,-1 1-1,1 0 1,-1-1-1,1 1 1,1 0-1,-1 0 17,0 0 0,0 0 0,0 0 0,0 0 0,0 0 0,0 1 0,0-1 0,0 0-1,0 1 1,0-1 0,0 1 0,0-1 0,0 1 0,1 0 0,3 4-264,1 0-1,-1 0 1,8 9 0,-11-11-212,8 9-6363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8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24575,'-7'9'0,"0"0"0,1 1 0,0 0 0,0 0 0,1 0 0,1 0 0,0 1 0,-5 19 0,8-24 0,0-1 0,0 1 0,0 0 0,1 0 0,0 0 0,1 0 0,-1 0 0,1-1 0,0 1 0,1 0 0,-1 0 0,1-1 0,0 1 0,0-1 0,1 0 0,0 1 0,0-1 0,6 8 0,-4-8 0,-1-1 0,1 1 0,-1-1 0,1 0 0,0 0 0,1 0 0,-1-1 0,1 0 0,0 0 0,-1 0 0,1-1 0,1 0 0,-1 0 0,8 2 0,-9-4 0,0 1 0,-1-1 0,1 1 0,0-1 0,0-1 0,-1 1 0,1-1 0,0 1 0,-1-1 0,1-1 0,-1 1 0,1-1 0,-1 1 0,0-1 0,1-1 0,-1 1 0,0 0 0,0-1 0,-1 0 0,5-3 0,-2-2 0,0 1 0,-1-1 0,0 0 0,0-1 0,-1 1 0,0-1 0,0 0 0,-1 0 0,3-11 0,-4 30 0,0-1 0,0 0 0,1 0 0,0 0 0,6 10 0,-4-9 0,1 0 0,0-1 0,12 14 0,-15-19 0,0-1 0,0 0 0,0 0 0,1 0 0,-1 0 0,1 0 0,0-1 0,0 1 0,0-1 0,0 0 0,6 2 0,-8-4 0,0 1 0,0-1 0,0 0 0,0 0 0,0 0 0,-1 0 0,1 0 0,0 0 0,0 0 0,0-1 0,0 1 0,0-1 0,-1 1 0,1-1 0,0 0 0,0 1 0,-1-1 0,1 0 0,-1 0 0,1 0 0,-1-1 0,1 1 0,-1 0 0,0-1 0,1 1 0,-1 0 0,0-1 0,2-2 0,1-5 0,1 0 0,-1 0 0,0 0 0,3-13 0,-1 3 0,-3 8 0,2 1 0,-1-1 0,1 1 0,1 0 0,9-13 0,-15 22 0,1 0 0,-1 1 0,1-1 0,-1 1 0,1-1 0,0 1 0,-1-1 0,1 1 0,0-1 0,-1 1 0,1-1 0,0 1 0,-1 0 0,1-1 0,0 1 0,0 0 0,0 0 0,-1 0 0,1 0 0,0-1 0,0 1 0,0 0 0,-1 0 0,1 0 0,0 1 0,1-1 0,-1 1 0,1-1 0,0 1 0,-1 0 0,1 0 0,-1 0 0,1 0 0,-1 0 0,0 0 0,0 1 0,1-1 0,0 2 0,4 5 0,-1-1 0,-1 1 0,7 14 0,17 52 0,32 130 0,-51-172 0,32 155 0,-40-185 0,-1 0 0,0 0 0,1 1 0,-1-1 0,0 0 0,0 0 0,0 0 0,0 1 0,-1-1 0,1 0 0,-1 0 0,1 0 0,-1 0 0,0 0 0,-1 2 0,1-3 0,0 0 0,1 0 0,-1 0 0,-1 0 0,1 0 0,0-1 0,0 1 0,0 0 0,0-1 0,0 1 0,-1-1 0,1 1 0,0-1 0,0 0 0,-1 1 0,1-1 0,0 0 0,-1 0 0,1 0 0,0 0 0,-1 0 0,1 0 0,0-1 0,-1 1 0,1 0 0,-2-1 0,-3-1 0,-1 0 0,1-1 0,0 1 0,0-1 0,-1 0 0,2-1 0,-1 0 0,0 0 0,-8-8 0,-5-6 0,-19-24 0,24 26 0,10 11 0,-8-8 0,1 0 0,-18-27 0,27 37 0,1 0 0,-1 0 0,0 0 0,1-1 0,-1 1 0,1 0 0,0-1 0,0 1 0,1 0 0,-1-1 0,1 0 0,-1 1 0,1-1 0,0 1 0,0-1 0,1 1 0,-1-1 0,1 1 0,0-1 0,2-5 0,-2 8-62,0-1 0,0 0 0,1 1 0,-1 0 0,0-1 0,1 1 0,-1 0 0,1-1 0,0 1 0,-1 0 0,1 0 0,0 1-1,0-1 1,0 0 0,0 0 0,0 1 0,-1 0 0,1-1 0,0 1 0,0 0 0,3 0 0,7-1-6764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85 405 24575,'-24'-7'0,"18"6"0,0 0 0,0 0 0,0 1 0,0 0 0,-10 0 0,16 0 0,-1 0 0,0 0 0,1 0 0,-1 1 0,0-1 0,1 0 0,-1 0 0,0 1 0,1-1 0,-1 0 0,0 1 0,1-1 0,-1 0 0,1 1 0,-1-1 0,1 1 0,-1-1 0,1 1 0,-1-1 0,1 1 0,-1 0 0,1-1 0,0 1 0,-1-1 0,1 1 0,0 1 0,0-1 0,0 0 0,0 0 0,0 0 0,0 0 0,0 0 0,1 0 0,-1 0 0,0 0 0,1 0 0,-1 0 0,1 0 0,-1 0 0,1 0 0,-1 0 0,2 1 0,2 2 0,-1 0 0,1 0 0,1 0 0,-1 0 0,7 4 0,-3-3 0,1-1 0,0 0 0,0 0 0,0-1 0,1 0 0,-1-1 0,1 0 0,-1 0 0,1-1 0,0 0 0,0-1 0,0 0 0,-1-1 0,1 0 0,0 0 0,-1-1 0,11-3 0,-17 4 0,-1 0 0,1 0 0,-1 0 0,1-1 0,-1 1 0,0-1 0,1 1 0,-1-1 0,0 0 0,0 0 0,0 0 0,-1 0 0,1 0 0,0-1 0,-1 1 0,2-3 0,-1 1 0,0-1 0,-1 1 0,1-1 0,-1 0 0,0 0 0,0 0 0,-1 1 0,0-9 0,0 0 0,-1 0 0,-1 0 0,0 0 0,-1 0 0,-9-23 0,2 10 0,-2 1 0,-24-39 0,-37-41 0,31 43 0,41 61 0,1 1 0,0-1 0,0 1 0,-1-1 0,1 1 0,0 0 0,-1-1 0,1 1 0,0 0 0,-1-1 0,1 1 0,-1 0 0,1-1 0,-1 1 0,1 0 0,0 0 0,-1 0 0,1-1 0,-1 1 0,1 0 0,-1 0 0,1 0 0,-1 0 0,0 0 0,1 0 0,-1 1 0,1-1 0,0 0 0,-1 1 0,1-1 0,0 0 0,0 1 0,-1-1 0,1 1 0,0-1 0,0 1 0,0-1 0,0 0 0,-1 1 0,1-1 0,0 1 0,0-1 0,0 1 0,0 0 0,3 27 0,2-8 0,1 0 0,1 0 0,1 0 0,1-1 0,0 0 0,22 31 0,-14-26 0,2-1 0,0 0 0,2-2 0,28 24 0,57 40 0,-92-72-1365,-5-2-5461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30 24575,'2'-1'0,"-1"0"0,1 0 0,-1 0 0,1 0 0,0 0 0,-1 1 0,1-1 0,0 0 0,0 1 0,0 0 0,0-1 0,-1 1 0,1 0 0,0 0 0,0 0 0,0 0 0,0 1 0,0-1 0,-1 0 0,1 1 0,0-1 0,0 1 0,0-1 0,-1 1 0,1 0 0,0 0 0,-1 0 0,1 0 0,-1 0 0,1 0 0,-1 1 0,0-1 0,1 0 0,-1 1 0,2 2 0,3 5 0,1 0 0,-1 1 0,-1 0 0,7 17 0,-9-21 0,2 6 0,0-1 0,0 0 0,-1 1 0,4 15 0,-7-26 0,-1 0 0,0 1 0,0-1 0,0 0 0,0 0 0,0 0 0,0 1 0,0-1 0,0 0 0,0 0 0,-1 0 0,1 1 0,0-1 0,-1 0 0,1 0 0,-1 0 0,1 0 0,-1 0 0,0 0 0,1 0 0,-2 1 0,0 0 0,1-1 0,-1 0 0,1-1 0,-1 1 0,1 0 0,-1 0 0,0-1 0,1 1 0,-1-1 0,0 1 0,1-1 0,-1 0 0,-2 1 0,-2-1 0,0 0 0,0-1 0,-1 1 0,1-1 0,0 0 0,0-1 0,-8-2 0,-6-4 0,-36-21 0,50 26 0,0-1 0,0 0 0,1 0 0,0 0 0,0-1 0,0 0 0,0 0 0,1 0 0,0 0 0,-5-8 0,7 9 9,1 0 1,-1 0-1,1-1 0,0 1 0,0-1 1,0 1-1,0-1 0,1 1 0,0-1 0,0 1 1,0-1-1,1-5 0,0 7-80,-1 0 1,1 0-1,0 1 0,-1-1 0,1 0 1,1 1-1,-1-1 0,0 1 1,1-1-1,-1 1 0,1 0 0,0-1 1,0 1-1,-1 0 0,1 0 1,1 0-1,-1 1 0,0-1 0,0 0 1,5-1-1,2-1-6755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24575,'2'1'0,"1"0"0,-1 0 0,0 0 0,1 0 0,-1 0 0,0 1 0,0-1 0,0 1 0,0-1 0,2 3 0,1 0 0,20 17 0,46 36 0,-58-49 0,-1 0 0,1 0 0,0-2 0,15 6 0,-23-10 0,1 0 0,-1 0 0,1-1 0,-1 0 0,1 0 0,-1-1 0,1 0 0,0 1 0,10-3 0,-14 2 0,0 0 0,0-1 0,0 0 0,0 1 0,-1-1 0,1 0 0,0 0 0,0 0 0,-1 0 0,1 0 0,0 0 0,-1 0 0,1-1 0,-1 1 0,1-1 0,-1 1 0,0-1 0,0 1 0,0-1 0,0 0 0,0 0 0,0 1 0,0-1 0,0 0 0,-1 0 0,1 0 0,-1 0 0,1 0 0,-1 0 0,0-2 0,1-10 0,0 0 0,-2-1 0,0 1 0,0 0 0,-1 0 0,-5-15 0,14 35 0,3 8 0,-1-1 0,1-2 0,0 1 0,1-1 0,0-1 0,1 0 0,0 0 0,0-1 0,1-1 0,0 0 0,1-1 0,-1 0 0,1-1 0,17 4 0,-29-9 0,0 0 0,0-1 0,0 1 0,1-1 0,-1 0 0,0 0 0,0 0 0,0 0 0,1 0 0,-1 0 0,0 0 0,0-1 0,0 1 0,0-1 0,1 0 0,2-1 0,-3 1 0,-1 0 0,1-1 0,-1 1 0,1 0 0,-1-1 0,0 1 0,0-1 0,0 1 0,0-1 0,0 0 0,0 1 0,0-1 0,0 0 0,-1 0 0,1 1 0,-1-1 0,1 0 0,-1 0 0,0-3 0,0-23 0,0-9 0,0 35 0,0 0 0,0 0 0,1 0 0,-1 0 0,1 0 0,-1 1 0,1-1 0,0 0 0,0 0 0,0 0 0,0 1 0,0-1 0,2-2 0,-2 3 0,0 0 0,0 1 0,0-1 0,0 1 0,0-1 0,0 1 0,0-1 0,1 1 0,-1 0 0,0-1 0,0 1 0,0 0 0,0 0 0,0 0 0,1 0 0,-1 0 0,0 0 0,0 0 0,0 0 0,0 1 0,1-1 0,-1 0 0,0 1 0,0-1 0,0 1 0,0-1 0,0 1 0,1 0 0,5 4 0,0-1 0,12 11 0,-12-9 0,-7-5 0,27 19 0,-1 2 0,38 41 0,-43-39-1365,-14-14-5461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24575,'-12'3'0,"-1"1"0,1 0 0,0 1 0,0 0 0,-18 11 0,27-14 0,0 0 0,0 0 0,1 0 0,-1 0 0,0 0 0,1 1 0,0-1 0,-1 1 0,1 0 0,0-1 0,0 1 0,1 0 0,-1 0 0,1 0 0,-1 1 0,1-1 0,0 0 0,0 0 0,0 1 0,1-1 0,-1 0 0,1 1 0,0-1 0,0 1 0,0-1 0,0 4 0,1-3 0,0 1 0,0-1 0,1 0 0,-1 0 0,1 0 0,0 0 0,0-1 0,0 1 0,1 0 0,-1-1 0,1 0 0,0 1 0,0-1 0,0 0 0,0-1 0,6 5 0,-7-6 0,0 1 0,0-1 0,0 0 0,1 0 0,-1-1 0,1 1 0,-1 0 0,0-1 0,1 1 0,-1-1 0,1 0 0,-1 0 0,1 0 0,-1 0 0,1 0 0,-1 0 0,1-1 0,-1 1 0,1-1 0,-1 0 0,0 0 0,1 0 0,-1 0 0,0 0 0,0 0 0,1-1 0,-1 1 0,0-1 0,2-1 0,1-3 0,0 0 0,0 1 0,-1-1 0,1-1 0,5-11 0,-6 10 0,1 0 0,10-13 0,-14 20 0,-1 1 0,0-1 0,1 1 0,-1 0 0,1-1 0,-1 1 0,1-1 0,-1 1 0,0 0 0,1 0 0,-1-1 0,1 1 0,0 0 0,-1 0 0,1-1 0,-1 1 0,1 0 0,-1 0 0,1 0 0,-1 0 0,1 0 0,0 0 0,-1 0 0,1 0 0,-1 0 0,1 0 0,0 1 0,1-1 0,-1 1 0,-1-1 0,1 1 0,0 0 0,0 0 0,0-1 0,0 1 0,0 0 0,-1 0 0,1 0 0,1 1 0,1 3 0,0 1 0,0 0 0,3 9 0,-6-14 0,21 59-1365,-15-50-5461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24575,'20'20'0,"10"9"0,-2 3 0,-4-3 0,-4-5 0,-6-5 0,-5-3 0,-4-4-8191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24575,'19'8'0,"31"20"0,-7-2 0,-42-26 0,1 1 0,-1-1 0,0 1 0,1-1 0,-1 1 0,0-1 0,1 0 0,-1 1 0,1-1 0,-1 0 0,0 0 0,1 0 0,-1 0 0,1-1 0,-1 1 0,0 0 0,1 0 0,-1-1 0,1 1 0,-1-1 0,0 1 0,0-1 0,2-1 0,2-1 0,0-1 0,-1 0 0,0 0 0,6-8 0,-7 9 0,-1 0 0,1 0 0,0 0 0,0 0 0,0 0 0,0 1 0,0-1 0,0 1 0,8-4 0,-9 6 0,0-1 0,0 1 0,0 0 0,0-1 0,1 1 0,-1 0 0,0 0 0,0 0 0,0 1 0,0-1 0,0 1 0,1-1 0,-1 1 0,3 1 0,-1 0 0,0 0 0,-1 0 0,1 1 0,0-1 0,-1 1 0,6 5 0,0 2 0,-1 0 0,0 0 0,12 23 0,-7-5-1365,-10-16-5461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2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7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1463 14 24575,'1'0'0,"-1"-1"0,1 0 0,-1 0 0,0 0 0,1 0 0,0 0 0,-1 0 0,1 1 0,-1-1 0,1 0 0,0 1 0,0-1 0,-1 0 0,1 1 0,0-1 0,0 1 0,0-1 0,1 0 0,-1 1 0,0 0 0,-1 0 0,1 0 0,0 0 0,-1 0 0,1 1 0,0-1 0,-1 0 0,1 0 0,-1 0 0,1 1 0,0-1 0,-1 0 0,1 1 0,-1-1 0,1 1 0,-1-1 0,1 0 0,-1 1 0,1-1 0,-1 2 0,4 3 0,0 1 0,-1 0 0,1 0 0,2 9 0,-1-4 0,6 11 0,6 13 0,30 45 0,-33-60 0,-2 2 0,16 37 0,13 51 0,-21-55 0,9 29 0,-3 1 0,14 91 0,-37-159 0,3 11 0,-2 0 0,1 41 0,-6 269 0,2-321 0,0 0 0,6 20 0,-1-3 0,6 42 0,6 40 0,-11-71 0,-4-25 0,2 33 0,-6-26 0,3 0 0,5 37 0,3-2 0,-5-28 0,12 44 0,-8-49 0,-2 0 0,-1 1 0,-1 0 0,-1 0 0,-1 33 0,-3-44 0,7 35 0,0 10 0,-6 342 0,-2-198 0,-16 17 0,3-85 0,9-69 0,-4 101 0,1-59 0,1-4 0,16 242 0,7-126 0,-11-49 0,1 15 0,11-38 0,14 129 0,-11 110 0,-20 373 0,7-592 0,1-14 0,-7 525 0,-2-327 0,-3-273 0,-15 85 0,0 8 0,-49 369 0,54-455 0,-19 166 0,26-103 0,2-13 0,-2 87 0,5-77 0,-14 21 0,2-35 0,9-64 0,-4 76 0,1 15 0,1 9 0,-2 8 0,3-97 0,-10 101 0,3-50 0,-16 188 0,23-263 0,-3 54 0,3-36 0,-19 99 0,17-128 0,-1 38 0,3-26 0,-11 102 0,-16 98 0,22-203 0,-3-1 0,-31 82 0,25-89 0,-47 83 0,-1-16 0,37-72 0,10-15 0,-119 147 0,34-59 0,102-114 0,-26 34 0,-1-1 0,-61 53 0,43-49 0,-49 39 0,-34 24 0,104-80 0,13-14 0,0 1 0,-1-2 0,0 0 0,0-1 0,-1 0 0,0-1 0,0-1 0,-1-1 0,-29 5 0,21-5 0,7-1 0,0-1 0,-21 1 0,28-4 0,1 2 0,-1-1 0,1 2 0,0-1 0,-1 2 0,1-1 0,-19 11 0,-5 4 0,-31 24 0,1-2 0,46-29-1365,4-1-5461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1 24575,'-2'1'0,"-1"0"0,1 0 0,0 0 0,-1 0 0,1 1 0,0-1 0,0 1 0,0 0 0,0-1 0,-3 5 0,-2 0 0,-25 23 0,1 1 0,-29 37 0,-53 76 0,100-128 0,1 1 0,0 1 0,1 0 0,-16 33 0,27-50 0,0 1 0,0 0 0,0 0 0,0-1 0,0 1 0,0 0 0,0-1 0,0 1 0,0 0 0,0 0 0,0-1 0,1 1 0,-1 0 0,0-1 0,0 1 0,1 0 0,-1-1 0,0 1 0,1-1 0,-1 1 0,1 0 0,-1-1 0,1 1 0,-1-1 0,1 1 0,-1-1 0,1 0 0,0 1 0,-1-1 0,1 1 0,-1-1 0,1 0 0,0 0 0,0 1 0,-1-1 0,2 0 0,32 9 0,-29-8 0,40 8 0,-1 3 0,-1 2 0,58 25 0,-99-38-44,29 11 214,-30-12-253,1 0 0,0 1 0,-1-1 0,1 0 1,0 0-1,-1 0 0,1 0 0,0 0 0,-1-1 1,1 1-1,0 0 0,-1-1 0,1 1 0,0-1 0,-1 1 1,1-1-1,1-1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17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1360 134 24575,'18'6'0,"-18"-6"0,0 0 0,-1 0 0,1-1 0,0 1 0,0 0 0,0 0 0,0 0 0,0 0 0,0 0 0,0 0 0,0 0 0,0 0 0,0 0 0,0 0 0,-1 0 0,1 0 0,0 0 0,0 1 0,0-1 0,0 0 0,0 0 0,0 0 0,0 0 0,0 0 0,0 0 0,0 0 0,0 0 0,0 0 0,0 0 0,0 0 0,-1 0 0,1 0 0,0 0 0,0 0 0,0 0 0,0 0 0,0 1 0,0-1 0,0 0 0,0 0 0,0 0 0,0 0 0,0 0 0,0 0 0,0 0 0,0 0 0,0 0 0,0 0 0,0 0 0,0 0 0,0 1 0,0-1 0,0 0 0,0 0 0,0 0 0,0 0 0,0 0 0,0 0 0,0 0 0,0 0 0,1 0 0,-36 1 0,26-1 0,-175-4-389,-260 4-1033,230 17 2107,-83 5 441,232-22-1126,-21 1 0,85-1 0,1 0 0,-1 0 0,1 0 0,-1 0 0,0 0 0,1 0 0,-1 0 0,1 0 0,-1 0 0,1 0 0,-1 0 0,0 0 0,1 1 0,-1-1 0,1 0 0,-1 0 0,1 1 0,-1-1 0,1 0 0,-1 1 0,1-1 0,0 1 0,-1-1 0,1 0 0,0 1 0,-1-1 0,0 2 0,2-2 0,-1 1 0,1-1 0,-1 0 0,1 1 0,-1-1 0,1 1 0,-1-1 0,1 0 0,-1 1 0,1-1 0,0 0 0,-1 1 0,1-1 0,0 0 0,-1 0 0,1 0 0,0 0 0,-1 0 0,1 1 0,-1-1 0,1 0 0,0 0 0,-1-1 0,2 1 0,21-1 0,0-1 0,34-7 0,-2 0 0,573-77-891,-412 58 863,179-22-40,-377 48 68,1 0 0,35 0 0,-49 4 137,-10 1 166,-10 1 161,-238 31-373,-2-21-99,186-12 8,-138 8 0,131-6 0,-66 6 0,62-4 0,-20 3 0,-15 8 0,106-16 0,9-3 0,12-5 0,-11 6 0,-5 0 0,-16 0 0,-28 0 0,-103 1 0,161-1 0,151-13 0,774 13-462,-443 3 286,-609 4 543,19 1-96,-293-5-254,226-3-1399,142 1-5444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3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1813 135 24575,'16'0'0,"0"0"0,1 2 0,28 5 0,-40-5 0,-9 0 0,-10-1 0,-480-14 0,312 3 0,-541-45 0,676 50 0,-45-6 0,-101 2 0,331 8 0,98-3 0,216-7-640,-81 4 560,-57 0-8,-306 6 207,-14-1 147,-13-3 142,-40-1-401,-110 5 0,88 2-6,-365 25-1,339-17 0,-354 16 0,381-20 0,-149 28 0,206-29 0,22-4 0,2 0 0,11-3 0,39-6 0,1 2 0,57 1 0,-108 6 0,548-5-1148,-320 7 14,463 9 884,-330-7 699,-404-10 1320,-487-18-2143,109 56-877,372-26-5001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3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5179 120 24575,'23'-12'0,"30"-10"0,-44 19 0,1 0 0,-1 1 0,0 0 0,1 1 0,-1 0 0,17 1 0,-93-7 0,-40-11 0,87 16 0,-19 1 0,23 1 0,0-1 0,-26-4 0,13 1 0,0 0 0,-1 2 0,-41 3 0,39 0 0,-1-1 0,-43-7 0,16 1 0,0 2 0,-78 4 0,49 1 0,-346-1 0,338-7 0,6-1 0,27 8 0,-94 10 0,32-1 0,31-3 0,-60 2 0,20-2 0,-272 1 0,251-8 0,114 1 0,-284 9 0,84 6 0,88-10 0,-15 2 0,-176 2 0,260-10 0,-44-6 0,9-1 0,-441 8 0,271 1 0,297-5 0,8-1 0,26 0 0,1 2 0,66 3 0,-42 2 0,304 7 0,202-2 0,-355-8 0,539-34 0,-737 34 0,571-24 0,-418 19 0,96-2 0,685 9 0,-805 6 0,-6 1 0,-35-1 0,-7 1 0,191-18 0,-163 4-1365,-110 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5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2007 146 24575,'-272'-9'0,"-23"-8"0,111 7 0,9-1 0,-362-16 0,175 27 0,181 0 0,211-5 0,-4-1 0,189 1 0,-132 6 0,817 32-668,-863-30 668,503 21 0,-525-25 104,-15 1-100,0 0 0,0 0 0,0-1 0,0 1 0,0 0 0,0 0 0,0 0 0,0 0 0,0 0 0,1 0 0,-1 0 0,0 0 0,0 0 0,0 0 0,0 0-1,0 0 1,0-1 0,0 1 0,0 0 0,0 0 0,0 0 0,0 0 0,0 0 0,0 0 0,0 0 0,0 0 0,0 0 0,0-1 0,0 1 0,0 0 0,0 0 0,0 0 0,0 0 0,0 0 0,0 0 0,0 0 0,0 0 0,0 0 0,-1 0 0,1-1 0,0 1-1,0 0 1,0 0 0,0 0 0,0 0 0,0 0 0,0 0 0,0 0 0,0 0 0,0 0 0,0 0 0,0 0 0,-1 0 0,1 0 0,0 0 0,0 0 0,0 0 0,-24-9 330,-80-14-334,-136-11 0,179 27 0,-547-31-569,297 44 79,257-4-386,1 0-5380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7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2577 23 24575,'311'16'0,"-491"-17"0,-249 7 0,59 6-611,157-6 346,-336 11 265,-217-35-35,530-18 840,173 24-699,-7 1-106,70 11 0,0 0 0,-1 0 0,1 0 0,0-1 0,-1 1 0,1 0 0,0 0 0,0 0 0,-1 0 0,1 0 0,0 0 0,-1 0 0,1 0 0,0 0 0,-1 0 0,1 0 0,0 0 0,-1 0 0,1 0 0,0 0 0,0 0 0,-1 0 0,1 0 0,0 0 0,-1 1 0,1-1 0,0 0 0,0 0 0,-1 0 0,1 0 0,0 1 0,0-1 0,-1 0 0,1 0 0,0 1 0,0-1 0,0 0 0,-1 0 0,1 1 0,0-1 0,0 1 0,0-1 0,0 1 0,1-1 0,-1 1 0,0 0 0,1-1 0,-1 1 0,0-1 0,1 1 0,-1-1 0,1 1 0,-1-1 0,1 1 0,-1-1 0,1 1 0,0-1 0,-1 0 0,1 1 0,-1-1 0,2 0 0,5 3 0,-1-1 0,0 0 0,1-1 0,0 0 0,-1 0 0,9 0 0,43-2 0,-24 0 0,412 18-277,-275-8-6230,-78-4 6159,699 23-760,1-38 1108,-366 4-145,-245 6 4174,-153 0-7864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5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6261 46 24575,'-7'0'0,"0"-1"0,0 0 0,-12-3 0,-13-3 0,-2 4 0,-38-5 0,52 6 0,-36-2 0,35 4 0,-32-5 0,0-1 0,0 1 0,-84 6 0,54 0 0,49-1 0,-18 0 0,-82 9 0,32 6 0,74-11 0,1-2 0,-48-1 0,44-2 0,-56 6 0,-37 4 0,12-3 0,10 2 0,-127-6 0,115-3 0,58 1 0,-212-9 0,95 3 0,13 0 0,-51-1 0,91 5 0,18-5 0,-26-1 0,61 8 0,-123 1 0,116 6 0,-20 1 0,-35 1 0,54-3 0,4 0 0,-55 3 0,35-10 0,-74 2 0,31 13 0,79-10 0,-74 17 0,32-4 0,-58 1 0,98-11 0,30-4 0,-32 1 0,30-4 0,-33 0 0,-74-9 0,70 3 0,-108 5 0,83 2 0,-164-1 0,241 1 0,-1 0 0,-17 5 0,17-3 0,-26 1 0,-63-4 0,49-1 0,-72 8 0,16 2-1365,96-9-5461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9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3363 60 24575,'12'-3'0,"-10"3"0,0 0 0,0-1 0,0 1 0,0-1 0,0 0 0,0 1 0,0-1 0,0 0 0,-1 0 0,3-2 0,-5 3 0,-1-1 0,1 1 0,-1-1 0,1 1 0,0 0 0,-1 0 0,1-1 0,-1 1 0,1 0 0,-2 0 0,-22 3 0,-33 8 0,34-5 0,-41 3 0,-23-2 0,-52 2 0,117-9 0,-342-1 0,211-6 0,-71-1 0,-214 18 0,112-3 0,-18 0 0,-37-1 0,327-11 0,-58-12 0,67 8 0,-1 2 0,-52 0 0,20 6 0,-98 3 0,73 13 0,161-21 0,44-3 0,583 8 0,-331 2 0,-208-2 0,158 2 0,-76 14 0,-138-9 0,91 3 0,123-24 0,82-33 0,-30 22 0,-329 26-682,48 5-1,-53-2-6143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1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2914 16 24575,'34'-3'0,"-7"0"0,39 0 0,-53 5 0,-13-1 0,0-1 0,0 0 0,0 0 0,0 0 0,0 0 0,0 0 0,0 1 0,0-1 0,0 0 0,0 0 0,0 0 0,0 0 0,0 0 0,0 0 0,0 1 0,0-1 0,-1 0 0,1 0 0,0 0 0,0 0 0,0 0 0,0 0 0,0 0 0,0 0 0,0 1 0,0-1 0,0 0 0,0 0 0,-1 0 0,1 0 0,0 0 0,0 0 0,0 0 0,0 0 0,0 0 0,0 0 0,-1 0 0,1 0 0,0 0 0,0 0 0,0 0 0,0 0 0,-24 8 0,6-4 0,-1-1 0,1 0 0,-22 0 0,-58-4 0,39-1 0,38 2 0,-483 9 0,387-2 0,-579 22 0,575-29 0,-115-1 0,17-16 0,81 5 0,-255-19 0,321 24 0,-32-1 0,91 8 0,1 1 0,-1 0 0,0 1 0,1 0 0,-1 1 0,-14 5 0,-15 11-1365,34-15-5461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89 108 24575,'0'-6'0,"0"1"0,1 0 0,-1 0 0,1 0 0,0 0 0,1 0 0,-1 0 0,1 0 0,0 0 0,0 0 0,0 1 0,1-1 0,0 1 0,4-6 0,-4 7 0,-1 1 0,1-1 0,0 1 0,0-1 0,0 1 0,0 0 0,1 0 0,-1 1 0,0-1 0,1 1 0,-1-1 0,1 1 0,0 0 0,-1 1 0,1-1 0,0 1 0,-1-1 0,1 1 0,0 0 0,5 1 0,14 3 0,-1 0 0,0 2 0,-1 1 0,0 0 0,31 16 0,-48-21 0,1 0 0,-1 1 0,0-1 0,0 1 0,0 0 0,0 0 0,0 1 0,-1-1 0,1 1 0,-1 0 0,0 0 0,4 7 0,-6-9 0,0 0 0,0 1 0,0-1 0,0 1 0,-1-1 0,1 1 0,-1-1 0,0 1 0,1 0 0,-1-1 0,-1 1 0,1-1 0,0 1 0,0 0 0,-1-1 0,0 1 0,1-1 0,-1 1 0,0-1 0,0 0 0,0 1 0,0-1 0,-1 0 0,1 0 0,-3 3 0,0 0 0,-1 0 0,0 0 0,0-1 0,0 0 0,-1 0 0,0 0 0,1 0 0,-1-1 0,0 0 0,-1-1 0,-9 4 0,-9 1 0,-40 7 0,63-14 0,-10 1 0,0 0 0,0 0 0,0-1 0,0 0 0,0-2 0,0 1 0,0-1 0,0-1 0,1 0 0,-1 0 0,1-2 0,0 1 0,0-1 0,-20-13 0,28 16 5,0-1-1,0 1 1,0-1-1,1 0 0,0 0 1,-1 0-1,1 0 1,0 0-1,0 0 1,1-1-1,-1 1 0,1-1 1,0 1-1,-1-1 1,2 1-1,-1-1 1,0 0-1,1 0 1,-1 1-1,1-1 0,0 0 1,1 0-1,-1 1 1,0-1-1,1 0 1,2-5-1,-2 5-75,0-1 1,1 1-1,0 0 0,0-1 0,0 1 1,0 0-1,1 0 0,0 0 1,0 0-1,0 1 0,0-1 0,0 1 1,1 0-1,-1 0 0,1 0 1,0 0-1,0 1 0,0-1 0,0 1 1,7-3-1,2 2-6755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24575,'1'-5'0,"-1"2"0,1 0 0,0 1 0,0-1 0,-1 1 0,1-1 0,3-3 0,-4 6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1 0,0-1 0,0 0 0,0 0 0,0 0 0,0 0 0,0 0 0,0 0 0,0 0 0,0 0 0,0 0 0,2 8 0,0 7 0,-2-9 0,1 23 0,6 43 0,-3-26 0,-4-37 0,0 0 0,1 0 0,0 0 0,2 9 0,-2-17 0,-1 0 0,0-1 0,0 1 0,1-1 0,-1 1 0,1-1 0,-1 1 0,0-1 0,1 1 0,-1-1 0,1 1 0,-1-1 0,1 1 0,-1-1 0,1 0 0,0 1 0,-1-1 0,1 0 0,-1 1 0,1-1 0,0 0 0,-1 0 0,1 0 0,0 0 0,-1 0 0,1 0 0,1 0 0,20-2 0,-13 1 0,61-8 0,36-1 0,-52 10-1365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3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29 24575,'2'-3'0,"0"0"0,1-1 0,0 0 0,0 1 0,1-1 0,3-2 0,-7 6 0,0 0 0,0 0 0,0 0 0,0-1 0,1 1 0,-1 0 0,0 0 0,0 0 0,0 0 0,0 0 0,0 0 0,0 0 0,1 0 0,-1 0 0,0 0 0,0 0 0,0 0 0,0 0 0,1 0 0,-1 0 0,0 0 0,0 0 0,0 0 0,0 0 0,0 0 0,1 0 0,-1 0 0,0 0 0,0 0 0,0 0 0,0 0 0,0 0 0,1 0 0,-1 0 0,0 0 0,0 0 0,0 0 0,0 1 0,2 6 0,-4 9 0,-4 5 0,-8 19 0,7-22 0,-8 32 0,12-36 0,-1-1 0,0 1 0,-1-1 0,-10 20 0,12-27 0,1-1 0,-2 0 0,1 0 0,-1-1 0,1 1 0,-1-1 0,-1 0 0,1 0 0,0 0 0,-1 0 0,0-1 0,0 0 0,-9 5 0,12-7 0,0 0 0,0-1 0,0 1 0,0 0 0,-1-1 0,1 1 0,0-1 0,0 0 0,-1 0 0,1 0 0,0 0 0,0 0 0,0-1 0,-1 1 0,1 0 0,0-1 0,0 0 0,0 1 0,0-1 0,0 0 0,0 0 0,-3-2 0,4 2 0,-1-1 0,1 1 0,-1-1 0,1 0 0,0 1 0,-1-1 0,1 0 0,0 0 0,0 0 0,0 0 0,1 0 0,-1 0 0,0 0 0,1 0 0,0 0 0,-1 0 0,1 0 0,0 0 0,0-1 0,0 1 0,0 0 0,0 0 0,1-3 0,1-4 0,0 0 0,1 0 0,0 0 0,0 1 0,1-1 0,0 1 0,7-10 0,4-4 0,22-23 0,-9 11 0,-21 24 0,1 0 0,1 1 0,0 0 0,0 1 0,11-9 0,-19 17 0,-1 0 0,1-1 0,0 1 0,-1 0 0,1 0 0,0 0 0,-1-1 0,1 1 0,0 0 0,-1 0 0,1 0 0,0 0 0,-1 0 0,1 0 0,0 0 0,-1 1 0,1-1 0,0 0 0,-1 0 0,1 0 0,0 1 0,-1-1 0,1 0 0,-1 1 0,1-1 0,0 0 0,-1 1 0,1-1 0,-1 1 0,1-1 0,-1 1 0,1 0 0,14 22 0,-12-17 0,-2-5 0,49 78 0,-41-67 0,1 0 0,0-1 0,1 0 0,14 11 0,49 32 0,-65-48 0,1-1 0,0 1 0,0-2 0,0 0 0,0 0 0,13 3 0,-71-17 0,-109-19 0,123 25 0,-1 1 0,-56 3 0,56 6-1365,22-3-5461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93 24575,'13'-18'0,"16"-18"0,-25 32 0,0 0 0,1 0 0,-1 1 0,0-1 0,1 1 0,0 0 0,0 0 0,0 0 0,8-3 0,-10 6 0,-1-1 0,0 1 0,1-1 0,-1 1 0,1 0 0,-1 0 0,0 0 0,1 0 0,-1 1 0,1-1 0,-1 1 0,0-1 0,0 1 0,4 1 0,-2 0 0,1 1 0,-1-1 0,1 1 0,-1 0 0,0 0 0,5 6 0,1 1 0,0 2 0,-1-1 0,13 23 0,-15-22 0,2 2 0,-1 0 0,8 21 0,-14-31 0,0 1 0,-1-1 0,0 0 0,0 0 0,-1 1 0,1-1 0,-1 1 0,0-1 0,0 0 0,0 1 0,0-1 0,-1 1 0,-2 7 0,2-9 0,0-1 0,-1 1 0,0-1 0,1 1 0,-1-1 0,0 0 0,0 1 0,0-1 0,0 0 0,0-1 0,-1 1 0,1 0 0,-1-1 0,1 1 0,-1-1 0,1 0 0,-1 1 0,0-1 0,0-1 0,0 1 0,-3 1 0,-5 0 0,-1-1 0,1 0 0,0 0 0,-14-1 0,7-2 0,-1 0 0,1-1 0,0 0 0,-26-10 0,32 9 0,0-1 0,0 0 0,1-1 0,-1 0 0,1-1 0,1 0 0,-13-11 0,20 16 0,0-1 0,1 1 0,0-1 0,-1 0 0,1 0 0,0 0 0,1 0 0,-1 0 0,0-1 0,1 1 0,0 0 0,0-1 0,0 1 0,0-1 0,0 1 0,1-1 0,-1 1 0,1-1 0,0 1 0,0-1 0,1 0 0,-1 1 0,1-1 0,-1 1 0,1-1 0,0 1 0,0-1 0,1 1 0,-1 0 0,1 0 0,0 0 0,0-1 0,0 2 0,0-1 0,0 0 0,1 0 0,-1 1 0,1-1 0,-1 1 0,1 0 0,0 0 0,6-4 0,-1 2-227,1 1-1,-1-1 1,0 2-1,1-1 1,10-1-1,-6 3-6598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24 0,1-1 0,2 1 0,12 43 0,0-2 0,-17-70 0,0 0 0,0 0 0,0-1 0,0 1 0,0 0 0,1 0 0,-1 0 0,0 0 0,0-1 0,1 1 0,-1 0 0,0 0 0,1-1 0,-1 1 0,1 0 0,-1 0 0,1-1 0,0 1 0,-1-1 0,1 1 0,0-1 0,-1 1 0,1-1 0,0 1 0,-1-1 0,1 1 0,0-1 0,0 0 0,0 1 0,2-1 0,-1-1 0,0 1 0,0 0 0,0-1 0,0 1 0,0-1 0,0 0 0,0 0 0,3-1 0,6-3 0,8-1 0,0 0 0,-1 2 0,2 0 0,-1 1 0,0 1 0,1 1 0,-1 1 0,31 3 0,-26 2-1365,-15-2-5461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6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82 24575,'-11'-10'0,"-43"-34"0,48 40 0,1 0 0,-1 1 0,0 0 0,0 0 0,0 0 0,0 1 0,-1 0 0,-7-1 0,12 2 0,-1 1 0,1 0 0,0 0 0,-1 0 0,1 0 0,0 1 0,-1-1 0,1 1 0,0-1 0,-1 1 0,1 0 0,0 0 0,0 0 0,0 0 0,0 0 0,0 0 0,-2 2 0,1 0 0,0-1 0,0 1 0,0 0 0,1 0 0,0 0 0,-1 0 0,1 1 0,0-1 0,0 1 0,-1 3 0,2-4 0,-1 1 0,1 0 0,0 0 0,0-1 0,0 1 0,0 0 0,1 0 0,0 0 0,0 0 0,0 0 0,0 0 0,0 0 0,1 0 0,0-1 0,0 1 0,0 0 0,0 0 0,0-1 0,1 1 0,0 0 0,3 5 0,6 2 0,0 0 0,0-1 0,1 0 0,0-1 0,27 14 0,73 30 0,-82-39 0,-13-7 0,-4-2 0,0 0 0,13 9 0,-23-13 0,-1 1 0,0-1 0,0 1 0,0-1 0,0 1 0,0 0 0,0 0 0,0 0 0,-1 0 0,1 0 0,-1 0 0,1 1 0,-1-1 0,0 0 0,0 1 0,0-1 0,1 4 0,-2-4 0,0-1 0,0 1 0,0-1 0,0 0 0,0 1 0,0-1 0,-1 0 0,1 0 0,0 1 0,-1-1 0,1 0 0,-1 1 0,1-1 0,-1 0 0,0 0 0,0 0 0,0 0 0,1 0 0,-1 0 0,0 0 0,0 0 0,0 0 0,0 0 0,-1-1 0,1 1 0,0 0 0,-2 1 0,-5 1 0,1 0 0,0 0 0,-13 2 0,13-3 0,-118 21-94,85-17-1177,17-2-5555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75 24575,'-7'-1'0,"-1"0"0,0 0 0,0-1 0,0 0 0,-9-4 0,-20-5 0,-139-14 0,72 12 0,-184 0 0,248 15 0,1 1 0,-60 12 0,-75 29 0,161-41 0,0 0 0,-1 0 0,1-1 0,-1-1 0,0 0 0,-16-2 0,29 1 0,0 0 0,0 0 0,0 0 0,0 0 0,0 0 0,0-1 0,0 1 0,0 0 0,0 0 0,0-1 0,0 1 0,0-1 0,0 1 0,1-1 0,-1 1 0,0-1 0,0 0 0,0 1 0,1-1 0,-1 0 0,0 1 0,1-1 0,-1 0 0,1 0 0,-1 0 0,1 0 0,-1 0 0,1 1 0,-1-1 0,1 0 0,0 0 0,0 0 0,-1-2 0,1 2 0,1 0 0,-1 0 0,0-1 0,1 1 0,-1 0 0,0 0 0,1 0 0,0 0 0,-1 0 0,1 0 0,0 0 0,-1 0 0,1 0 0,0 1 0,0-1 0,0 0 0,0 0 0,0 1 0,0-1 0,0 0 0,0 1 0,0-1 0,0 1 0,0-1 0,0 1 0,0 0 0,0-1 0,2 1 0,17-3 0,-1 2 0,1 0 0,36 3 0,-5 0 0,49-3 0,87 2 0,-103 6 0,28 1 0,-16-1 0,6 1 0,321-9 0,-396 2 0,31 6 0,25 0 0,-72-6 0,1 0 0,17 5 0,-17-4 0,0 0 0,13 1 0,-10-2 0,-10-1 0,1 1 0,-1-1 0,1 0 0,0 0 0,-1-1 0,1 1 0,8-4 0,-14 4 0,1 0 0,-1 0 0,0 0 0,0 0 0,0 0 0,0 0 0,0 0 0,0 0 0,0 0 0,1 0 0,-1 0 0,0 0 0,0 0 0,0 0 0,0 0 0,0-1 0,0 1 0,0 0 0,0 0 0,1 0 0,-1 0 0,0 0 0,0 0 0,0 0 0,0 0 0,0-1 0,0 1 0,0 0 0,0 0 0,0 0 0,0 0 0,0 0 0,0 0 0,0-1 0,0 1 0,0 0 0,0 0 0,0 0 0,0 0 0,0 0 0,-5-4 0,-11 0 0,15 4 0,-17-4 0,0 0 0,0 1 0,0 1 0,0 1 0,0 1 0,-37 3 0,36 1-1365,1-2-5461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1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24575,'59'8'0,"70"1"0,60-10 0,-72 0 0,-100 1 0,378 9 0,-138-4 0,-76-4 0,52 13 0,-80-6 0,33 0 0,-104-7 0,117-3 0,-134-5 0,17-1 0,-60 8 0,156-8 0,11-8 0,-40 8 0,-22 2 0,43 2 0,-38 2 0,-13-13 0,-81 9 0,70-3 0,41 19 0,42 5 0,224-10 0,36-49 0,-348 28 0,-31 4 0,142-5 0,-212 17 0,1 0 0,-1 0 0,0 0 0,0 1 0,0-1 0,0 1 0,0-1 0,2 2 0,-4-2 0,0 0 0,0 0 0,0 0 0,1 0 0,-1 0 0,0 0 0,0 0 0,0 1 0,0-1 0,0 0 0,0 0 0,0 0 0,0 0 0,0 0 0,1 0 0,-1 0 0,0 0 0,0 1 0,0-1 0,0 0 0,0 0 0,0 0 0,0 0 0,0 0 0,0 0 0,0 1 0,0-1 0,0 0 0,0 0 0,0 0 0,0 0 0,0 0 0,0 0 0,0 0 0,0 1 0,0-1 0,0 0 0,0 0 0,0 0 0,-1 0 0,1 0 0,0 1 0,-11 5 0,-171 57 0,152-55 0,-1-2 0,0-1 0,-39 2 0,-94-6 0,94-2 0,-146-14 32,0-16-377,7 0-94,-29 6 439,-334 9 0,490 20 188,1 4 0,0 3 0,-89 25 0,97-18-188,0-3 0,-1-3 0,-113 3 0,-325-17 351,257-8-1689,2-9-4671,202 14 4814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5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1150 90 24575,'-340'9'0,"-54"-12"0,20-30 0,332 30 0,43 1 0,6-2 0,11-1 0,42-4 0,104-1 0,100 20 0,-114-2 0,159 14 0,-291-21 0,-10 0 0,-1-1 0,0 1 0,12 4 0,-18-5 0,-1 0 0,0 0 0,0 0 0,0 0 0,0 0 0,1 0 0,-1 0 0,0 0 0,0 0 0,0 0 0,1 0 0,-1 0 0,0 0 0,0 0 0,0 0 0,0 0 0,1 0 0,-1 0 0,0 0 0,0 0 0,0 1 0,0-1 0,0 0 0,1 0 0,-1 0 0,0 0 0,0 0 0,0 1 0,0-1 0,0 0 0,0 0 0,0 0 0,0 0 0,1 1 0,-1-1 0,0 0 0,0 0 0,0 0 0,0 0 0,0 1 0,0-1 0,0 0 0,-9 4 0,-16-2 0,-171-15 0,114 4 0,-121-11 0,-99-8 0,106 11 0,195 17 0,0 0 0,1 0 0,-1 0 0,0 0 0,1 0 0,-1 0 0,0 0 0,1 0 0,-1 0 0,0 0 0,1 0 0,-1 0 0,0 0 0,1 0 0,-1 1 0,0-1 0,1 0 0,-1 1 0,0-1 0,1 1 0,0-1 0,0 1 0,0-1 0,1 0 0,-1 1 0,0-1 0,0 1 0,0-1 0,1 0 0,-1 1 0,0-1 0,0 0 0,1 0 0,-1 1 0,0-1 0,1 0 0,-1 1 0,0-1 0,1 0 0,-1 0 0,1 1 0,26 13 0,-27-14 0,39 18 0,-69-15 0,39 2 0,12 1 0,19-2 0,1-2 0,42-3 0,-16-1 0,363 18 0,151 25 0,-269-38 0,-215-4 0,-68 0 0,33-6 0,-26 2 0,-25 2 0,-14-1 0,-17-2 0,-89-7 0,103 13 0,3-1 0,-1 0 0,0 1 0,0-1 0,1-1 0,-1 1 0,-7-4 0,11 5 0,0 0 0,0 0 0,0 0 0,0 0 0,0 0 0,0 0 0,0 0 0,-1 0 0,1 0 0,0 0 0,0 0 0,0 0 0,0 0 0,0 0 0,0 0 0,0 0 0,0 0 0,0-1 0,0 1 0,0 0 0,0 0 0,-1 0 0,1 0 0,0 0 0,0 0 0,0 0 0,0 0 0,0 0 0,0-1 0,0 1 0,0 0 0,0 0 0,0 0 0,0 0 0,0 0 0,0 0 0,0 0 0,0 0 0,0-1 0,0 1 0,0 0 0,0 0 0,0 0 0,0 0 0,1 0 0,-1 0 0,0 0 0,0 0 0,0 0 0,0-1 0,0 1 0,0 0 0,0 0 0,8-3 0,12 1 0,263 1 0,-138 2 0,190 8 0,-168-2 0,171 7 0,3 5 0,-164-8 0,-88-4 0,24 1 0,-267-16 0,-31 0 0,-375 17 0,100 7-100,-177-21-843,4-40 152,488 32-269,92 9-4237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1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165 209 24575,'0'-2'0,"0"1"0,-1 0 0,1 0 0,0 0 0,-1 0 0,1 0 0,-1 0 0,1 0 0,-1 0 0,0 1 0,1-1 0,-1 0 0,-1-1 0,2 2 0,0 0 0,-1 0 0,1 0 0,0 0 0,0 0 0,-1 1 0,1-1 0,0 0 0,0 0 0,-1 0 0,1 0 0,0 0 0,0 1 0,0-1 0,0 0 0,-1 0 0,1 0 0,0 1 0,0-1 0,0 0 0,0 0 0,0 1 0,0-1 0,-1 0 0,1 0 0,0 1 0,0-1 0,0 0 0,0 0 0,0 1 0,0-1 0,0 1 0,-1 4 0,1 1 0,-1 0 0,1 11 0,4 6 0,1 0 0,0 0 0,2 0 0,17 38 0,-6-15 0,-10-24 0,-1 0 0,4 29 0,-5-26 0,-4-21 0,-1 0 0,0 0 0,0 0 0,0 1 0,0-1 0,-1 0 0,0 1 0,0-1 0,0 1 0,-1 4 0,1-9 0,0 0 0,0 1 0,0-1 0,0 0 0,0 0 0,0 1 0,0-1 0,-1 0 0,1 0 0,0 1 0,0-1 0,0 0 0,0 0 0,-1 1 0,1-1 0,0 0 0,0 0 0,0 0 0,-1 1 0,1-1 0,0 0 0,0 0 0,-1 0 0,1 0 0,0 0 0,-1 0 0,1 1 0,0-1 0,0 0 0,-1 0 0,0 0 0,-9-5 0,-8-11 0,2-3 0,1-1 0,-13-24 0,9 15 0,-3-9 0,1 0 0,2-1 0,2-1 0,1-1 0,-14-58 0,26 83 0,1 0 0,1 1 0,0-1 0,1 0 0,2-29 0,-1 42 0,1 0 0,-1 1 0,1-1 0,0 0 0,0 1 0,0-1 0,0 1 0,0-1 0,1 1 0,-1-1 0,1 1 0,0 0 0,-1 0 0,1 0 0,0 0 0,0 0 0,0 0 0,1 1 0,-1-1 0,0 1 0,1-1 0,-1 1 0,1 0 0,-1 0 0,1 0 0,-1 0 0,4 0 0,-1 0 0,1 0 0,-1 0 0,0 0 0,0 1 0,1 0 0,-1 0 0,0 0 0,0 1 0,1 0 0,-1 0 0,0 0 0,0 1 0,7 2 0,4 5 0,-1 0 0,0 1 0,-1 0 0,14 13 0,49 53 0,-54-51 0,-1 2 0,30 47 0,-44-62 0,-1 0 0,-1 1 0,0 0 0,-1 0 0,0 0 0,-1 1 0,-1 0 0,0 0 0,1 18 0,-3-24 0,-2-1 0,1 1 0,-1 0 0,-1 0 0,1 0 0,-1-1 0,-1 1 0,0-1 0,1 0 0,-2 1 0,1-1 0,-1-1 0,-1 1 0,1-1 0,-1 1 0,0-1 0,-10 9 0,8-8 0,-1-1 0,1 0 0,-1 0 0,0-1 0,-1 0 0,0-1 0,1 0 0,-1 0 0,-1-1 0,1 0 0,0 0 0,-1-1 0,-18 2 0,6-3-273,-1 0 0,1-2 0,0 0 0,-32-7 0,41 5-6553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24575,'17'18'0,"-1"1"0,-1 1 0,24 39 0,25 71 0,-62-124 0,7 14 0,0 1 0,-2 0 0,5 25 0,-11-45 10,-1 1 0,0 0 0,0-1 0,0 1 0,0 0 0,0-1 0,0 1 0,0 0 0,-1-1 0,1 1 0,-1 2 0,0-3-49,1-1 0,0 1 0,-1-1 0,1 0 0,0 1 0,-1-1-1,1 0 1,-1 1 0,1-1 0,-1 0 0,1 1 0,-1-1 0,1 0 0,-1 0 0,1 0 0,-1 1 0,1-1 0,-1 0-1,1 0 1,-1 0 0,0 0 0,1 0 0,-1 0 0,1 0 0,-1 0 0,1 0 0,-1 0 0,1-1 0,-1 1 0,1 0 0,-1 0-1,1 0 1,-1-1 0,1 1 0,-1 0 0,1 0 0,-1-1 0,-8-4-6787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24575,'19'-16'0,"1"1"0,30-19 0,-42 30 0,1 0 0,-1 0 0,1 1 0,-1 0 0,1 0 0,0 1 0,0 1 0,0-1 0,19 1 0,-10 2 0,-13-1 0,0 1 0,0-1 0,0 0 0,0-1 0,7 0 0,-12 1 0,0 0 0,1 0 0,-1 0 0,0 0 0,0 0 0,0 0 0,0 0 0,1 0 0,-1 0 0,0 0 0,0 0 0,0 0 0,0 0 0,1 0 0,-1 0 0,0 0 0,0-1 0,0 1 0,0 0 0,1 0 0,-1 0 0,0 0 0,0 0 0,0 0 0,0 0 0,0-1 0,0 1 0,1 0 0,-1 0 0,0 0 0,0 0 0,0 0 0,0-1 0,0 1 0,0 0 0,0 0 0,0 0 0,0 0 0,0-1 0,0 1 0,-8-3 0,-13-1 0,-34 3-1365,39 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24575,'12'-7'0,"7"-6"0,3 0 0,0 3 0,-1 2 0,-2 2 0,-2 3 0,0 2 0,-2 1 0,0 0 0,0 1 0,-3 2 0,-1 1 0,0-1 0,1 0 0,1-1 0,-2 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24575,'0'0'0,"0"0"0,0 0 0,-1 0 0,1 0 0,0 0 0,0 0 0,-1 0 0,1 1 0,0-1 0,0 0 0,-1 0 0,1 0 0,0 0 0,0 0 0,0 1 0,-1-1 0,1 0 0,0 0 0,0 0 0,0 1 0,0-1 0,-1 0 0,1 0 0,0 0 0,0 1 0,0-1 0,0 0 0,0 0 0,0 1 0,0-1 0,0 1 0,-1 12 0,7 11 0,9 16 0,2-1 0,39 69 0,-36-72 0,-8-18 0,-10-15 0,0 0 0,1 0 0,-1 0 0,-1 1 0,1-1 0,0 0 0,-1 1 0,0-1 0,2 8 0,-3-11-26,0 0 0,0 0 0,0 1-1,0-1 1,0 0 0,0 0-1,0 1 1,0-1 0,0 0 0,0 0-1,0 0 1,0 1 0,0-1 0,0 0-1,-1 0 1,1 0 0,0 1 0,0-1-1,0 0 1,0 0 0,0 0 0,-1 0-1,1 1 1,0-1 0,0 0 0,0 0-1,-1 0 1,1 0 0,0 0 0,0 0-1,0 0 1,-1 1 0,1-1 0,0 0-1,0 0 1,-1 0 0,1 0 0,0 0-1,0 0 1,-1 0 0,1 0 0,0 0-1,0 0 1,0 0 0,-1-1 0,1 1-1,0 0 1,0 0 0,-1 0 0,1 0-1,0 0 1,-8-3-6800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4 24575,'0'-1'0,"-1"1"0,0 0 0,1-1 0,-1 1 0,0 0 0,1-1 0,-1 1 0,0 0 0,1 0 0,-1 0 0,0 0 0,1 0 0,-1 0 0,0 0 0,1 0 0,-1 0 0,0 0 0,0 0 0,-1 1 0,-16 4 0,9-1 0,-17 2 0,0 0 0,0-2 0,0-1 0,-1-1 0,1-1 0,-28-2 0,-57-12 76,-35-2-1517,127 14-5385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24575,'2'1'0,"-1"0"0,1 0 0,-1 0 0,1 0 0,-1 0 0,0 1 0,1-1 0,-1 0 0,0 1 0,0-1 0,0 1 0,1 1 0,2 3 0,310 338 0,-176-199 0,-64-63 0,45 47 0,-72-85 0,-45-40 0,-7-5 0,-9-6 0,-14-13-1365,15 11-5461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99 24575,'1'-9'0,"0"-1"0,1 1 0,0 0 0,0 0 0,1 0 0,0 0 0,1 1 0,4-9 0,-8 16 0,1 1 0,-1-1 0,0 1 0,1-1 0,-1 1 0,0-1 0,1 0 0,-1 1 0,1-1 0,-1 1 0,1 0 0,-1-1 0,1 1 0,0-1 0,-1 1 0,1 0 0,-1-1 0,2 1 0,-2 0 0,1 0 0,-1 0 0,0 0 0,0 0 0,1 1 0,-1-1 0,0 0 0,1 0 0,-1 0 0,0 0 0,0 1 0,0-1 0,1 0 0,-1 0 0,0 1 0,0-1 0,0 0 0,1 0 0,-1 1 0,0-1 0,0 0 0,0 0 0,0 1 0,0-1 0,0 0 0,0 1 0,1 2 0,0 0 0,-1 0 0,0 0 0,1 0 0,-1 0 0,-1 5 0,-3 7 0,0-1 0,-2 1 0,1-1 0,-2 0 0,0-1 0,-15 23 0,-1 2 0,2 5 0,1 0 0,2 2 0,2 0 0,2 1 0,-11 69 0,11-48 0,-31 88 0,28-111-1365,12-32-5461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89 24575,'-10'-12'0,"1"1"0,-2 1 0,1 0 0,-1 0 0,-18-11 0,26 19 0,-1 0 0,1 0 0,-1 1 0,0-1 0,1 1 0,-1 0 0,0 0 0,0 0 0,0 0 0,1 1 0,-1-1 0,0 1 0,0 0 0,0 0 0,0 1 0,0-1 0,0 1 0,0 0 0,0 0 0,1 0 0,-1 0 0,0 1 0,1 0 0,-7 3 0,1 1 0,-22 14 0,-51 24 0,81-44 0,0 1 0,-1 0 0,1 0 0,0 0 0,0 0 0,0 0 0,0 0 0,0 0 0,0 0 0,0 0 0,0 0 0,0 0 0,1 0 0,-1 1 0,0-1 0,1 0 0,-1 1 0,1-1 0,-1 0 0,1 1 0,0-1 0,0 1 0,-1-1 0,1 1 0,0-1 0,0 0 0,0 1 0,1-1 0,-1 1 0,0-1 0,1 1 0,-1 0 0,3 8 0,0-1 0,1 1 0,7 14 0,-5-11 0,11 31 0,-2 2 0,-2-1 0,8 54 0,-6-28 0,-1-5 0,7 89 0,-7-29 0,-14-122 0,1 0 0,0 0 0,-1 0 0,1 0 0,1-1 0,-1 1 0,0 0 0,1-1 0,0 1 0,0-1 0,0 1 0,4 4 0,-4-6 0,1 0 0,-1 0 0,0 0 0,1-1 0,0 1 0,-1-1 0,1 1 0,0-1 0,0 0 0,-1 0 0,1 0 0,0 0 0,0-1 0,0 1 0,0-1 0,5 0 0,112-2 0,-117 2-85,0-1 0,0 1-1,0-1 1,0 0 0,0 0-1,0 0 1,0 0 0,0-1-1,0 1 1,0-1 0,0 0-1,-1 0 1,1 0 0,-1 0-1,4-3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84 24575,'-2'-19'0,"0"8"0,1 0 0,0-19 0,1 29 0,0 1 0,0-1 0,0 0 0,0 1 0,1-1 0,-1 0 0,0 1 0,0-1 0,0 1 0,0-1 0,1 0 0,-1 1 0,0-1 0,1 1 0,-1-1 0,0 0 0,1 0 0,0 1 0,-1 0 0,0 0 0,1 0 0,-1 0 0,0 0 0,0 0 0,1 0 0,-1 0 0,0 0 0,0 0 0,1 0 0,-1 0 0,0 0 0,0 1 0,1-1 0,-1 0 0,0 0 0,0 0 0,1 0 0,-1 0 0,0 1 0,0-1 0,0 0 0,1 0 0,-1 0 0,0 1 0,0-1 0,14 22 0,3 16 0,-2 1 0,-2 0 0,10 52 0,4 10 0,-8-43 0,-6-19 0,-1 1 0,6 42 0,-18-78 0,0 0 0,0 0 0,0 0 0,0 0 0,-1 0 0,1 0 0,-2 3 0,2-6 0,0 0 0,-1-1 0,1 1 0,0 0 0,-1-1 0,1 1 0,0 0 0,-1-1 0,1 1 0,-1-1 0,1 1 0,-1-1 0,1 1 0,-1-1 0,1 1 0,-1-1 0,1 1 0,-2 0 0,1-1 0,1 0 0,-1 0 0,0 0 0,0 0 0,0 0 0,1 0 0,-1-1 0,0 1 0,1 0 0,-1 0 0,0 0 0,0-1 0,1 1 0,-1 0 0,0-1 0,1 1 0,-1-1 0,1 1 0,-1-1 0,0 1 0,1-1 0,-1 0 0,-6-7-1365,2-1-5461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24575,'-26'20'0,"21"-17"0,-1 1 0,1 1 0,-8 6 0,5-1 0,1-1 0,-8 13 0,13-20 0,0 1 0,1 0 0,-1 0 0,1 0 0,-1 0 0,1 1 0,0-1 0,1 0 0,-1 1 0,0-1 0,1 0 0,0 6 0,0-8 0,0 0 0,0 0 0,1 0 0,-1 0 0,1 0 0,-1 0 0,0-1 0,1 1 0,0 0 0,-1 0 0,1 0 0,0 0 0,-1-1 0,1 1 0,0 0 0,0-1 0,0 1 0,-1-1 0,1 1 0,0-1 0,0 1 0,0-1 0,0 1 0,0-1 0,0 0 0,0 0 0,0 1 0,1-1 0,5 1 0,0-1 0,-1 1 0,10-2 0,-3 1 0,123 12 0,-98-7 0,70 17 0,-97-18 120,-10-4-160,-1 1 0,0-1 0,0 0-1,1 0 1,-1 0 0,0 0 0,0 0 0,1 0 0,-1 0 0,0 0-1,0 1 1,1-1 0,-1 0 0,0 0 0,0 0 0,1 0 0,-1 1 0,0-1-1,0 0 1,0 0 0,0 1 0,1-1 0,-1 0 0,0 0 0,0 1-1,0-1 1,0 0 0,0 0 0,0 1 0,0-1 0,0 0 0,0 1 0,0-1-1,0 0 1,0 0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24575,'5'-3'0,"-1"0"0,1 0 0,1 0 0,-1 1 0,0-1 0,1 1 0,-1 0 0,1 1 0,-1 0 0,1-1 0,0 2 0,0-1 0,0 1 0,-1 0 0,1 0 0,0 0 0,0 1 0,-1 0 0,1 0 0,0 1 0,-1-1 0,1 1 0,-1 0 0,8 5 0,3 1 0,-1 2 0,0 0 0,-1 0 0,0 1 0,-1 1 0,22 25 0,-30-31 0,0-1 0,-1 1 0,0 0 0,0 1 0,-1-1 0,1 1 0,-1-1 0,-1 1 0,1 0 0,-1 0 0,0 0 0,-1 1 0,0-1 0,0 0 0,0 0 0,-1 8 0,-1 5 0,0 21 0,2 1 0,1-1 0,14 74 0,-4-76 0,1-1 0,21 42 0,12 34 0,-45-111 0,0 0 0,0-1 0,0 1 0,-1 0 0,1-1 0,-1 1 0,0 0 0,0 0 0,0-1 0,0 1 0,0 0 0,-1 0 0,1-1 0,-2 4 0,1-4 0,0 0 0,0-1 0,0 1 0,0 0 0,-1-1 0,1 1 0,0-1 0,-1 1 0,0-1 0,1 0 0,-1 0 0,0 0 0,1 0 0,-1 0 0,0 0 0,0 0 0,0-1 0,0 1 0,-4 0 0,-7 2-67,0-2 0,0 0 0,0 0 0,-18-2 0,14 1-963,1-1-5796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67 24575,'-30'-5'0,"-15"-5"0,-2 1 0,1 0 0,7 3 0,7 0 0,3 0 0,6 2 0,3 1 0,2 1 0,3-1 0,3-1-8191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0 24575,'-31'0'0,"-11"0"0,-5 0 0,4 0 0,4 0 0,6 0 0,6 0 0,8 0-8191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956 16 24575,'9'2'0,"-13"2"0,-14 2 0,-40 2 0,-76 3 0,-59-11 0,91-1 0,-38-8 0,65 2 0,-32-7 0,73 8 0,-66-3 0,156 27 0,329 103 0,-374-117 0,1-1 0,-1 1 0,0 1 0,-1-1 0,1 2 0,-1-1 0,17 13 0,-26-17 0,1 0 0,-1 0 0,0 1 0,0-1 0,0 0 0,0 0 0,0 0 0,0 1 0,-1-1 0,1 0 0,0 1 0,-1-1 0,1 1 0,-1-1 0,1 1 0,-1-1 0,0 1 0,0-1 0,0 1 0,1-1 0,-2 3 0,1-1 0,-1-1 0,0 0 0,0 0 0,0 1 0,0-1 0,0 0 0,0 0 0,0 0 0,-1-1 0,1 1 0,-1 0 0,-3 2 0,-4 4 0,-1 0 0,-1-2 0,1 1 0,-14 5 0,23-11 0,-46 23 0,2 3 0,-60 45 0,1 3 0,34-26 0,15-12 0,55-37 0,0 0 0,0 0 0,0 0 0,0 0 0,0 0 0,0 0 0,-1 0 0,1 0 0,0 0 0,0 1 0,0-1 0,0 0 0,0 0 0,0 0 0,0 0 0,-1 0 0,1 0 0,0 0 0,0 0 0,0 0 0,0 1 0,0-1 0,0 0 0,0 0 0,0 0 0,0 0 0,0 0 0,0 0 0,0 0 0,0 1 0,0-1 0,0 0 0,0 0 0,0 0 0,0 0 0,0 0 0,0 0 0,0 1 0,0-1 0,0 0 0,0 0 0,0 0 0,0 0 0,0 0 0,0 0 0,0 1 0,0-1 0,0 0 0,0 0 0,0 0 0,10 2 0,24-5 0,-20 2 0,352-2 0,-205 5 0,29 4 120,-154-3-491,1 2-1,-1 1 1,40 14 0,-54-13-6455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 24575,'-3'8'0,"1"1"0,0-1 0,0 1 0,1 0 0,0-1 0,0 1 0,1 14 0,1-19 0,-1-1 0,1 1 0,0 0 0,0 0 0,0 0 0,0-1 0,1 1 0,0 0 0,-1-1 0,1 1 0,1-1 0,-1 0 0,0 0 0,1 0 0,0 0 0,-1 0 0,1 0 0,0-1 0,4 3 0,-4-3 0,1 1 0,0-1 0,0 0 0,0 0 0,0-1 0,0 1 0,0-1 0,0 0 0,0 0 0,1 0 0,7 0 0,-10-1 0,0 0 0,0 0 0,0-1 0,0 1 0,0-1 0,0 0 0,0 1 0,0-1 0,0 0 0,-1 0 0,1 0 0,0 0 0,0-1 0,-1 1 0,1 0 0,-1-1 0,1 1 0,-1-1 0,0 1 0,0-1 0,1 0 0,-1 1 0,0-1 0,-1 0 0,1 0 0,0 0 0,0-2 0,1-4 0,0 1 0,0-1 0,-1 1 0,-1-1 0,1 0 0,-2-10 0,1 10 0,0 0 0,0 1 0,1-1 0,0 0 0,0 1 0,4-11 0,-5 17 0,0 0 0,0 0 0,1 1 0,-1-1 0,1 0 0,-1 0 0,1 0 0,-1 1 0,1-1 0,-1 0 0,1 1 0,0-1 0,-1 0 0,1 1 0,0-1 0,-1 1 0,1-1 0,0 1 0,0-1 0,0 1 0,-1 0 0,1-1 0,1 1 0,0 0 0,0 0 0,-1 0 0,1 0 0,0 0 0,-1 0 0,1 0 0,0 1 0,-1-1 0,1 1 0,-1-1 0,4 3 0,2 1 0,0 0 0,-1 1 0,1 0 0,6 6 0,151 125 0,-159-133-62,-8-4 216,-6-4-1611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47 24575,'-28'-8'0,"-11"-2"0,-2 0 0,4 3 0,5 1 0,6 3 0,5 1 0,6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18 24575,'-31'-5'0,"-11"-2"0,-2 3 0,4 3 0,7 0 0,5 1 0,9 4 0,7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24575,'-7'2'0,"0"-1"0,0 1 0,0 0 0,0 0 0,0 1 0,0 0 0,1 0 0,0 1 0,-1-1 0,-8 8 0,13-9 0,0 0 0,0 1 0,0-1 0,0 0 0,0 1 0,1-1 0,-1 1 0,1 0 0,-1-1 0,1 1 0,0 0 0,0 0 0,0 0 0,1 0 0,-1 0 0,0 0 0,1 0 0,0 0 0,0 0 0,0 0 0,0 0 0,1 0 0,-1 0 0,1 0 0,-1 0 0,1 0 0,2 4 0,0-2 0,-1-1 0,1 0 0,-1 1 0,1-1 0,1-1 0,-1 1 0,0 0 0,1-1 0,0 1 0,0-1 0,0 0 0,0-1 0,0 1 0,1-1 0,-1 1 0,1-1 0,-1-1 0,1 1 0,7 1 0,3 1 0,0-2 0,1 1 0,-1-2 0,0 0 0,16-1 0,-23 0 0,0-1 0,0 0 0,-1 0 0,1-1 0,-1 0 0,1 0 0,-1 0 0,0-1 0,11-6 0,-14 7 0,-1-1 0,1 1 0,-1-1 0,0 0 0,0 0 0,0 0 0,0 0 0,0-1 0,-1 1 0,0-1 0,1 1 0,-1-1 0,0 0 0,-1 0 0,1 0 0,-1 0 0,0 0 0,1-7 0,-1 6 0,0 1 0,-1-1 0,1 1 0,-1-1 0,0 1 0,-1-1 0,1 0 0,-1 1 0,0 0 0,0-1 0,0 1 0,-1-1 0,1 1 0,-1 0 0,0 0 0,0 0 0,-1 0 0,1 0 0,-1 1 0,0-1 0,0 1 0,0-1 0,0 1 0,-1 0 0,1 0 0,-1 1 0,0-1 0,0 1 0,0 0 0,0 0 0,0 0 0,0 0 0,-8-1 0,-49-12-1365,44 12-5461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7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82 163 24575,'-7'9'0,"1"1"0,0 0 0,1 1 0,0-1 0,-4 16 0,8-22 0,0 1 0,0-1 0,0 0 0,1 1 0,-1-1 0,1 1 0,0-1 0,1 0 0,-1 1 0,1-1 0,0 0 0,0 1 0,0-1 0,1 0 0,-1 0 0,1 0 0,3 5 0,-2-3 0,-1-3 0,-1 0 0,0-1 0,1 1 0,0-1 0,-1 1 0,1-1 0,0 0 0,0 0 0,1 0 0,-1 0 0,0 0 0,3 2 0,-5-4 0,1 0 0,-1 0 0,0 0 0,1 0 0,-1 0 0,0 0 0,1 0 0,-1 0 0,0 0 0,0-1 0,1 1 0,-1 0 0,0 0 0,1 0 0,-1 0 0,0 0 0,0 0 0,1-1 0,-1 1 0,0 0 0,0 0 0,0-1 0,1 1 0,-1 0 0,0 0 0,0 0 0,0-1 0,0 1 0,1 0 0,-1-1 0,0 1 0,0 0 0,0 0 0,0-1 0,0 1 0,0 0 0,0-1 0,0 1 0,0 0 0,0 0 0,0-1 0,0 1 0,0 0 0,0-1 0,0 1 0,0 0 0,0-1 0,0 1 0,-1 0 0,-2-19 0,3 18 0,-12-43 0,-19-46 0,15 48 0,-11-50 0,26 73 0,4 14 0,5 9 0,7 11 0,0 1 0,15 23 0,-13-17 0,4 6 0,1-1 0,2-1 0,50 43 0,-52-51 0,-12-9 0,1-1 0,-1 0 0,2-1 0,19 10 0,-30-16 0,0-1 0,0 1 0,0-1 0,0 0 0,0 1 0,0-1 0,0 0 0,0 0 0,0 0 0,0 1 0,0-1 0,0-1 0,0 1 0,0 0 0,0 0 0,1 0 0,-1 0 0,0-1 0,0 1 0,0 0 0,0-1 0,0 1 0,1-2 0,-1 1 0,1-1 0,-1 1 0,0 0 0,0-1 0,0 1 0,-1-1 0,1 1 0,0-1 0,0 0 0,-1 1 0,1-1 0,-1 0 0,1-2 0,0-7 0,0 0 0,-1 0 0,-2-20 0,1 26 0,0-9 0,-2 0 0,0 0 0,0 1 0,-1 0 0,-1-1 0,0 2 0,-10-18 0,6 14 0,-1 0 0,-1 1 0,0 1 0,0 0 0,-17-15 0,24 25-273,-1 0 0,1 1 0,-1 0 0,-7-4 0,-1 1-6553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76 24575,'-18'-12'0,"-8"-5"0,-2 1 0,1 3 0,3 4 0,3 4 0,2 2 0,2 4 0,1 2 0,2 1 0,0-1 0,-1 0 0,1-1 0,2-1-8191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24575,'-1'3'0,"2"10"0,5 13 0,8 10 59,33 58-1,-6-14-1540,-36-68-5344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 24575,'-3'-4'0,"5"5"0,9 7 0,28 26 0,59 41 0,-45-36 0,168 120 0,-217-156-1365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 24575,'-12'12'0,"1"1"0,1 0 0,0 1 0,0 0 0,2 0 0,0 1 0,0 0 0,1 0 0,1 1 0,-7 31 0,8-19-95,-6 21 310,10-43-427,-1-1-1,0 0 1,0 0 0,0-1 0,-1 1 0,-5 8 0,0-4-6614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92 24575,'-30'-20'0,"-53"-26"0,73 41 0,0 1 0,0 0 0,-1 1 0,1 0 0,-1 1 0,0 0 0,0 0 0,0 1 0,-21 1 0,31 0 0,0 0 0,-1 0 0,1 0 0,0 0 0,-1 1 0,1-1 0,0 0 0,0 1 0,-1-1 0,1 1 0,0-1 0,0 1 0,0-1 0,-1 1 0,1 0 0,0 0 0,0-1 0,0 1 0,0 0 0,0 0 0,1 0 0,-1 0 0,0 0 0,0 1 0,1-1 0,-2 2 0,2-1 0,0 0 0,0 0 0,0-1 0,0 1 0,0 0 0,0 0 0,1-1 0,-1 1 0,1 0 0,-1 0 0,1-1 0,0 1 0,-1 0 0,1-1 0,0 1 0,0-1 0,0 1 0,0-1 0,3 3 0,14 14 0,27 21 0,-29-26 0,-1 1 0,0 0 0,15 20 0,-22-22 0,-1-1 0,0 2 0,-1-1 0,0 1 0,-1 0 0,0 0 0,4 21 0,-1 8 0,2 47 0,-6-35 0,9 69 0,-10-110 0,0 1 0,0-1 0,1 0 0,1 0 0,0-1 0,13 23 0,-14-30 0,0-1 0,0 1 0,0-1 0,1 1 0,0-1 0,0 0 0,0-1 0,0 0 0,0 1 0,1-1 0,-1-1 0,1 1 0,0-1 0,0 0 0,0-1 0,0 1 0,0-1 0,0 0 0,0-1 0,1 1 0,-1-1 0,0-1 0,0 1 0,0-1 0,0 0 0,12-3 0,-15 3-97,-1 0-1,0-1 1,0 1-1,0 0 1,0-1-1,0 1 1,0-1-1,0 1 1,0-1-1,-1 0 1,1 0-1,-1 0 0,3-3 1,1-6-6729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45 24575,'-12'-13'0,"7"9"0,7 10 0,7 8 0,0 0 0,1-1 0,1 0 0,0-1 0,0 0 0,18 13 0,0-4 0,-27-19 0,0 0 0,1-1 0,-1 0 0,1 1 0,-1-1 0,1 0 0,-1 0 0,1-1 0,0 1 0,4 0 0,-6-1 0,0 0 0,-1-1 0,1 1 0,0 0 0,-1-1 0,1 1 0,0-1 0,-1 1 0,1-1 0,0 1 0,-1-1 0,1 1 0,-1-1 0,1 0 0,-1 1 0,1-1 0,-1 0 0,0 1 0,1-1 0,-1 0 0,0 0 0,1 1 0,-1-1 0,0 0 0,0 0 0,0 0 0,0 1 0,0-1 0,0-1 0,1-28 0,-1 24 0,-2-23 0,1 22 0,0-1 0,1 0 0,0 1 0,0-1 0,1 0 0,-1 0 0,4-8 0,-4 15 0,0 0 0,1 0 0,-1 0 0,1 0 0,0 0 0,-1 1 0,1-1 0,0 0 0,-1 0 0,1 0 0,0 1 0,0-1 0,0 0 0,-1 1 0,1-1 0,0 1 0,0-1 0,0 1 0,0-1 0,0 1 0,0 0 0,0-1 0,0 1 0,0 0 0,0 0 0,0 0 0,1 0 0,-1 0 0,0 0 0,0 0 0,0 0 0,0 0 0,0 0 0,0 1 0,0-1 0,0 0 0,2 2 0,4 0 0,-1 1 0,1 1 0,0 0 0,6 4 0,-10-6 0,128 78 0,-65-41 0,-61-36 0,-3-3 0,-1 1 0,1 0 0,0 0 0,-1 0 0,1 0 0,-1 0 0,1 0 0,-1 1 0,0-1 0,1 0 0,-1 1 0,1 1 0,-3-1-1365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2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24575,'16'-4'0,"1"1"0,-1 1 0,1 1 0,0 0 0,18 2 0,-27 0 0,1 0 0,-1 0 0,1 1 0,-1 1 0,0-1 0,0 1 0,0 1 0,0-1 0,-1 1 0,1 1 0,11 9 0,-16-12 0,15 12 0,-2 0 0,0 1 0,19 23 0,-32-33 0,0-1 0,0 1 0,0 0 0,-1 0 0,0 0 0,0 1 0,0-1 0,1 6 0,-1 6 0,2 22 0,-4-30 0,0 0 0,1 1 0,0-1 0,1 0 0,0 0 0,0-1 0,1 1 0,0 0 0,6 10 0,42 57 0,-29-46 0,22 41 0,-37-57 0,23 46 0,-28-54 0,0 0 0,0 0 0,0 1 0,-1-1 0,1 1 0,-2-1 0,1 12 0,-1-16 0,0 1 0,0-1 0,-1 0 0,1 0 0,-1 0 0,1 0 0,-1 0 0,0 1 0,0-1 0,0-1 0,0 1 0,0 0 0,-1 0 0,1 0 0,0 0 0,-3 1 0,2-1 0,-1 0 0,0 0 0,0 0 0,0 0 0,0 0 0,0-1 0,-1 0 0,1 1 0,-5 0 0,-6 0 0,0 0 0,0-1 0,0 0 0,-15-1 0,20-1 0,-89 0-1365,81 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24575,'39'7'0,"-1"1"0,1-2 0,68 3 0,-101-10 0,-1 0 0,1 0 0,-1 0 0,0-1 0,0 1 0,0-1 0,0-1 0,0 1 0,0-1 0,0 1 0,-1-1 0,1-1 0,-1 1 0,0-1 0,0 1 0,0-1 0,3-6 0,-3 6 0,-2 1 0,1-1 0,0 0 0,-1 0 0,1 0 0,-1-1 0,0 1 0,-1-1 0,1 1 0,-1-1 0,0 1 0,0-1 0,0 0 0,-1 1 0,0-1 0,1 0 0,-2 0 0,1 0 0,-2-8 0,1 10 0,0 1 0,0-1 0,0 1 0,-1 0 0,1-1 0,0 1 0,-1 0 0,0 0 0,1 0 0,-1 0 0,0 0 0,0 1 0,0-1 0,0 0 0,0 1 0,-1 0 0,1-1 0,0 1 0,-5-1 0,-3-2 0,0 1 0,-1 1 0,-16-2 0,1 0 0,18 3 0,-1 0 0,1 0 0,-1 0 0,1 1 0,-1 1 0,0 0 0,-11 2 0,16-2 0,-1 0 0,0 0 0,1 1 0,-1 0 0,1 0 0,0 0 0,0 0 0,0 1 0,0 0 0,0 0 0,0 0 0,1 0 0,-1 0 0,-4 7 0,4-4 0,0 1 0,1-1 0,0 1 0,0 0 0,1 0 0,-1 0 0,1 0 0,1 1 0,0-1 0,0 0 0,0 10 0,1-4 0,0 0 0,1-1 0,0 1 0,2 0 0,5 21 0,-7-31 0,0 0 0,1 0 0,-1 1 0,1-1 0,0 0 0,0 0 0,0 0 0,1-1 0,-1 1 0,0 0 0,1-1 0,0 0 0,0 1 0,0-1 0,0 0 0,0-1 0,4 3 0,5 1 0,1 0 0,1-1 0,15 4 0,3 0 0,-8-1 0,57 16 0,-68-21 0,1 1 0,-1-1 0,28-1 0,-17-6-1365,-14 2-5461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4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24575,'-28'-3'0,"-14"0"0,-4 0 0,-1 0 0,7 1 0,6 1 0,5 0 0,4 1 0,4 0 0,4 0 0,1 0 0,2 1 0,0-1 0,0 0 0,0 0 0,2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24575,'9'31'0,"1"0"0,17 34 0,39 65 0,12 26 0,-62-111 0,-15-42 0,0 0 0,0 0 0,-1 0 0,1 0 0,-1 0 0,0 0 0,0 0 0,0 0 0,0 1 0,0-1 0,-1 0 0,-1 5 0,1-7 0,1 0 0,-1 0 0,0 0 0,0 0 0,1 0 0,-1-1 0,0 1 0,0 0 0,0-1 0,0 1 0,0 0 0,0-1 0,0 1 0,0-1 0,0 0 0,0 1 0,0-1 0,0 0 0,0 0 0,0 1 0,-1-1 0,1 0 0,0 0 0,0 0 0,0-1 0,0 1 0,0 0 0,0 0 0,0 0 0,-2-2 0,-5 0 0,1 0 0,0-1 0,-8-3 0,15 6 0,-21-13 0,0 0 0,1-1 0,-36-33 0,41 35 0,4 2 0,1 0 0,0 0 0,-14-20 0,21 27 0,1-1 0,-1 0 0,1 0 0,0 0 0,0-1 0,0 1 0,0 0 0,1-1 0,0 1 0,-1-1 0,2 1 0,-1-1 0,1 0 0,-1 1 0,2-6 0,-1 7 5,1 0-1,0 1 1,0-1-1,0 0 1,0 0-1,1 1 1,-1-1-1,1 1 1,-1-1-1,1 1 1,0 0-1,0 0 1,0 0 0,0 0-1,0 0 1,1 0-1,3-3 1,5-1-217,0 1 0,22-9 0,-19 9-599,0 0-6015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24575,'5'0'0,"2"2"0,-1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6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24575,'3'-5'0,"1"0"0,0 1 0,0-1 0,0 1 0,1 0 0,-1 0 0,1 1 0,0-1 0,0 1 0,1 0 0,-1 0 0,0 1 0,11-4 0,3 1 0,0 1 0,37-3 0,-47 6 0,-7 0 0,1 1 0,-1 0 0,1 0 0,-1 0 0,1 0 0,-1 0 0,1 1 0,-1-1 0,1 1 0,-1-1 0,1 1 0,-1 0 0,0 0 0,1 0 0,-1 0 0,0 0 0,3 3 0,-4-3 0,1 1 0,-1 0 0,1 0 0,-1 0 0,0 0 0,0 0 0,0 0 0,0 0 0,0 0 0,-1 0 0,1 0 0,0 0 0,-1 1 0,0-1 0,0 0 0,1 1 0,-1-1 0,0 0 0,-1 3 0,-1 4 0,1 0 0,-2 0 0,1-1 0,-1 1 0,-1-1 0,1 0 0,-1 0 0,-1 0 0,-7 10 0,4-4 0,-10 19 0,16-28 0,0 0 0,0 0 0,1 1 0,-1-1 0,1 0 0,1 0 0,-1 1 0,1 5 0,0-10 0,0 0 0,0 1 0,0-1 0,0 0 0,0 0 0,0 0 0,1 1 0,-1-1 0,0 0 0,1 0 0,-1 0 0,1 0 0,-1 0 0,1 0 0,0 0 0,-1 0 0,1 0 0,0 0 0,0 0 0,0 0 0,0 0 0,0-1 0,2 2 0,-1-1 0,0 0 0,0 0 0,0-1 0,0 1 0,1-1 0,-1 0 0,0 0 0,0 1 0,1-1 0,-1-1 0,0 1 0,3-1 0,2 0 0,0-1 0,-1 0 0,1 0 0,-1 0 0,1-1 0,-1 0 0,10-7 0,-7 3-1365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24575,'3'3'0,"0"3"0,3 3 0,-1 2 0,3 3 0,2-2 0,1 0 0,-1 0 0,1 1 0,1-2 0,0-1 0,-1 2 0,0-3 0,0 1 0,1-2 0,1-2 0,-1-2-8191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24575,'10'15'0,"6"8"0,3 4 0,0 1 0,-3-2 0,-1-3 0,-1-3 0,-3-3 0,-1-3 0,-2-2 0,-2-1 0,0-2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46 24575,'-30'-8'0,"-13"-2"0,-3 0 0,2 3 0,8 1 0,4 3 0,5 1 0,4 4 0,2 1 0,2 1 0,1-1 0,1 1 0,1 1 0,4-1-8191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24575,'2'18'0,"0"-1"0,1 0 0,0 0 0,11 29 0,-4-13 0,1 3 0,0-1 0,2 0 0,21 39 0,-22-52-118,-2-2 243,14 19-1,-21-34-274,0 0 1,1-1-1,0 1 1,0-1-1,0 0 0,0 0 1,1-1-1,0 1 1,5 2-1,1-1-6676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1 24575,'-4'0'0,"-1"1"0,0-1 0,1 1 0,0 1 0,-1-1 0,1 0 0,0 1 0,-1 0 0,1 0 0,0 0 0,0 1 0,1 0 0,-1-1 0,1 1 0,-1 0 0,-4 6 0,6-7 0,1 0 0,-1-1 0,1 1 0,0 0 0,0 0 0,-1 0 0,1 0 0,1 0 0,-1 0 0,0 0 0,0 0 0,1 0 0,-1 0 0,1 0 0,0 1 0,-1-1 0,1 0 0,0 0 0,1 0 0,-1 1 0,0-1 0,0 0 0,1 0 0,0 0 0,-1 0 0,1 0 0,0 0 0,0 0 0,0 0 0,0 0 0,0 0 0,0 0 0,1 0 0,-1-1 0,3 3 0,2 1 0,0 0 0,1-1 0,-1 0 0,1 0 0,0 0 0,-1-1 0,2 0 0,-1-1 0,0 0 0,12 3 0,6-1 0,45 2 0,58 6-1365,-114-10-5461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9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24575,'0'-1'0,"-1"-1"0,1 0 0,-1 0 0,1 0 0,-1 1 0,1-1 0,0 0 0,0-4 0,0 6 0,0 0 0,0 0 0,0 0 0,0 0 0,1 0 0,-1-1 0,0 1 0,0 0 0,0 0 0,0 0 0,0 0 0,0 0 0,0 0 0,0-1 0,0 1 0,0 0 0,1 0 0,-1 0 0,0 0 0,0 0 0,0 0 0,0 0 0,0 0 0,0 0 0,1 0 0,-1 0 0,0 0 0,0-1 0,0 1 0,0 0 0,0 0 0,1 0 0,-1 0 0,0 0 0,0 0 0,0 0 0,10 7 0,5 8 0,0 2 0,-1 0 0,14 24 0,-12-18 0,23 26 0,-39-49 0,0 0 0,0 0 0,0 1 0,0-1 0,0 0 0,1 0 0,-1 0 0,0 0 0,0 1 0,0-1 0,1 0 0,-1 0 0,0 0 0,0 0 0,1 0 0,-1 0 0,0 0 0,0 0 0,0 1 0,1-1 0,-1 0 0,0 0 0,0 0 0,1 0 0,-1 0 0,0 0 0,0 0 0,1 0 0,-1-1 0,0 1 0,0 0 0,1 0 0,-1 0 0,0 0 0,1 0 0,5-10 0,0-18 0,-6 26 0,3-15 0,-3 10 0,1 0 0,1 0 0,-1 0 0,1 0 0,5-13 0,-6 19 0,0-1 0,0 1 0,0 0 0,0-1 0,0 1 0,0 0 0,0 0 0,0 0 0,0 0 0,1 0 0,-1 0 0,0 0 0,1 0 0,-1 1 0,0-1 0,1 0 0,-1 1 0,1-1 0,-1 1 0,1 0 0,0-1 0,-1 1 0,1 0 0,-1 0 0,1 0 0,-1 0 0,1 0 0,0 0 0,-1 1 0,1-1 0,-1 0 0,3 2 0,2 0 0,0 0 0,1 1 0,-1 0 0,0 0 0,0 1 0,-1 0 0,1 0 0,6 6 0,1 2 0,22 27 0,-29-32-227,0 1-1,-1 1 1,0-1-1,0 0 1,5 16-1,-7-14-6598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89 24575,'0'-89'0,"0"102"0,0 0 0,0 0 0,-2 0 0,1 0 0,-2 0 0,0 0 0,-6 16 0,-27 65 0,5 2 0,-23 112 0,45-162 0,-2 0 0,-2 0 0,-27 64 0,36-100-1365,0-1-5461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116 185 24575,'0'0'0,"0"-1"0,-1 1 0,1-1 0,-1 0 0,1 1 0,-1-1 0,1 1 0,-1-1 0,1 1 0,-1 0 0,0-1 0,1 1 0,-1-1 0,0 1 0,1 0 0,-1 0 0,0-1 0,1 1 0,-1 0 0,0 0 0,0 0 0,1 0 0,-1 0 0,0 0 0,1 0 0,-2 0 0,1 1 0,0-1 0,1 1 0,-1 0 0,1-1 0,0 1 0,-1 0 0,1 0 0,-1 0 0,1-1 0,0 1 0,0 0 0,-1 0 0,1 0 0,0 0 0,0 0 0,0-1 0,0 3 0,0 7 0,1 0 0,3 15 0,-2-12 0,2 0 0,0 0 0,0-1 0,13 24 0,32 43 0,-48-78 0,6 13 0,-6-10 0,-8-8 0,-9-12 0,1 0 0,-25-34 0,33 41 0,-50-74 0,48 69 0,1 0 0,1-1 0,1 0 0,-6-18 0,11 31 0,0 0 0,1 0 0,0 0 0,-1 0 0,1 0 0,0 0 0,0-1 0,0 1 0,1 0 0,-1 0 0,0 0 0,1-2 0,0 4 0,-1-1 0,0 0 0,1 1 0,-1-1 0,0 1 0,1-1 0,-1 1 0,1-1 0,-1 1 0,1-1 0,0 1 0,-1-1 0,1 1 0,-1 0 0,1-1 0,0 1 0,-1 0 0,1 0 0,0-1 0,-1 1 0,1 0 0,0 0 0,0 0 0,-1 0 0,1 0 0,0 0 0,-1 0 0,1 0 0,0 0 0,-1 0 0,1 0 0,0 1 0,0-1 0,-1 0 0,1 0 0,-1 1 0,1-1 0,0 1 0,12 5 0,-1 0 0,-1 1 0,0 1 0,20 16 0,0 0 0,26 20 0,34 23 0,-72-55 0,1 0 0,41 17 0,-43-22 0,-6-2 0,1 0 0,0 0 0,1-1 0,21 3 0,-33-7 0,-1 0 0,0 0 0,0 0 0,0 0 0,1 0 0,-1 0 0,0-1 0,0 1 0,0 0 0,0-1 0,0 1 0,0-1 0,0 1 0,0-1 0,0 0 0,0 1 0,0-1 0,0 0 0,0 0 0,0 0 0,0 0 0,-1 1 0,1-1 0,0 0 0,-1 0 0,1 0 0,0-1 0,-1 1 0,0 0 0,1 0 0,-1 0 0,0 0 0,1 0 0,-1 0 0,0-3 0,1-4 0,-1 0 0,1 0 0,-2-1 0,0-8 0,0 11 0,-6-42 0,-2 0 0,-3 1 0,-18-49 0,30 93-63,-3-5-197,0-1-1,0 1 1,-1-1-1,-7-11 1,2 8-6566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81 24575,'-6'-23'0,"4"16"0,-1-1 0,1 1 0,-1 0 0,-6-13 0,9 20 0,-1-1 0,1 1 0,0-1 0,0 1 0,0-1 0,-1 1 0,1 0 0,0-1 0,0 1 0,-1 0 0,1-1 0,0 1 0,-1 0 0,1-1 0,0 1 0,-1 0 0,1-1 0,-1 1 0,1 0 0,-1 0 0,1 0 0,0-1 0,-1 1 0,1 0 0,-1 0 0,1 0 0,-1 0 0,1 0 0,-2 0 0,2 0 0,-1 1 0,1-1 0,-1 1 0,1 0 0,-1-1 0,1 1 0,0 0 0,-1-1 0,1 1 0,0 0 0,-1-1 0,1 1 0,0 0 0,0-1 0,-1 3 0,-1 30 0,2 10 0,3 1 0,1-1 0,3-1 0,1 1 0,17 51 0,3-7 0,-7-26 0,-3 1 0,15 91 0,-32-140 0,-1-11 0,0 1 0,0-1 0,0 0 0,0 1 0,0-1 0,1 0 0,-1 1 0,1-1 0,-1 0 0,1 1 0,0-1 0,0 0 0,2 3 0,-3-5 0,0 0 0,0 0 0,0 0 0,1-1 0,-1 1 0,0 0 0,0 0 0,1 0 0,-1 0 0,0 0 0,0 0 0,0 0 0,0 0 0,1-1 0,-1 1 0,0 0 0,0 0 0,0 0 0,0 0 0,1-1 0,-1 1 0,0 0 0,0 0 0,0 0 0,0-1 0,0 1 0,0 0 0,0 0 0,0 0 0,0-1 0,0 1 0,1 0 0,-1 0 0,0-1 0,0 1 0,0 0 0,-1 0 0,1-1 0,2-10 0,0-16-1365,-2 13-5461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0 24575,'-8'0'0,"-1"1"0,1 0 0,-1 0 0,1 1 0,0-1 0,0 2 0,0-1 0,0 1 0,0 1 0,-7 4 0,10-5 0,0 0 0,1 0 0,-1 0 0,1 1 0,0 0 0,0 0 0,0 0 0,1 0 0,-1 1 0,1-1 0,0 1 0,1 0 0,-1 0 0,1 0 0,0 0 0,-2 6 0,1 1 0,1-7 0,0 1 0,1-1 0,0 0 0,0 1 0,-1 6 0,2-11 0,0 0 0,0 0 0,1 0 0,-1 0 0,0 0 0,0 0 0,0 0 0,1 0 0,-1 0 0,0 0 0,1 0 0,-1 0 0,1-1 0,-1 1 0,1 0 0,0 0 0,-1 0 0,1 0 0,0-1 0,0 1 0,-1 0 0,1-1 0,0 1 0,0-1 0,0 1 0,0-1 0,0 1 0,0-1 0,0 1 0,-1-1 0,1 0 0,0 0 0,2 1 0,10 0 0,0 0 0,0 0 0,21-2 0,-18 0 0,28 2 0,-10 2-341,0 2 0,-1 2-1,57 18 1,-75-19-6485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62 24575,'-6'-6'0,"1"1"0,-1-1 0,-1 1 0,1 0 0,-1 1 0,1 0 0,-1 0 0,-1 0 0,1 1 0,0 0 0,-1 1 0,1-1 0,-1 1 0,0 1 0,0-1 0,0 2 0,0-1 0,0 1 0,0 0 0,0 0 0,1 1 0,-14 3 0,14-2 30,-1 0 0,1-1 0,-15 1 0,19-2-144,0 0 0,0 0-1,0-1 1,0 1 0,0-1 0,0 0-1,0 0 1,0 0 0,0 0 0,0-1-1,1 1 1,-4-3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9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50 24575,'-25'-10'0,"-11"-4"0,-2 2 0,4 4 0,4 4 0,5 3 0,7 3 0,4 3 0,1 1 0,2 1 0,-2 2 0,1-2 0,1-1-8191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269 156 24575,'-39'-33'0,"13"9"0,-2 1 0,0 2 0,-40-22 0,65 41 0,0 1 0,0-1 0,0 1 0,-1 0 0,1 0 0,0 0 0,-1 0 0,1 1 0,-1-1 0,1 1 0,-8 0 0,10 0 0,-1 1 0,1-1 0,-1 1 0,1-1 0,-1 1 0,1-1 0,0 1 0,-1 0 0,1 0 0,-1 0 0,1 0 0,0 0 0,0 0 0,0 0 0,0 0 0,0 1 0,0-1 0,0 0 0,0 1 0,0-1 0,1 0 0,-1 1 0,0-1 0,1 1 0,-1-1 0,1 1 0,-1 2 0,0 3 0,0 0 0,0 1 0,1-1 0,0 0 0,0 1 0,1-1 0,0 0 0,0 0 0,1 1 0,0-1 0,0 0 0,0-1 0,1 1 0,0 0 0,1-1 0,-1 1 0,8 8 0,-1-1 0,2 0 0,0-1 0,1-1 0,0 1 0,0-2 0,17 11 0,-13-10 0,2 0 0,35 16 0,-45-25 0,-1 1 0,1-2 0,0 1 0,0-1 0,0-1 0,0 1 0,1-2 0,-1 1 0,12-2 0,-19 1 0,1 0 0,-1-1 0,0 1 0,1-1 0,-1 1 0,0-1 0,1 0 0,-1 0 0,0 0 0,0 0 0,0 0 0,0-1 0,0 1 0,0-1 0,-1 1 0,1-1 0,2-2 0,-2 1 0,0 0 0,-1 0 0,1 0 0,-1 0 0,1 0 0,-1 0 0,0-1 0,0 1 0,0-1 0,0-5 0,0 0 0,-1 1 0,0-1 0,-1 0 0,0 1 0,0-1 0,-1 1 0,0-1 0,-5-13 0,1 9 17,0 0 0,-1 0 1,0 1-1,-1-1 0,-1 2 0,-10-13 0,13 18-141,0 0 0,-1 0 1,0 0-1,0 0 0,0 1 0,0 1 1,-1-1-1,1 1 0,-1 0 0,-1 1 1,-9-3-1,3 2-6702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0 24575,'-15'18'0,"-7"7"0,-3 4 0,0-5 0,3-3 0,2-5 0,1-6 0,5-4-8191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9 24575,'-2'-5'0,"-2"1"0,1 6 0,1 5 0,2 7 0,2 3 0,1 4 0,2 1 0,3 1 0,-1 0 0,5 16 0,-1 3 0,-1-2 0,-3-8-8191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 24575,'-10'20'0,"-6"6"0,-2 0 0,1-3 0,1-5 0,2-6 0,-1-2 0,-2-3 0,0-2 0,2-3-8191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24575,'10'-5'0,"6"-1"0,0-1-8191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24575,'10'0'0,"6"0"0,3-3 0,0 0 0,0 0 0,-1 0 0,-1 1 0,-1 1 0,-1 0 0,0 1 0,0 0 0,0 0 0,-1 0 0,-2 1-8191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0 24575,'-18'20'0,"-8"9"0,1 3 0,1-3 0,3-2 0,2-5 0,5-3 0,1-1 0,2-3 0,-1 0 0,-1-4 0,0 0 0,2-3-8191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105 124 24575,'-1'0'0,"0"1"0,0-1 0,0 0 0,0 1 0,0-1 0,0 1 0,0-1 0,1 1 0,-1 0 0,0-1 0,0 1 0,0 0 0,1 0 0,-1-1 0,0 1 0,1 0 0,-1 0 0,1 0 0,-1 0 0,1 0 0,-1 0 0,0 1 0,-7 24 0,6-16 0,1 0 0,0 0 0,1 0 0,0 0 0,0 0 0,4 19 0,19 59 0,-10-41 0,-11-35 0,-6-15 0,-8-18 0,-10-28 0,-30-99 0,46 125 0,1 8 0,1-1 0,0 0 0,1 0 0,1 0 0,0-32 0,2 47 0,0 0 0,0 0 0,0 0 0,0 1 0,0-1 0,0 0 0,0 0 0,1 0 0,-1 0 0,0 0 0,1 0 0,-1 0 0,0 0 0,1 1 0,0-1 0,-1 0 0,1 0 0,-1 1 0,1-1 0,0 0 0,-1 1 0,1-1 0,0 0 0,1 0 0,-1 1 0,0 0 0,1-1 0,-1 1 0,0 0 0,0 0 0,1 0 0,-1 1 0,0-1 0,0 0 0,1 0 0,-1 1 0,0-1 0,0 1 0,0-1 0,1 1 0,0 0 0,6 4 0,1 1 0,-1-1 0,12 13 0,-17-15 0,82 81 0,18 16 0,-66-69 0,1-2 0,1-2 0,48 25 0,-86-51 0,1-1 0,-1 1 0,1 0 0,-1-1 0,1 1 0,0-1 0,-1 1 0,1-1 0,0 0 0,-1 0 0,1 0 0,0 0 0,1 0 0,-2 0 0,0-1 0,-1 1 0,1 0 0,0-1 0,-1 1 0,1-1 0,0 1 0,-1 0 0,1-1 0,-1 1 0,1-1 0,-1 0 0,1 1 0,-1-1 0,1 1 0,-1-1 0,0 0 0,1 1 0,-1-1 0,0 0 0,1 0 0,-1 1 0,0-1 0,0 0 0,0 0 0,0 1 0,0-1 0,0 0 0,0-1 0,0-6 0,0 0 0,-1 1 0,0-1 0,-1 0 0,0 1 0,-4-13 0,-23-46 0,15 37 0,-2-8 0,-54-108 0,69 143-151,0 0-1,0 1 0,0-1 0,0 0 1,-1 0-1,1 1 0,-1-1 1,-2-1-1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63 24575,'-1'-3'0,"0"1"0,0-1 0,0 1 0,0 0 0,-1-1 0,1 1 0,-1 0 0,0 0 0,0 0 0,0 0 0,0 0 0,0 1 0,0-1 0,0 0 0,0 1 0,-1 0 0,1 0 0,0-1 0,-5 0 0,-3-1 0,0 1 0,-1-1 0,-17 0 0,7 1 0,-68-8 0,74 9 0,-1 1 0,1 1 0,-28 4 0,40-4-227,-1 0-1,0 0 1,1 0-1,-1 0 1,-4 3-1,-1 2-6598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8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24575,'2'-15'0,"1"13"0,2 8 0,6 20 0,13 41 0,0-2 0,58 144 0,-79-201 0,-1-1 0,1 1 0,-1 0 0,1 14 0,-4-20 0,-3-6 0,-3-6 0,-22-57 0,7 12 0,0 7 0,1-2 0,-17-66 0,37 111 0,0 0 0,0 1 0,0-1 0,0 0 0,0 0 0,1-10 0,0 15 0,0 0 0,0 0 0,0 0 0,0 0 0,0 0 0,0-1 0,0 1 0,0 0 0,0 0 0,0 0 0,0 0 0,0 0 0,0 0 0,0 0 0,0 0 0,0 0 0,0 0 0,0 0 0,0 0 0,0 0 0,0 0 0,0 0 0,0-1 0,0 1 0,0 0 0,0 0 0,0 0 0,0 0 0,0 0 0,0 0 0,0 0 0,1 0 0,-1 0 0,0 0 0,0 0 0,0 0 0,0 0 0,0 0 0,0 0 0,0 0 0,0 0 0,0 0 0,0 0 0,0 0 0,0 0 0,0 0 0,0 0 0,1 0 0,-1 0 0,0 0 0,0 0 0,0 0 0,0 0 0,0 0 0,0 0 0,0 0 0,0 0 0,0 0 0,5 5 0,3 8 0,17 44-328,29 92-1,-47-125-379,1-2-6118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10 24575,'-6'-9'0,"5"16"0,5 17 0,23 66 0,62 143 0,-88-231 0,14 38 0,-14-37 0,0 0 0,0 1 0,-1-1 0,1 1 0,-1-1 0,0 1 0,0-1 0,0 0 0,-1 7 0,1-10-2,0 1 0,0-1 0,0 0-1,0 0 1,0 1 0,-1-1 0,1 0-1,0 0 1,0 1 0,0-1 0,0 0 0,0 0-1,-1 0 1,1 1 0,0-1 0,0 0-1,0 0 1,-1 0 0,1 1 0,0-1 0,0 0-1,0 0 1,-1 0 0,1 0 0,0 0-1,-1 0 1,1 0 0,0 0 0,0 1 0,-1-1-1,1 0 1,0 0 0,0 0 0,-1 0-1,1-1 1,-12-4 201,-8-13-1683,11 9-5342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 24575,'18'-8'-42,"0"1"1,0 1-1,1 0 0,0 2 0,0 0 0,0 1 1,0 1-1,38 1 0,-34 2-59,-1 2 0,0 0-1,0 2 1,0 0 0,-1 2-1,0 0 1,30 15 0,-14-2 101,0 2 0,-1 2 0,-2 1 0,0 1 0,-2 2 0,-1 1 0,-1 2 0,44 60 0,-64-79 49,-1 2-1,-1-1 1,0 1 0,-1 0 0,0 1-1,-1 0 1,4 16 0,-9-25-17,1-1-1,-1 1 1,-1 0-1,1 0 1,-1 1 0,0-1-1,0 0 1,-1 0 0,0 0-1,0 0 1,0 0 0,-1-1-1,0 1 1,0 0-1,0-1 1,-1 1 0,1-1-1,-2 0 1,1 1 0,0-2-1,-7 8 1,3-5-24,-1-1-1,0 1 1,0-1 0,-1 0 0,0-1 0,0 0-1,0-1 1,0 1 0,-1-2 0,0 0 0,0 0-1,0 0 1,-19 1 0,-7-1-11,0-1 0,-57-5 0,61 0-452,1-1 0,-44-13 0,59 13-6371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24575,'12'40'0,"22"50"0,-29-76 0,21 40 0,2 0 0,46 66 0,-71-115 0,-1-2 0,-1 0 0,1-1 0,-1 1 0,1 0 0,0-1 0,0 0 0,0 1 0,1-1 0,-1 0 0,0 0 0,4 2 0,-6-6-87,0 1 0,0-1-1,0 1 1,-1-1 0,1 1-1,0-1 1,0 1 0,-1-1 0,1 1-1,-1-1 1,0-1 0,0 2-231,-3-10-6508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24575,'1'-7'0,"0"-5"0,1 0 0,0 0 0,1 0 0,8-19 0,-10 27 0,1 1 0,-1 0 0,1 0 0,0 0 0,0 1 0,1-1 0,-1 0 0,0 1 0,1-1 0,0 1 0,-1 0 0,1 0 0,0 0 0,0 0 0,0 1 0,0-1 0,1 1 0,-1 0 0,0 0 0,1 0 0,3-1 0,17 0 0,0 0 0,0 2 0,0 1 0,0 0 0,29 7 0,24 1 0,-68-8 0,18 0 0,-26-1 0,1 0 0,-1 0 0,1 0 0,-1 0 0,1 0 0,-1-1 0,0 1 0,1-1 0,-1 1 0,1-1 0,-1 1 0,0-1 0,2-1 0,-3 2 0,0 0 0,0-1 0,0 1 0,0 0 0,0-1 0,0 1 0,0 0 0,0 0 0,0 0 0,0-1 0,-1 1 0,1 0 0,0 0 0,0-1 0,0 1 0,0 0 0,-1 0 0,1 0 0,0 0 0,0-1 0,0 1 0,-1 0 0,1 0 0,0 0 0,0 0 0,-1 0 0,1 0 0,0 0 0,0-1 0,-1 1 0,1 0 0,0 0 0,-1 0 0,1 0 0,0 0 0,0 0 0,-1 0 0,1 0 0,-1 1 0,-12-4 0,-3 2-1365,0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24575,'18'0'0,"8"0"0,2 0 0,-1 0 0,-3 0 0,-2 0 0,-4 3 0,-1 0 0,-1 0 0,-2 0 0,1-2 0,-1 1 0,0-2 0,-2-2 0,-1-1 0,1-1 0,-3-1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24575,'1'-4'0,"0"-1"0,1 0 0,-1 0 0,4-6 0,-5 11 0,0-1 0,1 1 0,-1 0 0,0-1 0,0 1 0,0 0 0,0 0 0,0-1 0,1 1 0,-1 0 0,0 0 0,0 0 0,1-1 0,-1 1 0,0 0 0,0 0 0,1 0 0,-1 0 0,0-1 0,0 1 0,1 0 0,-1 0 0,0 0 0,0 0 0,1 0 0,-1 0 0,0 0 0,1 0 0,-1 0 0,0 0 0,1 0 0,0 1 0,0-1 0,-1 1 0,1 0 0,0 0 0,-1-1 0,1 1 0,-1 0 0,1 0 0,-1 0 0,1 0 0,-1 0 0,1 0 0,-1 0 0,0 0 0,1 1 0,17 69 0,5 14 0,-8-45 0,1-1 0,22 38 0,-35-70 0,3 3 0,-8-16 0,-7-12-1365,3 10-5461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76 24575,'2'-3'0,"0"-1"0,1 1 0,-1-1 0,0 1 0,-1-1 0,3-7 0,-3 10 0,-1 0 0,0 0 0,0 1 0,0-1 0,0 0 0,0 0 0,0 0 0,0 0 0,0 0 0,0 0 0,0 1 0,0-1 0,0 0 0,-1 0 0,1 0 0,0 0 0,-1 1 0,1-1 0,-1 0 0,1 0 0,-1 1 0,1-1 0,-1 0 0,1 1 0,-1-1 0,0 0 0,1 1 0,-1-1 0,0 1 0,0-1 0,1 1 0,-1 0 0,0-1 0,0 1 0,0 0 0,1-1 0,-3 1 0,-18-5 0,0 1 0,-42-2 0,42 4 0,-1 2 0,0 0 0,1 1 0,-1 1 0,1 1 0,-27 8 0,4 0 0,-54 7 0,24-6 0,59-8-1365,3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74 24575,'-5'-15'0,"3"7"0,-1 1 0,0 0 0,0-1 0,-1 1 0,1 0 0,-8-8 0,11 15 0,1 0 0,-1 0 0,0 1 0,0-1 0,0 0 0,0 0 0,0 0 0,0 0 0,0 0 0,0 0 0,0 0 0,0 0 0,-1 0 0,1 0 0,0 0 0,0 1 0,0-1 0,0 0 0,0 0 0,0 0 0,0 0 0,0 0 0,0 0 0,0 0 0,0 0 0,0 0 0,0 0 0,0 0 0,0 0 0,0 0 0,0 0 0,0 0 0,-1 0 0,1 1 0,0-1 0,0 0 0,0 0 0,0 0 0,0 0 0,0 0 0,0 0 0,0 0 0,0 0 0,0 0 0,-1 0 0,1 0 0,0 0 0,0 0 0,0 0 0,0 0 0,0 0 0,0-1 0,0 1 0,0 0 0,0 0 0,0 0 0,0 0 0,0 0 0,-1 0 0,1 0 0,0 0 0,0 0 0,0 0 0,0 0 0,0 0 0,0 0 0,0 8 0,14 89 0,7 74 0,-20-150 0,3 57 0,-5-66 0,1-1 0,-1 1 0,-1-1 0,-5 19 0,4-25 0,8-15 0,1 4 0,-1 0 0,1 1 0,1 0 0,-1 0 0,1 0 0,0 1 0,0 0 0,0 0 0,0 1 0,1 0 0,-1 0 0,1 1 0,0 0 0,0 0 0,0 1 0,0 0 0,0 0 0,0 1 0,0 0 0,0 0 0,0 1 0,0 0 0,0 0 0,0 1 0,-1 0 0,12 5 0,3 2 0,38 21 0,-54-27 0,0 1 0,0 0 0,-1 1 0,1-1 0,-1 1 0,0 0 0,0 0 0,0 1 0,-1 0 0,6 9 0,-9-13 0,0-1 0,0 1 0,-1 0 0,1 0 0,0 0 0,-1 0 0,1 0 0,-1 0 0,0 0 0,0 0 0,0 0 0,0 0 0,0-1 0,0 1 0,0 0 0,0 0 0,-1 0 0,0 3 0,-1-2 0,1-1 0,0 0 0,-1 0 0,1 0 0,-1 0 0,1 0 0,-1 0 0,0-1 0,0 1 0,0 0 0,0-1 0,-4 3 0,-3 0 0,0-1 0,0 1 0,0-1 0,0-1 0,0 0 0,-16 2 0,-24 0 0,1-2 0,-1-2 0,0-3 0,1-1 0,-55-13 0,96 16 0,4 1 0,1 0 0,-1-1 0,1 1 0,0-1 0,-1 0 0,1 0 0,-1 1 0,1-1 0,0-1 0,0 1 0,0 0 0,-1-1 0,-1-1 0,4 3 3,0 0-1,0-1 0,0 1 0,0 0 1,0-1-1,-1 1 0,1 0 0,0-1 1,0 1-1,0 0 0,0 0 0,0-1 1,0 1-1,0 0 0,1-1 0,-1 1 1,0 0-1,0 0 0,0-1 0,0 1 1,0 0-1,0-1 0,0 1 0,1 0 1,-1 0-1,0-1 0,0 1 1,0 0-1,1 0 0,-1 0 0,0-1 1,1 1-1,7-6-1337,-8 6 1230,8-4-6721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24575,'5'30'0,"4"15"0,3 5 0,3 1 0,0-2 0,1-5 0,-1-5 0,-2-7 0,0-3 0,-1-2 0,0-3 0,1-3 0,-2-3 0,0-4 0,0-2 0,1-3 0,-1-3-8191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60 24575,'-6'-2'0,"-1"-1"0,-1 1 0,0-1 0,1 1 0,-1 0 0,0 1 0,0 0 0,0 0 0,0 1 0,0 0 0,-9 1 0,16-1 0,1 0 0,-1 0 0,0 0 0,1 0 0,-1 0 0,0 0 0,1 1 0,-1-1 0,0 0 0,1 0 0,-1 1 0,0-1 0,1 0 0,-1 1 0,0-1 0,1 1 0,-1-1 0,1 1 0,-1-1 0,1 1 0,-1-1 0,1 1 0,0-1 0,-1 1 0,1 0 0,0-1 0,-1 1 0,1-1 0,0 1 0,0 0 0,-1 0 0,1-1 0,0 1 0,0 0 0,0-1 0,0 1 0,0 0 0,0-1 0,0 1 0,0 0 0,0 0 0,1-1 0,-1 1 0,0 0 0,0-1 0,1 1 0,-1 0 0,0-1 0,1 1 0,-1-1 0,0 1 0,2 0 0,1 4 0,1 0 0,0 0 0,0 0 0,8 6 0,-2-3 0,0 1 0,0-2 0,1 0 0,0 0 0,0 0 0,1-2 0,-1 1 0,1-2 0,1 1 0,-1-2 0,0 1 0,1-2 0,0 0 0,19 1 0,-24-3 0,0 0 0,0 0 0,0-1 0,0 0 0,12-3 0,-17 3 0,-1 0 0,0 0 0,0 0 0,0 0 0,0 0 0,0 0 0,0-1 0,0 1 0,0-1 0,0 1 0,-1-1 0,1 0 0,0 0 0,-1 1 0,0-1 0,1 0 0,-1-1 0,0 1 0,0 0 0,0 0 0,0 0 0,0-5 0,0 3 5,0-1-1,-1 1 1,0-1-1,0 0 0,0 1 1,0-1-1,-1 1 1,0-1-1,0 1 1,0-1-1,0 1 0,-1-1 1,0 1-1,0 0 1,0 0-1,0 0 1,0 0-1,-1 0 1,0 1-1,0-1 0,0 1 1,0 0-1,-1-1 1,1 1-1,-1 1 1,-7-5-1,7 4-61,0 0 0,0 1 0,-1 0 0,1 0-1,-1 0 1,1 1 0,-1-1 0,0 1 0,1 0 0,-1 0 0,0 1 0,0-1-1,0 1 1,0 0 0,1 0 0,-1 1 0,0 0 0,0 0 0,0 0 0,1 0 0,-1 1-1,0-1 1,1 1 0,0 0 0,-5 3 0,-4 5-6769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24575,'-13'1'0,"0"2"0,-17 4 0,27-6 0,0 0 0,0 0 0,0 0 0,0 0 0,1 1 0,-1-1 0,0 1 0,1 0 0,-1 0 0,1 0 0,-1 0 0,1 0 0,0 0 0,0 1 0,-3 3 0,5-4 0,-1-1 0,1 1 0,-1-1 0,1 1 0,0-1 0,0 1 0,0-1 0,0 1 0,0-1 0,0 1 0,0-1 0,0 1 0,0-1 0,1 1 0,-1-1 0,1 1 0,-1-1 0,1 1 0,0-1 0,-1 0 0,1 1 0,0-1 0,0 0 0,0 0 0,0 0 0,0 1 0,0-1 0,0 0 0,2 1 0,6 5 0,-1-1 0,0 0 0,13 5 0,-14-6 0,12 5 0,0 0 0,1-1 0,24 8 0,-36-15 0,0 1 0,1-1 0,-1-1 0,1 1 0,0-1 0,0-1 0,-1 0 0,1 0 0,0-1 0,14-2 0,-19 1-114,0 1 1,0-1-1,0 0 0,0 0 0,0 0 1,0 0-1,0-1 0,-1 0 0,1 0 1,-1 0-1,5-5 0,-2-1-6712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24575,'5'20'0,"4"14"0,1 7 0,0 1 0,3-2 0,-3-2 0,1-3 0,-2-2 0,-1-5 0,2-1 0,-1-3 0,0-4 0,-1-2 0,1-4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24575,'-6'6'0,"0"0"0,1 1 0,-1 0 0,1 0 0,1 0 0,-1 1 0,1-1 0,0 1 0,1 0 0,-4 16 0,6-21 0,0 1 0,1 0 0,-1-1 0,1 1 0,0-1 0,0 1 0,1 0 0,-1-1 0,1 1 0,0-1 0,0 1 0,0-1 0,0 1 0,0-1 0,1 0 0,0 0 0,-1 1 0,1-1 0,0 0 0,1-1 0,-1 1 0,0 0 0,1-1 0,0 1 0,-1-1 0,1 0 0,0 0 0,5 3 0,0 0 15,1-1 0,1 0 0,-1 0 0,0 0 0,1-2 0,-1 1 0,12 1 0,1-2-510,0 0 0,24-2 0,-32 0-6331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0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56 581 24575,'18'-13'0,"-1"-2"0,-1 0 0,0-1 0,16-23 0,-27 33 0,-1 0 0,0 0 0,-1 0 0,1-1 0,-1 0 0,-1 0 0,1 1 0,-1-2 0,0 1 0,-1 0 0,1 0 0,-2 0 0,1-1 0,-1 1 0,0 0 0,-2-13 0,-1 3 0,-2 0 0,0 1 0,0 0 0,-11-20 0,-37-59 0,26 48 0,12 19 0,4 7 0,-22-31 0,33 51 0,-1 1 0,1-1 0,0 0 0,-1 1 0,1-1 0,-1 1 0,0-1 0,1 1 0,-1-1 0,1 1 0,-1-1 0,0 1 0,1 0 0,-1-1 0,-1 0 0,2 2 0,0-1 0,-1 0 0,1 0 0,0 0 0,0 0 0,-1 0 0,1 0 0,0 0 0,0 0 0,0 1 0,-1-1 0,1 0 0,0 0 0,0 0 0,0 0 0,-1 1 0,1-1 0,0 0 0,0 0 0,0 0 0,0 1 0,0-1 0,0 0 0,0 0 0,-1 1 0,1-1 0,0 0 0,0 0 0,0 1 0,0-1 0,0 4 0,0-1 0,-1 1 0,1 0 0,1-1 0,0 5 0,8 36 0,2-1 0,32 81 0,-24-73 0,-4-12 0,1-1 0,30 50 0,-37-73 0,1 0 0,1 0 0,0-1 0,1 0 0,1-1 0,0 0 0,29 21 0,-34-29 0,0 0 0,0-1 0,1 0 0,0 0 0,-1-1 0,1-1 0,0 1 0,1-1 0,-1-1 0,0 0 0,0 0 0,1 0 0,11-2 0,-14 0 0,0 0 0,0 0 0,0 0 0,0-1 0,0 0 0,-1 0 0,1-1 0,-1 0 0,1 0 0,-1-1 0,0 0 0,0 0 0,0 0 0,-1-1 0,0 1 0,0-1 0,9-11 0,-9 9 0,-1-1 0,0 0 0,0 0 0,0 0 0,-1 0 0,0 0 0,-1-1 0,0 1 0,0-1 0,-1 0 0,0 0 0,-1 0 0,0 1 0,-1-13 0,1 15 0,-1 0 0,0 0 0,0 0 0,-1 0 0,0 0 0,0 0 0,0 1 0,-1-1 0,0 1 0,0 0 0,0 0 0,0 0 0,-1 0 0,0 0 0,0 1 0,0-1 0,-1 1 0,1 0 0,-1 1 0,0-1 0,-10-5 0,13 8 0,0 0 0,0 0 0,-1 0 0,1 1 0,0-1 0,0 0 0,-1 1 0,1 0 0,0-1 0,-1 1 0,1 0 0,0 0 0,-1 0 0,1 1 0,0-1 0,0 0 0,-1 1 0,1 0 0,-3 1 0,3-1 0,0 0 0,0 1 0,0-1 0,1 1 0,-1-1 0,1 1 0,-1 0 0,1 0 0,0-1 0,0 1 0,-1 0 0,1 0 0,0 0 0,1 1 0,-1-1 0,0 0 0,1 0 0,-1 0 0,1 0 0,0 3 0,-1 3 0,0 0 0,1 0 0,0-1 0,0 1 0,1 0 0,0 0 0,1-1 0,0 1 0,0-1 0,0 0 0,7 14 0,-2-8 0,1 0 0,1 0 0,0-1 0,1-1 0,12 13 0,-7-9 0,1-1 0,0 0 0,21 13 0,-31-22 0,0-1 0,1 0 0,0-1 0,0 0 0,0 0 0,0 0 0,1-1 0,-1 0 0,1-1 0,-1 1 0,1-2 0,9 1 0,-15-1 0,0 0 0,0 0 0,0-1 0,1 1 0,-1-1 0,0 1 0,0-1 0,0 0 0,0 0 0,0 0 0,0 0 0,0 0 0,-1-1 0,1 1 0,0 0 0,1-3 0,0 1 0,-1 0 0,0 0 0,0 0 0,0 0 0,-1 0 0,1-1 0,-1 1 0,0-1 0,1-3 0,1-6 0,-1 0 0,-1-1 0,0 1 0,-2-15 0,1 18 0,-2 1 0,1 0 0,-1 0 0,-3-10 0,31 54 0,-19-26 0,0 0 0,1-1 0,0 0 0,0 0 0,1 0 0,-1-1 0,20 11 0,-24-15 0,1-1 0,0 0 0,0 0 0,0 0 0,0 0 0,0-1 0,0 0 0,0 0 0,0 0 0,1-1 0,-1 0 0,0 0 0,0 0 0,1-1 0,-1 1 0,0-1 0,0-1 0,0 1 0,6-3 0,10-5 0,-12 4 0,1 1 0,-1 1 0,15-4 0,-20 6 0,0 1 0,0-1 0,0 1 0,0 0 0,0 0 0,0 1 0,0-1 0,0 1 0,0 0 0,0 0 0,0 0 0,5 3 0,2 1-1365,-1 0-5461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8 24575,'-3'-1'0,"-1"0"0,0-1 0,0 1 0,0 0 0,0 1 0,0-1 0,0 1 0,0 0 0,0 0 0,-8 0 0,10 1 0,0-1 0,0 1 0,0 0 0,1-1 0,-1 1 0,0 0 0,0 0 0,1 0 0,-1 0 0,0 0 0,1 1 0,-1-1 0,1 0 0,0 1 0,-1-1 0,1 1 0,0-1 0,0 1 0,0 0 0,0 0 0,0-1 0,0 1 0,1 0 0,-2 2 0,1 2 0,0-1 0,0 1 0,0-1 0,1 1 0,-1-1 0,2 1 0,-1 0 0,2 8 0,-2-10 0,1-1 0,0 1 0,0 0 0,0 0 0,1-1 0,-1 1 0,1-1 0,0 1 0,0-1 0,0 0 0,1 0 0,-1 0 0,4 3 0,-5-5 0,1 0 0,-1 0 0,1 0 0,-1 0 0,1 0 0,-1-1 0,1 1 0,0-1 0,-1 1 0,1-1 0,0 1 0,0-1 0,-1 0 0,1 0 0,0 0 0,0 0 0,0 0 0,2-1 0,5-1 0,-1 0 0,15-6 0,11-2 0,-30 10 0,0 0 0,0 0 0,0 1 0,0-1 0,0 1 0,0 0 0,0 0 0,-1 1 0,1-1 0,0 1 0,-1 0 0,1 0 0,-1 0 0,1 0 0,-1 1 0,4 3 0,2 2 0,0 1 0,-1-1 0,0 2 0,8 11 0,-8-9 0,0 0 0,-1 1 0,-1-1 0,0 2 0,0-1 0,-2 1 0,1-1 0,-2 1 0,0 0 0,-1 1 0,0-1 0,0 28 0,-2-40 0,0 0 0,-1 1 0,1-1 0,0 0 0,-1 0 0,1 0 0,-1 0 0,0 0 0,0 0 0,0 0 0,0 0 0,0 0 0,0 0 0,0 0 0,-1 0 0,1-1 0,-1 1 0,1 0 0,-1-1 0,1 1 0,-1-1 0,0 0 0,0 0 0,0 0 0,0 0 0,0 0 0,0 0 0,0 0 0,0 0 0,0-1 0,0 1 0,-1-1 0,-3 1 0,-1-1 0,0 0 0,-1-1 0,1 0 0,0 0 0,0 0 0,-1-1 0,1 0 0,0 0 0,-7-4 0,-4-3-151,1 0-1,0-1 0,0-1 0,1-1 1,0 0-1,1-1 0,0 0 1,-19-24-1,22 20-6674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31 24575,'-4'-5'0,"0"1"0,0 0 0,0 0 0,-6-4 0,9 7 0,0 1 0,0-1 0,0 1 0,0-1 0,1 1 0,-1-1 0,0 1 0,0 0 0,0 0 0,0-1 0,0 1 0,0 0 0,0 0 0,-1 0 0,1 0 0,0 0 0,1 1 0,-1-1 0,1 0 0,-1 1 0,1-1 0,-1 0 0,1 1 0,-1-1 0,1 0 0,0 1 0,-1-1 0,1 1 0,0-1 0,-1 1 0,1-1 0,0 1 0,-1-1 0,1 1 0,0 0 0,0-1 0,0 1 0,-1-1 0,1 1 0,0 0 0,0 0 0,-1 5 0,1 0 0,-1 0 0,1 1 0,1-1 0,-1 0 0,2 8 0,11 41 0,-5-28 0,36 124 0,-9-37 0,-35-113-47,5 25 220,-5-25-216,0-1 1,0 1-1,0 0 1,0-1-1,0 1 0,0-1 1,0 1-1,0 0 1,0-1-1,0 1 0,-1 0 1,1-1-1,0 1 1,0-1-1,-1 1 0,1 0 1,0-1-1,-1 1 1,1-1-1,-1 1 0,1-1 1,-1 1-1,1-1 1,-1 1-1,1-1 0,-1 0 1,1 1-1,-1-1 1,1 0-1,-1 1 0,0-1 1,1 0-1,-1 0 1,0 1-1,-8-2-6783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2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24575,'114'61'0,"24"11"0,-133-70 0,-1 0 0,1 0 0,0 0 0,-1 0 0,1-1 0,0 0 0,0 0 0,8 0 0,-11-1 0,0 0 0,0 0 0,1-1 0,-1 1 0,0-1 0,0 0 0,0 0 0,0 1 0,0-1 0,-1 0 0,1-1 0,0 1 0,0 0 0,-1 0 0,1-1 0,-1 1 0,1-1 0,-1 0 0,1 1 0,-1-1 0,0 0 0,1-2 0,2-3 0,0 0 0,-1 0 0,0-1 0,0 1 0,-1-1 0,0 0 0,1-11 0,2-60 0,-2 21 0,5-161 0,1 249 0,74 367 0,-78-376 0,-4-12 0,1 0 0,1 0 0,-1 0 0,2 0 0,-1 0 0,1 0 0,6 10 0,-10-19 0,1 1 0,-1-1 0,1 1 0,-1-1 0,0 1 0,1-1 0,-1 0 0,1 1 0,-1-1 0,1 0 0,-1 1 0,1-1 0,0 0 0,-1 0 0,1 1 0,-1-1 0,1 0 0,-1 0 0,1 0 0,0 0 0,-1 0 0,1 0 0,0 0 0,-1 0 0,1 0 0,-1 0 0,2 0 0,-1-1 0,1 0 0,-1 1 0,1-1 0,-1 0 0,0 0 0,1 0 0,-1 0 0,0 0 0,0 0 0,2-2 0,1-3 0,0 1 0,0-1 0,5-12 0,0-6 0,6-14 0,-14 36 0,0-1 0,1 1 0,-1 0 0,0 0 0,1 1 0,-1-1 0,1 0 0,-1 0 0,1 1 0,0-1 0,0 1 0,0-1 0,2 0 0,-2 1 0,-1 1 0,1 0 0,0-1 0,-1 1 0,1 0 0,-1 0 0,1 0 0,0 0 0,-1 0 0,1 0 0,0 1 0,-1-1 0,1 0 0,-1 1 0,1-1 0,-1 1 0,4 1 0,23 17 0,-25-17 0,30 25 0,-2 2 0,52 61 0,-67-67-1365,-12-13-5461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116 235 24575,'-3'-1'0,"1"0"0,0 1 0,-1-1 0,1 1 0,0-1 0,-1 1 0,1 0 0,-1 0 0,1 1 0,0-1 0,-1 0 0,1 1 0,-1-1 0,1 1 0,0 0 0,0 0 0,-1 0 0,1 0 0,0 0 0,0 0 0,0 0 0,0 1 0,0-1 0,1 1 0,-1 0 0,0-1 0,1 1 0,-1 0 0,1 0 0,-1 0 0,1 0 0,0 0 0,0 0 0,0 1 0,0-1 0,0 0 0,1 0 0,-1 1 0,1-1 0,-1 4 0,0 5 0,0 1 0,1 0 0,0-1 0,1 1 0,0-1 0,1 1 0,0-1 0,6 17 0,4 5 0,23 47 0,-35-79 0,1 0 0,-1-1 0,0 1 0,0 0 0,1-1 0,-1 1 0,1 0 0,-1-1 0,0 1 0,1-1 0,-1 1 0,1-1 0,-1 1 0,1-1 0,0 1 0,-1-1 0,2 1 0,-2-1 0,0 0 0,0 0 0,1-1 0,-1 1 0,0 0 0,0 0 0,1 0 0,-1 0 0,0-1 0,0 1 0,0 0 0,1 0 0,-1 0 0,0-1 0,0 1 0,0 0 0,0 0 0,1-1 0,-1 1 0,0 0 0,0 0 0,0-1 0,0 1 0,0 0 0,0-1 0,0 1 0,0-1 0,2-26 0,-5 2 0,-1 0 0,-1 0 0,-1 0 0,-14-35 0,1 3 0,1-4 0,-20-73 0,37 129 0,0 1 0,1-1 0,-1 0 0,1 0 0,1 0 0,-1 0 0,2-9 0,-2 13 0,0 0 0,1 0 0,-1 0 0,0 1 0,1-1 0,-1 0 0,0 0 0,1 0 0,-1 0 0,1 0 0,-1 1 0,1-1 0,0 0 0,-1 1 0,1-1 0,0 0 0,-1 1 0,1-1 0,0 1 0,0-1 0,0 1 0,-1-1 0,1 1 0,0-1 0,0 1 0,0 0 0,0 0 0,0-1 0,0 1 0,0 0 0,0 0 0,0 0 0,0 0 0,0 0 0,0 0 0,0 0 0,0 1 0,-1-1 0,1 0 0,0 0 0,0 1 0,0-1 0,0 0 0,0 1 0,0-1 0,1 2 0,8 5 0,1 0 0,-2 1 0,1 1 0,-1-1 0,0 1 0,15 21 0,-9-12 0,42 47 0,2-3 0,3-3 0,95 71 0,-146-122 0,35 23 0,-42-29 0,-1 0 0,0 0 0,1-1 0,-1 1 0,1-1 0,0 0 0,-1 0 0,1 0 0,0-1 0,0 1 0,5-1 0,-7 0 0,-1-1 0,1 1 0,0-1 0,-1 0 0,1 1 0,0-1 0,-1 0 0,1 0 0,-1 0 0,0 0 0,1 0 0,-1 0 0,0-1 0,1 1 0,-1 0 0,0-1 0,0 1 0,0-1 0,0 1 0,0-1 0,-1 1 0,1-1 0,0 0 0,-1 1 0,1-4 0,1-3 0,0 1 0,-1 0 0,0-1 0,-1-12 0,-2-15 0,-2 0 0,-1 0 0,-2 0 0,-1 1 0,-2 0 0,-1 1 0,-28-57 0,10 39-1365,16 32-5461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24575,'3'25'0,"0"1"0,1-2 0,1 1 0,2-1 0,9 26 0,-3-10 0,-10-31 0,114 326 0,-115-329-107,-3-8 240,-6-10-247,4 5-1163,-3-3-5549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24575,'4'-11'0,"0"0"0,0 0 0,1 0 0,1 1 0,7-12 0,-10 19 0,0-1 0,0 1 0,0 0 0,0-1 0,0 2 0,0-1 0,1 0 0,0 1 0,-1-1 0,1 1 0,0 0 0,0 0 0,0 1 0,0-1 0,0 1 0,1 0 0,4-1 0,18 0 0,-1 0 0,1 2 0,-1 1 0,1 1 0,-1 1 0,1 1 0,26 9 0,-29-5 0,0 1 0,-1 1 0,0 1 0,34 23 0,-43-25 0,-1 0 0,-1 1 0,0 1 0,0 0 0,-1 1 0,-1 0 0,0 0 0,12 20 0,-18-24 0,0 0 0,0 0 0,-1 1 0,0-1 0,0 1 0,-1-1 0,-1 1 0,1 0 0,-1 0 0,-1 0 0,1 0 0,-2 0 0,1 0 0,-1 0 0,0 0 0,-1-1 0,0 1 0,-1 0 0,0-1 0,0 1 0,-7 12 0,3-10 0,0 0 0,0 0 0,-1-1 0,0 0 0,-1 0 0,0-1 0,-1-1 0,1 1 0,-2-1 0,1-1 0,-1 0 0,0 0 0,-1-1 0,-17 6 0,7-4 0,-1-2 0,0 0 0,-1-2 0,-36 3 0,9-5 0,-54-6 0,16-8-1365,74 10-5461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24575,'9'27'0,"1"0"0,2-1 0,21 39 0,-6-21 0,40 61 0,-57-88 120,-10-11-321,-9-9-1083,1-2-5542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0 24575,'-23'0'0,"0"1"0,0 1 0,0 1 0,0 1 0,-27 9 0,28-7 0,-1-1 0,0-1 0,-35 2 0,-71-4 0,84-3 0,-174-15 125,76 3-1615,120 11-5336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24575,'8'27'0,"2"13"0,2 0 0,1 0 0,2-5 0,-3-6 0,0-5 0,0-7 0,-2-3 0,0-3 0,-1 1 0,-1-3 0,-1 0 0,1-1 0,-2-5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24575,'17'-13'0,"12"-3"0,2 0 0,2 3 0,0 4 0,-1 3 0,-3 3 0,-1 2 0,-4 1 0,-2 0 0,-4 1 0,-3 0-8191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24575,'23'0'0,"9"0"0,3-3 0,-3 0 0,-4 0 0,-5 0 0,-3-1 0,-2-1 0,-3 2 0,0 0 0,-4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24575,'10'28'0,"6"11"0,2 2 0,-1-4 0,-1-5 0,-1-6 0,-1-5 0,-2-3 0,-1-5 0,-3-3 0,1 1 0,-2 0 0,1-2 0,-4-4 0,-5-6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31 24575,'-19'-7'0,"-1"1"0,0 1 0,0 1 0,-1 0 0,-22 0 0,-106 3 0,74 3 0,66-2 0,-22-1 0,0 1 0,0 2 0,1 2 0,-47 10 0,62-10-1365,1-1-5461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24 161 24575,'-20'4'0,"17"-5"0,12-3 0,3 0 0,0 1 0,1 0 0,-1 1 0,19-1 0,54 3 0,-42 1 0,796 0 0,-839-1 0,-1 0 0,1 0 0,0 0 0,0 0 0,0 0 0,0 0 0,0 0 0,0 0 0,0-1 0,0 1 0,0 0 0,0 0 0,0 0 0,0 0 0,0 0 0,0 0 0,0 0 0,0 0 0,0 0 0,0 0 0,0 0 0,0 0 0,0 0 0,0 0 0,0 0 0,0 0 0,0 0 0,0 0 0,0 0 0,0 0 0,0 0 0,0 0 0,0 0 0,0 0 0,0 0 0,0-1 0,0 1 0,0 0 0,0 0 0,0 0 0,0 0 0,0 0 0,0 0 0,0 0 0,0 0 0,0 0 0,0 0 0,0 0 0,0 0 0,0 0 0,0 0 0,0 0 0,0 0 0,0 0 0,-8-5 0,-10-2 0,-24-8 0,2-1 0,-1-2 0,-58-36 0,81 39 0,18 15 0,-1-1 0,1 1 0,0 0 0,0 0 0,-1 0 0,1-1 0,0 1 0,0 0 0,0 0 0,-1-1 0,1 1 0,0 0 0,0-1 0,0 1 0,0 0 0,0 0 0,-1-1 0,1 1 0,0 0 0,0-1 0,0 1 0,0 0 0,0-1 0,0 1 0,0 0 0,0-1 0,0 1 0,0 0 0,0-1 0,1 1 0,-1 0 0,0-1 0,0 1 0,0 0 0,0 0 0,0-1 0,1 1 0,-1 0 0,0-1 0,0 1 0,0 0 0,1 0 0,-1 0 0,0-1 0,0 1 0,1 0 0,-1 0 0,0 0 0,1-1 0,-1 1 0,0 0 0,0 0 0,1 0 0,-1 0 0,0 0 0,1 0 0,-1 0 0,0 0 0,1 0 0,-1 0 0,0 0 0,1 0 0,3 0 0,-1-1 0,1 1 0,0 1 0,-1-1 0,1 0 0,-1 1 0,1 0 0,4 1 0,30 14 0,-24-11 0,56 28 0,91 55 0,-158-87 0,35 25 0,-34-24 0,-1 1 0,0 0 0,1 0 0,-1 0 0,-1 1 0,1-1 0,0 1 0,1 4 0,-3-7 0,-1 0 0,1 0 0,-1-1 0,1 1 0,-1 0 0,0 0 0,1 0 0,-1 0 0,0 0 0,0 0 0,0 0 0,0 0 0,0 0 0,0 0 0,0 0 0,0 0 0,0 0 0,-1 0 0,1 0 0,0 0 0,-1 0 0,1 0 0,-1 2 0,0-2 0,-1 0 0,1 1 0,0-1 0,-1 0 0,1 0 0,0 0 0,-1 0 0,1 0 0,-1-1 0,0 1 0,1 0 0,-4 0 0,-3 1 0,-1 0 0,1-1 0,-1 0 0,-11 0 0,-17 0 0,-94 5 0,110-4-1365,3 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137 146 24575,'0'-1'0,"0"1"0,0 0 0,0 0 0,0 0 0,1 0 0,-1-1 0,0 1 0,0 0 0,0 0 0,1 0 0,-1 0 0,0 0 0,0 0 0,0-1 0,1 1 0,-1 0 0,0 0 0,0 0 0,1 0 0,-1 0 0,0 0 0,0 0 0,1 0 0,-1 0 0,0 0 0,0 0 0,1 0 0,-1 0 0,0 0 0,0 0 0,0 1 0,1-1 0,-1 0 0,0 0 0,0 0 0,0 0 0,1 0 0,-1 0 0,0 1 0,0-1 0,0 0 0,1 0 0,-1 0 0,0 1 0,0-1 0,0 0 0,0 0 0,0 0 0,0 1 0,0-1 0,1 0 0,-1 0 0,0 0 0,0 1 0,0-1 0,0 0 0,0 0 0,0 1 0,3 17 0,-3-17 0,3 38 0,-2-21 0,0 0 0,2 1 0,0-1 0,6 18 0,1-11 0,1 0 0,1-1 0,16 23 0,-14-24 0,-1 0 0,20 49 0,-33-72 0,0 0 0,0 1 0,0-1 0,1 0 0,-1 0 0,0 1 0,0-1 0,0 0 0,0 1 0,0-1 0,1 0 0,-1 0 0,0 1 0,0-1 0,0 0 0,0 1 0,0-1 0,0 0 0,0 1 0,0-1 0,0 0 0,0 1 0,0-1 0,0 0 0,-1 1 0,1-1 0,0 0 0,0 0 0,0 1 0,0-1 0,0 0 0,-1 1 0,1-1 0,0 0 0,0 0 0,0 0 0,-1 1 0,-11-7 0,-12-16 0,-9-13 0,3-2 0,1-2 0,2 0 0,1-2 0,-22-49 0,37 67 0,-25-64 0,33 77 0,0 0 0,1 0 0,0 0 0,0 0 0,1 0 0,1-1 0,0-11 0,0 20 0,1-1 0,-1 1 0,0 0 0,1 0 0,-1-1 0,1 1 0,0 0 0,-1 0 0,1-1 0,0 1 0,1 0 0,-1 0 0,0 0 0,0 0 0,1 1 0,-1-1 0,1 0 0,0 1 0,0-1 0,-1 1 0,1-1 0,0 1 0,0 0 0,0 0 0,0-1 0,1 2 0,-1-1 0,0 0 0,0 0 0,0 1 0,1-1 0,-1 1 0,4-1 0,4 1 0,-1 1 0,1-1 0,-1 1 0,1 1 0,-1 0 0,19 6 0,19 8 0,0 3 0,72 39 0,-91-41 0,0 1 0,0 1 0,-2 2 0,47 46 0,-65-58 0,0 0 0,-1 0 0,0 1 0,-1 0 0,0 0 0,9 22 0,-13-29 0,-1 0 0,0 0 0,0 1 0,0-1 0,-1 1 0,1-1 0,-1 1 0,0-1 0,0 1 0,0-1 0,0 1 0,0-1 0,-1 1 0,0-1 0,0 1 0,0-1 0,0 0 0,0 1 0,-1-1 0,1 0 0,-1 0 0,0 0 0,0 0 0,0 0 0,0-1 0,0 1 0,-4 3 0,-5 2 0,1-1 0,-1 1 0,-1-2 0,1 1 0,-1-2 0,0 0 0,-15 5 0,-11 1 0,-42 6 0,-124 9 0,167-23-1365,22-3-5461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24575,'27'72'0,"4"-2"0,71 122 0,-102-192-8,8 14 137,-5-8-334,-3-6 186,0 0 0,0 1 0,0-1-1,0 0 1,0 0 0,0 0 0,0 0 0,1 0 0,-1 0 0,0 0 0,0 0 0,0 0-1,0 0 1,0 0 0,0 0 0,0 0 0,0 0 0,0 0 0,-1 0 0,1 1-1,0-1 1,0 0 0,0 0 0,0 0 0,0 0 0,0 0 0,0 0 0,0 0 0,0 0-1,0 0 1,0 0 0,0 0 0,0 0 0,0 0 0,0 0 0,0 0 0,0 0-1,0 0 1,0 0 0,0 0 0,0 0 0,0 0 0,0 0 0,0 0 0,-1 0 0,1 0-1,0 0 1,0 0 0,0 0 0,0 0 0,0 0 0,0 0 0,0 0 0,0 0-1,0 0 1,0 0 0,0 0 0,0 0 0,0 0 0,0 0 0,0 0 0,0 0-1,0 0 1,-1 0 0,1 0 0,0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24575,'25'-17'0,"13"-9"0,3 0 0,0 5 0,-3 6 0,-3 5 0,-1 5 0,-5 2 0,-5 3 0,-3 1 0,-4 0 0,-1 0 0,-4 0-8191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24575,'0'0'0,"0"0"0,1 1 0,-1-1 0,0 0 0,1 1 0,-1-1 0,1 0 0,-1 0 0,1 1 0,-1-1 0,0 0 0,1 0 0,-1 0 0,1 0 0,-1 0 0,1 0 0,-1 0 0,1 0 0,-1 0 0,1 0 0,-1 0 0,1 0 0,-1 0 0,0 0 0,1 0 0,-1 0 0,1 0 0,-1 0 0,1-1 0,-1 1 0,1-1 0,20-5 0,-19 6 0,12-4 0,1 1 0,0 1 0,0 0 0,0 1 0,0 0 0,19 3 0,-1-1 0,-7 2-1365,-16 0-5461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24575,'13'32'0,"30"56"0,-12-27 0,52 99 0,-79-151 120,-4-9-149,0 0 1,0 0-1,0 0 1,0 0-1,0 1 1,0-1-1,0 0 1,0 0-1,1 0 0,-1 0 1,0 0-1,0 0 1,0 0-1,0 0 1,0 1-1,0-1 1,0 0-1,0 0 0,0 0 1,0 0-1,0 0 1,0 0-1,0 1 1,0-1-1,0 0 0,0 0 1,0 0-1,0 0 1,0 0-1,0 0 1,0 1-1,0-1 1,0 0-1,0 0 0,0 0 1,0 0-1,0 0 1,0 0-1,0 0 1,-1 1-1,1-1 1,0 0-1,0 0 0,0 0 1,0 0-1,0 0 1,0 0-1,0 0 1,0 0-1,-1 0 1,1 1-1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26 24575,'3'-2'0,"0"-1"0,-1 1 0,1 0 0,0-1 0,1 2 0,-1-1 0,0 0 0,1 0 0,-1 1 0,1 0 0,-1 0 0,1 0 0,0 0 0,-1 0 0,1 1 0,0-1 0,0 1 0,3 1 0,-7-1 0,1-1 0,-1 1 0,0 0 0,1 0 0,-1 0 0,0 0 0,0 1 0,1-1 0,-1 0 0,0 0 0,1 0 0,-1 0 0,0 0 0,0 0 0,1 0 0,-1 0 0,0 1 0,0-1 0,1 0 0,-1 0 0,0 0 0,0 1 0,1-1 0,-1 0 0,0 0 0,0 0 0,0 1 0,0-1 0,1 0 0,-1 1 0,0-1 0,0 0 0,0 0 0,0 1 0,0-1 0,0 0 0,0 1 0,0-1 0,0 0 0,0 0 0,0 1 0,0-1 0,0 0 0,0 1 0,0-1 0,0 0 0,0 0 0,0 1 0,0-1 0,-1 0 0,1 1 0,-1 0 0,1 0 0,-1 0 0,0-1 0,0 1 0,0 0 0,0 0 0,0-1 0,0 1 0,0 0 0,0-1 0,0 1 0,-2 0 0,-12 2 0,0-1 0,0 0 0,0-1 0,0 0 0,-21-3 0,4 1 0,-259 0-1365,265 1-5461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46 24575,'-2'-5'0,"1"0"0,0 0 0,1 0 0,-1-8 0,1 12 0,0 1 0,0-1 0,0 0 0,0 1 0,0-1 0,0 0 0,0 1 0,0-1 0,0 1 0,0-1 0,1 1 0,-1-1 0,0 0 0,1 1 0,-1-1 0,0 1 0,1-1 0,-1 1 0,1-1 0,-1 1 0,1 0 0,0 0 0,-1 0 0,1 0 0,0 0 0,-1 0 0,1 0 0,-1 0 0,1 0 0,-1 0 0,1 0 0,0 0 0,-1 1 0,1-1 0,-1 0 0,1 0 0,-1 1 0,1-1 0,-1 0 0,1 1 0,-1-1 0,1 1 0,-1-1 0,0 1 0,1 0 0,11 11 0,-1 0 0,17 23 0,-9-9 0,93 113 0,72 94 0,-15-26 0,-155-191 0,-11-11 0,1-1 0,-1 0 0,1 0 0,0 0 0,5 4 0,-21-32 0,-14-14-1365,13 19-5461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8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60 24575,'1'-7'0,"1"1"0,1-1 0,-1 1 0,1 0 0,0 0 0,0 0 0,8-10 0,-9 16 0,-3 6 0,-3 8 0,-48 109 0,44-101 0,2 1 0,0 0 0,-4 39 0,-8 164 0,17-201 30,-2 1 0,-1-1 0,-10 35 0,10-47-195,-1 0 0,0-1 0,0 0 0,-1 0 0,-1 0 0,0-1 0,-1 0 0,-11 13 0,7-12-6661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24575,'21'-11'0,"-21"11"0,0 0 0,1 0 0,-1 0 0,0 0 0,0 0 0,1 0 0,-1-1 0,0 1 0,0 0 0,1 0 0,-1 0 0,0 0 0,0 1 0,1-1 0,-1 0 0,0 0 0,0 0 0,1 0 0,-1 0 0,0 0 0,0 0 0,0 0 0,1 0 0,-1 1 0,0-1 0,0 0 0,1 0 0,-1 1 0,0 0 0,0-1 0,0 1 0,0-1 0,0 1 0,0 0 0,0-1 0,0 1 0,0 0 0,0-1 0,0 1 0,0-1 0,-1 1 0,1 0 0,0-1 0,0 1 0,-1 0 0,-45 93 0,27-59 0,-16 43 0,18-32 0,2 1 0,2 0 0,-9 60 0,20-90 0,1 0 0,0 0 0,1 1 0,1-1 0,0 0 0,1 0 0,1 0 0,1 0 0,1 0 0,0-1 0,1 0 0,14 27 0,-10-25 15,2 0 0,0-2 0,1 1 0,0-2 0,2 1 0,0-2 0,17 14 0,-10-12-312,1-1 0,0 0 0,1-2 0,47 19 0,-53-26-6529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24575,'20'9'0,"22"14"0,14 6 0,-49-26 0,0-1 0,0 1 0,0-1 0,1-1 0,-1 1 0,11 0 0,-7-2 0,-1 0 0,1 0 0,-1-1 0,1-1 0,-1 0 0,1 0 0,-1-1 0,15-5 0,-22 6 0,0 1 0,1-1 0,-1 0 0,0 0 0,0 0 0,0-1 0,0 1 0,0-1 0,0 0 0,-1 1 0,1-1 0,-1 0 0,0 0 0,0-1 0,0 1 0,0 0 0,-1-1 0,1 1 0,-1-1 0,0 0 0,0 1 0,0-1 0,0 0 0,-1 0 0,0 1 0,0-8 0,0 7 0,-1 0 0,0 1 0,0-1 0,0 0 0,0 1 0,0-1 0,-1 1 0,0-1 0,0 1 0,0-1 0,0 1 0,0 0 0,0 0 0,-1 0 0,0 1 0,1-1 0,-1 0 0,0 1 0,0 0 0,-1 0 0,1 0 0,0 0 0,-5-2 0,3 2 0,1 0 0,-1 0 0,0 1 0,0-1 0,1 1 0,-1 0 0,0 1 0,0-1 0,0 1 0,0 0 0,0 0 0,0 0 0,0 1 0,0-1 0,0 1 0,0 1 0,-7 2 0,-7 6 0,-34 26 0,42-29 0,7-3 0,-1-1 0,1 0 0,0 1 0,1 0 0,-1 0 0,0 0 0,1 0 0,0 1 0,0-1 0,1 1 0,-1 0 0,1 0 0,-2 6 0,3-7 0,0-1 0,0 1 0,1-1 0,0 1 0,-1 0 0,1 0 0,1-1 0,-1 1 0,0 0 0,1-1 0,0 1 0,0-1 0,0 1 0,0-1 0,1 1 0,-1-1 0,1 0 0,0 1 0,0-1 0,3 3 0,0 1 0,1-2 0,0 1 0,0 0 0,0-1 0,1 0 0,0-1 0,10 6 0,3 0 0,31 11 0,-18-11 0,0-1 0,0-2 0,1-1 0,37 1 0,-63-6-108,-4 0 3,1-1 0,0 1 1,0-1-1,0 0 0,0-1 0,0 1 1,0-1-1,0 0 0,0 0 0,-1 0 1,10-4-1,-5-2-6721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24575,'-1'15'0,"2"1"0,-1 0 0,2-1 0,0 1 0,1-1 0,8 24 0,14 23 0,3-1 0,51 83 0,-69-127 0,5 5 0,-2 2 0,15 33 0,-27-54 0,0 0 0,0 0 0,0 0 0,-1-1 0,1 1 0,-1 0 0,0 0 0,1 0 0,-1 0 0,-1 0 0,1 4 0,-1-6 0,1 0 0,-1 0 0,1 0 0,-1 0 0,1 0 0,-1 0 0,0 0 0,1 0 0,-1 0 0,0 0 0,0 0 0,0 0 0,0-1 0,0 1 0,0 0 0,0-1 0,0 1 0,0 0 0,0-1 0,0 1 0,0-1 0,0 0 0,0 1 0,-1-1 0,1 0 0,0 0 0,0 0 0,0 0 0,0 0 0,-2 0 0,-4 0 0,1-1 0,-1 0 0,1 0 0,-1 0 0,1-1 0,-1 0 0,1 0 0,0-1 0,-6-3 0,-52-33 0,48 29 0,1-1 0,0-1 0,-21-22 0,33 31 0,0-1 0,-1 0 0,1 0 0,1 0 0,-1 0 0,1 0 0,-1 0 0,1-1 0,0 1 0,1-1 0,-1 1 0,1-1 0,0 0 0,0 0 0,1 0 0,-1 1 0,1-1 0,0 0 0,1-8 0,0 10 0,0-1 0,1 0 0,-1 0 0,1 1 0,0-1 0,0 1 0,0 0 0,0-1 0,1 1 0,-1 0 0,1 0 0,0 1 0,0-1 0,0 0 0,0 1 0,0 0 0,0 0 0,1 0 0,5-3 0,6-1 0,2-1 0,-1 2 0,19-4 0,-24 6 0,52-11-1365,-45 9-5461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24575,'2'-13'0,"2"-1"0,-4 4 0,0 6 0,-4 9 0,-1 6 0,-2 1 0,0-1-8191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24575,'6'13'0,"1"0"0,1-1 0,0-1 0,1 1 0,0-1 0,1-1 0,16 15 0,-20-20 0,0-1 0,0 1 0,0-1 0,1-1 0,-1 1 0,1-1 0,0 0 0,0 0 0,0-1 0,1 0 0,-1-1 0,0 1 0,1-1 0,-1 0 0,15-1 0,-19-1 0,-1 1 0,1 0 0,0-1 0,-1 0 0,1 1 0,-1-1 0,1 0 0,-1 0 0,0-1 0,1 1 0,-1 0 0,0-1 0,0 1 0,0-1 0,0 0 0,0 0 0,0 0 0,0 0 0,1-2 0,1-3 0,0-1 0,0 1 0,-1-1 0,4-12 0,-4 10 0,-1 10 0,-1 1 0,0-1 0,0 1 0,0-1 0,0 1 0,0-1 0,0 1 0,0 0 0,0 0 0,0 0 0,0-1 0,0 1 0,0 1 0,6 5 0,-1-4 0,0 0 0,0 0 0,0 0 0,0-1 0,0 0 0,0 0 0,1 0 0,-1-1 0,13 1 0,-15-1 0,0-1 0,0 0 0,-1 0 0,1 0 0,0-1 0,-1 1 0,1-1 0,-1 0 0,1 0 0,-1 0 0,1-1 0,-1 1 0,1-1 0,-1 0 0,0 0 0,0 0 0,0 0 0,0 0 0,3-4 0,-4 4 0,-1 0 0,1 0 0,-1 0 0,0 0 0,0 0 0,0-1 0,0 1 0,0 0 0,-1-1 0,1 1 0,0-1 0,-1 1 0,0 0 0,0-5 0,0 3 0,0-1 0,-1 1 0,0 0 0,0 0 0,0 0 0,-1 0 0,-3-8 0,0 3 0,0 0 0,-1 0 0,-1 0 0,1 1 0,-1 0 0,-9-7 0,9 8-227,-1 1-1,0 0 1,0 1-1,0-1 1,-16-5-1,7 4-6598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24575,'-1'-1'0,"1"0"0,0 0 0,0 0 0,-1 0 0,1 0 0,0 0 0,0 0 0,0 0 0,0 0 0,0 0 0,0 0 0,1-1 0,-1 1 0,0 1 0,0 0 0,0-1 0,0 1 0,1 0 0,-1-1 0,0 1 0,0 0 0,0 0 0,1-1 0,-1 1 0,0 0 0,1 0 0,-1 0 0,0-1 0,0 1 0,1 0 0,-1 0 0,0 0 0,1 0 0,-1 0 0,0 0 0,1 0 0,0-1 0,1 1 0,-1 1 0,1-1 0,0 0 0,0 1 0,0-1 0,-1 1 0,1-1 0,0 1 0,0 0 0,-1 0 0,1 0 0,2 1 0,11 10 0,0 0 0,-1 1 0,0 1 0,-1 0 0,15 20 0,49 85 0,-44-58 0,-2 2 0,-3 1 0,38 132 0,-61-179 0,-1 1 0,0 0 0,-1 0 0,-1 1 0,-1 30 0,-1-43 0,-1-1 0,1 1 0,-1 0 0,-1 0 0,1 0 0,-1 0 0,0-1 0,0 1 0,-1-1 0,1 0 0,-1 0 0,-1 0 0,1 0 0,-1 0 0,1 0 0,-1-1 0,-1 0 0,1 0 0,0 0 0,-1 0 0,-7 3 0,-4 2-455,0-1 0,-22 7 0,19-9-6371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28 24575,'-33'9'0,"0"-2"0,0-1 0,-1-1 0,0-2 0,0-2 0,-45-3 0,72 2-97,-1-1-1,0 0 1,1-1-1,-1 0 1,1 0-1,-1-1 1,1 0-1,0 0 1,0-1-1,0 1 1,1-1-1,-1-1 0,-10-9 1,8 5-6729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62 24575,'-27'-10'0,"-15"-3"0,-2 0 0,3 3 0,7 3 0,4 2 0,2 3 0,0 1 0,1 1 0,2 3 0,0 0 0,2 1 0,5-1-8191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31 24575,'141'-14'0,"-162"15"0,0-1 0,1-1 0,-35-5 0,4 0 0,-35 1 0,-92 7 0,100 6 0,0 4 0,-83 24 0,124-27 0,20-6 0,-135 27 0,150-30 0,1 0 0,0 0 0,0 0 0,0 0 0,0 0 0,0 0 0,-1 0 0,1 0 0,0-1 0,0 1 0,0 0 0,-1-1 0,1-3 0,9-2 0,-1 3 0,1 1 0,0-1 0,0 2 0,0-1 0,1 1 0,-1 0 0,0 0 0,12 2 0,68 9 0,-80-9 0,100 16 0,175 53 0,-273-67 0,1 1 0,-1 0 0,-1 1 0,1 0 0,-1 1 0,16 11 0,-23-15 0,0-1 0,0 1 0,-1-1 0,1 1 0,-1 0 0,1-1 0,-1 1 0,0 0 0,0 0 0,1 0 0,-1 0 0,-1 0 0,1 0 0,0 0 0,0 0 0,-1 1 0,1-1 0,-1 0 0,0 0 0,0 1 0,0-1 0,0 0 0,0 0 0,0 1 0,0-1 0,-1 0 0,1 0 0,-1 0 0,0 1 0,0-1 0,1 0 0,-1 0 0,-1 0 0,1 0 0,0 0 0,0-1 0,-1 1 0,-2 2 0,-2 3 0,-1 0 0,0 0 0,0-1 0,-1-1 0,0 1 0,-8 4 0,-56 25 0,21-11 0,16-6 0,-46 24 0,-123 83 0,167-99 0,24-18 0,1 0 0,0 1 0,0 1 0,1-1 0,0 2 0,-13 15 0,23-25 0,0 0 0,0 0 0,1 0 0,-1 0 0,0 1 0,1-1 0,-1 0 0,1 0 0,-1 1 0,1-1 0,0 0 0,-1 0 0,1 1 0,0-1 0,0 0 0,0 1 0,0-1 0,0 1 0,0 1 0,1-2 0,0 0 0,-1 0 0,1 0 0,-1 0 0,1 0 0,0 0 0,0-1 0,-1 1 0,1 0 0,0-1 0,0 1 0,0 0 0,0-1 0,0 1 0,0-1 0,0 1 0,0-1 0,2 1 0,5 1 0,0-1 0,0 0 0,0 0 0,15-1 0,-21 0 0,483-32 0,-210 8 0,-125 9-1365,-133 12-5461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24575,'4'6'0,"0"0"0,-1 0 0,1 0 0,2 9 0,-2-5 0,0 0 0,1-1 0,0 1 0,1-1 0,0 0 0,14 16 0,-19-24 0,0 0 0,0 0 0,0-1 0,0 1 0,0 0 0,0-1 0,1 1 0,-1-1 0,0 1 0,0-1 0,1 0 0,-1 0 0,0 1 0,1-1 0,-1 0 0,0 0 0,1 0 0,-1 0 0,0 0 0,1-1 0,-1 1 0,0 0 0,0-1 0,1 1 0,-1 0 0,0-1 0,0 0 0,0 1 0,1-1 0,-1 0 0,0 1 0,0-1 0,0 0 0,0 0 0,0 0 0,1-2 0,4-4 0,0 0 0,-1 0 0,1-1 0,3-9 0,-3 7 0,6-13 0,-11 18 0,1 1 0,0-1 0,1 1 0,-1 0 0,1 0 0,0 0 0,5-6 0,-7 9 0,0 1 0,-1 0 0,1-1 0,-1 1 0,1-1 0,0 1 0,-1 0 0,1 0 0,0-1 0,0 1 0,-1 0 0,1 0 0,0 0 0,0 0 0,-1 0 0,1 0 0,0 0 0,0 0 0,-1 0 0,1 0 0,0 0 0,0 0 0,1 1 0,0 0 0,0 0 0,-1 0 0,1 0 0,-1 0 0,1 0 0,-1 0 0,3 2 0,2 4 0,-1-1 0,0 1 0,5 7 0,-9-12 0,19 34 0,-10-19 0,11 17 0,-18-30 0,0 0 0,0 0 0,1 0 0,0 0 0,-1-1 0,1 0 0,0 1 0,9 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24575,'-7'0'0,"-6"0"0,-2 0 0,-2 0 0,0 0 0,0 0 0,1 0 0,0 0 0,3 0-8191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24575,'-28'0'0,"-11"3"0,-2 3 0,4 0 0,5 3 0,9-2-8191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24575,'0'2'0,"-2"2"0,-4-1 0,-3 2 0,-3 0 0,-1-1 0,-4 0 0,-2-2 0,-2-1 0,-3-1 0,1 0 0,-2 0 0,-1 0 0,2 0 0,1 0 0,3-1 0,5 1-8191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282 179 24575,'-63'61'0,"-14"10"0,76-70 0,-1 0 0,1 0 0,0 0 0,0 0 0,-1-1 0,1 1 0,-1 0 0,1-1 0,-1 1 0,-2 0 0,3-1 0,1 0 0,-1 0 0,0 0 0,1 0 0,-1 0 0,0 0 0,1 0 0,-1 0 0,1-1 0,-1 1 0,0 0 0,1 0 0,-1-1 0,1 1 0,-1 0 0,1-1 0,-1 1 0,0-1 0,-1-2 0,0 0 0,0 1 0,0-1 0,1 0 0,-1 0 0,1 0 0,-2-7 0,-3-4 0,-25-47 0,15 34 0,-12-34 0,25 53 0,0-1 0,0 1 0,1-1 0,0 0 0,1 0 0,0 0 0,0 0 0,2-14 0,-1 22 0,0 0 0,0-1 0,0 1 0,0 0 0,1-1 0,-1 1 0,1 0 0,-1 0 0,1 0 0,-1-1 0,1 1 0,0 0 0,-1 0 0,1 0 0,0 0 0,0 0 0,0 0 0,0 0 0,0 0 0,0 0 0,0 1 0,0-1 0,0 0 0,0 1 0,0-1 0,1 1 0,-1-1 0,0 1 0,0-1 0,1 1 0,-1 0 0,0 0 0,1 0 0,-1 0 0,0 0 0,1 0 0,-1 0 0,0 0 0,2 0 0,2 1 0,-1 0 0,0 0 0,1 0 0,-1 1 0,0-1 0,0 1 0,0 0 0,0 0 0,0 0 0,5 5 0,16 17 0,-2 0 0,27 37 0,27 27 0,-67-78 0,0-1 0,1 0 0,0 0 0,0-1 0,1-1 0,16 8 0,-23-13 0,0 0 0,1-1 0,-1 1 0,0-1 0,1 0 0,-1 0 0,1-1 0,-1 0 0,1 0 0,-1 0 0,1 0 0,-1-1 0,1 0 0,7-3 0,-10 3 0,0 0 0,0 0 0,0 0 0,0-1 0,0 1 0,-1-1 0,1 0 0,-1 1 0,1-1 0,-1-1 0,0 1 0,0 0 0,0 0 0,0-1 0,0 1 0,0-1 0,-1 0 0,1 1 0,-1-1 0,0 0 0,0 0 0,0 0 0,0 0 0,0 0 0,-1 0 0,1-6 0,-1 5 0,-1 1 0,1-1 0,-1 0 0,0 1 0,0-1 0,0 1 0,-1-1 0,1 1 0,-1 0 0,0-1 0,0 1 0,0 0 0,0 0 0,0 0 0,-1 0 0,1 1 0,-5-4 0,-4-4 0,-1 1 0,0 1 0,-13-8 0,9 7-455,0 1 0,-25-8 0,20 9-6371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95 24575,'-33'-18'0,"-6"-4"0,-64-26 0,99 47 0,0-1 0,0 1 0,0 0 0,0 0 0,0 1 0,0-1 0,0 1 0,-7 0 0,9 1 0,0-1 0,-1 0 0,1 1 0,0 0 0,0-1 0,0 1 0,0 0 0,0 0 0,0 0 0,1 1 0,-1-1 0,0 0 0,0 1 0,1-1 0,-1 1 0,1-1 0,-3 4 0,-12 20 0,-24 49 0,27-47 0,-30 45 0,41-69 0,0 0 0,0-1 0,0 0 0,0 1 0,0-1 0,0 0 0,-1 0 0,1 0 0,-1 0 0,0-1 0,1 1 0,-1-1 0,0 0 0,0 1 0,0-1 0,0 0 0,-4 0 0,4-1 0,-1 0 0,1 0 0,-1 0 0,1-1 0,-1 1 0,1-1 0,-1 0 0,1 0 0,0 0 0,0-1 0,-1 1 0,1-1 0,0 1 0,0-1 0,-3-3 0,-1 0 0,1 1 0,1-1 0,-1-1 0,1 1 0,0-1 0,0 0 0,0 0 0,1 0 0,0 0 0,0-1 0,1 0 0,0 0 0,0 0 0,0 0 0,1 0 0,0-1 0,0 1 0,1-1 0,0 1 0,1-1 0,0-12 0,0 15 0,0-1 0,0 1 0,0-1 0,1 1 0,0-1 0,3-10 0,-3 15 0,0-1 0,0 0 0,0 1 0,0-1 0,0 1 0,0-1 0,0 1 0,1 0 0,-1-1 0,0 1 0,1 0 0,-1 0 0,1 0 0,-1 0 0,1 0 0,0 0 0,-1 0 0,1 1 0,0-1 0,0 1 0,0-1 0,-1 1 0,1 0 0,3-1 0,1 1 0,0 0 0,1 1 0,-1-1 0,0 1 0,0 0 0,0 1 0,0-1 0,10 5 0,48 25 0,-42-19 0,31 16 0,-25-12 0,1-1 0,0-2 0,1-1 0,44 12 0,-54-18 0,-16-5 0,1 1 0,0-1 0,0 0 0,0 0 0,-1 0 0,1 0 0,0-1 0,0 0 0,0 0 0,5-1 0,-9 1-2,-1 0-1,1-1 0,-1 1 1,1 0-1,0 0 0,-1 0 0,1-1 1,-1 1-1,1 0 0,-1-1 1,1 1-1,-1 0 0,1-1 1,-1 1-1,0-1 0,1 1 1,-1-1-1,1 1 0,-1-1 1,0 1-1,0-1 0,1 1 1,-1-1-1,0 1 0,0-1 1,1 1-1,-1-1 0,0 0 0,0 0 1,0 0 19,0-1-1,-1 0 1,1 1 0,0 0-1,-1-1 1,1 1 0,-1-1-1,0 1 1,1 0 0,-1-1-1,-1-1 1,-3-3-388,1 1-1,-1-1 1,-10-8 0,2 4-6455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24575,'0'0'0,"0"0"0,0 0 0,0 0 0,0 0 0,0 0 0,0 0 0,0 0 0,0 0 0,0 0 0,0 0 0,-1 0 0,1 0 0,0 0 0,0 0 0,0 0 0,0 0 0,0 0 0,0 0 0,0 0 0,0 0 0,0 0 0,0 0 0,0 0 0,0 0 0,0 0 0,0 0 0,0 0 0,0 0 0,0 0 0,0 0 0,-1 1 0,1-1 0,0 0 0,0 0 0,0 0 0,0 0 0,0 0 0,0 0 0,0 0 0,0 0 0,0 0 0,0 0 0,0 0 0,0 0 0,0 0 0,0 0 0,0 1 0,0-1 0,0 0 0,0 0 0,0 0 0,0 0 0,0 0 0,1 0 0,-1 0 0,0 0 0,0 0 0,0 0 0,0 0 0,0 0 0,0 0 0,0 0 0,0 0 0,0 0 0,0 1 0,6 5 0,9 5 0,256 160 0,-242-154 0,92 60 0,-116-74 116,-5-3-140,0-1 0,0 1 0,0 0 0,0 0 1,0 0-1,0 0 0,0 0 0,-1 0 0,1 0 0,0 0 0,0 0 0,0 0 1,0 0-1,0 0 0,0 0 0,0 0 0,0 0 0,0 0 0,0 0 0,0 0 0,0 0 1,0 0-1,0 0 0,0 0 0,0 0 0,0 0 0,0-1 0,0 1 0,0 0 0,0 0 1,0 0-1,0 0 0,0 0 0,0 0 0,0 0 0,0 0 0,0 0 0,0 0 0,0 0 1,0 0-1,1 0 0,-1 0 0,0 0 0,0 0 0,0 0 0,0 0 0,0 0 0,0 0 1,0 0-1,0 0 0,0 0 0,0 0 0,0 0 0,0 0 0,0 0 0,0 0 0,0 0 1,0 0-1,0 0 0,0 0 0,0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24575,'-12'12'0,"-5"7"0,-1 1 0,2-2 0,1 0 0,3-2 0,2 0 0,1-1 0,1 0 0,1 0 0,3-1 0,-2 1 0,1-1 0,1 1 0,-1 0 0,0-1 0,-2-1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52 24575,'-9'-5'0,"-54"-28"0,57 31 0,0-1 0,0 1 0,0 0 0,0 1 0,-1 0 0,1 0 0,-1 0 0,-9 0 0,13 2 0,0 0 0,0 0 0,0 0 0,0 0 0,-1 0 0,1 1 0,1-1 0,-1 1 0,0 0 0,0 0 0,1 0 0,-1 0 0,1 0 0,-1 1 0,1-1 0,0 1 0,0-1 0,0 1 0,1 0 0,-1 0 0,-2 6 0,-1 2 0,1-1 0,0 1 0,1 1 0,-4 21 0,6-26 0,1 0 0,-1 0 0,2 0 0,-1 0 0,1 1 0,0-1 0,3 9 0,20 51 0,-8-25 0,19 63 0,45 133 0,-74-223 0,-5-9 0,1-1 0,0 1 0,1 0 0,6 10 0,-8-14 0,0-1 0,1 1 0,-1-1 0,1 1 0,-1-1 0,1 0 0,-1 1 0,1-1 0,0 0 0,0 0 0,0 0 0,0 0 0,0-1 0,0 1 0,0 0 0,0-1 0,0 1 0,3-1 0,5 1 0,0-1 0,-1-1 0,1 0 0,0 0 0,-1-1 0,0 0 0,1 0 0,-1-1 0,0 0 0,9-5 0,-17 7-76,1 0 1,-1 0-1,1 0 0,-1 0 0,0 0 0,0 0 0,1-1 0,-1 1 1,0 0-1,0-1 0,0 1 0,-1-1 0,1 1 0,0-1 1,0 1-1,-1-1 0,1-2 0,2-6-6750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24575,'2'4'0,"1"0"0,0 0 0,-1 1 0,0-1 0,0 0 0,0 1 0,1 5 0,4 8 0,-3-9 0,4 9 0,15 25 0,-21-39 0,1 0 0,0 0 0,0 0 0,0 0 0,0-1 0,1 0 0,0 1 0,-1-1 0,1 0 0,0-1 0,8 5 0,-11-7 0,0 1 0,1-1 0,-1 1 0,0-1 0,1 0 0,-1 1 0,1-1 0,-1 0 0,0 0 0,1 0 0,-1 0 0,1 0 0,-1-1 0,0 1 0,1 0 0,-1-1 0,1 1 0,-1-1 0,0 1 0,1-1 0,-1 1 0,0-1 0,0 0 0,0 0 0,1 0 0,-1 0 0,0 0 0,0 0 0,0 0 0,-1 0 0,1 0 0,0 0 0,0 0 0,0-1 0,0-1 0,3-5 0,0-1 0,-1 0 0,0 0 0,2-12 0,-2 9 0,-2 10 0,-1 1 0,0-1 0,1 1 0,-1 0 0,1-1 0,0 1 0,-1 0 0,1-1 0,0 1 0,0 0 0,0 0 0,0 0 0,0 0 0,0 0 0,0 0 0,0 0 0,1 0 0,-1 0 0,0 0 0,2 0 0,-1 0 0,1 1 0,-1-1 0,0 1 0,1-1 0,-1 1 0,0 0 0,1 0 0,-1 0 0,1 1 0,-1-1 0,4 1 0,3 2 0,1 0 0,-1 1 0,0 0 0,16 10 0,-4-1-118,86 50-1129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24575,'9'-10'0,"-1"0"0,1 0 0,1 1 0,0 1 0,0 0 0,14-9 0,-20 15 0,-1 0 0,1 0 0,0 1 0,-1-1 0,1 1 0,0 0 0,0 0 0,0 0 0,0 0 0,0 1 0,0 0 0,0 0 0,0 0 0,0 0 0,0 0 0,0 1 0,0 0 0,0 0 0,0 0 0,0 0 0,0 1 0,0-1 0,6 5 0,2 2 0,0 0 0,0 1 0,-1 1 0,0 0 0,12 14 0,-17-17 0,0 1 0,0 0 0,-1 0 0,-1 0 0,1 1 0,-1 0 0,-1 0 0,1 0 0,1 10 0,4 30 0,1 53 0,5 30 0,-6-87 0,16 47 0,-19-72 0,2-1 0,0 0 0,2 0 0,19 30 0,-25-45 0,-2 0 0,0-1 0,1 0 0,-1 1 0,0-1 0,2 9 0,-3-12 0,-1 1 0,0 0 0,0 0 0,0 0 0,0-1 0,0 1 0,0 0 0,0 0 0,0 0 0,0-1 0,0 1 0,0 0 0,-1 0 0,1 0 0,0-1 0,-1 1 0,1 0 0,0 0 0,-1-1 0,1 1 0,-1 0 0,1-1 0,-1 1 0,1-1 0,-1 1 0,1-1 0,-1 1 0,0-1 0,1 1 0,-1-1 0,0 1 0,0-1 0,1 0 0,-1 1 0,0-1 0,-1 0 0,-16 6-31,0-1 0,-1-1 0,-22 2-1,12-2-1208,12-1-5586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24575,'61'-8'0,"89"0"0,-145 8 0,1 0 0,0-1 0,0 0 0,-1 0 0,1-1 0,-1 1 0,1-1 0,-1-1 0,1 1 0,-1-1 0,0 0 0,0 0 0,0 0 0,-1-1 0,1 1 0,-1-1 0,0 0 0,0-1 0,0 1 0,-1-1 0,1 1 0,-1-1 0,0 0 0,-1 0 0,1-1 0,2-8 0,-4 12 0,0 0 0,-1 1 0,0-1 0,1 1 0,-1-1 0,0 0 0,0 1 0,0-1 0,0 0 0,0 0 0,0 1 0,0-1 0,-1 0 0,1 1 0,-1-1 0,1 1 0,-1-1 0,1 0 0,-1 1 0,-1-3 0,0 3 0,1-1 0,-1 1 0,0-1 0,0 1 0,1-1 0,-1 1 0,0 0 0,0 0 0,0 0 0,-1 0 0,1 0 0,0 0 0,-3 0 0,-3 0 0,1 0 0,0 0 0,-1 1 0,1 0 0,-1 0 0,1 0 0,-1 1 0,-9 3 0,10-1 0,0 0 0,1 1 0,-1 0 0,1 0 0,0 1 0,0 0 0,1 0 0,-1 0 0,-6 8 0,0 0 0,10-11 0,-1 1 0,1 0 0,-1-1 0,1 1 0,0 0 0,0 0 0,1 1 0,-1-1 0,1 0 0,-1 1 0,1-1 0,0 1 0,0-1 0,1 1 0,-1-1 0,1 1 0,-1 5 0,2-4 0,0 1 0,0-1 0,0 0 0,0 1 0,1-1 0,0 0 0,0 0 0,0 0 0,1 0 0,5 7 0,-1-2 0,0-1 0,1 0 0,0 0 0,1-1 0,0 0 0,0 0 0,1-1 0,0-1 0,0 0 0,12 6 0,-1-4 16,0-1-1,1 0 0,0-2 0,0-1 1,28 2-1,111-2-812,-127-5 137,-18 1-6166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16 24575,'-30'-2'0,"-13"-2"0,-3 1 0,3 1 0,3 0 0,7 1 0,7 0 0,1 1 0,4 2 0,2 2 0,3-1 0,0 0 0,4-1-8191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24575,'18'70'0,"28"72"0,36 62 0,-17-43 0,-64-158 0,0 0 0,0 0 0,0 0 0,0 0 0,-1 0 0,1 0 0,-1 0 0,0 4 0,0-6 0,0-1 0,0 1 0,-1 0 0,1-1 0,0 1 0,0 0 0,-1 0 0,1-1 0,0 1 0,-1-1 0,1 1 0,-1 0 0,1-1 0,-1 1 0,1-1 0,-1 1 0,1-1 0,-1 1 0,0-1 0,1 0 0,-1 1 0,0-1 0,1 0 0,-1 1 0,0-1 0,1 0 0,-1 0 0,0 0 0,0 0 0,1 0 0,-1 0 0,0 0 0,0 0 0,1 0 0,-1 0 0,0 0 0,1 0 0,-1 0 0,-1-1 0,-10-1 0,0 0 0,0-2 0,0 1 0,-15-8 0,-46-24 0,43 19 0,29 16 0,-31-16 0,-41-28 0,65 39 0,0-1 0,0-1 0,1 1 0,0-1 0,0 0 0,1-1 0,0 1 0,0-1 0,0-1 0,-4-9 0,8 13 0,0-1 0,0 0 0,0 0 0,1 0 0,0 0 0,0 0 0,0 0 0,1 0 0,0 0 0,0-7 0,1 10 0,-1-1 0,1 1 0,0-1 0,0 0 0,0 1 0,0 0 0,1-1 0,-1 1 0,1 0 0,0-1 0,0 1 0,0 0 0,0 1 0,1-1 0,-1 0 0,1 1 0,5-5 0,1 1 7,0 1-1,1 0 1,-1 1-1,1 0 1,19-5-1,55-6-196,-37 7-1024,-34 6-5612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24575,'5'-10'0,"2"-1"0,-1 6 0,0 8 0,-3 7 0,-1 4 0,0 1-8191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6 135 24575,'-1'-1'0,"1"-1"0,-1 1 0,0-1 0,1 0 0,-1 1 0,0-1 0,1 0 0,0 1 0,-1-1 0,1 0 0,0 0 0,0 1 0,0-1 0,1-4 0,0 7 0,0 0 0,0 0 0,0 1 0,0-1 0,0 0 0,0 0 0,0 0 0,-1 1 0,2 0 0,-2-2 0,8 15 0,0-1 0,1 0 0,1-1 0,0 0 0,1-1 0,17 15 0,-12-13 0,1-2 0,19 12 0,-31-21 0,1 0 0,0 0 0,0 0 0,0-1 0,0 0 0,1 0 0,-1-1 0,0 0 0,1 0 0,12 0 0,-17-1 0,0 0 0,0 0 0,0 0 0,0-1 0,-1 1 0,1-1 0,0 1 0,0-1 0,-1 0 0,1 0 0,0 1 0,-1-1 0,1-1 0,-1 1 0,1 0 0,-1 0 0,2-2 0,-1 0 0,0 1 0,-1 0 0,0-1 0,1 1 0,-1-1 0,0 0 0,0 1 0,0-1 0,-1 0 0,1-4 0,0-6 0,0 0 0,-1 0 0,-1 0 0,-3-14 0,2 9 0,34 47 0,-22-20 0,0 0 0,1-1 0,0 0 0,1 0 0,22 10 0,-29-16 0,0 0 0,0 0 0,1-1 0,-1 0 0,1 0 0,-1 0 0,1 0 0,-1-1 0,1 0 0,-1 0 0,1-1 0,-1 0 0,1 0 0,-1 0 0,1 0 0,-1-1 0,7-3 0,-5 2 0,-1 0 0,0-1 0,-1 0 0,1 0 0,-1 0 0,1-1 0,-1 0 0,0 0 0,-1 0 0,0 0 0,1-1 0,-2 0 0,1 0 0,-1 0 0,4-7 0,-6 8 0,1 1 0,0-1 0,-1 0 0,0 1 0,0-1 0,-1 0 0,1 0 0,-1 1 0,0-1 0,0 0 0,-1 0 0,1 1 0,-1-1 0,0 0 0,0 1 0,-1-1 0,1 0 0,-1 1 0,0 0 0,0-1 0,-1 1 0,-5-7 0,5 7 10,0 1 0,-1-1 0,1 1 0,-1 0 0,0 1 0,0-1 0,0 1 0,0-1 0,0 1 0,-1 0 0,-5-1 0,-1 0-381,0 0-1,0 1 1,-18-1 0,10 2-6455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24575,'1'8'0,"0"0"0,0 0 0,0 0 0,1 0 0,0 0 0,1-1 0,0 1 0,0 0 0,1-1 0,5 9 0,-4-8 0,1 0 0,0 0 0,0 0 0,1-1 0,0 1 0,0-2 0,16 13 0,-21-19 0,-1 1 0,0 0 0,1 0 0,-1 0 0,1-1 0,-1 1 0,1 0 0,-1-1 0,1 0 0,0 1 0,-1-1 0,1 0 0,0 0 0,-1 0 0,1 0 0,-1 0 0,1 0 0,0 0 0,-1 0 0,1-1 0,0 1 0,-1-1 0,1 1 0,-1-1 0,1 0 0,-1 0 0,1 1 0,-1-1 0,0 0 0,1 0 0,-1 0 0,0-1 0,0 1 0,0 0 0,0 0 0,0-1 0,0 1 0,1-2 0,2-4 0,-1 1 0,1-1 0,-1 1 0,-1-1 0,1 0 0,-1 0 0,1-9 0,-1 6 0,-1 2 0,0 1 0,1-1 0,0 1 0,0-1 0,4-6 0,-5 12 0,-1 1 0,1 0 0,0 0 0,-1 0 0,1 0 0,0-1 0,0 1 0,0 0 0,0 0 0,0 0 0,0 1 0,0-1 0,0 0 0,1 0 0,-1 1 0,0-1 0,0 0 0,1 1 0,-1-1 0,0 1 0,1 0 0,-1-1 0,0 1 0,1 0 0,-1 0 0,1 0 0,-1 0 0,0 0 0,1 0 0,-1 0 0,1 1 0,-1-1 0,0 0 0,2 1 0,18 8 0,-1 0 0,-1 1 0,1 1 0,23 18 0,-13-9 0,120 81-1365,-130-88-5461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24575,'0'10'0,"0"12"0,0 0 0,1-1 0,1 1 0,1-1 0,0 1 0,8 21 0,38 71 0,-10-26 0,-36-81-273,-1 0 0,0 0 0,0 1 0,0 8 0,-1-4-6553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24575,'21'-3'0,"1"1"0,0 0 0,0 1 0,0 2 0,-1 0 0,1 1 0,0 1 0,38 12 0,-33-6 0,0 1 0,-1 1 0,-1 1 0,0 2 0,0 1 0,29 23 0,-24-15 0,-1 2 0,-1 1 0,28 34 0,-44-46 0,-1 0 0,-1 1 0,0 0 0,-1 1 0,-1 0 0,0 0 0,-1 1 0,8 32 0,-13-43 0,-1 1 0,0 0 0,0 0 0,-1 0 0,0 0 0,0 0 0,-1 0 0,1 0 0,-1 0 0,-1 0 0,0 0 0,-2 6 0,1-7 0,1-1 0,-1 0 0,-1 1 0,1-1 0,-1-1 0,1 1 0,-2 0 0,1-1 0,0 0 0,-1 0 0,0 0 0,0-1 0,0 1 0,-6 2 0,-5 1 0,0 0 0,0-1 0,-1 0 0,0-2 0,0 0 0,-1-1 0,-18 2 0,-7-3 0,-74-5 0,31-9-1365,72 10-5461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24575,'-3'20'0,"0"9"0,2 5 0,4 1 0,5-2 0,2-2 0,0-4 0,1-1 0,1-3 0,1-3 0,-2-2 0,0-4 0,-2-2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16 24575,'-33'-3'0,"-15"0"0,-8 0 0,1 0 0,3 2 0,2-1 0,4 2 0,4 2 0,2 1 0,4 3 0,3 0 0,0 2 0,0-1 0,0-1 0,4 0 0,5 0 0,5-2-8191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24575,'0'22'0,"0"11"0,2 4 0,4-2 0,1-1 0,1-5 0,2-1 0,0-4 0,0-3 0,-2-2 0,1-5 0,-1-2 0,0-1 0,-1-5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24575,'27'-10'0,"12"-3"0,5-2 0,-4 1 0,-5 4 0,-6 3 0,-6 2 0,-4 3 0,-6-1 0,-7 0 0,-7 0 0,-6 4 0,-4 1 0,-1 1-8191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24575,'28'-2'0,"11"-4"0,2-1 0,-4 2 0,-5 0 0,-9 0 0,-5 0 0,-3 1 0,-5-2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0 0,9 25 0,17 53 0,8 21 0,-42-112 0,1 4 0,0-1 0,-1 1 0,3 9 0,-4-16-24,-1 0-1,0 0 1,0 0 0,0 0-1,0 0 1,0 0 0,0 0-1,0 0 1,0 1-1,0-1 1,0 0 0,0 0-1,0 0 1,0 0 0,0 0-1,0 0 1,0 1-1,0-1 1,0 0 0,0 0-1,0 0 1,0 0 0,0 0-1,0 0 1,0 1-1,0-1 1,0 0 0,0 0-1,0 0 1,0 0-1,0 0 1,0 0 0,0 1-1,0-1 1,0 0 0,0 0-1,0 0 1,-1 0-1,1 0 1,0 0 0,0 0-1,0 0 1,0 0 0,0 0-1,0 1 1,0-1-1,-1 0 1,1 0 0,0 0-1,0 0 1,0 0-1,0 0 1,0 0 0,0 0-1,-1 0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42 24575,'-7'-7'0,"-6"-3"0,-2 0 0,-2 2 0,0 3 0,-2 4 0,-1 2 0,-4 4 0,-3 4 0,-5-1 0,-4 2 0,-1-1 0,0-2 0,8-3-8191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15 24575,'20'-2'0,"-10"1"0,0 0 0,-1 0 0,16-5 0,-44 2 0,13 4 0,-159 1 0,158 0 0,0 0 0,0 0 0,0 1 0,1 0 0,-1 0 0,0 1 0,1 0 0,-11 6 0,-3 4 0,-23 20 0,-5 4 0,43-34 0,1 0 0,-1 0 0,1 0 0,-1 1 0,1-1 0,0 1 0,-5 6 0,9-9 0,-1-1 0,1 1 0,-1 0 0,1 0 0,-1 0 0,1 0 0,0 0 0,0 0 0,-1 0 0,1-1 0,0 1 0,0 0 0,0 0 0,0 0 0,0 0 0,0 0 0,0 1 0,1 0 0,0-1 0,-1 1 0,1-1 0,0 1 0,0-1 0,0 0 0,0 1 0,0-1 0,0 0 0,0 0 0,0 0 0,0 0 0,3 2 0,14 8 0,0-1 0,1-1 0,0 0 0,32 10 0,-4-2 0,9 4 0,49 21 0,-84-33 0,-1 2 0,35 23 0,-21-5 0,-31-26 0,-1 0 0,1 0 0,-1 0 0,1 0 0,-1 1 0,0-1 0,0 1 0,2 6 0,-4-8 0,0-1 0,0 1 0,0 0 0,0-1 0,0 1 0,0 0 0,0-1 0,-1 1 0,1-1 0,-1 1 0,1-1 0,-1 1 0,0-1 0,0 1 0,1-1 0,-1 1 0,0-1 0,0 0 0,-1 0 0,1 1 0,0-1 0,0 0 0,0 0 0,-3 2 0,-4 2 0,-1 1 0,-14 7 0,21-13 0,-18 9 0,-1 0 0,0-2 0,0-1 0,0 0 0,-1-2 0,-36 4 0,-137-6 0,116-3 0,79 1-20,-2 0-64,0 0 0,-1 0 0,1 0 0,0 0 0,0 0 0,0 0 0,0-1 0,0 1 0,1-1-1,-1 0 1,0 1 0,0-1 0,0 0 0,0 0 0,-2-2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47 24575,'-11'-6'0,"-54"-23"0,59 26 0,0 1 0,0 1 0,0-1 0,0 1 0,-1 0 0,1 0 0,0 1 0,-11 0 0,16 0 0,0 0 0,0 1 0,0-1 0,-1 0 0,1 1 0,0-1 0,0 1 0,0-1 0,0 1 0,0-1 0,0 1 0,0 0 0,0-1 0,0 1 0,0 0 0,0 0 0,0 0 0,0 0 0,1 0 0,-1 0 0,0 1 0,0 0 0,0 1 0,0 0 0,0-1 0,1 1 0,-1-1 0,1 1 0,-1 0 0,1-1 0,0 5 0,1 2 0,0-1 0,0 1 0,1 0 0,5 16 0,-4-19 0,0 0 0,0 0 0,0 0 0,0-1 0,1 1 0,0-1 0,0 0 0,1 0 0,-1 0 0,1-1 0,0 1 0,0-1 0,1-1 0,-1 1 0,1-1 0,0 1 0,9 2 0,-4-2 0,0 0 0,0-1 0,1-1 0,-1 0 0,1 0 0,0-1 0,-1 0 0,1-1 0,12-2 0,-21 2 0,1-1 0,-1 1 0,1-1 0,-1 0 0,0 0 0,1 0 0,-1 0 0,0-1 0,0 1 0,0-1 0,0 0 0,0 0 0,0 0 0,0 0 0,-1 0 0,1-1 0,-1 1 0,0-1 0,1 0 0,-1 0 0,-1 0 0,1 0 0,0 0 0,-1 0 0,1 0 0,-1 0 0,0-1 0,0 1 0,0 0 0,-1-1 0,1 1 0,-1-1 0,0 1 0,1-1 0,-2 1 0,1-1 0,0 1 0,-1-1 0,0 1 0,1 0 0,-1-1 0,-1 1 0,-2-6 0,-17-30 0,38 58 0,0-2 0,2 0 0,32 23 0,-40-31 40,1-1 0,20 10 0,-28-16-146,0-1 0,0 1 0,0 0 0,0-1 0,0 0 0,0 0-1,0 0 1,0-1 0,0 1 0,1-1 0,-1 0 0,0 0 0,5-1 0,0-2-6720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24575,'19'21'0,"-13"-14"0,1 0 0,0 0 0,13 10 0,-11-10 0,1-1 0,0 0 0,1-1 0,-1 0 0,1 0 0,21 4 0,-29-8 0,0 0 0,1-1 0,-1 0 0,1 1 0,-1-1 0,1-1 0,-1 1 0,1 0 0,-1-1 0,1 0 0,5-2 0,-7 2 0,0 0 0,1 0 0,-1-1 0,0 1 0,0-1 0,0 0 0,0 0 0,0 0 0,0 0 0,-1 0 0,1 0 0,-1 0 0,1 0 0,-1-1 0,0 1 0,0-1 0,1-3 0,-1 3 0,0 0 0,-1 0 0,1 0 0,-1 0 0,0 0 0,0-5 0,2-15 0,-2 23 0,0 0 0,1 0 0,-1 0 0,1-1 0,-1 1 0,0 0 0,1 0 0,-1 0 0,1 0 0,-1 0 0,0 0 0,1 0 0,-1 0 0,1 0 0,-1 1 0,1-1 0,-1 0 0,0 0 0,1 0 0,-1 0 0,0 1 0,1-1 0,-1 0 0,1 0 0,-1 1 0,0-1 0,0 0 0,1 0 0,-1 1 0,1-1 0,15 13 0,-13-11 0,4 4 0,1-1 0,0 1 0,0-1 0,0-1 0,1 1 0,13 3 0,-20-7 0,1 0 0,0-1 0,-1 1 0,1-1 0,0 0 0,0 0 0,-1 0 0,1 0 0,0 0 0,0-1 0,-1 1 0,1-1 0,0 0 0,-1 0 0,1 0 0,-1 0 0,1 0 0,-1 0 0,1-1 0,-1 1 0,0-1 0,0 0 0,0 1 0,0-1 0,0 0 0,3-4 0,2-4 0,-4 6 0,0 1 0,-1 0 0,1 0 0,0-1 0,6-3 0,-7 6 0,-1 0 0,0 1 0,0-1 0,1 0 0,-1 1 0,1 0 0,-1-1 0,0 1 0,1 0 0,-1 0 0,1-1 0,-1 1 0,1 0 0,-1 0 0,0 1 0,1-1 0,-1 0 0,1 0 0,-1 1 0,0-1 0,3 2 0,2 1 3,0 0 0,0 1 0,-1-1-1,6 6 1,3 1-1382,-3-2-5447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94 237 24575,'7'33'0,"2"1"0,2-1 0,1-1 0,1 0 0,2-1 0,1 0 0,1-1 0,30 39 0,-36-55 0,11 12 0,-44-70 0,-50-62 0,-17-29 0,72 106 0,2 0 0,-22-56 0,31 68 0,-6-34 0,11 46 0,0-1 0,0 1 0,1-1 0,0 1 0,0-1 0,0 0 0,1 1 0,0-1 0,0 1 0,3-8 0,-3 10 0,0 1 0,1-1 0,0 1 0,-1 0 0,1 0 0,0-1 0,0 1 0,0 0 0,0 1 0,0-1 0,1 0 0,-1 1 0,1-1 0,-1 1 0,1 0 0,-1 0 0,1 0 0,0 0 0,-1 0 0,1 0 0,0 1 0,0-1 0,3 1 0,4-1 0,0 1 0,-1 0 0,1 1 0,0 0 0,13 3 0,-11-1 0,0 0 0,0 0 0,-1 2 0,0-1 0,1 1 0,-2 1 0,1 0 0,-1 0 0,0 1 0,0 0 0,0 1 0,-1 0 0,-1 1 0,1 0 0,9 14 0,-17-22 0,1 1 0,-1 0 0,0 0 0,0 0 0,0 0 0,0 0 0,-1 0 0,1 0 0,-1 0 0,1 1 0,-1-1 0,1 0 0,-1 0 0,0 0 0,0 0 0,0 1 0,-1-1 0,1 0 0,0 0 0,-1 0 0,-1 4 0,1-3 0,-1 0 0,1-1 0,-1 1 0,0-1 0,0 1 0,0-1 0,-1 0 0,1 0 0,0 0 0,-1 0 0,1 0 0,-1-1 0,0 1 0,0-1 0,-2 2 0,-6 1 17,0 0 0,0-1 0,-1 0-1,1-1 1,-13 1 0,-59 0-986,72-3 472,-22 0-6329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121 623 24575,'17'-10'0,"1"-1"0,-1-1 0,-1 0 0,20-21 0,-32 29 0,0 0 0,0 0 0,-1 0 0,0-1 0,0 0 0,0 0 0,0 0 0,-1 0 0,0 0 0,0 0 0,0 0 0,-1-1 0,0 1 0,0-1 0,0 1 0,-1-1 0,1 1 0,-1-1 0,-1 0 0,-1-10 0,-2-1 0,-1 0 0,-1 0 0,-1 0 0,-12-22 0,-42-60 0,42 68 0,-1 0 0,-10-17 0,-50-61 0,80 109 0,0 0 0,0 0 0,0 0 0,0-1 0,0 1 0,0 0 0,-1 0 0,1 0 0,0 0 0,0-1 0,0 1 0,0 0 0,0 0 0,-1 0 0,1 0 0,0 0 0,0 0 0,0-1 0,0 1 0,-1 0 0,1 0 0,0 0 0,0 0 0,0 0 0,0 0 0,-1 0 0,1 0 0,0 0 0,0 0 0,0 0 0,-1 0 0,1 0 0,0 0 0,0 0 0,0 0 0,-1 0 0,1 0 0,0 0 0,0 1 0,0-1 0,0 0 0,-1 0 0,1 0 0,0 0 0,-3 12 0,3 20 0,0-28 0,2 46 0,3-1 0,2-1 0,14 50 0,-18-85 0,1-1 0,0 1 0,1-1 0,1 1 0,0-1 0,1-1 0,0 1 0,0-1 0,1-1 0,1 1 0,0-1 0,0-1 0,1 0 0,0 0 0,1-1 0,0 0 0,0-1 0,0 0 0,1-1 0,20 8 0,-10-5 0,1-2 0,1 0 0,-1-1 0,1-2 0,29 3 0,-42-7 0,0 1 0,0-1 0,0-1 0,0 0 0,-1-1 0,1 0 0,0 0 0,-1-1 0,1 0 0,-1-1 0,0-1 0,0 1 0,17-12 0,-23 13 0,-1 0 0,0 0 0,0-1 0,0 1 0,0-1 0,0 0 0,-1 1 0,1-1 0,-1 0 0,0 0 0,-1-1 0,1 1 0,0 0 0,-1-1 0,0 1 0,0 0 0,-1-1 0,1 0 0,-1 1 0,0-1 0,0 1 0,-1-1 0,1 1 0,-1-1 0,0 1 0,0-1 0,0 1 0,-1 0 0,1-1 0,-1 1 0,0 0 0,-1 0 0,1 0 0,-1 1 0,1-1 0,-1 1 0,0-1 0,-1 1 0,1 0 0,0 0 0,-6-4 0,8 6 0,-1 0 0,1 0 0,0 1 0,-1-1 0,1 0 0,0 1 0,-1-1 0,1 1 0,-1-1 0,1 1 0,-1-1 0,1 1 0,-1 0 0,1 0 0,-1 0 0,1 0 0,-1 0 0,1 0 0,-1 0 0,1 0 0,-1 1 0,1-1 0,-1 1 0,1-1 0,0 1 0,-1-1 0,1 1 0,0 0 0,-1 0 0,1 0 0,-2 1 0,1 0 0,0 0 0,0 1 0,1-1 0,-1 0 0,0 1 0,1 0 0,0-1 0,-1 1 0,1 0 0,0 0 0,1-1 0,-1 1 0,0 0 0,1 0 0,-1 3 0,1 1 0,1 0 0,0-1 0,0 1 0,0-1 0,1 1 0,-1-1 0,2 0 0,-1 0 0,1 0 0,0 0 0,6 10 0,-2-6 0,1 1 0,0-1 0,0-1 0,1 1 0,12 9 0,-14-14 0,1 0 0,0 0 0,0 0 0,0-1 0,1 0 0,0-1 0,-1 0 0,18 3 0,6 0 0,38 1 0,-50-6 0,87 14 134,-24-4-1633,-62-8-5327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24575,'8'12'0,"4"8"0,6 1 0,2 4 0,1-1 0,-2-2 0,-1-2 0,-1-2 0,-1-1 0,-3-4-8191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24575,'3'-5'0,"3"-2"0,0 3 0,2 5 0,0 7 0,-2 5 0,-1 5 0,-3 2 0,2 0 0,0-1 0,-1-1 0,-1-3-8191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24575,'16'19'0,"0"-1"0,0-1 0,37 28 0,-51-44 0,-1 1 0,1-1 0,0 0 0,0 0 0,-1 0 0,1 0 0,0 0 0,0-1 0,0 1 0,0 0 0,0-1 0,1 0 0,-1 1 0,0-1 0,0 0 0,0 0 0,4 0 0,-5-1 0,1 0 0,-1 1 0,0-1 0,1 0 0,-1 0 0,0 0 0,0 0 0,0 0 0,1 0 0,-1 0 0,0 0 0,0 0 0,0 0 0,-1-1 0,1 1 0,0 0 0,0-1 0,-1 1 0,1-1 0,-1 1 0,1 0 0,-1-1 0,0 1 0,1-4 0,0-3 0,-1 1 0,1-1 0,-2-10 0,0 12 0,1 0 0,0 0 0,0 0 0,0 0 0,1 0 0,2-8 0,-3 13 0,1 0 0,0-1 0,-1 1 0,1 0 0,0 0 0,0 0 0,0 0 0,0 0 0,0 0 0,0 0 0,0 0 0,0 0 0,0 1 0,0-1 0,0 0 0,1 1 0,-1-1 0,0 1 0,1-1 0,-1 1 0,0-1 0,1 1 0,-1 0 0,0 0 0,1 0 0,-1 0 0,0 0 0,1 0 0,1 0 0,6 1 0,-1 0 0,1 1 0,11 4 0,-15-5 0,34 13 0,-1 1 0,0 3 0,39 23 0,-16-7 0,-45-26-682,21 17-1,-27-18-6143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302 185 24575,'-56'-44'0,"15"11"0,0 2 0,-63-36 0,101 66 0,1 0 0,-1-1 0,0 1 0,1 0 0,-1 0 0,0 0 0,0 1 0,0-1 0,0 1 0,-5-1 0,7 2 0,0-1 0,0 0 0,0 0 0,-1 1 0,1-1 0,0 1 0,1-1 0,-1 1 0,0 0 0,0-1 0,0 1 0,0 0 0,0-1 0,0 1 0,1 0 0,-1 0 0,0 0 0,1 0 0,-1 0 0,1 0 0,-1 0 0,1 0 0,-1 0 0,1 0 0,0 0 0,-1 0 0,1 0 0,0 0 0,0 0 0,0 2 0,-1 7 0,0 0 0,1 0 0,0-1 0,3 21 0,11 41 0,-11-59 0,16 57-171,2-1 1,43 91-1,81 121-19,-144-279 190,113 180 0,-95-158-1249,-12-16-4991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62 24575,'-30'-10'0,"-12"-3"0,-2 0 0,4 3 0,6 2 0,7 4 0,5 1 0,4 2 0,5 4 0,3 1 0,-1-1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169 363 24575,'4'4'0,"-8"-5"0,-7-8 0,-4-5 0,1 0 0,0 0 0,1 0 0,-19-28 0,17 15 0,1 0 0,0-1 0,-10-37 0,24 65 0,-1-1 0,1 0 0,0 0 0,-1 0 0,1 0 0,0 0 0,0 0 0,0 0 0,0 0 0,0 0 0,0 0 0,0 0 0,0-1 0,0 2 0,0 0 0,1 0 0,-1 0 0,0 0 0,0 0 0,0-1 0,0 1 0,1 0 0,-1 0 0,0 0 0,0 0 0,0 0 0,1 0 0,-1 0 0,0 0 0,0 0 0,0 0 0,1 0 0,-1 0 0,0 0 0,0 0 0,0 0 0,1 0 0,-1 0 0,0 0 0,0 0 0,0 0 0,1 0 0,-1 0 0,0 0 0,0 0 0,0 0 0,1 0 0,-1 1 0,23 15 0,-15-10 0,12 7 0,1-1 0,0 0 0,1-2 0,0 0 0,1-2 0,0 0 0,0-2 0,1 0 0,0-2 0,0 0 0,0-2 0,38-1 0,-57-1 0,-1 0 0,1-1 0,-1 0 0,0 0 0,1 0 0,-1 0 0,0-1 0,0 0 0,1 1 0,-1-2 0,-1 1 0,1 0 0,0-1 0,-1 0 0,6-4 0,-6 3 0,-1 1 0,1 0 0,-1-1 0,0 0 0,0 1 0,0-1 0,-1 0 0,1 0 0,-1 0 0,0 0 0,0 0 0,0-1 0,-1 1 0,1 0 0,-1 0 0,-1-8 0,1 2 0,-1 1 0,-1-1 0,1 1 0,-2-1 0,1 1 0,-1 0 0,-1 0 0,0 0 0,-7-12 0,11 21 0,0-1 0,0 1 0,-1-1 0,1 1 0,0-1 0,-1 1 0,1 0 0,0-1 0,-1 1 0,1 0 0,-1-1 0,1 1 0,-1 0 0,1-1 0,0 1 0,-1 0 0,1 0 0,-1 0 0,1-1 0,-1 1 0,0 0 0,1 0 0,-1 0 0,1 0 0,-1 0 0,1 0 0,-1 0 0,0 0 0,0 1 0,1-1 0,-1 1 0,0-1 0,1 1 0,-1-1 0,1 1 0,-1-1 0,1 1 0,-1 0 0,1-1 0,-1 1 0,1 0 0,-1-1 0,1 3 0,-2 0 0,1 1 0,-1 1 0,1-1 0,1 0 0,-2 6 0,3-3 0,0 1 0,0-1 0,0 1 0,1-1 0,0 0 0,0 0 0,1 0 0,0 0 0,0-1 0,8 12 0,1 1 0,1-1 0,22 21 0,-24-26-136,1-1-1,0-1 1,1 0-1,0-1 1,1-1-1,0 0 1,1 0-1,0-1 0,25 8 1,-25-12-6690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24575,'-15'16'0,"-6"7"0,-26 36 0,43-52 0,-1-1 0,1 1 0,1 1 0,-1-1 0,1 0 0,0 1 0,1-1 0,0 1 0,0 0 0,-1 14 0,3-17 0,0 0 0,1 1 0,0-1 0,0 0 0,0 0 0,0 0 0,1 0 0,0 0 0,0-1 0,0 1 0,1 0 0,0-1 0,0 0 0,0 1 0,0-1 0,0 0 0,1-1 0,0 1 0,0-1 0,0 1 0,0-1 0,0 0 0,1-1 0,-1 1 0,1-1 0,0 0 0,0 0 0,0 0 0,0-1 0,0 0 0,0 1 0,0-2 0,9 1 0,-12-1 0,-1 0 0,1 0 0,0-1 0,0 1 0,-1 0 0,1-1 0,0 0 0,-1 1 0,1-1 0,0 0 0,-1 0 0,1 0 0,-1 0 0,0 0 0,1 0 0,-1 0 0,2-2 0,-1 0 0,-1 1 0,1-1 0,0 1 0,-1-1 0,0 0 0,0 0 0,0 0 0,0 0 0,1-4 0,0-5 0,-1-1 0,-1 1 0,-1-24 0,0 26 0,15 79 0,74 244 0,-63-235 0,14 34 0,-36-97-1365,-2-5-5461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212 521 24575,'-38'-8'0,"-35"-4"0,63 11 0,0 1 0,0 0 0,-1 0 0,-17 3 0,26-3 0,1 0 0,-1 0 0,1 1 0,-1-1 0,1 1 0,0-1 0,-1 1 0,1-1 0,-1 1 0,1 0 0,0-1 0,0 1 0,-1 0 0,1 0 0,0 0 0,0 0 0,0 0 0,0 0 0,0 1 0,0-1 0,1 0 0,-1 0 0,0 1 0,0-1 0,1 0 0,-1 1 0,0 2 0,1-2 0,0 0 0,0 0 0,0 0 0,1 0 0,-1 0 0,1 0 0,-1 0 0,1 0 0,-1 0 0,1 0 0,0-1 0,0 1 0,0 0 0,0 0 0,0-1 0,1 1 0,-1 0 0,0-1 0,3 2 0,3 4 0,1-1 0,-1-1 0,1 1 0,0-2 0,1 1 0,-1-1 0,1 0 0,0 0 0,0-1 0,0-1 0,0 0 0,12 2 0,-17-3 0,1-1 0,-1 1 0,0-1 0,0 0 0,0-1 0,1 1 0,-1-1 0,0 0 0,0 0 0,0 0 0,0 0 0,0-1 0,0 1 0,-1-1 0,1 0 0,0 0 0,-1-1 0,1 1 0,-1-1 0,0 1 0,0-1 0,0 0 0,0 0 0,-1-1 0,1 1 0,-1-1 0,0 1 0,0-1 0,3-6 0,-3 4 0,0-1 0,-1 1 0,0-1 0,0 1 0,0-1 0,-1 1 0,0-1 0,0 1 0,-1-1 0,0 1 0,-2-12 0,-4-6 0,-16-40 0,20 57 0,-22-51 0,-38-64 0,-42-48 0,98 157 0,-2-2 0,7 13 0,3 7 0,106 254 0,23-8 0,-88-185-1365,-32-51-5461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29 24575,'8'-1'0,"0"0"0,1 1 0,-1-1 0,0 2 0,0-1 0,1 1 0,-1 0 0,0 1 0,0 0 0,0 0 0,8 4 0,-11-3 0,0 0 0,1 0 0,-1 0 0,0 1 0,0 0 0,-1 0 0,1 0 0,-1 0 0,0 1 0,0 0 0,-1 0 0,1 0 0,-1 0 0,0 0 0,3 9 0,-3-7 0,0 1 0,0-1 0,-1 0 0,-1 1 0,1-1 0,-1 1 0,0 13 0,-1-19 0,0 0 0,0 0 0,0 0 0,-1 0 0,1 0 0,-1 0 0,1 0 0,-1-1 0,1 1 0,-1 0 0,0 0 0,0 0 0,0 0 0,0-1 0,-1 1 0,1-1 0,0 1 0,-1-1 0,1 1 0,-1-1 0,1 0 0,-1 1 0,1-1 0,-1 0 0,0 0 0,0 0 0,0-1 0,1 1 0,-1 0 0,0-1 0,0 1 0,0-1 0,-4 1 0,-3-1 0,1 1 0,-1-2 0,0 1 0,0-1 0,0-1 0,-16-4 0,-1-2 0,-24-12 0,39 15 0,0 0 0,0-1 0,0-1 0,1 0 0,-16-14 0,21 17 0,1-1 0,-1 1 0,1-1 0,0 0 0,0 0 0,1-1 0,0 1 0,0-1 0,0 0 0,0 0 0,1 0 0,-3-12 0,5 16 4,0 0 0,-1-1-1,1 1 1,0 0 0,1-1 0,-1 1-1,0-1 1,1 1 0,-1 0 0,1 0-1,0-1 1,-1 1 0,1 0 0,0 0-1,0 0 1,1 0 0,-1 0 0,0 0-1,1 0 1,-1 0 0,1 0 0,0 1-1,0-1 1,-1 0 0,1 1 0,0 0-1,0-1 1,0 1 0,0 0 0,1 0-1,1 0 1,0-1-87,0 1 1,0 0-1,0 0 1,0 0-1,0 0 1,0 1-1,0 0 1,0-1-1,1 2 1,-1-1-1,0 0 1,0 1-1,0 0 1,0 0-1,0 0 1,0 0-1,5 3 1,1 2-6744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24575,'0'3'0,"0"0"0,1-1 0,-1 1 0,1-1 0,0 1 0,0 0 0,0-1 0,0 0 0,0 1 0,1-1 0,-1 0 0,1 1 0,-1-1 0,3 2 0,5 6 0,18 14 0,-8-8 0,-8-5 0,1 0 0,-1 0 0,2 0 0,-1-1 0,1-1 0,15 8 0,-27-16 0,0-1 0,-1 1 0,1-1 0,0 1 0,0-1 0,0 0 0,0 1 0,0-1 0,-1 0 0,1 0 0,0 0 0,0 1 0,0-1 0,0 0 0,0 0 0,0 0 0,0 0 0,0-1 0,0 1 0,-1 0 0,1 0 0,0-1 0,0 1 0,0 0 0,0-1 0,0 1 0,-1-1 0,1 1 0,0-1 0,0 1 0,-1-1 0,1 1 0,0-1 0,-1 0 0,1 0 0,-1 1 0,1-1 0,-1 0 0,1 0 0,-1 1 0,1-1 0,-1 0 0,0 0 0,0 0 0,1 0 0,-1 0 0,0 0 0,0-1 0,1-6 0,0-1 0,0 1 0,-1-1 0,-1-10 0,1 9 0,-1-8 0,0 12 0,0 0 0,1 0 0,0 0 0,0 0 0,1 1 0,0-1 0,1-8 0,-1 13 0,-1 1 0,0-1 0,0 1 0,0-1 0,1 0 0,-1 1 0,0-1 0,1 1 0,-1-1 0,1 1 0,-1-1 0,1 1 0,-1-1 0,1 1 0,-1-1 0,1 1 0,-1-1 0,1 1 0,-1 0 0,1-1 0,0 1 0,-1 0 0,1 0 0,-1 0 0,1-1 0,0 1 0,-1 0 0,1 0 0,0 0 0,-1 0 0,1 0 0,0 0 0,-1 0 0,1 0 0,0 0 0,-1 1 0,1-1 0,0 0 0,-1 0 0,1 0 0,0 1 0,-1-1 0,1 0 0,-1 1 0,1-1 0,-1 1 0,2 0 0,3 3 0,0 0 0,0 0 0,8 11 0,-10-12 0,24 31 0,14 15 0,-37-45 0,0 0 0,1 0 0,-1-1 0,1 0 0,-1 1 0,1-1 0,0-1 0,8 4 0,-12-6 0,0 1 0,0-1 0,0 0 0,0 0 0,0 0 0,0 0 0,0 0 0,0 0 0,0 0 0,0 0 0,0 0 0,0 0 0,0-1 0,0 1 0,0 0 0,0-1 0,0 1 0,0-1 0,0 1 0,-1-1 0,1 1 0,0-1 0,0 1 0,0-1 0,-1 0 0,1 0 0,0 1 0,-1-1 0,1 0 0,0 0 0,-1 0 0,1 0 0,-1 0 0,0 0 0,1 0 0,-1 0 0,1-1 0,1-7 0,1 1 0,-1-1 0,1-14 0,-1 10 0,-2 10 0,1 0 0,0 0 0,-1 0 0,1 0 0,0 0 0,1 0 0,-1 0 0,1 0 0,-1 1 0,1-1 0,0 1 0,0-1 0,0 1 0,0 0 0,0-1 0,0 1 0,1 0 0,4-3 0,-4 4 0,1-1 0,-1 1 0,1 0 0,0 0 0,-1 0 0,1 0 0,0 1 0,-1 0 0,1-1 0,0 1 0,0 1 0,-1-1 0,1 0 0,0 1 0,4 1 0,0 0 0,-1 1 0,0 0 0,1 0 0,-2 1 0,1-1 0,9 8 0,35 31 0,-20-15 0,-15-14-682,19 21-1,-24-21-6143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26 24575,'-11'-4'0,"-1"-1"0,1 1 0,-1 1 0,1 0 0,-23-3 0,32 6 0,0 0 0,0 0 0,-1 0 0,1 0 0,0 0 0,-1 0 0,1 1 0,0-1 0,0 1 0,-1-1 0,1 1 0,0 0 0,0 0 0,0 0 0,0 0 0,0 0 0,0 0 0,0 1 0,1-1 0,-1 1 0,0-1 0,1 1 0,-1 0 0,1-1 0,-1 1 0,1 0 0,0 0 0,0 0 0,0 0 0,0 0 0,0 0 0,0 1 0,1-1 0,-1 0 0,1 0 0,-1 1 0,1 2 0,0 2 0,0-1 0,0 1 0,1-1 0,0 1 0,0-1 0,0 0 0,1 1 0,0-1 0,0 0 0,1 0 0,0 0 0,4 7 0,-5-10 0,0 0 0,0-1 0,0 1 0,0-1 0,1 1 0,-1-1 0,1 0 0,0 0 0,-1 0 0,1 0 0,4 2 0,-5-3 0,0-1 0,0 1 0,1 0 0,-1-1 0,0 0 0,1 1 0,-1-1 0,0 0 0,1 0 0,-1 0 0,0 0 0,1-1 0,-1 1 0,0-1 0,0 1 0,1-1 0,2-2 0,-3 3 0,0-1 0,0 0 0,-1-1 0,1 1 0,-1 0 0,1 0 0,-1-1 0,1 1 0,-1-1 0,0 1 0,0-1 0,0 1 0,0-1 0,2-3 0,7-28 0,-3 10 0,-7 23 0,0-1 0,0 1 0,0-1 0,1 1 0,-1-1 0,0 1 0,0-1 0,1 1 0,-1-1 0,0 1 0,0 0 0,1-1 0,-1 1 0,1 0 0,-1-1 0,0 1 0,1 0 0,-1-1 0,1 1 0,-1 0 0,0 0 0,1-1 0,-1 1 0,1 0 0,-1 0 0,1 0 0,0 0 0,0 0 0,0 0 0,0 1 0,-1-1 0,1 0 0,0 0 0,-1 1 0,1-1 0,0 1 0,-1-1 0,1 0 0,0 1 0,-1 0 0,1-1 0,0 1 0,4 5 0,-1 0 0,0 0 0,4 7 0,-3-5 0,8 12-78,-5-8-243,0-1-1,0 0 0,10 10 0,-7-11-6504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24575,'3'11'0,"3"4"0,0 4 0,2 0 0,0 0 0,1-1 0,1-1 0,-1-1 0,1 0 0,-2-1 0,-2-1 0,-2 1 0,-2-3-8191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24575,'8'-15'0,"2"-3"0,0 5 0,-3 9 0,-1 8 0,-3 6 0,-1 6 0,-4 3 0,-1-2-8191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24575,'3'0'0,"-1"1"0,0-1 0,0 0 0,0 1 0,1-1 0,-1 1 0,0 0 0,0 0 0,0 0 0,0 0 0,0 0 0,3 3 0,21 21 0,-1-2 0,-24-22 0,-1-1 0,1 0 0,0 1 0,-1-1 0,1 0 0,-1 0 0,1 1 0,-1-1 0,1 0 0,0 0 0,-1 0 0,1 0 0,0 0 0,-1 0 0,1 0 0,-1 0 0,1 0 0,0 0 0,-1 0 0,1 0 0,0 0 0,-1-1 0,1 1 0,-1 0 0,1 0 0,-1-1 0,1 1 0,-1 0 0,1-1 0,-1 1 0,1 0 0,-1-1 0,1 1 0,-1-1 0,1 1 0,-1-1 0,0 1 0,1-1 0,0 0 0,1-5 0,1 1 0,0 0 0,2-11 0,2 0 0,-6 14 0,0 1 0,0-1 0,0 0 0,0 1 0,1-1 0,-1 1 0,1-1 0,-1 1 0,1 0 0,0 0 0,-1 0 0,1 0 0,0 0 0,0 0 0,0 0 0,-1 0 0,1 1 0,0-1 0,0 1 0,0-1 0,0 1 0,0 0 0,0 0 0,0 0 0,0 0 0,0 0 0,0 0 0,0 1 0,4 0 0,2 1 0,-1 1 0,0-1 0,0 1 0,-1 1 0,1-1 0,10 9 0,12 8 0,-5-4 0,35 32 0,-56-46-170,-1 0-1,0 1 0,0-1 1,0 1-1,-1-1 0,1 1 1,1 4-1,1 4-6655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24575,'0'0'0,"0"0"0,0 0 0,0-1 0,0 1 0,0 0 0,0 0 0,0 0 0,0-1 0,0 1 0,0 0 0,0 0 0,0 0 0,0-1 0,0 1 0,0 0 0,0 0 0,0 0 0,0 0 0,0-1 0,0 1 0,1 0 0,-1 0 0,0 0 0,0 0 0,0-1 0,0 1 0,0 0 0,0 0 0,0 0 0,1 0 0,-1 0 0,0-1 0,0 1 0,0 0 0,0 0 0,1 0 0,-1 0 0,6 5 0,4 11 0,-2 3 0,1 0 0,0-1 0,1 0 0,1-1 0,14 17 0,-18-25 0,1 0 0,1-1 0,-1 0 0,1-1 0,0 0 0,1 0 0,0-1 0,0-1 0,0 1 0,16 5 0,46 11 0,-64-20 0,0 0 0,0-1 0,0 0 0,0-1 0,0 1 0,0-2 0,10 0 0,-16 0 0,-1 1 0,1 0 0,0-1 0,-1 0 0,1 1 0,-1-1 0,1 0 0,-1 0 0,0 1 0,1-1 0,-1 0 0,0 0 0,0-1 0,1 1 0,-1 0 0,0 0 0,1-2 0,-1 0 0,1 0 0,-1 0 0,0 0 0,0 0 0,0 0 0,0 0 0,0 0 0,0-5 0,-1-2 0,0 0 0,-1 0 0,1 0 0,-6-18 0,3 16 0,-1 0 0,11 20 0,0 2 0,0 0 0,1 0 0,0-1 0,0 0 0,1 0 0,1-1 0,-1 0 0,1-1 0,15 8 0,-9-6 0,0-1 0,1-1 0,-1 0 0,2-1 0,31 6 0,-42-10 0,1-1 0,-1 0 0,1-1 0,-1 0 0,1 0 0,0-1 0,-1 0 0,1 0 0,-1-1 0,1 0 0,8-3 0,-12 3 0,-1 1 0,1-1 0,-1 0 0,0 0 0,1-1 0,-1 1 0,0-1 0,0 1 0,-1-1 0,1 0 0,-1 0 0,1 0 0,-1 0 0,0-1 0,0 1 0,0 0 0,-1-1 0,1 0 0,-1 1 0,0-1 0,0 0 0,0 0 0,0-7 0,0-2 10,-1 0 0,-1 0 0,0 0 0,-1 0 0,0 0 0,-1 0 0,0 1 0,-1-1 0,0 1 0,-2 0 0,-6-13 0,5 13-145,0 0 0,-1 0 0,0 1 0,-1 0 0,0 0 0,-1 1 0,0 1 0,0-1 0,-1 2 0,-15-10 0,8 7-6691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31 24575,'46'-11'0,"79"-8"0,-251 31 0,-161-7 0,173-7 0,6-6 100,48 2-1565,51 5-5361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453 161 24575,'-2'-2'0,"0"-1"0,0 0 0,0 0 0,-1 1 0,1 0 0,0-1 0,-1 1 0,0 0 0,1 0 0,-6-2 0,-32-16 0,29 15 0,-42-16 0,0 3 0,-73-15 0,35 10 0,75 19 0,-13-4 0,26 7 0,5 2 0,15 5 0,-2 0 0,-1 1 0,1 0 0,-1 1 0,0 0 0,-1 2 0,0-1 0,0 1 0,-1 1 0,20 23 0,-1-4 0,63 48 0,-93-77 0,0-1 0,0 1 0,-1-1 0,1 1 0,0-1 0,0 1 0,-1 0 0,1 0 0,-1-1 0,1 1 0,0 0 0,-1 0 0,1 0 0,-1-1 0,0 1 0,1 0 0,-1 0 0,0 0 0,0 0 0,1 0 0,-1 0 0,0 0 0,0 2 0,0-2 0,-1 0 0,1 0 0,-1 0 0,0 0 0,1 1 0,-1-1 0,0 0 0,1 0 0,-1 0 0,0 0 0,0-1 0,0 1 0,0 0 0,0 0 0,-2 1 0,-4 2 0,0-1 0,0 1 0,-1-1 0,-11 3 0,-54 11-1365,52-12-5461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24575,'0'12'0,"0"-3"0,0 0 0,0-1 0,-1 1 0,0-1 0,-3 11 0,4-16 0,-1-1 0,0 0 0,0 1 0,-1-1 0,1 0 0,0 0 0,-1 0 0,1 1 0,-1-2 0,0 1 0,0 0 0,0 0 0,0 0 0,0-1 0,0 1 0,0-1 0,0 0 0,-1 0 0,1 0 0,0 0 0,-1 0 0,-2 1 0,-5 0 0,0 0 0,0-1 0,-15 1 0,-16 1 0,25 0-1365,2-1-5461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24575,'8'-1'0,"0"0"0,0 0 0,0-1 0,0 0 0,12-5 0,-10 3 0,1 1 0,14-3 0,16 0 0,-16 1 0,0 1 0,0 2 0,50 1 0,-73 1 0,0 1 0,0-1 0,0 0 0,0 1 0,0 0 0,0-1 0,0 1 0,0 0 0,0 0 0,-1 0 0,1 0 0,0 0 0,-1 0 0,1 1 0,-1-1 0,1 0 0,-1 1 0,1-1 0,-1 1 0,0 0 0,0-1 0,0 1 0,0 0 0,0 0 0,0 0 0,-1 0 0,1 0 0,0 0 0,0 3 0,0 5 0,0 1 0,0 0 0,-1 0 0,-2 16 0,0-4 0,2-7 0,-1 0 0,-6 31 0,5-41 0,1-1 0,-1 1 0,-1 0 0,1-1 0,-1 1 0,0-1 0,0 0 0,-1 0 0,1 0 0,-9 9 0,-30 17 0,42-31 0,0 0 0,0 0 0,0 0 0,0 0 0,-1 0 0,1 0 0,0 0 0,0 0 0,0 0 0,0 0 0,0 0 0,0 0 0,0 0 0,0 0 0,0 0 0,0 0 0,-1 1 0,1-1 0,0 0 0,0 0 0,0 0 0,0 0 0,0 0 0,0 0 0,0 0 0,0 0 0,0 0 0,0 1 0,0-1 0,0 0 0,0 0 0,0 0 0,0 0 0,0 0 0,0 0 0,0 0 0,0 0 0,0 1 0,0-1 0,0 0 0,0 0 0,0 0 0,0 0 0,0 0 0,0 0 0,0 0 0,0 0 0,0 0 0,0 0 0,1 1 0,-1-1 0,0 0 0,0 0 0,0 0 0,0 0 0,0 0 0,0 0 0,0 0 0,0 0 0,10 1 0,20-3 0,-24 2 0,80-9 0,69-2 0,-149 11-151,1 0-1,-1 0 0,1-1 0,-1 1 1,1-2-1,-1 1 0,0-1 1,10-3-1,-6-1-6674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0,0 1 0,3 2 0,0 0 0,3 0 0,0 1 0,1-1 0,0 0 0,-1 0 0,-2 0 0,-2 0 0,0-3-8191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24575,'0'3'0,"2"2"0,1 5 0,3 4 0,0 2 0,2 2 0,1 0 0,0-1 0,1 0 0,1-1 0,-2-1 0,1 0 0,1 0 0,-2-1 0,1-1 0,-2-2 0,1-2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13 24575,'-33'-3'0,"-15"0"0,-5 0 0,4 0 0,5 4 0,6 1 0,6 0 0,3 3 0,5 0 0,1 0 0,0 1 0,1-1 0,1 0 0,3 0 0,3 1-8191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24575,'2'-9'0,"3"12"0,3 14 0,32 98 0,-18-48 0,38 80 0,-48-122 0,-6-10 0,1-2 0,10 17 0,-15-28-1365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24575,'-4'0'0,"-1"1"0,0 0 0,0 0 0,1 0 0,-1 0 0,1 1 0,-1 0 0,1 0 0,0 0 0,0 0 0,0 1 0,-7 4 0,9-6 0,0 1 0,1-1 0,-1 1 0,0 0 0,0 0 0,1-1 0,-1 1 0,1 0 0,0 0 0,-1 1 0,1-1 0,0 0 0,0 0 0,1 1 0,-1-1 0,0 0 0,1 1 0,-1-1 0,1 0 0,0 1 0,0-1 0,0 1 0,0-1 0,0 1 0,0-1 0,1 4 0,1-4 0,-1 1 0,0-1 0,1 0 0,-1 1 0,1-1 0,0 0 0,0 0 0,0 0 0,0 0 0,0 0 0,0-1 0,0 1 0,1-1 0,-1 1 0,1-1 0,-1 0 0,5 2 0,6 1 0,1 0 0,15 3 0,-21-5 0,18 2 0,0-1 0,1-1 0,27-2 0,19 2 0,-68-2-151,-1 0-1,0 1 0,1 0 0,-1 0 1,0 0-1,0 0 0,0 1 1,5 1-1,0 3-6674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24575,'27'-8'0,"13"-2"0,0 1 0,-2 1 0,-4 3 0,-5 1 0,-7 2-8191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1520 12 24575,'-2'-1'0,"1"0"0,-1 0 0,0-1 0,0 1 0,1 0 0,-1 0 0,0 1 0,0-1 0,0 0 0,0 1 0,0-1 0,0 1 0,-1 0 0,1-1 0,0 1 0,-3 0 0,-5 1 0,0 0 0,-12 3 0,-3 0 0,-36 3 0,-64 3 0,-454-9 0,288-2 0,198 9 0,2 0 0,-73-9-1365,152 1-5461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52 163 24575,'0'-1'0,"0"0"0,-1-1 0,1 1 0,-1 0 0,1 0 0,0 0 0,-1 0 0,0 1 0,1-1 0,-1 0 0,1 0 0,-1 0 0,0 0 0,-1-1 0,-1 5 0,1 9 0,-3 28 0,2-26 0,2-1 0,0 1 0,0 0 0,2 13 0,37 188 0,-40-275 0,-52-274 0,50 317 0,-2-12 0,6 29 0,0 0 0,0-1 0,0 1 0,0 0 0,0 0 0,0 0 0,0-1 0,0 1 0,0 0 0,0 0 0,0 0 0,0 0 0,0-1 0,0 1 0,0 0 0,1 0 0,-1 0 0,0-1 0,0 1 0,0 0 0,0 0 0,0 0 0,0 0 0,0 0 0,0-1 0,1 1 0,-1 0 0,0 0 0,0 0 0,0 0 0,0 0 0,1 0 0,-1-1 0,6 4 0,8 11 0,-14-13 0,31 33 0,2-1 0,0-2 0,62 44 0,-50-44 0,1-1 0,68 31 0,-9-12 0,-105-49 0,1 0 0,-1 1 0,0-1 0,1 0 0,-1 0 0,1 0 0,-1 0 0,1 0 0,-1 1 0,1-1 0,-1 0 0,1 0 0,-1 0 0,0 0 0,1 0 0,-1 0 0,1 0 0,-1-1 0,1 1 0,-1 0 0,1 0 0,-1 0 0,0 0 0,1 0 0,-1-1 0,1 1 0,-1 0 0,0 0 0,1-1 0,0 0 0,-1 0 0,1 0 0,-1 0 0,1 0 0,-1 0 0,1 0 0,-1 0 0,0 0 0,0 0 0,0-1 0,0 1 0,1 0 0,-2-2 0,1-6 0,-1 0 0,-4-14 0,4 18 0,-36-161 0,28 131 0,1 0 0,3 8 0,-13-34 0,18 59-124,-1 0 0,0 0 0,0 1 0,0-1 0,0 0 0,-1 0-1,1 0 1,0 1 0,-1-1 0,-1-1 0,-5-2-6702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90 182 24575,'35'0'0,"-1"-2"0,0-1 0,0-2 0,0-1 0,59-20 0,-88 25 0,0-1 0,-1 0 0,1 0 0,-1-1 0,0 1 0,0-1 0,0 0 0,0 0 0,5-6 0,-8 8 0,0-1 0,0 1 0,0-1 0,0 1 0,0-1 0,0 0 0,-1 1 0,1-1 0,0 0 0,-1 0 0,1 1 0,-1-1 0,0 0 0,0 0 0,0 0 0,0 0 0,0 1 0,0-1 0,0 0 0,0 0 0,-1 0 0,1 0 0,-1 1 0,1-1 0,-1 0 0,0 1 0,1-1 0,-2-2 0,-1 0 0,0 0 0,1 1 0,-1-1 0,-1 0 0,1 1 0,0-1 0,-1 1 0,0 0 0,1 1 0,-1-1 0,0 0 0,-1 1 0,1 0 0,0 0 0,-1 0 0,1 1 0,-1-1 0,-8 0 0,-5 0 0,0 0 0,0 2 0,-30 2 0,2 0 0,45-2 0,-14 0 0,-1 0 0,-19 4 0,29-3 0,0 0 0,1 1 0,0 0 0,-1 0 0,1 1 0,0-1 0,0 1 0,0 0 0,-7 6 0,8-5 0,-1 0 0,1 0 0,1 0 0,-1 1 0,1-1 0,-1 1 0,1 0 0,1 0 0,-1 0 0,1 1 0,0-1 0,0 0 0,0 1 0,-1 8 0,1 7 0,0-1 0,2 37 0,0-31 0,0-22 0,1 1 0,-1 0 0,1-1 0,0 1 0,0-1 0,0 1 0,0-1 0,1 1 0,0-1 0,0 0 0,0 0 0,0 0 0,4 4 0,-2-3 0,0 0 0,0-1 0,1 0 0,0 0 0,0 0 0,0 0 0,0-1 0,10 5 0,5 0 0,1-1 0,0 0 0,0-2 0,32 4 0,224 20 0,-251-27 0,-19-1-119,-4 0 36,0-1 0,0 0 0,-1 1-1,1-1 1,0 0 0,0 0 0,-1-1 0,1 1 0,0-1 0,0 1 0,-1-1 0,1 0 0,-1 0 0,5-2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17 24575,'-3'-2'0,"0"0"0,1 0 0,-1 0 0,0 1 0,0-1 0,0 1 0,0 0 0,0 0 0,-6-2 0,8 3 0,0 0 0,0 0 0,1 0 0,-1 0 0,0 0 0,0 0 0,0 1 0,1-1 0,-1 0 0,0 0 0,0 1 0,1-1 0,-1 0 0,0 1 0,1-1 0,-1 0 0,0 1 0,0 0 0,0 0 0,0 0 0,1 0 0,-1 1 0,0-1 0,0 0 0,1 0 0,-1 1 0,1-1 0,-1 0 0,1 1 0,0-1 0,0 0 0,-1 3 0,1 6 0,-1 0 0,2 0 0,-1 0 0,1 1 0,1-1 0,0 0 0,3 9 0,28 70 0,-20-58 0,-3-4 0,50 140 0,-54-145 0,-1 0 0,-1 0 0,0 1 0,-2 0 0,-1 38 0,-1-58 0,0 0 0,0 0 0,-1 0 0,1 0 0,-1 0 0,0 0 0,0-1 0,0 1 0,0 0 0,-1 0 0,1-1 0,-1 1 0,1-1 0,-1 1 0,0-1 0,0 1 0,0-1 0,0 0 0,0 0 0,-5 3 0,4-3 0,0-1 0,0 0 0,-1 0 0,1 0 0,0 0 0,0-1 0,0 1 0,-1-1 0,1 1 0,0-1 0,0 0 0,-1-1 0,1 1 0,0 0 0,0-1 0,-1 0 0,1 0 0,0 0 0,-4-2 0,-4-2 0,0-1 0,0 0 0,0 0 0,1-1 0,0-1 0,0 0 0,1 0 0,0-1 0,0 0 0,-10-14 0,13 14 0,0 1 0,1-1 0,0-1 0,0 1 0,1-1 0,0 1 0,1-1 0,0 0 0,0 0 0,1-1 0,1 1 0,-1-20 0,2 26 0,0-1 0,1 0 0,-1 1 0,1-1 0,0 0 0,1 1 0,-1-1 0,1 1 0,0 0 0,0-1 0,0 1 0,0 0 0,1 0 0,5-6 0,-3 5 0,0 0 0,1 1 0,0-1 0,-1 1 0,1 0 0,1 1 0,-1-1 0,13-3 0,2 0 0,1 1 0,0 2 0,0 0 0,0 1 0,25 1 0,-28 2-39,-10 0-403,1-1 0,13-1 0,-12-1-6384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24575,'0'2'0,"-2"4"0,-2 3 0,-1 3 0,-1 1 0,1-1-8191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24575,'11'-12'0,"1"1"0,0 0 0,1 1 0,0 1 0,25-14 0,-34 21 0,1-1 0,-1 2 0,1-1 0,0 1 0,0-1 0,-1 1 0,1 0 0,0 1 0,0-1 0,0 1 0,0 0 0,0 1 0,0-1 0,0 1 0,0 0 0,0 0 0,-1 0 0,1 1 0,0-1 0,-1 1 0,1 0 0,7 6 0,-9-7 0,-1 1 0,0 0 0,1 0 0,-1 0 0,0 0 0,-1 0 0,1 0 0,0 0 0,-1 1 0,1-1 0,-1 1 0,1-1 0,-1 1 0,0-1 0,0 1 0,-1 0 0,1 0 0,0-1 0,-1 1 0,0 0 0,1 0 0,-1 0 0,0 0 0,-1-1 0,1 1 0,0 0 0,-1 0 0,0 0 0,-1 4 0,-2 3 0,0 1 0,-1-1 0,0 0 0,-1 0 0,0 0 0,-8 9 0,-9 4 0,16-16 0,0 0 0,0 0 0,-6 8 0,12-13 0,0-1 0,0 1 0,0 0 0,0-1 0,0 1 0,1 0 0,-1 0 0,0 0 0,1-1 0,0 1 0,-1 0 0,1 0 0,0 0 0,0 0 0,0 0 0,0 0 0,0 0 0,0 0 0,1-1 0,0 4 0,0-3 0,0 0 0,0 0 0,0 0 0,0-1 0,1 1 0,-1 0 0,0-1 0,1 0 0,0 1 0,-1-1 0,1 0 0,0 1 0,-1-1 0,1 0 0,0 0 0,0-1 0,2 2 0,6 1 0,0 0 0,13 2 0,-9-2 0,1 0 0,0-1 0,0 0 0,0-1 0,0-1 0,1-1 0,-1 0 0,0 0 0,0-2 0,0 0 0,28-9 0,-41 11-76,0 0 1,-1 0-1,1 0 0,0 0 0,0 0 0,-1 0 0,1 0 0,-1 0 1,1 0-1,-1-1 0,1 1 0,-1-1 0,0 1 0,0-1 1,0 0-1,0 1 0,1-4 0,2-5-6750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24575,'5'15'0,"5"10"0,2 4 0,2-2 0,1-2 0,1 0 0,-3-2 0,-1-3 0,1-2 0,-1-1 0,-1-2 0,-3-2-8191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24575,'21'23'0,"8"9"0,2 3 0,-1 0 0,-4-4 0,-6-4 0,-4-7 0,-5-4 0,-4-6-8191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74 24575,'-28'-13'0,"-14"-4"0,-4 1 0,2 4 0,4 2 0,6 5 0,5 4 0,3 6 0,5 1 0,0 3 0,2 2 0,1-1 0,1 1 0,1 0 0,1 2 0,3-2-8191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24575,'19'29'0,"-1"1"0,-2 1 0,21 54 0,-19-42 0,30 61 0,67 110 0,-110-207-83,-4-6 3,0 0 0,1 0 0,-1 1 0,0-1-1,-1 1 1,1-1 0,0 1 0,0-1 0,0 1 0,-1-1 0,1 1-1,-1-1 1,0 1 0,1 0 0,-1 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24575,'-23'0'0,"1"1"0,-29 5 0,46-5 0,-1 0 0,0 0 0,0 1 0,1 0 0,-1 0 0,1 0 0,0 1 0,-1-1 0,1 1 0,0 1 0,1-1 0,-1 1 0,1 0 0,-5 4 0,7-6 0,1 0 0,-1 0 0,1 0 0,0 0 0,0 0 0,0 0 0,-1 0 0,2 0 0,-1 1 0,0-1 0,0 0 0,1 1 0,0-1 0,-1 1 0,1-1 0,0 0 0,0 1 0,0-1 0,0 1 0,1-1 0,-1 1 0,1-1 0,-1 0 0,1 1 0,0-1 0,0 0 0,2 4 0,0-2 0,-1-1 0,1 1 0,0-1 0,0 0 0,0 0 0,1 0 0,-1 0 0,1-1 0,0 1 0,-1-1 0,1 0 0,0 0 0,0-1 0,7 3 0,32 7 57,66 7 0,-16-3-1536,-78-12-5347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73 24575,'0'-13'0,"0"7"0,0 0 0,0-1 0,0 1 0,1 0 0,0-1 0,3-10 0,-4 17 0,0-1 0,0 1 0,0 0 0,0 0 0,0 0 0,0 0 0,0 0 0,0-1 0,0 1 0,0 0 0,0 0 0,0 0 0,0 0 0,0 0 0,1-1 0,-1 1 0,0 0 0,0 0 0,0 0 0,0 0 0,0 0 0,0 0 0,0 0 0,0 0 0,1-1 0,-1 1 0,0 0 0,0 0 0,0 0 0,0 0 0,0 0 0,1 0 0,-1 0 0,0 0 0,0 0 0,0 0 0,0 0 0,0 0 0,1 0 0,1 6 0,1 10 0,-2 3 0,-1 1 0,0-1 0,-1 0 0,-1 0 0,-1 0 0,-1 0 0,0 0 0,-1-1 0,-2 1 0,0-1 0,0-1 0,-15 25 0,-39 49 0,35-55 0,1 1 0,3 1 0,-21 46 0,6 3 44,-18 47-1453,50-121-5417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50 24575,'-2'0'0,"0"0"0,1 0 0,-1 0 0,0 0 0,1 1 0,-1-1 0,0 1 0,1-1 0,-1 1 0,1-1 0,-1 1 0,1 0 0,-1 0 0,1 0 0,0 0 0,-1 0 0,1 0 0,-2 2 0,2-1 0,-1 0 0,0 1 0,1-1 0,0 1 0,-1-1 0,1 1 0,0 0 0,0 0 0,0 4 0,-1 4 0,1 0 0,0 0 0,1 0 0,2 16 0,2 2 0,14 50 0,-3-19 0,-15-59 0,0-1 0,0 1 0,0 0 0,1 0 0,-1 0 0,0 0 0,0 0 0,0 0 0,-1 0 0,1 0 0,0 0 0,-1 2 0,1-3 0,0 0 0,0 0 0,0 0 0,0 0 0,0 1 0,-1-1 0,1 0 0,0 0 0,0 0 0,0 0 0,-1 0 0,1 1 0,0-1 0,0 0 0,0 0 0,-1 0 0,1 0 0,0 0 0,0 0 0,0 0 0,-1 0 0,1 0 0,0 0 0,0 0 0,-1 0 0,1 0 0,0 0 0,0 0 0,0 0 0,-1 0 0,1 0 0,0 0 0,-2-1 0,1 0 0,0 0 0,-1 1 0,1-1 0,0 0 0,0 0 0,-1 0 0,1 0 0,0-1 0,0 1 0,0 0 0,1 0 0,-1-1 0,-1 0 0,-9-21 0,1 0 0,0-1 0,-6-28 0,13 41 0,0 0 0,2 1 0,-1-1 0,1 0 0,1 0 0,0 0 0,0 0 0,1 0 0,1 1 0,2-12 0,-3 20 0,-1-1 0,1 1 0,0 0 0,0 0 0,0 0 0,0 0 0,0 0 0,0 0 0,1 0 0,-1 0 0,0 1 0,1-1 0,0 0 0,-1 1 0,1-1 0,0 1 0,3-2 0,-4 2 0,1 1 0,0-1 0,0 1 0,0 0 0,0-1 0,0 1 0,0 0 0,0 0 0,0 0 0,-1 0 0,1 1 0,0-1 0,0 0 0,0 1 0,0-1 0,0 1 0,-1 0 0,1 0 0,0 0 0,0 0 0,1 1 0,14 10 0,0 2 0,0 0 0,-2 1 0,27 31 0,-5-4 0,-22-27 0,62 60 0,-68-67 0,1-1 0,0 1 0,0-2 0,1 0 0,0 0 0,18 7 0,-28-13 0,1 1 0,-1-1 0,0 0 0,0 0 0,0 1 0,1-1 0,-1 0 0,0 0 0,0 0 0,1 0 0,-1 0 0,0 0 0,0-1 0,0 1 0,1 0 0,-1-1 0,0 1 0,0 0 0,0-1 0,0 0 0,0 1 0,0-1 0,0 0 0,0 1 0,0-1 0,0 0 0,0 0 0,0 0 0,0 0 0,-1 0 0,1 0 0,0 0 0,-1 0 0,1 0 0,-1 0 0,1 0 0,-1 0 0,1 0 0,-1 0 0,0-2 0,2-6 0,0 1 0,-1 0 0,0-1 0,-1-12 0,0 17 0,1-25-195,-2 1 0,-1-1 0,-1 0 0,-2 0 0,-1 1 0,-15-44 0,17 61-6631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864 4 24575,'-2'0'0,"-410"8"0,80-1 0,295-8 0,30 1-106,-34-2 345,39 2-332,0 0-1,0 0 0,0-1 1,0 1-1,0-1 0,-1 0 1,1 0-1,1 1 1,-1-1-1,0-1 0,0 1 1,0 0-1,0 0 0,1-1 1,-3-1-1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408 249 24575,'-283'-157'0,"254"141"0,1 0 0,-27-22 0,53 37 0,1 0 0,0 0 0,0-1 0,0 1 0,0 0 0,0 0 0,0-1 0,0 1 0,0 0 0,1-1 0,-1-1 0,0 3 0,1 0 0,0 0 0,0-1 0,0 1 0,0 0 0,0 0 0,0 0 0,0 0 0,0 0 0,0-1 0,0 1 0,0 0 0,0 0 0,0 0 0,0 0 0,0 0 0,0 0 0,0-1 0,0 1 0,0 0 0,0 0 0,0 0 0,1 0 0,-1 0 0,0 0 0,0-1 0,0 1 0,0 0 0,0 0 0,0 0 0,0 0 0,0 0 0,0 0 0,1 0 0,-1 0 0,0 0 0,0 0 0,0-1 0,0 1 0,11 4 0,64 52 0,-37-27 0,169 135 0,-200-158 0,32 30 0,-36-34 0,-1 1 0,1 0 0,-1 0 0,1 1 0,-1-1 0,0 0 0,-1 1 0,1-1 0,-1 1 0,3 6 0,-4-8 0,0-1 0,0 0 0,0 0 0,0 0 0,0 1 0,-1-1 0,1 0 0,0 0 0,0 0 0,-1 1 0,1-1 0,-1 0 0,1 0 0,-1 0 0,0 0 0,1 0 0,-1 0 0,0 0 0,0 0 0,1 0 0,-1 0 0,0 0 0,0-1 0,0 1 0,0 0 0,0-1 0,0 1 0,0 0 0,-1-1 0,1 0 0,0 1 0,-1-1 0,-6 3 0,1-1 0,-1 0 0,-14 1 0,19-3 0,-60 5-42,-80-5 0,76-1-1239,40 1-5545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0,0 0 0,0 0 0,1 1 0,-1-1 0,0 0 0,1 0 0,-1 0 0,1-1 0,0 2 0,-1 0 0,0 0 0,1 0 0,-1 0 0,1 1 0,-1-1 0,0 0 0,1 0 0,-1 0 0,0 1 0,1-1 0,-1 0 0,0 1 0,0-1 0,1 0 0,-1 1 0,0-1 0,0 0 0,0 1 0,1-1 0,-1 0 0,0 1 0,0 0 0,15 34 0,-14-32 0,23 66 0,70 182 0,-88-237 0,7 15 0,-1 0 0,-2 1 0,12 51 0,-22-77 0,1 0 0,-1-1 0,0 1 0,0 0 0,-1 0 0,1-1 0,-1 1 0,-1 5 0,2-8 0,0-1 0,-1 1 0,1 0 0,0-1 0,-1 1 0,1 0 0,0 0 0,-1-1 0,1 1 0,-1 0 0,1-1 0,-1 1 0,1-1 0,-1 1 0,0-1 0,1 1 0,-1-1 0,0 1 0,1-1 0,-1 0 0,0 1 0,1-1 0,-1 0 0,0 0 0,0 1 0,1-1 0,-1 0 0,0 0 0,0 0 0,0 0 0,1 0 0,-1 0 0,0 0 0,0 0 0,1 0 0,-1 0 0,0-1 0,0 1 0,0 0 0,1 0 0,-1-1 0,0 1 0,1-1 0,-1 1 0,0-1 0,-2-1 0,-1 0 0,1 0 0,1-1 0,-1 1 0,0-1 0,0 1 0,1-1 0,0 0 0,0 0 0,-1 0 0,2 0 0,-1-1 0,0 1 0,1-1 0,-1 1 0,1-1 0,0 1 0,0-1 0,0-6 0,0 8 0,1 0 0,0 0 0,0 0 0,0 0 0,0-1 0,1 1 0,-1 0 0,1 0 0,-1 0 0,1 0 0,0 0 0,-1 0 0,1 0 0,0 0 0,1 0 0,-1 0 0,0 0 0,0 1 0,1-1 0,-1 0 0,1 1 0,-1-1 0,1 1 0,0 0 0,-1 0 0,1-1 0,0 1 0,0 0 0,0 0 0,0 1 0,0-1 0,0 0 0,0 1 0,4-1 0,3-1 0,1 1 0,0 1 0,0 0 0,0 0 0,0 1 0,-1 0 0,1 1 0,0 0 0,18 7 0,4 3 0,44 25 0,-75-37 0,26 14 0,29 21 0,-47-29 0,-1 1 0,1 0 0,-1 0 0,0 1 0,-1 0 0,11 15 0,-17-21 0,1 0 0,-1 0 0,0 0 0,0 1 0,0-1 0,0 0 0,0 1 0,-1-1 0,1 1 0,-1-1 0,1 1 0,-1-1 0,0 1 0,0-1 0,0 1 0,-1 2 0,1-3 0,-1 0 0,0 0 0,1 0 0,-1 0 0,0-1 0,0 1 0,-1 0 0,1 0 0,0-1 0,-1 1 0,1-1 0,-1 1 0,1-1 0,-1 1 0,1-1 0,-1 0 0,0 0 0,0 0 0,-3 1 0,-8 3 0,1 0 0,-1-1 0,-1-1 0,1 0 0,-16 1 0,-69 0 0,63-5 0,0-1 0,0-2 0,0-2 0,-42-12 0,75 18 0,0-1 0,0 1 0,0-1 0,1 1 0,-1-1 0,0 0 0,1 0 0,-1 0 0,0 0 0,1 0 0,-1-1 0,1 1 0,0 0 0,-2-2 0,3 2 0,-1 0 0,1 0 0,0 0 0,-1 0 0,1 0 0,0 0 0,0 0 0,0 0 0,0 0 0,0 0 0,0 0 0,0 0 0,0 0 0,1 0 0,-1 0 0,0 0 0,0 0 0,1 0 0,-1 0 0,1 0 0,-1 0 0,1 1 0,-1-1 0,1 0 0,0 0 0,-1 0 0,2 0 0,5-7-341,1 0 0,0 1-1,16-11 1,-12 10-6485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69 24575,'-7'-3'0,"-36"-15"0,0 2 0,-53-13 0,93 28 0,-1 0 0,1 1 0,0 0 0,-1-1 0,1 1 0,0 1 0,0-1 0,-1 0 0,1 1 0,-4 0 0,6 0 0,1-1 0,-1 0 0,0 1 0,1-1 0,-1 0 0,0 1 0,1-1 0,-1 1 0,1-1 0,-1 1 0,1-1 0,-1 1 0,1-1 0,-1 1 0,1-1 0,0 1 0,-1 0 0,1-1 0,-1 2 0,1-1 0,0 1 0,0-1 0,0 0 0,0 0 0,0 1 0,0-1 0,0 0 0,1 1 0,-1-1 0,0 0 0,1 0 0,-1 0 0,1 1 0,-1-1 0,1 1 0,4 5 0,0 1 0,0-1 0,0 0 0,1-1 0,10 10 0,35 27 0,-40-35 0,-2 0 0,1-1 0,0 0 0,0-1 0,1 0 0,-1 0 0,2-1 0,-1-1 0,0 1 0,1-2 0,0 0 0,-1 0 0,1-1 0,0-1 0,1 0 0,-1 0 0,16-2 0,-26 0 0,0 1 0,0 0 0,0-1 0,-1 1 0,1-1 0,0 1 0,0-1 0,0 0 0,0 0 0,-1 0 0,1 0 0,0 0 0,-1 0 0,1 0 0,-1-1 0,1 1 0,-1 0 0,0-1 0,2-1 0,-2 1 0,0-1 0,0 1 0,0-1 0,0 1 0,0-1 0,-1 1 0,1-1 0,-1 0 0,1 1 0,-1-1 0,0 1 0,-1-6 0,1 3 0,-1-1 0,0 1 0,-1-1 0,1 1 0,-1-1 0,0 1 0,0 0 0,-1 0 0,0 0 0,0 0 0,0 0 0,-6-6 0,9 10 0,-1 1 0,1-1 0,0 1 0,-1-1 0,1 1 0,-1-1 0,1 1 0,-1-1 0,1 1 0,-1-1 0,0 1 0,1 0 0,-1-1 0,1 1 0,-1 0 0,0-1 0,1 1 0,-1 0 0,0 0 0,1 0 0,-1 0 0,0 0 0,1 0 0,-1 0 0,0 0 0,1 0 0,-1 0 0,0 0 0,1 0 0,-1 0 0,0 0 0,1 1 0,-1-1 0,0 0 0,1 1 0,-1-1 0,1 0 0,-1 1 0,1-1 0,-1 1 0,0-1 0,1 0 0,0 1 0,-1-1 0,1 1 0,-1 0 0,1-1 0,0 1 0,-1 0 0,0 2 0,0-1 0,0 0 0,0 1 0,0-1 0,1 1 0,-1-1 0,1 1 0,-1 0 0,1-1 0,0 1 0,1 5 0,1 0 9,0 0 1,1-1-1,0 1 0,0 0 0,1-1 1,0 0-1,0 0 0,0 0 0,1 0 0,0-1 1,1 1-1,9 7 0,-6-5-195,1-2 1,-1 1-1,2-1 0,-1-1 1,1 0-1,0 0 1,21 7-1,-22-10-6640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84 24575,'-9'-8'0,"0"-3"0,-1 2 0,0-1 0,0 2 0,-1-1 0,0 1 0,-17-8 0,27 15 0,0 1 0,0-1 0,0 1 0,0-1 0,0 1 0,0 0 0,0-1 0,0 1 0,-1 0 0,1 0 0,0 0 0,0 0 0,0 0 0,-1 0 0,1 0 0,0 0 0,0 0 0,0 1 0,-2 0 0,3-1 0,-1 1 0,0-1 0,1 1 0,-1-1 0,1 1 0,-1 0 0,1-1 0,-1 1 0,1 0 0,-1 0 0,1-1 0,0 1 0,-1 0 0,1 0 0,0 0 0,0 0 0,-1-1 0,1 1 0,0 2 0,0 3 0,1 1 0,-1-1 0,1 0 0,0 1 0,3 7 0,2 4 0,0-1 0,1 1 0,1-2 0,1 1 0,0-1 0,1 0 0,21 25 0,49 52 0,-77-89 0,1-1 0,-1 1 0,0 0 0,0 0 0,2 4 0,-4-7 0,-1-1 0,0 1 0,0-1 0,1 0 0,-1 1 0,0-1 0,0 1 0,1-1 0,-1 1 0,0-1 0,0 1 0,0-1 0,0 1 0,0-1 0,0 1 0,0-1 0,0 1 0,0-1 0,0 1 0,0-1 0,0 1 0,-1-1 0,1 1 0,0-1 0,0 1 0,0-1 0,-1 1 0,1-1 0,0 1 0,0-1 0,-1 0 0,1 1 0,0-1 0,-1 1 0,1-1 0,-1 0 0,1 0 0,0 1 0,-1-1 0,1 0 0,-1 0 0,1 1 0,-1-1 0,1 0 0,-1 0 0,1 0 0,-2 1 0,-4 0 0,-1 0 0,0-1 0,0 1 0,0-1 0,0 0 0,0-1 0,0 0 0,0 0 0,-7-2 0,-62-22 0,68 22 0,-2-1-341,1 0 0,0-1-1,-17-10 1,17 9-6485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24575,'-3'8'0,"0"4"0,0 3 0,3 0 0,1-2 0,1 1 0,0 0 0,2-3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24575,'0'-20'0,"0"-4"0,2 4 0,2 11 0,-1 12 0,-1 8 0,0 7 0,-1 3 0,0-2-8191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24575,'-5'-6'0,"-20"-17"0,24 23 0,0-1 0,0 0 0,0 0 0,0 0 0,-1 1 0,1-1 0,0 0 0,0 1 0,-1-1 0,1 1 0,0 0 0,-1-1 0,1 1 0,-1 0 0,1 0 0,0 0 0,-1 0 0,1 0 0,-2 0 0,2 1 0,0 0 0,0 0 0,0 0 0,0-1 0,0 1 0,0 0 0,0 0 0,0 1 0,0-1 0,1 0 0,-1 0 0,0 0 0,1 0 0,-1 1 0,1-1 0,0 0 0,-1 1 0,1-1 0,0 0 0,0 1 0,0-1 0,0 0 0,0 1 0,0-1 0,0 0 0,0 3 0,6 37 0,0-21 0,-1 1 0,2-1 0,1 0 0,0 0 0,2-1 0,0 0 0,1-1 0,1 0 0,0-1 0,26 27 0,-37-44 0,0 1 0,-1 0 0,1-1 0,0 1 0,-1 0 0,1 0 0,-1-1 0,1 1 0,-1 0 0,1 0 0,-1 0 0,0 0 0,1-1 0,-1 1 0,0 0 0,1 1 0,-2-1 0,1-1 0,0 0 0,0 1 0,0-1 0,0 0 0,0 1 0,-1-1 0,1 0 0,0 1 0,0-1 0,0 0 0,-1 1 0,1-1 0,0 0 0,-1 0 0,1 1 0,0-1 0,-1 0 0,1 0 0,0 0 0,-1 1 0,1-1 0,0 0 0,-1 0 0,0 0 0,-3 1 0,-1 0 0,0-1 0,0 1 0,-8-2 0,7 1 0,-202-2-1365,183 2-5461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246 111 24575,'-11'-8'0,"-15"-12"0,0 2 0,0 0 0,-41-18 0,63 34 0,0 0 0,0 1 0,0 0 0,-1-1 0,1 1 0,-1 1 0,1-1 0,-9 1 0,12 0 0,-1 0 0,0 0 0,1 0 0,-1 1 0,1-1 0,-1 1 0,1-1 0,-1 1 0,1 0 0,-1-1 0,1 1 0,0 0 0,-1 0 0,1 0 0,0 0 0,0 0 0,0 0 0,0 1 0,0-1 0,0 0 0,0 1 0,0-1 0,0 0 0,1 1 0,-1-1 0,0 1 0,0 1 0,-1 7 0,0-1 0,0 1 0,1 0 0,0 0 0,1 17 0,6 52 0,-5-69 0,5 30 0,2 0 0,23 71 0,39 71 0,-22-65 0,-28-62 0,22 54 0,-4-29 0,-37-77-1365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90 24575,'-31'-7'0,"-14"-3"0,-5-2 0,2 0 0,5 1 0,6 2 0,6 2 0,6 0 0,5 1 0,4 2 0,1 1 0,3 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77 277 24575,'-1'1'0,"1"-1"0,0 0 0,-1 1 0,1-1 0,0 1 0,-1-1 0,1 1 0,0-1 0,0 1 0,0-1 0,-1 1 0,1-1 0,0 1 0,0-1 0,0 1 0,0 0 0,0-1 0,0 1 0,0-1 0,0 1 0,0-1 0,0 1 0,0-1 0,1 1 0,-1-1 0,0 1 0,0-1 0,0 1 0,1-1 0,-1 1 0,0-1 0,1 1 0,-1-1 0,0 1 0,1-1 0,-1 0 0,1 1 0,-1-1 0,1 0 0,-1 1 0,0-1 0,1 0 0,-1 0 0,1 1 0,0-1 0,0 1 0,0-1 0,0 1 0,0-1 0,0 1 0,0-1 0,0 0 0,0 1 0,0-1 0,0 0 0,1 0 0,-1 0 0,0 0 0,0 0 0,0 0 0,0 0 0,0 0 0,0 0 0,0 0 0,0-1 0,0 1 0,0 0 0,0-1 0,0 1 0,2-2 0,-1 0 0,-1 0 0,0 0 0,1 0 0,-1 0 0,0 0 0,0 0 0,0 0 0,-1 0 0,1 0 0,0-1 0,-1 1 0,0 0 0,1-1 0,-1 1 0,0 0 0,0-1 0,0 1 0,0 0 0,-1-1 0,1 1 0,-1 0 0,1-1 0,-2-2 0,-2-5 0,1 1 0,-1 0 0,-1-1 0,-5-7 0,-81-117 0,90 131 0,2 2 0,9 7 0,18 17 0,-21-18 0,10 8 0,1-1 0,0 0 0,0-2 0,1 0 0,1-1 0,-1-1 0,2-1 0,-1 0 0,1-2 0,-1 0 0,1-2 0,1 0 0,39 0 0,-56-3 0,1-1 0,-1 1 0,1-1 0,0 0 0,-1-1 0,0 1 0,1-1 0,6-3 0,-10 4 0,0-1 0,0 1 0,0-1 0,0 1 0,0-1 0,0 1 0,0-1 0,-1 0 0,1 0 0,-1 0 0,1 0 0,-1 0 0,0 0 0,0-1 0,0 1 0,0 0 0,0-1 0,0 1 0,-1 0 0,1-1 0,-1-3 0,1-1 0,-1 0 0,0 0 0,0-1 0,-1 1 0,0 0 0,-1 0 0,1-1 0,-5-9 0,5 13 0,0 1 0,-1 0 0,0-1 0,1 1 0,-1 0 0,0 0 0,0 0 0,-1 0 0,1 1 0,-1-1 0,1 1 0,-1-1 0,0 1 0,0 0 0,0 0 0,0 0 0,0 0 0,0 0 0,-4 0 0,6 1 0,-1 1 0,1 0 0,0-1 0,-1 1 0,1 0 0,0 0 0,0 0 0,-1 0 0,1 0 0,0 0 0,-1 1 0,1-1 0,0 0 0,-1 1 0,1-1 0,0 1 0,0-1 0,0 1 0,0-1 0,-2 2 0,1 0 0,0 0 0,0 0 0,0 0 0,0 0 0,1 0 0,-1 0 0,1 1 0,0-1 0,-2 4 0,0 3 0,0-1 0,1 1 0,0 0 0,0-1 0,0 11 0,1-11 0,1 0 0,1 1 0,-1-1 0,2 1 0,-1-1 0,1 0 0,0 1 0,0-1 0,1 0 0,1-1 0,-1 1 0,8 12 0,-7-15 0,-1 0 0,1 0 0,0 0 0,0 0 0,1-1 0,-1 0 0,1 0 0,0 0 0,0-1 0,0 0 0,1 1 0,-1-2 0,1 1 0,0-1 0,0 0 0,-1 0 0,13 2 0,-3-2-195,0-1 0,-1-1 0,1 0 0,0-1 0,-1 0 0,20-5 0,-20 3-6631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24575,'-14'2'0,"4"-1"0,0 0 0,0 1 0,0 0 0,-16 7 0,24-8 0,-1 0 0,1 1 0,-1-1 0,1 1 0,-1-1 0,1 1 0,0 0 0,0 0 0,0 0 0,0 0 0,0 1 0,0-1 0,0 1 0,1-1 0,0 1 0,-1-1 0,1 1 0,0 0 0,0-1 0,0 1 0,0 3 0,0 5 0,0 0 0,1 1 0,0-1 0,1 0 0,1 1 0,0-1 0,0 0 0,1 0 0,0 0 0,7 15 0,-7-19 0,1 1 0,0-1 0,1 0 0,0 0 0,0 0 0,9 9 0,-12-13 0,1 0 0,0-1 0,0 1 0,1 0 0,-1-1 0,0 0 0,1 0 0,-1 0 0,1 0 0,0 0 0,-1-1 0,1 0 0,0 0 0,0 0 0,5 1 0,-7-2 0,-1 0 0,1-1 0,-1 1 0,1 0 0,-1 0 0,1-1 0,-1 1 0,1-1 0,-1 1 0,1-1 0,-1 0 0,0 0 0,1 1 0,-1-1 0,0 0 0,2-2 0,0 0 0,-1 0 0,0 0 0,0 1 0,0-1 0,0 0 0,-1-1 0,2-3 0,1-4 0,-1 0 0,0-1 0,1-17 0,-1-28 0,-1 55 0,0 5 0,2 8 0,10 43 0,84 261 0,-85-284 0,20 34 0,-31-60-59,-7-11 207,-6-9-1602,3 2-5372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24575,'19'42'0,"-11"-29"0,-1-1 0,2 0 0,-1 0 0,2-1 0,-1 0 0,2 0 0,20 16 0,-28-25 0,0 0 0,0-1 0,0 1 0,0-1 0,0 0 0,0 0 0,1 0 0,-1 0 0,0 0 0,0-1 0,1 0 0,-1 1 0,1-1 0,5-1 0,-7 0 0,1 1 0,-1-1 0,0 1 0,1-1 0,-1 0 0,0 0 0,0 0 0,0 0 0,0-1 0,0 1 0,0 0 0,0-1 0,0 1 0,-1-1 0,1 0 0,0 0 0,-1 0 0,0 0 0,1 0 0,-1 0 0,1-3 0,5-13 0,0 0 0,4-29 0,-7 31 0,0-1 0,1 0 0,11-24 0,-13 28 0,-3 13 0,0 0 0,0-1 0,0 1 0,0 0 0,0 0 0,0-1 0,0 1 0,0 0 0,0 0 0,0-1 0,0 1 0,0 0 0,0 0 0,-1-1 0,1 1 0,0 0 0,0 0 0,0-1 0,0 1 0,-1 0 0,1 0 0,0 0 0,0 0 0,0-1 0,-1 1 0,1 0 0,0 0 0,0 0 0,-1 0 0,1 0 0,0 0 0,0 0 0,-1 0 0,1 0 0,0 0 0,0-1 0,-1 1 0,1 0 0,0 1 0,-1-1 0,1 0 0,0 0 0,0 0 0,-1 0 0,1 0 0,-1 0 0,1 1 0,0-1 0,-1 0 0,1 0 0,-1 1 0,1-1 0,0 0 0,-1 1 0,1-1 0,0 1 0,-1-1 0,1 0 0,0 1 0,0-1 0,0 1 0,-1-1 0,1 1 0,0-1 0,0 1 0,0-1 0,0 1 0,0-1 0,0 1 0,0-1 0,0 1 0,0-1 0,0 1 0,0-1 0,2 16 0,1-7 11,0-1 0,0 0 0,1 0 0,0 0 0,0 0 0,1-1-1,0 0 1,0 0 0,1 0 0,7 7 0,4 1-506,0-1 0,35 23 0,-43-32-6331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2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74 286 24575,'8'-7'0,"-1"1"0,1-2 0,-1 1 0,0-1 0,-1 0 0,0 0 0,9-16 0,-13 20 0,-1 0 0,1 0 0,-1-1 0,0 1 0,0 0 0,0 0 0,0-1 0,-1 1 0,0 0 0,0-1 0,0 1 0,0 0 0,-1-1 0,1 1 0,-1 0 0,0-1 0,-1 1 0,1 0 0,-1 0 0,-3-6 0,-4-5 0,-1 1 0,-22-25 0,7 10 0,24 28 0,0-1 0,0 1 0,0 0 0,-1-1 0,1 1 0,0 0 0,-1 0 0,1 0 0,-1 0 0,1 0 0,-1 0 0,1 0 0,-1 0 0,1 1 0,-3-1 0,3 1 0,0 0 0,0 0 0,0 0 0,0 1 0,0-1 0,0 0 0,0 1 0,0-1 0,0 0 0,0 1 0,0 0 0,1-1 0,-1 1 0,0-1 0,0 1 0,0 0 0,1 0 0,-1-1 0,0 1 0,1 0 0,-1 0 0,1 0 0,-1 0 0,1 0 0,-1 0 0,1-1 0,-1 3 0,-1 2 0,0 0 0,0 0 0,1 1 0,-1-1 0,1 1 0,0-1 0,0 1 0,1 0 0,0-1 0,0 1 0,0-1 0,2 7 0,-1-4 0,1-1 0,0 0 0,1 1 0,0-1 0,0 0 0,0-1 0,1 1 0,5 6 0,2 1 0,0 0 0,1-2 0,1 1 0,0-2 0,0 0 0,1 0 0,17 9 0,-21-14 0,1 0 0,0 0 0,0-1 0,0-1 0,0 0 0,1 0 0,0-1 0,16 1 0,-26-3 0,0-1 0,0 0 0,0 0 0,0-1 0,0 1 0,0 0 0,0-1 0,0 1 0,0-1 0,-1 0 0,1 1 0,0-1 0,0 0 0,0 0 0,-1 0 0,1-1 0,0 1 0,1-2 0,-1 1 0,0-1 0,0 1 0,0-1 0,-1 0 0,1 0 0,-1 0 0,1 0 0,-1 0 0,0 0 0,1-4 0,0-4 0,-1 0 0,0 0 0,0 0 0,-1 0 0,-2-18 0,-3 11 0,4 15 0,0 1 0,0-1 0,1 1 0,-1-1 0,1 0 0,-1 1 0,1-7 0,14 24 0,1 2 0,1-1 0,0 0 0,1-2 0,1 0 0,0 0 0,1-2 0,1 0 0,0-2 0,0 0 0,24 8 0,-39-16 14,0-1-1,0 1 0,0-1 0,0 0 1,1-1-1,-1 0 0,0 1 1,6-2-1,-9 1-81,1 0 1,-1-1-1,0 1 1,0-1-1,0 0 1,0 0-1,0 0 1,0 0-1,0 0 1,0 0-1,0 0 1,-1 0-1,1-1 1,0 1-1,-1-1 1,1 1-1,-1-1 1,0 0-1,1 1 1,-1-1-1,2-4 1,1-4-6759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37 119 24575,'-34'-96'0,"34"96"0,-1-1 0,1 0 0,0 1 0,0-1 0,-1 0 0,1 0 0,0 1 0,0-1 0,0 0 0,0 1 0,0-1 0,0 0 0,0 0 0,0 1 0,0-1 0,0 0 0,1 1 0,-1-1 0,0 0 0,0 1 0,1-1 0,-1 0 0,0 1 0,1-1 0,-1 0 0,1 0 0,0 1 0,0-1 0,0 1 0,0-1 0,0 1 0,0-1 0,0 1 0,0 0 0,0 0 0,0-1 0,0 1 0,0 0 0,0 0 0,1 0 0,-1 0 0,1 0 0,4 1 0,1 0 0,-1 1 0,0-1 0,10 5 0,61 31 0,-50-23 0,1-1 0,36 11 0,-56-22-341,0 0 0,0-1-1,12 1 1,-8-2-6485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56 24575,'-4'-2'0,"0"1"0,0 0 0,1-1 0,-1 2 0,0-1 0,0 0 0,0 1 0,0-1 0,-4 2 0,6-1 0,1 0 0,-1 0 0,1 1 0,-1-1 0,1 1 0,0-1 0,-1 1 0,1 0 0,0-1 0,-1 1 0,1 0 0,0 0 0,0 0 0,0 0 0,0 0 0,0 0 0,0 0 0,0 0 0,0 1 0,0-1 0,1 0 0,-1 1 0,0-1 0,1 0 0,-1 1 0,1-1 0,-1 2 0,0 1 0,1 0 0,0 0 0,-1 0 0,1 0 0,0 0 0,1 0 0,-1 0 0,1 0 0,0 0 0,0-1 0,0 1 0,0 0 0,1 0 0,-1-1 0,1 1 0,0-1 0,0 1 0,0-1 0,4 4 0,5 7 0,1-1 0,27 22 0,-36-32 0,6 4 0,0 0 0,0-1 0,1 0 0,0 0 0,0-1 0,0 0 0,21 5 0,-24-8 0,-1 0 0,1-1 0,0 0 0,0 0 0,0 0 0,0-1 0,0 0 0,0-1 0,-1 0 0,1 0 0,0 0 0,0-1 0,12-4 0,-15 4 0,0-1 0,-1 1 0,1-1 0,-1 0 0,1 0 0,-1 0 0,0-1 0,-1 1 0,1 0 0,0-1 0,-1 0 0,0 0 0,0 0 0,0 0 0,0 0 0,-1 0 0,0 0 0,2-7 0,1-7 0,-1-1 0,1-35 0,-4 42 0,1 0 0,-2 0 0,0 0 0,0 0 0,-1 0 0,-6-20 0,8 32 0,0 1 0,0-1 0,0 0 0,0 0 0,0 0 0,0 0 0,0 0 0,0 0 0,0 0 0,0 0 0,0 0 0,0 0 0,0 0 0,0 0 0,0 0 0,0 0 0,0 0 0,-1 0 0,1 0 0,0 0 0,0 0 0,0 0 0,0 0 0,0 0 0,0 0 0,0 0 0,0 0 0,0 0 0,0 0 0,0 0 0,0 0 0,0 0 0,0 0 0,0 0 0,0 0 0,0 0 0,0 0 0,0 0 0,0 0 0,0 0 0,0 0 0,0 0 0,0 0 0,0 0 0,0 0 0,-1 0 0,1 0 0,0 0 0,0 0 0,0-1 0,0 1 0,0 0 0,0 0 0,0 0 0,0 0 0,0 0 0,0 0 0,0 0 0,0 0 0,-1 6 0,0 10 0,3-6 0,-1 0 0,2 1 0,-1-1 0,2 0 0,-1 0 0,1 0 0,1-1 0,0 1 0,0-1 0,12 16 0,-4-10 0,0 0 0,1-1 0,0 0 0,31 22 0,-42-34-124,0 0 0,0 0 0,0 0 0,0 0 0,0-1 0,0 0-1,0 1 1,0-1 0,1 0 0,5 0 0,0-1-6702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0 0,-1 0 0,0 0 0,0 1 0,1-1 0,-1 1 0,0 0 0,0-1 0,0 1 0,0 0 0,0 0 0,0 0 0,0 1 0,0-1 0,0 0 0,0 1 0,-1-1 0,1 1 0,-1-1 0,1 1 0,-1 0 0,1 0 0,-1 0 0,0 0 0,0 0 0,0 0 0,0 0 0,0 0 0,-1 0 0,1 0 0,-1 1 0,1-1 0,-1 3 0,1 8 0,0 0 0,-1 0 0,-1 0 0,-3 23 0,2-17 0,1-14 0,-1 12 0,1 0 0,0 27 0,2-38 0,0-1 0,0 1 0,0 0 0,0-1 0,1 0 0,0 1 0,0-1 0,1 0 0,-1 0 0,1 0 0,6 8 0,-1-4 0,0 0 0,1 0 0,0 0 0,1-1 0,-1-1 0,2 0 0,16 9 0,-10-7 0,2-1 0,-1-1 0,39 9 0,-50-15 0,9 3 0,0 0 0,0-1 0,1-1 0,26-1 0,-40-1 0,1 0 0,-1 0 0,1-1 0,-1 1 0,0-1 0,1 0 0,-1 0 0,0 0 0,1 0 0,-1-1 0,0 1 0,0-1 0,0 0 0,0 0 0,-1 0 0,1 0 0,0-1 0,-1 1 0,0-1 0,1 1 0,-1-1 0,0 0 0,0 0 0,-1 0 0,1 0 0,0 0 0,-1 0 0,2-5 0,-2 0 0,1 1 0,-1 0 0,0 0 0,-1-1 0,1 1 0,-2 0 0,1 0 0,-1-1 0,0 1 0,-4-14 0,1 8 0,-1 0 0,-1 0 0,0 0 0,-14-21 0,20 33 0,-1 0 0,0-1 0,0 1 0,0 0 0,0-1 0,0 1 0,0 0 0,0 0 0,0 0 0,0 0 0,-1 0 0,1 0 0,0 1 0,-1-1 0,1 0 0,-1 1 0,1-1 0,0 1 0,-1-1 0,1 1 0,-1 0 0,-2-1 0,3 2 0,-1-1 0,1 0 0,0 1 0,-1-1 0,1 1 0,-1 0 0,1-1 0,0 1 0,0 0 0,-1 0 0,1 0 0,0 0 0,0 0 0,0 0 0,0 0 0,0 1 0,0-1 0,0 0 0,1 0 0,-1 1 0,0-1 0,0 3 0,-2 4 0,0 1 0,0 0 0,1-1 0,1 1 0,-1 0 0,1 0 0,1 0 0,0 0 0,0 0 0,2 12 0,2 5 0,2 0 0,10 31 0,-10-36 0,14 27 0,-17-42 0,0 0 0,0 0 0,1 0 0,0-1 0,0 1 0,0-1 0,0 0 0,11 8 0,-14-12-41,0 0 0,0-1-1,1 1 1,-1 0-1,0-1 1,0 1 0,1-1-1,-1 0 1,0 1 0,1-1-1,-1 0 1,1 0-1,-1 0 1,0 0 0,1 0-1,-1 0 1,0 0 0,1 0-1,-1-1 1,0 1-1,1 0 1,-1-1 0,0 1-1,1-1 1,-1 0 0,0 1-1,0-1 1,0 0-1,0 0 1,0 0 0,1 0-1,0-1 1,7-7-6785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24575,'-14'24'0,"0"0"0,2 2 0,1-1 0,-9 30 0,17-44 0,0 0 0,1 1 0,0-1 0,1 1 0,0-1 0,1 1 0,0 0 0,1-1 0,0 1 0,1-1 0,1 1 0,4 15 0,4-2 0,0-1 0,26 39 0,-29-49 0,-6-11 0,0 0 0,-1 0 0,1 0 0,-1 0 0,1 0 0,-1 1 0,0-1 0,0 5 0,-1-8 0,0 1 0,0 0 0,0 0 0,0 0 0,0 0 0,0 0 0,-1 0 0,1 0 0,0 0 0,0 0 0,-1-1 0,1 1 0,-1 0 0,1 0 0,-1 0 0,1-1 0,-1 1 0,0 0 0,1-1 0,-1 1 0,0 0 0,1-1 0,-1 1 0,0-1 0,0 1 0,0-1 0,0 1 0,1-1 0,-1 0 0,0 1 0,0-1 0,0 0 0,0 0 0,-1 0 0,-18 3 0,0-1 0,0-1 0,-1-1 0,1 0 0,-25-5 0,12 2 0,-14-1-1365,7 1-5461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24575,'-3'20'0,"2"7"0,1 1 0,4-2 0,2-2 0,4-6 0,2-3 0,2-4 0,1-4 0,-3-4-8191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24575,'7'10'0,"3"6"0,0 2 0,0 2 0,-1-4-8191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24575,'1'3'0,"-1"-1"0,1 1 0,0-1 0,0 1 0,-1-1 0,2 1 0,-1-1 0,0 1 0,0-1 0,1 0 0,-1 0 0,1 0 0,0 0 0,0 0 0,-1 0 0,4 2 0,1 1 0,0 0 0,1 0 0,0-1 0,7 5 0,-9-7 0,1 1 0,-1-1 0,1 0 0,-1 0 0,1-1 0,0 1 0,0-1 0,-1 0 0,13-1 0,-15 0 0,-1 0 0,1-1 0,-1 1 0,1-1 0,-1 1 0,1-1 0,-1 0 0,0 0 0,1 0 0,-1-1 0,0 1 0,0-1 0,0 1 0,0-1 0,0 1 0,0-1 0,0 0 0,-1 0 0,1 0 0,-1 0 0,1 0 0,-1-1 0,0 1 0,0 0 0,2-4 0,1-10 0,3-7 0,-7 23 0,1-1 0,-1 0 0,1 1 0,-1-1 0,1 0 0,-1 1 0,1-1 0,-1 1 0,1-1 0,0 1 0,-1-1 0,1 1 0,0 0 0,-1-1 0,1 1 0,0 0 0,-1-1 0,1 1 0,0 0 0,0 0 0,-1 0 0,1 0 0,0 0 0,0 0 0,0 0 0,1 0 0,8 2 0,1 1 0,-1 0 0,1 1 0,-1 0 0,0 1 0,-1 0 0,12 7 0,7 4 0,-3-2-66,-6-4-583,32 13-1,-37-19-6176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27 24575,'-3'-3'0,"0"0"0,0 1 0,0-1 0,-1 1 0,1-1 0,-1 1 0,0 0 0,1 0 0,-5-1 0,7 3 0,0 0 0,-1-1 0,1 1 0,0 0 0,0 0 0,0 0 0,0 0 0,0 0 0,0 0 0,0 0 0,0 1 0,0-1 0,0 0 0,0 0 0,0 1 0,0-1 0,0 1 0,0-1 0,0 1 0,0-1 0,0 1 0,0 0 0,0-1 0,0 1 0,1 0 0,-1 0 0,0-1 0,1 1 0,-1 0 0,0 0 0,1 0 0,-1 0 0,1 0 0,0 0 0,-1 0 0,1 0 0,0 0 0,-1 0 0,1 2 0,-1 4 0,0 0 0,0-1 0,0 1 0,1 0 0,0 0 0,1 0 0,0 0 0,0 0 0,0 0 0,1-1 0,0 1 0,0 0 0,4 7 0,2 4 0,2 0 0,0 0 0,15 19 0,0-3 0,2-2 0,40 38 0,-66-69 0,13 13 0,-14-11 0,-10-6 0,-10-7 0,1-1 0,-20-15 0,2 2 0,-24-12 0,-48-32 0,104 65-341,0-1 0,0 0-1,-8-8 1,5 1-6485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24575,'30'112'0,"91"214"0,-91-266 0,51 78 0,-79-134 0,10 13 0,-12-16 0,1-1 0,-1 1 0,1 0 0,-1-1 0,1 1 0,-1-1 0,1 1 0,0-1 0,-1 1 0,1-1 0,0 1 0,-1-1 0,1 0 0,0 1 0,0-1 0,0 0 0,-1 0 0,1 1 0,1-1 0,-2 0 0,1 0 0,-1-1 0,0 1 0,1 0 0,-1 0 0,1-1 0,-1 1 0,0 0 0,1-1 0,-1 1 0,0 0 0,0-1 0,1 1 0,-1-1 0,0 1 0,0 0 0,1-1 0,-1 1 0,0-1 0,0 1 0,0-1 0,0 1 0,0 0 0,0-1 0,0 0 0,1-15 0,-1 14 0,0-19 0,-2 0 0,-4-25 0,2 27 0,2 0 0,-1-36 0,3 53 0,0-1 0,1 1 0,-1-1 0,0 1 0,1-1 0,0 1 0,-1-1 0,1 1 0,0 0 0,0-1 0,0 1 0,1 0 0,-1 0 0,0 0 0,1 0 0,-1 0 0,1 0 0,0 0 0,0 1 0,0-1 0,-1 0 0,2 1 0,-1 0 0,0-1 0,0 1 0,0 0 0,1 0 0,-1 0 0,0 1 0,1-1 0,-1 0 0,1 1 0,3-1 0,8 1 0,-1-1 0,1 2 0,-1 0 0,1 1 0,13 3 0,-8-2 0,15 5 0,20 2 0,-50-9 0,1-1 0,0 0 0,-1 0 0,1 0 0,0-1 0,-1 1 0,1-1 0,8-2 0,-12 2 0,0 1 0,-1 0 0,1-1 0,0 1 0,0-1 0,0 1 0,0-1 0,0 1 0,-1-1 0,1 0 0,0 1 0,0-1 0,-1 0 0,1 1 0,0-1 0,-1 0 0,1 0 0,-1 0 0,1 0 0,-1 0 0,0 1 0,1-1 0,-1 0 0,0 0 0,0 0 0,1 0 0,-1 0 0,0 0 0,0 0 0,0 0 0,0 0 0,0 0 0,0 0 0,-1 0 0,1 0 0,0 0 0,0 0 0,-1 0 0,1 0 0,-1 0 0,1 0 0,0 0 0,-1 1 0,0-1 0,1 0 0,-2-1 0,0-1 0,-1-1 0,0 0 0,0 1 0,0 0 0,-1-1 0,1 1 0,-1 1 0,-7-6 0,6 6 0,0-1 0,-1 1 0,1-1 0,-1 2 0,0-1 0,0 1 0,-9-2 0,14 3 0,0 0 0,-1 0 0,1 0 0,-1 0 0,1 1 0,-1-1 0,1 0 0,-1 1 0,1-1 0,0 1 0,-1-1 0,1 1 0,0 0 0,0 0 0,-1-1 0,1 1 0,0 0 0,0 0 0,0 0 0,0 0 0,0 0 0,0 1 0,0-1 0,0 0 0,1 0 0,-1 0 0,0 1 0,1-1 0,-1 1 0,1-1 0,-1 0 0,1 1 0,0-1 0,0 1 0,-1 1 0,1 2 0,0 0 0,0 0 0,0-1 0,0 1 0,1 0 0,0 0 0,0 0 0,0-1 0,1 1 0,-1 0 0,1-1 0,0 1 0,0-1 0,3 4 0,6 9 0,1-1 0,14 16 0,-20-25 0,4 4 20,0-1 0,0 0 0,1-1 0,0 0 0,24 14 0,-29-19-113,0-1 0,0 0 1,0-1-1,0 0 0,0 1 0,0-2 0,1 1 0,-1-1 1,0 0-1,1 0 0,0-1 0,-1 0 0,1 0 1,-1-1-1,8 0 0,-1-3-6733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34 24575,'-27'-6'0,"0"-2"0,1 2 0,-2 1 0,-47-3 0,72 8 0,1-1 0,-1 2 0,0-1 0,0 0 0,1 0 0,-1 1 0,0 0 0,1-1 0,-1 1 0,0 0 0,1 0 0,-1 1 0,1-1 0,-1 0 0,1 1 0,-3 2 0,4-2 0,-1 0 0,1-1 0,0 2 0,0-1 0,0 0 0,0 0 0,0 0 0,0 0 0,1 1 0,-1-1 0,1 0 0,-1 1 0,1-1 0,0 0 0,0 1 0,0-1 0,0 0 0,1 1 0,0 1 0,0 5 0,1-1 0,1-1 0,0 1 0,0 0 0,0-1 0,1 1 0,0-1 0,0 0 0,1 0 0,0-1 0,0 1 0,1-1 0,11 10 0,-10-10 0,0 0 0,0-1 0,1 0 0,0 0 0,0 0 0,0-1 0,1-1 0,-1 1 0,1-1 0,0-1 0,0 1 0,11 0 0,-18-2 0,1-1 0,-1 0 0,1 0 0,0 0 0,-1-1 0,1 1 0,-1 0 0,1-1 0,-1 0 0,1 1 0,-1-1 0,0 0 0,1 0 0,-1-1 0,0 1 0,0 0 0,1-1 0,-1 1 0,0-1 0,2-3 0,-1 1 0,0 0 0,-1 0 0,1 0 0,-1 0 0,0-1 0,-1 1 0,1-1 0,-1 1 0,1-1 0,-1-6 0,0 9 0,-1 0 0,1-1 0,-1 1 0,1 0 0,0 0 0,0-1 0,0 1 0,0 0 0,0 0 0,0 0 0,3-3 0,-3 5 0,-1-1 0,1 0 0,0 1 0,0-1 0,0 1 0,0 0 0,0-1 0,0 1 0,-1 0 0,1-1 0,0 1 0,0 0 0,0 0 0,0 0 0,0 0 0,0 0 0,0 0 0,0 0 0,0 0 0,0 0 0,0 0 0,0 1 0,0-1 0,0 0 0,0 1 0,0-1 0,0 1 0,-1-1 0,1 1 0,1 0 0,10 7-195,0 1 0,-1 1 0,0 0 0,-1 0 0,0 1 0,11 16 0,-11-13-6631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240 547 24575,'-187'-76'0,"183"75"0,1 0 0,-1 0 0,0 1 0,0-1 0,0 1 0,0 0 0,1 0 0,-7 1 0,9-1 0,0 0 0,1 0 0,-1 0 0,0 0 0,1 1 0,-1-1 0,1 0 0,-1 1 0,0-1 0,1 0 0,-1 1 0,1-1 0,-1 0 0,1 1 0,-1-1 0,1 1 0,-1-1 0,1 1 0,0 0 0,-1-1 0,1 1 0,-1 1 0,1-1 0,0 0 0,0 0 0,0 0 0,0 0 0,0 1 0,0-1 0,0 0 0,1 0 0,-1 0 0,0 0 0,1 0 0,-1 0 0,1 1 0,-1-1 0,2 1 0,1 4 0,1-1 0,0 1 0,0-1 0,1 0 0,-1 0 0,1-1 0,0 1 0,1-1 0,-1 0 0,1-1 0,7 5 0,-1-2 0,0-1 0,0 0 0,0 0 0,25 4 0,-32-8 0,-1 0 0,1-1 0,0 1 0,-1-1 0,1-1 0,-1 1 0,1 0 0,-1-1 0,1 0 0,-1 0 0,1 0 0,6-4 0,-9 4 0,1 0 0,-1-1 0,0 1 0,0-1 0,0 0 0,0 1 0,0-1 0,0 0 0,0 0 0,-1-1 0,1 1 0,-1 0 0,1 0 0,-1-1 0,0 1 0,0-1 0,0 1 0,0-1 0,-1 1 0,1-1 0,-1 0 0,1-4 0,0-5 0,-2 0 0,1 0 0,-2 0 0,1 0 0,-2 0 0,-6-21 0,-31-68 0,33 85 0,-136-270 0,131 269 0,8 15 0,4 12 0,14 52 0,29 80 0,34 57 0,-69-178 0,23 48-1365,-22-54-5461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24575,'14'8'0,"-1"1"0,16 15 0,-23-19 0,-1 1 0,1-1 0,-1 1 0,0 1 0,0-1 0,5 12 0,-8-16 0,-1 1 0,0 0 0,0 0 0,0 0 0,0 0 0,-1 0 0,1 0 0,-1 0 0,0 0 0,0 0 0,0 0 0,0 0 0,0 0 0,-1 0 0,1 0 0,-2 4 0,1-5 0,0 0 0,0 0 0,0 0 0,0-1 0,0 1 0,-1 0 0,1-1 0,0 1 0,-1-1 0,0 1 0,1-1 0,-1 0 0,0 1 0,1-1 0,-1 0 0,0 0 0,0 0 0,0-1 0,0 1 0,0 0 0,0-1 0,0 1 0,0-1 0,-3 1 0,-5-1 0,0 1 0,-1-1 0,1-1 0,0 0 0,-1 0 0,1-1 0,0 0 0,0-1 0,0 0 0,1-1 0,-14-7 0,11 6 0,6 2 0,0 1 0,0-1 0,1 0 0,0-1 0,0 1 0,-6-6 0,10 8 0,0 0 0,0 0 0,0 0 0,1 0 0,-1-1 0,0 1 0,0 0 0,1 0 0,-1-1 0,1 1 0,0-1 0,-1 1 0,1 0 0,0-1 0,0 1 0,0-1 0,0 1 0,0 0 0,0-1 0,0 1 0,0-1 0,0 1 0,1 0 0,-1-1 0,1 1 0,-1 0 0,1-1 0,-1 1 0,1 0 0,0 0 0,0-1 0,1-1 0,1-1-114,0 0 1,1 1-1,-1-1 0,1 1 0,-1 0 1,1 0-1,0 0 0,1 0 0,-1 1 1,0-1-1,9-2 0,1 0-6712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317 303 24575,'-228'-295'0,"227"294"0,1 1 0,-1-1 0,1 1 0,0-1 0,-1 1 0,1-1 0,-1 1 0,1-1 0,-1 1 0,0 0 0,1-1 0,-1 1 0,1 0 0,-1-1 0,-1 1 0,2 0 0,0 0 0,0 0 0,-1 0 0,1 0 0,0 0 0,0 0 0,0 0 0,-1 1 0,1-1 0,0 0 0,0 0 0,0 0 0,0 0 0,-1 1 0,1-1 0,0 0 0,0 0 0,0 0 0,0 1 0,0-1 0,0 0 0,0 0 0,0 0 0,0 1 0,0-1 0,0 0 0,-1 0 0,1 1 0,1-1 0,-1 28 0,1-19 0,4 58-70,3-1 0,25 98 0,50 127-398,-82-288 472,69 201-4,-10-33 0,-59-167 35,5 17-104,-5-21 99,-1 1 0,0 0 0,0 0-1,0 0 1,1-1 0,-1 1 0,0 0-1,0 0 1,0 0 0,0 0 0,-1-1 0,1 1-1,0 0 1,0 0 0,0 0 0,-1-1-1,1 1 1,0 0 0,-1 1 0,0-2-26,1 0 0,-1 0 0,1 0 0,0 0 0,-1 0 0,1 0 1,0 0-1,-1 0 0,1 0 0,0 0 0,-1-1 0,1 1 0,0 0 0,-1 0 1,1 0-1,0 0 0,-1-1 0,1 1 0,0 0 0,-1 0 0,1-1 0,0 1 0,0 0 1,-1 0-1,1-1 0,0 1 0,0 0 0,0-1 0,-1 1 0,-7-13-23,7 11 27,-7-10-8,1-2 0,1 1 0,0-1 0,1 0 0,0 0 0,1 0 0,-3-26 0,4 10 0,1 0 0,3-55 0,0 76 0,0-1 0,0 1 0,1 0 0,0 0 0,5-10 0,-6 16 0,0 0 0,0 0 0,0 0 0,1 1 0,0-1 0,-1 0 0,1 1 0,0-1 0,0 1 0,0 0 0,1 0 0,-1 0 0,1 0 0,-1 0 0,1 0 0,-1 1 0,1-1 0,6-1 0,-23 7 0,0-1 0,0 1 0,-25 1 0,-32-5-682,-74-8-1,113 5-6143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31 255 24575,'-4'0'0,"5"-1"0,12 0 0,18-3 0,-16 1 0,4-1 0,22-7 0,-37 9 0,1 0 0,0 0 0,0 0 0,-1-1 0,1 1 0,-1-1 0,0 0 0,0-1 0,6-5 0,-8 6 0,0 0 0,0-1 0,-1 1 0,1-1 0,-1 1 0,1-1 0,-1 0 0,-1 0 0,1 1 0,0-1 0,-1 0 0,0-7 0,0 1 0,0 1 0,-1-1 0,0 1 0,-3-11 0,2 14 0,0 1 0,0 0 0,-1 0 0,1 0 0,-1 0 0,0 1 0,0-1 0,-1 1 0,1-1 0,-1 1 0,0 0 0,0 1 0,-6-5 0,7 6 0,0 0 0,0 0 0,0 0 0,-1 0 0,1 1 0,-1-1 0,1 1 0,-1 0 0,1 0 0,-1 0 0,0 0 0,0 1 0,1 0 0,-1 0 0,0 0 0,0 0 0,1 0 0,-1 1 0,0-1 0,-5 3 0,5-1 0,0 0 0,1 0 0,-1 1 0,0-1 0,1 1 0,-1 0 0,1 0 0,0 1 0,0-1 0,0 0 0,1 1 0,-1 0 0,1 0 0,0 0 0,0 0 0,-3 6 0,1 3 0,-1 0 0,2 0 0,0 0 0,-2 17 0,3-18 0,2-1 0,-1 1 0,2 0 0,-1 0 0,2-1 0,-1 1 0,2 0 0,5 17 0,-5-20 0,1-1 0,0 0 0,0 0 0,1 0 0,-1-1 0,2 0 0,-1 0 0,1 0 0,0 0 0,1-1 0,13 11 0,-4-7 0,-1-1 0,1-1 0,0 0 0,1-1 0,0 0 0,31 7 0,110 11 0,-158-25 0,10 1-227,0 0-1,-1-1 1,1-1-1,-1 0 1,16-3-1,-14 2-6598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24575,'0'28'0,"2"-1"0,1 0 0,1 0 0,2 0 0,0 0 0,2-1 0,20 48 0,-7-29 0,37 92 0,-58-136 0,1 0 0,-1 0 0,1 0 0,-1 0 0,0 0 0,1 0 0,-1 0 0,0 0 0,0 0 0,0 0 0,0 0 0,0 0 0,0 0 0,0 0 0,0 0 0,0 0 0,0 0 0,-1 0 0,1-1 0,0 1 0,-1 0 0,0 1 0,1-1 0,-1 0 0,0-1 0,0 0 0,1 1 0,-1-1 0,0 0 0,0 1 0,0-1 0,0 0 0,1 0 0,-1 1 0,0-1 0,0 0 0,0 0 0,0 0 0,0 0 0,0 0 0,1 0 0,-3-1 0,-3 0 0,-1-1 0,1 0 0,0-1 0,0 1 0,-7-5 0,-10-8 0,0-1 0,2-1 0,0-1 0,1-1 0,-22-27 0,39 43 0,0-1 0,0 1 0,1-1 0,-1 0 0,1 0 0,0 0 0,0 0 0,0-1 0,0 1 0,-1-9 0,2 11 0,1 0 0,0 0 0,0 1 0,0-1 0,0 0 0,1 0 0,-1 0 0,0 1 0,1-1 0,-1 0 0,1 0 0,0 1 0,-1-1 0,1 0 0,0 1 0,0-1 0,0 1 0,0-1 0,0 1 0,0 0 0,1-1 0,-1 1 0,1 0 0,-1 0 0,0 0 0,1 0 0,0 0 0,-1 0 0,4-1 0,4-2-195,1 1 0,0 0 0,-1 0 0,1 1 0,1 0 0,16 0 0,-11 1-6631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24575,'5'-12'0,"2"-3"0,2 5 0,-1 9 0,-1 7 0,-2 7 0,-2 7 0,-1 0-8191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24575,'0'0'0,"0"0"0,0-1 0,0 1 0,0 0 0,0 0 0,0 0 0,0 0 0,0 0 0,0 0 0,0 0 0,0 0 0,0 0 0,0-1 0,-1 1 0,1 0 0,0 0 0,0 0 0,0 0 0,0 0 0,0 0 0,0 0 0,0 0 0,0 0 0,0 0 0,0 0 0,0 0 0,0 0 0,-1-1 0,1 1 0,0 0 0,0 0 0,0 0 0,0 0 0,0 0 0,0 0 0,0 0 0,0 0 0,-1 0 0,1 0 0,0 0 0,0 0 0,0 0 0,0 0 0,0 0 0,0 0 0,0 1 0,0-1 0,0 0 0,-1 0 0,1 0 0,0 0 0,0 0 0,0 0 0,0 0 0,0 0 0,0 0 0,0 0 0,0 0 0,0 0 0,0 0 0,0 0 0,0 1 0,0-1 0,-1 0 0,3 10 0,7 12 0,0-7 0,1-1 0,1 1 0,0-2 0,1 1 0,0-2 0,1 0 0,1 0 0,0-1 0,0-1 0,1 0 0,1-1 0,19 9 0,-32-17 0,0 1 0,1-1 0,-1 0 0,1 0 0,-1 0 0,1 0 0,0-1 0,6 1 0,-9-1 0,0 0 0,0-1 0,0 1 0,0 0 0,0 0 0,0-1 0,0 1 0,0 0 0,0-1 0,-1 1 0,1-1 0,0 1 0,0-1 0,0 0 0,0 1 0,-1-1 0,1 0 0,0 1 0,-1-1 0,1 0 0,0 0 0,-1 0 0,1 0 0,-1 0 0,0 0 0,1 1 0,-1-1 0,0 0 0,1 0 0,-1 0 0,0 0 0,0 0 0,0 0 0,0 0 0,0-2 0,0-6 0,-1 0 0,0 0 0,-1 0 0,0 0 0,0 0 0,-1 1 0,-5-14 0,4 12 0,0 0 0,1-1 0,0 1 0,-1-13 0,4 23 0,0 0 0,0 1 0,0-1 0,0 0 0,0 0 0,1 0 0,-1 0 0,0 0 0,0 1 0,0-1 0,0 0 0,0 0 0,1 0 0,-1 0 0,0 0 0,0 0 0,0 0 0,1 0 0,-1 0 0,0 0 0,0 0 0,0 0 0,1 0 0,-1 0 0,0 0 0,0 0 0,0 0 0,1 0 0,-1 0 0,0 0 0,0 0 0,0 0 0,0 0 0,1 0 0,-1 0 0,0 0 0,0-1 0,0 1 0,0 0 0,1 0 0,-1 0 0,0 0 0,0 0 0,0 0 0,0-1 0,0 1 0,0 0 0,0 0 0,1 0 0,-1-1 0,0 1 0,0 0 0,0 0 0,0 0 0,0 0 0,0-1 0,0 1 0,0 0 0,0 0 0,0 0 0,0-1 0,0 1 0,0 0 0,0 0 0,0-1 0,13 15 0,-12-14 0,22 29 0,-8-11 0,0-1 0,23 20 0,-34-33 0,1 0 0,0-1 0,-1 1 0,1-1 0,1-1 0,-1 1 0,0-1 0,1 1 0,-1-1 0,1-1 0,0 1 0,0-1 0,-1 0 0,8 0 0,-11-1 0,-1 0 0,1 0 0,-1-1 0,1 1 0,0 0 0,-1-1 0,1 1 0,-1-1 0,1 1 0,-1-1 0,1 0 0,-1 1 0,1-1 0,-1 0 0,1 0 0,-1 0 0,0 0 0,2-2 0,-1 0 0,-1 1 0,1-1 0,-1 1 0,1-1 0,-1 0 0,0 1 0,0-1 0,0 0 0,1-5 0,-1-3 0,0-1 0,0 0 0,-1 1 0,-2-14 0,1 18-80,0 0 0,0-1-1,-1 1 1,0 0 0,0 0-1,-1 0 1,0 0 0,0 0-1,0 1 1,-1-1 0,0 1 0,-1 0-1,1 0 1,-1 0 0,0 1-1,-7-6 1,0 1-6746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78 24575,'-2'-4'0,"-1"0"0,1 0 0,-1 0 0,0 1 0,0 0 0,0-1 0,-1 1 0,1 0 0,-1 1 0,1-1 0,-1 1 0,0-1 0,0 1 0,0 0 0,-6-1 0,-6-3 0,-1 2 0,-28-5 0,34 7 0,-8-1 0,0 1 0,1 0 0,-1 2 0,0 0 0,-35 5 0,45-3 0,0 0 0,0 1 0,0 0 0,0 1 0,1-1 0,0 2 0,-1-1 0,2 1 0,-1 0 0,-13 13 0,19-16 0,0 1 0,0 0 0,1 0 0,-1 0 0,1 0 0,0 0 0,0 0 0,0 1 0,0-1 0,1 0 0,-1 0 0,1 1 0,0-1 0,0 0 0,0 1 0,0-1 0,1 0 0,-1 1 0,1-1 0,0 0 0,0 0 0,0 0 0,0 1 0,0-1 0,1 0 0,0-1 0,-1 1 0,1 0 0,0 0 0,1-1 0,-1 1 0,0-1 0,1 0 0,-1 1 0,1-1 0,-1 0 0,7 2 0,54 24 0,28 13 0,-34-14 0,-27-14 0,40 25 0,-67-36 0,-1 0 0,1 0 0,0 0 0,0 0 0,-1 1 0,1-1 0,-1 1 0,0 0 0,0 0 0,0 0 0,2 4 0,-4-6 0,1 0 0,-1 0 0,0 0 0,1 1 0,-1-1 0,0 0 0,0 0 0,0 0 0,0 1 0,0-1 0,0 0 0,0 0 0,-1 0 0,1 0 0,0 1 0,-1-1 0,1 0 0,0 0 0,-1 0 0,1 0 0,-1 0 0,0 0 0,1 0 0,-1 0 0,0 0 0,0 0 0,0 0 0,0 0 0,1-1 0,-1 1 0,0 0 0,0-1 0,0 1 0,-1 0 0,0 0 0,-4 1 0,1 1 0,-1-1 0,0 0 0,0-1 0,0 1 0,0-1 0,-12 1 0,-47-3 0,37 0 0,-1 1 0,12 0 0,-1 0 0,1-1 0,0-1 0,-25-6 0,40 8-57,1 0 0,0-1 1,0 1-1,-1-1 0,1 1 0,0-1 0,0 1 0,0-1 0,0 1 0,-1-1 1,1 0-1,0 0 0,0 0 0,1 0 0,-1 1 0,0-1 0,0 0 0,0 0 0,1-1 1,-1 1-1,0 0 0,1 0 0,-1-2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24575,'-2'10'0,"-1"6"0,2 3 0,4 0 0,4 0 0,1-1 0,2-4 0,-1-1 0,0-3 0,1-4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 24575,'-2'-15'0,"-1"-3"0,2 5 0,4 9 0,4 8 0,4 8 0,2 5 0,1 4 0,1 2 0,-2-2 0,-3-3-8191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296 132 24575,'-48'-30'0,"-2"2"0,-84-33 0,128 59 0,-22-7 0,27 8 0,-1 1 0,1 0 0,-1-1 0,1 1 0,0 0 0,-1 0 0,1 0 0,-1 0 0,1 0 0,0 1 0,-1-1 0,1 0 0,0 1 0,-1-1 0,1 1 0,-2 0 0,2 0 0,1-1 0,-1 1 0,1 0 0,-1-1 0,1 1 0,0 0 0,-1-1 0,1 1 0,0 0 0,0-1 0,-1 1 0,1 0 0,0 0 0,0-1 0,0 1 0,0 0 0,0 0 0,0 0 0,0-1 0,0 1 0,1 0 0,-1-1 0,0 1 0,0 0 0,0 0 0,1-1 0,-1 1 0,0 0 0,1-1 0,0 2 0,15 22 0,-14-22 0,4 6 0,0-1 0,0 0 0,1-1 0,0 0 0,1 0 0,-1 0 0,10 4 0,6 3 0,30 11 0,-37-17 0,-12-5 0,-1 0 0,0 0 0,0 0 0,0 0 0,0 1 0,0-1 0,0 1 0,-1 0 0,1 0 0,-1 0 0,0 0 0,0 0 0,0 0 0,3 8 0,1 4 0,-1 0 0,5 21 0,-3-8 0,31 74 0,-25-70 0,-1 1 0,15 65 0,-27-96 0,1 1 0,-1-1 0,0 0 0,0 0 0,0 1 0,0-1 0,0 0 0,0 0 0,-1 1 0,1-1 0,-1 0 0,1 0 0,-1 0 0,0 0 0,-1 3 0,1-4 0,0 0 0,0 0 0,0-1 0,0 1 0,0 0 0,0 0 0,0-1 0,0 1 0,0 0 0,0-1 0,-1 1 0,1-1 0,0 0 0,0 1 0,0-1 0,-1 0 0,1 0 0,0 1 0,-1-1 0,1 0 0,0 0 0,0-1 0,-1 1 0,1 0 0,0 0 0,0-1 0,-1 1 0,0-1 0,-14-5 0,0-1 0,1 0 0,0-1 0,-14-11 0,25 17 0,-18-12-170,1 0-1,0-2 0,1 0 1,1-2-1,1 0 0,0-1 1,-16-22-1,24 26-6655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24575,'-1'1'0,"1"0"0,0 0 0,-1-1 0,1 1 0,0 0 0,0 0 0,-1 0 0,1-1 0,0 1 0,0 0 0,0 0 0,0 0 0,0 0 0,0 0 0,0-1 0,1 1 0,-1 0 0,0 0 0,0 0 0,1 0 0,-1-1 0,0 1 0,1 0 0,-1 0 0,1-1 0,-1 1 0,1 0 0,0 1 0,18 18 0,-15-16 0,1-1 0,-1 0 0,1 0 0,0-1 0,-1 1 0,1-1 0,0 0 0,0 0 0,7 1 0,-9-3 0,0 1 0,0-1 0,0 0 0,0 0 0,0 0 0,0-1 0,0 1 0,0-1 0,0 1 0,0-1 0,0 0 0,0 0 0,-1 0 0,1-1 0,0 1 0,-1-1 0,5-2 0,8-9 0,-11 9 0,0 1 0,0 0 0,1-1 0,-1 1 0,7-3 0,-9 6 0,0-1 0,0 0 0,0 1 0,0 0 0,0-1 0,0 1 0,0 0 0,0 0 0,0 0 0,0 0 0,0 0 0,0 1 0,0-1 0,0 0 0,0 1 0,0 0 0,0-1 0,2 2 0,10 6 40,-1 0-1,18 13 1,3 4-1524,-22-18-5342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210 500 24575,'-32'-6'0,"-39"-6"0,61 11 0,-1 0 0,1 1 0,-1 0 0,-16 3 0,25-3 0,0 0 0,1 0 0,-1 1 0,0-1 0,1 1 0,-1-1 0,0 1 0,1-1 0,-1 1 0,1 0 0,-1 0 0,1 0 0,-1 0 0,1 0 0,-1 0 0,1 0 0,0 1 0,0-1 0,0 0 0,0 1 0,0-1 0,0 1 0,0-1 0,0 1 0,0-1 0,0 4 0,1-3 0,0 1 0,0-1 0,0 1 0,0 0 0,0-1 0,1 1 0,-1-1 0,1 1 0,0-1 0,0 1 0,0-1 0,0 0 0,0 1 0,0-1 0,0 0 0,1 0 0,1 3 0,5 4 0,0 0 0,0-1 0,1 1 0,0-1 0,1-1 0,-1 0 0,1-1 0,15 8 0,-8-6 0,0-1 0,0-1 0,1 0 0,31 5 0,-45-10 0,0 0 0,-1-1 0,1 0 0,0 0 0,0 0 0,-1 0 0,1-1 0,0 1 0,0-1 0,-1 0 0,1 0 0,-1 0 0,1-1 0,-1 1 0,5-3 0,-6 2 0,0 1 0,-1-1 0,1 0 0,0 1 0,-1-1 0,1 0 0,-1 0 0,1 0 0,-1 0 0,0 0 0,0 0 0,0 0 0,0 0 0,0-1 0,0 1 0,-1 0 0,1-1 0,-1 1 0,0 0 0,1-1 0,-1 1 0,0 0 0,-1-1 0,1 1 0,-1-3 0,1 0 0,-1 0 0,0 0 0,0 0 0,0 0 0,0 1 0,-1-1 0,0 0 0,0 1 0,0 0 0,-1-1 0,-4-5 0,4 10 0,4 4 0,2 6 0,0-5 0,0 0 0,0 0 0,1 0 0,-1 0 0,1 0 0,0-1 0,0 0 0,1 1 0,-1-2 0,1 1 0,0 0 0,0-1 0,0 0 0,0 0 0,1-1 0,-1 1 0,1-1 0,7 2 0,-9-3 0,0-1 0,0 1 0,0-1 0,1 1 0,-1-1 0,0-1 0,0 1 0,0 0 0,0-1 0,0 0 0,0 0 0,0 0 0,0-1 0,0 1 0,0-1 0,0 0 0,-1 0 0,1 0 0,-1-1 0,0 1 0,1-1 0,-1 0 0,0 0 0,0 0 0,-1 0 0,1 0 0,2-5 0,0-1 0,0-1 0,-1 1 0,0-1 0,0 0 0,-1 0 0,0 0 0,-1-1 0,0 1 0,-1-1 0,0 1 0,-1-15 0,-1-1 0,-2 1 0,0 0 0,-11-40 0,4 33 0,-1 1 0,-1 0 0,-1 0 0,-2 2 0,-1 0 0,-2 1 0,0 0 0,-27-29 0,44 55 0,0 1 0,-1 0 0,1-1 0,0 1 0,-1 0 0,1-1 0,-1 1 0,1 0 0,-1 0 0,0 0 0,-3-1 0,5 2 0,0 0 0,0 0 0,-1 0 0,1 0 0,0 0 0,-1 0 0,1 0 0,0 0 0,-1 0 0,1 1 0,0-1 0,-1 0 0,1 0 0,0 0 0,0 0 0,-1 0 0,1 1 0,0-1 0,-1 0 0,1 0 0,0 0 0,0 1 0,0-1 0,-1 0 0,1 1 0,-4 13 0,3-3 0,1 1 0,0-1 0,1 1 0,2 14 0,13 46 0,-11-53 0,5 21 0,2-1 0,2 0 0,25 50 0,-29-69 0,1-1 0,0-1 0,2 0 0,0 0 0,1-1 0,1-1 0,0-1 0,20 16 0,-29-27-227,0 0-1,0 0 1,0 0-1,0-1 1,12 5-1,-5-5-6598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23 24575,'-3'-4'0,"-8"-11"0,10 12 0,8 8 0,34 36 0,-25-23 0,23 19 0,244 160 0,-161-130 0,-107-55 0,-12-5 0,-3-7 0,-1 0 0,1 0 0,0 0 0,0 0 0,-1 1 0,1-1 0,0 0 0,0 0 0,-1 0 0,1 0 0,0 0 0,0 0 0,-1 0 0,1 0 0,0 0 0,-1 0 0,1 0 0,0 0 0,0 0 0,-1 0 0,1 0 0,0 0 0,-1 0 0,1 0 0,0 0 0,0 0 0,-1-1 0,-8-1-73,-1-2 0,1 1 1,0-1-1,-9-6 0,8 5-928,-6-4-5825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24575,'-5'3'0,"0"1"0,0 1 0,0-1 0,1 1 0,-1-1 0,1 1 0,0 1 0,1-1 0,-1 0 0,1 1 0,0 0 0,-3 8 0,1 1 0,1 0 0,1 1 0,-4 29 0,6-37 20,0 0 0,-1 0 0,0 0 0,0 0 0,-6 13 0,6-17-144,0 0 0,0-1 1,-1 1-1,1 0 0,-1-1 0,0 1 1,0-1-1,0 0 0,-1 0 0,1 0 1,-7 4-1,-2 0-6702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44 24575,'-13'-7'0,"1"0"0,-1 1 0,-1 0 0,1 1 0,-23-5 0,32 9 0,0 0 0,-1 1 0,1 0 0,-1-1 0,1 1 0,0 1 0,-1-1 0,1 1 0,-1-1 0,1 1 0,0 0 0,0 1 0,-1-1 0,1 1 0,0 0 0,0 0 0,0 0 0,1 1 0,-1-1 0,1 1 0,-1 0 0,-2 3 0,2-3 0,1 1 0,0-1 0,0 1 0,0 0 0,0 0 0,1 0 0,0 0 0,0 0 0,0 1 0,0-1 0,1 1 0,-1-1 0,1 1 0,0 0 0,1-1 0,-1 1 0,1 0 0,0 0 0,0-1 0,0 1 0,1 0 0,-1-1 0,1 1 0,1 0 0,-1-1 0,1 1 0,-1-1 0,4 5 0,6 15 0,0 1 0,-1 0 0,11 45 0,10 181 0,-28-218 0,-2-30 0,-1 9 0,1-1 0,1 1 0,0 0 0,0-1 0,1 0 0,7 16 0,-10-25 0,1-1 0,0 0 0,0 0 0,0 1 0,0-1 0,0 0 0,0 0 0,0 0 0,0 0 0,0 0 0,1 0 0,-1-1 0,0 1 0,0 0 0,1 0 0,-1-1 0,3 1 0,-2 0 0,1-1 0,0 1 0,0-1 0,0 0 0,0 0 0,0 0 0,0 0 0,4-1 0,4-2 0,1-1 0,-1 0 0,16-7 0,-23 8 0,4-1-273,0 0 0,-1-1 0,0 0 0,12-11 0,-11 9-6553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24575,'-1'0'0,"0"-1"0,0 0 0,0 0 0,0 1 0,-1-1 0,1 0 0,0 1 0,0 0 0,0-1 0,-1 1 0,1 0 0,0-1 0,0 1 0,-1 0 0,1 0 0,0 0 0,0 0 0,-1 0 0,1 0 0,0 0 0,0 1 0,-1-1 0,1 0 0,0 1 0,-2 0 0,2 0 0,0 0 0,0 0 0,0 0 0,0 0 0,0 1 0,0-1 0,0 0 0,1 1 0,-1-1 0,0 0 0,1 1 0,-1-1 0,1 1 0,-1-1 0,1 1 0,0-1 0,0 1 0,0-1 0,0 1 0,0 2 0,0 4 0,1-1 0,0 0 0,0 1 0,1-1 0,0 0 0,0 0 0,7 13 0,-8-17 0,1 0 0,-1 0 0,1-1 0,-1 1 0,1 0 0,0-1 0,0 1 0,0-1 0,0 0 0,1 0 0,-1 0 0,1 0 0,-1 0 0,1 0 0,0 0 0,0-1 0,-1 0 0,1 1 0,0-1 0,6 1 0,-7-2 0,-1 0 0,1 0 0,0 0 0,0-1 0,-1 1 0,1-1 0,0 1 0,0-1 0,-1 1 0,1-1 0,-1 0 0,1 0 0,-1 0 0,1 0 0,-1 0 0,1 0 0,-1 0 0,0-1 0,0 1 0,1 0 0,-1-1 0,0 1 0,0-1 0,1-2 0,3-5 0,-1 0 0,0-1 0,4-10 0,-4 6 0,-2 9 0,0 1 0,-1 0 0,2-1 0,-1 1 0,0 0 0,6-7 0,-7 10 0,0 1 0,0-1 0,0 0 0,0 0 0,0 1 0,0-1 0,0 0 0,0 1 0,0-1 0,0 1 0,1 0 0,-1-1 0,0 1 0,0 0 0,0 0 0,1 0 0,-1 0 0,0 0 0,0 0 0,1 0 0,-1 0 0,0 0 0,0 0 0,0 1 0,1-1 0,-1 1 0,0-1 0,0 1 0,0-1 0,0 1 0,2 0 0,119 82 0,-95-64 0,-3 2-1365,-15-12-5461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24575,'19'-11'0,"-1"0"0,1 2 0,1 0 0,38-11 0,-52 18 0,0 1 0,1 0 0,-1 0 0,1 0 0,-1 1 0,1 0 0,-1 0 0,1 0 0,-1 1 0,1 0 0,-1 1 0,0-1 0,0 1 0,1 0 0,-1 1 0,0-1 0,-1 1 0,1 1 0,0-1 0,5 5 0,0 2 0,-1 0 0,0 1 0,0 0 0,-1 0 0,-1 1 0,0 0 0,-1 0 0,0 1 0,-1 0 0,0 0 0,-1 1 0,0 0 0,-1 0 0,-1 0 0,0 0 0,-1 0 0,-1 0 0,0 20 0,-2 17 0,-9 56 0,8-92 0,1 0 0,0 0 0,0 1 0,3 18 0,-1-28 0,0 0 0,1 0 0,-1 0 0,1 0 0,1 0 0,-1 0 0,1-1 0,0 1 0,0-1 0,0 0 0,1 0 0,-1 0 0,7 6 0,2-2 0,-10-7 0,0 0 0,0-1 0,0 1 0,0 0 0,0 0 0,0 0 0,0 0 0,0 0 0,-1 1 0,1-1 0,-1 0 0,0 1 0,1-1 0,0 4 0,-2-5 0,-1-1 0,1 1 0,0 0 0,0 0 0,0 0 0,-1-1 0,1 1 0,0 0 0,-1 0 0,1-1 0,-1 1 0,1 0 0,0-1 0,-1 1 0,0 0 0,1-1 0,-1 1 0,1-1 0,-1 1 0,0-1 0,1 1 0,-1-1 0,0 1 0,0-1 0,1 0 0,-1 1 0,-1-1 0,-23 7 0,-7-3-33,1-2 0,-59-2-1,42-1-1231,20 0-5561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92 24575,'-47'-27'0,"28"14"0,0 2 0,-1 1 0,-1 1 0,-26-9 0,45 17 0,1 0 0,-1 1 0,0 0 0,0-1 0,0 1 0,1 0 0,-1 0 0,0 0 0,0 0 0,0 0 0,0 0 0,1 0 0,-1 1 0,0-1 0,0 1 0,1-1 0,-1 1 0,0 0 0,1 0 0,-1 0 0,-2 1 0,3 0 0,0-1 0,-1 1 0,1 0 0,0 0 0,0 0 0,0 0 0,0 0 0,0 0 0,0 1 0,0-1 0,1 0 0,-1 0 0,1 1 0,0-1 0,0 0 0,0 4 0,0 6 0,0 0 0,1 0 0,0 0 0,1 0 0,0 0 0,1 0 0,1-1 0,0 1 0,0-1 0,1 0 0,1 0 0,0 0 0,11 14 0,-12-18 0,1-1 0,0-1 0,0 1 0,0-1 0,1 0 0,0-1 0,0 1 0,0-1 0,14 5 0,-10-4 0,1-2 0,-1 1 0,1-2 0,-1 1 0,1-2 0,13 1 0,-22-1 0,0-1 0,0 0 0,1-1 0,-1 1 0,0 0 0,0-1 0,0 0 0,0 0 0,0 0 0,0 0 0,-1 0 0,1 0 0,0-1 0,0 1 0,-1-1 0,1 0 0,-1 0 0,1 0 0,3-4 0,-4 3 0,0-1 0,0 1 0,-1-1 0,1 1 0,0-1 0,-1 1 0,0-1 0,0 0 0,0 0 0,-1 1 0,1-1 0,-1 0 0,0 0 0,0 0 0,-1-6 0,0-2 0,-1 1 0,0-1 0,-1 1 0,-1 0 0,-6-16 0,10 27 0,0-1 0,0 1 0,-1 0 0,1-1 0,0 1 0,0 0 0,0-1 0,0 1 0,-1 0 0,1-1 0,0 1 0,0 0 0,-1-1 0,1 1 0,0 0 0,-1 0 0,1-1 0,0 1 0,0 0 0,-1 0 0,1-1 0,-1 1 0,-1 7 0,2 13 0,2-14 10,-1 1 0,1-1 0,1 0 0,-1 0 0,1 0 0,0-1 0,0 1 0,1-1 0,-1 1 0,1-1 0,7 6 0,-8-7-103,1-1 0,0 0 1,-1 0-1,1 0 0,1 0 0,-1-1 0,0 0 0,1 0 1,-1 0-1,1 0 0,-1-1 0,1 1 0,0-1 1,0 0-1,7 0 0,0-1-6733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24575,'27'15'0,"-1"1"0,0 1 0,-1 1 0,35 34 0,-51-44 0,-1-1 0,1 0 0,11 6 0,-18-12 0,1 1 0,-1-1 0,1 0 0,0 1 0,-1-2 0,1 1 0,0 0 0,-1 0 0,1-1 0,0 1 0,0-1 0,0 0 0,-1 0 0,1 0 0,0 0 0,0-1 0,5 0 0,-7 0 0,0 0 0,1 0 0,-1 0 0,0 0 0,0 0 0,1 0 0,-1 0 0,0 0 0,0 0 0,0-1 0,0 1 0,0 0 0,-1-1 0,1 1 0,0-1 0,-1 1 0,1-1 0,-1 1 0,1-1 0,-1 1 0,0-1 0,0 0 0,0-1 0,1-7 0,0-1 0,-3-15 0,1 13 0,2-27 0,-1 25 0,1 0 0,-2 1 0,-4-29 0,-2 26-1365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26 24575,'-8'-3'0,"0"1"0,-1 0 0,0 0 0,1 1 0,-1 0 0,1 0 0,-15 2 0,21-1 0,-1 0 0,1 0 0,0 1 0,0-1 0,0 1 0,0-1 0,0 1 0,0 0 0,0 0 0,0 0 0,1 0 0,-1 0 0,0 0 0,0 0 0,1 1 0,-1-1 0,1 1 0,-1-1 0,1 1 0,0-1 0,-1 1 0,1 0 0,0 0 0,0 0 0,0-1 0,0 1 0,1 0 0,-1 0 0,1 0 0,-1 0 0,1 0 0,-1 1 0,1-1 0,0 0 0,0 0 0,0 3 0,1 5 0,1 0 0,0-1 0,0 1 0,1-1 0,0 1 0,0-1 0,7 12 0,-2-6 0,0-1 0,1 0 0,17 20 0,-22-30 0,0 0 0,0 0 0,0 0 0,1 0 0,-1-1 0,1 0 0,0 0 0,0 0 0,11 3 0,-15-5 0,1-1 0,-1 1 0,1-1 0,0 1 0,-1-1 0,1 0 0,-1 0 0,1 0 0,0 0 0,-1 0 0,1 0 0,-1 0 0,1 0 0,-1-1 0,1 1 0,0-1 0,-1 1 0,1-1 0,-1 0 0,0 1 0,1-1 0,-1 0 0,1 0 0,-1 0 0,0 0 0,0 0 0,0 0 0,0 0 0,0-1 0,0 1 0,0 0 0,0 0 0,0-1 0,0 1 0,-1-1 0,1 1 0,0-1 0,0-2 0,1-6 0,1 0 0,-2 1 0,1-1 0,-1 0 0,-1-1 0,0 1 0,-2-16 0,-16-71 0,8 53 0,9 36 0,4 12 0,9 24 0,-7-14 0,7 9 0,0 1 0,29 39 0,-31-49 0,0-2 0,1 1 0,1-1 0,0-1 0,23 17 0,-28-24-151,0 0-1,-1 0 0,1-1 0,1 0 1,-1 0-1,0 0 0,1-1 1,10 2-1,-6-3-6674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24575,'10'25'0,"4"11"0,1 1 0,-2-4-8191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24575,'3'5'0,"0"5"0,0-1-8191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193 533 24575,'-52'-241'0,"41"203"0,-2 0 0,-2 1 0,-1 1 0,-25-41 0,28 53 0,10 17 0,-1 0 0,1 1 0,-1 0 0,-6-7 0,10 13 0,0 0 0,0-1 0,0 1 0,0 0 0,0 0 0,0 0 0,0 0 0,0 0 0,-1 0 0,1-1 0,0 1 0,0 0 0,0 0 0,0 0 0,0 0 0,0 0 0,-1 0 0,1 0 0,0 0 0,0 0 0,0 0 0,0 0 0,-1 0 0,1 0 0,0 0 0,0 0 0,0 0 0,0 0 0,-1 0 0,1 0 0,0 0 0,0 0 0,0 0 0,0 0 0,0 0 0,-1 0 0,1 0 0,0 0 0,0 0 0,0 0 0,0 0 0,0 0 0,-1 0 0,1 1 0,0-1 0,0 0 0,0 0 0,0 0 0,0 0 0,0 0 0,0 0 0,0 1 0,0-1 0,-1 0 0,1 0 0,0 0 0,0 0 0,0 1 0,0-1 0,0 0 0,0 0 0,0 0 0,0 1 0,-1 10 0,4 18 0,1 0 0,12 49 0,-5-35 0,-2-4 0,2 0 0,1-1 0,3-1 0,25 50 0,-25-62 0,0 0 0,1 0 0,2-2 0,0 0 0,2-1 0,37 33 0,-34-41-1365,-13-10-5461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24575,'-23'4'0,"0"1"0,0 0 0,0 2 0,1 0 0,-38 19 0,58-25 0,0 0 0,-1 0 0,1 1 0,0-1 0,0 1 0,0 0 0,0 0 0,0-1 0,0 1 0,0 0 0,1 1 0,-1-1 0,1 0 0,-1 0 0,1 1 0,0-1 0,0 1 0,0-1 0,-1 4 0,2-3 0,0 0 0,0 0 0,0 0 0,1 0 0,-1 0 0,1 0 0,-1-1 0,1 1 0,0 0 0,0 0 0,0-1 0,1 1 0,-1-1 0,0 1 0,1-1 0,0 1 0,3 2 0,-2-1 0,0 0 0,1 0 0,0 0 0,0-1 0,0 1 0,0-1 0,1 0 0,-1 0 0,1-1 0,5 3 0,-8-4 0,0-1 0,0 1 0,1-1 0,-1 1 0,0-1 0,0 0 0,0 0 0,0 0 0,0 0 0,0-1 0,1 1 0,-1 0 0,0-1 0,0 0 0,0 1 0,0-1 0,0 0 0,0 0 0,-1 0 0,1 0 0,0 0 0,0-1 0,-1 1 0,1-1 0,-1 1 0,1-1 0,2-2 0,9-20 0,-12 21 0,0 0 0,0 0 0,1 0 0,-1 1 0,1-1 0,0 0 0,0 1 0,4-5 0,-6 7 0,1-1 0,-1 1 0,1 0 0,0 0 0,-1-1 0,1 1 0,0 0 0,0 0 0,-1 0 0,1 0 0,0 0 0,-1 0 0,1 0 0,0 0 0,-1 0 0,1 0 0,0 0 0,-1 0 0,1 1 0,0-1 0,-1 0 0,1 0 0,0 1 0,-1-1 0,1 0 0,0 1 0,-1-1 0,1 1 0,-1-1 0,1 1 0,0 0 0,17 19 0,-14-15 0,73 87-1365,-67-79-5461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24575,'-1'0'0,"1"-1"0,0 1 0,0 0 0,-1-1 0,1 1 0,0-1 0,-1 1 0,1 0 0,0-1 0,-1 1 0,1 0 0,0 0 0,-1-1 0,1 1 0,-1 0 0,1 0 0,-1-1 0,1 1 0,-1 0 0,1 0 0,0 0 0,-1 0 0,1 0 0,-1 0 0,1 0 0,-1 0 0,1 0 0,-1 0 0,1 0 0,-1 0 0,0 0 0,0 1 0,1 0 0,0 0 0,-1 0 0,1 0 0,0-1 0,-1 1 0,1 0 0,0 0 0,0 0 0,0 0 0,0 0 0,0 0 0,0 0 0,0 1 0,8 38 0,11 17 0,32 68 0,16 45 0,-65-158 0,-7-15 0,-9-17 0,-9-24 0,21 40 0,1 0 0,-1 0 0,1 0 0,0 0 0,0 0 0,0-1 0,1 1 0,-1 0 0,1-7 0,0 11 0,1-1 0,-1 0 0,0 0 0,0 0 0,1 0 0,-1 1 0,0-1 0,1 0 0,-1 0 0,1 1 0,-1-1 0,1 0 0,-1 1 0,1-1 0,0 0 0,-1 1 0,1-1 0,0 1 0,-1-1 0,1 1 0,0-1 0,0 1 0,-1 0 0,1-1 0,0 1 0,0 0 0,0 0 0,-1 0 0,1-1 0,0 1 0,0 0 0,0 0 0,0 0 0,0 0 0,-1 0 0,1 1 0,0-1 0,0 0 0,1 1 0,4 0 0,1 1 0,-1 0 0,0 0 0,5 3 0,-10-4 0,22 12 0,0 1 0,-1 1 0,-1 1 0,0 1 0,19 20 0,-20-19 0,-17-14 0,1-1 0,-1 0 0,0 1 0,0 0 0,0 0 0,2 5 0,-5-9 0,1 1 0,-1 0 0,0-1 0,1 1 0,-1 0 0,0 0 0,1-1 0,-1 1 0,0 0 0,0 0 0,0 0 0,0-1 0,0 1 0,0 0 0,0 0 0,0 0 0,0-1 0,0 1 0,0 0 0,0 0 0,-1 0 0,1-1 0,0 1 0,-1 0 0,1-1 0,0 1 0,-1 0 0,1 0 0,-1-1 0,1 1 0,-1-1 0,0 1 0,1-1 0,-1 1 0,1-1 0,-1 1 0,0-1 0,0 1 0,1-1 0,-1 0 0,0 1 0,1-1 0,-2 1 0,-4 0 0,0 1 0,0-1 0,0 0 0,-1-1 0,1 1 0,0-1 0,-12-1 0,-45-10 0,44 7 0,-31-8-1365,36 9-5461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46 724 24575,'17'-36'0,"-1"0"0,-1-2 0,13-55 0,-23 71 0,-1-1 0,-1 0 0,-1 0 0,-1 0 0,-1 0 0,-1 0 0,-6-33 0,-3 14 0,-2 0 0,-1 1 0,-3 0 0,-25-47 0,34 71 0,6 13 0,-1 0 0,1 0 0,-1 0 0,0 0 0,0 0 0,-3-3 0,4 7 0,1 0 0,0-1 0,0 1 0,0 0 0,0 0 0,0 0 0,-1 0 0,1-1 0,0 1 0,0 0 0,0 0 0,0 0 0,-1 0 0,1 0 0,0 0 0,0-1 0,0 1 0,-1 0 0,1 0 0,0 0 0,0 0 0,-1 0 0,1 0 0,0 0 0,0 0 0,-1 0 0,1 0 0,0 0 0,0 0 0,0 0 0,-1 0 0,1 0 0,0 1 0,-4 6 0,1 13 0,3 15 0,2 0 0,1 0 0,1 0 0,3-1 0,16 56 0,-17-70 0,2 0 0,0-1 0,1 0 0,1 0 0,0-1 0,2 0 0,0-1 0,1 0 0,1-1 0,17 17 0,-19-22 0,0-1 0,0-1 0,1 0 0,0 0 0,1-1 0,-1-1 0,2 0 0,-1-1 0,1-1 0,0 0 0,0-1 0,0-1 0,1 0 0,19 1 0,-22-3 0,0-1 0,0-1 0,0 0 0,15-3 0,-23 3 0,-1 0 0,1 0 0,-1-1 0,0 0 0,1 0 0,-1 0 0,0 0 0,0-1 0,0 0 0,0 1 0,-1-1 0,1-1 0,-1 1 0,6-8 0,-5 4 0,0 0 0,0 0 0,0 0 0,-1-1 0,0 0 0,-1 1 0,0-1 0,0 0 0,-1 0 0,0 0 0,0-1 0,-1 1 0,-1-16 0,1 20 0,0-1 0,-1 1 0,0-1 0,0 1 0,0 0 0,0-1 0,-1 1 0,0 0 0,0 0 0,0 0 0,0 0 0,-1 0 0,1 0 0,-1 1 0,0-1 0,0 1 0,-1 0 0,1 0 0,0 0 0,-1 0 0,0 1 0,0-1 0,0 1 0,0 0 0,0 0 0,-6-1 0,8 2 0,1 0 0,-1 1 0,0 0 0,0-1 0,0 1 0,0 0 0,1 0 0,-1 0 0,0 0 0,0 0 0,0 0 0,0 1 0,0-1 0,1 0 0,-1 1 0,0 0 0,0-1 0,1 1 0,-1 0 0,0 0 0,-2 2 0,2-1 0,1 0 0,-1 0 0,0 1 0,0-1 0,1 0 0,-1 1 0,1 0 0,0-1 0,0 1 0,0 0 0,0-1 0,-1 6 0,1 2 0,0 1 0,0-1 0,1 1 0,0 0 0,1-1 0,3 19 0,-2-21-8,1 1 0,0 0 0,0-1 0,1 1 0,0-1 0,0 0 0,1-1 0,0 1 0,8 9 0,-3-6 41,-1-2 1,1 1-1,1-1 0,0-1 1,19 12-1,-4-7-281,0 0 1,1-2-1,0-1 1,1-1-1,36 6 1,-50-12-6579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328 351 24575,'-33'-55'0,"-65"-98"0,80 129 0,-1 0 0,0 1 0,-46-39 0,64 61 0,0 0 0,0 0 0,0 0 0,0 1 0,0-1 0,-1 0 0,1 1 0,0-1 0,0 0 0,0 1 0,-1 0 0,1-1 0,0 1 0,-1 0 0,1-1 0,0 1 0,-1 0 0,1 0 0,0 0 0,-1 0 0,1 1 0,0-1 0,-1 0 0,1 0 0,0 1 0,0-1 0,-1 1 0,1-1 0,0 1 0,0-1 0,0 1 0,0 0 0,0 0 0,0 0 0,0-1 0,0 1 0,0 0 0,0 0 0,0 0 0,0 0 0,0 1 0,1-1 0,-2 2 0,-1 3 0,0 0 0,0 1 0,0-1 0,1 1 0,0-1 0,0 1 0,0 8 0,-1 16 0,1 0 0,2-1 0,1 1 0,2 0 0,1-1 0,1 0 0,2 1 0,0-2 0,2 1 0,2-2 0,0 1 0,27 45 0,25 30 0,134 170 0,-186-260-682,15 26-1,-19-28-6143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257 101 24575,'-30'-18'0,"-12"-5"0,-2 1 0,4 4 0,6 5 0,10 8 0,5 4 0,7 5 0,5 4 0,4 4 0,2-1-8191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153 106 24575,'-9'-10'0,"-1"-2"0,0 1 0,0 0 0,-1 1 0,-1 0 0,0 0 0,-17-10 0,27 19 0,1 0 0,-1 0 0,0 0 0,1 1 0,-1-1 0,0 1 0,1-1 0,-1 1 0,0 0 0,0-1 0,0 1 0,1 0 0,-1 0 0,0 0 0,0 0 0,-2 1 0,3 0 0,0-1 0,0 1 0,0 0 0,0-1 0,0 1 0,0 0 0,0 0 0,0 0 0,0 0 0,0 0 0,1 0 0,-1 0 0,0 0 0,1 0 0,-1 0 0,1 0 0,-1 0 0,1 0 0,0 1 0,-1-1 0,1 0 0,0 0 0,0 2 0,-1 5 0,0 0 0,1-1 0,0 1 0,1-1 0,0 1 0,0 0 0,0-1 0,1 1 0,0-1 0,6 13 0,-2-7 0,1 0 0,0-1 0,1 1 0,17 19 0,-21-27 0,1 1 0,0-1 0,0-1 0,1 1 0,0-1 0,-1 0 0,1 0 0,1-1 0,-1 1 0,0-2 0,1 1 0,-1-1 0,1 1 0,11 0 0,-17-2 0,0-1 0,0 0 0,0 0 0,1 0 0,-1 0 0,0 0 0,0 0 0,0-1 0,0 1 0,0 0 0,1 0 0,-1-1 0,0 1 0,0-1 0,0 1 0,0-1 0,0 1 0,0-1 0,0 0 0,0 0 0,-1 1 0,2-2 0,-1 0 0,0 1 0,0-1 0,-1 1 0,1-1 0,-1 0 0,1 1 0,-1-1 0,1 1 0,-1-1 0,0 0 0,0 1 0,0-1 0,0-3 0,-1-1 0,0 0 0,0 0 0,-1 0 0,0 0 0,0 1 0,0-1 0,-5-7 0,-17-24 0,-2 2 0,-37-40 0,41 51 0,14 17 0,9 12 0,11 14 0,-5-11-1365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194 397 24575,'-13'-11'0,"-11"-8"0,1 0 0,2-2 0,-30-36 0,44 47 0,0-1 0,2 0 0,-1 0 0,1 0 0,-5-18 0,4 7 0,1-1 0,-2-23 0,7 45 0,-2-8 0,1-1 0,1 0 0,0 1 0,2-16 0,-2 23 0,0 1 0,0-1 0,0 1 0,1 0 0,-1-1 0,0 1 0,1 0 0,-1 0 0,1-1 0,0 1 0,-1 0 0,1 0 0,0 0 0,0-1 0,0 1 0,-1 0 0,1 0 0,0 1 0,0-1 0,1 0 0,-1 0 0,0 0 0,0 1 0,0-1 0,0 0 0,1 1 0,-1-1 0,0 1 0,1 0 0,-1-1 0,0 1 0,1 0 0,-1 0 0,0 0 0,1 0 0,-1 0 0,1 0 0,-1 0 0,0 0 0,1 0 0,1 2 0,3 0-105,-1 0 0,0 1 0,0 0 0,0 0 0,0 0 0,0 0 0,-1 1 0,1 0 0,-1 0 0,0 0 0,0 0 0,5 9 0,1 0-6721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85 24575,'3'-9'0,"0"0"0,0 0 0,1 1 0,8-16 0,-11 22 0,0 0 0,0 1 0,0-1 0,1 0 0,-1 1 0,0-1 0,1 1 0,-1 0 0,1-1 0,0 1 0,-1 0 0,1 0 0,0 0 0,0 0 0,-1 0 0,1 0 0,0 1 0,0-1 0,0 1 0,0-1 0,0 1 0,0 0 0,0 0 0,0 0 0,0 0 0,0 0 0,0 0 0,4 1 0,1 1 0,0 1 0,0 0 0,-1 0 0,0 1 0,1 0 0,-1 0 0,7 6 0,38 38 0,-42-39 0,29 30 0,42 57 0,-73-87 0,-1 0 0,1 1 0,-2-1 0,1 1 0,-2 1 0,1-1 0,-1 1 0,-1-1 0,0 1 0,-1 0 0,0 0 0,0 0 0,-1 0 0,0 13 0,-2-21 0,1-1 0,0 1 0,-1 0 0,0-1 0,1 1 0,-1-1 0,0 1 0,-1-1 0,1 1 0,0-1 0,-1 0 0,1 0 0,-1 1 0,1-1 0,-5 3 0,2-2 0,1 0 0,-1 0 0,0-1 0,0 1 0,-1-1 0,1 0 0,0-1 0,-8 3 0,3-2 0,-1 0 0,1-1 0,-1 0 0,1 0 0,-1-1 0,1 0 0,-1-1 0,-14-3 0,8 0 0,0-1 0,0 0 0,1-2 0,0 0 0,0 0 0,-25-18 0,30 17 0,0 0 0,0 0 0,1-1 0,0 0 0,1-1 0,0 0 0,0 0 0,1-1 0,-8-17 0,12 21 0,0 0 0,1-1 0,0 1 0,1-1 0,-1 0 0,1 0 0,1-9 0,3-57 0,-3 67 0,1 1-68,0-1 0,0 0-1,1 0 1,0 0 0,0 1 0,0-1-1,1 1 1,0 0 0,0 0 0,1 0-1,0 0 1,0 0 0,0 1 0,1 0-1,-1 0 1,1 0 0,0 0-1,1 1 1,7-5 0,-1 3-6758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 24575,'0'0'0,"0"0"0,0 0 0,0 0 0,0 0 0,0-1 0,0 1 0,0 0 0,0 0 0,0 0 0,0 0 0,0-1 0,0 1 0,0 0 0,0 0 0,0 0 0,0 0 0,-1-1 0,1 1 0,0 0 0,0 0 0,0 0 0,0 0 0,0 0 0,0 0 0,-1-1 0,1 1 0,0 0 0,0 0 0,0 0 0,0 0 0,0 0 0,-1 0 0,1 0 0,0 0 0,0 0 0,0 0 0,-1 0 0,1 0 0,0 0 0,0 0 0,-12 3 0,-17 15 0,17-11 0,-28 13 0,0-3 0,-78 23 0,32-12 0,84-27 0,-18 7 0,19-8 0,0 1 0,0-1 0,0 1 0,0-1 0,1 1 0,-1-1 0,0 1 0,0 0 0,1-1 0,-1 1 0,0 0 0,1-1 0,-1 1 0,1 0 0,-1 0 0,1 0 0,-1 0 0,1 1 0,0-2 0,0 1 0,0-1 0,0 1 0,0-1 0,1 1 0,-1-1 0,0 1 0,1-1 0,-1 1 0,0-1 0,1 1 0,-1-1 0,0 1 0,1-1 0,-1 0 0,1 1 0,-1-1 0,1 0 0,-1 1 0,1-1 0,-1 0 0,1 0 0,-1 0 0,1 1 0,18 5 0,-14-4 0,276 78 0,-216-63 0,-7-4 14,42 13-1393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24575,'2'2'0,"4"1"0,3 1 0,3 1 0,1 0 0,2 2 0,2-1 0,4 2 0,4-1 0,-1 1 0,2-1 0,-3 1 0,2-1 0,-3-1 0,-1-3 0,-2-1 0,-2-1 0,-4 0-8191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24575,'2'9'0,"1"0"0,0 0 0,9 15 0,25 43 0,-27-51 0,15 17 0,-22-29 0,1 0 0,-1-1 0,1 1 0,0-1 0,0 0 0,0 0 0,1 0 0,-1 0 0,7 2 0,-10-5 0,0 1 0,0-1 0,0 0 0,0 0 0,0 0 0,0 0 0,0 0 0,0 0 0,0 0 0,0 0 0,0-1 0,0 1 0,0 0 0,0 0 0,0-1 0,0 1 0,0-1 0,0 1 0,0-1 0,-1 1 0,1-1 0,0 0 0,0 1 0,-1-1 0,1 0 0,0 0 0,-1 1 0,1-1 0,-1 0 0,1 0 0,-1 0 0,1 0 0,-1 0 0,0 0 0,1 1 0,-1-3 0,2-3 0,0 0 0,0-1 0,-1 1 0,1-7 0,0-16 0,-3-46 0,0 50 0,1 0 0,4-39 0,-4 61 0,0 1 0,1 0 0,-1-1 0,1 1 0,0 0 0,0-1 0,0 1 0,0 0 0,0 0 0,0 0 0,0 0 0,1 0 0,-1 0 0,1 0 0,1-2 0,-2 4 0,1-1 0,-1 1 0,0-1 0,0 1 0,1-1 0,-1 1 0,0 0 0,1 0 0,-1-1 0,1 1 0,-1 0 0,0 0 0,1 0 0,-1 1 0,0-1 0,1 0 0,-1 0 0,0 1 0,1-1 0,-1 1 0,0-1 0,0 1 0,1 0 0,-1-1 0,0 1 0,0 0 0,0 0 0,1 1 0,34 26 0,47 49 0,-47-41 0,-15-17 0,-8-8 0,0 1 0,-1 1 0,11 15 0,-17-14 120,-6-14-173,0 1 0,0-1 0,0 1 0,0-1 0,0 1 0,0-1-1,0 1 1,0-1 0,0 1 0,0-1 0,-1 1 0,1-1 0,0 0 0,0 1 0,0-1 0,-1 1 0,1-1 0,0 0 0,-1 1 0,1-1 0,0 1 0,-1-1 0,1 0 0,0 1 0,-1-1 0,1 0 0,-1 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17 24575,'1'-1'0,"-1"0"0,0 1 0,0-1 0,-1 0 0,1 1 0,0-1 0,0 1 0,0-1 0,0 0 0,0 1 0,-1-1 0,1 1 0,0-1 0,-1 0 0,1 1 0,0-1 0,-1 1 0,1-1 0,0 1 0,-1-1 0,1 1 0,-1 0 0,1-1 0,-1 1 0,1-1 0,-1 1 0,0 0 0,1 0 0,-1-1 0,1 1 0,-1 0 0,0 0 0,1 0 0,-1-1 0,0 1 0,1 0 0,-1 0 0,1 0 0,-1 0 0,0 0 0,1 0 0,-1 1 0,0-1 0,-5 1 0,0 0 0,0 1 0,-11 4 0,7-2 0,-107 25 0,-18 7 0,123-32 0,0 0 0,1 1 0,-14 8 0,22-11 0,-1 0 0,0 1 0,1-1 0,0 1 0,-1 0 0,1 0 0,0 0 0,1 1 0,-1-1 0,0 1 0,1-1 0,-4 8 0,6-10 0,-1 0 0,1 0 0,0 0 0,0 0 0,-1 0 0,1 0 0,0 0 0,0 1 0,0-1 0,0 0 0,0 0 0,0 0 0,1 0 0,-1 0 0,0 0 0,0 0 0,1 0 0,-1 0 0,1 2 0,1-2 0,-1 1 0,0 0 0,1 0 0,-1-1 0,1 1 0,0-1 0,-1 1 0,1-1 0,2 1 0,5 3 0,0-1 0,0 0 0,14 4 0,-19-7 0,332 89 0,-296-82-1365,-25-7-5461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76 216 24575,'0'72'0,"17"136"0,10-93 0,-12-55 0,-113-442 0,89 350 0,0-1 0,3 1 0,0-1 0,0-39 0,21 107 0,-11-24 0,0-2 0,1 1 0,0 0 0,0-1 0,1 0 0,0 0 0,1-1 0,0 0 0,0 0 0,1 0 0,0-1 0,0 0 0,1-1 0,-1 1 0,20 8 0,-2-1 0,258 147 0,-130-79 0,-59-34 0,-93-47 0,0 0 0,1 0 0,-1 1 0,1-2 0,-1 1 0,1 0 0,0 0 0,3 0 0,-5-1 0,0 0 0,-1-1 0,1 1 0,0 0 0,0 0 0,-1 0 0,1-1 0,0 1 0,-1 0 0,1-1 0,0 1 0,-1 0 0,1-1 0,0 1 0,-1-1 0,1 1 0,-1-1 0,1 1 0,-1-1 0,1 0 0,-1 1 0,0-1 0,1 0 0,-1 1 0,0-1 0,1 0 0,-1 1 0,0-1 0,0 0 0,0 0 0,1 1 0,-1-1 0,0 0 0,0-1 0,1-19 0,0-1 0,-3-32 0,-1 1 0,-4-35 0,0 11 0,-1-35 0,5 92 0,-1 1 0,0 0 0,-12-31 0,9 37-1365,1 3-5461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1065 16 24575,'90'0'0,"-207"-8"0,1 0 0,-275 9 0,367 0 0,-31 5 0,-20 2 0,-198-8 0,267 0 0,0-1 0,0 1 0,1-1 0,-1 0 0,0-1 0,0 1 0,-8-5 0,13 5 0,5 0 0,4 2 0,36 9 0,271 72 0,-273-69 0,-1 2 0,59 31 0,-94-43 0,0 1 0,0 0 0,-1 0 0,1 0 0,-1 1 0,0-1 0,0 1 0,6 8 0,-10-11 0,1 1 0,-1-1 0,0 1 0,1-1 0,-1 1 0,0-1 0,-1 1 0,1-1 0,0 1 0,-1 0 0,1 0 0,-1-1 0,0 1 0,0 0 0,0 0 0,0-1 0,-1 1 0,1 0 0,-1-1 0,0 1 0,1 0 0,-1-1 0,-3 5 0,-2 4 0,0-1 0,-1-1 0,0 1 0,-1-1 0,0-1 0,0 1 0,-1-1 0,0-1 0,-1 0 0,1 0 0,-16 8 0,-5 0 0,0-1 0,-59 19 0,63-24 0,0 2 0,1 0 0,1 1 0,0 2 0,-28 21 0,-158 104 0,209-139 0,0 1 0,1-1 0,-1 1 0,0-1 0,0 1 0,1-1 0,-1 1 0,0 0 0,1-1 0,-1 1 0,0 0 0,1-1 0,-1 1 0,1 0 0,-1 0 0,1 0 0,0 0 0,-1 0 0,1-1 0,0 1 0,0 0 0,-1 0 0,1 0 0,0 1 0,1-1 0,-1 0 0,0 0 0,1 0 0,-1 0 0,1 0 0,-1-1 0,1 1 0,0 0 0,-1 0 0,1 0 0,0-1 0,0 1 0,0-1 0,-1 1 0,1 0 0,0-1 0,0 1 0,0-1 0,0 0 0,0 1 0,0-1 0,2 1 0,11 2 0,0-1 0,1 0 0,-1-1 0,1-1 0,27-2 0,0 1 0,8-2 0,90-17 0,-104 13 0,435-53 0,-398 54 0,-36 2 0,52 0 0,-76 6-1365,-4 1-5461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24575,'0'-1'0,"0"-1"0,0 1 0,0 0 0,-1 0 0,1 0 0,0 1 0,-1-1 0,1 0 0,-1 0 0,1 0 0,-1 0 0,0 0 0,1 0 0,-1 1 0,-1-2 0,2 2 0,-1 0 0,1 1 0,0-1 0,-1 0 0,1 1 0,0-1 0,0 0 0,-1 1 0,1-1 0,0 0 0,0 1 0,-1-1 0,1 1 0,0-1 0,0 0 0,0 1 0,0-1 0,0 1 0,0-1 0,0 1 0,0-1 0,0 0 0,0 2 0,-1 5 0,1 1 0,0-1 0,1 8 0,1-4 0,0 0 0,2-1 0,-1 0 0,9 18 0,25 38 0,-22-42 0,-7-9 0,0-1 0,-14-26 0,-30-60 0,32 61 0,0 1 0,1-1 0,0 0 0,1 0 0,-2-13 0,4 21 0,0 0 0,0-1 0,0 1 0,0 0 0,0 0 0,1 0 0,-1 0 0,1 0 0,0 0 0,0 0 0,0 0 0,0 0 0,1 0 0,-1 0 0,1 0 0,-1 1 0,1-1 0,0 1 0,0-1 0,1 1 0,-1 0 0,0 0 0,1 0 0,-1 0 0,1 0 0,-1 0 0,1 1 0,0-1 0,0 1 0,6-2 0,-4 2 0,1-1 0,0 1 0,0 0 0,0 1 0,0 0 0,0 0 0,0 0 0,0 0 0,0 1 0,0 0 0,0 1 0,-1-1 0,1 1 0,0 0 0,8 5 0,6 3 0,36 27 0,-49-32 0,0 1 0,-1 0 0,0 0 0,0 1 0,0 0 0,-1 0 0,0 0 0,4 9 0,0 0 0,-1-1 0,-1-1 0,7 21 0,-14-35 1,0 0 0,0 0 0,0 0 0,0 0 0,0 0 0,0 0 0,0 0 0,0 0 0,-1 0 0,1 0 0,0 0 0,0 0-1,0 0 1,0 0 0,0 0 0,0 0 0,0 0 0,0 0 0,0 0 0,0 0 0,0 0 0,0 0 0,0 0 0,-1 0 0,1 0 0,0 0 0,0 0 0,0 1 0,0-1 0,0 0-1,0 0 1,0 0 0,0 0 0,0 0 0,0 0 0,0 0 0,0 0 0,0 0 0,0 0 0,0 0 0,0 0 0,0 1 0,0-1 0,0 0 0,0 0 0,0 0 0,0 0-1,0 0 1,0 0 0,0 0 0,0 0 0,0 0 0,0 0 0,0 0 0,0 0 0,0 1 0,0-1 0,0 0 0,0 0 0,1 0 0,-1 0 0,0 0 0,-5-4-1426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46 24575,'-15'-5'0,"-7"-4"0,-3-1 0,0 2 0,3 2 0,2 2 0,1 1 0,5 2-8191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35 24575,'-30'-8'0,"-12"-2"0,-2 1 0,6 3 0,11 4-8191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138 108 24575,'-11'0'0,"0"0"0,0 1 0,-1 1 0,1 0 0,0 0 0,-15 6 0,23-7 0,1 0 0,-1 0 0,1 0 0,-1 0 0,1 0 0,0 1 0,0-1 0,0 1 0,0-1 0,0 1 0,0 0 0,0 0 0,0 0 0,1 0 0,-1 0 0,1 0 0,-1 1 0,1-1 0,0 0 0,0 1 0,0-1 0,0 1 0,1-1 0,-1 1 0,0-1 0,1 1 0,0-1 0,0 1 0,0 0 0,0-1 0,0 1 0,0 0 0,1 3 0,1-1 0,0 1 0,0-1 0,1 1 0,-1-1 0,1 0 0,0 0 0,0 0 0,1 0 0,0 0 0,0-1 0,0 0 0,0 1 0,0-2 0,1 1 0,0 0 0,0-1 0,7 4 0,-2-2 0,0 0 0,1 0 0,0-1 0,0 0 0,0-1 0,0 0 0,23 2 0,-25-5 0,0 1 0,0-1 0,-1-1 0,1 1 0,0-2 0,10-2 0,-16 3 0,0 0 0,1 0 0,-1 0 0,0-1 0,0 1 0,-1-1 0,1 0 0,0 0 0,0 0 0,-1 0 0,1-1 0,-1 1 0,0-1 0,0 1 0,0-1 0,0 0 0,0 0 0,-1 0 0,2-3 0,0-1 0,-2 1 0,1-1 0,-1 1 0,0-1 0,0 0 0,-1 1 0,0-1 0,0 0 0,0 0 0,-1 1 0,0-1 0,-1 0 0,1 1 0,-1-1 0,0 1 0,-1 0 0,-6-12 0,3 6 0,-1 1 0,-1 0 0,0 0 0,0 0 0,-1 1 0,0 0 0,-1 1 0,-11-9 0,14 14-97,0 0-1,0 0 1,-1 1-1,1-1 1,-1 2-1,0-1 1,1 1-1,-1 0 1,0 1-1,0 0 1,0 0-1,-1 1 0,-13 1 1,6-1-6729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24575,'-1'1'0,"1"-1"0,-1 0 0,0 0 0,1 1 0,-1-1 0,1 0 0,-1 1 0,0-1 0,1 1 0,-1-1 0,1 1 0,-1-1 0,1 1 0,0-1 0,-1 1 0,1-1 0,-1 1 0,1 0 0,0-1 0,0 1 0,-1 0 0,1-1 0,0 1 0,0 0 0,0-1 0,0 1 0,-1 1 0,-1 22 0,2-21 0,-2 30 0,2 1 0,1-1 0,1 1 0,3-1 0,9 39 0,-6-33 0,-9-80 0,-51-239 0,51 278 0,1 0 0,0 0 0,-1 0 0,1-1 0,0 1 0,0 0 0,0 0 0,1-5 0,-1 7 0,0 0 0,0 0 0,0 0 0,0 0 0,0 0 0,1-1 0,-1 1 0,0 0 0,0 0 0,0 0 0,0 0 0,0 0 0,0 0 0,0 0 0,0 0 0,0 0 0,1-1 0,-1 1 0,0 0 0,0 0 0,0 0 0,0 0 0,0 0 0,1 0 0,-1 0 0,0 0 0,0 0 0,0 0 0,0 0 0,0 0 0,0 0 0,1 0 0,-1 0 0,0 0 0,0 0 0,0 0 0,0 0 0,0 0 0,1 0 0,-1 0 0,0 1 0,0-1 0,10 10 0,18 30 0,56 74 0,-70-97 0,1-1 0,1-1 0,0 0 0,29 19 0,-30-25 0,0 1 0,1-2 0,1 0 0,-1-1 0,24 7 0,-38-13 0,0-1 0,0 1 0,0-1 0,1 0 0,-1 1 0,0-1 0,0 0 0,0 0 0,0-1 0,0 1 0,0 0 0,0-1 0,0 1 0,0-1 0,0 1 0,0-1 0,0 0 0,3-1 0,-4 0 0,1 1 0,-1-1 0,1 1 0,-1-1 0,0 0 0,0 0 0,0 1 0,0-1 0,0 0 0,0 0 0,0 0 0,0 0 0,-1 0 0,1 0 0,-1 0 0,0 0 0,1 0 0,-1-3 0,0-4 0,0 0 0,-1 0 0,0 0 0,0 0 0,-1 1 0,0-1 0,0 0 0,-1 1 0,0 0 0,-1-1 0,-6-9 0,1 4 0,0 0 0,0 1 0,-1 0 0,-1 1 0,-17-15 0,24 23-151,0 1-1,0 0 0,0 0 0,-1 0 1,1 1-1,-1-1 0,1 1 1,-7-2-1,-2 1-6674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16 24575,'-12'-2'0,"-7"-2"0,-3 1 0,0 1 0,1 0 0,2 1 0,2 0 0,0 1 0,2 0 0,0 0 0,0 0 0,1 0 0,-1 0 0,3 0-8191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 24575,'-2'-2'0,"-1"0"0,1 0 0,-1 0 0,1 0 0,-1 0 0,-3-1 0,6 3 0,0 0 0,-1 0 0,1 0 0,0-1 0,-1 1 0,1 0 0,0 0 0,0 0 0,-1 0 0,1 0 0,0 0 0,0 0 0,-1 0 0,1 0 0,0 0 0,-1 0 0,1 0 0,0 0 0,0 0 0,-1 0 0,1 1 0,0-1 0,0 0 0,-1 0 0,1 0 0,0 0 0,0 0 0,-1 1 0,1 0 0,0-1 0,-1 1 0,1 0 0,0 0 0,0-1 0,0 1 0,0 0 0,0 0 0,0 0 0,0-1 0,0 1 0,0 0 0,0 0 0,0-1 0,1 3 0,6 22 0,1 0 0,14 28 0,-9-22 0,7 19-682,23 92-1,-40-129-6143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24575,'0'0'0,"0"-1"0,0 1 0,-1 0 0,1 0 0,0 0 0,0 0 0,0 0 0,0 0 0,0 0 0,-1-1 0,1 1 0,0 0 0,0 0 0,0 0 0,0 0 0,0 0 0,0-1 0,-1 1 0,1 0 0,0 0 0,0 0 0,0-1 0,0 1 0,0 0 0,0 0 0,0 0 0,0 0 0,0-1 0,0 1 0,0 0 0,0 0 0,0 0 0,0-1 0,0 1 0,0 0 0,0 0 0,0 0 0,1-1 0,-1 1 0,0 0 0,9-1 0,13 6 0,-7 3 0,-1 1 0,1 0 0,-2 1 0,20 17 0,1 1 0,118 73 0,-107-73 0,4 7 0,-59-50-1365,3 5-5461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24575,'-4'0'0,"1"1"0,0-1 0,0 1 0,0 0 0,0 0 0,0 0 0,0 1 0,0-1 0,0 0 0,0 1 0,0 0 0,1 0 0,-1 0 0,1 0 0,-1 0 0,1 1 0,0-1 0,0 1 0,0-1 0,0 1 0,1 0 0,-3 3 0,0 2 0,0 1 0,0-1 0,1 1 0,0 0 0,0 0 0,-2 14 0,1 19-109,4-28 156,-2 0 0,0 0 0,0-1 0,-6 15 0,7-24-125,-1 0-1,1 0 1,-1 0-1,0-1 1,-1 1-1,1-1 1,0 1-1,-1-1 1,0 0-1,0 0 1,0 0-1,0 0 1,0-1-1,-1 1 1,1-1-1,-1 0 1,0 0-1,-4 2 1,-4 0-6748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69 24575,'-14'-11'0,"0"0"0,-1 0 0,-18-9 0,29 18 0,-1-1 0,1 1 0,-1 0 0,0 1 0,0-1 0,0 1 0,1 0 0,-1 0 0,0 1 0,0-1 0,0 1 0,0 0 0,0 1 0,0-1 0,0 1 0,-6 1 0,2 1 0,1 0 0,0 1 0,-1-1 0,2 2 0,-10 5 0,15-9 0,0 1 0,0-1 0,0 1 0,0-1 0,1 1 0,-1 0 0,0 0 0,1 0 0,-1 0 0,1 0 0,0 0 0,0 0 0,0 0 0,0 1 0,0-1 0,0 0 0,0 1 0,1-1 0,-1 1 0,1-1 0,0 1 0,0-1 0,0 4 0,3 8 0,0 0 0,1 0 0,1-1 0,11 24 0,-7-18 0,8 30 0,-7-2 0,-2 0 0,-2 0 0,-1 58 0,-3-59 0,5 32 0,0 27 0,-7-103 0,0 1 0,0-1 0,0 0 0,0 0 0,0 0 0,1 1 0,-1-1 0,1 0 0,0 0 0,-1 0 0,1 0 0,0 0 0,0 0 0,2 2 0,-2-2 0,1-1 0,-1 0 0,1 0 0,-1 0 0,1 0 0,0 0 0,-1 0 0,1 0 0,0-1 0,0 1 0,0-1 0,-1 1 0,1-1 0,0 0 0,0 0 0,0 1 0,2-2 0,-3 2-16,23-1 85,29-1 0,-47 0-193,0 1 0,-1-1 0,1 0 0,0 0 0,-1-1 0,0 0 1,1 0-1,-1 0 0,0-1 0,0 1 0,6-5 0,-3-1-6702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24575,'-1'0'0,"1"-1"0,0 1 0,0 0 0,0 0 0,0 0 0,0 0 0,-1-1 0,1 1 0,0 0 0,0 0 0,0 0 0,-1 0 0,1 0 0,0 0 0,0 0 0,0 0 0,-1-1 0,1 1 0,0 0 0,0 0 0,0 0 0,-1 0 0,1 0 0,0 0 0,0 0 0,-1 0 0,1 0 0,0 0 0,0 0 0,0 1 0,-1-1 0,1 0 0,0 0 0,0 0 0,-1 0 0,-3 9 0,1 12 0,4-10 0,1-1 0,0 1 0,0-1 0,1 0 0,0 0 0,0 0 0,2 0 0,-1 0 0,1-1 0,0 0 0,1 0 0,0 0 0,9 10 0,-14-18 0,0 0 0,0 0 0,0 0 0,0-1 0,-1 1 0,1 0 0,0 0 0,0-1 0,0 1 0,0-1 0,1 1 0,-1-1 0,0 1 0,0-1 0,0 0 0,0 1 0,0-1 0,1 0 0,-1 0 0,0 0 0,0 0 0,3 0 0,-4 0 0,1-1 0,0 1 0,0-1 0,0 1 0,-1-1 0,1 0 0,0 1 0,-1-1 0,1 0 0,-1 1 0,1-1 0,0 0 0,-1 0 0,0 0 0,1 1 0,-1-1 0,1 0 0,-1 0 0,0 0 0,0 0 0,0 0 0,1 0 0,-1 0 0,0 0 0,0 0 0,0 1 0,0-1 0,0 0 0,-1-1 0,-5-42 0,-1-8 0,7 48 0,0-1 0,0 1 0,0-1 0,1 1 0,-1 0 0,1-1 0,0 1 0,3-8 0,-3 11 0,0-1 0,0 1 0,0-1 0,0 1 0,0-1 0,1 1 0,-1 0 0,0-1 0,1 1 0,-1 0 0,1 0 0,-1 0 0,1 0 0,0 0 0,-1 1 0,1-1 0,0 0 0,0 1 0,0-1 0,-1 1 0,1 0 0,0 0 0,0 0 0,0-1 0,0 2 0,-1-1 0,1 0 0,3 1 0,3 0 0,1 1 0,-1 0 0,1 0 0,12 7 0,21 11 0,71 47 0,-80-46 0,-19-9 120,-10-5-321,-4-7 165,0 0 1,0 0-1,0 0 0,0 0 1,0 1-1,0-1 0,-1 0 1,1 0-1,0 0 0,0 0 1,0 1-1,0-1 0,0 0 1,-1 0-1,1 0 0,0 0 1,0 0-1,0 0 0,-1 0 1,1 0-1,0 0 0,0 1 1,0-1-1,-1 0 0,1 0 1,0 0-1,0 0 0,0 0 1,-1 0-1,1 0 0,0 0 1,0 0-1,0-1 0,-1 1 1,1 0-1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24575,'24'0'0,"0"2"0,46 7 0,-59-6 0,1 0 0,0 1 0,-1 0 0,0 0 0,0 2 0,0-1 0,16 12 0,-15-8 0,-1 0 0,1 1 0,-2 0 0,20 22 0,-27-28 0,-1 0 0,1 1 0,-1-1 0,1 0 0,-1 1 0,0 0 0,-1-1 0,1 1 0,-1 0 0,0 0 0,0 0 0,0 0 0,-1 0 0,0 0 0,0 0 0,0 0 0,-2 10 0,-1-1 0,0 0 0,1 0 0,1 0 0,1 0 0,0 1 0,0-1 0,2 0 0,0 1 0,0-1 0,1 0 0,6 14 0,16 38 0,-15-45 0,-2 1 0,0 0 0,8 45 0,-11-43 0,-4-17 0,1-1 0,-1 1 0,-1 0 0,1-1 0,-1 1 0,-1 7 0,1-12 0,0 0 0,-1 0 0,0 0 0,1 0 0,-1 0 0,0 0 0,0-1 0,0 1 0,0 0 0,0-1 0,0 1 0,-1-1 0,1 1 0,-1-1 0,1 1 0,-1-1 0,1 0 0,-1 0 0,0 0 0,1 0 0,-1 0 0,0 0 0,0 0 0,0-1 0,-2 1 0,-8 2-136,0-1-1,0 0 1,1-1-1,-1-1 1,0 0-1,0 0 1,0-1-1,0-1 0,-16-4 1,15 3-6690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24575,'147'-27'0,"-115"23"0,-15 3 0,1-2 0,21-5 0,-34 6 0,0 1 0,-1-1 0,1 0 0,-1-1 0,1 1 0,-1-1 0,0 0 0,1 0 0,-1 0 0,-1 0 0,1-1 0,4-5 0,-6 7 0,-1 0 0,1 0 0,-1-1 0,1 1 0,-1 0 0,0-1 0,0 1 0,0-1 0,-1 1 0,1-1 0,-1 1 0,1-1 0,-1 1 0,0-1 0,0 0 0,0 1 0,0-1 0,0 0 0,-1 1 0,1-1 0,-1 1 0,1-1 0,-2-2 0,0 2 0,0-1 0,0 1 0,0 0 0,0 0 0,0 0 0,0 1 0,-1-1 0,1 0 0,-1 1 0,0 0 0,0 0 0,0 0 0,0 0 0,0 0 0,0 0 0,-4-1 0,-4-1 0,0 1 0,0 0 0,0 0 0,0 1 0,0 0 0,0 1 0,-1 0 0,-19 2 0,23 0 0,0 0 0,0 1 0,0 0 0,0 0 0,1 1 0,-1 0 0,1 0 0,-1 0 0,1 1 0,0 0 0,1 1 0,-1 0 0,-6 5 0,10-5 0,-1-1 0,1 0 0,0 0 0,0 1 0,1 0 0,-1 0 0,1-1 0,0 2 0,0-1 0,1 0 0,0 0 0,0 0 0,-1 9 0,1 1 0,0 1 0,1 0 0,2 20 0,-1-32 0,-1-1 0,1 1 0,0-1 0,0 1 0,1-1 0,-1 0 0,1 0 0,-1 1 0,1-1 0,0 0 0,0-1 0,1 1 0,-1 0 0,0-1 0,1 1 0,0-1 0,-1 0 0,1 1 0,0-1 0,0-1 0,0 1 0,6 2 0,6 2 0,0-1 0,1-1 0,28 5 0,-26-5 0,30 5 0,1-1 0,0-3 0,-1-2 0,67-4 0,-86-5-1365,-19 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21 24575,'-20'-5'0,"-9"-1"0,-3-1 0,3 5 0,2 1 0,5 2 0,3 0 0,-1 3 0,1 1 0,1-1 0,-1 1 0,0 1 0,-2 1 0,0-1 0,2 0 0,3-3-8191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24575,'-2'0'0,"1"0"0,0 0 0,0 0 0,0 0 0,0 0 0,0 0 0,0 0 0,0 1 0,0-1 0,0 0 0,0 1 0,0-1 0,0 1 0,0-1 0,0 1 0,0-1 0,0 1 0,0 0 0,1 0 0,-1-1 0,0 1 0,0 0 0,0 1 0,0 0 0,1-1 0,-1 1 0,1-1 0,-1 1 0,1 0 0,0 0 0,-1-1 0,1 1 0,0 0 0,0-1 0,0 1 0,1 0 0,-1 2 0,2 3 0,0-1 0,0 1 0,0 0 0,1-1 0,0 0 0,4 8 0,76 105 0,-51-76 0,-1 1 0,-3 1 0,24 52 0,-49-89 0,0-1 0,-1 0 0,1 1 0,-2 0 0,1-1 0,-1 1 0,0 9 0,0-16 0,-1 1 0,0 0 0,0-1 0,-1 1 0,1 0 0,0-1 0,-1 1 0,1-1 0,-1 1 0,1-1 0,-1 1 0,0-1 0,1 1 0,-1-1 0,0 1 0,0-1 0,0 0 0,0 0 0,0 1 0,0-1 0,-1 0 0,1 0 0,0 0 0,-1 0 0,1 0 0,0-1 0,-1 1 0,1 0 0,-1-1 0,1 1 0,-1-1 0,0 1 0,1-1 0,-1 0 0,1 1 0,-1-1 0,0 0 0,1 0 0,-1 0 0,-1-1 0,-7 1 0,1-2 0,0 1 0,0-1 0,0-1 0,-11-3 0,-43-22 0,53 23 0,0 0 0,1-1 0,0-1 0,0 1 0,1-2 0,-1 1 0,2-1 0,-1 0 0,1 0 0,-12-19 0,17 23 0,-1 0 0,1 0 0,0 0 0,0 0 0,1-1 0,-1 1 0,1 0 0,0-1 0,0 0 0,1 1 0,-1-1 0,1 1 0,0-1 0,0 0 0,1 1 0,-1-1 0,1 0 0,0 1 0,0-1 0,1 1 0,-1 0 0,1-1 0,0 1 0,0 0 0,1 0 0,-1 0 0,1 0 0,3-4 0,1 2-105,-1 0 0,1 1 0,1 0 0,-1 0 0,1 0 0,-1 1 0,1 0 0,0 1 0,1-1 0,-1 2 0,1-1 0,8 0 0,1-1-6721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29 24575,'-5'-10'0,"-1"-1"0,-1 4 0,5 8 0,1 7 0,2 4 0,1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24575,'22'-29'0,"-20"26"0,0 0 0,0 0 0,0 0 0,0 0 0,0 0 0,1 1 0,-1-1 0,1 1 0,-1 0 0,1-1 0,0 1 0,0 0 0,0 0 0,0 1 0,1-1 0,-1 1 0,0 0 0,5-2 0,1 2 0,0-1 0,0 1 0,0 1 0,0-1 0,1 1 0,-1 1 0,0 0 0,16 4 0,-24-5 0,1 1 0,-1-1 0,0 1 0,0 0 0,0 0 0,0 0 0,0-1 0,1 1 0,-2 0 0,1 0 0,0 0 0,0 0 0,0 1 0,0-1 0,-1 0 0,1 0 0,0 0 0,0 2 0,-1 0 0,1 0 0,0-1 0,-1 1 0,0 0 0,0 0 0,0-1 0,0 1 0,-1 5 0,0-2 0,0 1 0,-1 0 0,0-1 0,-1 1 0,0-1 0,-5 9 0,-16 20 0,13-21 0,-10 18 0,19-28 0,0 0 0,0 0 0,0 1 0,1-1 0,-1 0 0,1 1 0,0-1 0,0 1 0,0 6 0,1-9 0,0-1 0,1 0 0,-1 1 0,0-1 0,0 0 0,1 0 0,-1 1 0,1-1 0,-1 0 0,1 0 0,-1 0 0,1 0 0,0 0 0,0 0 0,-1 0 0,1 0 0,0 0 0,0 0 0,0 0 0,0 0 0,0 0 0,0-1 0,0 1 0,1-1 0,-1 1 0,0 0 0,0-1 0,0 0 0,1 1 0,-1-1 0,0 0 0,2 1 0,5 0 0,1 0 0,-1-1 0,17-1 0,-16 1 0,111-2-1365,-107 2-5461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24575,'-2'5'0,"1"5"0,1 2 0,3 2 0,4 1 0,0 1 0,2 0 0,2-1 0,1-2 0,1-1 0,-1 0 0,-1-2 0,1-1 0,-2-1-8191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24575,'10'20'0,"5"10"0,4 1 0,-2-2 0,-2-2 0,0-5 0,0-5 0,-4-3 0,0-2 0,-2-2-8191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27 24575,'-30'-3'0,"-13"0"0,-3 0 0,0-2 0,6 0 0,7 0 0,5 2 0,3 4 0,2 1 0,2 1 0,0 2 0,1 0 0,1-1 0,4 0-8191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24575,'-1'-1'0,"1"0"0,-1 0 0,1 0 0,0 0 0,-1 0 0,1 0 0,0 0 0,0 0 0,0 0 0,0 0 0,0 0 0,0-2 0,0 3 0,1 0 0,-1 0 0,0 0 0,0 0 0,1 0 0,-1 0 0,0 0 0,1 1 0,-1-1 0,0 0 0,0 0 0,1 0 0,-1 0 0,0 0 0,0 0 0,1 0 0,-1 1 0,0-1 0,0 0 0,0 0 0,1 0 0,-1 1 0,0-1 0,0 0 0,0 0 0,0 1 0,1-1 0,17 25 0,25 50 0,58 147 0,-98-215 34,-1 1-1,-1 0 1,2 9-1,3 14-1532,-3-21-5327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24575,'-10'0'0,"-1"1"0,1 0 0,0 0 0,-1 1 0,1 0 0,-12 5 0,19-6 0,0 0 0,0 0 0,0 0 0,0 1 0,0-1 0,1 1 0,-1 0 0,1 0 0,-1 0 0,1 0 0,0 0 0,-1 1 0,1-1 0,1 1 0,-1-1 0,0 1 0,0 0 0,1-1 0,0 1 0,-1 0 0,1 0 0,0 0 0,0 0 0,0 5 0,1-4 0,-1-1 0,1 0 0,0 1 0,0-1 0,1 0 0,-1 1 0,1-1 0,0 0 0,0 1 0,0-1 0,0 0 0,2 5 0,-1-6 0,-1 0 0,1-1 0,-1 1 0,1 0 0,0 0 0,0-1 0,-1 1 0,1-1 0,0 1 0,1-1 0,-1 0 0,0 0 0,0 0 0,0 0 0,1 0 0,-1-1 0,0 1 0,4 0 0,50 4 0,-13-2 0,2 1-102,38 6 327,-71-7-523,-1-1 1,0 1-1,1 1 1,20 10-1,-22-9-6528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2 24575,'-84'-2'0,"-89"4"0,151 1 0,1 1 0,-33 9 0,-23 5 0,-1-7 0,-108-1 0,57-10-1365,113 0-5461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52 24575,'-1'-1'0,"0"1"0,-1-1 0,1 1 0,0-1 0,0 1 0,-1 0 0,1 0 0,0 0 0,-1 0 0,1 0 0,0 0 0,0 0 0,-1 0 0,1 0 0,0 1 0,-1-1 0,1 0 0,0 1 0,0-1 0,0 1 0,-1 0 0,1-1 0,0 1 0,0 0 0,0 0 0,0-1 0,0 1 0,0 0 0,0 0 0,1 0 0,-1 0 0,0 0 0,0 1 0,1-1 0,-1 0 0,1 0 0,-1 0 0,1 1 0,-1-1 0,1 0 0,0 0 0,-1 1 0,1 0 0,-1 4 0,1 0 0,-1 0 0,1-1 0,0 1 0,0 0 0,1 0 0,0 0 0,2 9 0,1-5 0,0-1 0,1 1 0,9 13 0,-8-14 0,-1 0 0,0 1 0,4 9 0,-34-60 0,8 14 0,-22-45 0,36 64 0,-1 0 0,1 0 0,1-1 0,-1 1 0,2-1 0,-1 0 0,0-9 0,2 17 0,0 0 0,0 1 0,0-1 0,0 0 0,0 0 0,0 0 0,0 1 0,0-1 0,1 0 0,-1 0 0,0 0 0,0 1 0,1-1 0,-1 0 0,1 0 0,-1 1 0,0-1 0,1 0 0,-1 1 0,1-1 0,-1 1 0,1-1 0,0 0 0,-1 1 0,2-1 0,-1 0 0,0 1 0,1 0 0,-1 0 0,0-1 0,1 1 0,-1 0 0,0 0 0,1 0 0,-1 0 0,0 1 0,1-1 0,-1 0 0,0 0 0,2 1 0,4 2 0,1 1 0,-1-1 0,0 1 0,7 5 0,36 24 0,57 28 0,-88-52 0,0-1 0,0 0 0,1-1 0,0-2 0,0 0 0,39 4 0,-56-8 0,1-1 0,-1 0 0,0 0 0,0-1 0,1 1 0,-1-1 0,0 1 0,0-1 0,1 0 0,-1 0 0,0 0 0,0-1 0,5-2 0,-7 3 0,1-1 0,-1 1 0,1-1 0,-1 1 0,0-1 0,0 1 0,0-1 0,1 0 0,-2 1 0,1-1 0,0 0 0,0 0 0,0 0 0,-1 0 0,1 0 0,-1 0 0,0 0 0,1 0 0,-1 0 0,0 0 0,0 0 0,0 0 0,-1-3 0,0 0-75,-1-1 0,0 1 0,0 0 0,0 0 0,0 0 0,-1 0 0,0 1 0,0-1 0,0 1 0,-7-8 0,6 8-465,-5-7-6286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24575,'0'-3'0,"-2"0"0,-4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 24575,'0'0'0,"0"0"0,0 1 0,-1-1 0,1 0 0,0 0 0,0 1 0,-1-1 0,1 0 0,0 0 0,0 1 0,0-1 0,0 0 0,0 1 0,-1-1 0,1 0 0,0 1 0,0-1 0,0 0 0,0 1 0,0-1 0,0 1 0,0-1 0,0 0 0,0 1 0,0-1 0,0 0 0,0 1 0,1-1 0,-1 0 0,0 1 0,0-1 0,0 0 0,0 1 0,1-1 0,-1 0 0,6 17 0,-6-16 0,19 40 0,37 61 0,-56-102 0,0 1 0,0-1 0,0 0 0,0 0 0,0 0 0,1 1 0,-1-1 0,0 0 0,0 0 0,0 0 0,0 0 0,0 0 0,0 1 0,0-1 0,1 0 0,-1 0 0,0 0 0,0 0 0,0 0 0,0 0 0,1 0 0,-1 0 0,0 1 0,0-1 0,0 0 0,1 0 0,-1 0 0,0 0 0,0 0 0,0 0 0,1 0 0,-1 0 0,0 0 0,3-7 0,1-17 0,-3 15 0,3-9 0,0 1 0,2 0 0,0 0 0,1 0 0,15-25 0,-21 40 0,-1 1 0,1 0 0,0-1 0,0 1 0,0 0 0,0 0 0,0 0 0,0-1 0,0 1 0,0 0 0,0 1 0,1-1 0,-1 0 0,0 0 0,0 0 0,1 1 0,-1-1 0,1 1 0,-1-1 0,1 1 0,-1-1 0,1 1 0,-1 0 0,1 0 0,-1 0 0,1 0 0,-1 0 0,1 0 0,-1 0 0,1 0 0,-1 1 0,1-1 0,-1 1 0,0-1 0,1 1 0,-1-1 0,2 2 0,6 3 0,-1 0 0,0 0 0,0 1 0,12 12 0,-8-8 0,27 21-81,21 17 275,-53-41-441,1 1 1,-1-1 0,0 1 0,-1 1-1,6 9 1,-5-5-6580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4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24575,'2'-3'0,"2"-3"0,-1-3 0,2 0 0,0 4 0,-1 5 0,-1 6 0,0 3 0,0 4 0,1 1 0,2 2 0,0 0 0,1-1 0,0 1 0,1-1 0,-1 1 0,-2-4-8191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24575,'45'0'0,"-27"0"0,-16 0 0,-5 0 0,-50 1 0,-57 7 0,69-4 0,1-1 0,-72-4 0,80-5-1365,19 3-5461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61 24575,'-41'-16'0,"-57"-14"0,78 26 0,0 0 0,-1 1 0,1 1 0,0 1 0,-26 2 0,31 1-341,0 0 0,0 2-1,-23 7 1,24-6-6485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50 24575,'-3'-4'0,"1"0"0,-1-1 0,1 1 0,0-1 0,0 1 0,1-1 0,-2-6 0,3 11 0,0 0 0,0 0 0,0-1 0,0 1 0,0 0 0,0 0 0,-1-1 0,1 1 0,0 0 0,0 0 0,1-1 0,-1 1 0,0 0 0,0 0 0,0-1 0,0 1 0,0 0 0,0 0 0,0-1 0,0 1 0,0 0 0,0 0 0,1-1 0,-1 1 0,0 0 0,0 0 0,0 0 0,0 0 0,1-1 0,-1 1 0,0 0 0,1 0 0,7 2 0,8 12 0,-5 3 0,1 1 0,15 34 0,-17-31 0,20 37 0,4-1 0,1-1 0,3-2 0,66 73 0,142 125 0,-226-234 0,-2 1 0,0 1 0,21 31 0,-39-49-1365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18 24575,'0'-1'0,"0"0"0,0 0 0,0 0 0,0 0 0,0 0 0,0 0 0,1-1 0,-1 1 0,0 0 0,1 0 0,0-1 0,-1 1 0,0 1 0,1 0 0,-1 0 0,0 0 0,0-1 0,0 1 0,1 0 0,-1 0 0,0 0 0,0-1 0,1 1 0,-1 0 0,0 0 0,1 0 0,-1 0 0,0 0 0,0 0 0,1 0 0,-1 0 0,0 0 0,1 0 0,-1 0 0,0 0 0,0 0 0,1 0 0,-1 0 0,1 0 0,0 1 0,0-1 0,1 1 0,-1 0 0,0 0 0,0-1 0,0 1 0,1 0 0,-1 0 0,0 1 0,0-1 0,0 0 0,-1 0 0,1 0 0,0 1 0,0 0 0,2 3 0,-1 0 0,0-1 0,-1 1 0,1 0 0,-1 0 0,0 0 0,0 0 0,0 0 0,-1 0 0,0 0 0,0 0 0,0 1 0,-1-1 0,1 0 0,-1 0 0,-1 0 0,1 0 0,-4 7 0,-2 5 0,-2-1 0,0 0 0,-22 28 0,0-1 0,6-1 0,-31 70 0,-9 49 0,3-5 0,50-125-1365,8-18-5461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44 24575,'-7'-5'0,"0"0"0,0 0 0,-1 1 0,1 0 0,-1 0 0,0 1 0,0 0 0,-1 0 0,1 1 0,0 0 0,-1 0 0,0 1 0,1 0 0,-1 1 0,1 0 0,-1 0 0,0 1 0,-10 2 0,-112 23 0,129-26 0,1 1 0,-1-1 0,1 0 0,-1 1 0,1-1 0,0 1 0,-1-1 0,1 1 0,0 0 0,0 0 0,0-1 0,-1 1 0,1 0 0,0 0 0,0 0 0,0 0 0,0 0 0,0 1 0,1-1 0,-1 0 0,0 0 0,0 1 0,1-1 0,-1 2 0,-1 3 0,0 0 0,1 1 0,0-1 0,0 10 0,-1 7 0,0-8 0,1 1 0,1-1 0,0 1 0,4 28 0,17 62 0,-15-77 0,34 200 0,-34-177 0,2 45 0,0-4 0,-1 10 0,-8-80 0,0-16 0,1 0 0,0-1 0,0 1 0,0 0 0,1-1 0,0 1 0,2 8 0,-3-14 0,1 0 0,-1-1 0,1 1 0,-1 0 0,1 0 0,0-1 0,-1 1 0,1 0 0,0-1 0,0 1 0,-1 0 0,1-1 0,0 1 0,0-1 0,0 1 0,0-1 0,0 0 0,0 1 0,0-1 0,0 0 0,0 0 0,0 0 0,0 0 0,0 1 0,1-2 0,29-1 0,-19 0 0,199-4-1365,-197 6-5461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24575,'0'-14'0,"0"22"0,2 22 0,35 170 0,-17-101 0,-2-20 0,-9-44 0,8 62 0,-17-91 0,0 0 0,0 0 0,-2 9 0,2-13 0,0 0 0,0-1 0,-1 1 0,1-1 0,-1 1 0,1-1 0,-1 1 0,0-1 0,1 1 0,-1-1 0,0 1 0,0-1 0,0 0 0,0 0 0,0 1 0,0-1 0,-3 1 0,4-2 3,-1 1 1,1-1-1,-1 0 0,1 0 0,-1 0 0,1 0 0,-1-1 1,1 1-1,-1 0 0,1 0 0,-1 0 0,1 0 1,-1 0-1,1-1 0,-1 1 0,1 0 0,-1-1 0,1 1 1,-1 0-1,1-1 0,-1 1 0,1 0 0,0-1 0,-1 1 1,1-1-1,0 1 0,-1 0 0,1-1 0,0 1 1,0-1-1,0 1 0,-1-1 0,1 0 0,-8-18-1476,5 6-5353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24575,'-5'10'0,"-1"8"0,4 0 0,1 0 0,1 24 0,-1 15 0,0-53 0,0 0 0,0 0 0,0-1 0,0 1 0,-1 0 0,1-1 0,-1 1 0,0-1 0,0 0 0,-1 0 0,1 1 0,0-1 0,-1-1 0,0 1 0,0 0 0,0-1 0,0 1 0,0-1 0,0 0 0,-1 0 0,1 0 0,-1-1 0,0 1 0,1-1 0,-1 0 0,0 0 0,0 0 0,1-1 0,-1 1 0,0-1 0,0 0 0,-6 0 0,4-2 0,8-2 0,10-2 0,8 2 0,0 2 0,0 1 0,1 0 0,22 3 0,2-1 0,124-1-1365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24575,'16'-13'0,"1"1"0,0 1 0,1 0 0,20-7 0,-33 16 0,1-1 0,0 1 0,-1 1 0,1-1 0,0 1 0,0 0 0,0 1 0,0-1 0,0 1 0,0 0 0,-1 1 0,1-1 0,0 1 0,0 1 0,0-1 0,0 1 0,-1 0 0,10 4 0,-8-2 0,0-1 0,0 2 0,-1-1 0,1 1 0,9 10 0,-13-12 0,-1 0 0,0-1 0,0 2 0,0-1 0,0 0 0,0 0 0,-1 1 0,0-1 0,1 1 0,-1-1 0,0 1 0,-1 0 0,1-1 0,0 7 0,0 2 0,0 0 0,1 1 0,1-1 0,0 0 0,6 15 0,29 56 0,-1-3 0,61 214 0,-93-273 0,-1 0 0,-2 0 0,0 0 0,0 0 0,-4 38 0,1-54 0,0 0 0,0 0 0,0 1 0,-1-1 0,1 0 0,-5 9 0,4-12 0,1 0 0,0 0 0,0 0 0,-1-1 0,1 1 0,-1 0 0,1-1 0,-1 1 0,0-1 0,1 1 0,-1-1 0,0 0 0,0 1 0,0-1 0,0 0 0,0 0 0,-5 1 0,-103 14 0,93-13-1365,2 0-5461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24575,'0'-12'0,"0"7"0,0 11 0,1 20 0,1-1 0,1 0 0,12 47 0,32 71 0,-21-66 0,-24-74 14,-1 1-1,0-1 0,0 0 0,-1 1 1,1-1-1,-1 1 0,0-1 1,0 6-1,0-8-64,0 0 0,-1 0-1,1 0 1,-1 0 0,1 1 0,-1-1 0,1 0-1,-1 0 1,1-1 0,-1 1 0,0 0 0,1 0-1,-1 0 1,0 0 0,0 0 0,0-1-1,0 1 1,0 0 0,0-1 0,0 1 0,0-1-1,0 1 1,0-1 0,0 0 0,0 1 0,0-1-1,0 0 1,-2 1 0,-9 0-6775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24575,'11'-9'0,"0"0"0,1 1 0,0 0 0,1 1 0,0 0 0,0 1 0,19-6 0,-22 9 0,0 0 0,1 1 0,-1 0 0,0 1 0,1 1 0,-1-1 0,0 2 0,1-1 0,-1 1 0,21 5 0,-8 2 0,0 0 0,0 1 0,-1 1 0,-1 2 0,1 0 0,27 21 0,-23-13 0,-1 1 0,-2 1 0,0 1 0,27 36 0,-40-46 0,-2 0 0,1 0 0,-2 0 0,0 1 0,0 1 0,-2-1 0,1 1 0,-2 0 0,5 24 0,-8-32 0,-1 0 0,1-1 0,-1 1 0,0 0 0,0 0 0,-1 0 0,0 0 0,0 0 0,-1 0 0,0-1 0,0 1 0,0-1 0,-1 1 0,0-1 0,0 0 0,-1 0 0,0 0 0,0-1 0,0 1 0,-1-1 0,1 0 0,-1 0 0,-9 7 0,0-3 0,0 0 0,-1-1 0,0 0 0,-1-1 0,1-1 0,-1 0 0,-21 4 0,15-6 0,-1 0 0,0-1 0,0-1 0,-42-3 0,55 0-227,-1-1-1,1 0 1,0 0-1,-1-1 1,-11-6-1,9 4-6598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24575,'6'37'0,"3"1"0,1-1 0,2-1 0,1 0 0,2 0 0,1-2 0,33 51 0,-37-69 0,-8-10 0,0-1 0,0 1 0,0 0 0,-1 0 0,5 13 0,-7-19 0,-1 0 0,0 0 0,0 0 0,0 0 0,0 0 0,0 1 0,0-1 0,0 0 0,0 0 0,0 0 0,0 0 0,0 0 0,0 0 0,0 0 0,0 0 0,0 1 0,0-1 0,0 0 0,0 0 0,0 0 0,0 0 0,0 0 0,0 0 0,0 0 0,0 0 0,0 0 0,0 1 0,0-1 0,0 0 0,0 0 0,-1 0 0,1 0 0,0 0 0,0 0 0,0 0 0,0 0 0,0 0 0,0 0 0,0 0 0,0 0 0,0 0 0,0 1 0,-1-1 0,1 0 0,0 0 0,0 0 0,0 0 0,-6-3 0,-6-6 0,-35-44-1365,35 40-5461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19 178 24575,'-4'-10'0,"0"-1"0,1 0 0,1 0 0,0 0 0,0-1 0,1-13 0,1 21 0,0 0 0,0 0 0,1 0 0,-1 1 0,1-1 0,0 0 0,1 1 0,-1-1 0,3-6 0,-2 8 0,-1 0 0,1 0 0,0 0 0,-1 0 0,1 1 0,0-1 0,0 0 0,0 1 0,0-1 0,0 1 0,0 0 0,1-1 0,-1 1 0,0 0 0,1 1 0,2-2 0,28-4 0,0 1 0,0 1 0,0 2 0,35 3 0,-107-1-1365,22 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24575,'52'7'0,"0"-2"0,89-2 0,-96-3 0,-35-1-341,0 1 0,0-2-1,10-1 1,-7 0-6485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24575,'4'2'0,"-1"1"0,1-1 0,-1 1 0,0 0 0,1 0 0,-1 0 0,0 1 0,-1-1 0,1 1 0,-1-1 0,1 1 0,2 8 0,2 5 0,10 31 0,-12-32 0,80 220 0,-84-231 74,-6-7-1426,5 2 1265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95 24575,'-10'-7'0,"-63"-42"0,60 42 0,0 0 0,1 1 0,-2 1 0,-13-5 0,22 9 0,0 0 0,0 1 0,0-1 0,0 1 0,0 0 0,-1 0 0,1 0 0,0 1 0,-8 2 0,-3 1 0,-25 12 0,4 0 0,8-8 40,1-1 0,-49 7 0,-59-4-1525,111-9-5341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24575,'0'0'0,"0"-1"0,0 1 0,-1 0 0,1-1 0,-1 1 0,1-1 0,0 1 0,-1 0 0,1-1 0,-1 1 0,1 0 0,-1-1 0,1 1 0,-1 0 0,1 0 0,-1 0 0,1 0 0,-1-1 0,0 1 0,0 0 0,1 0 0,0 1 0,0-1 0,-1 0 0,1 1 0,0-1 0,0 0 0,0 1 0,0-1 0,-1 0 0,1 1 0,0-1 0,0 0 0,0 1 0,0-1 0,0 0 0,0 1 0,0-1 0,0 0 0,0 1 0,0-1 0,0 0 0,1 1 0,6 28 0,-6-26 0,45 141 0,68 146 0,-110-283 0,-2-3 0,0 0 0,0 0 0,0 0 0,0 0 0,-1 0 0,0 0 0,0 0 0,0 0 0,0 0 0,-1 1 0,0 5 0,1-10 0,-1 0 0,0 0 0,0 0 0,-1 0 0,1 0 0,0 0 0,0-1 0,0 1 0,0 0 0,0 0 0,0 0 0,0 0 0,0 0 0,0 0 0,0 0 0,0 0 0,0-1 0,0 1 0,0 0 0,0 0 0,0 0 0,0 0 0,-1 0 0,1 0 0,0 0 0,0 0 0,0 0 0,0 0 0,0 0 0,0 0 0,0 0 0,0 0 0,-1 0 0,1 0 0,0 0 0,0 0 0,0 0 0,0 0 0,0 0 0,0 0 0,0 0 0,0 0 0,-1 0 0,1 0 0,0 0 0,0 0 0,0 0 0,0 0 0,0 0 0,0 0 0,0 0 0,0 0 0,-1 0 0,1 0 0,0 0 0,0 0 0,0 0 0,0 1 0,0-1 0,0 0 0,0 0 0,0 0 0,0 0 0,-4-9 0,2 0 0,0 1 0,1-1 0,0 0 0,1 1 0,0-1 0,0 0 0,1 1 0,0-1 0,3-14 0,-3 19 0,0 1 0,0-1 0,1 1 0,-1 0 0,1-1 0,0 1 0,0 0 0,0 0 0,0 0 0,1 0 0,-1 1 0,1-1 0,-1 0 0,1 1 0,0 0 0,0 0 0,0 0 0,0 0 0,1 0 0,-1 1 0,0-1 0,1 1 0,-1 0 0,1 0 0,4-1 0,-1 2 0,-1 0 0,1 0 0,0 0 0,-1 1 0,1 0 0,0 0 0,-1 0 0,1 1 0,-1 0 0,0 1 0,1-1 0,6 5 0,-7-4 0,-1 0 0,0 0 0,0 0 0,-1 1 0,1 0 0,-1 0 0,1 0 0,-1 0 0,-1 1 0,1-1 0,-1 1 0,1 0 0,-1 0 0,3 7 0,-6-9 0,1-1 0,0 0 0,-1 1 0,1-1 0,-1 1 0,0-1 0,1 0 0,-1 1 0,-1-1 0,1 1 0,0-1 0,0 1 0,-1-1 0,0 0 0,1 1 0,-3 3 0,1-3 0,0 0 0,0 0 0,0 0 0,0 0 0,-1 0 0,1-1 0,-1 1 0,0-1 0,1 1 0,-5 1 0,-4 2 0,0 0 0,-1-1 0,1 0 0,-1-1 0,-18 3 0,17-4 24,-1 0 0,0-1 0,0-1 0,-16 0 0,25-1-130,0-1 0,-1 1 0,1-1 0,0 0 0,0 0 0,-1-1-1,1 1 1,0-1 0,0 0 0,0-1 0,1 1 0,-1-1 0,-7-5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24575,'1'23'0,"1"0"0,1-1 0,1 0 0,1 1 0,0-2 0,15 35 0,65 120 0,-79-167 0,4 11-341,1-1 0,1-1-1,29 34 1,-33-43-6485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152 167 24575,'-17'-20'0,"2"2"0,0 1 0,-2 0 0,-30-24 0,46 40 0,-1 0 0,1 0 0,0 0 0,-1 0 0,1 1 0,-1-1 0,0 0 0,1 1 0,-1-1 0,1 1 0,-1 0 0,0 0 0,-2-1 0,4 1 0,-1 1 0,0-1 0,0 0 0,1 0 0,-1 1 0,0-1 0,1 0 0,-1 1 0,0-1 0,1 1 0,-1-1 0,1 1 0,-1-1 0,1 1 0,-1-1 0,1 1 0,-1 0 0,1-1 0,-1 1 0,1-1 0,0 1 0,-1 0 0,1 0 0,0-1 0,0 1 0,-1 0 0,1 0 0,0-1 0,0 2 0,-1 5 0,0 0 0,0-1 0,1 1 0,0 0 0,1-1 0,-1 1 0,1 0 0,0-1 0,1 1 0,-1-1 0,6 12 0,-3-10 0,0 1 0,1-1 0,0-1 0,0 1 0,1 0 0,0-1 0,13 12 0,-9-11 0,0 0 0,1 0 0,-1-1 0,1 0 0,1-1 0,-1-1 0,1 0 0,0 0 0,1-1 0,-1-1 0,0 0 0,22 2 0,-32-4 0,1-1 0,-1 0 0,1 0 0,0 0 0,-1-1 0,1 1 0,-1 0 0,1-1 0,-1 0 0,1 1 0,-1-1 0,0 0 0,1 0 0,-1-1 0,0 1 0,0 0 0,1-1 0,1-2 0,-2 2 0,0-1 0,0 1 0,-1-1 0,1 1 0,-1-1 0,0 0 0,0 1 0,0-1 0,0 0 0,0 0 0,-1 0 0,1 0 0,-1 0 0,1 0 0,-2-5 0,1-2 0,-1 1 0,-1 0 0,0 0 0,0 0 0,-1 1 0,0-1 0,-8-16 0,2 8 0,-1 0 0,-21-27 0,26 37 15,-1 0 0,-1 0 0,1 1 0,-1 0 0,0 0 0,-1 1 0,-12-8 0,16 11-108,-1 0 0,1 0 1,-1 0-1,0 1 0,1 0 0,-1-1 0,0 2 0,0-1 1,0 0-1,0 1 0,0 0 0,0 0 0,0 1 1,0 0-1,-7 1 0,-1 2-6733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24575,'-8'2'0,"0"1"0,0 0 0,0 1 0,-15 7 0,22-10 0,0 0 0,-1-1 0,1 1 0,0 0 0,0 0 0,0 0 0,0 0 0,0 0 0,0 0 0,0 0 0,0 0 0,0 1 0,0-1 0,1 0 0,-1 0 0,0 1 0,1-1 0,-1 0 0,1 1 0,-1-1 0,1 1 0,0-1 0,0 1 0,0-1 0,0 0 0,0 1 0,0-1 0,0 1 0,0-1 0,0 1 0,1-1 0,-1 1 0,1-1 0,-1 0 0,1 1 0,-1-1 0,2 2 0,1 1 0,1 1 0,0-1 0,-1 0 0,2 0 0,-1 0 0,0-1 0,1 1 0,-1-1 0,1 0 0,10 4 0,-1-1 0,1 0 0,25 6 0,-37-11-26,70 14 175,-63-13-397,0-1 0,0-1 0,1 0 0,-1 0 0,13-2 0,-9-1-6578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24575,'233'610'0,"-232"-606"-227,0 0-1,1-1 1,0 1-1,0 0 1,3 4-1,2 0-6598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24575,'-21'22'0,"1"0"0,-29 43 0,47-62 0,0 0 0,1 0 0,-1 0 0,1 0 0,-1 0 0,1 0 0,0 0 0,0 1 0,1-1 0,-1 0 0,1 1 0,-1-1 0,1 0 0,0 1 0,0-1 0,0 1 0,2 4 0,-1-5 0,0 0 0,0 0 0,1 0 0,-1 0 0,1 0 0,0 0 0,0-1 0,0 1 0,0-1 0,0 1 0,1-1 0,-1 0 0,1 1 0,0-1 0,-1-1 0,1 1 0,5 2 0,4 2 17,0-1 0,1-1 1,-1 0-1,1 0 0,0-1 0,21 1 0,79-1-1502,-98-4-5341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29 650 24575,'13'-2'0,"12"-3"0,45-13 0,-64 16 0,0 0 0,0 0 0,0-1 0,0 0 0,-1 0 0,0-1 0,1 1 0,-1-1 0,0 0 0,-1-1 0,1 1 0,6-10 0,-8 10 0,-1-1 0,-1 1 0,1-1 0,0 0 0,-1 1 0,0-1 0,0 0 0,-1 0 0,1 0 0,-1 0 0,0 1 0,-1-1 0,1 0 0,-1 0 0,-2-9 0,-2-6 0,-1-1 0,-11-22 0,17 42 0,-93-192 0,-1-5 0,88 188 0,5 14 0,5 18 0,15 77 0,63 185 0,-73-262 0,0-1 0,2 1 0,1-2 0,0 1 0,29 33 0,-34-45 0,1-1 0,0 0 0,1 0 0,-1 0 0,1-1 0,1-1 0,0 1 0,0-2 0,0 1 0,0-2 0,1 1 0,0-1 0,0-1 0,12 3 0,-19-5 0,1-1 0,-1 0 0,0 0 0,0 0 0,0 0 0,1-1 0,-1 1 0,0-1 0,0 0 0,0-1 0,0 1 0,0-1 0,0 1 0,0-1 0,-1 0 0,1-1 0,-1 1 0,1-1 0,-1 1 0,0-1 0,5-5 0,-3 1 0,0 1 0,0-1 0,-1 0 0,0-1 0,0 1 0,-1-1 0,0 1 0,0-1 0,0 0 0,0-10 0,1 2 0,-2-1 0,0 0 0,-1 1 0,-2-27 0,1 34 0,-2 1 0,1 0 0,-1 0 0,0 0 0,-1 0 0,0 0 0,0 1 0,-1-1 0,0 1 0,0 0 0,-7-9 0,10 14 0,0 1 0,0 0 0,0 0 0,0 0 0,0-1 0,0 1 0,0 0 0,0 0 0,-1 1 0,1-1 0,0 0 0,-1 0 0,1 0 0,0 1 0,-1-1 0,1 1 0,-1-1 0,1 1 0,-1 0 0,1 0 0,-1-1 0,1 1 0,-1 0 0,1 0 0,-1 0 0,1 1 0,-1-1 0,0 0 0,1 0 0,0 1 0,-3 0 0,1 1 0,1 0 0,-1-1 0,1 1 0,0 0 0,-1 0 0,1 0 0,0 0 0,1 1 0,-1-1 0,0 0 0,1 1 0,-1 0 0,1-1 0,-1 1 0,0 4 0,0 1 0,0 0 0,0-1 0,1 1 0,0 0 0,1 0 0,0 0 0,0 0 0,0 0 0,1-1 0,0 1 0,1 0 0,0 0 0,0-1 0,1 1 0,0-1 0,0 0 0,0 0 0,8 11 0,-4-7 0,1-1 0,0 0 0,1 0 0,0-1 0,0 0 0,1-1 0,0 0 0,0 0 0,1-1 0,20 10 0,-26-15 0,-1 0 0,1 0 0,0-1 0,0 1 0,0-1 0,1 0 0,-1-1 0,0 1 0,0-1 0,0 0 0,0 0 0,8-2 0,-10 2 0,0-1 0,0 0 0,-1 0 0,1 0 0,0 0 0,-1 0 0,1-1 0,-1 1 0,1-1 0,-1 0 0,0 0 0,0 0 0,0 0 0,0 0 0,0 0 0,0 0 0,-1-1 0,1 1 0,-1-1 0,1 1 0,-1-1 0,0 1 0,0-1 0,1-3 0,-1-2 0,1 1 0,-1-1 0,-1 0 0,1 0 0,-2-12 0,0-11 0,1 30 0,0 1 0,0-1 0,0 1 0,0 0 0,0-1 0,0 1 0,0-1 0,0 1 0,0 0 0,0-1 0,1 1 0,-1 0 0,0-1 0,0 1 0,0-1 0,0 1 0,1 0 0,-1-1 0,0 1 0,0 0 0,1 0 0,-1-1 0,0 1 0,1-1 0,7 5 0,11 22 0,-11-15 0,-4-7 0,0 0 0,0-1 0,0 1 0,1-1 0,-1 1 0,1-1 0,0-1 0,0 1 0,0-1 0,0 0 0,1 0 0,-1 0 0,0-1 0,1 0 0,7 1 0,-8-1 0,-1-1 0,0 0 0,1 0 0,-1 0 0,1-1 0,-1 0 0,0 1 0,1-1 0,-1-1 0,0 1 0,0-1 0,0 0 0,0 1 0,0-2 0,0 1 0,-1 0 0,1-1 0,-1 0 0,7-6 0,-6 4-93,0 1 138,-1 0 0,1 0 0,0 0 0,8-6 0,-10 9-139,-1 0 1,1 0-1,0 0 1,0 1-1,0-1 1,0 0-1,1 1 0,-1-1 1,0 1-1,0 0 1,0 0-1,0 0 1,0 0-1,1 0 1,2 1-1,7 1-6732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24575,'-2'0'0,"0"0"0,-1 0 0,1 1 0,0-1 0,0 0 0,0 1 0,0 0 0,-1-1 0,1 1 0,0 0 0,0 0 0,0 0 0,1 0 0,-1 1 0,0-1 0,0 0 0,-1 3 0,0-2 0,1 1 0,0 0 0,0 0 0,0 0 0,1 0 0,-1 1 0,1-1 0,-1 0 0,0 7 0,0 2 0,0 0 0,1 0 0,0 0 0,1 0 0,2 16 0,-1-23 0,-1 0 0,1 0 0,0 0 0,1-1 0,-1 1 0,1 0 0,0-1 0,0 0 0,0 1 0,0-1 0,1 0 0,0 0 0,0 0 0,0 0 0,0-1 0,1 1 0,-1-1 0,5 3 0,2 1 0,0-2 0,1 1 0,-1-1 0,1-1 0,0 0 0,15 4 0,-19-6 0,0 0 0,1 1 0,-2 0 0,1 0 0,0 1 0,-1-1 0,1 2 0,-1-1 0,0 1 0,9 8 0,-13-10 0,1 0 0,-1 0 0,0 0 0,0 1 0,0-1 0,0 1 0,0-1 0,-1 1 0,1-1 0,-1 1 0,0 0 0,0 0 0,-1 0 0,1 0 0,-1-1 0,1 1 0,-1 0 0,-1 0 0,1 0 0,0 0 0,-1 0 0,-2 5 0,2-4 0,-1 0 0,0-1 0,-1 1 0,1-1 0,-1 0 0,0 0 0,0 0 0,0 0 0,-1 0 0,1-1 0,-1 0 0,0 1 0,0-1 0,0 0 0,-1-1 0,1 1 0,0-1 0,-1 0 0,0 0 0,1 0 0,-10 1 0,3 0 0,0-1 0,0 0 0,0-1 0,0-1 0,0 1 0,-1-2 0,1 1 0,-20-5 0,19 2-114,0 0 1,0-1-1,1 0 0,-1-1 0,1 0 1,0-1-1,0 0 0,1-1 0,-1 0 1,1-1-1,-10-11 0,8 6-6712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24575,'1'-1'0,"-1"1"0,1-1 0,-1 1 0,1-1 0,-1 1 0,1 0 0,0-1 0,-1 1 0,1-1 0,0 1 0,-1 0 0,1 0 0,0 0 0,-1-1 0,1 1 0,0 0 0,0 0 0,-1 0 0,1 0 0,0 0 0,0 0 0,-1 0 0,2 0 0,-1 1 0,1 0 0,-1-1 0,1 1 0,-1 0 0,0 0 0,1 0 0,-1-1 0,0 1 0,0 1 0,2 0 0,2 4 0,-1 0 0,0 0 0,6 12 0,13 32 0,29 93 0,-19-49 0,1-11 0,8 23 0,-41-102 0,1 0 0,0 0 0,-1 0 0,0 1 0,0-1 0,0 1 0,-1-1 0,1 0 0,-1 1 0,0 8 0,-1-12 0,1-1 0,0 1 0,0-1 0,0 1 0,0-1 0,-1 1 0,1-1 0,0 0 0,0 1 0,-1-1 0,1 1 0,0-1 0,-1 0 0,1 1 0,0-1 0,-1 0 0,1 1 0,0-1 0,-1 0 0,1 0 0,-1 1 0,1-1 0,-1 0 0,1 0 0,-1 0 0,1 0 0,0 1 0,-1-1 0,1 0 0,-1 0 0,1 0 0,-1 0 0,1 0 0,-1 0 0,1 0 0,-1-1 0,1 1 0,-1 0 0,1 0 0,-1 0 0,1 0 0,-1-1 0,1 1 0,0 0 0,-1 0 0,0-1 0,-20-14 0,21 15 0,-20-20 0,0 0 0,2-2 0,-30-45 0,41 58 0,4 5 0,1 0 0,0 0 0,-1 0 0,1-1 0,1 1 0,-3-6 0,4 9 0,0 0 0,0 1 0,-1-1 0,1 0 0,0 0 0,0 1 0,0-1 0,0 0 0,0 1 0,0-1 0,0 0 0,0 0 0,1 1 0,-1-1 0,0 0 0,0 1 0,1-1 0,-1 0 0,0 1 0,1-1 0,-1 1 0,0-1 0,1 0 0,-1 1 0,1-1 0,-1 1 0,1-1 0,-1 1 0,1 0 0,-1-1 0,1 1 0,0-1 0,-1 1 0,1 0 0,0-1 0,-1 1 0,1 0 0,0 0 0,-1 0 0,1 0 0,0-1 0,-1 1 0,1 0 0,0 0 0,0 0 0,-1 0 0,1 1 0,0-1 0,-1 0 0,2 0 0,10 2 0,0 0 0,0 1 0,0 1 0,-1 0 0,22 10 0,-20-9 0,0 1 0,0-1 0,0-1 0,18 3 0,-25-6 0,0 0 0,0-1 0,0 0 0,-1 0 0,1 0 0,0-1 0,0 0 0,0 0 0,0 0 0,9-5 0,-12 5 0,0-1 0,0 1 0,0-1 0,0 0 0,-1 0 0,1-1 0,-1 1 0,1 0 0,-1-1 0,0 0 0,0 1 0,0-1 0,0 0 0,0 0 0,-1 0 0,1 0 0,-1 0 0,0 0 0,0-1 0,0-2 0,4-24 0,-2 0 0,-1 1 0,-2-1 0,-3-34 0,1 41 0,-22-189 0,23 207 0,-2-14 0,3 18 0,0 0 0,0 0 0,0 1 0,0-1 0,0 0 0,0 0 0,1 0 0,-1 0 0,0 0 0,0 1 0,0-1 0,1 0 0,-1 0 0,0 0 0,1 1 0,-1-1 0,1 0 0,0 0 0,-1 1 0,0 0 0,1 0 0,-1 0 0,0 0 0,1 0 0,-1 0 0,1 0 0,-1 0 0,0 0 0,1 0 0,-1 0 0,0 1 0,1-1 0,-1 0 0,0 0 0,1 0 0,-1 0 0,0 1 0,0-1 0,1 0 0,-1 0 0,0 0 0,0 1 0,1-1 0,-1 0 0,0 0 0,0 1 0,1-1 0,-1 0 0,0 1 0,0-1 0,0 0 0,0 1 0,0-1 0,1 1 0,6 14 0,-6-14 0,38 91 0,-5 1 0,35 148 0,-60-205 0,1 0 0,21 47 0,-31-82 0,1 0 0,-1 0 0,1 0 0,-1 0 0,1 0 0,0 0 0,-1 0 0,1 0 0,0 0 0,2 1 0,-3-2 0,0 1 0,0-1 0,1 0 0,-1 0 0,0 0 0,1 0 0,-1 0 0,0 0 0,1 1 0,-1-1 0,0 0 0,1 0 0,-1 0 0,0 0 0,1 0 0,-1 0 0,0 0 0,1-1 0,-1 1 0,0 0 0,1 0 0,-1 0 0,0 0 0,1 0 0,-1-1 0,2 0 0,-1-1 0,1 1 0,-1-1 0,1 1 0,-1-1 0,0 0 0,0 0 0,0 0 0,0 0 0,1-3 0,17-51 0,-15 42 0,0 1 0,0 0 0,2 0 0,7-15 0,-12 26 3,0 1 1,0-1-1,0 1 0,0 0 0,0-1 0,1 1 0,-1 0 0,0 0 1,1 0-1,-1 0 0,0 0 0,1 0 0,-1 0 0,1 0 0,0 0 1,-1 1-1,1-1 0,-1 1 0,1-1 0,0 1 0,0 0 1,-1 0-1,1 0 0,0 0 0,-1 0 0,1 0 0,0 0 0,0 0 1,-1 1-1,1-1 0,0 0 0,-1 1 0,1 0 0,0-1 1,-1 1-1,1 0 0,2 2 0,3 1-215,-1 1 0,1 0 0,-1 0-1,0 1 1,0-1 0,8 12 0,-4-3-6614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24575,'13'11'0,"3"4"0,3 4 0,-1 0 0,1-2 0,-2-3 0,-1 3 0,0-1 0,-1 1 0,-2-3-8191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133 282 24575,'0'1'0,"-1"-1"0,1 0 0,-1 0 0,0 1 0,1-1 0,-1 1 0,0-1 0,1 0 0,-1 1 0,1-1 0,-1 1 0,1-1 0,-1 1 0,1-1 0,0 1 0,-1 0 0,1-1 0,0 1 0,-1-1 0,1 1 0,0 0 0,0-1 0,-1 1 0,1 0 0,0-1 0,0 1 0,0 1 0,-3 22 0,3-21 0,-1 19 0,0 1 0,2-1 0,4 26 0,-4-39 0,1-1 0,0 0 0,0 1 0,1-1 0,0 0 0,1 0 0,-1-1 0,1 1 0,1-1 0,0 0 0,7 9 0,-12-16 0,0 0 0,0 1 0,0-1 0,0 0 0,0 0 0,0 0 0,0 0 0,0 0 0,0 0 0,0 0 0,0 0 0,1 1 0,-1-1 0,0 0 0,0 0 0,0 0 0,0 0 0,0 0 0,0 0 0,0 0 0,0 0 0,0 0 0,0 0 0,1 0 0,-1 0 0,0 0 0,0 0 0,0 0 0,0 1 0,0-1 0,0 0 0,0 0 0,0 0 0,1 0 0,-1 0 0,0 0 0,0 0 0,0 0 0,0-1 0,0 1 0,0 0 0,0 0 0,0 0 0,1 0 0,-1 0 0,0 0 0,0 0 0,0 0 0,0 0 0,0 0 0,0-7 0,-6-11 0,-116-250 0,114 253 0,1 0 0,1-1 0,0 0 0,1 0 0,1-1 0,-4-22 0,8 38 0,0 1 0,0-1 0,0 0 0,0 0 0,0 1 0,0-1 0,0 0 0,0 1 0,0-1 0,0 0 0,0 0 0,0 1 0,0-1 0,1 0 0,-1 1 0,0-1 0,1 0 0,-1 1 0,0-1 0,1 1 0,-1-1 0,1 0 0,-1 1 0,1-1 0,-1 1 0,2-1 0,-2 1 0,1 0 0,0-1 0,0 1 0,0 0 0,0 0 0,0 1 0,0-1 0,0 0 0,0 0 0,0 0 0,0 1 0,-1-1 0,1 0 0,0 1 0,0-1 0,0 1 0,0 0 0,7 4 0,-1 0 0,0 0 0,6 8 0,-12-12 0,85 87 0,61 55 0,-129-128 0,1 0 0,1-2 0,0 0 0,1-1 0,0-1 0,33 12 0,-49-22 0,1 1 0,-1 0 0,0-1 0,1 0 0,0 0 0,8-1 0,-12 0 0,-1 0 0,1 0 0,-1 0 0,1-1 0,-1 1 0,1 0 0,-1-1 0,0 1 0,1-1 0,-1 0 0,0 1 0,1-1 0,-1 0 0,0 0 0,0 0 0,0 0 0,0 0 0,0 0 0,0 0 0,0 0 0,0 0 0,0-1 0,0 1 0,0 0 0,-1-1 0,1 1 0,-1 0 0,1-1 0,0-1 0,1-7 0,-1 0 0,0 1 0,0-1 0,-1 0 0,0 0 0,-1 0 0,-2-12 0,-18-69 0,18 81 0,-3-13 0,-7-27 0,-35-83 0,47 129-124,-1 0 0,0 1 0,0-1 0,0 0 0,0 1 0,-1 0-1,1 0 1,-1 0 0,0 0 0,-6-5 0,-1 2-6702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24575,'-2'-11'0,"1"4"0,5 14 0,20 63 0,-11-30 0,98 318 0,-107-340 0,0-1 0,-1 1 0,-1 0 0,0 27 0,-3-42-1365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24575,'-15'13'0,"0"0"0,-20 11 0,23-16 0,0 1 0,0-1 0,1 2 0,0 0 0,-13 15 0,23-24 0,1 0 0,-1 0 0,0 0 0,0 0 0,1-1 0,-1 1 0,1 1 0,-1-1 0,1 0 0,-1 0 0,1 0 0,-1 0 0,1 0 0,0 0 0,0 0 0,0 1 0,-1-1 0,1 0 0,0 0 0,0 0 0,1 0 0,-1 1 0,0-1 0,0 0 0,1 0 0,-1 0 0,0 0 0,2 2 0,-1-1 0,1 0 0,0-1 0,0 1 0,0-1 0,0 0 0,0 1 0,0-1 0,0 0 0,0 0 0,1 0 0,-1 0 0,0-1 0,4 1 0,21 4 0,1-2 0,-1-1 0,1-1 0,32-3 0,-7 1 0,28 0-1365,-62 1-5461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19 24575,'15'-13'0,"-14"12"0,-1 1 0,0 0 0,1-1 0,-1 1 0,1-1 0,-1 1 0,1 0 0,-1 0 0,0-1 0,1 1 0,-1 0 0,1 0 0,-1-1 0,1 1 0,-1 0 0,1 0 0,-1 0 0,1 0 0,0 0 0,-1 0 0,1 0 0,-1 0 0,1 0 0,-1 0 0,1 0 0,-1 0 0,1 0 0,-1 0 0,1 1 0,-1-1 0,2 0 0,-2 1 0,0 0 0,0-1 0,0 1 0,0 0 0,0 0 0,-1-1 0,1 1 0,0 0 0,0-1 0,0 1 0,-1 0 0,1-1 0,0 1 0,0 0 0,-1-1 0,1 1 0,-1-1 0,1 1 0,0-1 0,-1 1 0,1-1 0,-1 1 0,0-1 0,1 1 0,-1-1 0,0 1 0,-18 13 0,19-14 0,-18 11 0,-1-2 0,0 0 0,0-2 0,-1 0 0,-35 8 0,28-8 0,0 0 0,-34 16 0,59-22 0,0 0 0,0 0 0,1 0 0,-1 1 0,0-1 0,0 0 0,0 1 0,1-1 0,-1 1 0,1-1 0,-3 5 0,4-6 0,0 0 0,0 1 0,-1-1 0,1 1 0,0-1 0,0 0 0,0 1 0,0-1 0,0 1 0,0-1 0,0 0 0,0 1 0,0-1 0,0 1 0,0-1 0,0 1 0,0-1 0,0 0 0,0 1 0,1-1 0,-1 1 0,0-1 0,0 0 0,1 1 0,0 0 0,-1 0 0,1 0 0,0-1 0,0 1 0,0 0 0,0-1 0,0 1 0,0-1 0,0 1 0,1-1 0,-1 1 0,2-1 0,57 13 0,101 7 0,-87-13 0,-56-5 0,38 5 0,-51-7 0,-1 2 0,1-1 0,0 0 0,0 1 0,-1 0 0,1 0 0,-1 0 0,6 4 0,-3 2-1365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24575,'30'3'0,"15"2"0,3 2 0,-5 1 0,-7 0 0,-7-2 0,-9 1 0,-5-1 0,-5-2-8191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 24575,'15'-6'0,"6"-3"0,1 1 0,1 1 0,25-5 0,-43 11 0,1 0 0,0 0 0,0 1 0,0 0 0,0 0 0,0 0 0,-1 1 0,1 0 0,0 0 0,0 0 0,-1 1 0,1 0 0,-1 0 0,1 0 0,-1 1 0,0-1 0,9 7 0,-10-5 0,0 0 0,-1 1 0,1-1 0,-1 1 0,0-1 0,0 1 0,0 0 0,-1 0 0,0 0 0,0 0 0,0 1 0,0-1 0,1 11 0,-2-4 0,1 0 0,-1 0 0,-1 0 0,0 0 0,-3 18 0,1-22 0,-14 73 0,14-71 0,-1-1 0,0 0 0,-1 0 0,0 0 0,0-1 0,-8 12 0,10-17 0,0-1 0,1 0 0,-1 0 0,0 0 0,0 0 0,-1 0 0,1 0 0,0 0 0,-1-1 0,1 1 0,-1-1 0,1 0 0,-1 0 0,0 0 0,1 0 0,-1 0 0,0 0 0,-3 0 0,2-1 0,0 0 0,0-1 0,0 1 0,-1-1 0,1 0 0,0 0 0,0 0 0,1 0 0,-1-1 0,0 1 0,-5-4 0,-4-4 0,-1-1 0,1 0 0,0-1 0,1 0 0,-11-14 0,16 17 0,1 0 0,0-1 0,0 0 0,1 0 0,0 0 0,0-1 0,1 1 0,1-1 0,-1 0 0,2 0 0,-1-1 0,2 1 0,-1-1 0,1 1 0,1-1 0,0 1 0,0-1 0,1 1 0,4-19 0,-4 27-65,-1-1 0,1 0 0,0 0 0,0 0 0,0 0 0,1 1 0,-1-1 0,1 0 0,-1 1 0,1-1 0,0 1 0,0 0 0,0 0 0,0-1 0,1 1 0,-1 1 0,0-1 0,1 0 0,-1 0 0,5-1 0,6-1-6761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22 24575,'0'-1'0,"0"-1"0,-1 1 0,1 0 0,0 0 0,-1 0 0,1 0 0,-1 0 0,1 0 0,-1 0 0,0 0 0,1 0 0,-1 0 0,0 0 0,0 1 0,1-1 0,-1 0 0,0 0 0,0 1 0,0-1 0,0 1 0,0-1 0,0 1 0,-2-1 0,1 1 0,0 0 0,0 0 0,0 0 0,0 0 0,0 1 0,0-1 0,0 1 0,0 0 0,0-1 0,0 1 0,0 0 0,-2 2 0,-23 9 0,-1-1 0,-38 10 0,-34 13 0,78-23 0,-30 20 0,33-19 0,0-1 0,-21 9 0,54-21 0,-1 0 0,1 0 0,25 4 0,169 43 0,-62-11 0,-104-29-1365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48 219 24575,'1'1'0,"-1"-1"0,0 0 0,1 0 0,-1 0 0,1 1 0,-1-1 0,0 0 0,1 1 0,-1-1 0,0 0 0,1 1 0,-1-1 0,0 0 0,1 1 0,-1-1 0,0 1 0,0-1 0,0 0 0,1 1 0,-1-1 0,0 1 0,0-1 0,0 1 0,0-1 0,0 1 0,0-1 0,0 1 0,0-1 0,0 1 0,0-1 0,0 0 0,0 1 0,0 0 0,-3 22 0,2-17 0,-1 12 0,1 1 0,0-1 0,1 0 0,2 1 0,-1-1 0,2 0 0,1 0 0,0 0 0,1 0 0,9 22 0,-10-31 0,-3-6 0,0 1 0,1-1 0,-1 0 0,1 1 0,0-1 0,0 0 0,0 0 0,0 0 0,0 0 0,1-1 0,4 5 0,-7-7 0,0 0 0,0 0 0,0 0 0,1 1 0,-1-1 0,0 0 0,0 0 0,0 0 0,1 0 0,-1 0 0,0 0 0,0 0 0,0 0 0,1 0 0,-1 0 0,0 0 0,0 0 0,0 0 0,1 0 0,-1 0 0,0 0 0,0 0 0,0 0 0,1 0 0,-1 0 0,0-1 0,0 1 0,0 0 0,1 0 0,-1 0 0,0 0 0,0 0 0,0 0 0,0-1 0,2-8 0,-4-10 0,2 19 0,-6-22 0,0 0 0,-2 1 0,-1 0 0,-1 0 0,-13-22 0,-3-5 0,20 36 0,1 0 0,0-1 0,-3-13 0,7 21 0,0 0 0,0-1 0,0 1 0,1 0 0,-1 0 0,2 0 0,-1 0 0,0 0 0,1 0 0,2-10 0,-2 14 0,-1 1 0,0 0 0,0-1 0,0 1 0,0 0 0,0-1 0,0 1 0,1 0 0,-1 0 0,0-1 0,0 1 0,0 0 0,1 0 0,-1-1 0,0 1 0,1 0 0,-1 0 0,0 0 0,0-1 0,1 1 0,-1 0 0,0 0 0,1 0 0,-1 0 0,0 0 0,1 0 0,-1 0 0,0 0 0,1 0 0,10 4 0,9 14 0,-19-18 0,15 17 0,-1-1 0,0-1 0,1-1 0,20 14 0,18 10 0,67 42 0,-98-66 0,-4-1 0,1-1 0,0-1 0,0-1 0,29 9 0,-47-18 0,0-1 0,0 1 0,0-1 0,1 0 0,-1 1 0,0-1 0,0 0 0,1 0 0,-1 0 0,0-1 0,1 1 0,-1 0 0,0-1 0,0 0 0,0 1 0,0-1 0,0 0 0,1 0 0,-1 0 0,2-2 0,-3 1 0,1 1 0,0-1 0,0 0 0,-1 0 0,0 0 0,1 0 0,-1 0 0,0-1 0,0 1 0,0 0 0,0-1 0,0 1 0,-1 0 0,1-1 0,-1 1 0,1-1 0,-1 1 0,0-5 0,0 1 0,-1-1 0,1 0 0,-2 0 0,1 1 0,-1-1 0,0 1 0,-4-12 0,-27-42 0,8 13 0,13 22-170,2-1-1,1 1 0,1-2 1,1 1-1,1-1 0,1 0 1,-1-30-1,6 41-6655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24575,'2'8'0,"2"5"0,1 2 0,1 2 0,2 0 0,1 0 0,3-4 0,-2 0 0,1-3 0,0-1 0,2-2 0,-2-2-8191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24575,'2'3'0,"4"3"0,1 3 0,-2 2 0,0 0-8191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24575,'4'14'0,"1"-1"0,1 0 0,0 0 0,1 0 0,1-1 0,0 0 0,0 0 0,18 18 0,-24-28 0,0 0 0,0-1 0,-1 1 0,1-1 0,0 0 0,1 1 0,-1-1 0,0 0 0,0 0 0,1 0 0,-1-1 0,0 1 0,1-1 0,-1 1 0,0-1 0,1 0 0,-1 1 0,1-1 0,-1-1 0,1 1 0,-1 0 0,0 0 0,1-1 0,-1 0 0,0 1 0,1-1 0,-1 0 0,0 0 0,0 0 0,0-1 0,1 1 0,-1 0 0,-1-1 0,1 1 0,0-1 0,0 0 0,0 1 0,-1-1 0,1 0 0,-1 0 0,0 0 0,1 0 0,-1-1 0,0 1 0,0 0 0,-1 0 0,2-5 0,0 0 0,-1 0 0,0-1 0,0 1 0,0 0 0,-1-1 0,0 1 0,-3-15 0,3 22 0,0-1 0,0 1 0,-1-1 0,1 0 0,0 1 0,0-1 0,0 1 0,0-1 0,0 0 0,0 1 0,0-1 0,0 0 0,0 1 0,1-1 0,-1 1 0,0-1 0,0 0 0,1 1 0,-1-1 0,0 1 0,1-2 0,0 2 0,-1 0 0,1 0 0,-1 0 0,0-1 0,1 1 0,-1 0 0,1 0 0,-1 0 0,1 0 0,-1 0 0,1 0 0,-1 0 0,1 0 0,-1 0 0,1 1 0,-1-1 0,1 0 0,-1 0 0,1 0 0,-1 0 0,1 1 0,5 2 0,-1 0 0,1 1 0,5 5 0,-6-6 0,123 93-1365,-119-90-5461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24575,'54'37'0,"97"83"0,-146-115 0,1-1 0,1 0 0,9 6 0,-14-9 0,1 0 0,0 1 0,-1-1 0,1-1 0,-1 1 0,1 0 0,0-1 0,0 1 0,-1-1 0,1 0 0,0 0 0,4 0 0,-7 0 0,1 0 0,0-1 0,0 1 0,0 0 0,0-1 0,0 1 0,0-1 0,-1 1 0,1-1 0,0 1 0,0-1 0,-1 1 0,1-1 0,0 0 0,-1 0 0,1 1 0,0-1 0,-1 0 0,1 0 0,-1-1 0,1 0 0,0 0 0,0 0 0,-1-1 0,1 1 0,-1 0 0,1-1 0,-1-4 0,-1-2 0,0 0 0,0-1 0,-3-9 0,4 19 0,-5-23 0,-15-77 0,5 18-1365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104 192 24575,'0'-6'0,"0"-16"0,-4-29 0,4 46 0,-1-1 0,0 1 0,0 0 0,-1 1 0,0-1 0,1 0 0,-1 0 0,-1 1 0,1-1 0,-1 1 0,-4-7 0,6 10 0,1 1 0,-1-1 0,0 0 0,1 1 0,-1-1 0,0 1 0,1-1 0,-1 1 0,0-1 0,0 1 0,1-1 0,-1 1 0,0-1 0,0 1 0,0 0 0,0 0 0,0 0 0,1-1 0,-1 1 0,0 0 0,0 0 0,0 0 0,0 0 0,0 0 0,0 0 0,0 1 0,1-1 0,-1 0 0,0 0 0,0 1 0,0-1 0,0 0 0,1 1 0,-1-1 0,0 1 0,0-1 0,1 1 0,-1-1 0,0 1 0,1 0 0,-1-1 0,0 1 0,1 0 0,-1 0 0,1-1 0,-1 3 0,-3 2 0,1 1 0,0 0 0,0 0 0,-3 12 0,3-9 0,-1 1 0,1 1 0,0-1 0,0 1 0,0 14 0,3-23 0,-1 1 0,1-1 0,0 1 0,1-1 0,-1 1 0,0-1 0,1 1 0,0-1 0,-1 1 0,1-1 0,0 0 0,0 1 0,0-1 0,0 0 0,1 0 0,-1 0 0,1 0 0,-1 0 0,1 0 0,0 0 0,0 0 0,-1-1 0,1 1 0,4 1 0,3 2 0,0-1 0,1 0 0,0 0 0,0-1 0,0-1 0,0 0 0,0 0 0,0-1 0,12 1 0,2-2 0,0-1 0,43-7 0,29-14 0,-86 19 0,1-1 0,-1 0 0,0 0 0,0-1 0,0-1 0,16-11 0,-24 15 0,0 0 0,0 0 0,-1 1 0,1-1 0,0 0 0,-1 0 0,1-1 0,-1 1 0,0 0 0,0 0 0,0-1 0,0 1 0,0 0 0,0-1 0,-1 1 0,1-4 0,-1 2 0,1 0 0,-2 1 0,1-1 0,0 0 0,-1 0 0,0 0 0,0 1 0,0-1 0,-3-6 0,-2-2 0,-1 1 0,0 0 0,-1 0 0,0 0 0,-10-9 0,16 17-195,0 1 0,0 0 0,-1 0 0,1 0 0,-1 0 0,-2-1 0,-5-1-6631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29 24575,'-6'-3'0,"-6"-3"0,-26-9 0,35 14 0,0 0 0,1 0 0,-1 0 0,0 1 0,0-1 0,0 1 0,0 0 0,1 0 0,-1 0 0,0 0 0,0 1 0,0-1 0,1 1 0,-1 0 0,0-1 0,-2 3 0,3-2 0,1 0 0,-1 0 0,1 1 0,-1-1 0,1 1 0,0-1 0,0 1 0,0 0 0,0-1 0,0 1 0,0 0 0,0 0 0,0 0 0,1 0 0,-1-1 0,1 1 0,0 0 0,-1 0 0,1 0 0,0 0 0,0 0 0,0 0 0,1 4 0,0 4 0,0 1 0,7 19 0,-8-29 0,2 7 0,1-1 0,0 1 0,0-1 0,1 1 0,0-1 0,0 0 0,1-1 0,5 8 0,4 0 0,0 0 0,18 14 0,-30-26 0,1 0 0,-2-1 0,1 1 0,0 0 0,0 0 0,0 0 0,-1 0 0,0 1 0,1-1 0,-1 0 0,0 1 0,0-1 0,2 5 0,-3-6 0,0 1 0,0-1 0,0 1 0,0-1 0,-1 0 0,1 1 0,0-1 0,0 0 0,-1 1 0,1-1 0,-1 0 0,1 1 0,-1-1 0,0 0 0,1 0 0,-1 0 0,0 1 0,0-1 0,0 0 0,0 0 0,0 0 0,0 0 0,0-1 0,0 1 0,0 0 0,0 0 0,-3 0 0,-3 3 0,0 0 0,0-1 0,-1 0 0,0 0 0,0-1 0,-8 1 0,-51 6 0,14-3 0,38-4-1365,2 0-5461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24575,'87'-2'0,"-75"1"0,1-1 0,0 0 0,0-1 0,18-7 0,-27 8 0,0 1 0,-1-1 0,1 0 0,-1-1 0,1 1 0,-1-1 0,0 1 0,0-1 0,0 0 0,-1 0 0,1 0 0,2-4 0,2-5 0,-1 1 0,7-18 0,3-7 0,45-72 0,-60 107 0,0 0 0,-1 0 0,1 1 0,-1-1 0,1 0 0,-1 0 0,1 0 0,-1 0 0,0 0 0,1 0 0,-1 0 0,0 0 0,0 0 0,0 0 0,0-2 0,0 3 0,0 0 0,0 0 0,-1 0 0,1-1 0,0 1 0,0 0 0,-1 0 0,1 0 0,0 0 0,-1 0 0,1 0 0,0-1 0,0 1 0,-1 0 0,1 0 0,0 0 0,-1 0 0,1 0 0,0 0 0,0 0 0,-1 0 0,1 0 0,0 0 0,-1 1 0,1-1 0,0 0 0,0 0 0,-1 0 0,1 0 0,0 0 0,-1 1 0,-4 1 0,1 0 0,-1 1 0,0 0 0,-5 4 0,-4 5 0,1 0 0,0 1 0,-13 16 0,22-24 0,0 0 0,1 0 0,-1 0 0,1 1 0,0 0 0,1 0 0,-1 0 0,1 0 0,0 0 0,1 0 0,-1 0 0,0 10 0,2-13 0,0-1 0,1 1 0,-1-1 0,0 1 0,1 0 0,0-1 0,0 1 0,-1-1 0,1 0 0,1 1 0,-1-1 0,0 0 0,0 0 0,3 3 0,-1-1 0,1-1 0,-1 1 0,1-1 0,0 0 0,0 1 0,8 3 0,3 1 0,1-1 0,1-1 0,18 5 0,-34-10 0,116 25 104,-50-13-1573,-52-10-5357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85 101 24575,'4'47'0,"18"73"0,-16-98 0,0-1 0,2 0 0,0 0 0,1-1 0,19 30 0,-26-47 0,0 1 0,0-1 0,1 0 0,0 1 0,-1-1 0,1 0 0,0-1 0,0 1 0,1 0 0,3 2 0,-7-5 0,1 0 0,-1 0 0,0 0 0,0 0 0,0 0 0,0 0 0,0 0 0,0 0 0,1 0 0,-1 0 0,0 0 0,0 0 0,0 0 0,0 0 0,0 0 0,0 0 0,1 0 0,-1 0 0,0 0 0,0 0 0,0 0 0,0 0 0,0 0 0,0 0 0,0-1 0,1 1 0,-1 0 0,0 0 0,0 0 0,0 0 0,0 0 0,0 0 0,0 0 0,0 0 0,0 0 0,0-1 0,0 1 0,0 0 0,1 0 0,-1 0 0,0 0 0,0 0 0,0 0 0,0-1 0,0 1 0,-1-9 0,-6-9 0,-12-19 0,-2 1 0,-27-35 0,27 43 0,2-1 0,1-1 0,-25-56 0,42 85 0,-2-7 0,0 0 0,0-1 0,1 1 0,0 0 0,-1-16 0,3 22 0,0 0 0,0 0 0,0 1 0,0-1 0,0 0 0,1 0 0,-1 0 0,1 1 0,0-1 0,-1 0 0,1 1 0,0-1 0,0 0 0,0 1 0,0-1 0,0 1 0,0 0 0,0-1 0,1 1 0,-1 0 0,0 0 0,1 0 0,-1-1 0,1 2 0,0-1 0,-1 0 0,1 0 0,0 0 0,-1 1 0,1-1 0,0 1 0,0-1 0,-1 1 0,3 0 0,3-1 0,-1 1 0,0-1 0,0 1 0,1 1 0,-1-1 0,0 1 0,9 3 0,43 14 0,-56-17 0,42 18 0,0 1 0,-2 3 0,0 1 0,70 55 0,-89-61 0,35 35 0,-51-46 0,0 0 0,-1 1 0,0 0 0,-1 1 0,1-1 0,-2 1 0,1 0 0,5 15 0,-10-21 0,1 0 0,0-1 0,-1 1 0,1 0 0,-1-1 0,0 1 0,0 0 0,0 0 0,0-1 0,0 1 0,-1 0 0,1-1 0,-1 1 0,0 0 0,0-1 0,0 1 0,0-1 0,-2 4 0,0-3 0,1 1 0,-1-1 0,0 0 0,0 0 0,0 0 0,-1 0 0,1-1 0,-1 0 0,1 1 0,-8 2 0,-4 1 0,-1-1 0,0 0 0,-1-1 0,-30 4 0,-9-4-252,-79-3 0,105-2-609,16 1-5965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24575,'8'32'0,"2"0"0,24 53 0,-23-61 0,-5-9 40,1 0 0,15 21 0,-20-32-146,1 0 0,0 0 0,0 0 0,0-1 0,0 1 0,1-1-1,-1 0 1,1 0 0,0 0 0,0-1 0,0 1 0,0-1 0,6 3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24575,'31'-16'0,"11"-4"0,5 1 0,-2 1 0,-2 4 0,-4 4 0,-7 4 0,-5 0 0,-3 2 0,-2 0 0,-4 3 0,-1 0 0,-6 0 0,-8 4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24575,'23'-8'0,"9"-2"0,3-2 0,-3 1 0,-4 3 0,-5 2 0,-3 2 0,-2 2 0,-3 2 0,0 0 0,-1 0 0,-3 3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24575,'10'23'0,"6"12"0,0 3 0,0-1 0,-1-3 0,1-3 0,-1-3 0,0-6 0,-3-2 0,0-3 0,-3-2 0,0-3 0,-2-1 0,-2-6 0,-4-2 0,-3-6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58 24575,'-32'-10'0,"-17"-3"0,-6 0 0,0 3 0,5 3 0,6 2 0,2 5 0,5 5 0,2 4 0,3 3 0,4 2 0,6-1-8191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14 24575,'299'0'0,"-289"0"0,-1-1 0,0-1 0,11-2 0,-13 2 0,0 1 0,0-1 0,-1 1 0,1 1 0,0-1 0,0 1 0,12 2 0,13 4 0,93 15 0,-209-22 0,40 2 0,25 0 0,0 1 0,0 1 0,-21 6 0,18-4 0,-36 4 0,-60-8 0,76-2 0,-77 7 0,63 0 0,-103-4 0,4 0 0,84 7 0,37-4 0,-3 1 0,17-2 0,-41 2 0,59-6 0,-18 1 0,17 1 0,13 3 0,154 41 0,-109-33 0,105 39 0,-34 8 0,-82-39 0,-38-17 0,1-1 0,-1 1 0,1 0 0,-1 0 0,-1 1 0,1 0 0,0 0 0,6 9 0,-10-11 0,0-1 0,0 1 0,-1-1 0,1 1 0,-1 0 0,0 0 0,0 0 0,0 0 0,0 0 0,0 0 0,0 0 0,-1 0 0,0 0 0,1 0 0,-1 0 0,0 0 0,-1 1 0,1-1 0,0 0 0,-1 0 0,0 0 0,-2 6 0,-1-2 0,-1 0 0,0 0 0,0 0 0,-1-1 0,1 1 0,-2-1 0,1-1 0,-10 8 0,3-2 0,-2 1 0,0-1 0,0-1 0,-1 0 0,-17 7 0,-71 26 0,-7 4 0,-233 132 0,337-175 0,-1 0 0,-10 8 0,16-10 0,1-1 0,-1 0 0,1 0 0,-1 0 0,1 1 0,0-1 0,0 1 0,0-1 0,0 1 0,0-1 0,0 1 0,0 0 0,0-1 0,1 1 0,-1 0 0,1-1 0,-1 1 0,1 2 0,0-3 0,0 0 0,0 0 0,0 0 0,0 0 0,1-1 0,-1 1 0,0 0 0,1 0 0,-1-1 0,1 1 0,-1 0 0,1 0 0,-1-1 0,1 1 0,-1-1 0,1 1 0,0 0 0,-1-1 0,1 1 0,0-1 0,-1 1 0,1-1 0,0 0 0,0 1 0,-1-1 0,1 0 0,0 0 0,0 1 0,0-1 0,1 0 0,27 3 0,-26-3 0,465-3 0,-55-21 0,-378 21 0,85-12-1365,-111 13-5461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24575,'-5'-7'0,"1"7"0,0 13 0,1 23 0,3-36 0,0 27 0,2 1 0,6 39 0,14 71 0,11 53 0,-11-61 0,-21-120-63,1 3 229,-2-22-1634,0 0-5358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24575,'-9'0'0,"1"1"0,-1 0 0,1 0 0,-1 1 0,1 0 0,-1 0 0,1 1 0,-11 5 0,16-7 0,0 1 0,0-1 0,0 1 0,0 0 0,1 0 0,-1 0 0,0 0 0,1 1 0,0-1 0,-1 1 0,1-1 0,0 1 0,0 0 0,1 0 0,-1 0 0,1 0 0,-1 0 0,1 0 0,0 1 0,0-1 0,0 0 0,1 0 0,-1 1 0,1 3 0,0-5 0,0-1 0,0 1 0,0-1 0,0 0 0,1 1 0,-1-1 0,0 1 0,1-1 0,-1 0 0,1 1 0,0-1 0,-1 0 0,1 0 0,0 0 0,0 1 0,0-1 0,0 0 0,1 1 0,1 0 0,-1 0 0,0-1 0,1 1 0,0-1 0,-1 0 0,1 0 0,0 0 0,4 2 0,5-1 0,0 0 0,0-1 0,17 0 0,-24-1 0,46 3-51,62 11 1,-61-6-1214,-37-6-5562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28 24575,'-18'-5'0,"-8"-2"0,-2 1 0,1 1 0,3 1 0,5 4 0,3 2 0,3 1 0,2 2 0,2 0 0,-1 0 0,-1-2 0,1 2 0,0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 24575,'-30'-2'0,"-13"1"0,-1 1 0,5 3 0,5 1 0,4 2 0,5 1 0,7-2-8191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92 103 24575,'-6'-4'0,"0"1"0,0 0 0,0 1 0,0-1 0,0 1 0,-1 0 0,-6 0 0,12 1 0,0 1 0,-1 0 0,1 0 0,0 0 0,0 0 0,-1 0 0,1 0 0,0 0 0,0 0 0,-1 0 0,1 1 0,0-1 0,0 1 0,0-1 0,-1 1 0,1-1 0,0 1 0,0 0 0,0-1 0,0 1 0,0 0 0,0 0 0,0 0 0,0-1 0,1 1 0,-1 0 0,0 0 0,0 1 0,1-1 0,-1 0 0,1 0 0,-1 0 0,1 0 0,-1 0 0,1 1 0,0-1 0,0 0 0,-1 0 0,1 1 0,0-1 0,0 0 0,0 0 0,1 2 0,-1 3 0,0 0 0,1-1 0,0 1 0,0-1 0,1 1 0,0-1 0,-1 1 0,2-1 0,-1 0 0,1 0 0,-1 0 0,2 0 0,-1-1 0,0 1 0,1-1 0,5 6 0,-2-4 0,1 1 0,0-1 0,0 0 0,0 0 0,1-1 0,-1-1 0,1 1 0,14 4 0,-10-5 0,0 0 0,0-1 0,0 0 0,1-1 0,-1-1 0,1 0 0,13-1 0,-23-1 0,1 1 0,-1-1 0,0 0 0,0 0 0,0 0 0,0-1 0,0 1 0,0-1 0,0 0 0,-1 0 0,6-4 0,-7 4 0,1-1 0,-1 1 0,0-1 0,0 1 0,0-1 0,0 0 0,0 0 0,0 0 0,-1 0 0,0 0 0,1-1 0,-1 1 0,0 0 0,-1 0 0,1-1 0,0-3 0,-1 2 0,0 1 0,0-1 0,0 0 0,0 0 0,-1 0 0,1 0 0,-2 1 0,1-1 0,0 0 0,-1 1 0,-2-5 0,0 1 0,0 1 0,0 1 0,-1-1 0,1 1 0,-2 0 0,-6-7 0,-1 1 0,-2 1 0,1 0 0,-2 0 0,1 2 0,-20-9 0,29 15-124,0 0 0,-1 0 0,1 1 0,0 0 0,-1 0 0,1 1-1,-1 0 1,0 0 0,1 1 0,-9-1 0,0 4-6702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84 174 24575,'-2'-3'0,"-1"0"0,0-1 0,0 0 0,0 1 0,0-1 0,-4-2 0,6 6 0,1 0 0,0 0 0,0 0 0,0-1 0,0 1 0,0 0 0,-1 0 0,1 0 0,0 0 0,0 0 0,0 0 0,0 0 0,-1 0 0,1 0 0,0 0 0,0 0 0,0 0 0,-1 0 0,1 0 0,0 0 0,0 0 0,0 0 0,0 0 0,-1 0 0,1 0 0,0 0 0,0 0 0,0 0 0,0 1 0,0-1 0,-1 0 0,1 0 0,0 0 0,0 0 0,0 0 0,0 0 0,0 0 0,0 1 0,-1-1 0,1 0 0,0 0 0,0 0 0,0 0 0,0 0 0,0 1 0,0-1 0,0 0 0,0 0 0,0 0 0,0 1 0,0-1 0,0 0 0,0 0 0,0 0 0,0 0 0,0 1 0,0-1 0,0 0 0,0 0 0,0 0 0,0 0 0,0 1 0,1 11 0,4 7 0,0-1 0,9 21 0,5 14 0,-15-41 0,-3-11 0,0 1 0,0 0 0,0 0 0,0 0 0,-1 0 0,1 0 0,-1 0 0,1 0 0,-1 0 0,0 0 0,0 0 0,0 0 0,0 3 0,0-5 0,0 0 0,-1 0 0,1 0 0,0 0 0,0 0 0,-1 0 0,1 0 0,0 1 0,0-1 0,-1 0 0,1 0 0,0 0 0,0 0 0,-1 0 0,1 0 0,0 0 0,0 0 0,-1 0 0,1 0 0,0 0 0,0-1 0,-1 1 0,1 0 0,0 0 0,0 0 0,0 0 0,-1 0 0,1 0 0,0-1 0,0 1 0,0 0 0,-1 0 0,1 0 0,0 0 0,0-1 0,0 1 0,0 0 0,-1 0 0,1 0 0,0-1 0,-8-8 0,-8-15 0,2 0 0,1 0 0,0-1 0,2-1 0,-9-31 0,19 55 0,0 0 0,1 0 0,-1 0 0,1 0 0,0 0 0,0 1 0,-1-1 0,1 0 0,0 0 0,1 0 0,-1-3 0,1 4 0,-1 1 0,0 0 0,0-1 0,0 1 0,0 0 0,1-1 0,-1 1 0,0 0 0,0 0 0,0-1 0,1 1 0,-1 0 0,0 0 0,1 0 0,-1-1 0,0 1 0,0 0 0,1 0 0,-1 0 0,0 0 0,1 0 0,-1 0 0,0-1 0,1 1 0,0 0 0,0 0 0,0 1 0,0-1 0,0 0 0,1 0 0,-1 1 0,0-1 0,0 0 0,0 1 0,0 0 0,0-1 0,2 2 0,94 66 0,-62-41 0,41 23 0,-52-37 0,0 0 0,1-2 0,1-1 0,48 13 0,-71-22 0,0-1 0,0 1 0,0-1 0,-1 0 0,1 1 0,0-1 0,0-1 0,0 1 0,0 0 0,0-1 0,0 0 0,0 1 0,3-3 0,-4 2 0,-1 0 0,0 0 0,1 0 0,-1 0 0,0 0 0,1 0 0,-1 0 0,0-1 0,0 1 0,0-1 0,0 1 0,0-1 0,0 1 0,-1-1 0,1 1 0,-1-1 0,1 0 0,-1 1 0,1-1 0,-1 0 0,0 1 0,0-1 0,0-3 0,0-4 0,0 0 0,-1 0 0,-1 0 0,0 1 0,0-1 0,0 0 0,-1 1 0,0 0 0,-1-1 0,-6-9 0,-6-9 0,-31-38 0,37 52 0,3 4 0,-25-31 0,28 36 0,0 0 0,0 0 0,0 1 0,0-1 0,-1 1 0,1 0 0,-6-2 0,9 5-41,0-1 0,0 1-1,0 0 1,0-1-1,-1 1 1,1 0 0,0 0-1,0 0 1,0 0 0,0 0-1,-1 0 1,1 0-1,0 0 1,0 1 0,0-1-1,-1 0 1,1 1 0,0-1-1,0 1 1,0-1-1,0 1 1,0 0 0,0-1-1,0 1 1,0 0 0,0 0-1,1-1 1,-1 1-1,0 0 1,0 0 0,1 0-1,-2 2 1,-3 6-6785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29 24575,'-28'-7'0,"-11"-3"0,1 3 0,4 2 0,5 6 0,8 4 0,8 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24575,'-1'1'0,"0"0"0,1 0 0,-1 0 0,1 0 0,-1 0 0,1 0 0,0 0 0,0 0 0,-1 1 0,1-1 0,0 0 0,0 0 0,0 0 0,0 1 0,0-1 0,0 0 0,1 2 0,5 23 0,-4-20 0,5 14 0,0 1 0,2-2 0,20 35 0,7 16 0,-22-27-1365,-10-30-5461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28 24575,'-8'-14'0,"7"14"0,1-1 0,-1 0 0,1 1 0,0-1 0,0 0 0,-1 0 0,1 1 0,0-1 0,0 0 0,0 1 0,-1-1 0,1 0 0,0 0 0,0 0 0,0 1 0,0-1 0,1-1 0,0 3 0,1 0 0,0 0 0,-1 0 0,0 0 0,1 1 0,-1-1 0,1 0 0,-1 1 0,1 1 0,58 87 0,-19-26 0,-18-29 0,88 118 0,111 116 0,-162-205 0,-59-64 0,-1 1 0,0-1 0,1 1 0,-1-1 0,0 0 0,0 1 0,1-1 0,-1 0 0,1 1 0,-1-1 0,0 0 0,1 0 0,-1 1 0,1-1 0,-1 0 0,1 0 0,-1 0 0,1 1 0,-1-1 0,1 0 0,0-7 0,-7-14 0,0 7-1365,-1 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202 133 24575,'5'-36'0,"-3"21"0,0-1 0,0 0 0,-2 0 0,-1-16 0,1 32 0,0 0 0,0 0 0,0 0 0,0 0 0,0 1 0,0-1 0,0 0 0,0 0 0,0 0 0,0 0 0,-1 0 0,1 1 0,0-1 0,0 0 0,0 0 0,0 0 0,0 0 0,-1 0 0,1 0 0,0 0 0,0 0 0,0 1 0,0-1 0,-1 0 0,1 0 0,0 0 0,0 0 0,0 0 0,-1 0 0,1 0 0,0 0 0,0 0 0,0 0 0,0 0 0,-1 0 0,1 0 0,0 0 0,0-1 0,0 1 0,0 0 0,-1 0 0,1 0 0,0 0 0,0 0 0,0 0 0,0 0 0,-1 0 0,1-1 0,0 1 0,0 0 0,0 0 0,0 0 0,0 0 0,0 0 0,0-1 0,-1 1 0,1 0 0,0 0 0,0 0 0,0 0 0,0-1 0,0 1 0,0 0 0,0 0 0,0 0 0,0-1 0,-10 17 0,8-14 0,-12 22 0,2 0 0,0 0 0,1 1 0,1 1 0,2-1 0,-10 48 0,-14 123 0,-14 66 0,45-256-87,-1 5-168,0 1-1,-1-1 0,-1 0 1,-8 20-1,8-23-6570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16 24575,'-21'-3'0,"-11"-2"0,-1 1 0,-61 1 0,87 4 0,0 0 0,1 0 0,-1 0 0,1 1 0,-1 0 0,1 1 0,0 0 0,-1 0 0,-9 6 0,13-7 0,0 0 0,0 1 0,0-1 0,0 1 0,0 0 0,1 0 0,-1 0 0,1 0 0,0 0 0,0 0 0,0 1 0,0-1 0,0 1 0,1-1 0,-1 1 0,1-1 0,0 1 0,0 5 0,0 4 0,1 1 0,0 0 0,1 0 0,1-1 0,6 24 0,25 65 0,-27-82 0,123 327 0,-108-295 0,21 62 0,-34-88 0,-1 1 0,5 38 0,-12-64 0,0 0 0,1 0 0,-1 0 0,0 0 0,0 0 0,1 0 0,-1-1 0,0 1 0,1 0 0,-1 0 0,1 0 0,-1 0 0,1-1 0,-1 1 0,1 0 0,0 0 0,-1-1 0,1 1 0,0 0 0,0-1 0,-1 1 0,1-1 0,0 1 0,0-1 0,0 0 0,0 1 0,0-1 0,0 0 0,0 1 0,-1-1 0,1 0 0,0 0 0,0 0 0,0 0 0,0 0 0,0 0 0,2 0 0,4-1 0,0-1 0,0 1 0,0-1 0,8-3 0,1-1 0,-6 4 41,0 1-1,14-1 1,-14 1-537,0 1 1,13-4-1,-13 1-6330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26 24575,'-1'-2'0,"1"0"0,-1 0 0,1 0 0,0-1 0,0 1 0,0 0 0,0 0 0,1-3 0,-1 5 0,0 0 0,0-1 0,0 1 0,0 0 0,0 0 0,0 0 0,0 0 0,0-1 0,0 1 0,0 0 0,0 0 0,0 0 0,1 0 0,-1-1 0,0 1 0,0 0 0,0 0 0,0 0 0,0 0 0,1 0 0,-1 0 0,0 0 0,0 0 0,0-1 0,0 1 0,1 0 0,-1 0 0,0 0 0,0 0 0,0 0 0,1 0 0,-1 0 0,0 0 0,10 8 0,-5-1 0,0 1 0,0 0 0,0 0 0,-1 0 0,-1 0 0,6 15 0,10 58 0,-12-48 0,1 5 0,37 173 0,-42-192-69,-3-15-61,0 0 1,1 1-1,-1-1 1,1 0-1,1 1 0,-1-1 1,0 0-1,1 0 1,4 7-1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24575,'-11'6'0,"-6"4"0,1 0 0,0 1 0,-16 15 0,28-22 0,0 0 0,1 0 0,-1 0 0,1 0 0,-1 1 0,1 0 0,1-1 0,-1 1 0,1 0 0,0 1 0,0-1 0,0 0 0,1 1 0,0-1 0,-1 9 0,1-10 0,1 0 0,0 0 0,0 0 0,0 1 0,1-1 0,-1 0 0,2 5 0,-1-8 0,-1 0 0,1 1 0,0-1 0,0 0 0,-1 0 0,1 1 0,0-1 0,0 0 0,0 0 0,0 0 0,0 0 0,0 0 0,0 0 0,1-1 0,-1 1 0,0 0 0,0-1 0,1 1 0,-1 0 0,0-1 0,1 0 0,-1 1 0,3-1 0,14 2 0,-1 0 0,0-2 0,23-2 0,-20 1 0,-1 0 0,25 3 0,50 10-1365,-81-12-5461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24575,'22'-12'0,"-1"1"0,2 1 0,-1 1 0,26-7 0,-41 14 0,0 0 0,1 1 0,-1 0 0,1 0 0,-1 1 0,1 0 0,-1 0 0,1 1 0,-1-1 0,1 2 0,-1-1 0,0 1 0,0 0 0,0 1 0,0 0 0,0 0 0,10 6 0,-16-8 0,1 1 0,0-1 0,-1 1 0,1-1 0,-1 1 0,1 0 0,-1 0 0,0 0 0,0 0 0,0 0 0,0 0 0,0 0 0,0 0 0,-1 0 0,1 0 0,-1 1 0,1-1 0,-1 0 0,0 0 0,0 1 0,0-1 0,0 0 0,-1 3 0,0 7 0,-2 1 0,1-1 0,-6 13 0,2-3 0,4-10 0,0-1 0,1 1 0,0-1 0,1 1 0,0-1 0,1 1 0,0-1 0,1 1 0,0-1 0,4 12 0,7 14 0,28 58 0,-10-27 0,-27-58 0,38 98 0,-33-84 0,-2 1 0,6 36 0,-13-59 0,5 44 0,-5-42 0,0 1 0,0-1 0,0 1 0,-1-1 0,0 1 0,1-1 0,-4 8 0,3-10 0,0-1 0,0 0 0,0 1 0,0-1 0,0 0 0,0 0 0,0 0 0,0 0 0,-1 0 0,1 0 0,0 0 0,-1 0 0,1 0 0,0-1 0,-1 1 0,1-1 0,-1 1 0,0-1 0,1 1 0,-1-1 0,-2 0 0,-5 1 0,0-1 0,-16-1 0,14 0 0,-17 3-1365,18 0-5461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24575,'20'-1'0,"0"0"0,0-2 0,27-6 0,58-22 0,-60 17 0,-34 11 0,41-15 0,-48 17 0,0-1 0,0 0 0,-1 0 0,1 0 0,0 0 0,-1-1 0,0 0 0,0 1 0,0-1 0,4-5 0,-7 8 0,1-1 0,0 0 0,-1 0 0,1 0 0,-1 0 0,1 0 0,-1 0 0,1 0 0,-1 0 0,0 0 0,0 0 0,1 0 0,-1 0 0,0 0 0,0 0 0,0 0 0,0 0 0,0 0 0,0-1 0,-1 1 0,1 0 0,0 0 0,0 0 0,-2-2 0,1 2 0,0-1 0,-1 0 0,1 1 0,-1-1 0,1 1 0,-1-1 0,0 1 0,1 0 0,-1 0 0,0-1 0,-3 0 0,-6-2 0,0 0 0,0 1 0,-17-4 0,27 7 0,-31-7 0,25 5 0,-1 0 0,1 0 0,-1 1 0,0 0 0,1 0 0,-1 1 0,0 0 0,0 0 0,-10 2 0,-13 4 0,21-5 0,0 0 0,0 1 0,1 1 0,-15 5 0,22-7 0,-1 0 0,1 1 0,-1-1 0,1 1 0,0-1 0,0 1 0,0 0 0,0 0 0,0 0 0,0 0 0,0 0 0,1 0 0,-1 1 0,1-1 0,0 0 0,-1 1 0,1-1 0,0 1 0,0 0 0,0 4 0,-2 5 0,2 0 0,0 0 0,0 0 0,1 0 0,1-1 0,0 1 0,0 0 0,1 0 0,7 21 0,-6-24 0,1-1 0,0-1 0,0 1 0,1 0 0,0-1 0,0 0 0,1 0 0,0-1 0,0 1 0,0-1 0,1-1 0,0 1 0,0-1 0,12 6 0,-11-7 0,0-1 0,0 0 0,0 0 0,0-1 0,0 0 0,1 0 0,-1-1 0,16 0 0,47 6 0,-54-5 0,-1 0 0,1 0 0,0-2 0,20-1 0,-26-1-119,1 1-193,1-1 1,-1 0-1,13-5 1,-15 2-6515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24575,'1'10'0,"-1"1"0,2-1 0,0 0 0,0 0 0,0 0 0,1 0 0,5 9 0,8 14 0,1-1 0,42 59 0,-32-56 0,-9-13 0,-2 0 0,22 39 0,-36-57 0,0-1 0,-1 1 0,0 0 0,1 0 0,-1 0 0,-1-1 0,1 1 0,0 0 0,-1 6 0,0-8 0,0-1 0,0 0 0,0 1 0,-1-1 0,1 0 0,-1 0 0,1 0 0,0 1 0,-1-1 0,0 0 0,1 0 0,-1 0 0,0 0 0,0 0 0,1 0 0,-1 0 0,0 0 0,0 0 0,0 0 0,0 0 0,0-1 0,0 1 0,-1 0 0,1-1 0,0 1 0,0-1 0,0 1 0,-1-1 0,1 0 0,0 0 0,0 1 0,-3-1 0,-3 1 0,0-1 0,0 0 0,0-1 0,0 1 0,-1-1 0,1-1 0,0 1 0,0-1 0,1-1 0,-1 1 0,0-1 0,1 0 0,0 0 0,-9-7 0,8 5 0,0 0 0,0 0 0,1-1 0,-1 0 0,2 0 0,-1 0 0,1-1 0,0 0 0,0 0 0,0 0 0,-6-15 0,10 18 0,0 1 0,0 0 0,0-1 0,0 0 0,0 1 0,1-1 0,0 1 0,-1-1 0,1 0 0,1 1 0,-1-1 0,0 0 0,1 1 0,0-1 0,0 1 0,0-1 0,2-3 0,-1 3 0,0 1 0,0-1 0,1 1 0,0 0 0,-1 0 0,1 0 0,0 0 0,1 0 0,-1 1 0,0 0 0,1-1 0,-1 1 0,1 0 0,0 1 0,4-2 0,8-3 0,0 2 0,1 0 0,-1 1 0,1 1 0,19-1 0,-22 2 0,11-4-1365,-15 2-5461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24575,'5'-10'0,"1"-1"0,1 1-8191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24575,'30'-17'0,"49"-26"0,-65 37 0,0 0 0,1 0 0,26-5 0,-38 10 0,0 1 0,1-1 0,-1 1 0,1 0 0,-1 0 0,0 0 0,1 1 0,-1-1 0,1 1 0,-1-1 0,0 1 0,1 0 0,-1 0 0,0 1 0,0-1 0,0 1 0,0 0 0,0-1 0,0 1 0,0 1 0,-1-1 0,1 0 0,-1 1 0,0-1 0,3 3 0,-3-1 0,1 1 0,-1-1 0,0 0 0,0 0 0,0 1 0,-1-1 0,1 1 0,-1 0 0,0-1 0,-1 1 0,1 0 0,-1 0 0,0-1 0,0 1 0,0 0 0,-1 0 0,-1 6 0,-2 1 0,0 1 0,-1-1 0,-1 0 0,0 0 0,-15 20 0,-3 8 0,23-38 0,0 0 0,0 0 0,0-1 0,1 1 0,-1 0 0,0 0 0,1 0 0,-1 0 0,1 0 0,0 0 0,0 0 0,0 0 0,0 0 0,0 0 0,0 0 0,0 0 0,2 4 0,-2-5 0,1 0 0,0 1 0,0-1 0,0 0 0,0 1 0,0-1 0,0 0 0,0 0 0,0 0 0,1 0 0,-1 0 0,0 0 0,1 0 0,-1 0 0,1-1 0,-1 1 0,1 0 0,-1-1 0,1 1 0,-1-1 0,1 0 0,2 1 0,15 0 0,-1 0 0,37-3 0,-9 0 0,-42 2-136,1 0-1,-1 0 1,1-1-1,0 0 1,-1 0-1,0 0 1,1 0-1,-1-1 0,5-2 1,1-2-6690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24575,'2'5'0,"4"4"0,3 3 0,3 2 0,1 1 0,2 1 0,0 0 0,0 0 0,1-1 0,-1 0 0,0-2 0,0-2 0,0-2 0,-2-2-8191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24575,'2'10'0,"4"9"0,3 3 0,3 0 0,1 0 0,-1-3 0,0-1 0,0-3 0,-1-3 0,-1 0 0,1 0 0,-2-2-8191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29 24575,'-31'-7'0,"-11"-3"0,-5 3 0,4 2 0,6 5 0,8 5 0,5 4 0,5 3 0,3 0 0,2 0 0,2 0 0,2 1 0,3-1-8191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24575,'15'28'0,"5"14"0,2 7 0,-1 0 0,-1-2 0,-1-3 0,-2-3 0,-1-4 0,-1-2 0,0-6 0,-1-5 0,-2-4 0,-1-2 0,-2-3 0,0-3 0,-4-7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24575,'-3'11'0,"-1"0"0,-8 16 0,7-18 0,1-1 0,1 1 0,0 0 0,-3 12 0,5-19 0,1 0 0,0 0 0,0 0 0,0 0 0,0 0 0,1 0 0,-1 0 0,0 0 0,1 0 0,-1 0 0,1 0 0,0 0 0,0-1 0,0 1 0,0 0 0,0 0 0,0-1 0,0 1 0,0-1 0,1 1 0,-1-1 0,1 1 0,-1-1 0,1 0 0,-1 0 0,1 0 0,3 2 0,4 2 0,1-1 0,-1-1 0,1 1 0,11 1 0,-14-3 0,17 3 0,0 0 0,1-2 0,0-1 0,0-1 0,-1 0 0,1-2 0,49-9 0,-59 7-1365,-2 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24575,'7'5'0,"0"1"0,-1-1 0,1 1 0,-1 0 0,0 1 0,-1-1 0,1 1 0,6 13 0,-7-13 0,-1-1 0,41 57 0,-38-55 0,0 0 0,0-1 0,1 1 0,0-1 0,10 6 0,-18-12 0,1-1 0,-1 1 0,1-1 0,-1 0 0,1 1 0,-1-1 0,1 0 0,-1 0 0,1 1 0,0-1 0,-1 0 0,1 0 0,-1 0 0,1 0 0,0 0 0,-1 0 0,1 0 0,-1 0 0,1 0 0,0 0 0,-1 0 0,1 0 0,0 0 0,-1-1 0,1 1 0,-1-1 0,1 1 0,-1-1 0,0 1 0,1-1 0,-1 1 0,0-1 0,0 1 0,1-1 0,-1 1 0,0-1 0,0 1 0,0-1 0,0 0 0,1 1 0,-1-1 0,0 0 0,-1-5 0,1 0 0,-1 0 0,-1-9 0,1 12 0,-8-35 0,5 25 0,1 0 0,1 0 0,0-1 0,-1-18 0,3 31 0,0 0 0,0 0 0,0 0 0,1 0 0,-1-1 0,0 1 0,0 0 0,1 0 0,-1 0 0,0 0 0,1 0 0,-1 0 0,1 0 0,0 0 0,-1 0 0,1 0 0,0 0 0,0 0 0,-1 0 0,1 0 0,0 0 0,0 1 0,0-1 0,0 0 0,0 1 0,0-1 0,0 1 0,0-1 0,0 1 0,0-1 0,1 1 0,-1 0 0,0 0 0,0-1 0,0 1 0,0 0 0,1 0 0,-1 0 0,0 0 0,0 1 0,0-1 0,2 0 0,5 2 0,-1-1 0,1 1 0,0 1 0,13 6 0,25 14 0,71 49 0,-112-69-105,0 0 0,0 1 0,0 0 0,-1 0 0,1 0 0,-1 0 0,0 1 0,-1 0 0,1 0 0,-1 0 0,0 0 0,4 9 0,-3-2-6721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1300 21 24575,'43'-20'0,"-64"25"0,-1 0 0,1-1 0,-29 2 0,-67-2 0,10-1 0,-204 3 0,74-4 0,27 23 0,78-6 0,31-5-1365,88-13-5461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1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23 24575,'-4'5'0,"1"-1"0,0 0 0,0 1 0,0-1 0,1 1 0,0 0 0,0-1 0,0 1 0,0 0 0,1 1 0,0-1 0,-1 9 0,0 0 0,1 0 0,1 0 0,3 22 0,-3-31 0,1 0 0,1 1 0,-1-1 0,1 0 0,0 0 0,0 0 0,0 0 0,1 0 0,0 0 0,0 0 0,0-1 0,6 6 0,-9-10 0,0 1 0,0-1 0,0 0 0,0 0 0,0 0 0,0 1 0,0-1 0,1 0 0,-1 0 0,0 0 0,0 0 0,0 1 0,1-1 0,-1 0 0,0 0 0,0 0 0,0 0 0,1 0 0,-1 0 0,0 0 0,0 1 0,1-1 0,-1 0 0,0 0 0,0 0 0,0 0 0,1 0 0,-1 0 0,0 0 0,0 0 0,1 0 0,-1 0 0,0-1 0,0 1 0,1 0 0,-1 0 0,0 0 0,0 0 0,0 0 0,1 0 0,-1-1 0,4-11 0,-4-16 0,-2 14 0,-1-1 0,-1 1 0,0 0 0,-1 0 0,-8-16 0,6 14 0,7 16 0,0 0 0,0 0 0,0 0 0,0 0 0,0 0 0,-1 0 0,1-1 0,0 1 0,0 0 0,0 0 0,0 0 0,0 0 0,0 0 0,0 0 0,0 0 0,0-1 0,0 1 0,0 0 0,0 0 0,0 0 0,0 0 0,0 0 0,0-1 0,0 1 0,0 0 0,0 0 0,0 0 0,0 0 0,0 0 0,0 0 0,0-1 0,0 1 0,0 0 0,0 0 0,0 0 0,0 0 0,1 0 0,-1 0 0,0 0 0,0-1 0,0 1 0,0 0 0,0 0 0,7 3 0,7 8 0,7 8 0,47 40 0,-56-50 0,0-1 0,1 0 0,0-1 0,16 7 0,-17-9 0,0-1 0,1 1 0,-1-2 0,1 0 0,0 0 0,0-1 0,0-1 0,0 0 0,19-2 0,-31 1 0,0 0 0,1-1 0,-1 1 0,0 0 0,0-1 0,1 1 0,-1-1 0,0 1 0,0-1 0,0 0 0,0 1 0,0-1 0,0 0 0,0 0 0,0 0 0,0 0 0,0 0 0,1-2 0,0 1 0,-1 0 0,0-1 0,0 1 0,0-1 0,0 1 0,-1-1 0,1 0 0,0-4 0,0-1 0,-1 0 0,-1 1 0,1-1 0,-1 0 0,-3-13 0,1 9-124,-1 0 0,-1-1 0,0 1 0,0 1 0,-1-1 0,-1 1-1,0 0 1,0 0 0,-1 1 0,-10-10 0,7 11-6702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2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95 24575,'0'0'0,"-4"-14"0,1 1 0,0-1 0,1 0 0,0-25 0,9 54 0,6 30 0,19 44 0,-16-46 0,14 52 0,-28-80 0,-2-13 0,0 0 0,0 1 0,0-1 0,1 1 0,-1-1 0,1 1 0,0-1 0,0 0 0,0 1 0,0-1 0,0 0 0,1 2 0,1-4 0,-3-5 0,-1-6 0,-9-28 0,0 0 0,-32-72 0,33 89 0,7 17 0,0-1 0,0 0 0,0 1 0,-1-11 0,14 36 0,-4-8 0,58 118 0,-59-119-170,0 1-1,-1 0 0,-1 0 1,0 0-1,0 0 0,-2 1 1,3 18-1,-5-18-6655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739 30 24575,'13'-3'0,"0"1"0,1 0 0,-1 0 0,1 1 0,-1 1 0,1 0 0,0 1 0,21 4 0,-50-2 0,-11-1 0,25-2 0,-296-2 0,0-17 0,291 18 0,-37-4 0,-1 2 0,-68 3 0,109 0-195,-1 1 0,0-1 0,1 1 0,-1 0 0,1 1 0,-5 1 0,-4 4-6631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38 133 24575,'-4'-16'0,"3"13"0,0-1 0,0 1 0,0-1 0,0 0 0,1 0 0,0 1 0,0-7 0,11 34 0,21 63 0,32 148 0,-57-191 0,-8-35 0,-6-30 0,-39-101 0,7 23 0,21 51 0,-12-42 0,30 89 0,0 0 0,-1 0 0,1 0 0,0 0 0,0 0 0,0 0 0,0 0 0,0 0 0,0 0 0,0 0 0,0 0 0,0-1 0,1 1 0,-1 1 0,0 0 0,0 0 0,0 0 0,0 0 0,1 0 0,-1 0 0,0 0 0,0 0 0,0-1 0,1 1 0,-1 0 0,0 0 0,0 0 0,0 0 0,1 0 0,-1 0 0,0 0 0,0 0 0,0 0 0,1 0 0,-1 0 0,0 0 0,0 1 0,0-1 0,1 0 0,-1 0 0,0 0 0,0 0 0,0 0 0,0 0 0,1 0 0,-1 0 0,0 1 0,0-1 0,22 21 0,-15-15 0,26 23 0,38 26 0,-30-24 0,-3-4 0,0-2 0,2-2 0,61 27 0,-71-38 0,31 9 0,-48-17 0,-1-1 0,1-1 0,0 0 0,0 0 0,19-2 0,-31 0 0,0 0 0,0 0 0,0 0 0,0 0 0,0 0 0,0 0 0,0 0 0,0-1 0,0 1 0,0-1 0,0 1 0,0 0 0,0-1 0,0 0 0,0 1 0,0-1 0,-1 1 0,1-1 0,0 0 0,0 0 0,-1 0 0,2-1 0,-1 1 0,-1-1 0,1 1 0,-1-1 0,0 1 0,0-1 0,1 1 0,-1-1 0,0 1 0,0-1 0,0 1 0,-1-1 0,1 1 0,0 0 0,-1-3 0,-2-4 0,0 0 0,-1 0 0,0 0 0,-6-10 0,-20-28 0,13 21 0,1-1 0,2 0 0,-21-51 0,29 60-341,1 0 0,1 0-1,-4-33 1,8 36-6485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 24575,'24'4'0,"-16"-2"0,0-1 0,0 0 0,0 0 0,10-1 0,-25-4 0,-9 1 0,-186 0 29,116 4-1423,72-1-5432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42 24575,'-8'-7'0,"-4"-3"0,-4 0 0,-1 2 0,0 3 0,0 4 0,-1 2 0,-2 2 0,2-1 0,-2 1 0,-3 1 0,-2 0 0,-2 0 0,-1-1 0,-4-2 0,2 1 0,2-2 0,7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24575,'0'0'0,"-1"0"0,1-1 0,0 1 0,0 0 0,0 0 0,0 0 0,-1 0 0,1-1 0,0 1 0,0 0 0,0 0 0,0 0 0,0-1 0,0 1 0,0 0 0,0 0 0,0 0 0,-1-1 0,1 1 0,0 0 0,0 0 0,0-1 0,0 1 0,0 0 0,0 0 0,0 0 0,1-1 0,-1 1 0,0 0 0,0 0 0,0-1 0,0 1 0,0 0 0,0 0 0,0 0 0,0-1 0,0 1 0,1 0 0,8 4 0,11 13 0,191 162 0,-157-144 0,111 53 0,-161-87 0,-1 1 0,0-1 0,0 1 0,0 0 0,0 0 0,0 0 0,0 1 0,0-1 0,0 1 0,2 3 0,-5-6-1,0 0 0,0 0-1,0 0 1,0 0-1,0 0 1,1 0 0,-1 0-1,0 0 1,0 0 0,0 0-1,0 0 1,0 0-1,0 1 1,0-1 0,0 0-1,0 0 1,0 0 0,0 0-1,0 0 1,0 0 0,0 0-1,0 0 1,0 1-1,0-1 1,0 0 0,0 0-1,0 0 1,0 0 0,0 0-1,0 0 1,0 0 0,0 0-1,0 0 1,0 1-1,0-1 1,0 0 0,0 0-1,0 0 1,0 0 0,0 0-1,0 0 1,0 0-1,0 0 1,0 0 0,0 0-1,-1 1 1,1-1 0,0 0-1,0 0 1,0 0 0,0 0-1,0 0 1,0 0-1,0 0 1,0 0 0,-1 0-1,-7-1 196,-10-6-1675,9 2-5345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55 24575,'-3'-5'0,"1"0"0,0 0 0,-1 0 0,0 0 0,0 0 0,-1 0 0,-3-4 0,6 8 0,0 0 0,0 0 0,0 1 0,0-1 0,0 0 0,0 0 0,0 1 0,0-1 0,0 1 0,0-1 0,-1 1 0,1-1 0,0 1 0,0 0 0,-1-1 0,1 1 0,0 0 0,0 0 0,-1 0 0,1 0 0,0 0 0,0 0 0,-1 0 0,1 1 0,0-1 0,0 0 0,-1 1 0,1-1 0,0 1 0,0-1 0,0 1 0,0 0 0,0-1 0,0 1 0,0 0 0,0 0 0,-1 1 0,-60 60 0,54-55 0,0 1 0,1 1 0,0 0 0,0 0 0,1 0 0,-7 14 0,1 3 0,-10 35 0,19-53-170,1 1-1,-2-1 0,1 0 1,-1 0-1,-1 0 0,1-1 1,-11 13-1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63 24575,'0'-3'0,"0"1"0,0 0 0,0-1 0,0 1 0,-1 0 0,1 0 0,-1-1 0,1 1 0,-1 0 0,0 0 0,0 0 0,0 0 0,0 0 0,0 0 0,-1 0 0,1 0 0,0 0 0,-1 0 0,0 1 0,1-1 0,-1 1 0,0-1 0,0 1 0,-3-2 0,0 1 0,0 0 0,0 0 0,0 1 0,-1-1 0,1 1 0,0 1 0,-1-1 0,1 1 0,-8 0 0,-11 1 0,0 1 0,-33 6 0,38-5 0,14-3 0,1 0 0,-1 1 0,0 0 0,1 0 0,-8 2 0,11-2 0,0-1 0,1 1 0,-1-1 0,0 1 0,0-1 0,0 1 0,0 0 0,1 0 0,-1-1 0,0 1 0,0 0 0,1 0 0,-1 0 0,1 0 0,-1-1 0,1 1 0,-1 0 0,1 0 0,0 0 0,-1 0 0,1 0 0,0 1 0,0-1 0,-1 0 0,1 0 0,0 0 0,0 0 0,0 0 0,1 1 0,1 10 0,0 0 0,1 0 0,8 20 0,0 0 0,42 126 0,8 30 0,-52-159 0,-2 1 0,-1 1 0,-2-1 0,1 54 0,-5-82 0,-1 0 0,1 1 0,0-1 0,0 0 0,0 0 0,1 0 0,-1 0 0,0 0 0,1 0 0,-1 0 0,1 0 0,0 0 0,0 0 0,0 0 0,0 0 0,0-1 0,0 1 0,0 0 0,1-1 0,-1 1 0,0-1 0,1 1 0,-1-1 0,1 1 0,0-1 0,-1 0 0,1 0 0,0 0 0,0 0 0,0 0 0,0 0 0,0-1 0,0 1 0,4 0 0,5 1 0,1 0 0,-1-1 0,1 0 0,-1-1 0,13-1 0,-16 0 0,1 0 0,-1 0 0,0-1 0,0 0 0,0 0 0,-1-1 0,15-7 0,-21 9-136,1 0-1,-1 0 1,1 0-1,-1-1 1,1 1-1,-1 0 1,0-1-1,0 1 0,2-4 1,1-3-6690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 24575,'-3'-12'0,"-1"-1"0,12 23 0,43 91 0,-9-15 0,-42-86 0,0 1 0,0-1 0,1 0 0,-1 0 0,0 0 0,0 1 0,0-1 0,0 0 0,0 0 0,0 0 0,0 1 0,0-1 0,0 0 0,1 0 0,-1 0 0,0 0 0,0 1 0,0-1 0,0 0 0,0 0 0,1 0 0,-1 0 0,0 0 0,0 1 0,0-1 0,1 0 0,-1 0 0,0 0 0,0 0 0,0 0 0,1 0 0,-1 0 0,0 0 0,0 0 0,1 0 0,-1 0 0,0 0 0,0 0 0,0 0 0,1 0 0,-1 0 0,3-11 0,-2-21 0,-1 30 0,-1-28 0,0 13 0,0-1 0,5-31 0,-4 45 0,1-1 0,0 1 0,0 0 0,0 0 0,0 0 0,1 0 0,0 0 0,0 1 0,0-1 0,0 0 0,0 1 0,1 0 0,-1-1 0,1 1 0,0 0 0,0 0 0,4-2 0,-4 3 0,1 0 0,-1 1 0,0-1 0,1 1 0,-1 0 0,1 0 0,0 0 0,-1 0 0,1 1 0,0-1 0,-1 1 0,1 0 0,0 0 0,0 0 0,-1 1 0,1-1 0,0 1 0,-1 0 0,1 0 0,3 2 0,7 3 0,0 0 0,-1 1 0,19 14 0,-19-13 0,-1 1 0,-1 0 0,0 1 0,0 0 0,-1 1 0,14 18 0,-23-28 0,0 1 0,0-1 0,0 1 0,0 0 0,-1-1 0,1 1 0,0 0 0,-1 0 0,1 0 0,-1-1 0,0 1 0,0 0 0,0 0 0,0 0 0,0 3 0,0-5 0,-1 1 0,1 0 0,0 0 0,-1 0 0,1 0 0,-1-1 0,1 1 0,-1 0 0,1 0 0,-1-1 0,1 1 0,-1 0 0,0-1 0,1 1 0,-1-1 0,0 1 0,0-1 0,1 1 0,-1-1 0,0 1 0,0-1 0,0 0 0,0 0 0,1 1 0,-1-1 0,0 0 0,0 0 0,0 0 0,0 0 0,0 0 0,0 0 0,0 0 0,-1 0 0,-11-2-1365,0 0-5461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24575,'10'-8'0,"1"1"0,0 1 0,0 0 0,0 1 0,0 0 0,1 0 0,18-4 0,-23 8 0,1 0 0,-1 0 0,0 1 0,0 0 0,0 0 0,1 0 0,-1 1 0,0 0 0,0 1 0,0 0 0,0 0 0,0 0 0,-1 1 0,10 4 0,-5-1 0,0 1 0,-1 0 0,0 0 0,-1 1 0,0 0 0,0 1 0,0 0 0,-1 0 0,-1 1 0,8 12 0,-12-17 0,-1 0 0,0 0 0,-1 0 0,1 0 0,-1 1 0,0-1 0,0 0 0,0 8 0,-3 46 0,0-24 0,2-20 0,-1 3 0,1 1 0,1-1 0,0 1 0,1-1 0,1 1 0,9 27 0,65 158 0,-73-194 0,0-3 0,-2 1 0,1-1 0,-1 1 0,0-1 0,2 9 0,-4-14 0,0-1 0,0 1 0,0-1 0,0 0 0,0 1 0,0-1 0,0 1 0,-1-1 0,1 0 0,0 1 0,-1-1 0,1 0 0,-1 1 0,0-1 0,1 0 0,-1 0 0,0 1 0,0-1 0,0 0 0,1 0 0,-1 0 0,0 0 0,0 0 0,-1 0 0,1-1 0,0 1 0,0 0 0,0 0 0,-1-1 0,1 1 0,0-1 0,0 1 0,-1-1 0,1 0 0,-2 1 0,-12 1 25,1 0-1,-1-2 0,1 0 0,-25-2 0,24 0-321,0 1 0,0 1 0,1 1-1,-23 2 1,25 1-6529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47 24575,'0'-12'0,"0"-2"0,-3 1 0,0 6 0,0 6 0,2 4 0,3 3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63 24575,'2'-15'0,"1"12"0,2 10 0,2 12 0,-1 1 0,-1-1 0,4 25 0,-4-17 0,9 27 0,34 72 0,2 5 0,-48-126 0,-1-3 0,-1 0 0,1 1 0,0-1 0,0 0 0,-1 0 0,0 0 0,1 1 0,-1-1 0,0 0 0,0 1 0,0-1 0,0 0 0,-1 4 0,1-6 0,0 0 0,-1 0 0,1 1 0,0-1 0,0 0 0,-1 0 0,1 0 0,0 1 0,-1-1 0,1 0 0,0 0 0,-1 0 0,1 0 0,0 0 0,-1 0 0,1 0 0,0 1 0,-1-1 0,1 0 0,0 0 0,-1 0 0,1 0 0,0-1 0,-1 1 0,1 0 0,0 0 0,-1 0 0,1 0 0,0 0 0,-1 0 0,1 0 0,0-1 0,-1 1 0,1 0 0,0 0 0,0 0 0,-1-1 0,1 1 0,0 0 0,-1-1 0,-11-10 0,12 11 0,-18-20 0,1-1 0,2-1 0,-16-26 0,-33-74 0,50 94 0,8 17 0,0 0 0,1 0 0,0-1 0,-3-11 0,7 19 0,0-1 0,0 1 0,1 0 0,-1 0 0,1 0 0,0-1 0,1 1 0,-1 0 0,1 0 0,0-1 0,0 1 0,2-7 0,2-3 0,1 0 0,1 0 0,14-24 0,-18 34 0,0 1 0,0-1 0,0 1 0,0 0 0,0 0 0,1 0 0,-1 0 0,1 0 0,0 1 0,0-1 0,0 1 0,0 0 0,0 0 0,1 1 0,-1-1 0,0 1 0,7-1 0,3 1 0,-1 0 0,0 1 0,1 0 0,-1 1 0,0 0 0,17 5 0,-23-5 0,0 1 0,1 1 0,-1-1 0,0 1 0,0 1 0,-1-1 0,1 1 0,-1 0 0,1 1 0,-1-1 0,-1 1 0,8 7 0,-11-10 0,-1 0 0,1 1 0,0-1 0,-1 0 0,1 1 0,-1-1 0,0 1 0,0-1 0,0 1 0,0-1 0,0 1 0,-1 0 0,1-1 0,-1 1 0,0 0 0,1 0 0,-1-1 0,0 1 0,-1 5 0,0-5 0,0 0 0,0-1 0,-1 1 0,1 0 0,0-1 0,-1 1 0,0-1 0,0 0 0,1 1 0,-1-1 0,0 0 0,-1 0 0,1 0 0,0-1 0,-1 1 0,1 0 0,-1-1 0,-4 3 0,-8 1 0,-1 0 0,0-1 0,0 0 0,0-1 0,-28 1 0,18-1 0,-158 4-1365,172-7-5461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1 371 24575,'30'-6'0,"62"-14"0,-79 16 0,-1 0 0,1-1 0,-1 0 0,0-1 0,11-8 0,-19 11 0,1-1 0,-1 0 0,-1 0 0,1 0 0,-1 0 0,0 0 0,1-1 0,-2 0 0,1 1 0,-1-1 0,1 0 0,-1 0 0,-1-1 0,1 1 0,-1 0 0,0 0 0,0-1 0,0 1 0,-1-11 0,0 9 0,0 0 0,-1 0 0,1-1 0,-2 1 0,1 0 0,-1 0 0,0 0 0,0 1 0,-1-1 0,0 0 0,0 1 0,0-1 0,-1 1 0,-7-9 0,5 9 0,0 0 0,0 0 0,-1 1 0,1 0 0,-1 0 0,-1 1 0,1 0 0,0 0 0,-1 1 0,0 0 0,0 0 0,0 0 0,0 1 0,0 1 0,-1-1 0,1 1 0,0 1 0,-1 0 0,-10 0 0,17 1 0,0-1 0,0 0 0,0 1 0,0-1 0,0 1 0,1-1 0,-1 1 0,0 0 0,0 0 0,1 0 0,-1 0 0,0 0 0,1 0 0,-1 1 0,1-1 0,0 0 0,-3 3 0,2-1 0,1 0 0,-1 0 0,1 0 0,0 0 0,-1 0 0,1 0 0,1 1 0,-1-1 0,0 5 0,0 4 0,1-1 0,0 1 0,1-1 0,5 23 0,-3-21 0,1 0 0,0-1 0,1 1 0,0-1 0,1 0 0,1 0 0,0-1 0,0 0 0,1 0 0,1-1 0,0 0 0,0 0 0,1-1 0,0 0 0,0-1 0,1 0 0,15 8 0,-16-10 0,0-1 0,0 0 0,1-1 0,-1 0 0,1 0 0,0-2 0,1 1 0,-1-1 0,0-1 0,1 0 0,-1 0 0,0-1 0,1-1 0,-1 0 0,0 0 0,1-2 0,-1 1 0,0-1 0,0-1 0,15-6 0,7-8 0,-22 11 0,1 1 0,18-7 0,-25 11 0,-1 1 0,1 0 0,0 0 0,0 0 0,-1 1 0,1-1 0,0 1 0,0 0 0,0 1 0,7 1 0,-5-1 0,-2 1 0,0-1 0,0 0 0,0-1 0,-1 1 0,6-1 0,-9 0 0,0 0 0,-1 0 0,1 0 0,0 0 0,-1 0 0,1-1 0,0 1 0,-1 0 0,1 0 0,0-1 0,-1 1 0,1 0 0,0-1 0,-1 1 0,1 0 0,-1-1 0,1 1 0,-1-1 0,1 1 0,-1-1 0,1 1 0,-1-1 0,0 0 0,1 1 0,-1-1 0,0 1 0,1-1 0,-1 0 0,0 1 0,0-1 0,0 0 0,1 1 0,-1-1 0,0 0 0,0 1 0,0-1 0,0 0 0,0 1 0,0-1 0,0 0 0,-1 0 0,1 0 0,-2-7 0,-1 0 0,0 0 0,0 0 0,0 1 0,-7-10 0,-2-7 0,-20-52 0,28 65 0,0-1 0,2 0 0,-1 0 0,-1-20 0,4 28 0,0 0 0,1 1 0,-1-1 0,0 1 0,1-1 0,0 1 0,0-1 0,0 1 0,1-1 0,-1 1 0,1 0 0,-1 0 0,1-1 0,4-3 0,-5 5 0,1 0 0,-1 1 0,1-1 0,0 0 0,0 1 0,0-1 0,0 1 0,0 0 0,0 0 0,0 0 0,1 0 0,-1 0 0,0 0 0,1 1 0,-1-1 0,0 1 0,1-1 0,-1 1 0,0 0 0,1 0 0,-1 0 0,4 1 0,8 2-1365,-1 0-5461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24575,'5'18'0,"4"10"0,1 4 0,1-2 0,1-1 0,1-2 0,1-4 0,0-3 0,1-3 0,0-1 0,-2-1 0,-4-6 0,-3-6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24575,'7'-2'0,"6"1"0,0 4 0,-3 3 0,-1 4 0,-2 2 0,0 2 0,-3-1-8191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 24575,'3'21'0,"-1"0"0,-1 0 0,0 1 0,-2-1 0,0 0 0,-7 32 0,8-50 0,-1 0 0,0 0 0,0 0 0,0 0 0,0 0 0,-1 0 0,1 0 0,-1 0 0,0 0 0,1-1 0,-1 1 0,-1-1 0,1 1 0,0-1 0,-5 4 0,4-5 0,1 0 0,-1 1 0,1-1 0,-1-1 0,0 1 0,1 0 0,-1 0 0,0-1 0,0 0 0,1 0 0,-1 1 0,0-2 0,0 1 0,0 0 0,1 0 0,-1-1 0,0 0 0,-4-1 0,-6-3 0,0 0 0,0 0 0,1-1 0,0-1 0,0 0 0,-19-16 0,26 19 0,1 0 0,-1 0 0,1-1 0,-1 0 0,1 1 0,0-2 0,1 1 0,0 0 0,-1-1 0,2 1 0,-1-1 0,1 0 0,-1 0 0,2 0 0,-1 0 0,-1-12 0,3 16 0,0 0 0,0 0 0,0 0 0,0 0 0,1 0 0,-1 0 0,0 0 0,1 0 0,0-1 0,-1 2 0,1-1 0,0 0 0,0 0 0,0 0 0,0 0 0,1 0 0,-1 1 0,0-1 0,3-1 0,-2 1 0,1 0 0,0 0 0,0 0 0,0 0 0,0 1 0,0 0 0,0-1 0,1 1 0,-1 0 0,0 1 0,4-2 0,2 2 0,-1-1 0,1 1 0,-1 0 0,1 0 0,-1 1 0,1 1 0,-1-1 0,15 6 0,8 7-1365,-18-7-5461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309 555 24575,'-34'-23'0,"-59"-37"0,73 49 0,1 1 0,-1 1 0,-22-7 0,39 15 0,0 0 0,0 0 0,0 0 0,0 1 0,0-1 0,0 1 0,0 0 0,-1 0 0,1 0 0,0 0 0,0 0 0,0 1 0,-6 1 0,7-1 0,0 0 0,0 1 0,0-1 0,0 0 0,0 1 0,1-1 0,-1 1 0,0 0 0,1 0 0,0-1 0,-1 1 0,1 0 0,0 0 0,0 0 0,0 0 0,0 1 0,0-1 0,1 0 0,-2 3 0,1 0 0,1 0 0,-1 0 0,1 1 0,0-1 0,0 0 0,1 0 0,-1 0 0,1 0 0,0 0 0,1 0 0,-1 0 0,1-1 0,0 1 0,0 0 0,0-1 0,1 1 0,3 4 0,1 1 0,0-1 0,0 0 0,1 0 0,1-1 0,-1 0 0,14 10 0,-15-13 0,1-1 0,0 1 0,0-1 0,0-1 0,0 0 0,1 0 0,-1 0 0,12 1 0,-14-3 0,0 0 0,0-1 0,0 0 0,0 0 0,0 0 0,0-1 0,0 1 0,0-1 0,0-1 0,0 1 0,0-1 0,0 0 0,5-3 0,-8 2 0,1 1 0,-1-1 0,0 0 0,0 0 0,0 0 0,0 0 0,-1 0 0,1-1 0,-1 1 0,0-1 0,0 1 0,0-1 0,0 0 0,-1 0 0,1 0 0,-1 0 0,0 0 0,0 0 0,-1 0 0,1-5 0,0-5 0,-1 0 0,0 0 0,-1 1 0,-5-28 0,-1 11 0,-2 0 0,-1 1 0,-16-35 0,-49-81 0,52 103 0,11 18 0,2 5 0,0 0 0,-1 1 0,-23-28 0,34 45 0,0 1 0,-1-1 0,1 1 0,0-1 0,-1 1 0,1-1 0,-1 1 0,1-1 0,0 1 0,-1 0 0,1-1 0,-1 1 0,0 0 0,1-1 0,-1 1 0,1 0 0,-1 0 0,1 0 0,-1-1 0,0 1 0,1 0 0,-2 0 0,2 0 0,0 1 0,-1-1 0,1 1 0,0-1 0,0 0 0,-1 1 0,1-1 0,0 1 0,0-1 0,0 1 0,-1-1 0,1 1 0,0-1 0,0 1 0,0-1 0,0 1 0,0-1 0,0 1 0,0-1 0,0 1 0,6 30 0,20 52 0,66 148 0,-90-227 0,46 86 0,-39-75 0,1 0 0,1-1 0,19 22 0,-26-33-227,0 0-1,0 1 1,0-1-1,0 0 1,5 2-1,4 0-6598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24575,'10'28'0,"4"11"0,-2 2 0,1-6 0,-2-7 0,-3-10 0,-3-9-8191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24575,'2'7'0,"2"6"0,-1 5 0,0 2 0,-2 0 0,1-1 0,-2-3-8191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30 24575,'-2'-2'0,"-5"-2"0,0-1 0,0 1 0,0 0 0,-11-3 0,17 6 0,0 1 0,0-1 0,-1 1 0,1 0 0,0-1 0,0 1 0,0 0 0,0 0 0,-1 0 0,1 0 0,0 0 0,0 0 0,0 0 0,-1 0 0,1 0 0,0 1 0,0-1 0,0 0 0,0 1 0,0-1 0,-1 1 0,1 0 0,0-1 0,0 1 0,0 0 0,0-1 0,1 1 0,-1 0 0,0 0 0,0 0 0,0 0 0,1 0 0,-1 0 0,0 0 0,1 0 0,-1 0 0,1 0 0,-1 2 0,-1 4 0,0 1 0,0 0 0,1 0 0,1 0 0,-1 0 0,1 0 0,0 1 0,3 10 0,-1-2 0,2 0 0,10 32 0,-10-40 0,0 1 0,1 0 0,0-1 0,1 0 0,-1 0 0,2 0 0,-1-1 0,14 13 0,-15-16 0,0-1 0,1 1 0,0-1 0,0 0 0,0-1 0,0 1 0,0-1 0,1-1 0,0 1 0,-1-1 0,1 0 0,0 0 0,13 0 0,14 0 0,64-5 0,-73-3-1365,-16 3-5461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24575,'-1'10'0,"1"-1"0,1 0 0,0 1 0,0-1 0,1 0 0,0 0 0,0 0 0,1 0 0,0 0 0,1 0 0,0-1 0,0 0 0,1 1 0,0-2 0,12 15 0,-4-4 0,-9-13 0,0 0 0,0 0 0,0 0 0,0-1 0,7 6 0,-11-10 1,0 0 0,1 0 0,-1 1 0,0-1 0,0 0 0,0 0 0,0 0 0,0 0 0,0 0 0,1 0 0,-1 0 0,0 0 0,0 0 0,0 0 0,0 0 0,0 0 0,1 0-1,-1 0 1,0 0 0,0 0 0,0 0 0,0 0 0,0 0 0,1 0 0,-1 0 0,0 0 0,0 0 0,0 0 0,0 0 0,0 0 0,1 0 0,-1 0 0,0-1 0,0 1 0,0 0 0,0 0 0,0 0 0,0 0 0,0 0-1,0 0 1,1 0 0,-1-1 0,0 1 0,0 0 0,0 0 0,0 0 0,0 0 0,0 0 0,0 0 0,0-1 0,0 1 0,0 0 0,0 0 0,0 0 0,0 0 0,0-1 0,0 1 0,0 0 0,0 0 0,0 0 0,0 0 0,-1-10-1426,-2 0-5401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24575,'3'-7'0,"0"-1"0,0 4 0,-3 6 0,-1 4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0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24575,'5'22'0,"2"0"0,13 29 0,-17-43 0,1 0 0,1-1 0,-1 1 0,1-1 0,0 0 0,1 0 0,0-1 0,0 0 0,9 8 0,-12-12 0,-1 0 0,1-1 0,-1 1 0,1-1 0,-1 1 0,1-1 0,0 0 0,0 0 0,0 0 0,0-1 0,0 1 0,0-1 0,0 1 0,0-1 0,0 0 0,0 0 0,4-1 0,-5 0 0,1 0 0,-1 0 0,1 0 0,-1 0 0,0 0 0,1 0 0,-1-1 0,0 1 0,0-1 0,0 0 0,0 0 0,0 1 0,-1-1 0,1 0 0,0-1 0,-1 1 0,1 0 0,-1 0 0,2-5 0,2-5 0,-1 0 0,-1 0 0,0 0 0,-1-1 0,2-18 0,-4 30 0,0 0 0,0 0 0,0 0 0,0 0 0,0 0 0,0 0 0,1 0 0,-1 0 0,0 0 0,1 0 0,-1 0 0,1 0 0,-1 0 0,1 0 0,-1 0 0,1 1 0,0-1 0,-1 0 0,1 0 0,0 1 0,0-1 0,-1 0 0,1 1 0,0-1 0,0 1 0,0-1 0,0 1 0,0-1 0,0 1 0,0 0 0,0-1 0,0 1 0,0 0 0,0 0 0,0 0 0,0 0 0,0-1 0,0 2 0,0-1 0,0 0 0,0 0 0,0 0 0,0 0 0,0 1 0,1 0 0,6 1 0,0 1 0,-1 1 0,1 0 0,10 7 0,-12-7 0,140 91 0,-57-36 0,-72-48-1365,-3-1-5461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25 24575,'-1'-3'0,"-3"-17"0,4 18 0,5 12 0,69 189 0,-44-126 0,43 76 0,-45-95 0,32 87 0,-58-147 80,-2-8-1525,0 2-5381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13 24575,'-8'-3'0,"-1"0"0,1 1 0,-1 1 0,1-1 0,-1 1 0,0 1 0,0 0 0,-9 1 0,14-1 0,0 1 0,0 0 0,0-1 0,0 2 0,0-1 0,1 0 0,-1 1 0,0 0 0,1 0 0,-1 0 0,1 0 0,0 0 0,0 1 0,0 0 0,0-1 0,0 1 0,1 0 0,-1 1 0,-4 5 0,4-3 0,1-1 0,-1 1 0,1-1 0,0 1 0,0 0 0,1 0 0,-1 0 0,0 9 0,2-13 0,0 0 0,0 0 0,0 0 0,0 0 0,0 0 0,1 0 0,-1 0 0,1 0 0,-1 0 0,1 0 0,0 0 0,0 0 0,0 0 0,0 0 0,0 0 0,0-1 0,0 1 0,1 0 0,-1-1 0,1 1 0,-1-1 0,1 1 0,-1-1 0,1 0 0,0 0 0,0 0 0,3 2 0,26 8 0,0-2 0,64 11 0,-6-1 0,-68-14-97,-10-3-156,0 1-1,0 0 0,0 1 1,18 8-1,-19-5-6572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56 24575,'-8'-6'0,"-7"-4"0,-26-16 0,37 24 0,0 0 0,0 0 0,0 1 0,-1-1 0,1 1 0,0 0 0,0 0 0,-1 1 0,1-1 0,-1 1 0,1 0 0,-7 0 0,9 1 0,0 0 0,0 0 0,0 0 0,1 0 0,-1 0 0,0 0 0,1 0 0,-1 0 0,0 1 0,1-1 0,0 0 0,-1 1 0,1 0 0,0-1 0,0 1 0,0 0 0,0-1 0,0 1 0,0 0 0,0 0 0,0 0 0,1 0 0,-1 0 0,1 0 0,-1 2 0,-1 8 0,1-1 0,-1 23 0,2-33 0,0 4 0,0 1 0,1 0 0,-1-1 0,1 1 0,0 0 0,0-1 0,1 1 0,0-1 0,0 0 0,0 1 0,0-1 0,1 0 0,0 0 0,0-1 0,0 1 0,1-1 0,0 1 0,0-1 0,0 0 0,0 0 0,0-1 0,1 1 0,0-1 0,6 3 0,5 2 0,2-1 0,-1-1 0,0 0 0,1-2 0,20 4 0,-35-8 0,0 1 0,0-1 0,0 0 0,0 0 0,1 0 0,-1 0 0,0 0 0,0-1 0,0 1 0,0-1 0,0 0 0,0 0 0,0 0 0,0-1 0,0 1 0,0 0 0,-1-1 0,1 0 0,0 0 0,3-3 0,-3 1 0,-1 1 0,1-1 0,-1 1 0,0-1 0,0 0 0,0 0 0,-1 0 0,1 0 0,-1 0 0,0 0 0,0 0 0,0 0 0,-1-1 0,0-7 0,-1-17 0,1 20 0,-1 0 0,2-13 0,-1 21 0,0 1 0,0 0 0,0 0 0,0 0 0,0 0 0,1 0 0,-1-1 0,0 1 0,0 0 0,0 0 0,0 0 0,0 0 0,0 0 0,0 0 0,0-1 0,1 1 0,-1 0 0,0 0 0,0 0 0,0 0 0,0 0 0,0 0 0,1 0 0,-1 0 0,0 0 0,0 0 0,0 0 0,0 0 0,1 0 0,-1 0 0,0 0 0,0 0 0,0 0 0,0 0 0,1 0 0,-1 0 0,0 0 0,0 0 0,0 0 0,0 0 0,0 0 0,1 0 0,-1 0 0,0 0 0,0 0 0,0 0 0,0 1 0,0-1 0,1 0 0,-1 0 0,0 0 0,0 0 0,0 0 0,0 0 0,0 1 0,9 7 0,-8-7 0,21 22 0,-6-6 0,30 24 0,-40-36 0,0-1 0,0 0 0,0-1 0,0 1 0,1-1 0,-1-1 0,1 1 0,0-1 0,12 2 0,-17-3 0,-1-1 0,1 0 0,-1 0 0,1 1 0,-1-1 0,1 0 0,-1-1 0,1 1 0,-1 0 0,1 0 0,-1-1 0,1 1 0,-1-1 0,1 1 0,-1-1 0,1 0 0,-1 1 0,0-1 0,1 0 0,-1 0 0,0 0 0,0 0 0,0 0 0,0 0 0,0-1 0,0 1 0,0 0 0,0 0 0,0-1 0,0 1 0,-1 0 0,1-1 0,-1 1 0,1-1 0,-1 1 0,1-3 0,0-6 0,1 0 0,-2 0 0,0 1 0,-1-19 0,0 10 0,1 17 0,1-19 0,-1 20 0,1-1 0,-1 1 0,0 0 0,0-1 0,0 1 0,0 0 0,1-1 0,-1 1 0,0 0 0,0-1 0,1 1 0,-1 0 0,0 0 0,1-1 0,-1 1 0,0 0 0,1 0 0,-1 0 0,0-1 0,1 1 0,-1 0 0,0 0 0,1 0 0,-1 0 0,1 0 0,-1 0 0,0 0 0,1 0 0,-1 0 0,0 0 0,1 0 0,-1 0 0,1 0 0,-1 0 0,0 0 0,1 0 0,-1 0 0,0 0 0,1 1 0,-1-1 0,1 0 0,-1 0 0,0 0 0,0 1 0,1-1 0,0 1 0,5 3 0,0 1 0,0 0 0,0 0 0,10 12 0,11 10 0,-8-11 0,30 23 0,-44-36 0,0 0 0,0 0 0,0 0 0,0-1 0,0 0 0,0 0 0,1 0 0,7 1 0,-11-3 0,-1 0 0,0 0 0,1 0 0,-1 0 0,1 0 0,-1-1 0,1 1 0,-1 0 0,0-1 0,1 1 0,-1-1 0,0 1 0,0-1 0,1 1 0,-1-1 0,0 0 0,0 0 0,0 0 0,0 0 0,0 0 0,0 0 0,0 0 0,0 0 0,0 0 0,0 0 0,0 0 0,-1-1 0,1 1 0,-1 0 0,1 0 0,0-3 0,1-4 0,0 0 0,0-1 0,-1 1 0,1-10 0,-1 8 0,-1 9 0,0 0 0,0 0 0,0 0 0,0-1 0,1 1 0,-1 0 0,0 0 0,1 0 0,-1 0 0,1 0 0,-1-1 0,1 1 0,0 0 0,-1 0 0,1 0 0,0 0 0,0 1 0,-1-1 0,2-1 0,-1 2 0,0-1 0,0 1 0,0-1 0,0 1 0,0 0 0,0 0 0,0 0 0,1 0 0,-1-1 0,0 1 0,0 0 0,0 1 0,0-1 0,0 0 0,0 0 0,0 0 0,1 1 0,6 2 0,-1 1 0,0-1 0,0 1 0,11 9 0,-10-7 0,16 11-88,-3-3-550,36 20-1,-42-27-6187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136 553 24575,'-8'-6'0,"1"1"0,-1-1 0,1 1 0,-1 0 0,-1 0 0,1 1 0,0 1 0,-18-6 0,25 8 0,0 1 0,-1 0 0,1 0 0,0-1 0,0 1 0,0 0 0,0 0 0,-1 0 0,1 1 0,0-1 0,0 0 0,0 0 0,-1 1 0,1-1 0,0 0 0,0 1 0,0-1 0,0 1 0,-1 0 0,1 0 0,1 0 0,-1-1 0,1 1 0,-1 0 0,1 0 0,-1-1 0,1 1 0,-1 0 0,1 0 0,0 0 0,0 0 0,-1 0 0,1 0 0,0-1 0,0 1 0,0 0 0,0 0 0,0 0 0,0 1 0,1 2 0,-1-1 0,1 1 0,0-1 0,0 1 0,1-1 0,-1 0 0,1 1 0,-1-1 0,1 0 0,4 5 0,-2-3 0,0-1 0,0 1 0,1-2 0,0 1 0,-1 0 0,1-1 0,0 0 0,1 0 0,-1 0 0,0-1 0,7 3 0,-9-4 0,0 0 0,1-1 0,-1 1 0,0-1 0,0 0 0,1 0 0,-1 0 0,0 0 0,0 0 0,0-1 0,1 1 0,-1-1 0,0 0 0,0 0 0,0 0 0,0-1 0,0 1 0,0-1 0,-1 1 0,1-1 0,0 0 0,2-3 0,-1 2 0,-1-1 0,1 0 0,-1 0 0,0 0 0,0 0 0,0 0 0,-1-1 0,1 0 0,-1 1 0,0-1 0,1-6 0,-1 2 0,0 1 0,-1-1 0,0 0 0,-1 0 0,0-17 0,-4-1 0,-1 0 0,-1 0 0,-10-30 0,-2 5 0,-3 1 0,-1 1 0,-3 1 0,-37-55 0,60 101 0,0 0 0,1 1 0,-1-1 0,-1 1 0,1 0 0,-5-4 0,7 5 0,0 1 0,0 0 0,-1 0 0,1 0 0,0 0 0,-1-1 0,1 1 0,0 0 0,0 0 0,-1 0 0,1 0 0,0 0 0,-1 0 0,1 0 0,0 0 0,-1 0 0,1 0 0,0 0 0,0 0 0,-1 0 0,1 0 0,0 0 0,-1 0 0,1 0 0,0 1 0,0-1 0,-1 0 0,1 0 0,-1 1 0,0 0 0,1 0 0,-1 0 0,1-1 0,0 1 0,-1 0 0,1 0 0,0 0 0,-1 0 0,1 0 0,0 0 0,0 0 0,0 0 0,0 1 0,-1 11 0,1 1 0,0-1 0,1 0 0,0 1 0,2-1 0,6 24 0,-2-17 0,0-1 0,1 0 0,21 33 0,-2-12 0,1-2 0,2-2 0,38 37 0,-51-56-114,-6-7-136,-1 0-1,0 1 1,-1 0 0,15 25 0,-17-24-6576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24575,'2'1'0,"-1"0"0,1 0 0,-1-1 0,1 1 0,-1 0 0,0 0 0,0 0 0,1 1 0,-1-1 0,0 0 0,0 0 0,0 1 0,0-1 0,-1 0 0,1 1 0,1 2 0,3 3 0,6 9 0,60 82 0,-52-73 0,-18-24 0,0 1 0,0-1 0,1 0 0,-1 1 0,1-1 0,-1 0 0,1 0 0,-1 0 0,1 0 0,0 0 0,-1 0 0,1 0 0,3 0 0,-5-1 0,1 0 0,0 0 0,-1 0 0,1-1 0,0 1 0,-1 0 0,1-1 0,-1 1 0,1 0 0,-1-1 0,1 1 0,-1-1 0,1 1 0,-1-1 0,1 1 0,-1-1 0,1 1 0,-1-1 0,0 1 0,1-1 0,-1 1 0,0-1 0,0 0 0,1 1 0,-1-1 0,0 0 0,0 1 0,0-1 0,0 0 0,0 1 0,0-1 0,0 0 0,2-27 0,-2 25 0,0-4 0,0-13 0,0 1 0,5-21 0,-5 35 0,1 0 0,0 0 0,1 0 0,-1 0 0,1 0 0,0 0 0,1 1 0,-1-1 0,1 1 0,-1 0 0,1 0 0,0 0 0,6-5 0,-7 7 0,0 1 0,1-1 0,-1 1 0,1-1 0,-1 1 0,1 0 0,0 0 0,0 0 0,-1 1 0,1-1 0,0 1 0,0-1 0,0 1 0,0 0 0,0 0 0,0 0 0,0 0 0,-1 1 0,1-1 0,0 1 0,4 1 0,6 3 0,-1 0 0,1 0 0,14 10 0,-23-13 0,17 10 0,0 1 0,-1 1 0,-1 1 0,0 0 0,-1 2 0,20 23 0,-35-36-195,0 0 0,0 0 0,-1 0 0,1 0 0,-1 1 0,2 4 0,-1 3-6631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24575,'0'10'0,"1"0"0,0 0 0,1 1 0,0-2 0,1 1 0,0 0 0,1 0 0,0-1 0,0 0 0,8 13 0,1-3 0,0 0 0,1-1 0,27 25 0,-36-37 0,1-1 0,0 0 0,1 0 0,-1 0 0,1-1 0,0 0 0,0 0 0,10 3 0,-14-6 0,0 0 0,0 0 0,0 0 0,0-1 0,0 1 0,0-1 0,1 0 0,-1 0 0,0 0 0,0 0 0,0-1 0,0 1 0,0-1 0,0 0 0,0 0 0,0 0 0,0 0 0,0 0 0,-1-1 0,1 1 0,0-1 0,-1 0 0,1 1 0,2-4 0,-2 2 0,0 0 0,0-1 0,0 1 0,-1-1 0,1 0 0,-1 0 0,0 0 0,0 0 0,0 0 0,0 0 0,1-9 0,-1 1 0,0-1 0,-1-23 0,0 7 0,-1 28 0,0 1 0,0-1 0,0 0 0,0 1 0,0-1 0,0 1 0,0-1 0,1 1 0,-1-1 0,0 0 0,0 1 0,0-1 0,1 1 0,-1-1 0,0 1 0,1-1 0,-1 1 0,0 0 0,1-1 0,-1 1 0,1-1 0,-1 1 0,1 0 0,0-1 0,0 0 0,0 1 0,0 0 0,0 0 0,0 0 0,0 0 0,0 0 0,0 0 0,0 0 0,0 0 0,0 0 0,0 0 0,0 1 0,1-1 0,6 3 0,-1 1 0,0-1 0,9 7 0,-5-4 0,0 0 0,1-1 0,1 0 0,-1-1 0,1 0 0,0-1 0,17 2 0,-24-4 0,-1-1 0,1 1 0,0-1 0,0 0 0,0-1 0,-1 1 0,1-1 0,0 0 0,-1-1 0,1 1 0,-1-1 0,1 0 0,-1-1 0,0 1 0,0-1 0,9-6 0,-13 7 0,1 0 0,0 1 0,-1-1 0,0 0 0,1 0 0,-1 0 0,0 0 0,0-1 0,0 1 0,-1 0 0,1 0 0,0 0 0,-1-1 0,1 1 0,-1 0 0,0-1 0,0 1 0,0 0 0,0-1 0,0 1 0,-1 0 0,1-1 0,-1 1 0,1 0 0,-1-1 0,0 1 0,0 0 0,-2-3 0,0-3 0,-1 1 0,-1-1 0,0 1 0,0 1 0,0-1 0,-11-10 0,-5-2-682,-25-18-1,33 27-6143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24575,'0'5'0,"0"5"0,0 2 0,2-1 0,1 1 0,3-2 0,0 0 0,2-2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24575,'15'5'0,"5"5"0,-1 2 0,-4 2 0,-4-1-8191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24575,'-5'33'0,"1"15"0,1 8 0,4-1 0,3-5 0,8-6 0,2-5 0,3-7 0,3-4 0,1-4 0,-2-4 0,0-2 0,-1-2 0,-5-2 0,0-2 0,-4-2 0,0-1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9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1 487 24575,'25'4'0,"34"6"0,87 4 0,-138-14 0,1 0 0,-1 0 0,0-1 0,1 0 0,-1-1 0,0 0 0,0 0 0,13-6 0,-16 6 0,-1-1 0,0 1 0,0-1 0,0 0 0,0 0 0,0 0 0,-1-1 0,0 1 0,1-1 0,-1 0 0,0 0 0,-1 0 0,1 0 0,-1-1 0,4-8 0,-1-2 0,-1 0 0,0 0 0,-1-1 0,-1 0 0,0 1 0,-1-1 0,-1 0 0,0 0 0,-5-26 0,-2 6 0,-1 1 0,-1 1 0,-18-40 0,26 71 0,-2-6 0,0 0 0,-1 1 0,0 0 0,-1-1 0,1 2 0,-10-12 0,14 19 0,0 0 0,0 0 0,0 0 0,0 0 0,0-1 0,0 1 0,0 0 0,0 0 0,0 0 0,-1 0 0,1 0 0,0 0 0,0 0 0,0 0 0,0 0 0,0 0 0,0 0 0,-1 0 0,1 0 0,0 0 0,0 0 0,0 0 0,0 0 0,0 0 0,0 0 0,-1 0 0,1 0 0,0 0 0,0 0 0,0 0 0,0 0 0,0 0 0,0 0 0,-1 0 0,1 0 0,0 0 0,0 0 0,0 0 0,0 0 0,0 0 0,0 0 0,0 1 0,-3 6 0,2 10 0,2 3 0,1-1 0,1 0 0,5 22 0,22 58 0,-16-55 0,6 25 0,4-1 0,47 95 0,-68-158 0,0 1 0,1-1 0,-1 0 0,1 0 0,0 0 0,0-1 0,8 7 0,-11-10 0,0 0 0,0-1 0,0 1 0,0 0 0,1-1 0,-1 1 0,0 0 0,0-1 0,1 0 0,-1 1 0,0-1 0,1 0 0,-1 1 0,0-1 0,1 0 0,-1 0 0,0 0 0,1 0 0,-1-1 0,0 1 0,1 0 0,-1 0 0,0-1 0,1 1 0,-1-1 0,0 1 0,0-1 0,1 0 0,-1 1 0,0-1 0,0 0 0,0 0 0,0 0 0,0 0 0,0 0 0,0 0 0,0 0 0,-1 0 0,2-2 0,2-3 0,0-1 0,0 1 0,-1-1 0,0 1 0,-1-1 0,1 0 0,2-13 0,5-53 0,-9 54 0,-1 18 0,0 0 0,0-1 0,1 1 0,-1 0 0,0-1 0,0 1 0,1 0 0,-1-1 0,1 1 0,-1 0 0,1-1 0,-1 1 0,1 0 0,0 0 0,0 0 0,-1 0 0,1 0 0,0 0 0,0 0 0,0 0 0,0 0 0,0 0 0,1 0 0,-1 0 0,0 1 0,2-2 0,-1 2 0,0 0 0,0 0 0,0 0 0,0 0 0,0 0 0,0 0 0,0 1 0,-1-1 0,1 1 0,0-1 0,0 1 0,0 0 0,0-1 0,-1 1 0,1 0 0,0 0 0,-1 1 0,2 0 0,145 117 0,-136-108-455,-1 0 0,17 21 0,-21-23-6371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20 207 24575,'162'368'0,"-107"-251"0,-85-162 0,-28-47 0,-58-124 0,109 200 0,1 0 0,1-1 0,-5-26 0,8 33 0,1-1 0,0 1 0,0 0 0,1-1 0,1 1 0,0-1 0,2-12 0,-2 20 0,0 0 0,0-1 0,0 1 0,0 0 0,1 0 0,-1 0 0,1 0 0,0 0 0,0 0 0,0 1 0,0-1 0,0 0 0,1 1 0,-1 0 0,1-1 0,-1 1 0,1 0 0,0 1 0,0-1 0,4-2 0,-3 3 0,1 0 0,-1-1 0,1 1 0,0 1 0,-1-1 0,1 1 0,0 0 0,0 0 0,-1 0 0,1 1 0,0-1 0,-1 1 0,1 0 0,4 2 0,18 8 0,-1 0 0,43 27 0,-68-37 0,8 4 0,-1 0 0,13 11 0,-19-14 0,0 0 0,0 0 0,0-1 0,0 1 0,-1 0 0,1 1 0,0-1 0,-1 0 0,0 0 0,0 1 0,0-1 0,0 0 0,0 1 0,0-1 0,0 4 0,-1-4 0,0-1 0,0 0 0,0 0 0,-1 0 0,1 1 0,-1-1 0,1 0 0,-1 0 0,1 0 0,-1 0 0,1 0 0,-1 0 0,0 0 0,0 0 0,1 0 0,-1 0 0,0 0 0,0 0 0,0-1 0,0 1 0,0 0 0,0-1 0,0 1 0,0-1 0,-1 1 0,1-1 0,0 1 0,0-1 0,-2 1 0,-4 0 0,0 1 0,0-1 0,-11 1 0,-104-2 0,66-1 0,256 10 0,-91-2 0,124-8 0,-226 0 0,0 1 0,1-1 0,-1 0 0,13-4 0,-18 4 0,0 1 0,-1-1 0,1 0 0,0 0 0,-1 0 0,1 0 0,-1 0 0,1 0 0,-1 0 0,0 0 0,0-1 0,1 1 0,-1 0 0,0-1 0,0 1 0,0-1 0,0 1 0,-1-1 0,1 0 0,0 1 0,-1-1 0,1 0 0,-1 0 0,1 1 0,-1-3 0,0-2 0,0-1 0,0 1 0,-1-1 0,0 1 0,0 0 0,-1-1 0,0 1 0,0 0 0,0 0 0,-1 0 0,1 0 0,-2 1 0,1-1 0,-8-10 0,3 6 0,-1 0 0,0 1 0,0 0 0,-1 0 0,0 1 0,-17-11 0,23 17 0,0-1 0,-1 1 0,1 0 0,-1 0 0,1 1 0,-1-1 0,0 1 0,1 0 0,-1 0 0,0 1 0,0-1 0,-5 1 0,8 0 0,0 1 0,0-1 0,0 1 0,0-1 0,0 1 0,0 0 0,0-1 0,0 1 0,0 0 0,0 0 0,1 1 0,-1-1 0,0 0 0,1 0 0,-1 1 0,1-1 0,-1 1 0,1 0 0,0-1 0,0 1 0,-1 0 0,1 0 0,1-1 0,-1 1 0,0 0 0,0 0 0,1 0 0,-1 0 0,1 0 0,-1 2 0,0 1 0,1 1 0,0-1 0,0 0 0,0 0 0,1 0 0,0 0 0,0 0 0,0 0 0,0 0 0,1 0 0,-1-1 0,1 1 0,1 0 0,-1-1 0,1 0 0,3 6 0,1-1 0,0 0 0,1-1 0,0 0 0,0 0 0,0 0 0,13 7 0,-10-7 0,0-1 0,1-1 0,0 1 0,0-2 0,0 0 0,1 0 0,0-1 0,0-1 0,0 0 0,0-1 0,23 1 0,-24-2 0,114-3 0,-114 1 0,0-1 0,-1 0 0,1 0 0,0-2 0,-1 1 0,1-1 0,-1-1 0,13-7 0,-18 8 0,0 0 0,-1 0 0,1-1 0,-1 1 0,0-1 0,0 0 0,5-8 0,-9 12 0,0-1 0,0 0 0,0 1 0,0-1 0,0 0 0,0 0 0,0 0 0,0 0 0,-1 0 0,1 0 0,-1 0 0,0-1 0,1 1 0,-1 0 0,0 0 0,0 0 0,0 0 0,-1 0 0,1 0 0,0 0 0,-1 0 0,0 0 0,1 0 0,-1 0 0,0 0 0,0 0 0,-2-3 0,-7-8 0,-15-15 0,17 21 0,1-1 0,0 0 0,1-1 0,-1 1 0,-6-14 0,13 21 0,-1 1 0,1-1 0,-1 0 0,1 0 0,-1 0 0,1 0 0,-1 0 0,1 0 0,0 0 0,0 0 0,-1 0 0,1-1 0,0 1 0,0 0 0,0 0 0,0 0 0,0 0 0,1 0 0,-1 0 0,0 0 0,0 0 0,1 0 0,-1 0 0,1 0 0,-1 0 0,1 0 0,-1 0 0,1 0 0,-1 0 0,1 0 0,0 1 0,-1-1 0,1 0 0,0 0 0,0 1 0,0-1 0,0 0 0,0 1 0,0-1 0,-1 1 0,1 0 0,0-1 0,1 1 0,-1-1 0,0 1 0,0 0 0,0 0 0,0 0 0,1 0 0,4-1 0,1 0 0,0 1 0,-1 0 0,1 0 0,-1 1 0,11 2 0,14 6-1365,-18-3-5461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24575,'5'20'0,"2"9"0,-1 2 0,2-1 0,2-4 0,-2-3 0,2-4 0,1-2 0,1-2 0,-2 0 0,1-3 0,-2-7 0,-3-5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24575,'2'8'0,"2"4"0,-1 4 0,0-2-8191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73 24575,'-4'-1'0,"1"0"0,-1 1 0,1-1 0,-1 1 0,0 0 0,1 0 0,-1 1 0,1-1 0,-1 1 0,1 0 0,-5 1 0,7-1 0,-1-1 0,1 1 0,-1 0 0,1 0 0,0 0 0,-1 0 0,1 0 0,0 0 0,0 0 0,0 1 0,0-1 0,0 0 0,0 1 0,0-1 0,0 0 0,1 1 0,-1-1 0,0 1 0,1-1 0,-1 1 0,1 0 0,0-1 0,-1 1 0,1-1 0,0 1 0,0 2 0,1 2 0,-1-1 0,1 1 0,0-1 0,0 0 0,1 1 0,-1-1 0,5 8 0,19 35 0,-18-36 0,-2-4 0,0 0 0,1 0 0,0 0 0,0 0 0,0-1 0,1 0 0,0-1 0,1 0 0,0 0 0,-1 0 0,2-1 0,16 8 0,-24-12 0,1 0 0,-1-1 0,1 1 0,0-1 0,-1 1 0,1-1 0,-1 0 0,1 0 0,0 0 0,-1 0 0,1 0 0,-1 0 0,1 0 0,0 0 0,-1-1 0,1 1 0,-1-1 0,1 1 0,2-2 0,-3 1 0,0 0 0,1 0 0,-1 0 0,0 0 0,0-1 0,0 1 0,0 0 0,-1-1 0,1 1 0,0-1 0,0 1 0,-1-1 0,1 1 0,-1-1 0,1 1 0,-1-3 0,1-3 0,-1 0 0,1 0 0,-2 0 0,1 1 0,-1-1 0,0 0 0,-3-13 0,-1 5 0,-1 0 0,0 1 0,-1 0 0,-1 0 0,0 0 0,0 1 0,-2 0 0,1 1 0,-2 0 0,0 0 0,0 2 0,-1-1 0,0 1 0,-1 1 0,-20-12 0,12 11-1365,4 3-5461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192 518 24575,'-12'2'0,"-7"2"0,-33 9 0,48-12 0,0 1 0,0-1 0,0 1 0,0 0 0,0 0 0,1 0 0,-1 1 0,1-1 0,0 1 0,0-1 0,0 1 0,0 0 0,0 1 0,-3 4 0,5-6 0,0 0 0,0 0 0,0 0 0,0 0 0,1 0 0,-1 1 0,1-1 0,-1 0 0,1 0 0,0 0 0,0 1 0,0-1 0,0 0 0,0 0 0,1 1 0,-1-1 0,1 0 0,0 3 0,0-2 0,1 1 0,0-1 0,0 1 0,0-1 0,1 0 0,-1 0 0,1 0 0,-1 0 0,6 5 0,-2-4 0,0 1 0,1-1 0,-1 0 0,1 0 0,-1-1 0,1 0 0,0 0 0,1 0 0,-1-1 0,11 2 0,-14-4 0,0 1 0,0-1 0,0 0 0,0 0 0,0 0 0,0-1 0,0 0 0,0 1 0,0-1 0,0-1 0,0 1 0,5-3 0,-7 3 0,0-1 0,0 0 0,1 0 0,-1 0 0,0 0 0,0 0 0,-1 0 0,1 0 0,0-1 0,-1 1 0,1-1 0,-1 1 0,0-1 0,0 1 0,0-1 0,0 0 0,0 0 0,0-3 0,2-14 0,-1 1 0,-1-1 0,-1 0 0,-1 0 0,0 1 0,-1-1 0,-2 1 0,-6-24 0,-3-1 0,-2 0 0,-30-58 0,11 39 0,-80-110 0,103 161 0,7 9 0,3 9 0,7 13 0,1 0 0,0 0 0,18 32 0,-8-18 0,35 70-455,5-2 0,113 152 0,-156-236-6371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160 340 24575,'-1'0'0,"0"0"0,0 0 0,0 1 0,-1-1 0,1 1 0,0-1 0,0 1 0,0-1 0,0 1 0,0-1 0,0 1 0,0 0 0,0 0 0,0-1 0,0 1 0,1 0 0,-1 0 0,0 0 0,1 0 0,-1 0 0,0 0 0,1 0 0,-1 0 0,1 1 0,-1-1 0,1 0 0,0 0 0,-1 2 0,0 0 0,0 1 0,1 0 0,-1 0 0,1 0 0,0 0 0,0 0 0,1 5 0,1 5 0,2-2 0,0 1 0,1 0 0,0-1 0,0 0 0,13 18 0,50 66 0,-51-74 0,45 56 0,-128-165 0,3-4 0,5-2 0,-51-108 0,102 186 0,-8-18 0,14 30 0,0 1 0,0-1 0,1 1 0,-1-1 0,0 0 0,1 1 0,0-1 0,0 0 0,0-4 0,0 7 0,0 0 0,0-1 0,0 1 0,0 0 0,0 0 0,0 0 0,0-1 0,0 1 0,1 0 0,-1 0 0,0-1 0,0 1 0,0 0 0,0 0 0,0 0 0,0 0 0,1-1 0,-1 1 0,0 0 0,0 0 0,0 0 0,1 0 0,-1 0 0,0-1 0,0 1 0,0 0 0,1 0 0,-1 0 0,0 0 0,0 0 0,1 0 0,-1 0 0,0 0 0,1 0 0,8 3 0,8 10 0,19 24 0,-8-9 0,33 27 0,45 22 0,117 62 0,-198-124 0,1-2 0,37 14 0,-47-22 0,1 0 0,-1 0 0,1-2 0,0 0 0,24 1 0,-39-4 0,0 0 0,0 0 0,0 0 0,0 0 0,0 0 0,0-1 0,0 1 0,0 0 0,0-1 0,0 0 0,0 1 0,0-1 0,-1 0 0,1 0 0,0 0 0,0 0 0,-1 0 0,1-1 0,0 1 0,-1 0 0,0-1 0,1 1 0,-1-1 0,0 0 0,1 1 0,-1-1 0,0 0 0,0 0 0,-1 0 0,1 0 0,0 1 0,-1-1 0,1 0 0,-1 0 0,1 0 0,-1 0 0,0-1 0,0 1 0,0 0 0,0 0 0,0 0 0,-1 0 0,1 0 0,-1-3 0,-2-6 0,0 0 0,-1 0 0,0 1 0,0-1 0,-1 1 0,-10-16 0,-46-56 0,24 33 0,37 49 0,-80-116 0,62 87 0,2-1 0,-15-36 0,13 28-1365,9 23-5461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0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79 181 24575,'21'-3'0,"53"-12"0,-68 13 0,1 0 0,-1 0 0,0-1 0,0 0 0,1 0 0,-2 0 0,1-1 0,8-6 0,-11 7 0,-1 0 0,1-1 0,-1 1 0,0 0 0,0-1 0,-1 1 0,1-1 0,-1 0 0,1 1 0,-1-1 0,0 0 0,-1 0 0,2-7 0,-2 8 0,0-1 0,0 1 0,0-1 0,0 1 0,0 0 0,-1-1 0,1 1 0,-1 0 0,0 0 0,0-1 0,0 1 0,0 0 0,-1 0 0,1 0 0,-1 0 0,-3-4 0,3 5 0,0 1 0,0-1 0,0 1 0,-1-1 0,1 1 0,0 0 0,-1 0 0,1 0 0,-1 0 0,1 1 0,-1-1 0,1 1 0,-1-1 0,-3 1 0,-42 1 0,28 1 0,13-2 0,1 0 0,-1 0 0,1 1 0,-1 0 0,1 1 0,0-1 0,-1 1 0,1 0 0,0 1 0,0 0 0,0 0 0,0 0 0,1 0 0,-1 1 0,1 0 0,0 0 0,0 1 0,0-1 0,-5 7 0,8-7 0,0 0 0,0 0 0,1 0 0,-1 1 0,1-1 0,0 0 0,0 0 0,0 1 0,0-1 0,1 1 0,0-1 0,0 0 0,0 1 0,1-1 0,0 5 0,1 4 0,1 0 0,1 0 0,8 21 0,-8-24 0,1 0 0,0-1 0,0 1 0,1-1 0,0-1 0,0 1 0,1-1 0,0 0 0,1 0 0,-1-1 0,2 0 0,-1-1 0,1 0 0,0 0 0,0 0 0,0-1 0,15 5 0,-6-4 0,1 0 0,0-1 0,0-1 0,0-1 0,0 0 0,0-2 0,0 0 0,38-4 0,-56 3-105,1 0 0,0-1 0,-1 1 0,1 0 0,0-1 0,-1 1 0,1-1 0,0 0 0,-1 0 0,1 1 0,-1-1 0,2-1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24575,'0'0'0,"0"-1"0,0 1 0,0 0 0,0-1 0,0 1 0,0 0 0,0-1 0,0 1 0,0-1 0,0 1 0,0 0 0,0-1 0,0 1 0,0 0 0,0 0 0,0-1 0,0 1 0,1 0 0,-1-1 0,0 1 0,0 0 0,0-1 0,1 1 0,-1 0 0,0 0 0,0 0 0,1-1 0,-1 1 0,0 0 0,1 0 0,-1-1 0,11 5 0,8 16 0,-9-1 0,0 1 0,-1 0 0,-1 1 0,8 34 0,12 30 0,64 110 0,-88-187 0,11 22 0,-15-28 0,1-1 0,-1 0 0,1 0 0,-1 1 0,0-1 0,1 0 0,-1 1 0,0-1 0,0 0 0,0 1 0,0-1 0,0 0 0,0 1 0,0-1 0,0 0 0,-1 1 0,1-1 0,-2 2 0,2-2 0,0-1 0,-1 1 0,1-1 0,-1 0 0,1 1 0,0-1 0,-1 0 0,1 0 0,-1 0 0,1 1 0,-1-1 0,1 0 0,-1 0 0,1 0 0,-1 0 0,0 0 0,1 0 0,-1 0 0,1 0 0,-1 0 0,1 0 0,-1 0 0,1 0 0,-1 0 0,1 0 0,-1 0 0,0-1 0,-16-7 0,14 6 0,-17-10 0,-34-27 0,12 8 0,33 24 0,1 1 0,-1-2 0,-12-14 0,18 19 0,0-1 0,0 0 0,0 1 0,1-1 0,-1 0 0,1-1 0,0 1 0,0 0 0,1-1 0,0 1 0,-2-7 0,3 9 0,0 1 0,0-1 0,0 0 0,0 1 0,0-1 0,0 1 0,1-1 0,-1 1 0,1-1 0,-1 0 0,1 1 0,0 0 0,-1-1 0,1 1 0,0-1 0,0 1 0,1-2 0,1 1 0,-1-1 0,1 1 0,0 0 0,-1 0 0,1 0 0,0 0 0,6-2 0,3 0 0,1 0 0,0 0 0,16-1 0,-25 4 0,10-1-120,35-9 374,-46 10-379,0 0 0,1 0 0,-1-1 0,0 1 0,0-1 0,0 0 0,0 1 0,0-2 1,-1 1-1,1 0 0,3-4 0,1-4-6701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24575,'0'-15'0,"0"-3"0,0 5 0,-3 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24575,'21'-15'0,"42"-22"0,-55 33 0,0 0 0,0 1 0,0 0 0,0 0 0,1 1 0,-1 0 0,1 1 0,0 0 0,11 0 0,-18 1 0,1 0 0,-1 0 0,0 1 0,1-1 0,-1 1 0,0 0 0,1-1 0,-1 1 0,0 0 0,0 0 0,0 0 0,0 1 0,0-1 0,0 0 0,0 1 0,0-1 0,0 1 0,-1 0 0,1 0 0,-1 0 0,1-1 0,-1 1 0,0 1 0,0-1 0,0 0 0,0 0 0,0 0 0,0 0 0,0 1 0,-1-1 0,1 0 0,-1 1 0,1 2 0,-1 2 0,0-1 0,0 0 0,0 0 0,-1 0 0,0 1 0,0-1 0,0 0 0,-1 0 0,0 0 0,0-1 0,-5 11 0,-9 11 0,-18 31 0,31-51 0,0 0 0,0 1 0,1-1 0,0 0 0,0 1 0,-1 11 0,3-18 0,0 0 0,0 0 0,0 0 0,0 0 0,0 0 0,0 0 0,1 0 0,-1 0 0,0 1 0,1-1 0,-1 0 0,0 0 0,1 0 0,-1 0 0,1 0 0,0-1 0,-1 1 0,1 0 0,0 0 0,0 0 0,-1 0 0,3 1 0,-1-1 0,0 0 0,1 0 0,-1 0 0,1 0 0,-1 0 0,0 0 0,1-1 0,0 1 0,3 0 0,4-1 0,-1 0 0,1-1 0,-1 0 0,15-3 0,-6 0-119,30-8 370,-43 11-438,0-1-1,-1 0 1,0 0 0,1 0 0,-1-1 0,0 1 0,7-7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24575,'1'5'0,"0"-1"0,1 1 0,-1-1 0,1 1 0,-1-1 0,1 0 0,1 0 0,2 5 0,2 4 0,0 2-170,1-1-1,0 0 0,1 0 1,0-1-1,1 0 0,0-1 1,19 18-1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24575,'10'13'0,"6"6"0,3 3 0,-3 0 0,0-4 0,-4-2 0,-1-4 0,-2-2 0,-1-2 0,-1 0 0,1-2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3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76 24575,'-30'-12'0,"-13"-5"0,-1 1 0,4 3 0,7 4 0,3 3 0,5 3 0,2 5 0,1 1 0,3 3 0,2 1 0,3-2-8191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24575,'2'13'0,"1"0"0,5 13 0,-1-1 0,31 100 0,-10-40 0,-15-42 0,31 116 0,-40-151-97,-3-18 283,-1-24-932,0 29 38,0-9-6118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24575,'-7'3'0,"1"1"0,-1 0 0,1 0 0,-1 1 0,-10 9 0,14-11 0,1 0 0,0 0 0,-1 0 0,1 1 0,1-1 0,-1 0 0,0 1 0,1 0 0,-1-1 0,1 1 0,0 0 0,0-1 0,0 9 0,1-8 0,-1 1 0,1-1 0,0 1 0,1-1 0,-1 1 0,1 0 0,0-1 0,2 9 0,-2-12 0,0 1 0,0-1 0,0 1 0,-1-1 0,1 1 0,1-1 0,-1 0 0,0 1 0,0-1 0,0 0 0,1 0 0,-1 0 0,0 0 0,1 0 0,-1 0 0,1 0 0,0-1 0,-1 1 0,1 0 0,-1-1 0,1 1 0,0-1 0,-1 0 0,1 0 0,0 0 0,2 1 0,5-2 0,-1 0 0,0-1 0,1 0 0,-1 0 0,0 0 0,0-1 0,-1 0 0,13-8 0,14-4 0,2 1-1365,-26 11-5461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14 24575,'4'-12'0,"-3"10"0,-3 7 0,-16 26 0,12-22 0,0 1 0,1-1 0,0 1 0,0 1 0,1-1 0,0 0 0,1 1 0,-3 20 0,4-17 0,2 0 0,-1 0 0,2 0 0,0 1 0,0-1 0,2 0 0,-1 0 0,2-1 0,0 1 0,0-1 0,2 0 0,-1 0 0,11 16 0,-6-12 0,2 0 0,0 0 0,26 27 0,-32-39 0,0 0 0,0 0 0,0 0 0,0-1 0,1 0 0,-1 0 0,1-1 0,0 0 0,0 0 0,1 0 0,-1-1 0,1 0 0,11 1 0,-17-2 17,1-1 0,0 0 1,0 0-1,-1 0 0,1-1 0,3 0 0,-5 1-72,0 0 0,0 0 0,-1-1 0,1 1 0,0 0 0,-1-1 0,1 1 0,0-1 0,-1 1 0,1-1 0,-1 1 0,1-1 0,-1 1 0,1-1 0,-1 1 0,1-1 0,-1 0 0,1 1 0,-1-1 0,0 0 0,1 1 0,-1-1 0,0 0 0,0 0 0,0 1 0,1-2 0,-1-8-6771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24575,'-1'0'0,"1"0"0,0 0 0,-1 0 0,1 0 0,0 0 0,-1 0 0,1 1 0,0-1 0,-1 0 0,1 0 0,0 0 0,-1 1 0,1-1 0,0 0 0,0 0 0,-1 1 0,1-1 0,0 0 0,0 1 0,0-1 0,-1 0 0,1 0 0,0 1 0,0-1 0,0 0 0,0 1 0,0-1 0,0 1 0,0-1 0,-1 0 0,1 1 0,0-1 0,0 0 0,0 1 0,1-1 0,-1 0 0,0 1 0,0-1 0,0 0 0,0 1 0,5 16 0,-5-16 0,4 10 0,1-1 0,0 0 0,0 0 0,1 0 0,1-1 0,7 10 0,49 48 0,-62-67 0,-1 1 0,1-1 0,-1 1 0,1 0 0,0-1 0,-1 0 0,1 1 0,-1-1 0,1 1 0,0-1 0,-1 0 0,1 1 0,0-1 0,0 0 0,-1 0 0,1 1 0,0-1 0,-1 0 0,1 0 0,0 0 0,1 0 0,-2 0 0,1-1 0,-1 1 0,1 0 0,-1-1 0,1 1 0,-1 0 0,1-1 0,-1 1 0,1-1 0,-1 1 0,0-1 0,1 1 0,-1-1 0,0 1 0,0-1 0,1 1 0,-1-1 0,0 1 0,0-1 0,1 0 0,-1-3 0,1 0 0,-1 0 0,1 0 0,-1 0 0,0 0 0,-2-8 0,-1-5 0,-1 1 0,2 0 0,-1 0 0,2 0 0,0-25 0,1 40 0,0 0 0,0 0 0,1 0 0,-1 0 0,0 0 0,0 0 0,0 0 0,1 0 0,-1 0 0,0 0 0,1 0 0,-1 0 0,1 0 0,-1 0 0,1 0 0,0 0 0,-1 0 0,1 1 0,0-1 0,0 0 0,0 0 0,0 1 0,0-1 0,0 1 0,0 0 0,0 0 0,0 0 0,0 0 0,0 0 0,0 0 0,0 0 0,0 0 0,0 0 0,-1 0 0,1 0 0,0 1 0,0-1 0,0 0 0,0 1 0,1 0 0,5 3 0,0 1 0,0 0 0,-1 0 0,8 8 0,-9-9 0,133 125 0,-124-114-1365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40 24575,'-1'-3'0,"0"0"0,-1 0 0,1 0 0,0-1 0,0 1 0,0 0 0,1-1 0,-1 1 0,1-4 0,0 7 0,0 0 0,0 0 0,0 0 0,0 0 0,0-1 0,0 1 0,0 0 0,0 0 0,0 0 0,0 0 0,0 0 0,0-1 0,0 1 0,0 0 0,0 0 0,0 0 0,1 0 0,-1 0 0,0 0 0,0 0 0,0-1 0,0 1 0,0 0 0,0 0 0,0 0 0,0 0 0,1 0 0,-1 0 0,0 0 0,0 0 0,0 0 0,0 0 0,0 0 0,0 0 0,1 0 0,-1 0 0,0 0 0,0 0 0,0 0 0,0 0 0,0 0 0,1 0 0,-1 0 0,0 0 0,0 0 0,0 0 0,0 0 0,0 0 0,0 0 0,1 0 0,-1 0 0,0 0 0,0 0 0,0 0 0,0 0 0,0 0 0,0 1 0,0-1 0,1 0 0,-1 0 0,0 0 0,0 0 0,0 0 0,0 0 0,0 1 0,8 7 0,0 5 0,0 1 0,-1 0 0,0 0 0,6 21 0,-6-15 0,19 34 0,-20-44 0,-2-4 0,0 0 0,-1 0 0,0 1 0,0-1 0,4 14 0,-7-20 2,0 0-1,0 0 0,0 0 1,1 0-1,-1 0 0,0 0 1,0 1-1,0-1 0,0 0 1,0 0-1,0 0 1,0 0-1,0 0 0,0 0 1,0 1-1,0-1 0,0 0 1,0 0-1,0 0 0,0 0 1,0 0-1,0 0 0,0 0 1,-1 1-1,1-1 1,0 0-1,0 0 0,0 0 1,0 0-1,0 0 0,0 0 1,0 0-1,0 0 0,0 1 1,0-1-1,0 0 0,-1 0 1,1 0-1,0 0 1,0 0-1,0 0 0,0 0 1,0 0-1,0 0 0,0 0 1,-1 0-1,1 0 0,0 0 1,0 0-1,0 0 0,0 0 1,0 0-1,0 0 1,-1 0-1,1 0 0,-6-3-1442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46 24575,'-30'-5'0,"-15"-2"0,-2 1 0,1-2 0,7 1 0,4 2 0,6 1 0,6 2 0,3 0 0,4 2 0,1 3 0,1 0 0,3 3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8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112 160 24575,'0'30'0,"1"62"0,1-79 0,-1-1 0,1 1 0,1 0 0,9 23 0,-11-32 0,0 0 0,1-1 0,0 1 0,0 0 0,0-1 0,0 0 0,1 0 0,-1 1 0,1-1 0,3 2 0,-6-5 0,0 1 0,1-1 0,-1 0 0,0 0 0,0 0 0,0 0 0,1 0 0,-1 0 0,0 0 0,0 1 0,1-1 0,-1 0 0,0 0 0,0 0 0,1 0 0,-1 0 0,0 0 0,0 0 0,1 0 0,-1 0 0,0 0 0,0-1 0,1 1 0,-1 0 0,0 0 0,0 0 0,0 0 0,1 0 0,-1 0 0,0 0 0,0-1 0,1 1 0,-1 0 0,0 0 0,0 0 0,0 0 0,0-1 0,0 1 0,1 0 0,-1 0 0,0-1 0,0 1 0,0 0 0,0 0 0,0 0 0,0-1 0,0 1 0,0 0 0,0 0 0,0-1 0,0 1 0,0 0 0,0 0 0,0-1 0,0 1 0,0 0 0,0 0 0,0-1 0,0 1 0,0-1 0,-2-17 0,-3 4 0,-1 0 0,0 0 0,0 1 0,-17-25 0,-11-22 0,7 2 0,-30-69 0,57 126 0,0 1 0,0-1 0,-1 1 0,1-1 0,0 1 0,0-1 0,0 1 0,0-1 0,0 1 0,-1-1 0,1 1 0,0-1 0,0 1 0,0-1 0,0 1 0,0-1 0,1 1 0,-1-1 0,0 1 0,0-1 0,0 1 0,1-1 0,-1 0 0,0 1 0,1 0 0,-1 0 0,1 0 0,-1 0 0,1 0 0,-1 0 0,0 0 0,1 0 0,-1 0 0,1 0 0,-1 0 0,0 0 0,1 1 0,-1-1 0,1 0 0,-1 0 0,0 0 0,1 0 0,-1 1 0,1-1 0,22 17 0,-22-16 0,90 80 0,6 5 0,-73-68 0,0 0 0,34 18 0,-53-33 0,1-1 0,-1 1 0,1-1 0,0-1 0,0 1 0,0-1 0,6 1 0,-10-1 0,-1-1 0,0 0 0,1 0 0,-1 0 0,0 0 0,0 0 0,1 0 0,-1 0 0,0-1 0,1 1 0,-1 0 0,0-1 0,0 1 0,1-1 0,-1 1 0,0-1 0,0 0 0,0 1 0,0-1 0,0 0 0,0 0 0,0 0 0,0 0 0,0 0 0,0 0 0,-1 0 0,1 0 0,0 0 0,-1 0 0,1 0 0,0 0 0,-1-1 0,0 1 0,1 0 0,-1 0 0,0-1 0,1 1 0,-1-2 0,0-3 0,0 1 0,0 0 0,-1-1 0,0 1 0,0 0 0,0 0 0,-1 0 0,-2-7 0,-21-40 0,10 24 0,10 17-98,-31-58 328,30 60-479,1 0-1,-1 1 1,0 0-1,-1 1 1,-11-11-1,9 11-6576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24575,'4'0'0,"-1"1"0,1 0 0,0 0 0,-1 0 0,1 0 0,-1 0 0,1 0 0,5 4 0,25 17 0,-1 2 0,37 25 0,-60-43 0,1 1 0,-1 1 0,-1 0 0,0 0 0,0 1 0,-1 0 0,0 1 0,0 0 0,11 19 0,-16-23 0,-1-1 0,1 1 0,-1-1 0,0 1 0,0 0 0,-1 0 0,0 0 0,0 0 0,0 0 0,-1 0 0,0 1 0,0-1 0,0 0 0,-1 0 0,0 0 0,0 0 0,-1 0 0,1 0 0,-1 0 0,-1-1 0,-4 10 0,-4 2-86,-1-1 0,0-1 0,-1 1-1,-1-2 1,-21 17 0,20-16-762,1-3-5978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27 24575,'2'-1'0,"27"-19"0,-28 19 0,1 1 0,-1-1 0,0 0 0,1 1 0,-1-1 0,1 1 0,-1-1 0,0 1 0,1 0 0,-1-1 0,1 1 0,-1 0 0,1 0 0,-1 0 0,1 0 0,-1 0 0,1 1 0,-1-1 0,3 1 0,-4-1 0,1 1 0,-1-1 0,0 0 0,0 0 0,1 1 0,-1-1 0,0 0 0,0 1 0,0-1 0,0 0 0,1 1 0,-1-1 0,0 0 0,0 1 0,0-1 0,0 0 0,0 1 0,0-1 0,0 0 0,0 1 0,0-1 0,0 0 0,0 1 0,0-1 0,0 0 0,0 1 0,0-1 0,-1 0 0,1 1 0,0-1 0,0 0 0,0 1 0,0-1 0,-1 1 0,-8 12 0,7-9 0,-35 46 0,-8 14 0,8-11 0,-5 10 0,13-11 0,14-23 0,-1-1 0,-23 29 0,13-20 0,15-22 0,0 0 0,-15 15 0,17-22-170,1 1-1,0-1 0,1 1 1,0 1-1,0-1 0,1 1 1,-9 21-1,11-19-6655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46 133 24575,'-4'22'0,"0"0"0,1 24 0,2-35 0,2 0 0,0 0 0,0 0 0,1-1 0,0 1 0,5 14 0,-2-10 0,-3-7 0,1 0 0,0 0 0,0-1 0,1 1 0,0-1 0,5 7 0,-18-45 0,-14-23 0,-12-31 0,32 76 0,0-1 0,1 0 0,0-1 0,1 1 0,0 0 0,0-16 0,1 26 0,0-1 0,0 1 0,0 0 0,0-1 0,0 1 0,0 0 0,0-1 0,0 1 0,0 0 0,0-1 0,0 1 0,0 0 0,0-1 0,0 1 0,0 0 0,0-1 0,1 1 0,-1 0 0,0-1 0,0 1 0,0 0 0,1-1 0,-1 1 0,0 0 0,0 0 0,1-1 0,-1 1 0,0 0 0,0 0 0,1-1 0,-1 1 0,0 0 0,1 0 0,-1 0 0,0 0 0,1 0 0,-1 0 0,0-1 0,1 1 0,-1 0 0,0 0 0,1 0 0,-1 0 0,1 0 0,-1 0 0,0 0 0,1 1 0,-1-1 0,0 0 0,1 0 0,-1 0 0,0 0 0,1 0 0,-1 0 0,0 1 0,1-1 0,-1 0 0,0 0 0,0 0 0,1 1 0,-1-1 0,0 0 0,0 1 0,1-1 0,23 24 0,-16-16 0,19 17 0,85 74 0,-92-84 0,0 0 0,2-1 0,40 20 0,-59-33 0,1 1 0,-1-1 0,0 0 0,1 0 0,-1 0 0,1-1 0,0 1 0,6 0 0,-9-2 0,1 1 0,-1 0 0,0 0 0,0-1 0,0 1 0,0 0 0,0-1 0,0 1 0,0-1 0,0 1 0,0-1 0,0 0 0,0 1 0,-1-1 0,1 0 0,0 0 0,0 0 0,-1 0 0,1 1 0,0-1 0,-1 0 0,1 0 0,-1 0 0,1 0 0,-1 0 0,1-1 0,-1 1 0,0 0 0,0 0 0,1 0 0,-1 0 0,0-2 0,1-13 14,0-1-1,0 1 0,-2-1 0,0 0 1,-1 1-1,-1 0 0,0-1 1,-9-24-1,5 21-225,-1 1 0,-1 1 0,0-1-1,-2 1 1,0 1 0,-20-24 0,18 25-6614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18 24575,'-15'-3'0,"-7"0"0,-6 0 0,0 0 0,3 2 0,2-1 0,3 2 0,2 0 0,2 0 0,1 0 0,1 0 0,2-3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48 24575,'-30'-10'0,"-12"-3"0,-2 0 0,4 5 0,6 4 0,10 5 0,8 3-8191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45 210 24575,'31'-20'0,"39"-27"0,-63 41 0,-1 1 0,1-2 0,-1 1 0,0-1 0,-1 1 0,1-2 0,4-8 0,-9 14 0,0 0 0,0 0 0,0 0 0,0 0 0,0 0 0,-1 0 0,1 0 0,-1 0 0,1 0 0,-1 0 0,0-1 0,0 1 0,0 0 0,0 0 0,0 0 0,0-1 0,-1 1 0,0-3 0,-1 3 0,1-1 0,0 1 0,0 0 0,-1 1 0,1-1 0,-1 0 0,0 0 0,0 1 0,1-1 0,-1 1 0,0-1 0,0 1 0,0 0 0,-1 0 0,1 0 0,-4-1 0,-2-1 0,0 1 0,0 0 0,0 1 0,0 0 0,0 0 0,-1 0 0,1 1 0,0 1 0,0-1 0,-1 1 0,1 1 0,-15 4 0,21-5 0,0 0 0,0 0 0,0 0 0,1 1 0,-1-1 0,0 1 0,1-1 0,-1 1 0,0 0 0,1 0 0,0 0 0,-1-1 0,1 1 0,0 0 0,-1 4 0,-1 2 0,0 0 0,-2 16 0,0-2 0,3-15 0,1 0 0,-1 0 0,1 0 0,0 0 0,1 0 0,0 0 0,0 0 0,1 0 0,-1 0 0,1 0 0,3 9 0,-2-11 0,0-1 0,0 0 0,0 1 0,0-1 0,0 0 0,1 0 0,0 0 0,0-1 0,0 1 0,0-1 0,1 1 0,-1-1 0,1 0 0,0-1 0,0 1 0,0 0 0,8 2 0,10 4 0,1-1 0,-1-2 0,1 0 0,41 4 0,-39-5 5,-20-4-201,0 1 0,0-1 1,0-1-1,1 1 0,-1-1 1,10 0-1,-6-2-6630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24575,'-2'1'0,"1"1"0,0 0 0,0 0 0,-1 1 0,1-1 0,0 0 0,1 0 0,-1 0 0,0 1 0,1-1 0,-1 0 0,1 1 0,0-1 0,-1 0 0,1 1 0,0-1 0,1 1 0,-1-1 0,1 4 0,1 5 0,1 0 0,7 18 0,-9-29 0,13 33 0,3 0 0,23 34 0,21 42 0,-60-105 0,1 0 0,0 0 0,-1 1 0,0-1 0,0 0 0,0 1 0,-1-1 0,0 0 0,1 7 0,-2-10 0,1 0 0,0 0 0,0 0 0,0 0 0,-1 0 0,1 0 0,0 0 0,-1 0 0,1 0 0,-1 0 0,1 0 0,-1-1 0,0 1 0,1 0 0,-1 0 0,0 0 0,-1 0 0,1 0 0,0 0 0,-1-1 0,1 1 0,0-1 0,0 1 0,-1-1 0,1 0 0,-1 0 0,1 0 0,0 0 0,-1 0 0,1 0 0,0 0 0,-1 0 0,1 0 0,-1 0 0,0-1 0,-7-2 0,1 0 0,-1-1 0,1 0 0,1 0 0,-1-1 0,0 0 0,1-1 0,0 1 0,0-1 0,1 0 0,0-1 0,0 0 0,0 0 0,1 0 0,-5-9 0,9 15 4,0-1-1,1 1 0,-1-1 0,1 1 1,-1-1-1,1 0 0,-1 1 0,1-1 1,0 0-1,0 1 0,0-1 0,0 0 1,0 0-1,0 1 0,0-1 0,1 0 1,-1 1-1,0-1 0,1 1 1,0-1-1,-1 0 0,1 1 0,0-1 1,0 1-1,0 0 0,1-3 0,4-2-150,-1 0-1,1 0 1,0 1-1,9-7 1,-6 6-569,2-3-6110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11 24575,'-2'-5'0,"-2"0"0,1 5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7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24575,'3'-8'0,"1"1"0,0 0 0,0 0 0,1 1 0,0-1 0,0 1 0,11-9 0,-14 13 0,1 0 0,-1 0 0,1 1 0,0-1 0,-1 1 0,1 0 0,0-1 0,0 1 0,0 1 0,0-1 0,0 0 0,0 1 0,0-1 0,0 1 0,1 0 0,-1 0 0,0 0 0,0 1 0,0-1 0,0 1 0,0-1 0,5 3 0,2 1 0,0 0 0,-1 0 0,0 1 0,0 0 0,0 1 0,-1 0 0,0 0 0,0 1 0,0 0 0,10 13 0,-15-16 0,0-1 0,-1 1 0,1 0 0,-1 0 0,0 0 0,0 0 0,0 0 0,-1 1 0,1-1 0,-1 1 0,0-1 0,0 1 0,-1-1 0,1 1 0,-1-1 0,0 1 0,0-1 0,-1 1 0,1-1 0,-1 1 0,0-1 0,0 1 0,-1-1 0,1 1 0,-5 7 0,1-4 0,0 0 0,-1-1 0,0 1 0,0-1 0,-1 0 0,0 0 0,0-1 0,-1 0 0,-13 8 0,9-3 0,12-11 0,0 1 0,0-1 0,0 0 0,0 0 0,0 1 0,0-1 0,-1 0 0,1 1 0,0-1 0,0 0 0,0 1 0,0-1 0,0 0 0,0 1 0,0-1 0,0 0 0,0 1 0,0-1 0,1 0 0,-1 0 0,0 1 0,0-1 0,0 0 0,0 1 0,0-1 0,1 1 0,1 0 0,-1 0 0,1 1 0,0-1 0,0 0 0,0 0 0,0 0 0,0 0 0,0-1 0,0 1 0,4 0 0,0 1-65,0 0 0,0-1 0,0 0 0,0 0 0,0-1 0,1 1 0,-1-1 0,0-1 0,0 1 0,0-1 0,1 0 0,-1 0 0,0-1 0,0 0 0,0 0 0,-1 0 0,1-1 0,0 0 0,-1 0 0,7-5 0,-3 1-6761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24575,'0'-5'0,"0"1"0,3 3 0,0 5 0,3 4 0,0 3 0,1 2 0,3 2 0,1-2 0,0-1 0,0 1 0,0-3 0,2 0 0,0 1 0,1-2 0,-2-2-8191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24575,'18'28'0,"8"11"0,-1 2 0,-1-7 0,-3-5 0,-2-7 0,-2-3 0,-1-3 0,-4-7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10 24575,'-32'-3'0,"-14"0"0,-2-1 0,6 4 0,7 2 0,7 0 0,5 2 0,5 1 0,2 0 0,2 0 0,1 1 0,2-2-8191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0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43 24575,'0'0'0,"-1"-1"0,0 1 0,1 0 0,-1 0 0,1 0 0,-1 0 0,0 1 0,1-1 0,-1 0 0,1 0 0,-1 0 0,0 0 0,1 1 0,-1-1 0,1 0 0,-1 0 0,1 1 0,-1-1 0,1 0 0,-1 1 0,1-1 0,-1 1 0,1-1 0,0 1 0,-1-1 0,0 2 0,1-1 0,0 0 0,0 0 0,0 0 0,0 0 0,0 0 0,0 0 0,0 0 0,0 0 0,0 0 0,0 0 0,1 0 0,-1 0 0,0 0 0,2 1 0,2 6 0,0 0 0,1-1 0,6 8 0,-6-9 0,8 14 0,-9-14 0,0 1 0,0-1 0,1 0 0,0 0 0,0-1 0,9 9 0,-14-14 0,1 0 0,-1 0 0,0 1 0,1-1 0,-1 0 0,0 0 0,1 0 0,-1 0 0,1 0 0,-1 1 0,0-1 0,1 0 0,-1 0 0,1 0 0,-1 0 0,1 0 0,-1 0 0,0 0 0,1 0 0,-1-1 0,1 1 0,-1 0 0,0 0 0,1 0 0,-1 0 0,1 0 0,-1-1 0,0 1 0,1 0 0,-1 0 0,0-1 0,1 1 0,-1 0 0,0-1 0,1 1 0,-1 0 0,0-1 0,0 1 0,1 0 0,-1-1 0,0 1 0,0 0 0,0-1 0,0 1 0,0-1 0,1 1 0,-1 0 0,0-1 0,0 0 0,5-28 0,-4 21 0,8-66 0,-7 55 0,-2 17 0,0 0 0,1 0 0,-1 1 0,0-1 0,1 0 0,-1 0 0,1 1 0,-1-1 0,1 0 0,0 1 0,0-1 0,0 1 0,0-1 0,0 1 0,0-1 0,0 1 0,0 0 0,1-1 0,-1 1 0,0 0 0,1 0 0,-1 0 0,1 0 0,-1 0 0,3 0 0,-1 0 0,0 0 0,0 1 0,0-1 0,0 1 0,0 0 0,0 0 0,0 0 0,0 0 0,0 1 0,0-1 0,0 1 0,0 0 0,0 0 0,3 1 0,15 9 0,0 0 0,-2 1 0,1 0 0,-1 2 0,-1 0 0,21 22 0,-37-34-62,0 0 0,0 0 0,-1 0 0,1 1 0,-1-1 0,1 0 0,-1 1 0,0-1 0,0 1 0,0-1 0,0 1 0,0-1-1,0 1 1,-1 0 0,1-1 0,-1 1 0,0 0 0,0 0 0,0-1 0,0 1 0,-1 4 0,-2 5-6764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1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24575,'2'6'0,"1"1"0,0-1 0,7 10 0,4 7 0,14 32 0,43 79 0,-47-91 0,22 62 0,-45-103-1365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27 24575,'0'-1'0,"0"0"0,0 0 0,0 0 0,0 0 0,0 0 0,-1 0 0,1 0 0,0 0 0,-1 0 0,1 0 0,0 0 0,-1 0 0,1 0 0,-1 0 0,0 0 0,1 1 0,-1-1 0,1 0 0,-1 0 0,0 1 0,-1-2 0,0 1 0,1 0 0,-1 0 0,0 1 0,1-1 0,-1 1 0,0-1 0,1 1 0,-1 0 0,0 0 0,0-1 0,-3 2 0,1-1 0,0 0 0,0 1 0,0 0 0,0 0 0,1 0 0,-1 0 0,0 0 0,0 1 0,1 0 0,-7 3 0,4 1 0,-1 0 0,1 0 0,-10 13 0,15-17 0,-1 0 0,1 0 0,-1 0 0,1 0 0,0 1 0,0-1 0,0 0 0,0 1 0,0-1 0,0 1 0,1-1 0,-1 1 0,1-1 0,0 1 0,0-1 0,0 1 0,0 3 0,1-5 0,-1 1 0,1-1 0,0 0 0,0 1 0,0-1 0,0 0 0,0 0 0,0 0 0,0 1 0,0-1 0,1-1 0,-1 1 0,0 0 0,0 0 0,1 0 0,-1-1 0,1 1 0,-1 0 0,2 0 0,34 7 0,-28-6 0,216 42 0,-213-41-1365,-2 1-5461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24575,'4'6'0,"1"-1"0,-1 1 0,0 0 0,-1 1 0,6 11 0,-5-10 0,0 0 0,8 13 0,0-4 0,-3-5 0,19 23 0,-26-33 0,0 0 0,1 0 0,-1 0 0,0 0 0,1 0 0,-1 0 0,1-1 0,0 1 0,-1-1 0,1 0 0,0 1 0,0-1 0,0-1 0,0 1 0,5 0 0,-7-1 0,1 0 0,-1 0 0,0 0 0,1 0 0,-1-1 0,1 1 0,-1 0 0,0-1 0,0 1 0,1-1 0,-1 0 0,0 1 0,0-1 0,0 0 0,0 0 0,0 0 0,0 0 0,0 0 0,0 0 0,0 0 0,0 0 0,0 0 0,0 0 0,-1-1 0,1 1 0,-1 0 0,1 0 0,-1-1 0,1 1 0,-1 0 0,0-1 0,1-1 0,0-6 0,0 1 0,0-1 0,-1 0 0,-1-9 0,1 8 0,-2-20 0,1 8 0,2-23 0,-1 44 0,0 0 0,0 0 0,0 1 0,0-1 0,0 0 0,1 0 0,-1 0 0,0 0 0,0 1 0,1-1 0,-1 0 0,0 0 0,1 0 0,-1 1 0,1-1 0,-1 0 0,1 1 0,-1-1 0,1 0 0,0 1 0,-1-1 0,1 0 0,0 1 0,-1-1 0,2 1 0,-1-1 0,0 1 0,1 0 0,-1 0 0,0 0 0,0 0 0,1 0 0,-1 0 0,0 0 0,0 1 0,1-1 0,-1 0 0,0 1 0,0-1 0,0 1 0,2 0 0,5 4 0,0 0 0,0 1 0,11 10 0,-16-13 0,18 15-117,57 53 368,-71-63-438,1 1-1,-2-1 1,1 1-1,-1 1 1,0-1 0,-1 1-1,5 13 1,-6-10-6639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3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1264 2 24575,'-52'-1'0,"4"0"0,-75 9 0,60-2 0,-102-4 0,17-1 0,-15 21 0,116-13 0,-1-3 0,-53 2 0,-185-9-1365,267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59 24575,'-1'-1'0,"0"1"0,1-1 0,-1 1 0,0 0 0,0-1 0,0 1 0,0 0 0,0 0 0,0-1 0,0 1 0,0 0 0,0 0 0,0 0 0,0 0 0,0 0 0,0 1 0,0-1 0,0 0 0,0 0 0,0 1 0,1-1 0,-1 0 0,-2 1 0,2 1 0,0-1 0,0 0 0,0 0 0,-1 0 0,1 1 0,0-1 0,1 0 0,-1 1 0,0-1 0,0 1 0,1-1 0,-2 4 0,1-1 0,0 1 0,0 0 0,0-1 0,1 1 0,0 0 0,-1-1 0,2 1 0,-1 0 0,1 5 0,3 1 0,0-1 0,0 0 0,0 0 0,2 0 0,-1 0 0,1-1 0,0 0 0,13 15 0,-19-24 0,1 0 0,-1 1 0,0-1 0,0 0 0,1 0 0,-1 1 0,0-1 0,0 0 0,1 0 0,-1 1 0,0-1 0,1 0 0,-1 0 0,0 0 0,0 1 0,1-1 0,-1 0 0,1 0 0,-1 0 0,0 0 0,1 0 0,-1 0 0,0 0 0,1 0 0,0 0 0,1-7 0,-6-14 0,-3 4 0,-17-32 0,15 31 0,-8-20 0,16 37 0,1 0 0,-1 0 0,1 0 0,0 1 0,0-1 0,-1 0 0,1 0 0,0 0 0,0 0 0,0 0 0,0 0 0,0 0 0,0 0 0,0 1 0,0-2 0,1 1 0,-1 1 0,0 0 0,0 0 0,0 0 0,1 0 0,-1-1 0,0 1 0,0 0 0,1 0 0,-1 0 0,0 0 0,1 0 0,-1 0 0,0 0 0,0 0 0,1 0 0,-1 0 0,0 0 0,0 0 0,1 0 0,-1 0 0,0 0 0,0 0 0,1 0 0,-1 0 0,0 0 0,0 1 0,1-1 0,-1 0 0,1 0 0,23 18 0,-7-5 0,1 1 0,0-2 0,1-1 0,24 12 0,-29-17 0,0-1 0,0 0 0,0-1 0,1-1 0,-1 0 0,1-1 0,18 0 0,-29-1 0,3-1 0,0 0 0,1 0 0,-1 0 0,0-1 0,14-3 0,-19 3 0,0 0 0,0 0 0,0 0 0,0 0 0,-1 0 0,1 0 0,0 0 0,-1-1 0,1 1 0,-1 0 0,1-1 0,-1 0 0,0 1 0,1-1 0,-1 0 0,0 0 0,0 1 0,0-1 0,-1 0 0,1 0 0,0 0 0,-1 0 0,1 0 0,-1 0 0,1-3 0,0-3 17,-1-1 0,1 0 1,-1 1-1,-1-1 0,0 0 0,-3-15 0,3 19-110,0 1 0,0 0 1,-1 0-1,1 0 0,-1 0 0,0 0 0,0 0 0,-1 1 1,1-1-1,-1 1 0,1-1 0,-1 1 0,0 0 1,-1 0-1,-4-4 0,-4 1-6733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5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19 255 24575,'16'-11'0,"1"0"0,0 1 0,1 1 0,0 0 0,31-9 0,7-4 0,-53 21 0,-1 0 0,1 0 0,-1-1 0,1 1 0,-1-1 0,0 1 0,0-1 0,0 0 0,0 0 0,0 0 0,0 0 0,0-1 0,0 1 0,-1 0 0,1-1 0,-1 1 0,0-1 0,0 1 0,0-1 0,0 0 0,0 1 0,0-6 0,0 5 0,-1 0 0,0-1 0,-1 1 0,1 0 0,0 0 0,-1 0 0,0-1 0,0 1 0,0 0 0,0 0 0,0 0 0,-1 0 0,1 0 0,-1 1 0,0-1 0,0 0 0,0 1 0,0-1 0,-3-2 0,-1-1 0,-1 1 0,0 0 0,1 1 0,-2-1 0,1 1 0,0 1 0,-1-1 0,0 1 0,0 0 0,0 1 0,-14-3 0,18 5 0,0-1 0,0 1 0,1 0 0,-1 0 0,0 0 0,0 0 0,0 0 0,0 1 0,1 0 0,-1 0 0,0 0 0,1 0 0,-1 1 0,1-1 0,-1 1 0,1 0 0,0 0 0,-1 0 0,1 0 0,0 1 0,1-1 0,-1 1 0,0 0 0,1 0 0,-1 0 0,1 0 0,-3 4 0,0 4 0,1 0 0,-1 0 0,2 1 0,0-1 0,0 1 0,1 0 0,0 0 0,1 0 0,0-1 0,1 1 0,1 0 0,0 0 0,3 17 0,-2-23 0,0 0 0,1 0 0,-1 0 0,1 0 0,0-1 0,0 0 0,1 1 0,0-1 0,0 0 0,0-1 0,0 1 0,1-1 0,0 0 0,0 0 0,0 0 0,0 0 0,11 4 0,4 2 0,1-1 0,0-1 0,38 10 0,-22-8-96,-3 0-538,63 8-1,-84-17-6191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6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24575,'179'380'0,"-173"-369"0,-1-4 0,-1 1 0,0-1 0,-1 1 0,1 0 0,2 12 0,-6-20 0,0 1 0,0-1 0,1 1 0,-1-1 0,0 1 0,0-1 0,0 1 0,0-1 0,0 1 0,0-1 0,0 1 0,0-1 0,0 1 0,0-1 0,-1 1 0,1-1 0,0 1 0,0-1 0,0 1 0,-1-1 0,1 1 0,0-1 0,0 1 0,-1-1 0,1 1 0,0-1 0,-1 0 0,1 1 0,-1-1 0,0 1 0,0-1 0,0 0 0,0 0 0,0 0 0,0 0 0,0 1 0,0-2 0,0 1 0,0 0 0,0 0 0,0 0 0,0 0 0,0-1 0,-1 1 0,-7-4 0,1 1 0,-13-9 0,16 10 0,-28-16 0,-7-3 0,-46-33 0,86 54 0,-1-1 0,0 1 0,0 0 0,1-1 0,-1 1 0,0-1 0,1 0 0,-1 1 0,1-1 0,-1 0 0,1 1 0,-1-1 0,1 0 0,-1 1 0,1-1 0,-1 0 0,1 0 0,0 0 0,0 1 0,-1-2 0,1 1 0,1 1 0,-1-1 0,0 1 0,0-1 0,1 1 0,-1-1 0,0 1 0,1 0 0,-1-1 0,0 1 0,1 0 0,-1-1 0,1 1 0,-1 0 0,1-1 0,-1 1 0,0 0 0,1 0 0,-1 0 0,1-1 0,-1 1 0,1 0 0,0 0 0,6-1 0,-1-1 0,0 2 0,12-1 0,-2 1-1365,-2 1-5461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24575,'2'-5'0,"2"1"0,-1 4 0,0 4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11 120 24575,'-2'-4'0,"1"1"0,-1-1 0,1 1 0,0-1 0,0 0 0,0 1 0,1-1 0,-1 0 0,1 1 0,0-1 0,0 0 0,0 0 0,0 0 0,2-5 0,-1 6 0,0 0 0,0 1 0,0-1 0,0 0 0,1 1 0,-1-1 0,1 1 0,0 0 0,-1-1 0,1 1 0,1 0 0,-1 0 0,0 0 0,0 0 0,1 0 0,-1 1 0,1-1 0,4-1 0,0 0 0,1 0 0,-1 1 0,1 0 0,-1 0 0,1 1 0,0 0 0,-1 1 0,1-1 0,0 2 0,0-1 0,-1 1 0,10 1 0,-14-1 0,1 0 0,-1 0 0,1 0 0,-1 0 0,0 0 0,0 1 0,1-1 0,-1 1 0,0 0 0,0 0 0,-1 0 0,1 0 0,0 0 0,-1 1 0,1-1 0,-1 1 0,0 0 0,0 0 0,0 0 0,0 0 0,0 0 0,-1 0 0,1 0 0,-1 1 0,0-1 0,0 0 0,0 1 0,0 4 0,0 1 0,-1 0 0,0 0 0,-1 1 0,0-1 0,0 0 0,-1 0 0,-5 17 0,-3-1 0,-18 32 0,14-28 0,14-29 0,-1 1 0,1 0 0,0-1 0,0 1 0,-1-1 0,1 1 0,0 0 0,0-1 0,0 1 0,0 0 0,0 0 0,0-1 0,0 1 0,0 0 0,0-1 0,0 1 0,0 0 0,0-1 0,0 1 0,1 0 0,-1-1 0,0 1 0,0-1 0,1 1 0,0 0 0,0 1 0,0-1 0,0 0 0,0 0 0,1 0 0,-1 0 0,0-1 0,1 1 0,-1 0 0,0-1 0,4 2 0,2 0 0,0 0 0,0-1 0,14 1 0,60-2-121,-56 0-1123,-12 0-5582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0,3 0 0,0 0 0,0 1 0,3-1 0,-1-1 0,2-2 0,-1 1 0,2-2 0,1 1 0,3-1 0,1-2 0,0-1 0,0-3-8191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2 0,0-4 0,1-4 0,1-4 0,-3-2 0,-1-4 0,-2-2 0,0-3 0,1-2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15 24575,'-30'-2'0,"-15"-2"0,-3 1 0,5 1 0,5 0 0,5 1 0,7 3 0,5 1 0,3 2 0,3 1 0,1 2 0,1-1 0,1-1-8191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24575,'8'20'0,"4"12"0,4 5 0,0 2 0,1-1 0,0-2 0,0-2 0,-1-2 0,-4-4 0,0-1 0,0-3 0,-2-4 0,-1-1 0,-1-3 0,0-3 0,-1-7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24575,'-19'17'0,"10"-10"0,1 1 0,-13 14 0,20-20 0,-1 1 0,0-1 0,1 0 0,0 0 0,0 0 0,-1 1 0,1-1 0,0 1 0,1-1 0,-1 1 0,0-1 0,1 1 0,0 0 0,-1-1 0,1 1 0,1 4 0,-1-4 0,1-1 0,0 0 0,0 0 0,0 0 0,0 0 0,0 0 0,0 0 0,1 0 0,-1 0 0,1 0 0,-1 0 0,1-1 0,0 1 0,0-1 0,0 1 0,0-1 0,0 0 0,0 1 0,0-1 0,0 0 0,0-1 0,0 1 0,4 1 0,4 0 0,-1 0 0,0 0 0,1 0 0,14-1 0,-3 0-120,45-1 372,-60-1-418,0 1 0,0-1-1,-1 0 1,1-1 0,0 1-1,-1-1 1,1 0-1,8-5 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72 24575,'0'0'0,"-1"32"0,2 1 0,1-1 0,2 0 0,7 35 0,21 27 0,-100-218 0,66 119 0,-26-58 0,25 55 0,1 1 0,0-1 0,1 1 0,-1-1 0,1 0 0,1-13 0,0 20 0,-1 0 0,1 0 0,0 0 0,0 0 0,0 0 0,0 1 0,0-1 0,1 0 0,-1 0 0,0 0 0,0 0 0,0 1 0,1-1 0,-1 0 0,1 0 0,-1 0 0,0 1 0,1-1 0,-1 0 0,1 1 0,0-1 0,-1 0 0,1 1 0,-1-1 0,1 1 0,0-1 0,-1 1 0,1-1 0,0 1 0,0 0 0,0-1 0,-1 1 0,1 0 0,0-1 0,0 1 0,0 0 0,-1 0 0,1 0 0,0 0 0,0 0 0,0 0 0,0 0 0,0 0 0,-1 0 0,1 0 0,0 1 0,0-1 0,0 0 0,-1 0 0,3 1 0,3 2 0,1 0 0,-1 1 0,0-1 0,9 8 0,53 41 0,48 33 0,-91-69 0,0 0 0,50 20 0,-70-34 0,1 0 0,-1 0 0,1 0 0,0-1 0,-1 0 0,1 0 0,0-1 0,0 1 0,5-1 0,-9-1 0,0 1 0,-1 0 0,1-1 0,0 1 0,-1-1 0,1 1 0,-1-1 0,1 0 0,-1 0 0,1 0 0,-1 0 0,0 0 0,1 0 0,-1 0 0,0 0 0,0 0 0,1 0 0,-1-1 0,0 1 0,-1-1 0,1 1 0,0-1 0,0 1 0,0-1 0,-1 1 0,1-1 0,-1 0 0,0 1 0,1-1 0,-1 0 0,0 1 0,0-1 0,0 0 0,0-2 0,0-6 0,-1 0 0,0 0 0,0 0 0,-1 0 0,-6-17 0,-22-50 0,19 51 0,5 12-120,-13-29 373,17 39-419,0 1-1,-1-1 1,1 0-1,-1 1 1,0 0-1,0 0 1,0 0-1,-5-4 1,-2 1-6660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1300 0 24575,'-40'11'0,"18"-4"0,-36 5 0,-94 15 0,-35 3 0,-522 45 0,658-68 75,-17 1-1515,55-7-5386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4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41 24575,'0'-1'0,"-1"1"0,0 0 0,1-1 0,-1 1 0,0 0 0,1 0 0,-1-1 0,0 1 0,1 0 0,-1 0 0,0 0 0,0 0 0,1 0 0,-1 0 0,0 0 0,1 0 0,-1 0 0,0 0 0,1 1 0,-1-1 0,0 0 0,1 0 0,-1 1 0,-1 0 0,1 0 0,0-1 0,1 1 0,-1 0 0,0 0 0,0 0 0,1 0 0,-1 1 0,1-1 0,-1 0 0,1 0 0,-1 0 0,1 0 0,-1 2 0,0 2 0,1 0 0,-1-1 0,1 1 0,0 0 0,0 0 0,1 7 0,1-4 0,1 1 0,0 0 0,1-1 0,0 0 0,0 0 0,0 0 0,1 0 0,0-1 0,1 0 0,0 0 0,9 9 0,-15-16 0,0 0 0,0 1 0,0-1 0,1 0 0,-1 1 0,0-1 0,0 0 0,0 0 0,1 0 0,-1 1 0,0-1 0,0 0 0,1 0 0,-1 0 0,0 1 0,0-1 0,1 0 0,-1 0 0,0 0 0,0 0 0,1 0 0,-1 0 0,0 0 0,1 1 0,-1-1 0,0 0 0,1 0 0,-1 0 0,1 0 0,-3-9 0,-9-14 0,-22-28 0,23 36 0,0 0 0,-15-32 0,25 47 0,0-1 0,0 1 0,-1-1 0,1 1 0,0 0 0,0-1 0,0 1 0,0-1 0,-1 1 0,1-1 0,0 1 0,0-1 0,0 1 0,0-1 0,0 1 0,0-1 0,0 1 0,1-1 0,-1 1 0,0 0 0,0-1 0,0 1 0,0-1 0,1 0 0,-1 1 0,1 0 0,-1 0 0,0 0 0,1-1 0,-1 1 0,1 0 0,-1 0 0,1 0 0,-1 0 0,1 0 0,-1 0 0,0 0 0,1 0 0,-1 0 0,1 0 0,-1 0 0,1 0 0,-1 0 0,1 1 0,22 9 0,37 34 0,-41-28 0,1-1 0,41 23 0,35 3 0,-83-36 0,1-1 0,-1-1 0,1 0 0,0-1 0,19 1 0,-32-3 0,1 0 0,-1 0 0,0 0 0,1 0 0,-1 0 0,0 0 0,1-1 0,-1 1 0,0 0 0,0-1 0,1 0 0,-1 1 0,0-1 0,0 1 0,0-1 0,0 0 0,0 0 0,0 0 0,0 0 0,0 0 0,1-1 0,-1 0 0,1 0 0,-1-1 0,0 1 0,-1 0 0,1-1 0,0 1 0,-1 0 0,1-1 0,-1 1 0,1-6 0,-2-2 0,0 0 0,0 0 0,0 0 0,-6-16 0,6 20-72,-1-1 1,-1 1-1,1-1 0,-1 1 0,0 0 0,-1 0 0,0 0 0,1 1 1,-2-1-1,1 1 0,-1 0 0,0 0 0,0 0 0,0 1 0,0 0 1,-1 0-1,0 0 0,-6-2 0,0 0-6754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2878 1 24575,'1'0'0,"0"1"0,0-1 0,0 1 0,0-1 0,0 1 0,0-1 0,-1 1 0,1 0 0,0-1 0,0 1 0,-1 0 0,1 0 0,0 0 0,-1-1 0,1 1 0,-1 0 0,2 2 0,7 17 0,-5-9 0,-1 0 0,0 1 0,-1 0 0,2 14 0,-4-19 0,0 0 0,0-1 0,-1 1 0,0-1 0,0 1 0,-1-1 0,1 0 0,-2 1 0,-2 7 0,-1-2 0,1-1 0,-12 17 0,14-25 0,1 0 0,-1 1 0,0-1 0,0 0 0,0-1 0,0 1 0,0 0 0,-1-1 0,1 0 0,-1 0 0,-7 3 0,-21 5 0,0-2 0,-59 7 0,-15 3 0,78-13 0,-33 3 0,9-3 0,-4 0 0,-100-3 0,78-3 0,-641 1 0,694 0 0,-1 2 0,1 1 0,-38 9 0,59-11 0,0 0 0,0 0 0,0 1 0,0 0 0,0 0 0,0 0 0,1 0 0,-1 1 0,1-1 0,0 1 0,-4 3 0,7-5 0,-1 0 0,0 0 0,0 0 0,0 0 0,1 0 0,-1 0 0,1 1 0,-1-1 0,1 0 0,-1 0 0,1 1 0,0-1 0,-1 0 0,1 0 0,0 1 0,0-1 0,0 0 0,0 1 0,0-1 0,0 0 0,1 0 0,-1 1 0,0-1 0,1 0 0,-1 0 0,1 1 0,-1-1 0,1 0 0,-1 0 0,1 0 0,0 0 0,0 0 0,-1 0 0,1 0 0,0 0 0,0 0 0,0 0 0,0 0 0,2 1 0,1 1 0,0 0 0,0 0 0,1-1 0,-1 1 0,1-1 0,-1 0 0,1 0 0,0 0 0,0-1 0,0 0 0,0 0 0,6 1 0,-12-2 0,1 0 0,0 0 0,0 0 0,0 0 0,0-1 0,0 1 0,0 0 0,0 0 0,0 0 0,0 0 0,0 0 0,0 0 0,0 0 0,0 0 0,0 0 0,0-1 0,0 1 0,0 0 0,0 0 0,0 0 0,0 0 0,0 0 0,0 0 0,0 0 0,0 0 0,0 0 0,0-1 0,0 1 0,0 0 0,0 0 0,0 0 0,0 0 0,1 0 0,-1 0 0,0 0 0,0 0 0,0 0 0,0 0 0,0 0 0,0 0 0,0 0 0,0-1 0,-9-3 0,-29-10 0,8 3 0,-44-10 0,64 19 0,-1 0 0,0 1 0,0 0 0,1 1 0,-1 0 0,0 1 0,0 0 0,-12 3 0,-40 12 0,-90 17 0,129-30 0,-180 14 0,151-16 0,-80-3 0,92-3 0,0-2 0,-71-23 0,104 28 0,-95-32 0,90 29 0,0-1 0,0-1 0,1 0 0,0 0 0,-18-16 0,28 22 0,1 0 0,0 0 0,-1 0 0,1-1 0,0 1 0,0-1 0,0 1 0,0-1 0,0 1 0,0-1 0,0 0 0,0 1 0,1-1 0,-1 0 0,1 1 0,-1-1 0,1 0 0,0 0 0,-1 0 0,1 0 0,0 1 0,0-1 0,1-3 0,0 3 0,-1 0 0,1 1 0,0-1 0,0 0 0,0 1 0,0-1 0,0 0 0,1 1 0,-1 0 0,0-1 0,1 1 0,-1 0 0,1 0 0,-1 0 0,1-1 0,0 2 0,-1-1 0,1 0 0,0 0 0,0 1 0,0-1 0,2 0 0,7-1-341,-1 0 0,1 1-1,15 0 1,-9 1-6485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10634 60 24575,'17'-6'0,"60"-20"0,-69 23 0,1 1 0,0 1 0,0 0 0,0 0 0,0 1 0,16 1 0,-18 0 0,0 1 0,0 0 0,0 0 0,0 1 0,-1 0 0,1 0 0,-1 1 0,0 0 0,0 0 0,8 7 0,-14-11 0,0 0 0,1 0 0,-1 0 0,0 0 0,0 0 0,0 1 0,1-1 0,-1 0 0,0 0 0,0 0 0,0 1 0,1-1 0,-1 0 0,0 0 0,0 1 0,0-1 0,0 0 0,0 0 0,0 1 0,0-1 0,0 0 0,1 0 0,-1 1 0,0-1 0,0 0 0,0 0 0,0 1 0,0-1 0,0 0 0,0 1 0,-1-1 0,1 0 0,0 0 0,0 1 0,0-1 0,0 0 0,0 0 0,-1 1 0,-11 4 0,-18-3 0,29-2 0,-21-1 0,-38-6 0,15 0 0,-434-24 0,369 32 0,-163-2 0,175-6 0,54 3 0,0 1 0,-54 5 0,-238 23 0,151-13 0,-164-5 0,215-9 0,-519 2 0,528 8 0,4 0 0,27-9 0,-201 10 0,78-3 0,-3-1 0,-208 6 0,279-13 0,-668 2 0,569 21 0,162-10 0,-245 14 0,-25-23 0,23-1 0,172 13 0,-16 1 0,-44 1 0,47-2 0,-299 16 0,20-1 0,263-14 0,-119 27 0,270-35 0,-8 2 0,0-2 0,-58 2 0,-112-2 0,-25 1 0,110-1 0,-2 0 0,127-6 0,1 0 0,-1 0 0,1 0 0,0 1 0,-1 0 0,1 0 0,0 1 0,0-1 0,-6 5 0,5-3 0,1-1 0,-1 0 0,0 0 0,-1-1 0,1 1 0,-12 1 0,-17-2 0,-43-4 0,-29 3 0,57 5 0,30-2 0,-26 0 0,-66 4 0,-19-1 0,-125-7 0,271-1 0,0 0 0,14-4 0,18-2 0,114 4 0,2-1 0,112-8 0,-97 6 0,52 0 0,44-3 0,362-53 0,-29 14 0,-469 42 0,81-2 0,30 1 0,3-1 0,-70 8 0,448-18 0,-262-23 0,150-12 0,-190 32 0,-81 7 0,173-14 0,106-4 0,326-16 0,-100 23 0,167 25 0,-721 7 0,-35 1 0,26-1 0,39 1 0,380-8 0,-477 9-1365,-109-7-5461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240 207 24575,'-61'-8'0,"45"7"0,0-1 0,0 0 0,1-2 0,-16-4 0,14 1 0,12 5 0,0 0 0,0 0 0,0 0 0,-1 1 0,-5-2 0,5 3 0,5 0 0,-1 0 0,0 0 0,0-1 0,1 1 0,-1 0 0,0-1 0,0 1 0,1-1 0,-1 1 0,0-1 0,1 0 0,-3-1 0,4 1 0,0 1 0,0 0 0,0 0 0,0 0 0,0 0 0,0-1 0,0 1 0,0 0 0,0 0 0,0 0 0,0 0 0,0-1 0,0 1 0,0 0 0,0 0 0,0 0 0,0 0 0,0-1 0,0 1 0,0 0 0,0 0 0,0 0 0,1 0 0,-1 0 0,0 0 0,0-1 0,0 1 0,0 0 0,0 0 0,1 0 0,-1 0 0,0 0 0,0 0 0,0 0 0,0 0 0,0 0 0,1 0 0,-1-1 0,0 1 0,0 0 0,0 0 0,1 0 0,-1 0 0,0 0 0,0 0 0,0 0 0,0 1 0,1-1 0,9-2 0,27-1 0,42 4 0,-27 0 0,33 6 0,-11 0 0,74 0 0,60 2 0,1658-10 0,-1771 9 0,-7-1 0,283-6 0,-178-2 0,-60 10 0,-70-3 0,-2-1 0,111 5 0,2-2 0,5-1 0,139-17 0,-56-5 0,174 8 0,-268 9 0,1206-2 0,-1086-18 0,-134 6 0,-77 6 0,82-3 0,142 18 0,63-2 0,-228-8 0,46 10 0,-114-5 0,-1-2 0,105-12 0,-157 9 0,123-12 0,126-7 0,-42 19 0,-110 2 0,-61 1 0,67 12 0,-42-3 0,107 7 0,-104-13 0,120 4 0,304-9 0,-365 7 0,-2 1 0,38 3 0,-164-10 0,-1 0 0,1-1 0,-1 0 0,0 0 0,1-1 0,-1-1 0,0 1 0,0-2 0,0 1 0,10-5 0,2-2 0,-14 6 0,1 0 0,-1 0 0,1 0 0,0 1 0,-1 0 0,15-1 0,5 3 0,-21 1 0,0-1 0,0 0 0,-1 0 0,1 0 0,0-1 0,0 0 0,0 0 0,0-1 0,-1 1 0,9-5 0,-13 6 0,-1 0 0,0 0 0,1 0 0,-1 0 0,0 0 0,1 0 0,-1-1 0,0 1 0,0 0 0,1 0 0,-1 0 0,0-1 0,1 1 0,-1 0 0,0 0 0,0-1 0,0 1 0,1 0 0,-1 0 0,0-1 0,0 1 0,0 0 0,0-1 0,1 1 0,-1 0 0,0-1 0,0 1 0,0 0 0,0-1 0,0 1 0,0 0 0,0-1 0,0 1 0,0 0 0,0-1 0,0 1 0,-1-1 0,0 0 0,1 1 0,-1-1 0,0 1 0,0-1 0,0 1 0,1 0 0,-1-1 0,0 1 0,0 0 0,0-1 0,-1 1 0,-30-3 0,-55 2 0,25 1 0,-101-13 0,71-3 0,-98-12 0,-39 26 0,117 3 0,-92 8 0,106-3 0,2 0 0,-149 4 0,93-9 0,-216-4 0,259-4 0,-27 0 0,0 7 0,-145-6 0,21-8 0,159 10 0,-131-4 0,-94-6 0,-417-14 0,490 20 0,6 1 0,18 1 0,-140 3 0,-107 4 0,145-17 0,-147 11 0,239 28 0,-31-1 0,201-22 0,-209 8 0,56 16 0,17-3 0,205-21 0,-351 21 0,227-14 0,4 0 0,-308-7 0,337 7 0,7 1 0,-181-8 0,124 0 0,123 1 0,-31 5 0,-9 1 0,-82 8 0,86-7 0,-62 0 0,-23 0 0,63-2 0,-103-5 0,83-2 0,37 2 0,-65-3 0,96-3-18,25 4-72,0 0 0,0 0 1,0 0-1,-1 1 0,1-1 0,-1 1 0,1 0 1,0 0-1,-1 0 0,1 0 0,0 1 0,-1-1 1,1 1-1,-6 2 0,0 2-6736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0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24575,'0'0'0,"0"0"0,0-1 0,0 1 0,0 0 0,0-1 0,0 1 0,0 0 0,1-1 0,-1 1 0,0 0 0,0 0 0,0-1 0,1 1 0,-1 0 0,0 0 0,0-1 0,0 1 0,1 0 0,-1 0 0,0 0 0,0-1 0,1 1 0,-1 0 0,0 0 0,1 0 0,-1 0 0,0 0 0,1 0 0,-1 0 0,0-1 0,1 1 0,-1 0 0,0 0 0,1 0 0,-1 0 0,0 0 0,0 1 0,1-1 0,-1 0 0,1 1 0,0-1 0,0 1 0,0 0 0,-1 0 0,1 0 0,0 0 0,-1 0 0,1 0 0,-1 0 0,1 0 0,0 2 0,8 32 0,41 205 0,-48-228 0,9 32 0,-2-13 0,-3 0 0,0 0 0,2 42 0,-8-68 0,0-4 0,-1 1 0,1 0 0,0 0 0,0 0 0,1-1 0,-1 1 0,0 0 0,1 0 0,-1-1 0,1 1 0,-1 0 0,1-1 0,1 4 0,-1-5 1,-1 0 0,0 0 1,0 0-1,0 0 0,1 0 0,-1 0 0,0 0 0,0 0 0,0 0 0,0 0 1,1 0-1,-1 0 0,0-1 0,0 1 0,0 0 0,0 0 0,1 0 0,-1 0 1,0 0-1,0 0 0,0 0 0,0-1 0,0 1 0,1 0 0,-1 0 0,0 0 0,0 0 1,0 0-1,0-1 0,0 1 0,0 0 0,0 0 0,0 0 0,0-1 0,0 1 1,0 0-1,1 0 0,-1 0 0,0 0 0,0-1 0,0 1 0,-1 0 0,1 0 0,0-1 1,2-9-1418,0 0-5410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17 24575,'-5'-3'0,"0"1"0,0 0 0,0 0 0,-1 0 0,1 0 0,0 1 0,-1 0 0,-5 0 0,9 1 0,0 0 0,0 0 0,0 0 0,0 1 0,0-1 0,1 0 0,-1 1 0,0-1 0,0 1 0,1 0 0,-1 0 0,0 0 0,1 0 0,-1 0 0,1 0 0,-1 0 0,1 0 0,-1 1 0,1-1 0,0 0 0,0 1 0,0-1 0,0 1 0,0 0 0,0-1 0,0 1 0,-1 2 0,1 0 0,-3 5 0,1-1 0,-1 1 0,-1-1 0,0 0 0,0 0 0,0 0 0,-11 10 0,15-17 0,0 0 0,1-1 0,-1 1 0,0 0 0,1 0 0,-1-1 0,1 1 0,-1 0 0,1 0 0,-1 0 0,1 0 0,-1 0 0,1-1 0,0 1 0,-1 0 0,1 0 0,0 0 0,0 0 0,0 0 0,0 0 0,0 0 0,0 0 0,0 0 0,0 2 0,1-2 0,0 1 0,0-1 0,0 1 0,0-1 0,0 0 0,0 1 0,0-1 0,0 0 0,0 0 0,0 0 0,1 0 0,-1 0 0,2 1 0,6 3 0,0-1 0,1 0 0,16 4 0,-25-7 0,49 11 0,79 8 0,-116-18 0,-7-3 82,-10-2-1529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24575,'-6'12'0,"0"7"0,-1 3 0,2 0 0,2-1 0,0-2 0,2-2 0,1 0 0,-3-2 0,-2-3 0,-4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24575,'0'12'0,"1"-1"0,1 1 0,0-1 0,1 0 0,0 0 0,1 0 0,0 0 0,1 0 0,0-1 0,0 0 0,1 0 0,1 0 0,-1-1 0,1 0 0,1 0 0,15 13 0,-22-21 0,-1 0 0,1-1 0,0 1 0,-1-1 0,1 1 0,0 0 0,0-1 0,-1 1 0,1-1 0,0 0 0,0 1 0,0-1 0,0 0 0,-1 1 0,1-1 0,0 0 0,0 0 0,0 0 0,1 0 0,-2 0 0,1 0 0,-1-1 0,1 1 0,-1 0 0,1 0 0,-1-1 0,0 1 0,1 0 0,-1-1 0,0 1 0,1-1 0,-1 1 0,0-1 0,1 1 0,-1 0 0,0-1 0,0 1 0,0-1 0,1 1 0,-1-1 0,0 1 0,0-1 0,0 0 0,1-4 0,-1 1 0,0-1 0,0 1 0,0-1 0,-1 1 0,0-6 0,-1 4 0,0-3 0,0 1 0,1 0 0,0-1 0,0 1 0,1-14 0,0 20 0,1 1 0,-1-1 0,0 0 0,1 0 0,-1 1 0,1-1 0,0 0 0,-1 1 0,1-1 0,0 1 0,0-1 0,0 1 0,0-1 0,0 1 0,1 0 0,-1-1 0,0 1 0,1 0 0,-1 0 0,0 0 0,1 0 0,0 0 0,-1 0 0,1 0 0,-1 1 0,1-1 0,0 1 0,0-1 0,-1 1 0,1 0 0,0-1 0,2 1 0,5 0 0,0 0 0,0 0 0,0 1 0,0 0 0,0 0 0,0 1 0,-1 0 0,1 1 0,-1 0 0,14 7 0,-11-4 0,0 0 0,-1 0 0,0 1 0,0 1 0,-1 0 0,0 0 0,11 13 0,-18-19-57,-1 0 0,1-1 1,-1 1-1,1 0 0,-1 0 0,0 0 0,0 0 0,0 0 0,0 0 0,0 0 0,0 0 1,-1 1-1,1-1 0,-1 0 0,1 0 0,-1 1 0,0-1 0,0 0 0,0 1 1,0-1-1,0 0 0,-1 0 0,0 3 0,-4 5-6769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24575,'0'7'0,"0"6"0,2 2 0,4 0 0,3-2 0,0 1 0,1-3 0,2 0 0,-2 0 0,0-1 0,1-1 0,1-1 0,-1-2-8191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6 0,2 5 0,1 1-8191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24575,'11'22'0,"1"-1"0,1-1 0,1 0 0,29 33 0,-39-49 0,0 0 0,1 0 0,0 0 0,0-1 0,0 1 0,0-1 0,1 0 0,-1-1 0,10 4 0,-13-6 0,0 1 0,0-1 0,0 1 0,0-1 0,0 0 0,0 0 0,0 0 0,0 0 0,0 0 0,-1 0 0,1-1 0,0 1 0,0 0 0,0-1 0,0 0 0,0 1 0,-1-1 0,1 0 0,0 0 0,0 0 0,-1 0 0,1 0 0,-1-1 0,1 1 0,-1 0 0,0-1 0,1 1 0,-1-1 0,0 1 0,0-1 0,0 0 0,1-3 0,1-2 0,0 0 0,-1-1 0,0 1 0,-1-1 0,1 1 0,-2-1 0,1-9 0,0-1 0,-1 16 0,1 1 0,-1 0 0,0-1 0,0 1 0,0-1 0,1 1 0,-1 0 0,1 0 0,-1-1 0,1 1 0,-1 0 0,1 0 0,0 0 0,0-1 0,-1 1 0,1 0 0,2-1 0,-2 1 0,-1 1 0,1-1 0,0 1 0,0 0 0,0-1 0,0 1 0,0 0 0,0 0 0,0-1 0,0 1 0,0 0 0,0 0 0,0 0 0,0 0 0,0 0 0,0 1 0,0-1 0,1 0 0,3 2 0,0 0 0,-1 0 0,1 0 0,-1 1 0,0-1 0,1 1 0,6 7 0,30 33 134,-11-9-1633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179 505 24575,'-13'-5'0,"-10"-3"0,-28-5 0,45 12 0,0 0 0,0 0 0,0 0 0,0 1 0,0 0 0,1 0 0,-1 1 0,0 0 0,0 0 0,-7 2 0,12-3 0,-1 1 0,1-1 0,0 1 0,0-1 0,0 1 0,0-1 0,0 1 0,0 0 0,0-1 0,0 1 0,0 0 0,0 0 0,1 0 0,-1-1 0,0 1 0,0 0 0,1 0 0,-1 0 0,0 2 0,1-2 0,-1 0 0,1 0 0,0 0 0,0 0 0,0 0 0,0 0 0,0 0 0,1 0 0,-1 0 0,0 0 0,0 0 0,1 0 0,-1 0 0,1 0 0,-1 0 0,1 0 0,0 1 0,2 3 0,0-2 0,1 1 0,-1 0 0,1-1 0,0 1 0,0-1 0,6 4 0,-5-4 0,0-1 0,1 1 0,-1-1 0,1 0 0,-1 0 0,1-1 0,-1 0 0,1 0 0,0 0 0,0 0 0,-1-1 0,1 0 0,0-1 0,0 1 0,0-1 0,-1 0 0,11-3 0,-11 2 0,-1 1 0,1-1 0,0-1 0,0 1 0,-1-1 0,0 0 0,1 0 0,-1 0 0,0-1 0,-1 1 0,1-1 0,0 0 0,-1 0 0,0 0 0,0 0 0,0-1 0,-1 1 0,1-1 0,2-8 0,-2 2 0,-1 1 0,0-1 0,-1 0 0,0 0 0,-1 1 0,0-1 0,0 0 0,-1 0 0,-1 0 0,-4-18 0,-5-6 0,-26-60 0,23 61 0,-2 1 0,-2 0 0,-1 1 0,-37-48 0,55 80 0,1-1 0,0 1 0,0 0 0,0 0 0,0-1 0,0 1 0,0 0 0,-1 0 0,1-1 0,0 1 0,0 0 0,0 0 0,-1-1 0,1 1 0,0 0 0,0 0 0,-1 0 0,1 0 0,0-1 0,0 1 0,-1 0 0,1 0 0,0 0 0,-1 0 0,1 0 0,0 0 0,-1 0 0,1 0 0,0 0 0,0 0 0,-1 0 0,1 0 0,0 0 0,-1 0 0,1 0 0,0 0 0,-1 0 0,1 0 0,0 1 0,-1 0 0,1 0 0,-1-1 0,1 1 0,-1 0 0,1 0 0,0 0 0,0 1 0,0-1 0,0 0 0,-1 0 0,2 1 0,2 32 0,2-14 0,2-1 0,0 1 0,14 25 0,35 53 0,-30-55 0,50 62 0,-65-91 0,1-1 0,0-1 0,1 0 0,1-1 0,-1 0 0,2-1 0,-1 0 0,21 9 0,-31-17 0,1 0 0,-1-1 0,0 1 0,1-1 0,0 0 0,-1 0 0,1-1 0,0 1 0,-1-1 0,1 0 0,0 0 0,5-1 0,-8 0 0,0 1 0,0-1 0,0 0 0,0 0 0,0 0 0,0 0 0,0 0 0,0 0 0,-1 0 0,1-1 0,0 1 0,-1-1 0,1 1 0,-1-1 0,1 0 0,-1 0 0,0 1 0,0-1 0,0 0 0,0 0 0,0 0 0,0 0 0,0 0 0,-1 0 0,1-1 0,-1 1 0,1-4 0,1-17 0,0 0 0,-2-1 0,0 0 0,-2 1 0,0-1 0,-2 1 0,-1 0 0,0 0 0,-15-36 0,16 50 0,0 0 0,-7-12 0,10 19 0,0 0 0,0 1 0,-1-1 0,1 0 0,0 1 0,-1-1 0,1 1 0,-1 0 0,1-1 0,-1 1 0,0 0 0,1 0 0,-1 0 0,0 0 0,0 0 0,0 0 0,0 1 0,-3-2 0,4 2 0,0 1 0,0-1 0,0 0 0,0 0 0,0 1 0,0-1 0,1 0 0,-1 1 0,0-1 0,0 1 0,0-1 0,0 1 0,1 0 0,-1-1 0,0 1 0,0 0 0,1 0 0,-1-1 0,1 1 0,-1 0 0,1 0 0,-1 0 0,1 0 0,-1 0 0,1 0 0,-1 1 0,-6 27 0,6-16 0,1 1 0,0 0 0,1 0 0,0-1 0,1 1 0,6 20 0,0-9 0,0-1 0,19 38 0,-20-50 0,-1 1 0,2-1 0,0-1 0,0 1 0,19 18 0,-22-25 0,0-1 0,0 0 0,0 0 0,0-1 0,1 1 0,0-1 0,0 0 0,-1-1 0,1 1 0,1-1 0,-1-1 0,0 1 0,1-1 0,-1 0 0,8 0 0,-9-1-50,-1 0-1,1-1 1,-1 1-1,1-1 0,0 0 1,-1-1-1,0 1 1,1-1-1,-1 0 1,0 0-1,0 0 0,0 0 1,0-1-1,0 0 1,-1 0-1,1 0 1,-1 0-1,0 0 0,1-1 1,-2 0-1,1 1 1,0-1-1,-1 0 1,0 0-1,0 0 1,2-6-1,0-3-6775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24575,'14'5'0,"-1"1"0,0 0 0,0 1 0,0 1 0,17 13 0,55 54 0,-29-25 0,-47-42 0,-2-1 0,1-1 0,-1 0 0,1 0 0,0-1 0,14 7 0,-21-11-52,-1-1-1,1 0 1,-1 0-1,1 0 1,-1 0-1,1 0 1,-1 1-1,1-1 1,-1 0-1,1 0 1,-1 0-1,1 0 1,-1 0-1,1-1 1,-1 1-1,1 0 1,-1 0-1,1 0 1,-1 0-1,1 0 1,-1-1-1,1 1 0,-1 0 1,1 0-1,0-1 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24575,'-23'3'0,"-7"3"0,-1 3 0,5 2 0,3 3 0,7 0 0,3 4 0,4 1 0,4-1 0,-1 0 0,2-1 0,-2-1 0,0 0 0,2-4-8191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62 299 24575,'5'-21'0,"7"-24"0,-2 0 0,-2 0 0,3-55 0,-11 98 0,0 0 0,0 0 0,0 0 0,0 0 0,0 0 0,-1 0 0,1 1 0,-1-1 0,1 0 0,-1 0 0,1 1 0,-1-1 0,0 0 0,0 1 0,0-1 0,0 0 0,-1-1 0,0 2 0,1 0 0,-1 0 0,0 0 0,1 0 0,-1 1 0,0-1 0,1 0 0,-1 1 0,0-1 0,0 1 0,1 0 0,-1-1 0,0 1 0,0 0 0,0 0 0,0 0 0,-2 1 0,1-1 0,0 0 0,0 1 0,0 0 0,0-1 0,0 1 0,1 0 0,-1 0 0,0 1 0,1-1 0,-1 1 0,1-1 0,-1 1 0,1 0 0,0 0 0,0 0 0,0 0 0,0 0 0,0 0 0,0 0 0,1 1 0,-1-1 0,1 1 0,-1-1 0,1 1 0,0 0 0,0 0 0,-1 5 0,1-4 0,0 0 0,1 0 0,-1 0 0,1 0 0,0 0 0,0 0 0,1 0 0,-1 1 0,1-1 0,0 0 0,0 0 0,0 0 0,0-1 0,1 1 0,0 0 0,0 0 0,0-1 0,0 1 0,4 4 0,1-1 0,0 0 0,1 0 0,0-1 0,0 0 0,0-1 0,19 10 0,-11-8 0,1 0 0,35 8 0,-48-14-195,-1 0 0,0-1 0,0 1 0,0-1 0,0 0 0,5-1 0,2-1-6631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31 24575,'-6'-5'0,"-1"1"0,0 0 0,0 1 0,0 0 0,0 0 0,-1 0 0,-11-2 0,18 5 0,1 0 0,-1 0 0,0-1 0,1 1 0,-1 0 0,0 0 0,1 0 0,-1 0 0,0 0 0,1 0 0,-1 0 0,0 1 0,1-1 0,-1 0 0,0 0 0,1 0 0,-1 1 0,1-1 0,-1 0 0,0 1 0,1-1 0,-1 0 0,1 1 0,-1-1 0,1 1 0,-1-1 0,1 1 0,0-1 0,-1 1 0,1-1 0,-1 1 0,1 0 0,0-1 0,0 1 0,-1 0 0,1-1 0,0 1 0,0-1 0,0 1 0,0 0 0,-1-1 0,1 1 0,0 0 0,0-1 0,0 1 0,1 0 0,-1 0 0,0 4 0,1-1 0,0 0 0,0 0 0,1 0 0,-1 0 0,4 5 0,7 12 0,1 0 0,18 20 0,13 20 0,-30-41 0,25 29 0,-28-37 0,-11-12 0,1 1 0,-1-1 0,0 0 0,1 0 0,-1 1 0,0-1 0,1 0 0,-1 1 0,0-1 0,0 1 0,1-1 0,-1 0 0,0 1 0,0-1 0,1 1 0,-1-1 0,0 0 0,0 1 0,0-1 0,0 1 0,0-1 0,0 1 0,0-1 0,0 1 0,0-1 0,0 1 0,0-1 0,0 0 0,0 1 0,0-1 0,0 1 0,-1-1 0,1 1 0,0-1 0,0 0 0,0 1 0,-1-1 0,1 1 0,0-1 0,-1 0 0,1 1 0,0-1 0,-1 0 0,1 1 0,0-1 0,-1 0 0,1 0 0,0 1 0,-2-1 0,-2 2 0,1-1 0,-1 0 0,0 0 0,-8 0 0,3 1 0,-57 8 0,36-6 0,0 1 0,-47 15 0,41-6-1365,21-8-5461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34 24575,'-3'-8'0,"-10"-17"0,17 49 0,35 107 0,18 88 0,-38-103 0,-18-110 0,0-1 0,0 0 0,0 1 0,1-1 0,3 9 0,-4-13 0,-1 0 0,1 0 0,0 0 0,-1 0 0,1-1 0,0 1 0,-1 0 0,1 0 0,0-1 0,0 1 0,0 0 0,-1-1 0,1 1 0,0-1 0,0 1 0,0-1 0,0 1 0,0-1 0,0 0 0,0 1 0,0-1 0,0 0 0,0 0 0,1 0 0,-1 0 0,0 0 0,0 0 0,0 0 0,0 0 0,0 0 0,0-1 0,0 1 0,0 0 0,2-1 0,1-1 0,0 0 0,0 0 0,0 0 0,0-1 0,-1 1 0,1-1 0,-1 0 0,1 0 0,-1 0 0,0 0 0,0 0 0,0-1 0,-1 1 0,1-1 0,2-5 0,1-5 0,0 0 0,-1-1 0,4-17 0,4-13 0,-13 44 0,1 0 0,-1-1 0,1 1 0,-1 0 0,1 0 0,0 0 0,-1 0 0,1 0 0,0 0 0,0 0 0,-1 0 0,3-2 0,-2 3 0,-1 0 0,0 0 0,1 0 0,-1 0 0,0 0 0,1-1 0,-1 1 0,1 0 0,-1 0 0,1 0 0,-1 0 0,0 0 0,1 0 0,-1 0 0,1 0 0,-1 1 0,0-1 0,1 0 0,-1 0 0,0 0 0,1 0 0,-1 0 0,1 1 0,-1-1 0,1 1 0,2 2 0,0 0 0,-1 0 0,1 0 0,-1 0 0,1 1 0,1 4 0,2 2 0,11 14 0,1-1 0,0 0 0,2-2 0,0 0 0,2-1 0,0-1 0,44 28 0,-63-45 0,-1-1 0,1 0 0,-1 1 0,1-1 0,-1 0 0,1 0 0,0-1 0,0 1 0,0 0 0,3-1 0,-5 0 0,0 0 0,0 0 0,0 0 0,0-1 0,0 1 0,0 0 0,0-1 0,0 1 0,0 0 0,-1-1 0,1 0 0,0 1 0,0-1 0,0 1 0,-1-1 0,1 0 0,0 1 0,-1-1 0,1 0 0,-1 0 0,1 0 0,-1 0 0,1 1 0,-1-1 0,1 0 0,-1 0 0,0 0 0,0 0 0,1 0 0,-1 0 0,0 0 0,0-2 0,0-4 0,1-1 0,-2 0 0,1 0 0,-1 1 0,0-1 0,-4-10 0,-2-20 0,7 32 0,-2-8 0,1-1 0,1 0 0,0 0 0,3-19 0,-2 31 0,-1-1 0,1 1 0,0 0 0,0 0 0,0 0 0,0-1 0,1 1 0,-1 0 0,1 1 0,0-1 0,-1 0 0,1 0 0,1 1 0,-1-1 0,0 1 0,1 0 0,-1 0 0,1 0 0,0 0 0,-1 0 0,1 0 0,0 1 0,0-1 0,0 1 0,4-2 0,9 0 0,-11 2 0,0 0 0,-1 0 0,1-1 0,7-2 0,-17 6 0,1-1 0,-1 0 0,0 0 0,1 0 0,-1 0 0,0 0 0,-6-1 0,6 0 0,1 0 0,-1 0 0,0 0 0,1 1 0,-1 0 0,1 0 0,0 0 0,-1 0 0,1 1 0,0 0 0,-1 0 0,-4 3 0,8-4 0,0 0 0,0 0 0,0 0 0,0 0 0,1 0 0,-1 0 0,0 0 0,0 0 0,1 0 0,-1 1 0,1-1 0,-1 0 0,1 0 0,-1 1 0,1-1 0,0 0 0,-1 1 0,1-1 0,0 0 0,0 3 0,1-2 0,-1 1 0,1-1 0,-1 1 0,1-1 0,0 1 0,0-1 0,0 1 0,1-1 0,-1 0 0,2 3 0,2 1 0,1 0 0,-1 0 0,1 0 0,1 0 0,11 8 0,-1-3 0,1 0 0,0-2 0,1 0 0,29 11 0,-45-20 0,-1 1 0,0 0 0,1-1 0,-1 0 0,0 1 0,1-1 0,-1 0 0,0 0 0,1-1 0,-1 1 0,1 0 0,-1-1 0,0 1 0,0-1 0,1 0 0,-1 0 0,0 0 0,0 0 0,0 0 0,0 0 0,0-1 0,4-2 0,-5 2 0,1 0 0,0-1 0,-1 1 0,1 0 0,-1-1 0,1 1 0,-1-1 0,0 1 0,0-1 0,0 1 0,-1-1 0,1 0 0,-1 0 0,1 1 0,-1-1 0,0 0 0,0 0 0,0 1 0,-1-6 0,1 7 0,-1-2 0,1-1 0,0 0 0,-1 0 0,0 1 0,0-1 0,0 0 0,-1 1 0,1-1 0,-1 1 0,0 0 0,-3-6 0,16 38 0,1-7-341,0-1 0,1-1-1,31 36 1,-37-48-6485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0 141 24575,'9'13'0,"1"0"0,0-1 0,0 0 0,1-1 0,15 12 0,-18-17 0,0 0 0,0-1 0,0 0 0,1-1 0,0 1 0,0-2 0,0 1 0,0-1 0,16 3 0,-23-6 0,1 1 0,-1-1 0,1 0 0,0 0 0,-1 0 0,1 0 0,-1 0 0,1 0 0,-1-1 0,1 1 0,-1-1 0,0 0 0,1 0 0,-1 1 0,0-2 0,1 1 0,-1 0 0,0 0 0,0-1 0,0 1 0,0-1 0,0 0 0,0 1 0,-1-1 0,3-4 0,-1 3 0,-2-1 0,1 0 0,0 0 0,-1 1 0,1-1 0,-1 0 0,0-1 0,-1 1 0,1 0 0,-1 0 0,0 0 0,0 0 0,0 0 0,-1-9 0,-7-23 0,-13-40 0,7 29 0,14 47-27,0-1-29,0 0 1,-1 0-1,1 0 0,0 0 0,0 0 1,-1 0-1,1 0 0,0 0 0,-1 0 1,1 0-1,-1 0 0,0 1 0,1-1 1,-1 0-1,0 0 0,1 0 0,-1 1 0,0-1 1,0 1-1,1-1 0,-1 0 0,0 1 1,-2-1-1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171 155 24575,'-9'-12'0,"-13"-19"0,-2 0 0,-30-29 0,51 57 0,1 1 0,-1 0 0,1 0 0,-1 0 0,0 0 0,1 0 0,-1 1 0,-3-2 0,5 3 0,0-1 0,0 1 0,0 0 0,1 0 0,-1 0 0,0 0 0,0 0 0,0 0 0,0 0 0,1 0 0,-1 0 0,0 1 0,0-1 0,0 0 0,1 0 0,-1 1 0,0-1 0,0 1 0,1-1 0,-1 0 0,0 1 0,1-1 0,-1 1 0,1 0 0,-1-1 0,0 1 0,1-1 0,0 1 0,-1 0 0,1 0 0,-1-1 0,1 1 0,0 0 0,-1 0 0,1 1 0,-3 5 0,1-1 0,0 1 0,1 1 0,0-1 0,0 0 0,0 0 0,1 0 0,0 0 0,2 8 0,-1-5 0,0 0 0,1 0 0,0-1 0,1 1 0,0-1 0,5 11 0,-5-15 0,0 0 0,0 0 0,1 0 0,-1 0 0,1-1 0,0 0 0,0 1 0,1-1 0,-1-1 0,1 1 0,0-1 0,0 0 0,0 0 0,0 0 0,1-1 0,-1 0 0,1 0 0,-1 0 0,1 0 0,8 0 0,8 2 0,-1 0 0,1-1 0,0-2 0,0 0 0,0-2 0,26-3 0,-10-2-1365,-22 4-5461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24575,'66'189'0,"1"5"0,-50-153 0,21 56 0,-35-82-1365,-1-3-5461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22 24575,'-20'-5'0,"-9"-2"0,-5 1 0,1 3 0,4 3 0,3 1 0,5 3 0,3 0 0,2 3 0,1 0 0,3 1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183 107 24575,'-2'-2'0,"-17"-12"0,0 0 0,-1 1 0,0 2 0,-41-18 0,58 28 0,0 0 0,0 0 0,0 0 0,0 1 0,0-1 0,0 1 0,0 0 0,-5 0 0,8 0 0,-1 0 0,1 0 0,0 0 0,-1 0 0,1 1 0,-1-1 0,1 0 0,-1 0 0,1 0 0,-1 1 0,1-1 0,0 0 0,-1 0 0,1 1 0,0-1 0,-1 0 0,1 1 0,0-1 0,-1 1 0,1-1 0,0 0 0,-1 1 0,1 0 0,0 0 0,0 0 0,0 0 0,0 0 0,0-1 0,0 1 0,0 0 0,0 0 0,0 0 0,1 0 0,-1 0 0,0-1 0,0 1 0,1 0 0,-1 0 0,1 1 0,4 6 0,1 0 0,-1 0 0,1 0 0,1 0 0,0-1 0,0 0 0,11 8 0,-2-3 0,1 0 0,28 14 0,-29-17 0,28 9 0,-40-16 0,0-1 0,0 0 0,0 0 0,1 0 0,-1 0 0,0-1 0,0 0 0,0 0 0,1 0 0,-1 0 0,0-1 0,0 1 0,5-2 0,-7 1 0,0 0 0,0 0 0,0 0 0,0 0 0,0 0 0,0-1 0,-1 1 0,1 0 0,-1-1 0,1 0 0,-1 1 0,1-1 0,-1 0 0,0 1 0,0-1 0,0 0 0,0 0 0,0 0 0,0 0 0,0 0 0,-1 0 0,1 0 0,-1 0 0,0 0 0,1-1 0,-1 1 0,0 0 0,0-3 0,-1-1 0,0 1 0,0-1 0,0 0 0,0 1 0,-1 0 0,0-1 0,0 1 0,0 0 0,-5-8 0,2 6 17,0 0 0,0 0 1,0 1-1,-1-1 0,0 1 0,-9-7 0,11 10-141,0 1 0,0-1 1,-1 1-1,1-1 0,-1 1 0,0 0 1,0 1-1,1-1 0,-1 1 0,0 0 1,-9 0-1,1 0-6702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0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24575,'0'29'0,"1"0"0,2-1 0,1 0 0,1 0 0,2 0 0,0 0 0,2-1 0,1 0 0,2-1 0,0 0 0,18 27 0,-30-52 0,0-1 0,0 1 0,1-1 0,-1 1 0,0 0 0,1-1 0,-1 1 0,0-1 0,1 1 0,-1-1 0,1 1 0,-1-1 0,1 0 0,-1 1 0,1-1 0,-1 0 0,1 1 0,-1-1 0,1 0 0,-1 1 0,1-1 0,0 0 0,-1 0 0,1 0 0,0 0 0,0 1 0,0-2 0,-1 1 0,1-1 0,-1 0 0,0 1 0,1-1 0,-1 1 0,1-1 0,-1 0 0,0 0 0,0 1 0,1-1 0,-1 0 0,0 1 0,0-1 0,0 0 0,0 0 0,0-1 0,1-5 0,-1-1 0,0 0 0,-2-9 0,-2-1 0,1 5 0,-3-24 0,6 35 0,0-1 0,0 0 0,0 1 0,0-1 0,0 1 0,0-1 0,1 0 0,-1 1 0,1-1 0,0 1 0,0-1 0,0 1 0,0-1 0,0 1 0,2-3 0,-2 4 0,1 0 0,-1 0 0,0 0 0,0 0 0,0 0 0,1 0 0,-1 1 0,0-1 0,1 0 0,-1 1 0,0-1 0,1 1 0,-1 0 0,1-1 0,-1 1 0,1 0 0,-1 0 0,1 0 0,-1 0 0,1 0 0,-1 0 0,1 0 0,-1 0 0,1 1 0,-1-1 0,1 1 0,-1-1 0,0 1 0,3 1 0,4 2 0,0 1 0,0 0 0,12 10 0,-10-7 0,-1-2 0,10 8 0,0 0 0,-1 1 0,28 30 0,-44-42 0,0-1 0,-1 1 0,1-1 0,-1 1 0,1-1 0,-1 1 0,0 0 0,0 0 0,0 0 0,0 0 0,0 0 0,-1 0 0,1 0 0,-1 5 0,0-7 0,0 1 0,-1 0 0,1-1 0,-1 1 0,1-1 0,-1 1 0,1 0 0,-1-1 0,0 1 0,0-1 0,0 0 0,0 1 0,0-1 0,0 0 0,0 1 0,0-1 0,-1 0 0,1 0 0,0 0 0,-1 0 0,1 0 0,-1-1 0,1 1 0,-1 0 0,1 0 0,-1-1 0,-1 1 0,-6 1 0,1 0 0,0-1 0,-1 1 0,1-2 0,0 1 0,-10-2 0,-52-7 0,6 0 0,59 7 0,-9 1 0,0-1 0,0-1 0,0 0 0,-14-5 0,66 4 0,63 4 0,128-2 0,-207 0 0,0-1 0,30-7 0,-40 6 0,0 0 0,-1-1 0,1 0 0,-1-1 0,21-12 0,-29 14 0,1 1 0,-1-1 0,0 0 0,1 0 0,-1 0 0,-1 0 0,1 0 0,0-1 0,-1 1 0,0-1 0,1 0 0,-1 1 0,-1-1 0,1 0 0,-1 0 0,1 0 0,-1-1 0,0 1 0,0-7 0,-1 5 0,0 0 0,0 0 0,-1 0 0,0 0 0,0 0 0,0 1 0,-1-1 0,0 0 0,0 1 0,0-1 0,-1 1 0,0 0 0,-5-8 0,2 5 0,0 0 0,-1 1 0,1 0 0,-2 0 0,-10-8 0,14 13 0,1-1 0,0 1 0,-1 1 0,1-1 0,-1 0 0,0 1 0,-5-1 0,7 1 0,0 1 0,0 0 0,0 0 0,0 0 0,1 0 0,-1 0 0,0 0 0,0 0 0,0 1 0,0-1 0,0 1 0,1-1 0,-1 1 0,0 0 0,-3 2 0,3-2 0,0 1 0,0 0 0,1 0 0,-1 0 0,1 0 0,-1 0 0,1 0 0,0 0 0,-1 0 0,1 0 0,0 1 0,1-1 0,-1 1 0,0-1 0,1 0 0,-1 1 0,1-1 0,0 1 0,-1-1 0,1 1 0,1 0 0,-1-1 0,1 4 0,1 6 0,0 0 0,1 0 0,6 16 0,-5-16 0,2 1 0,0-1 0,0 1 0,1-2 0,0 1 0,1-1 0,0 0 0,1 0 0,12 10 0,-14-15 0,-1 0 0,1-1 0,1 0 0,-1 0 0,1-1 0,0 0 0,0 0 0,0-1 0,0 0 0,1 0 0,-1-1 0,1 0 0,0-1 0,-1 0 0,13 0 0,-15-1-97,1-1-1,-1 1 1,0-2-1,0 1 1,0-1-1,0 0 1,0 0-1,0 0 1,-1-1-1,1 0 1,-1 0-1,0-1 0,8-5 1,-4 0-6729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24575,'51'160'0,"9"24"0,-47-150 0,2-2 0,1 1 0,31 42 0,-39-64-1365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46 24575,'-30'-7'0,"-16"-3"0,-1 0 0,1 3 0,7 1 0,7 3 0,6 1 0,6 1 0,3 1 0,2 0 0,4 3 0,4 4 0,2 2 0,6 3 0,4-1 0,4 0 0,1-1-8191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24575,'-8'3'0,"1"0"0,-1 0 0,1 0 0,0 1 0,0 0 0,0 1 0,1 0 0,-13 11 0,17-14 0,0 0 0,0 0 0,0 1 0,1-1 0,-1 1 0,1-1 0,-1 1 0,1 0 0,0 0 0,0-1 0,0 1 0,0 0 0,0 0 0,1 0 0,-1 0 0,1 0 0,0 0 0,0 0 0,0 0 0,0 0 0,1 0 0,-1 0 0,1 0 0,0 0 0,-1 0 0,4 5 0,0 0 0,1 1 0,1-1 0,0-1 0,0 1 0,0-1 0,1 0 0,0 0 0,1-1 0,-1 0 0,1-1 0,0 1 0,1-1 0,-1-1 0,1 0 0,0 0 0,13 4 0,-20-8 0,0 1 0,0 0 0,1-1 0,-1 0 0,0 0 0,0 1 0,0-1 0,0-1 0,0 1 0,1 0 0,-1 0 0,0-1 0,0 1 0,0-1 0,0 0 0,0 0 0,0 1 0,0-1 0,0 0 0,0-1 0,-1 1 0,1 0 0,0-1 0,-1 1 0,1 0 0,-1-1 0,1 0 0,-1 1 0,0-1 0,1 0 0,-1 0 0,0 0 0,0 0 0,-1 0 0,1 0 0,1-3 0,0-3 0,-1 1 0,0-1 0,0 0 0,-1 1 0,0-1 0,0 0 0,0 0 0,-1 1 0,-2-9 0,1 5 0,-1 0 0,0 1 0,0-1 0,-1 1 0,-6-11 0,12 39 0,3-2 0,1-1 0,0 0 0,1-1 0,13 21 0,7 14 0,-11-18-1365,-9-20-5461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24575,'0'3'0,"46"183"0,-34-147 0,1-2 0,34 65 0,21 20 0,-64-116-170,-1 0-1,-1 0 0,1 0 1,-1 0-1,0 0 0,0 0 1,1 11-1,-2-4-6655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106 222 24575,'-7'-4'0,"-4"-1"0,-20-9 0,28 14 0,1-1 0,0 0 0,-1 1 0,1-1 0,0 1 0,-1 0 0,1 0 0,0 0 0,-1 0 0,1 0 0,-1 0 0,1 0 0,0 1 0,-1 0 0,-3 1 0,5-2 0,0 1 0,0 0 0,0-1 0,0 1 0,0 0 0,1-1 0,-1 1 0,0 0 0,0 0 0,0 0 0,1 0 0,-1 0 0,1 0 0,-1 0 0,1 0 0,-1 0 0,1 0 0,-1 0 0,1 0 0,0 2 0,-1-1 0,1 1 0,0-1 0,0 1 0,1-1 0,-1 1 0,0-1 0,1 1 0,0-1 0,0 3 0,2 2 0,0-1 0,0 0 0,0 0 0,1 0 0,8 11 0,-7-12 0,0 1 0,0-1 0,0 0 0,1-1 0,0 1 0,0-1 0,0 0 0,0-1 0,0 1 0,1-1 0,0-1 0,0 1 0,-1-1 0,1 0 0,1-1 0,-1 1 0,0-1 0,14-1 0,-4 1 0,0-1 0,0-1 0,-1-1 0,19-3 0,-30 3 0,0 1 0,0-1 0,0 0 0,0 0 0,0 0 0,0-1 0,-1 1 0,1-1 0,-1 0 0,0-1 0,0 1 0,0-1 0,0 0 0,-1 0 0,1 0 0,4-9 0,-3 4 0,-1-1 0,0 1 0,0-1 0,-1 0 0,0 0 0,-1 0 0,1-19 0,-1 4 0,-2 0 0,-3-28 0,2 47 0,0 0 0,0-1 0,-1 1 0,0 0 0,0-1 0,0 1 0,-1 0 0,-4-6 0,6 10 0,0 0 0,0 0 0,0 1 0,-1-1 0,1 0 0,0 1 0,-1-1 0,1 1 0,-1-1 0,0 1 0,1 0 0,-1-1 0,0 1 0,0 0 0,0 0 0,0 1 0,0-1 0,0 0 0,0 1 0,0-1 0,0 1 0,0-1 0,-1 1 0,1 0 0,0 0 0,0 0 0,0 0 0,-3 1 0,4 0 0,-1-1 0,0 1 0,0 0 0,1 0 0,-1 0 0,0 0 0,1 0 0,-1 0 0,1 0 0,0 1 0,-1-1 0,1 0 0,0 1 0,0 0 0,0-1 0,0 1 0,0-1 0,0 1 0,0 0 0,0 0 0,1-1 0,-1 1 0,1 0 0,-1 0 0,1 3 0,-1 6 0,0 0 0,0 0 0,2 15 0,0-14 0,0 2 0,1 0 0,0-1 0,0 1 0,2-1 0,0 0 0,0 0 0,1 0 0,1-1 0,0 1 0,0-1 0,10 11 0,-11-16 0,1-1 0,-1-1 0,2 1 0,-1-1 0,1 0 0,-1 0 0,1-1 0,0 0 0,1 0 0,-1 0 0,10 2 0,-6-2 0,0-1 0,1 0 0,-1-1 0,1 0 0,-1-1 0,1 0 0,16-2 0,-22 1 0,0-1 0,0 0 0,0-1 0,0 1 0,0-1 0,-1 0 0,1-1 0,0 1 0,-1-1 0,0 0 0,0-1 0,0 1 0,0-1 0,0 0 0,-1 0 0,6-7 0,-7 8 0,-1-1 0,1 1 0,-1 0 0,0-1 0,-1 1 0,1-1 0,-1 0 0,1 0 0,-1 0 0,0 0 0,-1 1 0,1-1 0,-1 0 0,1 0 0,-1 0 0,0 0 0,-1 0 0,1 0 0,-1 0 0,1 0 0,-1 0 0,-1 0 0,1 0 0,0 0 0,-4-5 0,5 8 0,-2-3 0,-1-1 0,1 1 0,0 0 0,-1 1 0,0-1 0,0 0 0,-6-5 0,9 9 0,0 0 0,0 0 0,0 0 0,0 0 0,0 0 0,0 0 0,0 0 0,0 0 0,0 0 0,0 1 0,0-1 0,0 0 0,0 0 0,0 0 0,0 0 0,0 0 0,0 0 0,0 0 0,0 1 0,0-1 0,0 0 0,0 0 0,0 0 0,0 0 0,0 0 0,0 0 0,0 0 0,0 1 0,0-1 0,0 0 0,0 0 0,0 0 0,0 0 0,0 0 0,0 0 0,0 0 0,-1 0 0,1 0 0,0 0 0,0 1 0,0-1 0,0 0 0,0 0 0,0 0 0,0 0 0,0 0 0,-1 0 0,1 0 0,0 0 0,0 0 0,0 0 0,0 0 0,0 0 0,0 0 0,0 0 0,-1 0 0,1 0 0,0 0 0,0 0 0,0 0 0,0 0 0,0 0 0,0 0 0,3 9 0,6 8 0,0 0 0,1-1 0,1-1 0,0 1 0,1-2 0,1 0 0,18 16 0,-29-28 0,1 0 0,-1 0 0,1-1 0,0 1 0,-1-1 0,1 1 0,0-1 0,0 0 0,0 0 0,3 1 0,-5-2 0,0 0 0,0 0 0,0 0 0,1 0 0,-1 0 0,0 0 0,0-1 0,0 1 0,0 0 0,0 0 0,0-1 0,0 1 0,0-1 0,0 1 0,0-1 0,0 1 0,0-1 0,-1 0 0,1 1 0,0-1 0,0 0 0,0 0 0,-1 1 0,1-1 0,-1 0 0,1 0 0,0 0 0,-1 0 0,1 0 0,-1 0 0,0 0 0,1-2 0,1-5 0,0 1 0,-1-2 0,0 1 0,0 0 0,-1 0 0,0 0 0,-2-12 0,1-24 0,1 43 0,0-1 0,0 1 0,0 0 0,0 0 0,0-1 0,1 1 0,-1 0 0,1 0 0,-1-1 0,1 1 0,-1 0 0,1 0 0,-1 0 0,1 0 0,0 0 0,0 0 0,0 0 0,0-1 0,0 1 0,0 1 0,0-1 0,0 1 0,0 0 0,0-1 0,0 1 0,0 0 0,0 0 0,0-1 0,0 1 0,0 0 0,0 0 0,0 0 0,0 0 0,0 0 0,0 1 0,2-1 0,2 2 0,-1-1 0,1 1 0,-1 0 0,0 0 0,0 1 0,0-1 0,0 1 0,4 4 0,12 9-119,108 98-1127,-118-104-5580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24575,'27'55'0,"2"-2"0,65 89 0,-90-137 0,0 0 0,1 0 0,0-1 0,0 0 0,0 0 0,9 6 0,-13-9 0,0-1 0,0 1 0,0 0 0,0-1 0,0 0 0,1 1 0,-1-1 0,0 0 0,0 1 0,0-1 0,0 0 0,0 0 0,0 0 0,1 0 0,-1 0 0,0 0 0,0 0 0,0 0 0,0 0 0,0-1 0,1 1 0,-1-1 0,0 1 0,0 0 0,0-1 0,0 0 0,0 1 0,0-1 0,0 0 0,0 1 0,-1-1 0,1 0 0,0 0 0,0 0 0,-1 0 0,1 1 0,0-1 0,-1 0 0,1 0 0,-1-1 0,1 1 0,-1 0 0,1 0 0,-1 0 0,0-1 0,3-10 0,-1 0 0,-1 0 0,0 0 0,0 0 0,-1 0 0,-3-23 0,2 21 0,-19-119 0,20 133 0,0 0 0,0 0 0,0 0 0,0-1 0,0 1 0,0 0 0,0 0 0,0 0 0,0 0 0,0 0 0,0 0 0,0 0 0,0-1 0,0 1 0,0 0 0,0 0 0,0 0 0,0 0 0,0 0 0,0 0 0,0 0 0,0-1 0,0 1 0,0 0 0,0 0 0,0 0 0,0 0 0,1 0 0,-1 0 0,0 0 0,0 0 0,0 0 0,0 0 0,0-1 0,0 1 0,0 0 0,0 0 0,0 0 0,1 0 0,-1 0 0,0 0 0,0 0 0,0 0 0,0 0 0,0 0 0,0 0 0,0 0 0,1 0 0,-1 0 0,0 0 0,0 0 0,0 0 0,0 0 0,0 0 0,0 0 0,0 0 0,0 0 0,1 0 0,-1 0 0,0 0 0,10 8 0,8 12 0,26 35 0,-20-23 0,47 46 0,-62-69 0,1-1 0,-1 0 0,1-1 0,1 0 0,0-1 0,0 0 0,0 0 0,0-1 0,20 5 0,-29-9 0,0-1 0,0 1 0,0-1 0,0 1 0,0-1 0,0 0 0,0 0 0,0 0 0,0 0 0,0 0 0,-1 0 0,1-1 0,0 1 0,0-1 0,0 1 0,0-1 0,3-1 0,-4 0 0,0 1 0,1 0 0,-1-1 0,0 1 0,0 0 0,0-1 0,0 0 0,0 1 0,0-1 0,-1 0 0,1 1 0,-1-1 0,1 0 0,-1 1 0,1-1 0,-1 0 0,0 0 0,0 0 0,0-2 0,-1-23 0,-1 0 0,-1 0 0,-1 0 0,-9-31 0,13 57 0,-1 1 0,1 0 0,0-1 0,0 1 0,0-1 0,0 1 0,0-1 0,-1 1 0,1-1 0,0 1 0,0-1 0,0 1 0,0 0 0,1-1 0,-1 1 0,0-1 0,0 1 0,0-1 0,0 1 0,0-1 0,1 1 0,-1-1 0,0 1 0,1 0 0,-1 0 0,1-1 0,-1 1 0,0 0 0,1 0 0,-1 0 0,0 0 0,1 0 0,-1 0 0,0 0 0,1 0 0,-1 1 0,0-1 0,1 0 0,-1 0 0,0 0 0,1 0 0,-1 0 0,0 0 0,1 1 0,-1-1 0,22 17 0,-17-13 0,75 66 52,-47-39-760,56 39-1,-80-64-6117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250 215 24575,'-18'-24'0,"-58"-74"0,62 83 0,0 0 0,-1 1 0,-32-24 0,45 37 0,1 0 0,-1 0 0,0 0 0,1 0 0,-1 0 0,0 0 0,0 0 0,0 0 0,0 1 0,0-1 0,0 1 0,0 0 0,0-1 0,0 1 0,0 0 0,0 0 0,-3 1 0,3-1 0,1 1 0,0 0 0,-1 0 0,1 0 0,0 0 0,-1 0 0,1 0 0,0 0 0,0 0 0,0 0 0,0 1 0,0-1 0,0 0 0,0 1 0,0-1 0,1 1 0,-1-1 0,1 1 0,-1-1 0,1 1 0,-1 2 0,-1 6 0,0 0 0,1 0 0,0 0 0,1 0 0,0 0 0,0 0 0,1 0 0,1 0 0,0 0 0,3 11 0,1-2 0,0 0 0,2-1 0,0 0 0,13 21 0,-14-28 0,0-1 0,1 0 0,0 0 0,11 10 0,-15-16 0,1 0 0,-1-1 0,1 1 0,-1-1 0,1 0 0,0 0 0,0-1 0,0 0 0,1 1 0,-1-2 0,10 3 0,-12-3 0,-1-1 0,0 0 0,1 0 0,-1 0 0,1-1 0,-1 1 0,0 0 0,1-1 0,-1 0 0,0 1 0,1-1 0,-1 0 0,0 0 0,0 0 0,0-1 0,0 1 0,0 0 0,0-1 0,0 0 0,0 1 0,0-1 0,-1 0 0,1 0 0,-1 0 0,1 0 0,-1 0 0,0 0 0,0 0 0,0 0 0,1-3 0,1-4 0,0 0 0,-1 0 0,0 0 0,0 0 0,-1 0 0,0-15 0,0 16-72,-2 0 1,1 0-1,-1 0 0,0 0 0,-1 0 0,0 0 0,0 0 0,-1 1 1,0-1-1,0 1 0,-1 0 0,1 0 0,-2 0 0,1 0 0,-1 1 1,0-1-1,0 1 0,-10-8 0,3 4-6754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90 431 24575,'-12'10'0,"1"0"0,0 1 0,1 0 0,1 0 0,-10 16 0,16-24 0,1 0 0,0 1 0,0-1 0,1 1 0,-1-1 0,1 1 0,0 0 0,0-1 0,0 1 0,0 0 0,1 0 0,-1 0 0,1 0 0,0 0 0,0-1 0,1 1 0,-1 0 0,1 0 0,0 0 0,0 0 0,0-1 0,0 1 0,1 0 0,3 6 0,1-2 0,0 0 0,0 0 0,1-1 0,-1 0 0,10 8 0,-11-11 0,0-1 0,0 1 0,0-1 0,1 0 0,-1-1 0,1 1 0,-1-1 0,1 0 0,10 2 0,-14-3 0,0-1 0,1 0 0,-1 0 0,0 1 0,0-1 0,0-1 0,1 1 0,-1 0 0,0-1 0,0 1 0,0-1 0,1 1 0,-1-1 0,0 0 0,0 0 0,0 0 0,3-2 0,-3 1 0,0-1 0,0 1 0,0 0 0,0 0 0,0-1 0,-1 1 0,1-1 0,-1 0 0,0 1 0,1-1 0,0-5 0,1-6 0,-1 1 0,0-1 0,-1 0 0,-1-22 0,0 27 0,-1-34 0,-3 0 0,-1 0 0,-2 1 0,-17-54 0,3 29 0,-56-118 0,76 182 0,-8-14 0,9 16 0,0 0 0,-1 1 0,1-1 0,0 1 0,-1-1 0,1 1 0,-1-1 0,1 1 0,0-1 0,-1 1 0,1-1 0,-1 1 0,0-1 0,1 1 0,-1 0 0,1-1 0,-1 1 0,1 0 0,-1-1 0,0 1 0,0 0 0,0 0 0,1 1 0,-1-1 0,1 1 0,0-1 0,-1 1 0,1-1 0,-1 1 0,1-1 0,0 1 0,-1-1 0,1 1 0,0 0 0,0-1 0,0 1 0,-1 0 0,1-1 0,0 1 0,0 0 0,0-1 0,0 1 0,0-1 0,0 2 0,0 17 0,0-18 0,2 22 0,1-1 0,0 1 0,2-1 0,1 0 0,12 32 0,55 101 0,-65-140 0,11 18-90,2 0-1,2-1 1,29 32-1,-27-33-912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24575,'30'29'0,"43"35"0,-64-57 0,1-1 0,-1 0 0,15 6 0,-22-10 0,0-1 0,0-1 0,0 1 0,0 0 0,0 0 0,0-1 0,0 1 0,0-1 0,0 0 0,0 1 0,0-1 0,1 0 0,-1 0 0,0-1 0,0 1 0,0 0 0,0-1 0,0 1 0,0-1 0,0 0 0,0 1 0,0-1 0,0 0 0,0 0 0,2-2 0,-2 0 0,0 1 0,-1-1 0,1 1 0,-1-1 0,1 0 0,-1 0 0,0 0 0,0 0 0,0 1 0,-1-1 0,1-1 0,-1 1 0,1 0 0,-1 0 0,0 0 0,0 0 0,-1-3 0,0-5 0,-1 1 0,0-1 0,-5-15 0,4 18 0,4 13 0,6 14 0,0-8 15,0 0 1,0 0-1,10 9 0,3 4-1441,-10-11-5400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179 639 24575,'-16'-97'0,"-4"0"0,-33-95 0,-17-30 0,69 218 0,1 2 0,-1-1 0,0 0 0,0 1 0,0-1 0,0 1 0,-1 0 0,1-1 0,-3-3 0,3 6 0,1 0 0,0 0 0,0 0 0,-1 0 0,1 0 0,0 0 0,0 0 0,0 0 0,0 0 0,-1 0 0,1 1 0,0-1 0,0 0 0,0 0 0,-1 0 0,1 0 0,0 0 0,0 1 0,0-1 0,0 0 0,0 0 0,0 0 0,0 1 0,-1-1 0,1 0 0,0 0 0,0 0 0,0 1 0,0-1 0,0 0 0,0 0 0,0 0 0,0 1 0,0-1 0,0 0 0,0 0 0,0 0 0,0 1 0,0-1 0,0 0 0,0 1 0,-1 10 0,0 26 0,2-1 0,1 1 0,1 0 0,17 68 0,-14-83 0,1-1 0,1-1 0,0 1 0,2-1 0,1-1 0,0 1 0,1-2 0,1 0 0,22 23 0,-23-27 60,24 18 0,-31-28-225,0-1 0,0 1 0,1-1 0,-1 0 0,1-1 0,-1 1 0,1-1 0,10 2 0,-4-2-6661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24575,'-8'1'0,"1"0"0,-1 1 0,0 0 0,1 0 0,-14 6 0,19-7 0,1 0 0,-1 0 0,1 0 0,-1 0 0,1 0 0,-1 0 0,1 1 0,-1-1 0,1 0 0,0 1 0,0-1 0,0 1 0,0-1 0,0 1 0,0-1 0,0 1 0,0 0 0,1-1 0,-1 1 0,1 0 0,-1 0 0,1 0 0,0-1 0,0 1 0,-1 0 0,1 0 0,0 0 0,1 0 0,-1 0 0,1 2 0,1 4 0,1 0 0,0 0 0,0-1 0,1 1 0,0-1 0,10 13 0,-1-2 0,22 21 0,-27-30 0,1-1 0,0 0 0,1-1 0,16 10 0,-23-15 0,1 0 0,-1 0 0,1 0 0,0-1 0,0 1 0,-1-1 0,1 0 0,0 0 0,0-1 0,0 1 0,1-1 0,-1 0 0,0 0 0,0 0 0,0-1 0,0 1 0,4-2 0,-6 1 0,-1 1 0,1-1 0,0 0 0,-1 0 0,1 0 0,0 0 0,-1 0 0,0 0 0,1 0 0,-1 0 0,1-1 0,-1 1 0,0-1 0,0 1 0,0-1 0,0 1 0,1-4 0,0 2 0,-1-1 0,0 1 0,0-1 0,-1 1 0,1-1 0,-1 0 0,1 1 0,-1-7 0,-1 2 0,0 0 0,-1 0 0,1 0 0,-1 0 0,-1 0 0,1 0 0,-7-11 0,4 10 17,0 1 0,-1 0 1,0-1-1,0 2 0,-1-1 0,-12-10 0,14 14-141,0 1 0,0-1 1,0 1-1,0 0 0,-1 0 0,1 0 1,-1 1-1,0 0 0,1 0 0,-1 1 1,-12-2-1,5 2-6702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9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111 224 24575,'0'-3'0,"-1"-1"0,-1 1 0,1 0 0,0-1 0,-3-3 0,4 7 0,0 0 0,0 0 0,0-1 0,0 1 0,-1 0 0,1 0 0,0 0 0,0-1 0,0 1 0,0 0 0,-1 0 0,1 0 0,0 0 0,0 0 0,-1-1 0,1 1 0,0 0 0,0 0 0,-1 0 0,1 0 0,0 0 0,0 0 0,-1 0 0,1 0 0,0 0 0,0 0 0,-1 0 0,1 0 0,0 0 0,-1 0 0,1 0 0,-1 1 0,1 0 0,-1-1 0,0 1 0,1-1 0,-1 1 0,1 0 0,-1-1 0,1 1 0,0 0 0,-1 0 0,1-1 0,0 1 0,-1 0 0,1 1 0,-3 11 0,0 0 0,2 0 0,-1 1 0,2-1 0,0 1 0,2 19 0,-2-24 0,2 6 0,0 0 0,1 0 0,0 0 0,1 0 0,1 0 0,0-1 0,1 0 0,1 0 0,0 0 0,1-1 0,0 0 0,1 0 0,15 15 0,-24-27 0,1 0 0,0-1 0,-1 1 0,1 0 0,0 0 0,0-1 0,-1 1 0,1-1 0,0 1 0,0-1 0,0 1 0,0-1 0,0 1 0,0-1 0,0 0 0,0 0 0,0 1 0,2-1 0,-3 0 0,0 0 0,0 0 0,1 0 0,-1 0 0,0 0 0,1-1 0,-1 1 0,0 0 0,0 0 0,1 0 0,-1 0 0,0-1 0,0 1 0,1 0 0,-1 0 0,0 0 0,0-1 0,0 1 0,0 0 0,1 0 0,-1-1 0,0 1 0,0 0 0,0-1 0,0-12 0,-7-11 0,-1 1 0,0-1 0,-2 2 0,-24-41 0,1 1 0,14 21 0,1 0 0,2-2 0,-15-64 0,28 94 0,0 0 0,0 0 0,1-1 0,0-16 0,2 30 0,0 0 0,0 0 0,0 1 0,0-1 0,1 0 0,-1 0 0,0 0 0,0 0 0,0 1 0,0-1 0,0 0 0,1 0 0,-1 0 0,0 0 0,0 0 0,0 1 0,0-1 0,1 0 0,-1 0 0,0 0 0,0 0 0,0 0 0,1 0 0,-1 0 0,0 0 0,0 0 0,0 0 0,1 0 0,-1 0 0,0 0 0,0 0 0,1 0 0,-1 0 0,0 0 0,0 0 0,0 0 0,1 0 0,-1 0 0,0 0 0,0 0 0,0 0 0,1-1 0,-1 1 0,0 0 0,0 0 0,0 0 0,0 0 0,0 0 0,1-1 0,-1 1 0,0 0 0,0 0 0,0 0 0,0-1 0,0 1 0,0 0 0,0 0 0,0 0 0,0-1 0,1 1 0,-1 0 0,0 0 0,0 0 0,0-1 0,0 1 0,0 0 0,0 0 0,-1-1 0,13 15 0,19 32 0,-19-26 0,2-1 0,28 34 0,10-1 0,119 115 0,-137-137 0,1-2 0,2-2 0,49 28 0,-76-48 0,-7-4 0,1 0 0,0 0 0,0 0 0,0 0 0,1 0 0,6 1 0,-11-3 0,1 0 0,0 0 0,-1 0 0,1 0 0,0 0 0,0 0 0,-1 0 0,1 0 0,0-1 0,-1 1 0,1 0 0,0 0 0,-1-1 0,1 1 0,-1 0 0,1-1 0,0 1 0,-1 0 0,1-1 0,0 0 0,0 0 0,0-1 0,-1 1 0,1 0 0,0 0 0,-1 0 0,1-1 0,-1 1 0,0 0 0,1-1 0,-1 1 0,0 0 0,0-3 0,1-10 0,-1-1 0,0 0 0,-1 0 0,-1 0 0,-5-20 0,-25-72 0,14 51 0,6 16-75,8 21-183,-2 1 0,0-1 0,-1 1 0,-11-20 0,10 25-6568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0 24575,'-30'3'0,"-15"0"0,-5 0 0,1 0 0,6-1 0,6-1 0,7 0 0,5-1 0,5 0 0,3 0 0,2 0 0,1-1 0,1 1 0,2 0-8191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77 24575,'-28'-10'0,"-14"-6"0,-5 0 0,4 3 0,3 3 0,6 4 0,7 2 0,5 3 0,3 0 0,4 2 0,1-1 0,2 4 0,2 2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28 24575,'-1'-6'0,"0"4"0,1-1 0,-1 0 0,0 1 0,0-1 0,0 1 0,-2-4 0,3 6 0,0 0 0,0 0 0,0 0 0,0 0 0,0 0 0,0 0 0,0-1 0,0 1 0,0 0 0,0 0 0,0 0 0,0 0 0,0 0 0,0 0 0,-1 0 0,1 0 0,0 0 0,0 0 0,0 0 0,0 0 0,0 0 0,0 0 0,0 0 0,0 0 0,0 0 0,0 0 0,0 0 0,0 0 0,0 0 0,0 0 0,0 0 0,-1 0 0,1 0 0,0 0 0,0 0 0,0 0 0,0 0 0,0 0 0,0 0 0,0 1 0,0-1 0,0 0 0,0 0 0,0 0 0,0 0 0,0 0 0,0 0 0,0 0 0,0 0 0,0 0 0,0 0 0,0 0 0,0 0 0,0 0 0,0 0 0,0 0 0,0 0 0,0 0 0,0 1 0,0-1 0,0 0 0,-2 7 0,0 8 0,1 3 0,1 0 0,0-1 0,1 1 0,1 0 0,1-1 0,1 0 0,0 1 0,12 28 0,-10-33 0,1 0 0,1-1 0,0 0 0,0 0 0,1 0 0,14 12 0,-22-22 14,1-1-1,0 1 0,-1 0 0,0 0 1,1 0-1,-1 0 0,0 0 1,2 4-1,-3-5-78,0 0 1,0 0-1,0 0 1,1 0-1,-1 0 1,0 0-1,-1 0 0,1 0 1,0 0-1,0 0 1,0 0-1,-1 0 1,1 0-1,0 0 0,-1 0 1,1 0-1,-1 0 1,1 0-1,-1 0 1,1-1-1,-1 1 1,0 1-1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3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24575,'0'16'0,"1"0"0,1 0 0,7 27 0,19 46 0,-6-18 0,-6-24 0,4 19 0,-18-57 0,0 0 0,-1 0 0,0 0 0,-1 0 0,0 12 0,0-20 0,0 1 0,0-1 0,0 0 0,-1 0 0,1 0 0,0 0 0,0 0 0,-1 0 0,1 0 0,-1 0 0,1 0 0,-1 0 0,1 0 0,-1 0 0,0 0 0,1 0 0,-2 1 0,1-2 0,0 0 0,1 1 0,-1-1 0,1 0 0,-1 0 0,0 0 0,1 1 0,-1-1 0,0 0 0,1 0 0,-1 0 0,0 0 0,1 0 0,-1 0 0,0 0 0,1 0 0,-1 0 0,1 0 0,-1 0 0,0-1 0,0 1 0,-1-1 0,1 0 0,0 1 0,0-1 0,0 0 0,-1 0 0,1 0 0,0 0 0,0 0 0,0 0 0,0 0 0,1 0 0,-1 0 0,0-1 0,0 1 0,1 0 0,-1 0 0,1-1 0,-1 1 0,1 0 0,-1-1 0,1 1 0,0-1 0,0 1 0,0 0 0,0-1 0,0-1 0,0 1 0,0 0 0,0 0 0,1 1 0,-1-1 0,1 0 0,-1 0 0,1 0 0,0 0 0,0 1 0,0-1 0,0 0 0,0 1 0,0-1 0,0 1 0,1-1 0,2-1 0,-2 1 0,1 0 0,0 0 0,0 0 0,-1 1 0,1 0 0,0 0 0,1-1 0,-1 2 0,4-2 0,2 1 0,0 0 0,1 0 0,-1 1 0,0 0 0,0 1 0,12 2 0,-3 1 0,0 1 0,0 0 0,25 11 0,-34-11 0,0-1 0,0 1 0,-1 1 0,1-1 0,-1 2 0,-1-1 0,1 1 0,6 8 0,-12-14 0,-1 1 0,1 0 0,-1 0 0,0 0 0,0 0 0,0 0 0,0 0 0,0 0 0,0 0 0,0 1 0,-1-1 0,1 0 0,-1 0 0,1 1 0,-1-1 0,0 0 0,0 3 0,-1-3 0,1 0 0,-1 0 0,1 0 0,-1-1 0,0 1 0,0 0 0,0 0 0,0 0 0,0-1 0,0 1 0,0-1 0,-1 1 0,1-1 0,-1 1 0,1-1 0,-1 0 0,1 0 0,-1 1 0,-3 0 0,-9 5 0,0-1 0,0 0 0,0-1 0,-1-1 0,0 0 0,0-1 0,0-1 0,0 0 0,0-1 0,-17-1 0,29 0 0,1 0 0,-1-1 0,1 1 0,0-1 0,-1 1 0,1-1 0,-3-2 0,4 3 0,1 0 0,0 0 0,0 0 0,0 0 0,-1 0 0,1 0 0,0 0 0,0-1 0,0 1 0,0 0 0,-1 0 0,1 0 0,0-1 0,0 1 0,0 0 0,0 0 0,0 0 0,0-1 0,0 1 0,-1 0 0,1 0 0,0 0 0,0-1 0,0 1 0,0 0 0,0 0 0,0-1 0,0 1 0,0 0 0,0 0 0,1-1 0,-1 0 0,1 1 0,-1-1 0,1 0 0,-1 1 0,1-1 0,-1 1 0,1-1 0,0 1 0,-1 0 0,1-1 0,0 1 0,-1-1 0,2 1 0,10-5 0,0 1 0,1 1 0,-1 0 0,17-1 0,8-3 0,19-4 0,38-10 0,-77 17 0,-1-2 0,1 0 0,20-11 0,-33 15 0,0 0 0,0-1 0,-1 1 0,1-1 0,-1 0 0,0 0 0,0 0 0,0-1 0,0 1 0,0-1 0,3-5 0,-5 8 0,-1-1 0,1 0 0,0 0 0,-1 0 0,1 0 0,-1 0 0,1 0 0,-1 0 0,0 0 0,0 0 0,0 0 0,0 1 0,0-1 0,0 0 0,-1 0 0,1 0 0,-1 0 0,1 0 0,-1 0 0,0 0 0,0 0 0,0 1 0,0-1 0,0 0 0,0 1 0,0-1 0,-2-2 0,-1 1 0,0-1 0,0 1 0,0 0 0,-1 0 0,1 0 0,-1 1 0,0-1 0,1 1 0,-1 0 0,-10-2 0,12 3 0,0 0 0,1 1 0,-1-1 0,0 1 0,0-1 0,0 1 0,0 0 0,0 0 0,0 1 0,0-1 0,0 1 0,0-1 0,0 1 0,1 0 0,-1 0 0,0 0 0,0 0 0,1 1 0,-1-1 0,-4 4 0,6-4 0,0 1 0,-1 0 0,1-1 0,0 1 0,0 0 0,0 0 0,1 0 0,-1 0 0,0 0 0,1-1 0,-1 1 0,1 0 0,0 0 0,-1 0 0,1 1 0,0-1 0,0 0 0,1 0 0,-1 0 0,0 0 0,1 0 0,-1 0 0,1 0 0,-1-1 0,1 1 0,0 0 0,2 3 0,1 4 0,1-1 0,0 0 0,1 0 0,10 11 0,-6-9 0,1 0 0,1 0 0,-1-1 0,1 0 0,1-1 0,0-1 0,0 0 0,0-1 0,1 0 0,0-1 0,0 0 0,0-1 0,29 4 0,-40-8 10,1 0 0,-1 0 0,1 0 0,0 0 0,-1-1 0,1 0 0,-1 1 0,1-1 0,-1 0 0,1-1 0,4-1 0,-6 1-93,0 1 1,0 0-1,0-1 1,0 1-1,-1-1 1,1 0-1,0 1 1,-1-1-1,1 0 1,-1 0-1,0 0 1,0 0-1,1 0 1,-1 0-1,-1-1 1,1 1-1,1-5 1,0-4-6744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60 24575,'-13'-8'0,"-5"-4"0,-34-16 0,48 26 0,-1 0 0,1 0 0,-1 1 0,1 0 0,-1-1 0,0 2 0,0-1 0,1 0 0,-1 1 0,0 0 0,0 0 0,0 0 0,-7 2 0,11-1 0,-1-1 0,1 1 0,0-1 0,-1 1 0,1-1 0,0 1 0,-1 0 0,1-1 0,0 1 0,0 0 0,0 0 0,0 0 0,0 0 0,0 0 0,0 0 0,0 1 0,0-1 0,0 0 0,1 0 0,-2 3 0,1-2 0,1 1 0,-1-1 0,1 1 0,0-1 0,-1 1 0,1-1 0,1 1 0,-1-1 0,0 1 0,0-1 0,2 4 0,0 1 0,1 1 0,0-1 0,0 1 0,1-1 0,0 0 0,7 10 0,-2-5 0,0-2 0,0 1 0,1-1 0,1 0 0,18 13 0,-22-19 0,0 0 0,1 0 0,-1 0 0,0-1 0,1 0 0,0-1 0,0 0 0,0 0 0,0 0 0,0-1 0,10 0 0,-12-1 24,1 0 0,0 0 0,-1-1 0,11-2 0,-14 2-138,0 0 0,0 0-1,0 0 1,-1 0 0,1-1 0,0 1-1,-1-1 1,0 0 0,1 0 0,-1 0-1,0 0 1,3-3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24575,'-3'1'0,"0"0"0,0 0 0,1 1 0,-1-1 0,0 1 0,0 0 0,1 0 0,-1 0 0,1 0 0,0 0 0,0 1 0,-1-1 0,2 1 0,-1-1 0,-2 4 0,3-4 0,0 1 0,1-1 0,-1 1 0,1-1 0,-1 1 0,1-1 0,0 1 0,0-1 0,0 1 0,0-1 0,0 1 0,0-1 0,1 1 0,-1-1 0,1 1 0,0-1 0,0 0 0,0 1 0,2 3 0,0-1 0,0 1 0,1-1 0,0 0 0,0 0 0,0 0 0,1 0 0,-1-1 0,1 0 0,0 0 0,1 0 0,-1-1 0,12 6 0,-15-8 0,1 0 0,-1 0 0,1 0 0,-1 0 0,1 0 0,0-1 0,-1 1 0,1-1 0,0 0 0,-1 0 0,1 0 0,0 0 0,0 0 0,-1-1 0,1 1 0,0-1 0,-1 1 0,1-1 0,-1 0 0,1 0 0,-1 0 0,0-1 0,1 1 0,-1-1 0,0 1 0,0-1 0,0 0 0,0 1 0,0-1 0,0 0 0,0-1 0,2-2 0,-1 0 0,-1 0 0,1 0 0,-1 0 0,0 0 0,0 0 0,0 0 0,-1 0 0,0-1 0,1-5 0,-2 7 0,0 0 0,0 1 0,0-1 0,0 0 0,0 1 0,-1-1 0,0 1 0,0-1 0,0 1 0,0-1 0,0 1 0,-1-1 0,1 1 0,-4-5 0,-1 3 0,3 8 0,5 12 0,3-4 0,0-1 0,0 1 0,1-1 0,0-1 0,1 1 0,0-1 0,1 0 0,0 0 0,12 10 0,-15-15 0,1 1 0,1 0 0,-1-1 0,0-1 0,1 1 0,0-1 0,0 0 0,0 0 0,0-1 0,0 0 0,1 0 0,-1-1 0,1 0 0,-1 0 0,12 0 0,-18-1 0,0 0 0,1-1 0,-1 1 0,0 0 0,1 0 0,-1-1 0,0 1 0,1-1 0,-1 1 0,0-1 0,0 0 0,0 1 0,0-1 0,0 0 0,1 0 0,-1 0 0,-1 1 0,1-1 0,0 0 0,0 0 0,0-1 0,0 0 0,1-1 0,-1 1 0,0-1 0,-1 1 0,1-1 0,0 0 0,-1 1 0,0-1 0,1 0 0,-1 0 0,-1-3 0,1-3 0,-2 0 0,1 0 0,-1 1 0,-1-1 0,-5-15 0,6 19 0,-1 1 0,1-1 0,0 0 0,0 1 0,1-1 0,0 0 0,-1-5 0,2 10 0,0-1 0,0 1 0,0 0 0,0 0 0,0 0 0,0 0 0,0 0 0,0 0 0,0 0 0,0-1 0,0 1 0,0 0 0,0 0 0,0 0 0,0 0 0,0 0 0,0 0 0,0 0 0,0-1 0,0 1 0,0 0 0,0 0 0,0 0 0,0 0 0,0 0 0,0 0 0,0 0 0,0 0 0,1 0 0,-1-1 0,0 1 0,0 0 0,0 0 0,0 0 0,0 0 0,0 0 0,0 0 0,0 0 0,1 0 0,-1 0 0,0 0 0,0 0 0,0 0 0,0 0 0,0 0 0,0 0 0,0 0 0,1 0 0,-1 0 0,0 0 0,0 0 0,8 5 0,7 8 0,-2 0 0,3 3 0,30 26 0,-41-39 0,-1 0 0,1 1 0,0-1 0,0-1 0,0 1 0,0-1 0,1 0 0,-1 0 0,1-1 0,-1 1 0,1-1 0,6 0 0,-10-1 0,-1 0 0,0 1 0,0-2 0,0 1 0,0 0 0,0 0 0,1 0 0,-1 0 0,0-1 0,0 1 0,0-1 0,0 1 0,0-1 0,0 1 0,0-1 0,0 1 0,0-1 0,0 0 0,-1 1 0,1-1 0,0 0 0,0 0 0,-1 0 0,1 0 0,0 0 0,-1 0 0,1 0 0,-1 0 0,1-1 0,0-3 0,1 1 0,-2-1 0,1 0 0,-1 0 0,0-8 0,0 9 0,0-1 0,1 1 0,-1 0 0,2-8 0,-2 11 0,1 0 0,-1 1 0,0-1 0,1 1 0,-1-1 0,0 1 0,1-1 0,-1 1 0,1-1 0,-1 1 0,1 0 0,-1-1 0,0 1 0,1-1 0,0 1 0,-1 0 0,1 0 0,-1-1 0,1 1 0,-1 0 0,1 0 0,0 0 0,-1-1 0,1 1 0,-1 0 0,1 0 0,0 0 0,-1 0 0,1 0 0,-1 0 0,1 1 0,0-1 0,-1 0 0,1 0 0,-1 0 0,1 0 0,0 1 0,-1-1 0,1 0 0,-1 1 0,1-1 0,0 1 0,23 15 0,-7-1-455,1-1 0,31 20 0,-38-28-6371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61 24575,'-14'-13'0,"8"7"0,1 1 0,-1 0 0,0 0 0,0 0 0,0 1 0,0 0 0,-1 0 0,-14-5 0,21 9 0,0 0 0,0 0 0,0 0 0,-1 0 0,1 0 0,0 0 0,0 0 0,0-1 0,0 1 0,-1 0 0,1 0 0,0 1 0,0-1 0,0 0 0,0 0 0,-1 0 0,1 0 0,0 0 0,0 0 0,0 0 0,0 0 0,0 0 0,-1 0 0,1 0 0,0 0 0,0 0 0,0 0 0,0 1 0,0-1 0,0 0 0,0 0 0,-1 0 0,1 0 0,0 0 0,0 0 0,0 1 0,0-1 0,0 0 0,0 0 0,0 1 0,1 7 0,8 10 0,9 11 0,1-1 0,28 32 0,52 47 0,-82-90 0,-11-12 0,0 1 0,0 0 0,0 0 0,-1 1 0,8 11 0,-13-17 0,0-1 0,0 0 0,0 0 0,0 0 0,0 1 0,0-1 0,0 0 0,0 0 0,0 0 0,0 1 0,0-1 0,0 0 0,0 0 0,0 0 0,0 1 0,0-1 0,0 0 0,0 0 0,0 0 0,0 1 0,0-1 0,0 0 0,0 0 0,0 0 0,-1 0 0,1 1 0,0-1 0,0 0 0,0 0 0,0 0 0,0 0 0,-1 0 0,1 1 0,0-1 0,0 0 0,0 0 0,-1 0 0,-10 3 0,-11-3 0,11-2 0,0 0 0,-1-1 0,-13-5 0,14 5 0,0-1 0,-22-3 0,21 7-1365,2 2-5461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24575,'77'-186'0,"-78"185"0,-1 3 0,-9 7 0,-10 13 0,18-18 0,0 1 0,0-1 0,0 0 0,0 1 0,1 0 0,0-1 0,0 1 0,0 0 0,1 0 0,0 0 0,0 1 0,-1 5 0,2-7 0,0-1 0,0 0 0,0 0 0,1 1 0,-1-1 0,1 0 0,0 0 0,0 1 0,0-1 0,0 0 0,1 0 0,-1 0 0,1 0 0,0-1 0,0 1 0,0 0 0,0-1 0,0 1 0,0-1 0,4 3 0,5 3 0,0-1 0,0 0 0,1 0 0,0-1 0,20 6 0,67 17 0,-81-25 0,21 5 0,1-1 0,0-2 0,1-2 0,44-1 0,-66-3-1365,-4 0-5461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24575,'33'6'0,"-7"-2"0,-1 0 0,0 2 0,0 1 0,44 19 0,-67-25 0,1 0 0,-1 1 0,0-1 0,1 1 0,-1 0 0,0 0 0,0-1 0,0 1 0,-1 0 0,1 1 0,0-1 0,-1 0 0,1 0 0,1 4 0,-3-5 0,0 0 0,0 0 0,1 0 0,-1 0 0,0 0 0,0 0 0,0-1 0,0 1 0,0 0 0,0 0 0,0 0 0,0 0 0,-1 0 0,1 0 0,0-1 0,0 1 0,-1 0 0,0 1 0,0-1 0,0 1 0,0-1 0,0 0 0,0 0 0,0 0 0,0 0 0,-1 0 0,1-1 0,0 1 0,-1 0 0,1-1 0,0 1 0,-1-1 0,-1 1 0,-12 2 0,0 0 0,0-2 0,0 0 0,0 0 0,-24-4 0,2 2 0,10 0-1365,4 1-5461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78 24575,'6'-6'0,"1"-1"0,0 2 0,0-1 0,0 1 0,0 0 0,1 0 0,12-5 0,-17 9 0,0 0 0,0 0 0,0 1 0,0-1 0,0 1 0,0-1 0,0 1 0,0 0 0,0 0 0,0 0 0,0 0 0,0 1 0,0-1 0,0 1 0,-1 0 0,1 0 0,0 0 0,0 0 0,0 0 0,-1 1 0,1-1 0,-1 1 0,1-1 0,-1 1 0,5 4 0,6 10 0,0-1 0,0 2 0,-2-1 0,19 37 0,-29-51 0,0-1 0,-1 1 0,1 0 0,0 0 0,0 0 0,-1 0 0,1 1 0,-1-1 0,0 0 0,1 0 0,-1 0 0,0 0 0,0 0 0,-1 1 0,1-1 0,0 0 0,-1 0 0,1 0 0,-2 2 0,1-2 0,0-1 0,1 0 0,-1 1 0,-1-1 0,1 0 0,0 0 0,0 0 0,0 0 0,-1 0 0,1 0 0,0 0 0,-1 0 0,1-1 0,-1 1 0,1 0 0,-1-1 0,1 1 0,-1-1 0,1 0 0,-1 1 0,0-1 0,1 0 0,-1 0 0,0 0 0,-2 0 0,-10-2 0,1-1 0,-1 0 0,0 0 0,1-2 0,-16-6 0,8 3 0,-12-5 0,-37-20 0,55 25 0,1-1 0,-1 0 0,2-1 0,-21-19 0,31 26 0,1 1 0,0-1 0,0 0 0,0 0 0,0 0 0,0 0 0,0 0 0,1 0 0,-1 0 0,1 0 0,-1-5 0,2 7 0,0 0 0,0 0 0,-1-1 0,2 1 0,-1 0 0,0 0 0,0 0 0,0 0 0,0-1 0,1 1 0,-1 0 0,0 0 0,1 0 0,-1 0 0,1 0 0,0 0 0,-1 0 0,1 0 0,0 0 0,-1 0 0,1 0 0,0 0 0,0 1 0,0-1 0,0 0 0,0 1 0,0-1 0,0 0 0,0 1 0,0-1 0,0 1 0,0-1 0,0 1 0,0 0 0,3-1 0,4-1 0,1 1 0,-1 0 0,1 0 0,-1 1 0,1 0 0,-1 0 0,11 2 0,62 16 0,-37-8 0,-25-6-682,28 10-1,-35-9-6143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181 224 24575,'-14'-33'0,"-3"1"0,0 0 0,-42-55 0,35 61 0,23 25 0,-1-1 0,0 1 0,0 0 0,1 0 0,-1-1 0,0 1 0,0 0 0,0 1 0,0-1 0,0 0 0,0 1 0,0-1 0,-4 0 0,6 1 0,-1 1 0,0-1 0,0 0 0,0 0 0,0 1 0,1-1 0,-1 0 0,0 1 0,0-1 0,0 1 0,1-1 0,-1 1 0,0-1 0,1 1 0,-1-1 0,1 1 0,-1 0 0,0-1 0,1 1 0,0 0 0,-1 0 0,1-1 0,-1 1 0,1 0 0,0 0 0,-1 0 0,1-1 0,0 1 0,0 0 0,0 0 0,0 1 0,-3 33 0,3-29 0,1 51-73,3-1 1,2 0-1,21 89 0,-6-68-73,60 145 1,-63-179 164,3-2 0,1-1 1,3-1-1,48 62 1,-71-99-130,0 0 0,0 0 0,0 0 0,0 0 0,0 0 0,0 0 0,4 2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67 24575,'-20'-12'0,"-11"-5"0,-7 1 0,0 3 0,0 7 0,2 3 0,2 6 0,2 2 0,4 2 0,6 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8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6 24575,'45'114'0,"44"95"0,-84-199 0,22 49 0,-25-52 0,1 0 0,-1 1 0,0-1 0,-1 1 0,0-1 0,1 10 0,-2-17 0,0 0 0,0 0 0,0 1 0,0-1 0,0 0 0,0 0 0,0 0 0,0 1 0,0-1 0,0 0 0,0 0 0,0 0 0,0 1 0,0-1 0,0 0 0,0 0 0,0 0 0,0 1 0,-1-1 0,1 0 0,0 0 0,0 0 0,0 0 0,0 1 0,0-1 0,0 0 0,-1 0 0,1 0 0,0 0 0,0 0 0,0 1 0,0-1 0,-1 0 0,1 0 0,0 0 0,0 0 0,0 0 0,-1 0 0,1 0 0,-9-5 0,-9-15 0,17 19 0,-24-32 0,1 0 0,1-1 0,2-1 0,2-2 0,1 1 0,-18-54 0,34 81 0,0 1 0,0-1 0,0 1 0,1-1 0,0 0 0,1-16 0,1 22 0,-1 0 0,0 1 0,1-1 0,-1 1 0,1-1 0,0 1 0,0-1 0,0 1 0,0-1 0,0 1 0,0 0 0,1 0 0,-1 0 0,1 0 0,-1 0 0,1 0 0,0 0 0,0 0 0,0 0 0,0 1 0,0-1 0,0 1 0,1 0 0,-1-1 0,0 1 0,1 0 0,2 0 0,6-2 0,-1 1 0,1 1 0,0 0 0,-1 0 0,1 1 0,0 0 0,16 3 0,-7 1 0,0 0 0,38 14 0,-50-15 0,39 17 0,-43-18 0,-1 0 0,1 0 0,-1 0 0,0 0 0,1 1 0,-1-1 0,0 1 0,-1 0 0,1 0 0,2 3 0,-4-5 0,-1 0 0,1-1 0,-1 1 0,0 0 0,1-1 0,-1 1 0,0 0 0,0 0 0,1-1 0,-1 1 0,0 0 0,0 0 0,0-1 0,0 1 0,0 0 0,0 0 0,0-1 0,0 1 0,-1 0 0,1 0 0,0-1 0,0 1 0,-1 1 0,0-1 0,0 0 0,0 0 0,1 0 0,-1 0 0,0 0 0,-1 0 0,1 0 0,0 0 0,0-1 0,0 1 0,0 0 0,-2 0 0,-3 1 0,-1 0 0,1 0 0,0 0 0,-9 0 0,-41 2 21,-86-5-1,53-1-1426,76 2-5420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92 192 24575,'1'-18'0,"-1"-1"0,-2 0 0,1 0 0,-2 1 0,-1-1 0,-10-32 0,13 49 0,1 1 0,-1-1 0,1 1 0,-1 0 0,0-1 0,1 1 0,-1 0 0,0 0 0,0 0 0,0-1 0,0 1 0,0 0 0,0 0 0,0 0 0,-1 0 0,1 1 0,0-1 0,0 0 0,-1 0 0,-1 0 0,2 1 0,0 0 0,0 0 0,-1 1 0,1-1 0,0 0 0,0 1 0,0-1 0,0 0 0,0 1 0,0 0 0,0-1 0,0 1 0,0 0 0,0-1 0,0 1 0,0 0 0,0 0 0,0 0 0,0-1 0,1 1 0,-1 0 0,0 0 0,1 0 0,-1 1 0,0 0 0,-2 4 0,0 0 0,0 0 0,1 0 0,0 0 0,0 0 0,0 1 0,1-1 0,0 1 0,0-1 0,0 8 0,1-11 0,0 1 0,0-1 0,1 1 0,-1-1 0,1 1 0,-1-1 0,1 1 0,0-1 0,1 0 0,-1 0 0,1 1 0,-1-1 0,1 0 0,0 0 0,0-1 0,0 1 0,0 0 0,1-1 0,-1 1 0,5 2 0,0 0 0,0-1 0,0 0 0,1-1 0,-1 0 0,1 0 0,13 2 0,52 7 0,-24-5 0,-19-1 0,-2 0 0,0-1 0,0-1 0,0-2 0,44-1 0,-71-1 0,0 0 0,0 0 0,0 0 0,0 0 0,0 0 0,0 0 0,0-1 0,0 1 0,0 0 0,0-1 0,0 1 0,0 0 0,0-1 0,0 1 0,0-1 0,0 0 0,0 1 0,-1-1 0,1 0 0,0 1 0,0-1 0,-1 0 0,1 0 0,0 0 0,-1 0 0,1 0 0,-1 0 0,1 1 0,-1-1 0,0 0 0,1 0 0,-1 0 0,0-1 0,0 1 0,1 0 0,-1 0 0,0 0 0,0 0 0,0 0 0,0 0 0,-1 0 0,1 0 0,0 0 0,0 0 0,-1 0 0,1 0 0,-1-1 0,-1-4 0,-1 0 0,0 0 0,0 1 0,0-1 0,-1 1 0,-6-8 0,-13-12 0,11 13 0,-17-22 0,27 30 0,-1 0 0,1 0 0,-1 0 0,1 0 0,0-1 0,1 1 0,-1-1 0,1 1 0,0-1 0,-1-6 0,2 10 0,-1 0 0,1 0 0,0 0 0,0 0 0,0 0 0,0-1 0,1 1 0,-1 0 0,0 0 0,0 0 0,1 0 0,-1 0 0,1 0 0,-1 0 0,1 0 0,-1 0 0,1 0 0,-1 0 0,1 1 0,0-1 0,-1 0 0,2-1 0,0 1 0,-1 1 0,1-1 0,-1 0 0,1 1 0,-1-1 0,1 1 0,0-1 0,-1 1 0,1 0 0,0-1 0,-1 1 0,4 0 0,3 1 0,0 0 0,0 1 0,0 0 0,14 5 0,3 0 0,48 10 0,8 1 0,-80-18 0,1 1 0,0 0 0,-1-1 0,1 1 0,-1 0 0,1 0 0,-1 0 0,1 0 0,-1 0 0,1 1 0,-1-1 0,0 0 0,0 0 0,0 1 0,0-1 0,0 1 0,0-1 0,0 1 0,0 0 0,0 2 0,1 2 0,0 1 0,-1 0 0,0-1 0,0 9 0,1 9 0,0-15-91,-1-1 0,1 1 0,0-1 0,1 0 0,-1 0 0,2 0 0,-1 0 0,1 0 0,0-1 0,1 0 0,0 0 0,0 0 0,1 0 0,7 6 0,-5-6-6735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24575,'3'0'0,"0"2"0,0 4 0,0 3 0,-1 3 0,-1 1 0,2 2 0,1-3-8191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56 24575,'-1'3'0,"-6"15"0,0 0 0,-15 25 0,20-39 0,-1 0 0,1 0 0,-1 0 0,0-1 0,0 0 0,0 1 0,0-1 0,0 0 0,-1 0 0,1-1 0,-1 1 0,0-1 0,0 0 0,0 0 0,0 0 0,0 0 0,-5 1 0,5-3 0,1 0 0,0 0 0,0 0 0,-1 0 0,1-1 0,0 1 0,-1-1 0,1 0 0,0 0 0,0 0 0,0 0 0,0-1 0,0 1 0,0-1 0,0 0 0,1 1 0,-1-1 0,0-1 0,-4-3 0,0-2 0,0 0 0,0-1 0,1 1 0,-10-19 0,14 23 0,0-1 0,0 1 0,1-1 0,-1 0 0,1 1 0,0-1 0,1 0 0,-1 0 0,1 0 0,0 1 0,1-10 0,-1 12 0,0 0 0,1 0 0,-1 0 0,0 0 0,1 1 0,0-1 0,-1 0 0,1 1 0,0-1 0,0 0 0,0 1 0,0-1 0,0 1 0,0-1 0,0 1 0,1-1 0,-1 1 0,0 0 0,1 0 0,-1 0 0,1 0 0,-1 0 0,1 0 0,0 0 0,-1 0 0,1 1 0,0-1 0,0 1 0,0-1 0,-1 1 0,1 0 0,0-1 0,2 1 0,10 1-1365,-1 1-5461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4 24575,'-2'0'0,"-2"2"0,-1 2 0,-4-1 0,1-3 0,-1-4 0,3-1 0,3 2 0,4 2 0,5 4 0,4 4 0,-1 2 0,2 4 0,1 1 0,-1-2-8191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255 498 24575,'-41'-35'0,"-2"3"0,-48-27 0,88 57 0,-1 0 0,0 0 0,0 1 0,0-1 0,0 1 0,0-1 0,0 1 0,-6 0 0,9 1 0,-1 0 0,1 0 0,0 0 0,0 0 0,-1 1 0,1-1 0,0 0 0,0 1 0,0-1 0,-1 1 0,1-1 0,0 1 0,0 0 0,0-1 0,0 1 0,0 0 0,0 0 0,0 0 0,0 0 0,0 0 0,1 0 0,-1 0 0,0 0 0,1 0 0,-1 0 0,0 0 0,1 1 0,-1-1 0,1 0 0,0 2 0,-3 6 0,1 1 0,0 0 0,1 0 0,0 0 0,0 0 0,1 0 0,1 0 0,-1 0 0,5 16 0,-1-7 0,1-1 0,0 1 0,2-1 0,9 19 0,-10-26 0,1 1 0,0-1 0,1 0 0,0 0 0,0-1 0,1 0 0,1-1 0,18 16 0,-25-23 0,0 0 0,0-1 0,0 1 0,0 0 0,0-1 0,1 0 0,-1 0 0,0 0 0,1 0 0,-1 0 0,1-1 0,-1 0 0,7 0 0,-8 0 0,0 0 0,-1-1 0,1 1 0,0-1 0,-1 0 0,1 1 0,0-1 0,-1 0 0,1 0 0,-1 0 0,1 0 0,-1 0 0,1-1 0,-1 1 0,0 0 0,0-1 0,1 1 0,-1-1 0,0 1 0,-1-1 0,1 1 0,0-1 0,0 0 0,-1 0 0,1 1 0,-1-1 0,1-2 0,3-12 0,-2 0 0,0 1 0,-1-1 0,-2-28 0,-10-64 0,8 90 0,-20-115 0,-49-160 0,61 254 0,29 115 0,16 51 0,-15-48 0,42 104 0,3-43 0,-57-129-80,-7-17 280,-5-18-1685,2 13-5341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24575,'-5'5'0,"-1"4"0,-1 4 0,2 1 0,2 1 0,3 1 0,2-1 0,3-1 0,4-2 0,2 0 0,2-2 0,-1-3-8191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24575,'5'10'0,"1"6"0,1 0-8191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72 24575,'-20'-11'0,"-56"-28"0,66 35 0,1 0 0,-1 1 0,0 0 0,1 1 0,-1 0 0,-11-1 0,19 3 0,0 0 0,0 0 0,0 0 0,0 0 0,0 0 0,-1 0 0,1 1 0,0-1 0,0 1 0,0-1 0,1 1 0,-1 0 0,0 0 0,0 0 0,0 0 0,0 0 0,1 0 0,-1 1 0,1-1 0,-1 0 0,1 1 0,-1 0 0,1-1 0,0 1 0,0 0 0,0-1 0,0 1 0,0 0 0,0 0 0,0 0 0,0 0 0,1 0 0,-1 0 0,1 0 0,0 0 0,-1 0 0,1 3 0,0 4 0,0-1 0,0 0 0,1 1 0,0-1 0,0 1 0,1-1 0,0 0 0,4 9 0,1-1 0,0-1 0,1 1 0,0-1 0,2-1 0,-1 0 0,2 0 0,0-1 0,24 22 0,-27-28 0,0 0 0,1-1 0,-1-1 0,2 1 0,-1-2 0,19 8 0,-21-10 0,0 0 0,0 0 0,0-1 0,0 0 0,1 0 0,-1-1 0,0 0 0,1 0 0,-1-1 0,12-2 0,-16 2 7,-1 1 0,1-1-1,-1 0 1,1 0 0,-1 0-1,1 0 1,-1 0-1,0-1 1,0 1 0,1-1-1,-1 0 1,0 1 0,0-1-1,-1 0 1,1 0 0,0 0-1,2-4 1,-3 2-131,1 1 0,-1-1 1,1 0-1,-1 0 0,0 1 0,-1-1 1,1 0-1,-1 0 0,1 0 0,-1 0 1,-1-5-1,0-7-6702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24575,'-3'10'0,"0"5"0,2 4 0,2 3 0,3 0 0,3-1 0,3-1 0,0 0 0,1 0 0,1-1 0,-2-2 0,0-3 0,-1-4-8191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0,0 3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24575,'55'197'0,"-35"-114"0,40 101 0,9-44 0,-57-118 0,-9-17-151,0 0-1,-1-1 0,2 1 0,-1 0 1,1-1-1,-1 0 0,1 0 1,7 6-1,1-3-6674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42 24575,'-23'-10'0,"-9"-3"0,0 3 0,3 3 0,4 5 0,4 6 0,3 4 0,4 2-8191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140 120 24575,'-109'-63'0,"109"63"0,-20-10 0,20 10 0,0 0 0,-1 0 0,1 0 0,0 0 0,-1 0 0,1 0 0,-1 0 0,1 0 0,0 0 0,-1 0 0,1 0 0,0 0 0,-1 0 0,1 0 0,0 0 0,-1 0 0,1 0 0,0 1 0,-1-1 0,1 0 0,0 0 0,0 0 0,-1 1 0,1-1 0,0 0 0,0 0 0,-1 1 0,1-1 0,0 0 0,0 0 0,0 1 0,-1-1 0,1 0 0,0 1 0,0-1 0,0 0 0,0 1 0,0-1 0,0 0 0,0 1 0,0-1 0,0 0 0,0 1 0,0-1 0,0 1 0,0-1 0,0 0 0,0 1 0,0-1 0,0 0 0,0 1 0,1-1 0,-1 6 0,1-1 0,1 1 0,-1-1 0,1 0 0,0 0 0,5 9 0,19 29 0,-15-26 0,-4-7 0,1-1 0,0 1 0,1-1 0,0-1 0,15 11 0,-2 0 0,-20-17 0,0 0 0,1 0 0,-1 0 0,1-1 0,-1 1 0,1-1 0,-1 1 0,1-1 0,0 0 0,0 0 0,-1 0 0,1-1 0,0 1 0,0-1 0,0 1 0,0-1 0,0 0 0,0 0 0,0 0 0,0-1 0,0 1 0,0-1 0,0 0 0,0 1 0,-1-1 0,1 0 0,0-1 0,-1 1 0,1 0 0,0-1 0,-1 0 0,0 1 0,1-1 0,-1 0 0,0 0 0,0 0 0,4-5 0,15-24 0,-1-1 0,-2-1 0,17-42 0,-11 23 0,-22 49 0,5-9 0,-4 12 0,2 6 0,-2 6 0,0 0 0,-1-1 0,0 1 0,-1 0 0,0 15 0,1 8 0,10 82 0,13 124 0,-25-236 0,3 14 0,-1 0 0,-2 33 0,0-51 0,0 0 0,0 1 0,-1-1 0,1 0 0,0 1 0,-1-1 0,1 0 0,-1 1 0,0-1 0,1 0 0,-1 0 0,0 0 0,0 0 0,1 0 0,-1 0 0,0 0 0,0 0 0,0 0 0,0 0 0,-1 0 0,1 0 0,0-1 0,0 1 0,0 0 0,-1-1 0,1 1 0,0-1 0,0 0 0,-1 1 0,1-1 0,0 0 0,-1 0 0,1 0 0,-1 0 0,1 0 0,0 0 0,-1 0 0,-1-1 0,-4 1 0,1-2 0,-1 1 0,0-1 0,1 0 0,-1 0 0,-8-5 0,-8-7 0,0 0 0,-33-29 0,45 34 0,10 9 0,-4-4 0,1 1 0,0-1 0,0 0 0,0 0 0,-4-5 0,8 8 0,-1 0 0,1 0 0,-1 1 0,1-1 0,0 0 0,-1 0 0,1 1 0,0-1 0,0 0 0,0 0 0,0 0 0,-1 1 0,1-1 0,0 0 0,0 0 0,0 0 0,1-1 0,-1 1 0,1 0 0,-1 0 0,1 0 0,-1 1 0,1-1 0,0 0 0,-1 0 0,1 0 0,0 1 0,0-1 0,0 1 0,-1-1 0,1 0 0,0 1 0,0-1 0,0 1 0,0 0 0,1-1 0,8-2 0,-1 0 0,1 1 0,-1 0 0,1 0 0,10 1 0,53 1 0,-41 0 0,34 1-1365,-51-1-5461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8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47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24575,'3'0'0,"0"1"0,-1-1 0,1 1 0,0 0 0,0-1 0,-1 1 0,1 1 0,0-1 0,-1 0 0,1 1 0,-1-1 0,0 1 0,1 0 0,-1-1 0,0 1 0,0 0 0,0 1 0,0-1 0,2 4 0,-1-1 0,0 0 0,0-1 0,-1 1 0,1 0 0,-1 0 0,0 0 0,-1 1 0,0-1 0,2 8 0,6 51 0,17 66 0,-19-102 0,-2-5 0,0 1 0,-2 0 0,1 38 0,-5-17 0,2 57 0,14-27 0,-11-49 0,0 1 0,3 52 0,-7-45 0,-1-1 0,1 0 0,9 59 0,-1-48 0,-2 0 0,1 75 0,-7 221 0,0-329 0,2 0 0,3 20 0,-2-19 0,-1 0 0,1 14 0,-3-4 0,0 1 0,-2-1 0,-5 29 0,4-34 0,2-1 0,0 1 0,1-1 0,1 1 0,0-1 0,6 25 0,-6-33 0,12 80 0,-10-67 0,-1 0 0,-1-1 0,0 1 0,-2-1 0,0 1 0,-8 33 0,5-20 0,1 0 0,1 1 0,4 38 0,0-8 0,0-19 0,2 0 0,14 65 0,-14-80 0,-1 1 0,-2-1 0,-3 36 0,1-5 0,9 42 0,-1 0 0,-6-65 0,7 58 0,-5-72 0,-1 34 0,-1-2 0,6-7 0,-4-32 0,2 32 0,-4-27 0,5 27 0,-2-26 0,0 27 0,-5 199 0,2-235 0,0 0 0,5 17 0,-3-17 0,1 27 0,-4 43 0,0-38 0,6 62 0,27 132 0,-26-161 0,0 8 0,-3-59 0,-2 0 0,-2 40 0,0-55 0,11-48 0,-7-6 0,-3-77 0,-2 78 0,7-78 0,-1 82 0,11-40 0,-12 62 0,1 0 0,0 0 0,1 1 0,0-1 0,1 2 0,9-14 0,1 0 0,-10 14 0,0 0 0,1 1 0,0 0 0,0 1 0,13-11 0,-19 18 0,1 0 0,0 1 0,-1-1 0,1 0 0,0 1 0,0 0 0,0 0 0,0 0 0,0 0 0,0 0 0,0 0 0,0 1 0,1 0 0,-1-1 0,0 1 0,0 0 0,0 1 0,1-1 0,-1 1 0,0-1 0,0 1 0,0 0 0,0 0 0,0 0 0,5 3 0,-3-1 0,0 0 0,0 1 0,-1 0 0,1-1 0,-1 1 0,0 1 0,-1-1 0,1 1 0,-1-1 0,6 10 0,-2 0 0,1 1 0,7 24 0,-4 0 0,-2 2 0,8 68 0,-15-93 0,7 38 0,2 0 0,3-1 0,23 58 0,48 192 0,-67-201 0,-6-25 0,-7-39 0,-9-71 0,-7-76 0,10 71 0,3-74 0,0 97 0,2 1 0,-1 0 0,2-1 0,11-25 0,-2 6 0,-10 23 0,0 0 0,0 0 0,2 1 0,-1 0 0,1 0 0,0 0 0,1 1 0,1 0 0,-1 0 0,1 0 0,0 1 0,16-11 0,-20 16 0,0 1 0,0 0 0,0-1 0,1 1 0,-1 1 0,0-1 0,1 1 0,0-1 0,6 0 0,-9 2 0,0 0 0,-1 0 0,1 0 0,0 1 0,0-1 0,-1 0 0,1 1 0,0-1 0,-1 1 0,1-1 0,-1 1 0,1 0 0,-1 0 0,1-1 0,-1 1 0,1 0 0,-1 1 0,0-1 0,1 0 0,-1 0 0,0 0 0,0 1 0,0-1 0,0 1 0,0-1 0,0 1 0,-1-1 0,2 3 0,5 15 0,9 37 0,-12-38 0,1 0 0,12 28 0,-2-13 0,17 34 0,26 79 0,-48-103-1365,-7-26-5461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813 60 24575,'2'-14'0,"0"11"0,-2-1 0,1 1 0,0-1 0,-1 1 0,1-1 0,-1 0 0,0 1 0,-1-1 0,0-7 0,1 11 0,0 0 0,0 0 0,0 0 0,0-1 0,0 1 0,0 0 0,0 0 0,0 0 0,-1 0 0,1 0 0,0 0 0,0 0 0,0 0 0,0-1 0,0 1 0,0 0 0,0 0 0,0 0 0,0 0 0,-1 0 0,1 0 0,0 0 0,0 0 0,0 0 0,0 0 0,0 0 0,0 0 0,-1 0 0,1 0 0,0 0 0,0 0 0,0 0 0,0 0 0,0 0 0,0 0 0,0 0 0,-1 0 0,1 0 0,0 0 0,0 0 0,0 0 0,0 0 0,0 0 0,0 0 0,0 0 0,-1 0 0,1 1 0,-7 6 0,-3 9 0,3 2 0,0 0 0,2 0 0,0 1 0,-4 28 0,-1 76 0,9-111 0,-30 243 0,6-77 0,24-169 0,-50 415 0,41-299 0,2-24 0,5-68 0,2 1 0,0-1 0,10 66 0,-6-66 0,-1 0 0,-4 64 0,-19 65 0,3-21 0,14 76 0,5-124 0,-10 72 0,1-108 0,-24 91 0,7-26 0,16-64 0,5-34 0,2 0 0,1 28 0,1-25 0,-4 34 0,-4 17 0,5 139 0,5-114 0,-1-26 0,-3 81 0,-5-94 0,-1 23 0,8-82 0,0 41 0,1 0 0,8 48 0,-4-51 0,-2 1 0,-4 63 0,0-35 0,1 474 0,-1-534 0,0 1 0,-1-1 0,0 0 0,0-1 0,-2 1 0,1 0 0,-2-1 0,1 0 0,-12 20 0,2-3 0,-13 41 0,24-52 0,3-17 0,0 1 0,0-1 0,0 1 0,0-1 0,0 0 0,0 1 0,0-1 0,0 1 0,0-1 0,0 0 0,0 1 0,0-1 0,1 1 0,-1-1 0,0 0 0,0 1 0,0-1 0,1 0 0,-1 1 0,0-1 0,0 0 0,1 1 0,-1-1 0,0 0 0,0 0 0,1 1 0,-1-1 0,0 0 0,1 0 0,-1 0 0,0 1 0,1-1 0,-1 0 0,1 0 0,-1 0 0,0 0 0,1 0 0,-1 0 0,1 0 0,0 0 0,-1 0 0,1 0 0,0 0 0,-1-1 0,1 1 0,-1 0 0,1-1 0,0 1 0,-1-1 0,1 1 0,-1-1 0,1 1 0,-1-1 0,1 1 0,-1-1 0,0 1 0,1-1 0,-1 0 0,0 1 0,1-1 0,-1 0 0,0 1 0,0-1 0,0 0 0,1-1 0,2-18 0,-3 19 0,2-40 0,-3 0 0,-1 1 0,-10-54 0,-1-18 0,-8-92 0,10 103 0,10 90 0,-7-49 0,7 53 0,-1 1 0,0 0 0,0-1 0,0 1 0,-1 0 0,0 0 0,-3-5 0,5 9 0,0 1 0,0-1 0,0 1 0,0 0 0,-1-1 0,1 1 0,0 0 0,0 0 0,-1 0 0,1 0 0,-1 0 0,1 0 0,-1 1 0,1-1 0,-3-1 0,3 2 0,0 0 0,0 0 0,0 0 0,0 0 0,0 0 0,0 0 0,0 1 0,-1-1 0,1 0 0,0 0 0,0 1 0,0-1 0,0 1 0,0-1 0,0 1 0,0-1 0,1 1 0,-2 1 0,-4 3 0,1 0 0,0 1 0,1 0 0,0 0 0,-7 12 0,-4 6 0,6-14 0,1-1 0,1 2 0,0-1 0,0 1 0,1 0 0,0 0 0,1 1 0,-5 16 0,-33 122 0,33-121 0,-2-1 0,-1 0 0,-17 28 0,22-42 0,1 0 0,0 0 0,1 1 0,0 0 0,-5 27 0,5-8 0,-3 53 0,-3 2-1365,11-76-5461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1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762 431 24575,'-30'-15'0,"-18"-13"0,-13-6 0,-6-5-1962,-4-1 1962,-1-2 0,3 3 0,5 1 0,3 3 0,5 3 0,4 3 0,7 5 633,7 4-633,11 5-6862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 24575,'-1'-1'0,"0"0"0,0 0 0,-1 0 0,1 1 0,0-1 0,0 0 0,-1 1 0,1-1 0,-1 1 0,1 0 0,-1-1 0,1 1 0,0 0 0,-1 0 0,1 0 0,-1 0 0,1 0 0,-3 1 0,3-1 0,0 1 0,0-1 0,0 1 0,0 0 0,1-1 0,-1 1 0,0 0 0,0 0 0,0-1 0,1 1 0,-1 0 0,0 0 0,1 0 0,-1 0 0,1 0 0,-1 0 0,1 0 0,-1 1 0,1-1 0,0 0 0,-1 0 0,1 0 0,0 2 0,-2 10 0,1 0 0,1-1 0,0 1 0,1-1 0,0 1 0,5 21 0,27 72 0,-3-11 0,-29-93 0,-1 0 0,1 1 0,-1-1 0,0 0 0,0 1 0,0-1 0,0 0 0,0 1 0,-2 3 0,2-6 0,0 0 0,0 1 0,0-1 0,0 0 0,0 1 0,-1-1 0,1 0 0,0 1 0,0-1 0,0 0 0,-1 1 0,1-1 0,0 0 0,0 0 0,-1 0 0,1 1 0,0-1 0,-1 0 0,1 0 0,0 0 0,-1 1 0,1-1 0,0 0 0,-1 0 0,0 0 0,1 0 0,-1 0 0,0 0 0,0-1 0,0 1 0,0 0 0,0 0 0,0-1 0,0 1 0,1-1 0,-1 1 0,0-1 0,0 1 0,1-1 0,-1 1 0,0-2 0,-7-5-233,1-1-1,0-1 1,0 1-1,-6-13 0,12 20 37,-8-13-6629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24575,'5'-8'0,"0"0"0,1 1 0,0-1 0,1 1 0,0 1 0,0-1 0,10-7 0,-14 13 0,0-1 0,-1 1 0,1-1 0,0 1 0,-1 0 0,1 0 0,0 0 0,0 1 0,0-1 0,0 1 0,0-1 0,0 1 0,0 0 0,0 0 0,0 0 0,0 1 0,0-1 0,0 1 0,0-1 0,0 1 0,0 0 0,-1 0 0,1 1 0,0-1 0,0 1 0,-1-1 0,3 3 0,9 8 0,0 0 0,-1 1 0,-1 1 0,19 25 0,-16-20 0,5 6 0,-1 1 0,-1 1 0,28 54 0,-45-78 0,0-1 0,0 1 0,0-1 0,0 1 0,-1-1 0,1 1 0,-1 0 0,0-1 0,1 1 0,-1 0 0,0-1 0,-1 1 0,1 0 0,0-1 0,-1 1 0,0-1 0,1 1 0,-2 2 0,0-2 0,0 0 0,0 0 0,0 0 0,0 0 0,-1 0 0,1-1 0,-1 1 0,0-1 0,1 0 0,-1 0 0,-6 3 0,-5 2 0,-1-1 0,1-1 0,-1 0 0,-28 4 0,37-8-91,-1 1 0,1-1 0,1 1 0,-1 0 0,0 0 0,0 0 0,1 1 0,-1 0 0,1 0 0,0 1 0,0-1 0,0 1 0,1 0 0,-6 6 0,1 1-6735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24575,'5'30'0,"5"13"0,-1 3 0,2 0 0,1-6 0,-1-5 0,-1-5 0,-1-6 0,0-4 0,-1-3 0,0-2 0,-2-4-8191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91 24575,'-30'-20'0,"-13"-7"0,-1 4 0,4 9 0,10 8 0,6 6 0,5 5 0,4 2 0,1 2 0,1 0 0,0-2 0,0-2 0,-1-2 0,-2-1 0,-2-2 0,-2 0 0,1-2 0,6-2-8191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24575,'2'15'0,"2"7"0,-1 6 0,2 0 0,0-3 0,2-4 0,-1-5 0,0-1 0,0-2 0,-1 1 0,2-4 0,0-4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24575,'3'-15'0,"3"-5"0,3 1 0,2 3 0,3 5 0,0 7 0,1 4 0,1 1 0,-1 5 0,-2-3 0,-4-4 0,-5-1 0,-7-4 0,-4-3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24575,'11'-2'0,"4"-2"0,4 4 0,0 1 0,0 0 0,-1 0 0,-1 1 0,-1-2 0,0 1 0,-1-1 0,-1 1 0,-1-4 0,-7-3 0,-7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24575,'0'22'0,"0"0"0,2 1 0,0-1 0,10 37 0,-8-45 0,0 0 0,1-1 0,1 1 0,11 20 0,-15-31 95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68 24575,'-2'-3'0,"0"0"0,0 0 0,0 1 0,-1-1 0,0 1 0,1 0 0,-1 0 0,0 0 0,0 0 0,0 0 0,0 1 0,0-1 0,-1 1 0,-5-2 0,4 2 0,1 1 0,-1 0 0,0-1 0,0 2 0,1-1 0,-1 0 0,0 1 0,0 0 0,1 0 0,-7 2 0,0 1 12,0-2-1,-1 1 1,0-2-1,0 1 1,1-2 0,-1 1-1,0-2 1,0 0-1,-18-3 1,-6-4-682,-58-22 0,90 28 529,-16-4-6685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9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210 202 24575,'-7'-11'0,"0"0"0,0 1 0,-15-16 0,19 23 0,-1-1 0,0 1 0,0 0 0,0 0 0,0 0 0,-1 1 0,1-1 0,-1 1 0,0 0 0,0 0 0,-8-1 0,1 0 0,6 2 0,0-1 0,0 1 0,0 1 0,0-1 0,-10 1 0,14 0 0,0 1 0,0-1 0,0 1 0,0-1 0,1 1 0,-1 0 0,0 0 0,0 0 0,1 0 0,-1 0 0,0 0 0,1 0 0,-1 0 0,1 1 0,0-1 0,-1 1 0,1-1 0,0 1 0,0-1 0,0 1 0,-2 3 0,2-2 0,-1 0 0,0 0 0,1 1 0,0-1 0,0 0 0,0 1 0,0-1 0,0 1 0,1-1 0,-1 1 0,1 0 0,0-1 0,0 1 0,0 0 0,1-1 0,-1 1 0,1-1 0,0 1 0,0-1 0,0 1 0,1-1 0,-1 0 0,1 0 0,-1 1 0,1-1 0,0 0 0,1 0 0,-1-1 0,0 1 0,1 0 0,-1-1 0,1 0 0,0 1 0,0-1 0,0 0 0,4 2 0,-3-2 0,0 0 0,1-1 0,-1 1 0,1-1 0,0 0 0,-1 0 0,1 0 0,0-1 0,0 1 0,0-1 0,-1 0 0,1-1 0,0 1 0,0-1 0,-1 0 0,6-2 0,-6 2 0,-1 0 0,0-1 0,-1 1 0,1-1 0,0 0 0,0 0 0,-1 0 0,1 0 0,-1-1 0,1 1 0,-1-1 0,0 1 0,0-1 0,0 0 0,-1 0 0,1 0 0,-1 0 0,1 0 0,-1 0 0,0 0 0,0 0 0,0-1 0,0-5 0,-1 4 0,0 1 0,0-1 0,0 0 0,-1 1 0,1-1 0,-1 0 0,0 1 0,-1-1 0,1 1 0,-1-1 0,0 1 0,0 0 0,-3-5 0,-5-7 0,-1 1 0,-13-14 0,18 22 0,-1-1 0,-1-1 0,-12-9 0,18 16 0,0 0 0,-1 1 0,1-1 0,-1 0 0,1 1 0,-1-1 0,0 1 0,0 0 0,1 0 0,-1 0 0,0 0 0,0 1 0,-6-1 0,8 1 0,0 0 0,-1 0 0,1 0 0,0 1 0,0-1 0,0 0 0,0 1 0,-1-1 0,1 1 0,0-1 0,0 1 0,0 0 0,0-1 0,0 1 0,0 0 0,0 0 0,0 0 0,1 0 0,-1 0 0,-1 1 0,1 0 0,-1 1 0,1 0 0,0 0 0,0 0 0,0 0 0,0 0 0,-1 6 0,1 2 0,0 1 0,1-1 0,2 16 0,-1-17 0,0-1 0,1 1 0,1-1 0,0 0 0,0 0 0,1 0 0,0 0 0,0-1 0,7 11 0,-7-13 0,1 0 0,-1 0 0,1-1 0,0 0 0,0 0 0,1 0 0,-1 0 0,1-1 0,0 0 0,0 0 0,1-1 0,12 6 0,-17-9 0,-1 1 0,1 0 0,0-1 0,0 1 0,0-1 0,-1 0 0,1 1 0,0-1 0,0 0 0,0 0 0,0 0 0,-1-1 0,1 1 0,0 0 0,0-1 0,0 1 0,-1-1 0,1 1 0,0-1 0,-1 0 0,1 0 0,0 0 0,-1 0 0,3-2 0,-2 1 0,0-1 0,0 1 0,-1-1 0,0 1 0,1-1 0,-1 0 0,0 1 0,0-1 0,0 0 0,-1 0 0,1 0 0,-1 0 0,1 0 0,-1-5 0,0-9 0,-1 0 0,-1 0 0,0 0 0,-5-19 0,5 29 0,0 0 0,0 0 0,-1 0 0,0 0 0,0 0 0,0 1 0,-1-1 0,0 1 0,-1 0 0,1 0 0,-10-9 0,13 14 0,0 0 0,1 1 0,-1-1 0,0 1 0,0-1 0,0 1 0,1-1 0,-1 1 0,0-1 0,0 1 0,0 0 0,0-1 0,0 1 0,0 0 0,0 0 0,1-1 0,-1 1 0,0 0 0,0 0 0,0 0 0,0 0 0,0 1 0,0-1 0,0 0 0,0 0 0,-2 1 0,2 0 0,-1 0 0,1 1 0,0-1 0,-1 0 0,1 0 0,0 1 0,0-1 0,0 1 0,0-1 0,0 1 0,0 0 0,-1 3 0,-2 5 0,1 1 0,1 0 0,-3 16 0,5-27 0,-9 42 0,6-32 0,1 1 0,0-1 0,1 1 0,0-1 0,0 22 0,1-32 3,0 0-1,0 0 1,0 1-1,0-1 1,0 0-1,0 0 1,0 0-1,0 1 1,0-1-1,0 0 1,0 0-1,0 0 1,0 0-1,0 1 1,1-1-1,-1 0 1,0 0-1,0 0 1,0 0-1,0 1 1,0-1-1,0 0 1,0 0-1,1 0 1,-1 0-1,0 0 1,0 0-1,0 1 1,0-1-1,1 0 1,-1 0-1,0 0 1,0 0-1,0 0 1,0 0-1,1 0 1,4-5-1461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110 132 24575,'-3'-10'0,"-8"-21"0,11 29 0,-1 1 0,0-1 0,1 1 0,-1-1 0,0 1 0,0 0 0,0-1 0,0 1 0,0 0 0,-1 0 0,1 0 0,0 0 0,0 0 0,-1 0 0,-1-1 0,2 2 0,0 0 0,1-1 0,-1 1 0,0 0 0,0 1 0,0-1 0,0 0 0,1 0 0,-1 0 0,0 0 0,0 1 0,1-1 0,-1 0 0,0 1 0,0-1 0,1 0 0,-1 1 0,0-1 0,1 1 0,-1 0 0,0-1 0,1 1 0,-1 0 0,-15 18 0,12-13 0,-32 36 0,35-42 0,1 1 0,0-1 0,0 0 0,-1 1 0,1-1 0,0 0 0,0 1 0,0-1 0,-1 0 0,1 1 0,0-1 0,0 1 0,0-1 0,0 0 0,0 1 0,0-1 0,0 1 0,0-1 0,0 0 0,0 1 0,0-1 0,0 1 0,0-1 0,0 0 0,0 1 0,0-1 0,0 0 0,1 1 0,-1-1 0,0 1 0,0-1 0,1 1 0,0-1 0,-1 1 0,1-1 0,0 1 0,0-1 0,0 0 0,0 1 0,0-1 0,0 0 0,0 0 0,0 1 0,0-1 0,2 0 0,28-3 0,-23 1 0,1-1 0,-1 1 0,1-1 0,-1 0 0,0-1 0,0 0 0,14-10 0,-20 13 0,0-1 0,-1 1 0,1 0 0,-1-1 0,1 1 0,-1-1 0,1 0 0,-1 0 0,0 1 0,0-1 0,0 0 0,0 0 0,0 0 0,0 0 0,-1 0 0,1 0 0,-1 0 0,1 0 0,-1 0 0,0-1 0,1 1 0,-1 0 0,-1 0 0,1 0 0,0 0 0,0 0 0,-1 0 0,1-1 0,-1 1 0,0 0 0,1 0 0,-1 0 0,0 1 0,0-1 0,0 0 0,-1 0 0,-1-3 0,-1 1 0,0-1 0,0 1 0,-1 0 0,1 0 0,-1 0 0,0 1 0,0-1 0,-7-2 0,10 4 0,0 1 0,0 0 0,0 0 0,0 0 0,0 1 0,0-1 0,0 0 0,0 1 0,0 0 0,-1-1 0,1 1 0,0 0 0,0 0 0,0 0 0,-1 0 0,1 1 0,0-1 0,0 0 0,0 1 0,0 0 0,-1-1 0,1 1 0,0 0 0,0 0 0,-1 2 0,0 0 0,0 1 0,0 0 0,1 0 0,0 0 0,0 0 0,0 1 0,0-1 0,1 0 0,-1 1 0,1 0 0,0-1 0,1 1 0,-1-1 0,1 1 0,0 0 0,1 5 0,0-4 0,1-1 0,0 1 0,0-1 0,0 0 0,1 0 0,-1 0 0,1 0 0,1 0 0,-1 0 0,1-1 0,0 0 0,0 0 0,0 0 0,0 0 0,1 0 0,-1-1 0,1 0 0,0 0 0,0 0 0,1 0 0,5 1 0,-10-4-5,0 1 0,-1-1-1,1 0 1,0 0 0,0 1-1,0-1 1,0 0-1,0 0 1,-1 0 0,1 0-1,0 0 1,0 0 0,0 0-1,1-1 1,-2 1 12,1 0-1,-1 0 1,0 0 0,0-1-1,0 1 1,0 0 0,1 0-1,-1 0 1,0-1 0,0 1-1,0 0 1,0 0 0,0-1-1,1 1 1,-1 0 0,0 0-1,0-1 1,0 1-1,0 0 1,0 0 0,0-1-1,0 1 1,0 0 0,0 0-1,0-1 1,0 1 0,0 0-1,0-1 1,0 1 0,-1-2-142,0 0 0,0 0 0,0 0 0,0 0 0,0 0 0,0 1 0,0-1 0,0 0 0,-1 1 0,-1-2 0,-7-7-6691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3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10 24575,'-10'-5'0,"-4"1"0,2 3 0,1 5 0,4 4 0,2 3 0,6 0 0,1 0 0,4-1 0,0-5 0,-3-6 0,-2-6 0,-4-1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125 106 24575,'-57'-19'0,"55"19"0,-31-9 0,32 8 0,-1 1 0,1 0 0,-1 0 0,0-1 0,1 1 0,-1 0 0,0 0 0,1 1 0,-1-1 0,0 0 0,1 0 0,-1 1 0,1-1 0,-1 1 0,1-1 0,-1 1 0,-1 1 0,3-1 0,-1-1 0,1 1 0,0-1 0,-1 1 0,1 0 0,0-1 0,0 1 0,0 0 0,0-1 0,0 1 0,-1 0 0,1-1 0,0 1 0,1 0 0,-1-1 0,0 1 0,0 0 0,0-1 0,0 1 0,0 0 0,1-1 0,-1 1 0,0 0 0,1-1 0,-1 1 0,0-1 0,1 1 0,-1-1 0,1 2 0,14 16 0,-9-12 0,0-1 0,1 1 0,0-1 0,14 8 0,-19-11 0,1-1 0,0 0 0,0 1 0,0-1 0,0 0 0,0 0 0,0 0 0,1-1 0,-1 1 0,0-1 0,0 0 0,0 0 0,1 0 0,-1 0 0,6-2 0,-8 2 0,0 0 0,-1 0 0,1-1 0,0 1 0,0 0 0,-1-1 0,1 1 0,0-1 0,-1 1 0,1-1 0,-1 1 0,1-1 0,0 0 0,-1 1 0,1-1 0,-1 1 0,0-1 0,1 0 0,-1 0 0,0 1 0,1-1 0,-1 0 0,0 0 0,1-1 0,-1 0 0,0 0 0,0 0 0,0 0 0,0 0 0,-1 0 0,1 0 0,-1-1 0,1 1 0,-2-3 0,-1-1 0,1 1 0,-1-1 0,-1 0 0,1 1 0,-7-8 0,6 9 0,1 0 0,-1 1 0,0 0 0,0 0 0,-1 0 0,1 0 0,-6-3 0,9 6 0,0-1 0,0 1 0,0 0 0,0-1 0,0 1 0,0 0 0,0 0 0,1-1 0,-1 1 0,0 0 0,0 0 0,0 0 0,0 0 0,0 0 0,0 1 0,0-1 0,0 0 0,0 0 0,0 0 0,0 1 0,1-1 0,-1 1 0,0-1 0,0 0 0,0 1 0,0 0 0,1-1 0,-1 1 0,0-1 0,1 1 0,-1 0 0,0-1 0,1 1 0,-1 0 0,1 0 0,-1 0 0,1-1 0,0 1 0,-1 0 0,1 0 0,0 0 0,-1 0 0,1 0 0,0 0 0,0 0 0,0 1 0,-1 5 0,0-1 0,0 1 0,1 0 0,0-1 0,1 1 0,-1 0 0,1-1 0,0 1 0,1-1 0,0 1 0,0-1 0,0 0 0,1 0 0,4 7 0,-5-8 0,1-1 0,-1 0 0,1 0 0,0 0 0,1 0 0,-1-1 0,1 0 0,-1 1 0,1-1 0,0 0 0,1-1 0,-1 1 0,0-1 0,1 0 0,-1 0 0,1 0 0,-1 0 0,1-1 0,9 2 0,-12-3 0,0 0 0,0 1 0,1-1 0,-1 0 0,0 0 0,0-1 0,0 1 0,0 0 0,0-1 0,0 1 0,0-1 0,0 0 0,0 0 0,0 0 0,0 0 0,0 0 0,-1 0 0,1 0 0,0 0 0,-1-1 0,1 1 0,-1-1 0,1 1 0,-1-1 0,0 1 0,0-1 0,1 0 0,-1 0 0,0 0 0,-1 0 0,1 0 0,0 1 0,-1-2 0,1 1 0,-1 0 0,1 0 0,-1-3 0,1-4 0,0 0 0,-1 0 0,0 0 0,-1-1 0,0 1 0,-1 0 0,-2-11 0,2 11 0,-1-1 0,0 1 0,0 0 0,-1 0 0,0 0 0,-1 1 0,0-1 0,0 1 0,-11-13 0,15 20 2,1 1 1,-1-1-1,1 1 0,-1-1 0,1 1 1,-1-1-1,0 1 0,1-1 0,-1 1 1,1 0-1,-1-1 0,0 1 0,1 0 1,-1 0-1,0 0 0,0-1 0,1 1 1,-1 0-1,0 0 0,1 0 0,-1 0 0,0 0 1,0 0-1,1 0 0,-1 0 0,0 0 1,1 1-1,-1-1 0,0 0 0,1 0 1,-1 1-1,0-1 0,1 0 0,-1 1 1,0-1-1,1 1 0,-1-1 0,1 1 0,-1-1 1,1 1-1,-1-1 0,0 1 0,-2 3-148,1 1 0,-1-1 0,1 0-1,0 0 1,-2 6 0,2-6-438,-3 10-6242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6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93 24575,'-1'-2'0,"-18"-31"0,18 32 0,0-1 0,0 0 0,0 1 0,0 0 0,-1-1 0,1 1 0,0 0 0,-1-1 0,1 1 0,-1 0 0,1 0 0,-1 0 0,0 0 0,0 1 0,1-1 0,-4-1 0,4 2 0,1 1 0,-1-1 0,0 0 0,1 0 0,-1 0 0,1 1 0,-1-1 0,1 0 0,-1 0 0,0 1 0,1-1 0,-1 0 0,1 1 0,0-1 0,-1 1 0,1-1 0,-1 1 0,1-1 0,0 1 0,-1-1 0,1 1 0,0-1 0,-1 1 0,1-1 0,0 1 0,0 0 0,0-1 0,-1 1 0,1-1 0,0 1 0,0 0 0,0-1 0,0 1 0,0 0 0,0 0 0,1 24 0,1-16 0,1 0 0,0 0 0,0 0 0,0 0 0,1 0 0,1-1 0,-1 0 0,1 0 0,1 0 0,0-1 0,0 0 0,0 0 0,1 0 0,9 7 0,-15-13 0,0 0 0,0 0 0,1 0 0,-1 0 0,1 0 0,-1-1 0,0 1 0,1 0 0,0-1 0,-1 1 0,1-1 0,-1 0 0,1 1 0,3-1 0,-4 0 0,-1 0 0,1 0 0,0-1 0,0 1 0,-1 0 0,1-1 0,0 1 0,-1-1 0,1 1 0,0-1 0,-1 1 0,1-1 0,-1 1 0,1-1 0,-1 1 0,1-1 0,-1 0 0,1 1 0,-1-1 0,0 0 0,1 1 0,-1-1 0,0 0 0,1 0 0,-1 1 0,0-1 0,0 0 0,0 0 0,0 0 0,0 1 0,0-1 0,0 0 0,0 0 0,0-8 0,-1 1 0,1-1 0,-2 1 0,1 0 0,-1-1 0,0 1 0,-1 0 0,0 1 0,-6-13 0,-5-6 0,-23-32 0,36 56 0,0 0 0,0 1 0,-1-1 0,1 0 0,-1 1 0,1-1 0,-1 1 0,0-1 0,-2-1 0,4 3 0,-1 0 0,1 0 0,0 0 0,-1 0 0,1 0 0,0 0 0,-1 0 0,1 0 0,0 0 0,0 0 0,-1 0 0,1 0 0,0 0 0,-1 0 0,1 0 0,0 0 0,-1 0 0,1 0 0,0 0 0,0 0 0,-1 0 0,1 0 0,0 1 0,0-1 0,-1 0 0,1 0 0,-1 1 0,1 0 0,-1 0 0,1 0 0,-1 0 0,1-1 0,-1 1 0,1 0 0,0 0 0,-1 0 0,1 0 0,0 0 0,0 2 0,-2 16 11,3 37-1,0-24-1396,0-19-5440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7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76 133 24575,'1'-3'0,"0"-1"0,0 0 0,-1 0 0,1 0 0,-1 0 0,0 1 0,0-1 0,-1 0 0,1 0 0,-1 0 0,0 1 0,0-1 0,0 0 0,0 1 0,-1-1 0,1 1 0,-3-4 0,-1-2 0,-1 1 0,1 0 0,-2 1 0,1-1 0,-11-9 0,16 17 0,1-1 0,-1 1 0,1-1 0,-1 1 0,1-1 0,-1 1 0,1 0 0,-1-1 0,1 1 0,-1 0 0,1-1 0,-1 1 0,0 0 0,1 0 0,-1 0 0,0-1 0,1 1 0,-1 0 0,1 0 0,-1 0 0,0 0 0,0 0 0,1 1 0,-1-1 0,1 0 0,-1 0 0,1 1 0,0-1 0,-1 1 0,1-1 0,0 0 0,-1 1 0,1-1 0,0 1 0,0-1 0,-1 1 0,1-1 0,0 0 0,0 1 0,0-1 0,0 1 0,-1-1 0,1 1 0,0 0 0,0 2 0,0 1 0,0 0 0,0-1 0,0 1 0,1-1 0,0 6 0,3 2 0,1-1 0,0 0 0,0 0 0,0 0 0,1-1 0,1 0 0,0 0 0,0-1 0,1 0 0,-1 0 0,16 11 0,-22-18 0,0 0 0,0 0 0,1 0 0,-1-1 0,0 1 0,0 0 0,1-1 0,-1 1 0,0-1 0,0 1 0,1-1 0,-1 0 0,1 0 0,-1 1 0,0-1 0,1 0 0,-1 0 0,1 0 0,-1 0 0,0-1 0,1 1 0,1-1 0,-1 0 0,-1 0 0,0 0 0,0 0 0,0 1 0,0-2 0,-1 1 0,1 0 0,0 0 0,0 0 0,-1 0 0,1 0 0,-1-1 0,1 1 0,-1 0 0,1-1 0,-1 1 0,0 0 0,0-1 0,1 1 0,-1 0 0,0-1 0,0 1 0,-1-3 0,1-1 0,-1-1 0,0 0 0,0 1 0,-1 0 0,0-1 0,0 1 0,0 0 0,0 0 0,-1 0 0,0 0 0,0 0 0,0 0 0,0 1 0,-1 0 0,0 0 0,0 0 0,0 0 0,-9-6 0,13 10-3,-1-1-1,0 1 0,0-1 1,0 1-1,1-1 1,-1 1-1,0 0 0,0-1 1,0 1-1,0 0 1,0 0-1,0 0 0,0 0 1,0 0-1,1 0 1,-1 0-1,0 0 0,0 0 1,0 0-1,0 0 1,0 0-1,0 1 0,0-1 1,-1 1-1,1 0 20,-1 0 1,1 0-1,-1 1 0,1-1 0,-1 0 0,1 1 0,0-1 1,0 1-1,0 0 0,0-1 0,-1 3 0,-3 6-275,2 0 0,-1 1 0,-2 14 0,5-20-174,-2 8-6393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8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135 125 24575,'-6'-13'0,"1"1"0,-12-19 0,14 27 0,1 0 0,-1 1 0,0-1 0,-1 0 0,1 1 0,0 0 0,-1-1 0,0 1 0,0 1 0,-7-5 0,11 7 0,-1-1 0,0 1 0,0-1 0,0 1 0,0 0 0,0-1 0,0 1 0,1 0 0,-1 0 0,0 0 0,0 0 0,0-1 0,0 1 0,0 1 0,0-1 0,0 0 0,0 0 0,0 0 0,0 0 0,0 1 0,0-1 0,0 0 0,1 1 0,-3 0 0,2 0 0,0 0 0,1 0 0,-1 0 0,0 0 0,0 1 0,1-1 0,-1 0 0,1 0 0,-1 1 0,1-1 0,-1 0 0,1 1 0,0-1 0,0 0 0,-1 2 0,1 3 0,0-1 0,0 1 0,1-1 0,-1 1 0,1-1 0,0 0 0,3 9 0,1-1 0,1-2 0,0 1 0,1 0 0,0-1 0,0-1 0,1 1 0,0-1 0,1 0 0,1-1 0,-1 0 0,21 14 0,-29-22 0,-1-1 0,1 1 0,0-1 0,0 1 0,0-1 0,0 1 0,0-1 0,0 0 0,0 1 0,0-1 0,0 0 0,0 0 0,0 1 0,0-1 0,0 0 0,0 0 0,0 0 0,0 0 0,1-1 0,-1 1 0,-1 0 0,1-1 0,-1 1 0,1-1 0,-1 1 0,0-1 0,1 1 0,-1-1 0,0 1 0,1-1 0,-1 1 0,0-1 0,0 1 0,1-1 0,-1 1 0,0-1 0,0 0 0,0 1 0,0-1 0,0 1 0,0-1 0,0 0 0,0 0 0,0-4 0,-1 0 0,0 0 0,0 0 0,0-1 0,-4-7 0,-9-15 0,0 0 0,-3 2 0,-34-46 0,44 64 0,5 4 0,-1 0 0,0 0 0,0 0 0,-1 0 0,-5-4 0,9 7 0,-1 1 0,1-1 0,-1 1 0,1 0 0,-1-1 0,1 1 0,-1 0 0,0 0 0,1-1 0,-1 1 0,1 0 0,-1 0 0,1 0 0,-1-1 0,0 1 0,1 0 0,-1 0 0,0 0 0,1 0 0,-1 0 0,1 0 0,-1 1 0,0-1 0,1 0 0,-1 0 0,1 0 0,-1 1 0,1-1 0,-1 0 0,0 0 0,1 1 0,-1-1 0,1 0 0,-1 1 0,1-1 0,0 1 0,-1-1 0,1 1 0,-1-1 0,1 1 0,0-1 0,-1 1 0,1-1 0,0 1 0,-1 0 0,-1 5-195,0-1 0,0 1 0,0 0 0,0 0 0,1 0 0,0 7 0,-1 2-6631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299 215 24575,'-14'-8'0,"1"-1"0,-2 0 0,1 2 0,-1 0 0,0 0 0,-22-6 0,35 13 0,1-1 0,0 1 0,-1 0 0,1-1 0,0 1 0,-1 0 0,1 0 0,0 0 0,-1 0 0,1 0 0,0 0 0,-1 1 0,1-1 0,0 0 0,-1 1 0,1-1 0,0 1 0,0-1 0,-1 1 0,1-1 0,0 1 0,0 0 0,-1 1 0,1-1 0,1 0 0,-1 0 0,1 0 0,-1 1 0,1-1 0,-1 0 0,1 1 0,0-1 0,0 0 0,0 0 0,-1 1 0,2-1 0,-1 0 0,0 1 0,0-1 0,0 0 0,0 1 0,1-1 0,-1 0 0,1 0 0,-1 1 0,1-1 0,0 1 0,1 3 0,0 0 0,1-1 0,-1 1 0,1-1 0,0 0 0,1 1 0,-1-1 0,0-1 0,1 1 0,0-1 0,0 1 0,0-1 0,1 0 0,5 3 0,-9-6 0,-1 1 0,1-1 0,-1 0 0,1 0 0,0 1 0,-1-1 0,1 0 0,-1 0 0,1 0 0,-1 0 0,1 0 0,0 0 0,-1 0 0,1 0 0,-1 0 0,1 0 0,0 0 0,-1 0 0,1 0 0,-1-1 0,1 1 0,0 0 0,-1 0 0,1-1 0,-1 1 0,1 0 0,-1-1 0,1 1 0,-1 0 0,0-1 0,1 1 0,-1-1 0,1 1 0,-1-1 0,0 1 0,1-1 0,-1 1 0,0-1 0,0 1 0,1-1 0,-1 0 0,0 1 0,0-1 0,0 1 0,0-1 0,1 0 0,-1-2 0,0 0 0,0 0 0,0 0 0,0 0 0,-1 0 0,1 0 0,-1 0 0,-1-4 0,-2-3 0,-1 1 0,0-1 0,0 0 0,-1 1 0,-11-14 0,-40-39 0,43 48 0,-1 1 0,0 0 0,0 1 0,-21-11 0,36 22 0,-1 1 0,1 0 0,-1-1 0,1 1 0,-1 0 0,1-1 0,-1 1 0,1 0 0,-1 0 0,0 0 0,1 0 0,-1-1 0,1 1 0,-1 0 0,0 0 0,1 0 0,-1 0 0,1 1 0,-1-1 0,0 0 0,1 0 0,-1 0 0,1 0 0,-1 1 0,0-1 0,1 0 0,-1 0 0,1 1 0,-1-1 0,1 0 0,-1 1 0,1-1 0,-1 1 0,1-1 0,0 1 0,-1-1 0,1 1 0,0-1 0,-1 1 0,1-1 0,0 1 0,-1-1 0,1 1 0,0-1 0,0 1 0,0 0 0,0-1 0,-1 1 0,1-1 0,0 1 0,0 0 0,0 0 0,0 6 0,-1 1 0,1-1 0,1 12 0,0-11 0,-1 1 0,1 0 0,1-1 0,-1 1 0,1 0 0,1-1 0,0 1 0,0-1 0,1 0 0,4 9 0,-6-13 0,1 0 0,-1-1 0,1 1 0,0 0 0,0-1 0,0 0 0,1 1 0,-1-1 0,1 0 0,0-1 0,-1 1 0,1-1 0,1 0 0,-1 0 0,0 0 0,0 0 0,1-1 0,-1 1 0,6 0 0,-8-2 0,-1 0 0,0 0 0,0 0 0,0 1 0,0-1 0,0 0 0,0-1 0,0 1 0,0 0 0,0 0 0,0 0 0,0-1 0,0 1 0,0 0 0,0-1 0,0 1 0,0-1 0,0 1 0,0-1 0,0 0 0,0 1 0,0-1 0,-1 0 0,2-1 0,-1 1 0,0-1 0,-1 0 0,1 1 0,-1-1 0,1 0 0,-1 1 0,1-1 0,-1 0 0,0 0 0,0 1 0,0-1 0,0 0 0,-1-2 0,0-5 0,-1 1 0,0-1 0,-1 1 0,-6-15 0,6 16 0,-1-1 0,0 1 0,0 0 0,-1 0 0,1 0 0,-9-7 0,13 13 0,-1 1 0,1-1 0,0 1 0,-1 0 0,1-1 0,-1 1 0,1 0 0,-1-1 0,1 1 0,-1 0 0,0 0 0,1 0 0,-1 0 0,1-1 0,-1 1 0,1 0 0,-1 0 0,0 0 0,1 0 0,-1 0 0,1 0 0,-1 0 0,1 0 0,-1 1 0,0-1 0,0 1 0,0-1 0,0 1 0,0 0 0,0-1 0,0 1 0,0 0 0,0 0 0,0 0 0,1 0 0,-1 0 0,-1 1 0,-1 4 0,0 0 0,1 0 0,-3 10 0,4-14 0,-1 7 0,0 0 0,1 1 0,0-1 0,0 1 0,1 0 0,0-1 0,1 1 0,0-1 0,4 16 0,-3-12 0,0 1-1365,0-1-5461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141 140 24575,'-9'-6'0,"-1"-1"0,1 1 0,-1 0 0,-1 1 0,1 0 0,-1 1 0,0 0 0,-17-4 0,27 8 0,0 0 0,0 0 0,0-1 0,0 1 0,0 0 0,-1 0 0,1 0 0,0 0 0,0 0 0,0 1 0,-1-1 0,1 0 0,0 0 0,0 1 0,0-1 0,0 1 0,0-1 0,0 1 0,-2 1 0,3-2 0,-1 1 0,1 0 0,0-1 0,0 1 0,-1 0 0,1-1 0,0 1 0,0 0 0,0-1 0,0 1 0,0 0 0,0 0 0,0-1 0,0 1 0,0 0 0,0 0 0,0-1 0,0 1 0,1 0 0,-1-1 0,0 1 0,1 0 0,-1 0 0,3 3 0,-1 1 0,1-1 0,0 0 0,0 0 0,0 0 0,1 0 0,5 4 0,24 15 0,-30-22 0,-1 0 0,1 1 0,0-1 0,-1 0 0,1 0 0,0-1 0,0 1 0,-1 0 0,1-1 0,0 0 0,4 0 0,-6 0 0,1 0 0,-1 0 0,0-1 0,0 1 0,0-1 0,0 1 0,-1-1 0,1 1 0,0-1 0,0 1 0,0-1 0,0 0 0,0 0 0,-1 1 0,1-1 0,0 0 0,-1 0 0,1 0 0,0 0 0,-1 0 0,1 0 0,-1 0 0,0 0 0,1 0 0,-1 0 0,0 0 0,0 0 0,1 0 0,-1 0 0,0 0 0,0 0 0,0 0 0,-1-2 0,1-2 0,0 1 0,-1-1 0,1 1 0,-1-1 0,0 1 0,-3-8 0,-2 0 0,-1-1 0,0 1 0,-9-12 0,12 18 0,-1 0 0,1 1 0,-1-1 0,-1 1 0,1 0 0,-1 1 0,-9-7 0,15 11 1,-1-1 0,1 1 0,-1 0 0,1-1 0,-1 1 0,1 0 0,-1-1 0,0 1 0,1 0 0,-1 0 0,0 0 0,1-1 0,-1 1 0,0 0 0,1 0 0,-1 0 0,1 0 0,-1 0 0,0 0 0,1 0 0,-1 0 0,0 1 0,1-1 0,-1 0 0,0 0 0,1 1 0,-1-1 0,1 0 0,-1 0 0,1 1 0,-1-1 0,0 1-1,1-1 1,0 0 0,-1 1 0,1-1 0,-1 1 0,1-1 0,-1 1 0,1 0 0,0-1 0,-1 1 0,1-1 0,0 2 0,-2 2-39,1 1-1,0 0 1,0 0-1,1 0 1,-1 5-1,-1 6-1139,0-6-5648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9 24575,'-13'-2'0,"-6"-1"0,-3-1 0,3 4 0,1 2 0,3 2 0,2 2-8191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75 24575,'-6'-6'0,"-3"-3"0,1 0 0,-1 1 0,0 0 0,-1 0 0,0 1 0,-18-9 0,27 15 0,0 1 0,0-1 0,0 1 0,0 0 0,0-1 0,0 1 0,0 0 0,0 0 0,0-1 0,0 1 0,0 0 0,0 0 0,0 0 0,0 0 0,0 0 0,0 1 0,0-1 0,0 0 0,0 0 0,0 1 0,0-1 0,-1 1 0,1 0 0,0 0 0,0 0 0,1 0 0,-1-1 0,0 1 0,1 0 0,-1 0 0,1 0 0,-1 0 0,1 1 0,-1-1 0,1 0 0,0 0 0,-1 0 0,1 0 0,0 2 0,0 3 0,0-1 0,0 1 0,1-1 0,0 1 0,0-1 0,0 1 0,2 5 0,-1-5 0,0 0 0,1 0 0,0 0 0,0 0 0,0 0 0,1-1 0,5 7 0,-27-34 0,-61-76 0,135 191-1365,-51-83-5461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57 24575,'-2'-1'0,"0"-1"0,0 1 0,0-1 0,0 1 0,0 0 0,0 0 0,-1 0 0,1 0 0,0 1 0,-1-1 0,1 1 0,-1-1 0,1 1 0,-1 0 0,1 0 0,-4 0 0,5 0 0,-1 0 0,1 0 0,0 0 0,0 0 0,0 1 0,-1-1 0,1 0 0,0 0 0,0 1 0,0-1 0,0 1 0,0-1 0,0 1 0,0 0 0,0-1 0,0 1 0,0 0 0,0 0 0,0 0 0,1 0 0,-1-1 0,0 1 0,1 0 0,-1 0 0,0 0 0,1 1 0,-1-1 0,1 0 0,0 0 0,-1 0 0,1 0 0,0 0 0,0 0 0,-1 3 0,2 1 0,-1 0 0,1 0 0,1 0 0,-1 0 0,0-1 0,1 1 0,0 0 0,0-1 0,1 1 0,3 4 0,-4-6 0,-1 0 0,2 0 0,-1 0 0,0 0 0,0-1 0,1 0 0,-1 1 0,1-1 0,0 0 0,0 0 0,0 0 0,0 0 0,0-1 0,0 1 0,5 1 0,-7-3 0,-1 0 0,1 0 0,-1 0 0,1 0 0,-1 0 0,1 0 0,-1 0 0,1 0 0,0 0 0,-1 0 0,1 0 0,-1 0 0,1 0 0,-1 0 0,1 0 0,-1-1 0,1 1 0,-1 0 0,1 0 0,-1-1 0,1 1 0,-1 0 0,0 0 0,1-1 0,-1 1 0,1-1 0,-1 0 0,1 0 0,-1 0 0,0 0 0,1 0 0,-1 1 0,0-1 0,0 0 0,0 0 0,0 0 0,0 0 0,0 0 0,0 0 0,0 0 0,-1-1 0,0-2 0,0-1 0,-1 0 0,0 1 0,-3-7 0,-6-8 0,0 1 0,-1 1 0,-1 0 0,-16-18 0,28 34 0,0 0 0,0 0 0,0 1 0,0-1 0,0 0 0,-1 0 0,1 0 0,0 1 0,0-1 0,-1 0 0,1 1 0,0-1 0,-1 1 0,1 0 0,0-1 0,-1 1 0,1 0 0,-3 0 0,3 0 0,0 1 0,0-1 0,0 0 0,0 1 0,0-1 0,0 1 0,1 0 0,-1-1 0,0 1 0,0 0 0,1-1 0,-1 1 0,0 0 0,1 0 0,-1-1 0,1 1 0,-1 0 0,1 0 0,-1 0 0,1 0 0,0 0 0,-1 0 0,1 0 0,0 0 0,0 0 0,0 0 0,-1 1 0,0 16 0,0 0 0,0 0 0,5 36 0,-1-41-1365,0-4-5461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77 142 24575,'-2'-6'0,"-6"-15"0,7 20 0,1 1 0,-1-1 0,1 0 0,-1 0 0,1 0 0,-1 0 0,1 1 0,-1-1 0,1 0 0,-1 1 0,0-1 0,0 0 0,1 1 0,-1-1 0,0 1 0,0-1 0,-1 0 0,2 1 0,0 0 0,0 0 0,0 0 0,0 0 0,0 0 0,0 0 0,-1 0 0,1 0 0,0 0 0,0 0 0,0 0 0,0 0 0,0 0 0,0 0 0,-1 1 0,1-1 0,0 0 0,0 0 0,0 0 0,0 0 0,0 0 0,0 0 0,0 0 0,0 0 0,-1 0 0,1 0 0,0 0 0,0 1 0,0-1 0,0 0 0,0 0 0,0 0 0,0 0 0,0 0 0,0 0 0,0 0 0,0 1 0,0-1 0,0 0 0,0 0 0,0 0 0,1 8 0,6 7 0,0-2 0,17 20 0,-22-30 0,0 0 0,1 0 0,-1-1 0,1 1 0,0-1 0,0 1 0,0-1 0,0 0 0,0 0 0,0-1 0,0 1 0,7 2 0,-9-4 0,-1 0 0,0 0 0,1 0 0,-1 0 0,1 0 0,-1 0 0,1 0 0,-1 0 0,1 0 0,-1 0 0,1 0 0,-1 0 0,1 0 0,-1 0 0,1 0 0,-1 0 0,1-1 0,-1 1 0,1 0 0,-1 0 0,0-1 0,1 1 0,-1 0 0,1 0 0,-1-1 0,0 1 0,1-1 0,-1 1 0,1-1 0,-1 0 0,0 0 0,1 0 0,-1 0 0,0-1 0,1 1 0,-1 0 0,0 0 0,0 0 0,0-1 0,0 1 0,-1-2 0,0-4 0,-1 1 0,1 0 0,-4-8 0,-4-4 0,-1 1 0,0 0 0,-1 0 0,-26-29 0,26 33 0,9 11 0,0-1 0,-1 1 0,1-1 0,0 1 0,-1 0 0,0 0 0,1 0 0,-7-3 0,9 5 0,-1 0 0,1 0 0,-1 0 0,1-1 0,-1 1 0,1 0 0,-1 0 0,0 0 0,1 0 0,-1 0 0,1 0 0,-1 0 0,1 0 0,-1 0 0,0 1 0,1-1 0,-1 0 0,1 0 0,-1 0 0,1 1 0,-2-1 0,2 1 0,-1 0 0,0 0 0,0 0 0,1 0 0,-1 0 0,1 0 0,-1 0 0,1 0 0,-1 0 0,1 0 0,0 0 0,-1 1 0,1-1 0,0 0 0,0 1 0,-1 5-151,0 0-1,1-1 0,0 1 0,0 0 1,1 0-1,0-1 0,0 1 1,3 10-1,0-7-6674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136 174 24575,'-22'-22'0,"9"8"0,-1 1 0,0 0 0,-24-17 0,37 30 0,0-1 0,1 0 0,-1 1 0,0-1 0,0 1 0,0-1 0,0 0 0,0 1 0,0 0 0,0-1 0,0 1 0,0 0 0,0-1 0,0 1 0,0 0 0,0 0 0,0 0 0,0 0 0,0 0 0,-1 0 0,1 0 0,0 1 0,0-1 0,0 0 0,0 0 0,0 1 0,-2 0 0,3 0 0,-1 0 0,1 0 0,-1 1 0,0-1 0,1 0 0,0 0 0,-1 1 0,1-1 0,0 0 0,0 0 0,-1 1 0,1-1 0,0 0 0,0 1 0,0-1 0,1 0 0,-1 0 0,0 1 0,0-1 0,1 0 0,-1 0 0,1 2 0,3 8 0,1 0 0,0 0 0,0 0 0,1-1 0,0 0 0,1 0 0,0 0 0,0-1 0,1 0 0,1 0 0,-1-1 0,18 12 0,-24-18 0,0-1 0,0 0 0,0 0 0,1 0 0,-1 0 0,0-1 0,1 1 0,-1 0 0,0-1 0,4 1 0,-5-1 0,-1 0 0,1 0 0,0 0 0,-1-1 0,1 1 0,0 0 0,-1 0 0,1 0 0,-1-1 0,1 1 0,0 0 0,-1 0 0,1-1 0,-1 1 0,1 0 0,-1-1 0,1 1 0,-1-1 0,1 1 0,-1-1 0,1 1 0,-1-1 0,0 1 0,1-1 0,-1 0 0,0 1 0,0-1 0,1 1 0,-1-1 0,0 0 0,0 1 0,0-1 0,0 1 0,0-1 0,1 0 0,-1 1 0,-1-1 0,1 0 0,0 1 0,0-1 0,0 0 0,0 1 0,-1-2 0,-2-13 0,-2 0 0,0 0 0,-1 0 0,-14-27 0,15 32 0,-8-13 0,-23-30 0,10 15 0,26 37 0,0 1 0,0-1 0,-1 1 0,1-1 0,0 1 0,0-1 0,-1 1 0,1-1 0,0 1 0,-1-1 0,1 1 0,0 0 0,-1-1 0,1 1 0,-1 0 0,1-1 0,-1 1 0,1 0 0,-1-1 0,1 1 0,-1 0 0,1 0 0,-1 0 0,1 0 0,-2-1 0,2 2 0,-1-1 0,1 1 0,0-1 0,-1 1 0,1 0 0,0-1 0,-1 1 0,1-1 0,0 1 0,0 0 0,0-1 0,-1 1 0,1-1 0,0 1 0,0 0 0,0-1 0,0 2 0,2 38 0,-2-37 0,3 13-195,0 1 0,1 0 0,0-1 0,1 0 0,1 0 0,11 20 0,-10-22-6631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48 24575,'0'0'0,"-3"-3"0,1 1 0,-1 0 0,0 0 0,0 0 0,-1 1 0,1-1 0,0 1 0,-5-2 0,8 3 0,-1 0 0,1 0 0,0 0 0,0 0 0,0 0 0,0 0 0,-1 0 0,1 0 0,0 0 0,0 0 0,0 0 0,0 0 0,-1 0 0,1 0 0,0 0 0,0 0 0,0 0 0,0 0 0,-1 0 0,1 0 0,0 0 0,0 0 0,0 0 0,0 0 0,0 1 0,0-1 0,-1 0 0,1 0 0,0 0 0,0 0 0,0 0 0,0 0 0,0 1 0,0-1 0,0 0 0,0 0 0,0 0 0,-1 0 0,1 1 0,0-1 0,2 9 0,8 9 0,-7-13 0,3 4 0,0 0 0,1 0 0,0-1 0,0 0 0,1 0 0,0 0 0,11 7 0,-19-15 0,0 1 0,1-1 0,-1 0 0,1 1 0,-1-1 0,0 0 0,1 0 0,-1 1 0,1-1 0,-1 0 0,1 0 0,-1 0 0,1 0 0,-1 1 0,1-1 0,-1 0 0,1 0 0,-1 0 0,1 0 0,-1 0 0,1 0 0,0-1 0,-1 1 0,0-1 0,0 1 0,0 0 0,1-1 0,-1 1 0,0 0 0,0-1 0,0 1 0,0-1 0,0 1 0,0-1 0,0 1 0,0 0 0,-1-1 0,1 1 0,0 0 0,0-1 0,0 1 0,0-1 0,-1 1 0,-11-23 0,-60-70 0,70 91 0,0 0 0,1 0 0,-1 0 0,0 0 0,0 1 0,0-1 0,-4-2 0,6 4 0,0 0 0,0 0 0,-1 0 0,1 0 0,0 0 0,0 0 0,-1 0 0,1-1 0,0 1 0,0 0 0,-1 0 0,1 0 0,0 0 0,0 0 0,-1 0 0,1 0 0,0 0 0,0 0 0,-1 0 0,1 1 0,0-1 0,-1 0 0,1 0 0,0 0 0,0 0 0,-1 0 0,1 0 0,0 1 0,-1-1 0,1 1 0,0 0 0,-1 0 0,1-1 0,0 1 0,0 0 0,0 0 0,0-1 0,-1 1 0,1 0 0,0 0 0,0 0 0,1-1 0,-1 1 0,0 1 0,1 5 14,1 0 0,0 0-1,0-1 1,0 1 0,1-1-1,5 11 1,25 33-881,-27-41 273,1 1-6232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5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47 104 24575,'0'-6'0,"1"-10"0,2 17 0,2 8 0,11 19 0,-15-27 0,0 1 0,0-1 0,0 1 0,0-1 0,0 0 0,0 1 0,1-1 0,-1 0 0,0 0 0,1 0 0,-1 0 0,1 0 0,-1 0 0,4 1 0,-5-2 0,0 0 0,0 0 0,1 0 0,-1 0 0,0 0 0,0 0 0,0-1 0,1 1 0,-1 0 0,0 0 0,0 0 0,0 0 0,1 0 0,-1 0 0,0-1 0,0 1 0,0 0 0,0 0 0,0 0 0,1 0 0,-1-1 0,0 1 0,0 0 0,0 0 0,0 0 0,0-1 0,0 1 0,0 0 0,0 0 0,0 0 0,0-1 0,0 1 0,0 0 0,0 0 0,0 0 0,0-1 0,0 1 0,0 0 0,0 0 0,0-1 0,0 1 0,0 0 0,0 0 0,0 0 0,-1-1 0,-2-10 0,-6-7 0,0 1 0,-1 0 0,-1 1 0,-26-30 0,37 46 0,0-1 0,-1 1 0,1 0 0,0-1 0,0 1 0,-1 0 0,1-1 0,0 1 0,0 0 0,-1 0 0,1-1 0,0 1 0,-1 0 0,1 0 0,0-1 0,-1 1 0,1 0 0,0 0 0,-1 0 0,1 0 0,-1-1 0,1 1 0,0 0 0,-1 0 0,1 0 0,-1 0 0,1 0 0,0 0 0,-1 0 0,1 0 0,-1 0 0,1 0 0,0 1 0,-1-1 0,1 0 0,-1 0 0,0 1 0,1 0 0,-1 0 0,1 0 0,-1 0 0,1 0 0,0 0 0,-1 0 0,1 0 0,0 1 0,0-1 0,0 0 0,0 2 0,0 5 0,0 0 0,3 15 0,0-9 0,9 25 0,-11-35 0,1 0 0,0 0 0,0 0 0,0-1 0,0 1 0,1 0 0,0-1 0,-1 0 0,1 1 0,4 2 0,-3-4 91,-5-4-1547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1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7 226 24575,'-1'0'0,"1"0"0,0 0 0,0-1 0,-1 1 0,1 0 0,0 0 0,0 0 0,-1 0 0,1 0 0,0 0 0,0 0 0,-1-1 0,1 1 0,0 0 0,0 0 0,0 0 0,-1-1 0,1 1 0,0 0 0,0 0 0,0-1 0,0 1 0,0 0 0,-1 0 0,1-1 0,0 1 0,0 0 0,0 0 0,0-1 0,0 1 0,0 0 0,0 0 0,0-1 0,0 1 0,0 0 0,0-1 0,0 1 0,0 0 0,0 0 0,0-1 0,0 1 0,0 0 0,1-1 0,13-8 0,25-5 0,-37 14 0,434-145 0,-338 106-1365,-77 30-5461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2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31 115 24575,'0'-1'0,"0"1"0,-1-1 0,1 1 0,0-1 0,-1 1 0,1 0 0,-1-1 0,1 1 0,-1-1 0,1 1 0,0 0 0,-1-1 0,1 1 0,-1 0 0,0 0 0,1 0 0,-1-1 0,1 1 0,-1 0 0,1 0 0,-1 0 0,1 0 0,-1 0 0,0 0 0,1 0 0,-1 0 0,1 0 0,-1 0 0,1 0 0,-1 0 0,1 1 0,-1-1 0,0 0 0,1 0 0,-1 0 0,1 1 0,-1-1 0,1 0 0,0 1 0,-1-1 0,1 1 0,-1-1 0,1 0 0,0 1 0,-1-1 0,1 1 0,0-1 0,-1 1 0,1-1 0,0 1 0,0-1 0,-1 1 0,1-1 0,0 1 0,0-1 0,0 1 0,0 1 0,-2 3 0,1 1 0,0-1 0,0 1 0,0 7 0,1-6 0,0-1 0,1 1 0,0-1 0,0 1 0,0-1 0,1 0 0,3 7 0,21 42 0,-14-31 0,9 12 0,-15-26 0,0 0 0,0 0 0,-1 1 0,4 12 0,-34-61 0,21 32 0,-13-22 0,-16-34 0,28 52 0,1-1 0,1 1 0,0 0 0,0-1 0,1 0 0,0 0 0,0-16 0,2 13 0,0 0 0,1 0 0,4-18 0,-4 27 0,1-1 0,-1 1 0,1 0 0,1 0 0,-1 0 0,1 0 0,0 1 0,0-1 0,0 1 0,0 0 0,7-6 0,-8 8 0,-1 0 0,1 0 0,1 0 0,-1 1 0,0-1 0,0 1 0,1-1 0,-1 1 0,1 0 0,-1 0 0,1 0 0,-1 0 0,1 0 0,4 0 0,-3 1 0,0 1 0,-1-1 0,1 1 0,0-1 0,-1 1 0,1 0 0,-1 0 0,1 1 0,-1-1 0,6 4 0,23 13 0,0 2 0,57 45 0,-72-50 0,-1 0 0,-1 1 0,0 0 0,-2 1 0,0 1 0,16 27 0,-27-42 0,-1 0 0,1 0 0,-1 0 0,0 1 0,0-1 0,0 0 0,0 0 0,-1 1 0,1-1 0,-1 0 0,0 1 0,0-1 0,0 1 0,-1-1 0,1 0 0,-2 5 0,1-4 0,-1 0 0,0 0 0,0 0 0,0 0 0,-1 0 0,1 0 0,-1 0 0,0-1 0,0 1 0,0-1 0,-5 4 0,-4 2 0,0 0 0,0-1 0,-1 0 0,1-1 0,-2-1 0,-14 6 0,7-5 0,0-1 0,-1 0 0,-28 2 0,46-7-103,-13 3-1159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24575,'13'14'0,"0"1"0,-1 0 0,0 1 0,14 28 0,-9-10 0,18 50 0,-34-82-151,0 0-1,-1-1 0,1 1 0,0 0 1,0 0-1,0-1 0,0 1 1,2 1-1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24575,'3'-5'0,"0"1"0,0-1 0,0 1 0,1 0 0,0 0 0,-1 0 0,1 0 0,1 1 0,-1 0 0,0-1 0,1 2 0,0-1 0,0 0 0,0 1 0,0 0 0,8-2 0,6-1 0,0 1 0,0 1 0,25-1 0,-25 0 0,-11-1 0,-8 5 0,0 0 0,0-1 0,0 1 0,0 0 0,0 0 0,0-1 0,0 1 0,0 0 0,0 0 0,0-1 0,0 1 0,0 0 0,-1 0 0,1-1 0,0 1 0,0 0 0,0 0 0,0 0 0,0-1 0,0 1 0,-1 0 0,1 0 0,0 0 0,0-1 0,0 1 0,-1 0 0,1 0 0,0 0 0,0 0 0,0 0 0,-1-1 0,1 1 0,-5-2-45,0 0-1,0 0 0,-1 1 1,1-1-1,0 1 0,-1 1 1,1-1-1,0 1 0,-9 0 1,5-1-864,-10 1-5917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24575,'5'-5'0,"2"-4"0,2-1 0,2 0 0,1 0 0,2 3 0,1 2 0,0-1 0,0 2 0,0 0 0,1 2 0,-1 0 0,0 2 0,-1-3 0,1 0 0,0 0 0,-3 0-8191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24575,'1'0'0,"-1"-1"0,0 1 0,0 0 0,1 0 0,-1-1 0,0 1 0,0 0 0,1 0 0,-1 0 0,0 0 0,1 0 0,-1-1 0,0 1 0,0 0 0,1 0 0,-1 0 0,0 0 0,1 0 0,-1 0 0,0 0 0,1 0 0,-1 0 0,0 0 0,1 0 0,-1 0 0,0 0 0,1 1 0,-1-1 0,1 0 0,7 9 0,5 15 0,-11-21 0,13 30 0,-6-11 0,1 0 0,1-1 0,1 0 0,28 37 0,-32-45 120,-7-13-144,-1 0 0,0 1 0,0-1 0,0 0 0,0 0 0,0 0 0,1 0 0,-1 1 0,0-1 0,0 0 1,0 0-1,0 0 0,0 1 0,0-1 0,0 0 0,0 0 0,0 0 0,0 1 0,0-1 0,0 0 0,0 0 0,0 0 0,0 1 0,0-1 0,0 0 0,0 0 0,0 1 0,0-1 0,0 0 0,0 0 0,0 0 1,0 1-1,-1-1 0,1 0 0,0 0 0,0 0 0,0 0 0,0 1 0,0-1 0,-1 0 0,1 0 0,0 0 0,0 0 0,0 0 0,-1 0 0,1 0 0,0 1 0,0-1 0,0 0 0,-1 0 0,1 0 0,0 0 1,0 0-1,0 0 0,-1 0 0,1 0 0,0 0 0,0 0 0,0 0 0,-1 0 0,1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48 24575,'-18'-10'0,"-8"-3"0,-2 0 0,4 5 0,3 5 0,2 4 0,3 5 0,1 1 0,-2 2 0,0 3 0,-3-2 0,-3 1 0,-2 0 0,-2-1 0,-4 0 0,-2-2 0,2-2 0,7-2-8191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 24575,'-4'-11'0,"9"16"0,10 16 0,78 156 0,-87-166 0,0-1 0,1 1 0,10 11 0,-10-14 0,0 1 0,-1 1 0,0-1 0,5 13 0,-8-13-1365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24575,'5'-7'0,"5"-3"0,-1 0-8191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35 24575,'-36'-14'0,"26"9"0,0 1 0,-1 0 0,-11-2 0,18 5 0,0 1 0,0-1 0,0 1 0,1 0 0,-1 0 0,0 1 0,0-1 0,0 1 0,0-1 0,1 1 0,-1 0 0,-6 3 0,3 0 0,1-1 0,0 1 0,0 0 0,0 0 0,0 0 0,1 1 0,-1 0 0,1 0 0,-7 10 0,11-14 0,1 0 0,0-1 0,-1 1 0,1 0 0,0 0 0,-1-1 0,1 1 0,0 0 0,0 0 0,0-1 0,-1 1 0,1 0 0,0 0 0,0 0 0,0-1 0,1 1 0,-1 0 0,0 0 0,0 0 0,0-1 0,0 1 0,1 0 0,-1-1 0,0 1 0,1 0 0,-1 0 0,1-1 0,-1 1 0,1-1 0,-1 1 0,1 0 0,-1-1 0,1 1 0,-1-1 0,1 1 0,0-1 0,-1 1 0,1-1 0,1 1 0,3 2 0,1-1 0,0 1 0,0-1 0,6 2 0,-4-2 0,14 6 0,53 19 0,-64-22 0,1 0 0,-1 1 0,-1 1 0,14 10 0,-22-16 0,-1 0 0,0 0 0,0 0 0,1 0 0,-1 0 0,0 0 0,0 0 0,0 1 0,-1-1 0,1 0 0,0 1 0,0-1 0,-1 0 0,1 1 0,-1-1 0,1 1 0,-1-1 0,1 1 0,-1-1 0,0 1 0,0-1 0,0 1 0,0 0 0,0-1 0,0 1 0,0-1 0,-1 3 0,0-2 0,0 1 0,-1-1 0,1 0 0,-1 0 0,1 0 0,-1 0 0,0 0 0,0 0 0,1 0 0,-1 0 0,-1-1 0,1 1 0,0-1 0,0 0 0,-5 3 0,-11 4 0,0-1 0,-1-1 0,0 0 0,0-2 0,-22 3 0,34-6-1365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24575,'-8'-5'0,"0"-1"0,-1 0 0,1 0 0,-2 1 0,1 0 0,-1 1 0,1 0 0,-1 1 0,-12-4 0,21 7 0,0 0 0,0 0 0,0 0 0,0-1 0,0 1 0,-1 0 0,1 0 0,0 1 0,0-1 0,0 0 0,0 0 0,0 0 0,0 1 0,0-1 0,0 1 0,0-1 0,0 1 0,0-1 0,0 1 0,0-1 0,0 1 0,0 0 0,-1 0 0,2 1 0,-1-1 0,0 0 0,1 1 0,-1-1 0,1 0 0,0 1 0,-1-1 0,1 0 0,0 1 0,0-1 0,0 1 0,0-1 0,0 1 0,0-1 0,0 3 0,1 0 0,0 1 0,1-1 0,-1 0 0,1 0 0,-1 0 0,1 1 0,0-1 0,1-1 0,-1 1 0,6 6 0,-7-9 0,1 1 0,0 0 0,0-1 0,1 0 0,-1 0 0,0 1 0,0-1 0,1 0 0,-1-1 0,0 1 0,1 0 0,-1-1 0,1 1 0,-1-1 0,1 0 0,-1 0 0,1 0 0,-1 0 0,1 0 0,-1 0 0,1-1 0,-1 1 0,0-1 0,1 0 0,-1 0 0,4-1 0,-3 0 0,0 1 0,0-1 0,-1 0 0,1 0 0,0 0 0,-1 0 0,1 0 0,-1 0 0,0-1 0,0 1 0,0-1 0,0 0 0,0 0 0,0 1 0,-1-1 0,1 0 0,-1 0 0,0-1 0,1-4 0,-2 6 0,1-1 0,-1 0 0,1 1 0,-1-1 0,1 1 0,0-1 0,0 1 0,0 0 0,0-1 0,3-3 0,-3 6 0,0-1 0,0 0 0,1 0 0,-1 1 0,0-1 0,0 0 0,1 1 0,-1-1 0,0 1 0,1 0 0,-1-1 0,1 1 0,-1 0 0,0 0 0,1 0 0,-1 0 0,1 0 0,-1 0 0,0 0 0,1 1 0,2 0 0,7 2 0,-1 0 0,1 1 0,17 8 0,-18-7 0,1 0 0,-1-1 0,18 4 0,-27-8-65,0 0 0,0 1 0,-1-1 0,1 0 0,0 0 0,0 0 0,0 0 0,0 0 0,0 0 0,-1 0 0,1 0 0,0-1 0,0 1 0,0 0 0,0 0 0,-1-1 0,1 1 0,0 0 0,0-1 0,1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24575,'0'2'0,"0"-1"0,1 1 0,-1-1 0,1 1 0,-1-1 0,1 0 0,0 1 0,0-1 0,0 0 0,0 1 0,0-1 0,0 0 0,0 0 0,2 2 0,18 13 0,-13-11 0,-1 0 0,1 0 0,1-1 0,-1 0 0,14 4 0,-21-8 0,1 1 0,0-1 0,0 1 0,0-1 0,0 0 0,0 0 0,0 0 0,0 0 0,0 0 0,0-1 0,0 1 0,0-1 0,0 1 0,0-1 0,0 1 0,0-1 0,0 0 0,-1 0 0,1 0 0,0 0 0,-1 0 0,1 0 0,-1-1 0,1 1 0,-1-1 0,1 1 0,-1-1 0,0 1 0,0-1 0,0 0 0,2-2 0,-1-1 0,0-1 0,0 1 0,-1-1 0,0 1 0,0-1 0,0 0 0,0 1 0,-1-7 0,1-4 0,-1 16 0,0-1 0,0 0 0,0 1 0,0-1 0,0 1 0,0-1 0,0 1 0,1-1 0,-1 1 0,0-1 0,0 0 0,0 1 0,1-1 0,-1 1 0,0 0 0,1-1 0,-1 1 0,0-1 0,1 1 0,-1-1 0,0 1 0,1 0 0,-1-1 0,1 1 0,-1 0 0,1-1 0,-1 1 0,1 0 0,-1 0 0,1-1 0,-1 1 0,1 0 0,-1 0 0,1 0 0,0 0 0,-1 0 0,1 0 0,-1 0 0,1 0 0,-1 0 0,1 0 0,-1 0 0,1 0 0,0 0 0,-1 0 0,1 1 0,-1-1 0,1 0 0,-1 0 0,1 1 0,-1-1 0,1 0 0,0 1 0,5 3 0,0-1 0,0 2 0,7 6 0,-7-7 0,5 4 0,0 0 0,0 0 0,1-1 0,0-1 0,25 9 0,-36-14 0,0-1 0,0 0 0,0 1 0,0-1 0,0 0 0,1 0 0,-1 0 0,0 0 0,0 0 0,0 0 0,0 0 0,1 0 0,-1 0 0,0 0 0,0-1 0,0 1 0,0 0 0,0-1 0,0 1 0,0-1 0,0 0 0,0 1 0,0-1 0,0 0 0,0 1 0,0-1 0,0 0 0,0 0 0,0 0 0,-1 0 0,1 0 0,0 0 0,-1 0 0,1 0 0,-1 0 0,1 0 0,-1 0 0,0 0 0,1 0 0,-1 0 0,0-1 0,0 0 0,2-8 0,-1 0 0,-1 1 0,0-1 0,-1-12 0,0 8 0,1 11 0,0 0 0,0 1 0,0-1 0,0 1 0,1-1 0,-1 0 0,1 1 0,-1-1 0,3-3 0,-3 5 0,1 0 0,-1 0 0,1 1 0,0-1 0,-1 0 0,1 1 0,0-1 0,0 0 0,-1 1 0,1-1 0,0 1 0,0-1 0,0 1 0,0-1 0,0 1 0,0 0 0,0 0 0,0-1 0,0 1 0,0 0 0,0 0 0,0 0 0,0 0 0,0 0 0,0 0 0,0 0 0,0 0 0,1 1 0,7 1 12,1 0-1,-1 1 0,0 0 0,0 0 1,9 5-1,43 27-471,-40-22-513,-8-6-5853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9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33 182 24575,'21'39'0,"60"98"0,-68-118 0,0 0 0,2-2 0,0 0 0,32 28 0,-36-39 0,-11-13 0,-12-15 0,-70-93 0,-26-40 0,98 137 0,-15-36 0,23 47 0,-1-1 0,1 1 0,1 0 0,-1-1 0,1 1 0,0-1 0,1 1 0,1-12 0,-1 17 0,0 1 0,0 0 0,0-1 0,1 1 0,-1 0 0,1 0 0,-1 0 0,1-1 0,-1 1 0,1 0 0,0 0 0,0 0 0,-1 0 0,1 0 0,0 0 0,0 0 0,0 0 0,0 0 0,2-1 0,-1 1 0,1 0 0,-1 0 0,1 0 0,-1 0 0,1 0 0,-1 1 0,1-1 0,0 1 0,3 0 0,2 0 0,0 0 0,1 1 0,-1 0 0,0 0 0,11 4 0,-12-3 0,0 1 0,-1-1 0,0 2 0,1-1 0,-1 0 0,0 1 0,-1 0 0,1 1 0,-1-1 0,8 9 0,-11-11 0,0 1 0,0-1 0,0 1 0,-1-1 0,1 1 0,-1 0 0,1 0 0,-1-1 0,0 1 0,0 0 0,-1 0 0,1 0 0,0 0 0,-1 0 0,0 0 0,0 1 0,0-1 0,0 0 0,0 0 0,-1 0 0,1 0 0,-1 0 0,0 0 0,0 0 0,0 0 0,-2 4 0,0-3-170,0 1-1,0-1 0,-1 1 1,1-1-1,-1 0 0,0-1 1,-7 7-1,-2-1-6655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194 471 24575,'2'-19'0,"-1"-1"0,0 0 0,-2 1 0,0-1 0,-2 0 0,0 1 0,-1 0 0,0 0 0,-2 0 0,-1 0 0,0 1 0,-18-32 0,-3 1 0,-62-81 0,90 130 0,-1-1 0,1 0 0,-1 0 0,0 0 0,1 1 0,-1-1 0,0 0 0,0 1 0,1-1 0,-1 1 0,0-1 0,0 1 0,0-1 0,0 1 0,-1-1 0,2 1 0,-1 0 0,1 0 0,0 0 0,-1 0 0,1 1 0,0-1 0,0 0 0,-1 0 0,1 0 0,0 0 0,0 1 0,-1-1 0,1 0 0,0 0 0,0 1 0,0-1 0,-1 0 0,1 0 0,0 1 0,0-1 0,0 0 0,0 0 0,0 1 0,0-1 0,0 0 0,0 1 0,0-1 0,-1 0 0,1 1 0,0-1 0,0 5 0,0 0 0,0 0 0,1 0 0,0 8 0,10 37 0,1-1 0,3 0 0,31 69 0,-42-108 0,1-1 0,0 1 0,0-1 0,1 0 0,1-1 0,-1 0 0,1 0 0,0 0 0,1-1 0,0 0 0,0 0 0,1-1 0,0 0 0,0 0 0,0-1 0,0 0 0,1-1 0,0 0 0,0-1 0,0 0 0,0 0 0,1-1 0,-1-1 0,1 0 0,13 0 0,-18-1 0,4 1 0,0-1 0,0-1 0,0 0 0,14-3 0,-20 3 0,-1 0 0,0 0 0,0-1 0,0 1 0,0-1 0,0 0 0,0 0 0,0 0 0,-1 0 0,1 0 0,-1-1 0,1 1 0,-1-1 0,0 1 0,0-1 0,3-6 0,-3 5 0,0-1 0,0 1 0,-1-1 0,1 0 0,0-7 0,2-5 0,-4 16 0,0 1 0,0 0 0,0 0 0,0 0 0,0 0 0,0 0 0,0 0 0,0 0 0,0 0 0,0 0 0,0 0 0,0 0 0,0 0 0,0 0 0,1-1 0,-1 1 0,0 0 0,0 0 0,0 0 0,0 0 0,0 0 0,0 0 0,0 0 0,0 0 0,0 0 0,0 0 0,0 0 0,0 0 0,0 0 0,0 0 0,0 0 0,1 0 0,-1 0 0,0 0 0,0 0 0,0 0 0,0 0 0,0 0 0,0 0 0,0 0 0,0 0 0,0 0 0,0 0 0,0 0 0,0 0 0,1 0 0,-1 0 0,0 0 0,0 0 0,0 0 0,0 0 0,0 0 0,0 0 0,0 0 0,0 0 0,5 6 0,4 13 0,-7-15 0,2 3-151,0 0-1,1 1 0,0-1 0,1-1 1,0 1-1,0-1 0,0 0 1,10 6-1,-6-4-6674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24575,'4'2'0,"0"0"0,0 0 0,0-1 0,0 0 0,0 1 0,0-1 0,0-1 0,0 1 0,0-1 0,0 0 0,1 1 0,-1-2 0,0 1 0,0 0 0,6-2 0,-8 1 0,1 0 0,0-1 0,-1 1 0,1 0 0,-1-1 0,1 0 0,-1 1 0,0-1 0,0 0 0,0 0 0,0 0 0,0-1 0,0 1 0,0 0 0,-1-1 0,1 1 0,-1-1 0,0 1 0,1-1 0,-1 0 0,0 0 0,0-4 0,0 4 0,0-1 0,0 0 0,0 1 0,1-1 0,-1 0 0,1 1 0,3-5 0,-5 7 0,1 0 0,0 0 0,0 1 0,0-1 0,0 0 0,0 1 0,0-1 0,0 1 0,0-1 0,0 1 0,0 0 0,0-1 0,0 1 0,0 0 0,0 0 0,0 0 0,1 0 0,-1 0 0,0 0 0,0 0 0,0 0 0,0 0 0,0 0 0,0 0 0,0 1 0,0-1 0,0 1 0,0-1 0,0 1 0,2 0 0,16 9 0,30 20 0,2 2 0,-38-25-1365,-4-1-5461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1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24575,'-3'1'0,"1"0"0,0 0 0,0 0 0,0 1 0,0-1 0,0 1 0,0 0 0,0-1 0,0 1 0,1 0 0,-1 0 0,0 0 0,1 0 0,0 0 0,0 0 0,-1 1 0,1-1 0,1 0 0,-1 1 0,0-1 0,0 5 0,0-3 0,1 0 0,1 0 0,-1-1 0,1 1 0,-1 0 0,1 0 0,0-1 0,0 1 0,1-1 0,-1 1 0,1-1 0,0 1 0,3 5 0,4 4 0,0 0 0,1 0 0,0-1 0,1 0 0,1-1 0,-1 0 0,18 12 0,-28-23 0,-1 1 0,0-1 0,1 0 0,-1 1 0,1-1 0,-1 0 0,1 0 0,-1 0 0,1 1 0,-1-1 0,1 0 0,-1 0 0,1 0 0,-1 0 0,1 0 0,-1 0 0,1 0 0,-1 0 0,1 0 0,-1 0 0,1 0 0,-1 0 0,1 0 0,-1 0 0,1-1 0,-1 1 0,1 0 0,-1 0 0,1-1 0,-1 1 0,1-1 0,0 0 0,0 0 0,0 0 0,-1 0 0,1-1 0,0 1 0,-1 0 0,0-1 0,1 1 0,-1 0 0,0-1 0,1-2 0,0-4 0,-1 0 0,-2-17 0,1 12 0,-1 0 0,-1 1 0,0-1 0,-1 1 0,0 0 0,-9-17 0,13 28 0,0 1 0,0 0 0,0 0 0,0 0 0,0-1 0,0 1 0,0 0 0,-1 0 0,1 0 0,0-1 0,0 1 0,0 0 0,0 0 0,0 0 0,0 0 0,0-1 0,0 1 0,-1 0 0,1 0 0,0 0 0,0 0 0,0 0 0,0-1 0,0 1 0,-1 0 0,1 0 0,0 0 0,0 0 0,0 0 0,0 0 0,-1 0 0,1 0 0,0 0 0,0 0 0,0 0 0,-1 0 0,1 0 0,0 0 0,0 0 0,0 0 0,-1 0 0,1 10 0,4 16 0,11 32 0,3 0 0,2-1 0,32 62 0,-7-30 0,17 38 0,-60-123 0,-1-1 0,0 0 0,0 1 0,-1-1 0,1 1 0,-1-1 0,1 5 0,-1-8 0,0 1 0,0-1 0,0 1 0,0-1 0,0 1 0,-1-1 0,1 1 0,0-1 0,0 1 0,0-1 0,-1 1 0,1-1 0,0 1 0,0-1 0,-1 0 0,1 1 0,0-1 0,-1 0 0,1 1 0,0-1 0,-1 0 0,0 1 0,0-1 0,0 1 0,0-1 0,0 0 0,0 0 0,0 0 0,0 0 0,0 0 0,0 0 0,0 0 0,0 0 0,1 0 0,-1-1 0,0 1 0,0 0 0,0-1 0,-1 0 0,-9-4 0,0 0 0,0-1 0,1-1 0,0 0 0,-19-16 0,7 2 0,-24-30 0,44 49-30,-10-12 107,-15-25 0,24 35-183,1 1-1,0-1 1,0 1-1,1-1 1,-1 0 0,1 0-1,0 0 1,0 0 0,0 0-1,0 0 1,1 0 0,-1 0-1,2-7 1,1 2-6720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24575,'-3'8'0,"0"4"0,0 4 0,3-2 0,1 0 0,4-3 0,0-1 0,2 1 0,3-2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24575,'0'-2'0,"2"1"0,2 4 0,-1 3 0,2 4 0,0 0-8191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24575,'3'2'0,"0"1"0,0-2 0,1 1 0,-1 0 0,1-1 0,-1 1 0,1-1 0,6 1 0,4 3 0,-7-3 0,0 0 0,-1 0 0,1-1 0,0 0 0,0 0 0,9 0 0,-14-1 0,-1 0 0,1 0 0,0 0 0,-1 0 0,1 0 0,-1-1 0,1 1 0,0 0 0,-1-1 0,1 1 0,-1-1 0,1 0 0,-1 0 0,0 1 0,1-1 0,-1 0 0,0 0 0,1 0 0,-1 0 0,0-1 0,0 1 0,0 0 0,0 0 0,0-1 0,0 1 0,0-1 0,-1 1 0,1-1 0,0 1 0,-1-1 0,1-2 0,0-1 0,-1 0 0,0 0 0,0 1 0,0-1 0,-1 0 0,0 0 0,-2-7 0,2 7 0,0 0 0,0 1 0,0-1 0,1 0 0,0 0 0,0-6 0,0 10 0,0 0 0,0 1 0,0-1 0,0 1 0,1-1 0,-1 0 0,0 1 0,0-1 0,1 1 0,-1-1 0,0 1 0,0-1 0,1 1 0,-1-1 0,1 1 0,-1-1 0,1 1 0,-1-1 0,0 1 0,1 0 0,-1-1 0,1 1 0,0 0 0,0-1 0,0 1 0,1-1 0,-1 1 0,1 0 0,-1 0 0,1 0 0,-1 0 0,1 0 0,-1 0 0,0 0 0,3 1 0,2 1 0,1 0 0,-1 0 0,9 4 0,15 9 0,-1 1 0,0 1 0,32 25 0,-52-34-1365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24575,'-6'2'0,"1"0"0,-1 0 0,1 1 0,0 0 0,0 0 0,0 1 0,0-1 0,0 1 0,1 0 0,-8 9 0,9-9 0,1 0 0,0 0 0,0 0 0,0 0 0,0 0 0,0 0 0,1 1 0,0-1 0,0 1 0,0-1 0,0 1 0,1-1 0,0 1 0,1 9 0,0 0 0,2 0 0,0 0 0,0 0 0,2 0 0,0-1 0,11 23 0,49 75 0,-52-91 0,246 324 0,-228-303-1365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7 24575,'-18'-3'0,"-8"0"0,1 2 0,1 2 0,3 3 0,4 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239 337 24575,'-25'-12'0,"2"1"0,0-1 0,1 0 0,0-2 0,-24-20 0,37 25 0,1 0 0,0-1 0,0 0 0,1-1 0,0 1 0,1-1 0,1-1 0,-1 1 0,-5-23 0,9 19 0,2 15 0,0-1 0,0 1 0,0 0 0,0-1 0,0 1 0,0 0 0,0-1 0,1 1 0,-1 0 0,0-1 0,0 1 0,0 0 0,1 0 0,-1-1 0,0 1 0,0 0 0,1 0 0,-1-1 0,0 1 0,0 0 0,1 0 0,0-1 0,0 1 0,0 0 0,0 0 0,0 0 0,0 0 0,0 1 0,0-1 0,0 0 0,0 0 0,0 1 0,0-1 0,0 0 0,0 1 0,-1-1 0,1 1 0,0 0 0,0-1 0,0 1 0,0-1 0,-1 1 0,1 0 0,0 0 0,0 1 0,18 19 0,-13-14 0,0 0 0,13 12 0,-16-17 0,0 0 0,0 0 0,1 0 0,-1 0 0,0-1 0,1 1 0,-1-1 0,1 0 0,0 0 0,6 1 0,0-1 0,-1-1 0,0 0 0,1 0 0,-1-1 0,0 0 0,1-1 0,-1 0 0,0 0 0,0-1 0,10-4 0,-5 0 0,0 0 0,0-1 0,-1-1 0,-1 0 0,17-14 0,-28 21 0,1 1 0,0 0 0,-1-1 0,1 0 0,-1 1 0,1-1 0,-1 0 0,0 0 0,1 0 0,-1 1 0,0-1 0,0-1 0,-1 1 0,1 0 0,0 0 0,-1 0 0,1 0 0,-1 0 0,0-1 0,0 1 0,0 0 0,0 0 0,0-1 0,0 1 0,0 0 0,-1 0 0,1 0 0,-1-1 0,0 1 0,1 0 0,-1 0 0,0 0 0,0 0 0,-1 0 0,1 0 0,0 1 0,0-1 0,-1 0 0,1 1 0,-1-1 0,0 1 0,0-1 0,1 1 0,-1 0 0,0-1 0,0 1 0,-3-1 0,3 1 0,1 0 0,0 1 0,-1-1 0,1 0 0,-1 1 0,1 0 0,-1-1 0,1 1 0,-1 0 0,1-1 0,-1 1 0,1 0 0,-1 0 0,1 0 0,-1 0 0,0 1 0,1-1 0,-1 0 0,1 1 0,-1-1 0,1 1 0,-2 0 0,2 0 0,0 0 0,0 0 0,0 0 0,0 0 0,1 0 0,-1 0 0,0 0 0,1 0 0,-1 0 0,0 1 0,1-1 0,0 0 0,-1 0 0,1 1 0,0-1 0,-1 0 0,1 0 0,0 1 0,0-1 0,0 0 0,0 1 0,0-1 0,0 0 0,1 1 0,-1-1 0,1 2 0,0 2 0,1-1 0,-1 1 0,1-1 0,0 1 0,1-1 0,-1 0 0,1 0 0,0 0 0,-1 0 0,2-1 0,-1 1 0,0-1 0,1 0 0,0 0 0,-1 0 0,1 0 0,8 4 0,5 1 0,1-1 0,-1 0 0,24 5 0,-18-5 0,-12-4-273,1-1 0,-1 0 0,1-1 0,16 1 0,-16-2-6553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 24575,'-8'2'0,"0"1"0,1 0 0,0 1 0,0-1 0,0 1 0,0 1 0,0 0 0,-11 10 0,16-13 0,1 0 0,-1 0 0,0 1 0,0-1 0,1 0 0,0 1 0,-1-1 0,1 1 0,0-1 0,0 1 0,0 0 0,1-1 0,-1 1 0,1 0 0,-1 0 0,1-1 0,0 1 0,0 0 0,0 0 0,0 0 0,1-1 0,-1 1 0,1 0 0,-1-1 0,1 1 0,0 0 0,0-1 0,1 1 0,1 2 0,2 4 0,0-1 0,1 0 0,0-1 0,1 0 0,-1 1 0,1-2 0,1 1 0,0-1 0,8 5 0,-5-4 0,-1-1 0,1 0 0,1-1 0,-1 0 0,1-1 0,20 5 0,-30-9 0,0 1 0,0-1 0,0 0 0,0 0 0,0 1 0,0-2 0,0 1 0,0 0 0,0 0 0,-1 0 0,1-1 0,0 1 0,0-1 0,0 0 0,0 1 0,-1-1 0,1 0 0,0 0 0,-1 0 0,1 0 0,0 0 0,-1-1 0,0 1 0,1 0 0,-1-1 0,0 1 0,1-1 0,0-2 0,0 1 0,-1 0 0,0 0 0,0 0 0,0 0 0,-1 0 0,1 0 0,-1 0 0,1 0 0,-1 0 0,0 0 0,0 0 0,0 0 0,-1-1 0,1 1 0,-1 0 0,0 0 0,-1-4 0,-5-10 0,-1 1 0,-1-1 0,0 2 0,-1-1 0,-20-23 0,29 38 0,0 0 0,0 0 0,0 0 0,-1 0 0,1 0 0,0 0 0,0 0 0,-1 0 0,1 1 0,-3-2 0,4 2 0,0 0 0,-1 0 0,1 0 0,0 0 0,0 0 0,-1 0 0,1 0 0,0 0 0,0 0 0,0 0 0,-1 0 0,1 0 0,0 0 0,0 0 0,0 0 0,-1 0 0,1 0 0,0 0 0,0 0 0,0 1 0,-1-1 0,1 0 0,0 0 0,0 0 0,0 0 0,0 0 0,0 1 0,-1-1 0,1 11 0,3 4 0,1 0 0,0 0 0,1-1 0,1 1 0,11 20 0,47 67 0,-48-77 0,79 104 0,-29-45 0,-59-72-1365,-3-1-5461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341 292 24575,'-92'-17'0,"-58"-6"0,147 22 0,1 1 0,-1 0 0,0 0 0,0 0 0,0 0 0,1 0 0,-1 1 0,0-1 0,0 1 0,1 0 0,-1 0 0,0 0 0,1 0 0,-5 3 0,5-3 0,1 0 0,0 1 0,-1-1 0,1 1 0,0-1 0,0 1 0,0 0 0,0-1 0,1 1 0,-1 0 0,0 0 0,1-1 0,-1 1 0,1 0 0,0 0 0,-1 0 0,1 0 0,0 0 0,0-1 0,0 1 0,0 0 0,1 4 0,0-3 0,0 1 0,0 0 0,0 0 0,0 0 0,0 0 0,1-1 0,0 1 0,-1-1 0,2 1 0,-1-1 0,0 0 0,0 0 0,4 3 0,-1-1 0,-1-1 0,2 0 0,-1 0 0,0-1 0,1 1 0,0-1 0,7 3 0,1-1 0,1 0 0,-1-2 0,1 0 0,-1 0 0,1-1 0,18 0 0,-32-2 0,11 0 0,0 0 0,0 0 0,0-1 0,0-1 0,15-3 0,-25 4 0,0 0 0,1 0 0,-1 0 0,0 0 0,0 0 0,0 0 0,0 0 0,0-1 0,-1 1 0,1-1 0,0 0 0,-1 1 0,1-1 0,1-2 0,-2 1 0,0 1 0,0 0 0,0 0 0,-1-1 0,1 1 0,-1 0 0,1-1 0,-1 1 0,0 0 0,0-1 0,0 1 0,0 0 0,-1-1 0,1 1 0,0 0 0,-1-1 0,-1-2 0,-1-4 0,-1 0 0,0 0 0,-1 1 0,1-1 0,-2 1 0,-10-14 0,-45-42 0,56 59 0,-33-33 0,-1 3 0,-2 1 0,-75-47 0,105 76 0,11 5 0,-1 0 0,1 0 0,0 0 0,0 0 0,0 0 0,0 0 0,0 0 0,0 0 0,0 0 0,0 0 0,0 0 0,-1 0 0,1 0 0,0 1 0,0-1 0,0 0 0,0 0 0,0 0 0,0 0 0,0 0 0,0 0 0,0 0 0,0 0 0,0 0 0,0 0 0,0 0 0,0 1 0,0-1 0,0 0 0,0 0 0,0 0 0,0 0 0,0 0 0,0 0 0,0 0 0,0 0 0,0 1 0,0-1 0,0 0 0,0 0 0,0 0 0,0 0 0,0 0 0,0 0 0,0 0 0,0 0 0,0 0 0,0 0 0,0 1 0,0-1 0,12 19 0,-10-17 0,37 47 0,1-1 0,3-2 0,60 49 0,-94-87-455,0-1 0,17 10 0,-14-10-6371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31 24575,'1'-2'0,"0"0"0,0 0 0,1 0 0,-1 1 0,1-1 0,-1 0 0,1 1 0,0-1 0,0 1 0,0-1 0,0 1 0,0 0 0,0 0 0,0 0 0,0 0 0,0 0 0,0 0 0,1 1 0,-1-1 0,0 1 0,0 0 0,1-1 0,-1 1 0,0 0 0,1 0 0,-1 0 0,0 1 0,1-1 0,-1 1 0,3 0 0,4 1 0,0 1 0,0 0 0,-1 0 0,1 1 0,-1 0 0,9 6 0,-11-6 0,27 19 0,-32-23 0,0 1 0,0 0 0,1 0 0,-1 1 0,0-1 0,0 0 0,0 0 0,0 0 0,-1 1 0,1-1 0,0 0 0,0 1 0,-1-1 0,1 1 0,-1-1 0,1 1 0,-1-1 0,0 1 0,1-1 0,-1 3 0,0-4 0,-1 1 0,1 0 0,0 0 0,-1-1 0,1 1 0,0 0 0,-1-1 0,1 1 0,-1 0 0,1-1 0,-1 1 0,0-1 0,1 1 0,-1-1 0,1 1 0,-1-1 0,0 0 0,1 1 0,-1-1 0,0 0 0,0 1 0,1-1 0,-1 0 0,0 0 0,-1 1 0,-21 1 0,19-2 0,-30 2 0,-1-2 0,-50-5 0,78 4 0,1 0 0,-1-1 0,0 1 0,1-1 0,0-1 0,-1 1 0,1-1 0,0 0 0,0 0 0,0-1 0,1 0 0,-1 0 0,-6-7 0,11 11-3,0-1 0,1 0 0,-1 0 0,0 1 0,1-1 0,-1 0 0,1 0 0,0 0 0,-1 0 0,1 1 0,0-1 1,-1 0-1,1 0 0,0 0 0,0 0 0,0 0 0,0 0 0,0 0 0,0 0 0,0 0 0,0 0 0,0 0 0,0 0 0,1 0 0,-1 1 0,1-2 0,0 0 18,0 0 1,0 1-1,0-1 0,0 1 1,1 0-1,-1-1 1,1 1-1,-1 0 0,1 0 1,0 0-1,-1 0 1,3-1-1,3-1-263,0 0 1,0 0-1,1 1 1,-1 0-1,11-1 1,-4 2-6579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3 119 24575,'0'0'0,"0"0"0,-1 0 0,1 0 0,0 0 0,0 0 0,0 0 0,0-1 0,0 1 0,0 0 0,0 0 0,0 0 0,-1 0 0,1 0 0,0 0 0,0 0 0,0 0 0,0 0 0,0 0 0,0 0 0,0 0 0,0 0 0,0 0 0,0-1 0,0 1 0,0 0 0,0 0 0,0 0 0,0 0 0,0 0 0,-1 0 0,1 0 0,0 0 0,0-1 0,0 1 0,0 0 0,0 0 0,0 0 0,0 0 0,0 0 0,1 0 0,-1 0 0,0 0 0,0-1 0,0 1 0,0 0 0,0 0 0,0 0 0,0 0 0,0 0 0,0 0 0,0 0 0,0 0 0,0 0 0,0 0 0,0-1 0,0 1 0,0 0 0,1 0 0,-1 0 0,0 0 0,0 0 0,10 1 0,12 6 0,26 12 0,36 12 0,-78-30 0,0 1 0,0-1 0,0 0 0,0 0 0,1-1 0,-1 0 0,0 0 0,0-1 0,11-1 0,-16 2 0,1-1 0,0 0 0,-1 1 0,1-1 0,0 0 0,-1 0 0,1 1 0,-1-1 0,1-1 0,-1 1 0,0 0 0,1 0 0,-1 0 0,0-1 0,2-1 0,-2 1 0,-1 0 0,1 0 0,0 0 0,-1 0 0,1 0 0,-1 0 0,0 0 0,1 0 0,-1 0 0,0 0 0,0 0 0,-1 0 0,1 1 0,0-1 0,-1 0 0,0-4 0,-1 1 0,0 0 0,-1 0 0,1 1 0,-1-1 0,0 0 0,0 1 0,-1 0 0,-5-6 0,5 6 0,0-1 0,0 1 0,1-1 0,-1 1 0,1-1 0,-3-6 0,6 10 0,0 1 0,0 0 0,0 0 0,0 0 0,0 0 0,0 0 0,0-1 0,0 1 0,0 0 0,0 0 0,0 0 0,0 0 0,0 0 0,1 0 0,-1-1 0,0 1 0,0 0 0,0 0 0,0 0 0,0 0 0,0 0 0,0 0 0,0 0 0,0-1 0,0 1 0,1 0 0,-1 0 0,0 0 0,0 0 0,0 0 0,0 0 0,0 0 0,0 0 0,1 0 0,-1 0 0,0 0 0,0 0 0,0 0 0,0 0 0,0 0 0,0 0 0,1 0 0,-1 0 0,0 0 0,0 0 0,0 0 0,0 0 0,0 0 0,1 0 0,-1 0 0,0 0 0,0 0 0,0 0 0,0 0 0,0 0 0,0 0 0,0 1 0,1-1 0,-1 0 0,0 0 0,0 0 0,0 0 0,10 5 0,-10-5 0,32 16 0,-24-11 0,1 0 0,-1 0 0,1-1 0,0-1 0,0 1 0,1-1 0,-1-1 0,1 0 0,13 1 0,-19-3 0,0 1 0,1-2 0,-1 1 0,0 0 0,1-1 0,-1 0 0,8-2 0,-11 2 0,1 1 0,-1-1 0,0 0 0,0 1 0,0-1 0,0 0 0,0 0 0,0 0 0,-1 1 0,1-1 0,0 0 0,0 0 0,-1 0 0,1 0 0,0-1 0,-1 1 0,1 0 0,-1 0 0,0 0 0,1 0 0,-1-1 0,0 1 0,0 0 0,1 0 0,-1-1 0,0 1 0,0 0 0,0 0 0,-1 0 0,1-1 0,0 1 0,-1-2 0,-1-6 0,1 6 0,1 1 0,-1-1 0,0 0 0,1 0 0,0 0 0,0 1 0,0-5 0,0 7 0,0-1 0,1 0 0,-1 0 0,0 1 0,1-1 0,-1 0 0,1 1 0,-1-1 0,0 0 0,1 1 0,0-1 0,-1 0 0,1 1 0,-1-1 0,1 1 0,0-1 0,-1 1 0,1 0 0,0-1 0,-1 1 0,1 0 0,0-1 0,0 1 0,-1 0 0,1 0 0,0 0 0,0-1 0,-1 1 0,1 0 0,0 0 0,1 0 0,3 0 10,0 1-1,-1-1 1,1 1-1,0 0 0,0 0 1,0 0-1,-1 0 1,1 1-1,6 3 0,39 24-849,-41-23 221,0 0-6207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 24575,'-18'2'0,"-27"7"0,41-8 0,-1 1 0,1-1 0,0 1 0,0 0 0,0 0 0,0 0 0,0 0 0,1 1 0,-1 0 0,1 0 0,-7 5 0,9-6 0,0-1 0,1 0 0,-1 0 0,0 0 0,0 1 0,1-1 0,-1 0 0,0 1 0,1-1 0,-1 0 0,1 1 0,0-1 0,0 1 0,-1-1 0,1 1 0,0-1 0,0 1 0,0-1 0,0 1 0,1-1 0,-1 1 0,1 1 0,0-1 0,0 1 0,0-1 0,1 0 0,-1 0 0,1 0 0,-1 0 0,1 0 0,0 0 0,0 0 0,0-1 0,4 4 0,1-1 0,0 0 0,0 0 0,1 0 0,0-1 0,0 0 0,0-1 0,8 2 0,-11-3 0,0 0 0,0-1 0,0 0 0,0 0 0,0 0 0,0 0 0,0-1 0,0 0 0,0 0 0,-1 0 0,7-3 0,-8 3 0,0-1 0,-1 1 0,1-1 0,-1 1 0,0-1 0,0 0 0,1 0 0,-1 0 0,0 0 0,-1 0 0,1-1 0,0 1 0,-1-1 0,1 1 0,-1-1 0,0 1 0,0-1 0,0 0 0,0 1 0,1-6 0,-1 2 0,-1-1 0,0 0 0,0 1 0,0-1 0,-1 0 0,0 1 0,0-1 0,-3-8 0,0-1 0,4 16 0,0 0 0,0 0 0,0 0 0,1 0 0,-1 0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0,0-1 0,0 1 0,0 0 0,0 0 0,6 6 0,5 8 0,36 41-1365,-39-45-5461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24575,'5'5'0,"1"4"0,3 3 0,2 0 0,2 0 0,-2 1 0,1-3 0,0-2 0,-2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24575,'7'0'0,"3"3"0,0 0-8191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24575,'0'1'0,"1"0"0,-1-1 0,0 1 0,1-1 0,-1 1 0,1-1 0,-1 0 0,1 1 0,-1-1 0,1 1 0,-1-1 0,1 0 0,0 0 0,-1 1 0,1-1 0,-1 0 0,1 0 0,0 0 0,-1 1 0,1-1 0,0 0 0,-1 0 0,1 0 0,0 0 0,-1 0 0,1 0 0,0 0 0,-1-1 0,1 1 0,-1 0 0,1 0 0,0-1 0,1 0 0,0-1 0,-1 0 0,1 1 0,-1-1 0,1 0 0,-1 0 0,2-4 0,-2 4 0,1-1 0,-1 1 0,1-1 0,0 1 0,-1 0 0,1 0 0,2-2 0,0 2 0,0-1 0,0 1 0,0 1 0,1-1 0,-1 1 0,0-1 0,0 1 0,1 1 0,-1-1 0,1 0 0,-1 1 0,1 0 0,-1 0 0,1 1 0,-1-1 0,1 1 0,6 2 0,8 2 0,-1 1 0,30 14 0,-43-17 0,9 4-1365,-1-1-5461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9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0 24575,'16'13'0,"25"27"0,-35-34 0,-1 1 0,0 0 0,0 0 0,-1 0 0,1 0 0,5 16 0,-9-22 0,-1 0 0,0 0 0,1 0 0,-1 0 0,0 0 0,0 0 0,1 0 0,-1 0 0,0 0 0,0 0 0,0 0 0,0 0 0,-1 0 0,1 0 0,0 0 0,0-1 0,0 1 0,-1 0 0,1 0 0,-1 0 0,1 0 0,0 0 0,-1 0 0,0 0 0,1-1 0,-1 1 0,1 0 0,-1-1 0,0 1 0,0 0 0,1-1 0,-1 1 0,0 0 0,0-1 0,0 0 0,0 1 0,1-1 0,-1 1 0,0-1 0,0 0 0,0 0 0,0 1 0,0-1 0,-1 0 0,-7 1 0,1 0 0,0-1 0,-1 0 0,-10-1 0,8 0 0,-37 0 0,-23-1 0,70 2 0,0 0 0,-1 0 0,1 0 0,0-1 0,-1 1 0,1 0 0,0-1 0,-1 1 0,1-1 0,0 0 0,0 1 0,-2-2 0,3 2 0,-1-1 0,1 1 0,0-1 0,-1 1 0,1-1 0,0 1 0,-1 0 0,1-1 0,0 1 0,0-1 0,-1 1 0,1-1 0,0 0 0,0 1 0,0-1 0,0 1 0,0-1 0,0 1 0,0-1 0,0 1 0,0-2 0,0 1 0,1-1 0,-1 1 0,1 0 0,0-1 0,-1 1 0,1 0 0,0 0 0,0 0 0,0-1 0,0 1 0,0 0 0,0 0 0,0 0 0,0 0 0,1 1 0,-1-1 0,0 0 0,0 0 0,1 1 0,2-2 0,39-9 71,-33 9-358,-1-1 0,1 1-1,-1-1 1,11-6 0,-10 3-6539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86 24575,'-18'-11'0,"-54"-33"0,60 38 0,1 1 0,-1 0 0,0 0 0,-17-3 0,28 7 0,0 1 0,0 0 0,0 0 0,0 0 0,0-1 0,0 1 0,0 0 0,0 0 0,0 1 0,0-1 0,0 0 0,0 0 0,0 0 0,0 1 0,0-1 0,0 0 0,-1 1 0,1 0 0,1-1 0,0 1 0,-1-1 0,1 1 0,-1-1 0,1 1 0,0-1 0,0 1 0,-1 0 0,1-1 0,0 1 0,0 0 0,0-1 0,-1 1 0,1-1 0,0 1 0,0 0 0,0-1 0,0 1 0,0 1 0,1 3 0,1 1 0,-1 0 0,1-1 0,5 11 0,-2-2 0,-2-5 0,-2 0 0,1 0 0,-1 0 0,0 0 0,-1 17 0,0-22 0,0 0 0,1 0 0,-1 0 0,1 0 0,0 0 0,1 0 0,-1 0 0,0-1 0,4 6 0,22 33 0,-16-27 0,87 112 0,-64-84 0,116 121 0,-100-113 0,-29-25-1365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24575,'-32'0'0,"-14"3"0,-2 0 0,6 0 0,7 2 0,6 1 0,10-2-8191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24575,'0'0'0,"0"0"0,0 0 0,0 0 0,0 0 0,0 1 0,-1-1 0,1 0 0,0 0 0,0 0 0,0 0 0,0 0 0,0 0 0,0 0 0,0 0 0,-1 0 0,1 0 0,0 0 0,0 0 0,0 0 0,0 1 0,0-1 0,0 0 0,0 0 0,0 0 0,0 0 0,0 0 0,-1 0 0,1 0 0,0 1 0,0-1 0,0 0 0,0 0 0,0 0 0,0 0 0,0 0 0,0 1 0,0-1 0,0 0 0,0 0 0,0 0 0,0 0 0,0 0 0,0 0 0,1 1 0,2 8 0,7 8 0,32 41 0,40 48 0,-71-93 0,1 0 0,1-1 0,0-1 0,0 0 0,24 14 0,-31-22-53,-9-4 185,-9-5-1576,2-1-5382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24575,'30'-13'0,"1"2"0,46-11 0,-65 20 0,0 0 0,1 0 0,-1 1 0,0 1 0,1 0 0,-1 1 0,0 0 0,1 1 0,19 5 0,-27-5 0,0-1 0,0 2 0,0-1 0,0 1 0,0-1 0,0 1 0,-1 1 0,1-1 0,-1 1 0,0-1 0,0 1 0,0 0 0,-1 1 0,1-1 0,-1 1 0,0 0 0,0-1 0,-1 1 0,1 0 0,-1 1 0,0-1 0,-1 0 0,1 0 0,-1 1 0,0-1 0,-1 1 0,1-1 0,-1 7 0,0-3 0,0 1 0,-1-1 0,-1 0 0,1 1 0,-2-1 0,1 0 0,-1 0 0,0-1 0,-1 1 0,0 0 0,0-1 0,-1 0 0,0 0 0,-1-1 0,-12 15 0,12-15-170,-1-1-1,-1 1 0,1-1 1,-1-1-1,0 0 0,0 0 1,-17 8-1,14-10-6655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24575,'2'2'0,"4"4"0,3 3 0,3 5 0,1 3 0,2 1 0,0 0 0,0-1 0,1-1 0,-3 0 0,-2-3 0,1-1 0,1-1 0,-3 2 0,-5-6 0,-5-2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4 24575,'-30'-3'0,"-13"2"0,-1 1 0,7 4 0,6 2 0,8 4 0,3 2 0,4 2 0,-1 1 0,0 0 0,-2 0 0,-3 1 0,-2-1 0,-1-2 0,3-4 0,4-3-8191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24575,'50'53'0,"-33"-33"0,1-1 0,2 0 0,-1-1 0,2-2 0,24 16 0,-42-29-95,-1-2-20,-1 0-1,0-1 1,0 1-1,1 0 1,-1 0-1,1 0 1,-1-1-1,1 1 1,-1-1-1,3 1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 24575,'7'-17'0,"6"-7"0,2 2 0,2 4 0,-2 3 0,-2 3 0,0 5 0,1 3 0,-1 2 0,-1 4 0,-4 4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24575,'8'-10'0,"4"-4"0,1-1 0,1 2 0,-1 2 0,2 4 0,-1 3 0,1 2 0,0 1 0,0 1 0,0 1 0,-3-1-8191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24575,'2'2'0,"4"4"0,1 3 0,1 3 0,0 1 0,0 2 0,2 0 0,0 0 0,-1 1 0,2-4 0,1 0 0,-2 0 0,1-2 0,0 0 0,2-2 0,-3-3-8191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16 24575,'-3'-5'0,"-3"-2"0,0 3 0,-3 5 0,-1 2 0,-2 3 0,-1 3 0,-1 0 0,-1 1 0,-3 1 0,-3 1 0,-3 2 0,-3 0 0,-1-2 0,-4 0 0,-1 0 0,2-2 0,6-3-8191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30 24575,'4'0'0,"27"-1"0,-29 1 0,-1 0 0,1-1 0,0 1 0,0-1 0,0 1 0,0-1 0,0 0 0,-1 1 0,1-1 0,0 0 0,0 0 0,1-2 0,-3 3 0,1-1 0,-1 1 0,0 0 0,0 0 0,0-1 0,1 1 0,-1 0 0,0-1 0,0 1 0,0 0 0,0 0 0,0-1 0,0 1 0,0 0 0,0-1 0,0 1 0,0 0 0,0-1 0,0 1 0,0 0 0,0-1 0,0 1 0,0 0 0,0-1 0,0 1 0,0 0 0,-1 0 0,1-1 0,0 1 0,0 0 0,0-1 0,0 1 0,-1 0 0,1 0 0,0 0 0,0-1 0,-1 1 0,1 0 0,0 0 0,0 0 0,-1-1 0,1 1 0,0 0 0,0 0 0,-1 0 0,1 0 0,0 0 0,-1 0 0,1 0 0,0 0 0,-1 0 0,1 0 0,-1 0 0,-18-5 0,4 4 0,0 0 0,-1 1 0,1 1 0,-1 1 0,1 0 0,0 1 0,0 0 0,0 1 0,0 1 0,-26 12 0,36-15 0,0 1 0,1 0 0,-1 0 0,0 0 0,1 0 0,-1 1 0,1 0 0,0 0 0,-3 5 0,4-6 0,1 1 0,0 0 0,0 0 0,1-1 0,-1 1 0,1 0 0,0 0 0,0 0 0,0 1 0,0-1 0,1 0 0,-1 7 0,2-6 0,-1-1 0,0 1 0,1-1 0,0 0 0,0 1 0,1-1 0,-1 0 0,1 0 0,0 0 0,0 0 0,0 0 0,0 0 0,1 0 0,-1-1 0,1 1 0,0-1 0,0 0 0,1 0 0,-1 0 0,1 0 0,-1-1 0,1 1 0,5 2 0,5 2 0,2 0 0,-1-1 0,1 0 0,31 6 0,-27-7 0,-4-1 0,0-1 0,0 0 0,20 0 0,-34-3-91,1 0 0,0 0 0,-1-1 0,1 1 0,0-1 0,-1 0 0,1 0 0,0 0 0,-1 0 0,1 0 0,-1 0 0,0-1 0,1 1 0,2-3 0,4-5-6735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80 24575,'-15'-9'0,"-57"-32"0,61 35 0,0 1 0,-1 1 0,0 0 0,-17-4 0,28 8 0,-1-1 0,0 1 0,0-1 0,0 1 0,0 0 0,0 0 0,0 0 0,0 0 0,0 0 0,0 1 0,0-1 0,0 0 0,0 1 0,1-1 0,-1 1 0,0 0 0,0 0 0,0 0 0,1 0 0,-1 0 0,0 0 0,1 0 0,-1 0 0,1 1 0,0-1 0,-1 1 0,1-1 0,0 1 0,0-1 0,0 1 0,0 0 0,0-1 0,0 1 0,0 0 0,1 0 0,-1 0 0,1 0 0,-1-1 0,1 5 0,-1 0 0,0 1 0,1 0 0,0-1 0,1 1 0,0-1 0,0 1 0,0 0 0,1-1 0,-1 0 0,6 11 0,-3-10 0,0 0 0,0 0 0,1 0 0,0-1 0,0 1 0,1-1 0,0 0 0,11 8 0,-12-10 0,1 0 0,0 0 0,0-1 0,0 1 0,0-1 0,0-1 0,1 1 0,0-1 0,-1 0 0,12 1 0,-17-3 0,1 1 0,0-1 0,-1 0 0,1 0 0,-1-1 0,1 1 0,-1 0 0,1-1 0,0 1 0,-1 0 0,1-1 0,-1 0 0,1 1 0,-1-1 0,0 0 0,1 0 0,-1 0 0,0 0 0,0 0 0,1 0 0,-1 0 0,0 0 0,0 0 0,0-1 0,0 1 0,0 0 0,-1-1 0,1 1 0,0-1 0,-1 1 0,1-1 0,-1 1 0,1-4 0,1-4 0,0-1 0,-1 0 0,-1 0 0,0-15 0,0 4 0,0 20 0,0 0 0,-1 0 0,2 0 0,-1 0 0,0 0 0,0 0 0,0 0 0,0 0 0,1 0 0,-1 0 0,0 0 0,1 1 0,-1-1 0,1 0 0,-1 0 0,1 0 0,-1 0 0,1 1 0,-1-1 0,1 0 0,0 1 0,-1-1 0,1 0 0,0 1 0,0-1 0,0 1 0,0-1 0,1 0 0,-1 1 0,1 0 0,-1 0 0,0 0 0,1 0 0,-1 0 0,0 1 0,1-1 0,-1 0 0,0 1 0,0-1 0,1 1 0,-1-1 0,0 1 0,0 0 0,0-1 0,0 1 0,0 0 0,0 0 0,0 0 0,2 1 0,105 105-1365,-97-97-5461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24575,'1'2'0,"0"1"0,0-1 0,0 0 0,0 0 0,0 0 0,1 0 0,-1 0 0,0 0 0,4 3 0,3 5 0,-6-7 0,-1 0 0,1-1 0,0 1 0,0-1 0,0 1 0,0-1 0,0 0 0,1 0 0,-1 0 0,1 0 0,-1 0 0,1-1 0,0 1 0,-1-1 0,1 0 0,0 0 0,0 0 0,0 0 0,0 0 0,0 0 0,0-1 0,1 0 0,-1 1 0,0-1 0,0 0 0,6-1 0,-3-1 0,1 0 0,0 0 0,-1 0 0,1-1 0,-1 0 0,0 0 0,0 0 0,0-1 0,0 0 0,-1 0 0,6-5 0,-2 1 0,4-4 0,0-1 0,15-17 0,-28 29 0,1 0 0,0 0 0,-1 0 0,1 0 0,0 0 0,0 0 0,0 0 0,0 0 0,0 1 0,0-1 0,0 0 0,0 1 0,0-1 0,0 0 0,0 1 0,0 0 0,0-1 0,1 1 0,-1 0 0,0-1 0,0 1 0,0 0 0,1 0 0,0 0 0,0 1 0,0 0 0,0-1 0,0 1 0,0 0 0,-1 0 0,1 0 0,0 0 0,-1 1 0,1-1 0,0 0 0,-1 1 0,0-1 0,1 1 0,0 1 0,7 9-227,-1 1-1,0 0 1,-1 0-1,0 0 1,7 25-1,-9-25-6598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75 24575,'-3'-1'0,"-46"-18"0,-2 2 0,0 3 0,-55-9 0,102 23 0,0-1 0,0 1 0,0 0 0,0 1 0,0-1 0,0 1 0,1-1 0,-1 1 0,0 1 0,0-1 0,-3 2 0,5-2 0,1-1 0,0 1 0,0-1 0,0 1 0,1 0 0,-1 0 0,0-1 0,0 1 0,0 0 0,0 0 0,1 0 0,-1 0 0,0 0 0,1 0 0,-1 0 0,1 0 0,-1 0 0,1 0 0,0 1 0,-1-1 0,1 0 0,0 0 0,0 0 0,0 0 0,0 1 0,0-1 0,0 0 0,0 0 0,0 0 0,0 0 0,1 1 0,-1-1 0,0 0 0,1 0 0,-1 0 0,1 0 0,-1 0 0,1 0 0,0 0 0,1 2 0,3 4 0,0 1 0,1-1 0,0-1 0,0 1 0,1-1 0,-1 0 0,1 0 0,1-1 0,8 6 0,-3-4 0,0-1 0,0 0 0,0 0 0,1-1 0,14 3 0,-19-6 0,0-1 0,0 1 0,0-2 0,0 1 0,0-1 0,1-1 0,-1 1 0,0-2 0,0 1 0,9-4 0,-15 4 0,1 0 0,-1 0 0,0 0 0,0-1 0,0 1 0,0-1 0,0 0 0,0 0 0,0 0 0,-1-1 0,1 1 0,-1 0 0,0-1 0,1 0 0,-1 1 0,0-1 0,-1 0 0,1 0 0,0 0 0,-1-1 0,0 1 0,0 0 0,0 0 0,0-1 0,0 1 0,-1-1 0,1 1 0,-1 0 0,0-5 0,-3-8 0,-2 13 0,-1 9 0,4 0 0,-1-1 0,1 1 0,-1 0 0,2 1 0,-1-1 0,1 0 0,0 0 0,0 1 0,0 10 0,2 7 0,4 29 0,3-1 0,18 55 0,6 44 0,-31-147 0,-1 0 0,1-1 0,-1 1 0,0-1 0,-1 1 0,1 0 0,0-1 0,-1 1 0,-2 6 0,2-9 0,1 0 0,-1 0 0,1 0 0,-1 0 0,0 0 0,1 0 0,-1 0 0,0-1 0,0 1 0,0 0 0,0 0 0,0-1 0,0 1 0,0 0 0,0-1 0,0 1 0,0-1 0,0 0 0,0 1 0,0-1 0,0 0 0,-1 1 0,1-1 0,0 0 0,0 0 0,0 0 0,0 0 0,-1 0 0,1 0 0,0-1 0,0 1 0,0 0 0,0-1 0,-2 0 0,-3-1 0,1 0 0,-1-1 0,1 1 0,-1-1 0,1-1 0,0 1 0,0-1 0,-6-6 0,-35-38 0,40 40 0,-1 0 0,0-1 0,1 1 0,0-2 0,1 1 0,0-1 0,1 1 0,-1-1 0,2-1 0,0 1 0,0 0 0,1-1 0,0 0 0,1 1 0,0-1 0,1-20 0,0 27 0,1 1 0,-1 0 0,1-1 0,0 1 0,0-1 0,0 1 0,1 0 0,-1 0 0,1 0 0,0 0 0,0 0 0,4-5 0,-2 3 0,0 1 0,1 0 0,-1 1 0,1-1 0,0 1 0,11-6 0,2 2 0,0 0 0,0 1 0,31-5 0,14-1 0,55-14 0,-97 20 0,0 0 0,0-2 0,27-14 0,-44 20 0,0 0 0,-1-1 0,1 1 0,-1-1 0,0 1 0,1-1 0,-1 0 0,-1-1 0,1 1 0,0 0 0,2-6 0,-4 8 0,0-1 0,-1 1 0,1-1 0,-1 1 0,1-1 0,-1 1 0,0-1 0,0 0 0,0 1 0,0-1 0,0 1 0,0-1 0,0 0 0,0 1 0,0-1 0,-1 1 0,1-1 0,-1 1 0,1-1 0,-1 1 0,0-1 0,1 1 0,-1-1 0,0 1 0,0 0 0,0-1 0,0 1 0,0 0 0,0 0 0,0 0 0,-1 0 0,-1-2 0,-2 0 0,0 0 0,0-1 0,0 2 0,-1-1 0,1 1 0,-1 0 0,1 0 0,-1 0 0,0 1 0,0 0 0,0 0 0,-11 0 0,16 1 0,-1 0 0,1 1 0,0-1 0,-1 1 0,1-1 0,0 1 0,-1 0 0,1-1 0,0 1 0,0 0 0,-1 0 0,1 0 0,0 0 0,0 0 0,0 0 0,0 1 0,1-1 0,-1 0 0,0 0 0,0 1 0,1-1 0,-1 0 0,1 1 0,-1-1 0,1 0 0,-1 1 0,1-1 0,0 1 0,0-1 0,0 1 0,0-1 0,0 1 0,0-1 0,0 1 0,1 1 0,-1 3 0,1-1 0,1 1 0,-1-1 0,1 1 0,0-1 0,0 0 0,6 10 0,-2-5 10,1-1 0,1 0 0,-1 0 0,2 0 0,-1-1 0,1-1 0,0 1 0,1-2 0,0 1 0,0-1 0,15 6 0,-7-4-222,0-1 0,0-2 0,1 0-1,0 0 1,0-2 0,23 1 0,-28-3-6614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24575,'0'25'0,"6"38"0,9-7 0,41 100 0,-30-71 0,-4-11 0,-21-72 5,0 0 0,-1-1 0,1 1 0,0-1 0,0 1 0,0-1 0,0 1 0,1-1 0,-1 1 0,0-1 0,0 0 0,1 0 0,-1 0 0,1 1 0,-1-2 0,1 1 0,0 0 0,-1 0 0,1 0 0,0-1 0,-1 1 0,1-1 0,2 1 0,-1-1-111,0 1 0,0-1 0,0 0 0,0-1 0,0 1 0,0 0-1,-1-1 1,1 0 0,0 1 0,0-1 0,0 0 0,-1-1 0,5-1 0,3-3-6720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9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47 24575,'-33'-7'0,"-15"-3"0,-5 0 0,4 2 0,5 3 0,8 2 0,8 1 0,5 1 0,5 1 0,3 3 0,1 3 0,0 1 0,1 2 0,2-1-8191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271 508 24575,'-10'-5'0,"-25"-13"0,-1 1 0,-72-22 0,103 37 0,0 1 0,0 0 0,0 0 0,-1 1 0,1 0 0,0 0 0,0 0 0,-6 1 0,9-1 0,1 0 0,-1 1 0,1-1 0,-1 1 0,1 0 0,0-1 0,-1 1 0,1 0 0,0 0 0,-1 0 0,1 0 0,0 0 0,0 0 0,0 0 0,0 0 0,0 0 0,0 0 0,0 1 0,0-1 0,0 0 0,1 1 0,-1-1 0,0 1 0,1-1 0,0 1 0,-1-1 0,1 1 0,0-1 0,-1 1 0,1 2 0,0 4 0,0 1 0,1-1 0,-1 0 0,1 0 0,1 1 0,0-1 0,0 0 0,1 0 0,0-1 0,0 1 0,0 0 0,1-1 0,0 0 0,1 0 0,9 11 0,-7-10 0,1 1 0,0-2 0,1 1 0,0-1 0,0 0 0,0-1 0,1 0 0,0-1 0,0 0 0,0 0 0,13 3 0,-21-7 0,0-1 0,0 1 0,0-1 0,0 1 0,0-1 0,0 0 0,0 0 0,1 0 0,-1 0 0,0 0 0,0 0 0,0-1 0,0 1 0,0-1 0,0 1 0,0-1 0,3-1 0,-4 1 0,1 0 0,-1-1 0,1 1 0,-1 0 0,0-1 0,1 1 0,-1-1 0,0 0 0,0 1 0,0-1 0,0 0 0,0 1 0,-1-1 0,1 0 0,0 0 0,-1 0 0,0 0 0,1 0 0,-1-2 0,1-8 0,-1-1 0,-1-14 0,1-19 0,0 46 0,0 0 0,0 0 0,0-1 0,0 1 0,0 0 0,0 0 0,0 0 0,0 0 0,0 0 0,0 0 0,0 0 0,0 0 0,0 0 0,0-1 0,0 1 0,0 0 0,0 0 0,0 0 0,0 0 0,1 0 0,-1 0 0,0 0 0,0 0 0,0 0 0,0 0 0,0 0 0,0-1 0,0 1 0,0 0 0,0 0 0,0 0 0,0 0 0,1 0 0,-1 0 0,0 0 0,0 0 0,0 0 0,0 0 0,0 0 0,0 0 0,0 0 0,0 0 0,0 0 0,1 0 0,-1 0 0,0 0 0,0 0 0,0 0 0,0 0 0,0 0 0,0 0 0,0 0 0,1 0 0,5 6 0,6 10 0,-12-16 0,8 12 0,1-1 0,0 0 0,13 12 0,-16-18 0,-1-1 0,0 0 0,1 0 0,0 0 0,0-1 0,0 0 0,0 0 0,14 4 0,-11-4 0,0-1 0,-1 0 0,1 0 0,-1 0 0,18 0 0,-23-2 0,-1 0 0,0-1 0,1 1 0,-1-1 0,1 1 0,-1-1 0,0 0 0,0 0 0,1 0 0,-1 0 0,0 0 0,0 0 0,0 0 0,0-1 0,0 1 0,0-1 0,-1 0 0,1 0 0,0 1 0,-1-1 0,1 0 0,1-4 0,2-3 0,-1-1 0,0 1 0,-1-1 0,0 0 0,0 0 0,-1 0 0,0-1 0,0-12 0,-3-86 0,0 95 0,-2-28 0,-3 1 0,-1 0 0,-2 0 0,-2 1 0,-2 0 0,-1 1 0,-27-53 0,39 88 0,-1 0 0,1 0 0,0 0 0,-1 1 0,0-1 0,0 1 0,-5-5 0,8 8 0,-1 0 0,1-1 0,-1 1 0,1-1 0,-1 1 0,1 0 0,-1-1 0,0 1 0,1 0 0,-1 0 0,0 0 0,1-1 0,-1 1 0,0 0 0,1 0 0,-1 0 0,0 0 0,1 0 0,-1 0 0,0 0 0,-1 1 0,1-1 0,0 1 0,0 0 0,1 0 0,-1-1 0,0 1 0,0 0 0,0 0 0,1 0 0,-1 0 0,0 0 0,1 0 0,-1 0 0,1 0 0,-1 0 0,1 0 0,-1 0 0,1 2 0,-3 8 0,1 0 0,0-1 0,0 1 0,1 0 0,1 13 0,5 55 0,-2-57 0,0 1 0,2-1 0,0 0 0,1-1 0,2 1 0,0-1 0,1 0 0,1-1 0,1 0 0,0-1 0,2 0 0,0-1 0,27 29 0,-31-39 0,0-1 0,0 0 0,1-1 0,0 1 0,0-2 0,0 1 0,1-2 0,0 1 0,0-1 0,0-1 0,15 3 0,-19-5 0,0 0 0,-1-1 0,1 1 0,0-2 0,-1 1 0,1-1 0,-1 0 0,1 0 0,8-3 0,-11 2 0,1 0 0,-1 0 0,0 0 0,0 0 0,0-1 0,0 0 0,0 0 0,-1 0 0,1 0 0,-1 0 0,0-1 0,0 0 0,0 1 0,3-6 0,-4 5 0,0-1 0,0 0 0,0 0 0,0 1 0,-1-1 0,0-1 0,0 1 0,1-9 0,-3 25 15,1 0 0,0 0 0,1-1 0,1 1 0,0 0 0,0-1 0,6 17 0,-5-20-139,0 1 0,1-1 1,-1 1-1,2-1 0,-1 0 0,1-1 1,0 1-1,0-1 0,1 0 0,0 0 1,10 7-1,-6-6-6702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24575,'10'13'0,"4"8"0,1 7 0,-1 0 0,-4-1 0,-3-6-8191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65 24575,'-22'-10'0,"1"-1"0,0 2 0,-1 0 0,0 2 0,0 0 0,-23-3 0,43 9 0,-1 1 0,1 0 0,0 0 0,-1 0 0,1 0 0,0 0 0,-1 0 0,1 1 0,0-1 0,-1 1 0,1 0 0,0-1 0,0 1 0,-1 0 0,1 0 0,0 1 0,0-1 0,0 0 0,0 1 0,1-1 0,-1 1 0,-2 1 0,3 0 0,-1-1 0,1 1 0,-1 0 0,1 0 0,0 0 0,0-1 0,0 1 0,0 0 0,1 0 0,-1 0 0,1 1 0,0-1 0,-1 0 0,2 0 0,-1 0 0,1 4 0,0 2 0,1-1 0,1 0 0,-1 1 0,1-1 0,1-1 0,-1 1 0,1 0 0,1-1 0,-1 0 0,1 0 0,10 11 0,-5-8 0,1 0 0,0 0 0,0-1 0,1-1 0,0 1 0,15 6 0,-25-14 0,0 0 0,1 0 0,-1 0 0,1 0 0,-1-1 0,1 1 0,-1-1 0,1 1 0,0-1 0,-1 0 0,1 0 0,-1 0 0,1-1 0,-1 1 0,1 0 0,0-1 0,-1 0 0,0 1 0,1-1 0,-1 0 0,1-1 0,-1 1 0,0 0 0,0 0 0,0-1 0,0 0 0,0 1 0,0-1 0,0 0 0,3-3 0,-1 0 0,-1 0 0,1 0 0,-1-1 0,0 1 0,0-1 0,0 0 0,-1 0 0,0 1 0,0-1 0,-1-1 0,2-10 0,-2 9 0,0 1 0,-1-1 0,-1 0 0,1 1 0,-1-1 0,0 1 0,-1 0 0,-4-14 0,6 21 0,0-1 0,0 1 0,0 0 0,0 0 0,0 0 0,0 0 0,0 0 0,0 0 0,0 0 0,0 0 0,0 0 0,0 0 0,0-1 0,0 1 0,0 0 0,0 0 0,0 0 0,0 0 0,0 0 0,0 0 0,0 0 0,0 0 0,0 0 0,0 0 0,0 0 0,0 0 0,0 0 0,-1-1 0,1 1 0,0 0 0,0 0 0,0 0 0,0 0 0,0 0 0,0 0 0,0 0 0,0 0 0,0 0 0,0 0 0,0 0 0,-1 0 0,1 0 0,0 0 0,0 0 0,0 0 0,0 0 0,0 0 0,0 0 0,0 0 0,0 0 0,0 0 0,0 0 0,0 0 0,-1 0 0,1 0 0,0 0 0,0 1 0,-1 5 0,1 12 0,5-2 0,1 1 0,1-1 0,0 1 0,1-2 0,1 1 0,11 14 0,-8-12 0,-6-7-1365,-2-1-5461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27 24575,'-7'-5'0,"-1"1"0,0 1 0,0-1 0,0 1 0,-15-3 0,21 5 0,0 1 0,1 0 0,-1 0 0,0 0 0,1 0 0,-1 0 0,0 0 0,1 0 0,-1 1 0,0-1 0,1 1 0,-1-1 0,1 1 0,-1-1 0,-2 2 0,3-1 0,0 1 0,0-1 0,0 0 0,0 0 0,0 1 0,0-1 0,0 0 0,1 1 0,-1-1 0,0 0 0,1 1 0,-1-1 0,1 1 0,0 0 0,-1-1 0,1 1 0,0-1 0,0 1 0,0-1 0,0 3 0,1 4 0,0 0 0,0 1 0,1-1 0,0 0 0,0 0 0,1 0 0,6 13 0,1-1 0,22 31 0,44 56 0,-76-107 0,1 1 0,-1 0 0,1 0 0,-1 0 0,1-1 0,-1 1 0,1 0 0,-1 0 0,0 0 0,1 0 0,-1 0 0,0 0 0,0 0 0,0 0 0,1 0 0,-1 0 0,0 0 0,-1 0 0,1 0 0,0 0 0,0-1 0,0 2 0,-1-1 0,0 0 0,1 0 0,-1-1 0,0 1 0,1 0 0,-1-1 0,0 1 0,0-1 0,1 1 0,-1-1 0,0 1 0,0-1 0,0 0 0,0 1 0,0-1 0,0 0 0,1 0 0,-3 1 0,-5-1 0,0 1 0,-1-1 0,1 0 0,-9-2 0,14 2 0,-9-1-151,1-1-1,0 0 0,0-1 0,0 0 1,1 0-1,-1-1 0,1-1 1,-20-11-1,20 8-6674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24575,'-3'8'0,"0"4"0,2 4 0,2 0 0,3 4 0,1 0 0,2 0 0,0-2 0,1-1 0,-1 0 0,1-4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24575,'0'8'0,"2"7"0,2 4 0,-1 3 0,2 1 0,0-4-8191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24575,'3'9'0,"0"1"0,0-1 0,9 17 0,-11-24 0,0 0 0,0 0 0,0-1 0,0 1 0,1 0 0,-1-1 0,1 1 0,-1-1 0,1 1 0,-1-1 0,1 0 0,0 1 0,0-1 0,0 0 0,-1 0 0,1 0 0,0-1 0,0 1 0,3 0 0,-4-1 0,1 1 0,-1-1 0,0 0 0,1-1 0,-1 1 0,0 0 0,1 0 0,-1 0 0,0-1 0,0 1 0,1-1 0,-1 1 0,0-1 0,0 1 0,0-1 0,0 0 0,1 0 0,0-1 0,17-21 0,-17 20 0,1-1 0,0 0 0,0 1 0,0 0 0,4-4 0,-6 6 0,0 1 0,0-1 0,0 0 0,0 1 0,0-1 0,0 1 0,1-1 0,-1 1 0,0 0 0,0 0 0,0-1 0,1 1 0,-1 0 0,0 0 0,0 0 0,0 0 0,1 0 0,-1 1 0,0-1 0,0 0 0,0 0 0,1 1 0,0 0 0,5 3-99,-1-1 0,0 2 0,0-1-1,0 1 1,0 0 0,9 11 0,-10-11-572,8 8-6155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53 24575,'-7'-4'0,"-3"-3"0,-1 0 0,-1 1 0,1 0 0,-1 1 0,0 1 0,0-1 0,-15-2 0,26 7 0,0 0 0,0-1 0,1 1 0,-1 0 0,0 0 0,0 0 0,0 0 0,1 0 0,-1 0 0,0 0 0,0 0 0,1 0 0,-1 0 0,0 0 0,0 0 0,0 1 0,1-1 0,-1 0 0,0 1 0,1-1 0,-1 0 0,0 1 0,1-1 0,-1 1 0,0-1 0,1 1 0,-1-1 0,1 1 0,-1 0 0,1-1 0,-1 1 0,1 0 0,-1-1 0,1 1 0,0 0 0,-1-1 0,1 1 0,0 0 0,0 0 0,-1-1 0,1 1 0,0 0 0,0 0 0,0 0 0,0-1 0,0 1 0,0 0 0,0 0 0,1 0 0,-1-1 0,0 2 0,2 4 0,-1-1 0,1 1 0,0-1 0,0 0 0,5 9 0,8 7 0,1 0 0,0-1 0,2 0 0,0-2 0,22 18 0,-35-32 0,0 0 0,1-1 0,-1 0 0,0 0 0,1 0 0,0-1 0,0 0 0,0 0 0,0 0 0,0-1 0,0 0 0,0 0 0,0 0 0,1-1 0,7 0 0,-11 0 0,1 0 0,-1-1 0,0 1 0,1-1 0,-1 0 0,0 1 0,0-2 0,0 1 0,0 0 0,0 0 0,0-1 0,0 0 0,0 0 0,0 1 0,-1-2 0,1 1 0,-1 0 0,1 0 0,-1-1 0,0 1 0,0-1 0,0 0 0,0 0 0,-1 0 0,1 0 0,-1 0 0,0 0 0,0 0 0,2-5 0,-2-3 0,0 0 0,0 0 0,-1 0 0,0 0 0,-1 0 0,0 0 0,-1 0 0,0 0 0,-4-10 0,5 19 0,0 0 0,0 0 0,0 0 0,0 0 0,0 0 0,0 0 0,-1 0 0,1 1 0,-3-3 0,4 4 0,0 0 0,-1-1 0,1 1 0,0 0 0,-1-1 0,1 1 0,0 0 0,-1 0 0,1 0 0,-1 0 0,1-1 0,0 1 0,-1 0 0,1 0 0,-1 0 0,1 0 0,-1 0 0,1 0 0,-1 0 0,1 0 0,0 0 0,-1 0 0,1 0 0,-1 0 0,1 0 0,-1 1 0,1-1 0,0 0 0,-1 0 0,1 0 0,0 1 0,-1-1 0,1 0 0,-1 0 0,1 1 0,0-1 0,0 0 0,-1 1 0,1-1 0,0 0 0,-1 1 0,1-1 0,0 0 0,0 1 0,0-1 0,0 1 0,-1-1 0,1 0 0,0 1 0,0-1 0,0 1 0,0-1 0,0 1 0,-4 14 0,1 0 0,1 1 0,-2 25 0,3-17 0,-1 11 0,1 1 0,2 0 0,1-1 0,11 53 0,-1-39 0,1-1 0,32 76 0,-29-87 0,-5-14 0,-1 1 0,11 41 0,-21-64 0,1 1 0,-1 0 0,0 0 0,1-1 0,-1 1 0,0 0 0,0-1 0,0 1 0,-1 0 0,1 0 0,0-1 0,0 1 0,-1 0 0,0 1 0,1-2 0,-1-1 0,1 0 0,0 1 0,-1-1 0,1 0 0,0 1 0,-1-1 0,1 0 0,0 1 0,-1-1 0,1 0 0,-1 0 0,1 0 0,-1 1 0,1-1 0,0 0 0,-1 0 0,1 0 0,-1 0 0,0 0 0,0 0 0,-1 0 0,1 0 0,-1 0 0,1 0 0,-1-1 0,1 1 0,0 0 0,-1-1 0,-1 0 0,-4-3 0,1 1 0,-1-1 0,1-1 0,0 1 0,0-1 0,1 0 0,-1 0 0,1 0 0,0-1 0,1 0 0,-1 0 0,1 0 0,-5-11 0,7 13 0,0-1 0,0 1 0,0-1 0,1 0 0,-1 1 0,1-1 0,0 0 0,1 0 0,-1 0 0,1 0 0,0 1 0,0-1 0,1 0 0,-1 0 0,1 0 0,0 0 0,0 1 0,1-1 0,0 0 0,-1 1 0,6-9 0,-5 11-80,-1-1 0,1 1-1,1 0 1,-1 0 0,0-1-1,1 1 1,-1 1 0,1-1-1,-1 0 1,1 1 0,0-1 0,0 1-1,-1 0 1,1 0 0,0 0-1,4-1 1,6 0-6746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24575,'2'13'0,"1"6"0,3 3 0,0 0 0,1-2 0,3 0 0,2-3 0,0-1 0,3 0 0,-3-4-8191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24575,'-5'-12'0,"-1"-3"0,2 5 0,2 7 0,2 8 0,0 6 0,3 6 0,1 5 0,0 2 0,-1-1 0,-1-5-8191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24575,'7'7'0,"-2"0"0,1 0 0,5 11 0,4 5 0,-5-10 0,0 0 0,22 20 0,-27-29 0,0 0 0,0 0 0,1 0 0,0 0 0,-1-1 0,1 0 0,0 0 0,1-1 0,9 4 0,-14-6 0,0 0 0,-1 1 0,1-1 0,0 0 0,-1 0 0,1 0 0,0 0 0,0 0 0,-1-1 0,1 1 0,0-1 0,-1 1 0,1-1 0,-1 1 0,1-1 0,0 0 0,-1 0 0,0 1 0,2-3 0,0 1 0,-1 0 0,0 0 0,0-1 0,0 1 0,0-1 0,0 0 0,0 0 0,-1 0 0,2-4 0,1-5 0,0 0 0,-1-1 0,3-24 0,-5 25 0,-1 8 0,0 0 0,1 0 0,-1 0 0,1 1 0,0-1 0,2-5 0,-3 9 0,0-1 0,0 1 0,1-1 0,-1 1 0,0 0 0,0-1 0,1 1 0,-1 0 0,0-1 0,1 1 0,-1-1 0,1 1 0,-1 0 0,1 0 0,-1-1 0,0 1 0,1 0 0,-1 0 0,1 0 0,-1-1 0,1 1 0,1 0 0,-1 0 0,0 0 0,0 1 0,0-1 0,0 0 0,0 0 0,0 1 0,0-1 0,0 1 0,0-1 0,0 0 0,0 1 0,2 1 0,7 6 0,0 1 0,0 0 0,-1 1 0,11 15 0,0-2 0,-1-1-82,-8-11-239,0 1 0,-1 1 1,14 22-1,-17-22-6505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24575,'10'46'0,"29"76"0,29 41 0,-41-100 0,49 99 0,-72-153 0,-1-4 0,-1 0 0,1 1 0,-1 0 0,0-1 0,0 1 0,1 12 0,-3-18 0,0 0 0,0 0 0,0 0 0,0 0 0,-1 1 0,1-1 0,0 0 0,0 0 0,0 0 0,-1 0 0,1 0 0,0 0 0,0 0 0,0 0 0,-1 1 0,1-1 0,0 0 0,0 0 0,-1 0 0,1 0 0,0 0 0,0 0 0,0 0 0,-1 0 0,1 0 0,0-1 0,0 1 0,-1 0 0,1 0 0,0 0 0,0 0 0,0 0 0,-1 0 0,1 0 0,0 0 0,0-1 0,0 1 0,0 0 0,-1 0 0,1 0 0,0 0 0,0-1 0,0 1 0,0 0 0,0 0 0,-1-1 0,-9-7 0,-18-19 0,-37-47 0,24 25 0,36 45 0,0-2 0,0 0 0,0 1 0,1-1 0,-6-10 0,10 15 0,-1 0 0,1 1 0,0-1 0,-1 0 0,1 0 0,0 0 0,0 0 0,-1 0 0,1 0 0,0 1 0,0-1 0,0 0 0,0 0 0,0 0 0,0 0 0,1 0 0,-1 0 0,1-1 0,-1 1 0,1 0 0,-1 1 0,1-1 0,0 0 0,0 1 0,0-1 0,-1 0 0,1 1 0,0-1 0,0 1 0,0-1 0,0 1 0,0 0 0,0-1 0,0 1 0,0 0 0,0 0 0,0-1 0,0 1 0,2 0 0,7 1 0,0-1 0,1 1 0,-1 1 0,0 0 0,0 0 0,0 1 0,13 6 0,12 2 0,5-2 0,1-2 0,49 2 0,-51-6 0,-37-3 0,1 0 0,0 1 0,-1-1 0,1 1 0,-1-1 0,1 1 0,-1 0 0,0 0 0,1 0 0,-1 0 0,0 1 0,0-1 0,1 1 0,-1-1 0,0 1 0,-1 0 0,1 0 0,0-1 0,0 1 0,-1 0 0,2 3 0,-1 0 0,0-1 0,0 1 0,0 0 0,-1 0 0,0 0 0,0 0 0,0 1 0,0-1 0,-1 8 0,2 14-1365,1-17-5461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0 24575,'-8'10'0,"-2"9"0,1 3 0,1 3 0,3 2 0,1-1 0,3-2 0,0-5-8191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24575,'9'15'0,"1"0"0,21 25 0,-18-23 0,-4-6 0,0-1 0,0-1 0,1 1 0,0-1 0,0-1 0,1 0 0,17 9 0,-27-16 0,0 0 0,1-1 0,-1 1 0,0-1 0,1 1 0,-1-1 0,1 0 0,-1 1 0,0-1 0,1 0 0,-1 0 0,1 0 0,-1 0 0,1 0 0,-1 0 0,1 0 0,-1-1 0,0 1 0,1-1 0,2 0 0,-3 0 0,1-1 0,0 1 0,-1 0 0,1-1 0,-1 1 0,1-1 0,-1 0 0,0 1 0,1-1 0,-1 0 0,0 0 0,1-3 0,1-3 0,0 0 0,-1 0 0,0 0 0,-1 0 0,0-1 0,0-8 0,-1 8 0,0-1 0,-1 1 0,0 0 0,-1 0 0,0 0 0,-4-12 0,5 20 0,1 7 0,2 9 0,2-6 0,-1-1 0,1 1 0,0-1 0,1 0 0,0 0 0,0 0 0,1-1 0,0 1 0,0-1 0,11 9 0,-11-11 0,0 0 0,1-1 0,-1 0 0,1 0 0,0-1 0,-1 1 0,2-2 0,-1 1 0,0-1 0,0 0 0,1 0 0,-1-1 0,11 1 0,-13-2 0,0 0 0,-1 0 0,1 0 0,-1-1 0,1 1 0,-1-1 0,1 0 0,-1-1 0,1 1 0,6-4 0,-8 3 0,-1 0 0,0 1 0,0-1 0,0 0 0,1 0 0,-2 0 0,1-1 0,0 1 0,0 0 0,-1-1 0,1 1 0,-1-1 0,0 1 0,0-1 0,0 0 0,0 0 0,0 1 0,0-5 0,0-2 0,-1 7 0,0 0 0,0 0 0,0 0 0,1 0 0,-1 1 0,0-1 0,1 0 0,-1 0 0,3-2 0,-3 3 0,1 1 0,0 0 0,-1 0 0,1 0 0,0 0 0,-1 0 0,1 1 0,0-1 0,-1 0 0,1 0 0,0 0 0,-1 0 0,1 1 0,-1-1 0,1 0 0,0 1 0,-1-1 0,1 1 0,-1-1 0,1 0 0,-1 1 0,1-1 0,-1 1 0,1 0 0,0 0 0,41 42-1365,-32-34-5461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93 430 24575,'22'-41'0,"-7"12"0,0 0 0,-2-1 0,-1 0 0,9-39 0,-20 62 0,0 0 0,0 0 0,-1-1 0,0 1 0,0 0 0,-1 0 0,0-1 0,0 1 0,-1 0 0,0 0 0,0 0 0,-6-11 0,4 10 0,0 0 0,-1 0 0,0 1 0,0 0 0,-1 0 0,0 0 0,0 0 0,-1 1 0,-13-9 0,17 12 0,0 1 0,-1 0 0,1 0 0,-1 1 0,0-1 0,1 1 0,-1 0 0,0 0 0,-7-1 0,9 1 0,0 1 0,1 0 0,-1 0 0,0 0 0,0 1 0,1-1 0,-1 0 0,0 1 0,1-1 0,-1 1 0,0-1 0,1 1 0,-1 0 0,1 0 0,-1 0 0,1 0 0,-1 0 0,1 0 0,0 0 0,0 0 0,-1 0 0,1 1 0,0-1 0,-1 3 0,-2 4 0,0 0 0,0 0 0,1 0 0,0 1 0,1 0 0,0-1 0,0 1 0,1 0 0,0 0 0,1 0 0,1 16 0,0-13 0,0 0 0,1 0 0,1 0 0,0 0 0,0 0 0,1-1 0,1 1 0,6 12 0,-4-14 0,-1-1 0,1 0 0,1 0 0,-1 0 0,1-1 0,1 0 0,0 0 0,0-1 0,0 0 0,1-1 0,0 0 0,0 0 0,1-1 0,0-1 0,0 0 0,0 0 0,0-1 0,0-1 0,1 1 0,-1-2 0,21 1 0,-15-2-341,0 0 0,-1-1-1,28-5 1,-30 2-6485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257 548 24575,'-33'-40'0,"-2"1"0,-70-59 0,99 94 0,0 0 0,0 0 0,0 0 0,0 1 0,-10-5 0,15 8 0,0-1 0,0 1 0,0 0 0,0-1 0,0 1 0,0 0 0,0 0 0,0 0 0,0 0 0,0 0 0,0 0 0,0 0 0,0 0 0,0 0 0,0 0 0,0 0 0,0 1 0,0-1 0,0 0 0,0 1 0,0-1 0,0 1 0,0-1 0,0 1 0,0 0 0,1-1 0,-1 1 0,0 0 0,0-1 0,1 1 0,-1 0 0,0 0 0,1 0 0,-1 0 0,1-1 0,-1 1 0,1 0 0,0 0 0,-1 0 0,1 0 0,0 0 0,0 0 0,-1 0 0,1 0 0,0 0 0,0 2 0,-1 7 0,0 0 0,1 0 0,0 0 0,0 0 0,1 0 0,0 0 0,1 0 0,0 0 0,0-1 0,1 1 0,1-1 0,-1 1 0,2-1 0,-1 0 0,1-1 0,0 1 0,1-1 0,0 0 0,8 8 0,-8-11 0,-1 1 0,2-1 0,-1-1 0,1 1 0,-1-1 0,1 0 0,10 4 0,-15-8 0,0 1 0,0 0 0,0-1 0,0 1 0,0-1 0,0 0 0,0 1 0,0-1 0,0 0 0,0 0 0,0-1 0,0 1 0,0 0 0,0-1 0,0 1 0,0-1 0,0 1 0,0-1 0,0 0 0,0 0 0,0 0 0,0 0 0,-1 0 0,1-1 0,-1 1 0,1 0 0,-1-1 0,1 1 0,-1-1 0,0 0 0,1 1 0,-1-1 0,1-2 0,1-2 0,-1 0 0,1 0 0,-2 0 0,1 0 0,0 0 0,-1-1 0,0 1 0,-1 0 0,1-1 0,-1 1 0,-1-9 0,-2-10 0,-9-37 0,10 50 0,-13-48 0,-2 0 0,-3 0 0,-3 2 0,-34-65 0,54 117 0,-8-13 0,11 18 0,-1 0 0,1 0 0,-1 0 0,1 1 0,-1-1 0,1 0 0,-1 1 0,0-1 0,1 0 0,-1 1 0,0-1 0,0 1 0,0-1 0,1 1 0,-1-1 0,0 1 0,-1-1 0,1 1 0,1 1 0,0-1 0,-1 0 0,1 0 0,0 1 0,-1-1 0,1 0 0,0 1 0,0-1 0,-1 1 0,1-1 0,0 0 0,0 1 0,0-1 0,-1 1 0,1-1 0,0 0 0,0 1 0,0-1 0,0 1 0,0-1 0,0 1 0,0-1 0,0 0 0,0 1 0,0-1 0,0 1 0,0-1 0,0 1 0,1-1 0,-1 1 0,3 17 0,-3-18 0,20 76 0,3-1 0,3-2 0,3 0 0,78 135 0,-98-192-1365,-1-4-5461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86 24575,'6'-6'0,"0"0"0,0 1 0,1 0 0,0 0 0,0 1 0,1 0 0,-1 0 0,1 1 0,-1 0 0,13-4 0,-19 7 0,0 0 0,0 0 0,1 0 0,-1 0 0,0 0 0,0 0 0,0 0 0,0 0 0,1 0 0,-1 1 0,0-1 0,0 0 0,0 1 0,0-1 0,0 1 0,0-1 0,0 1 0,0 0 0,0-1 0,0 1 0,0 0 0,0 0 0,0-1 0,0 1 0,-1 0 0,1 0 0,0 0 0,-1 0 0,1 0 0,-1 0 0,1 0 0,-1 0 0,1 1 0,-1-1 0,0 0 0,1 0 0,-1 0 0,0 2 0,1 5 0,0 1 0,-1-1 0,0 1 0,-2 10 0,1-8 0,1-6 0,0 2 0,-1 0 0,1-1 0,-1 1 0,-1-1 0,-3 12 0,4-16 0,1 0 0,-1-1 0,0 1 0,0-1 0,0 1 0,0-1 0,0 0 0,-1 1 0,1-1 0,0 0 0,0 0 0,-1 0 0,1 0 0,-1 0 0,1 0 0,-1 0 0,0-1 0,1 1 0,-1-1 0,0 1 0,1-1 0,-1 1 0,0-1 0,1 0 0,-1 0 0,0 0 0,-2 0 0,-2 0 0,-1-1 0,0 0 0,1 0 0,-1-1 0,1 1 0,-1-2 0,1 1 0,0-1 0,-10-5 0,-3-4 0,-27-21 0,25 17 0,14 10 0,1 1 0,-1-1 0,1-1 0,0 1 0,1-1 0,-6-9 0,9 14 0,1 0 0,0-1 0,-1 1 0,1-1 0,0 0 0,1 1 0,-1-1 0,0 0 0,1 0 0,-1-3 0,1 4 0,0 1 0,1-1 0,-1 1 0,0-1 0,1 1 0,-1 0 0,0-1 0,1 1 0,0-1 0,-1 1 0,1 0 0,0 0 0,0-1 0,0 1 0,0 0 0,0 0 0,0 0 0,0 0 0,0 0 0,2-1 0,0 0 6,-1 1 0,1 0 0,-1 0-1,1 0 1,0 0 0,-1 1 0,1-1-1,0 1 1,-1 0 0,1 0 0,0 0-1,0 0 1,-1 0 0,1 0 0,0 1-1,0-1 1,4 2 0,6 3-350,-1-1 1,16 9-1,-23-11-94,16 8-6388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24575,'0'0'0,"0"0"0,0-1 0,0 1 0,0 0 0,0 0 0,0 0 0,0 0 0,0 0 0,0 0 0,0 0 0,0 0 0,0 0 0,1 0 0,-1 0 0,0 0 0,0 0 0,0-1 0,0 1 0,0 0 0,0 0 0,0 0 0,0 0 0,0 0 0,0 0 0,0 0 0,0 0 0,0 0 0,0 0 0,0 0 0,0 0 0,0 0 0,0 0 0,0 0 0,1 0 0,-1 0 0,0 0 0,0 0 0,0 0 0,0 0 0,0 0 0,0 0 0,0 0 0,0 0 0,0 0 0,0 0 0,0 0 0,0 0 0,0 0 0,1 0 0,-1 0 0,0 0 0,0 0 0,0 0 0,0 0 0,0 0 0,0 0 0,0 0 0,0 0 0,0 0 0,0 0 0,6 5 0,5 8 0,3 6 0,-10-12 0,0-1 0,0-1 0,0 1 0,1 0 0,0-1 0,0 0 0,0 0 0,1-1 0,10 7 0,-16-10 0,1-1 0,0 1 0,0-1 0,0 0 0,0 1 0,0-1 0,0 0 0,0 0 0,0 0 0,0 0 0,0 0 0,0 0 0,0 0 0,0 0 0,0 0 0,0 0 0,0 0 0,0-1 0,-1 1 0,1 0 0,0-1 0,0 1 0,0-1 0,1 0 0,0 0 0,-1-1 0,0 1 0,0-1 0,1 1 0,-1-1 0,0 0 0,0 1 0,-1-1 0,1 0 0,0 0 0,0-3 0,1-4 0,0 0 0,-1 0 0,0 0 0,-1-10 0,-2-66 0,4 91 0,-1 0 0,0 0 0,1 0 0,0 0 0,1 0 0,-1-1 0,1 1 0,0-1 0,1 0 0,5 8 0,5 5 0,27 28 0,-12-22 0,-28-23 0,1 0 0,0 0 0,-1 0 0,1 0 0,0 0 0,0 0 0,0-1 0,0 1 0,0 0 0,0-1 0,0 0 0,0 1 0,0-1 0,0 0 0,3 0 0,-4-1 0,0 1 0,0-1 0,0 1 0,-1-1 0,1 0 0,0 1 0,0-1 0,0 0 0,0 0 0,-1 0 0,1 0 0,0 0 0,-1 0 0,1 0 0,0 0 0,-1 0 0,0 0 0,1 0 0,-1 0 0,0 0 0,1 0 0,-1 0 0,0 0 0,0-3 0,1-31 0,-1 27 0,-2-10 0,2 14 0,-1-1 0,0 1 0,1-1 0,0 1 0,0-1 0,1 0 0,-1 1 0,1-1 0,2-6 0,-3 10 0,1 1 0,-1 0 0,1-1 0,-1 1 0,1 0 0,-1 0 0,1-1 0,-1 1 0,1 0 0,-1 0 0,1 0 0,-1 0 0,1 0 0,-1 0 0,1-1 0,-1 1 0,1 0 0,0 1 0,-1-1 0,1 0 0,-1 0 0,1 0 0,-1 0 0,1 0 0,-1 0 0,1 1 0,-1-1 0,1 0 0,-1 0 0,1 1 0,-1-1 0,0 0 0,1 1 0,-1-1 0,1 1 0,19 16 0,-19-15 0,18 17 0,23 32 0,-12-13 0,-18-23-1365,-3-3-5461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90 24575,'-16'-12'0,"-57"-38"0,65 46 0,1 0 0,0 1 0,-1-1 0,0 2 0,0-1 0,0 1 0,0 0 0,-10-1 0,16 3 0,1 0 0,-1 0 0,0 0 0,1 0 0,-1 0 0,0 0 0,1 1 0,-1-1 0,1 0 0,-1 1 0,0 0 0,1-1 0,-1 1 0,1 0 0,-1-1 0,1 1 0,0 0 0,-1 0 0,1 0 0,-2 2 0,2 0 0,-1-1 0,1 0 0,0 0 0,0 0 0,0 1 0,0-1 0,0 0 0,1 1 0,-1-1 0,1 1 0,-1-1 0,1 4 0,0 5 0,1 0 0,0 1 0,1-1 0,5 21 0,-3-21 0,0 1 0,1-1 0,0 0 0,1 0 0,0 0 0,0 0 0,12 12 0,-13-16 0,1-1 0,0 1 0,1-1 0,0 0 0,0 0 0,0-1 0,0 0 0,1 0 0,0-1 0,15 6 0,-21-9 0,0 0 0,0 0 0,0-1 0,0 1 0,0-1 0,0 0 0,0 1 0,0-1 0,0 0 0,0 0 0,0 0 0,0 0 0,0-1 0,0 1 0,0-1 0,0 1 0,0-1 0,-1 0 0,1 1 0,0-1 0,0 0 0,0 0 0,-1 0 0,1 0 0,0-1 0,-1 1 0,1 0 0,-1-1 0,0 1 0,1-1 0,-1 0 0,0 1 0,0-1 0,0 0 0,0 0 0,0 1 0,-1-1 0,1 0 0,0 0 0,0-2 0,1-5 0,-1 0 0,1 0 0,-1 0 0,-1 0 0,0 0 0,0 0 0,-3-16 0,-1 5 0,0-1 0,-2 1 0,-1 1 0,-9-22 0,16 41 0,0 0 0,0 0 0,0 0 0,0 0 0,0 0 0,0 0 0,0 0 0,0 0 0,0 0 0,0 0 0,0 0 0,0 0 0,0 0 0,0 0 0,0 0 0,0 0 0,0 0 0,0 0 0,0 0 0,0 0 0,0 0 0,-1 0 0,1 0 0,0 0 0,0 0 0,0 0 0,0 0 0,0 0 0,0 0 0,0 0 0,0 0 0,0 0 0,0 0 0,0 0 0,0 0 0,0 0 0,0 0 0,0 0 0,0 0 0,0 0 0,0 0 0,0 0 0,0 0 0,0 8 0,3 10 0,9 18-61,19 41 0,-17-44-1182,-8-19-5583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24575,'5'13'0,"1"6"0,3 3 0,0 0 0,-2-1 0,-3-5-8191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24575,'2'7'0,"-1"6"0,-1 2 0,-1-1-8191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24575,'2'1'0,"0"0"0,0 0 0,0 1 0,0-1 0,0 0 0,0 1 0,0 0 0,0-1 0,0 1 0,2 3 0,2 3 0,4 1 0,-7-5 0,1-1 0,0 1 0,0-1 0,1 1 0,7 3 0,-11-6 0,0-1 0,0 1 0,0-1 0,0 0 0,0 1 0,0-1 0,1 0 0,-1 0 0,0 0 0,0 0 0,0 0 0,0 0 0,0 0 0,1 0 0,-1 0 0,0-1 0,0 1 0,0 0 0,0-1 0,0 1 0,0-1 0,0 1 0,0-1 0,0 0 0,0 1 0,0-1 0,0 0 0,0 0 0,-1 0 0,1 1 0,0-1 0,0-1 0,2-3 0,0 0 0,-1 0 0,1-1 0,-1 1 0,0 0 0,-1-1 0,0 1 0,2-11 0,5-18 0,-7 31 0,0 0 0,0 0 0,0 0 0,1 0 0,0 0 0,0 0 0,-1 1 0,1-1 0,1 1 0,-1-1 0,0 1 0,1 0 0,-1 0 0,6-4 0,-6 5 0,0 0 0,1 0 0,-1 0 0,0 1 0,1-1 0,-1 1 0,1-1 0,-1 1 0,1 0 0,-1 0 0,1 0 0,-1 0 0,1 0 0,-1 1 0,1-1 0,-1 1 0,1 0 0,-1-1 0,1 1 0,2 2 0,5 2 0,-1 0 0,1 1 0,-1 1 0,15 13 0,31 36 0,-28-27 0,31 31-1365,-46-46-5461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24575,'-1'0'0,"1"-1"0,-1 1 0,1-1 0,-1 1 0,1 0 0,0-1 0,-1 1 0,1-1 0,0 0 0,-1 1 0,1-1 0,0 1 0,0-1 0,0 1 0,-1-1 0,1 0 0,0 1 0,0-1 0,0 0 0,0 1 0,0-1 0,0 1 0,0-1 0,0 0 0,0 1 0,1-2 0,4 1 0,2 9 0,15 32 0,25 61 0,-25-50 0,-21-50 0,-1 1 0,1-1 0,-1 0 0,1 0 0,-1 0 0,1 0 0,0 0 0,-1 0 0,1 0 0,0 0 0,0-1 0,0 1 0,0 0 0,0 0 0,0-1 0,0 1 0,0 0 0,0-1 0,0 1 0,1 0 0,-1-1 0,0 0 0,0 0 0,0 0 0,0-1 0,0 1 0,0 0 0,0 0 0,0 0 0,0-1 0,0 1 0,0 0 0,0-1 0,-1 1 0,1-1 0,0 1 0,0-1 0,0 0 0,1 0 0,1-2 0,-1 0 0,1 0 0,-1-1 0,1 1 0,-1 0 0,0-1 0,-1 1 0,1-1 0,0 0 0,1-6 0,-2 2 0,0 0 0,-1 0 0,0-12 0,0 15 0,-1-1 0,1 0 0,1 1 0,-1-1 0,1 0 0,0 1 0,0-1 0,3-6 0,-4 12 0,1-1 0,-1 1 0,0-1 0,1 1 0,-1-1 0,1 1 0,-1-1 0,0 1 0,1-1 0,-1 1 0,1 0 0,0-1 0,-1 1 0,1 0 0,-1-1 0,1 1 0,-1 0 0,1 0 0,0 0 0,-1 0 0,1 0 0,-1-1 0,1 1 0,0 0 0,-1 0 0,1 0 0,0 1 0,-1-1 0,1 0 0,-1 0 0,1 0 0,0 0 0,-1 1 0,1-1 0,-1 0 0,1 0 0,0 1 0,-1-1 0,1 0 0,-1 1 0,1 0 0,24 20 0,-22-19 0,37 40 0,-24-25 0,1-1 0,36 29 0,-52-44 0,0 0 0,1 0 0,-1 0 0,0 0 0,1-1 0,-1 1 0,1 0 0,-1-1 0,0 1 0,1-1 0,-1 0 0,1 1 0,-1-1 0,1 0 0,0 0 0,-1 0 0,1 0 0,-1 0 0,1 0 0,-1-1 0,1 1 0,2-1 0,-3 0 0,0 0 0,1 0 0,-1 0 0,0 0 0,0-1 0,0 1 0,0 0 0,0-1 0,0 1 0,0 0 0,0-1 0,0 1 0,-1-1 0,1 1 0,0-1 0,-1 0 0,0 1 0,1-1 0,-1 0 0,0-2 0,1-45 0,-2 7 0,1 42 0,0 0 0,0-1 0,0 1 0,0 0 0,0-1 0,0 1 0,0-1 0,0 1 0,0 0 0,1-1 0,-1 1 0,0 0 0,0-1 0,0 1 0,0 0 0,0-1 0,1 1 0,-1 0 0,0-1 0,0 1 0,1 0 0,-1-1 0,0 1 0,1 0 0,-1 0 0,0 0 0,0-1 0,1 1 0,0 0 0,0 0 0,-1 0 0,1 0 0,0 0 0,-1 0 0,1 1 0,0-1 0,-1 0 0,1 0 0,0 1 0,-1-1 0,1 0 0,-1 1 0,1-1 0,0 1 0,21 22 0,-18-19 0,11 13 0,0 0 0,0 0 0,1-2 0,25 19 0,-31-28-1365,-1-2-5461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24575,'0'8'0,"1"-1"0,0 0 0,1 0 0,-1-1 0,1 1 0,1 0 0,-1 0 0,1-1 0,0 1 0,1-1 0,-1 0 0,1 0 0,0-1 0,1 1 0,-1-1 0,10 9 0,-8-9 0,-1 0 0,1-1 0,0 0 0,0 0 0,1 0 0,-1-1 0,1 1 0,0-2 0,0 1 0,0-1 0,0 0 0,0 0 0,0-1 0,1 0 0,-1 0 0,9-1 0,-14 0 0,0 0 0,0-1 0,0 1 0,0-1 0,0 0 0,0 0 0,0 1 0,0-1 0,0 0 0,0-1 0,-1 1 0,1 0 0,0 0 0,-1-1 0,1 1 0,-1-1 0,1 1 0,-1-1 0,0 0 0,0 0 0,0 1 0,0-1 0,0 0 0,0 0 0,0 0 0,0 0 0,-1 0 0,1 0 0,-1 0 0,1-3 0,0 0 0,-1-1 0,0 1 0,1 0 0,-1 0 0,-1 0 0,1 0 0,-1 0 0,0 0 0,0 0 0,-1 0 0,-2-7 0,10 22 0,1 0 0,0 0 0,0 0 0,1-1 0,1-1 0,-1 1 0,1-1 0,1 0 0,13 8 0,-12-9 0,1 1 0,1-2 0,-1 0 0,1 0 0,0-1 0,0-1 0,1 0 0,23 4 0,-31-7 0,0-1 0,0 0 0,0 0 0,0 0 0,0-1 0,11-3 0,-15 4 0,0-1 0,0 1 0,0-1 0,0 0 0,-1 0 0,1 0 0,0 0 0,-1 0 0,1 0 0,-1 0 0,1 0 0,-1-1 0,1 1 0,-1-1 0,0 1 0,0-1 0,0 1 0,0-1 0,0 0 0,0 0 0,0 1 0,0-1 0,-1 0 0,2-4 0,-2 2 7,0-1 0,1 0 0,-1 0 0,-1 1 0,1-1 1,-1 0-1,0 1 0,0-1 0,0 0 0,-1 1 0,1-1 0,-1 1 0,0 0 0,-1-1 0,1 1 0,-6-7 0,1 2-255,-1 1 1,0 0-1,-1 0 1,1 0-1,-19-11 1,15 11-6579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5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24575,'31'116'0,"1"1"0,15 32 0,-41-128-195,2-1 0,0 0 0,1-1 0,1 0 0,1 0 0,16 20 0,-20-30-6631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145 210 24575,'-29'-51'0,"-37"-85"0,65 133 0,0 1 0,-1-1 0,1 0 0,0 1 0,-1-1 0,-2-2 0,4 4 0,0 1 0,0 0 0,0 0 0,0 0 0,-1 0 0,1 0 0,0 0 0,0 0 0,0 0 0,0-1 0,0 1 0,-1 0 0,1 0 0,0 0 0,0 0 0,0 0 0,0 0 0,-1 0 0,1 0 0,0 0 0,0 0 0,0 0 0,0 0 0,-1 0 0,1 0 0,0 0 0,0 0 0,0 0 0,0 0 0,-1 1 0,1-1 0,0 0 0,0 0 0,0 0 0,0 0 0,-1 0 0,-4 12 0,-5 24 0,5-23 0,1 1 0,-2 16 0,5-24 0,1-1 0,-1 0 0,1 0 0,1 0 0,-1 0 0,1 0 0,0 0 0,0 0 0,3 9 0,20 39 0,2-1 0,2-1 0,47 63 0,-16-36 0,-50-67 0,0-2 0,1 1 0,0-1 0,1-1 0,14 10 0,-24-18-80,0 1 0,0 0-1,0-1 1,1 1 0,-1-1-1,0 1 1,0-1 0,1 0-1,-1 1 1,0-1 0,1 0 0,-1 0-1,0 0 1,1 0 0,-1 0-1,2-1 1,7-2-6746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24575,'1'4'0,"-1"1"0,1 0 0,0 0 0,0 0 0,1 0 0,0-1 0,2 6 0,2 6 0,188 483 0,-179-470 0,-12-24 0,-10-18 0,-33-50 0,22 37 0,1-2 0,-17-37 0,33 63 0,0 0 0,0 0 0,1 0 0,-1 0 0,1 0 0,-1 0 0,1 0 0,0 0 0,-1 0 0,1 0 0,0 0 0,0 0 0,1 0 0,-1-1 0,0 1 0,1 0 0,1-3 0,-1 3 0,0 1 0,0-1 0,0 1 0,0 0 0,0 0 0,1-1 0,-1 1 0,0 0 0,1 0 0,-1 0 0,1 0 0,-1 1 0,1-1 0,0 0 0,-1 1 0,1-1 0,0 1 0,-1-1 0,1 1 0,0 0 0,2 0 0,17-1 0,0 1 0,0 1 0,33 7 0,-27-4 0,36 1 0,-48-6 0,-1 2 0,1 0 0,-1 0 0,0 2 0,18 4 0,-28-6 0,-1 0 0,1 1 0,-1-1 0,0 1 0,0-1 0,0 1 0,0 0 0,0 0 0,0 1 0,0-1 0,-1 0 0,1 1 0,-1 0 0,0 0 0,1-1 0,-1 1 0,-1 0 0,1 1 0,0-1 0,-1 0 0,1 0 0,-1 1 0,0-1 0,0 1 0,-1-1 0,1 7 0,0 14 9,-1-16-352,1 0-1,-1 0 1,4 13-1,-2-12-6482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0,0 5 0,0 3 0,0 3 0,0 1 0,3 0 0,0-5-8191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62 212 24575,'8'17'0,"44"111"0,-48-115 0,0 0 0,-1 0 0,-1 1 0,0-1 0,-1 1 0,0 0 0,-2 26 0,-13-64 0,-33-88 0,17 38 0,19 47 0,1 0 0,-9-36 0,17 54 0,0 1 0,1-1 0,0 1 0,0-1 0,1 0 0,0 0 0,1 1 0,0-1 0,0 0 0,1 1 0,0-1 0,3-8 0,-4 15 0,1-1 0,-1 1 0,0-1 0,1 1 0,-1-1 0,1 1 0,0 0 0,0 0 0,0 0 0,0 0 0,0 0 0,1 0 0,-1 1 0,0-1 0,5-2 0,-3 3 0,0 0 0,1 0 0,-1 0 0,0 0 0,0 0 0,0 1 0,1 0 0,-1 0 0,7 0 0,2 2 0,-1 1 0,0 0 0,0 1 0,0 0 0,0 1 0,12 6 0,-2 1 0,29 20 0,-44-28 0,-1 1 0,0 0 0,-1 0 0,1 1 0,-1-1 0,0 1 0,0 0 0,7 14 0,-11-19 0,-1 1 0,1 0 0,0-1 0,-1 1 0,1 0 0,-1 0 0,1 0 0,-1-1 0,0 1 0,0 0 0,0 0 0,0 0 0,0 0 0,0 0 0,0 0 0,-1-1 0,1 1 0,-1 0 0,1 0 0,-1 0 0,0-1 0,1 1 0,-1 0 0,0-1 0,0 1 0,0-1 0,-1 1 0,1-1 0,0 0 0,-1 1 0,1-1 0,0 0 0,-1 0 0,0 0 0,1 0 0,-1 0 0,-2 1 0,-5 2 0,0 0 0,0-1 0,0 0 0,0 0 0,-19 2 0,-16-1-201,-83-2 0,96-3-762,12 1-5863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43 625 24575,'10'-49'0,"-1"-1"0,2-72 0,-11 86 0,-1 0 0,-1 1 0,-2-1 0,-11-42 0,-21-85 0,28 145 0,8 18 0,0 0 0,0 0 0,0 0 0,0 0 0,0 0 0,0-1 0,0 1 0,0 0 0,0 0 0,0 0 0,-1 0 0,1 0 0,0 0 0,0 0 0,0 0 0,0 0 0,0 0 0,0-1 0,0 1 0,0 0 0,-1 0 0,1 0 0,0 0 0,0 0 0,0 0 0,0 0 0,0 0 0,0 0 0,-1 0 0,1 0 0,0 0 0,0 0 0,0 0 0,0 0 0,0 0 0,0 0 0,-1 0 0,1 0 0,0 1 0,-2 9 0,2 8 0,2 0 0,0 0 0,1-1 0,9 33 0,-2-11 0,9 41 0,50 128 0,-62-191 0,1 0 0,1-1 0,20 29 0,-21-35 0,0 0 0,0-1 0,1 0 0,1-1 0,-1 0 0,19 12 0,-26-19 0,1 1 0,0-1 0,0 1 0,-1-1 0,1 0 0,0 0 0,0 0 0,0 0 0,1-1 0,-1 1 0,0-1 0,0 0 0,0 0 0,0 0 0,0 0 0,1-1 0,-1 1 0,4-2 0,-4 1 0,1-1 0,-1 0 0,1 0 0,-1 0 0,0 0 0,0 0 0,0-1 0,0 0 0,-1 1 0,1-1 0,0 0 0,-1 0 0,0 0 0,3-6 0,0 0 0,-1 0 0,0 0 0,-1 0 0,0 0 0,3-19 0,-6 27 0,0 0 0,0 0 0,1 0 0,-1-1 0,0 1 0,0 0 0,1 0 0,-1 0 0,1 0 0,-1 0 0,1 0 0,-1 0 0,2-1 0,-1 2 0,-1 0 0,0 0 0,0 0 0,1 0 0,-1 0 0,0 0 0,1 0 0,-1 0 0,0 0 0,0 0 0,1 1 0,-1-1 0,0 0 0,0 0 0,1 0 0,-1 0 0,0 1 0,0-1 0,0 0 0,1 0 0,-1 0 0,0 1 0,0-1 0,0 0 0,0 0 0,0 1 0,0-1 0,1 0 0,-1 1 0,0-1 0,0 0 0,0 1 0,10 35 0,-9-32 0,21 84-1365,-18-74-5461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24575,'20'25'0,"7"11"0,1 2 0,-4-6-8191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29 24575,'-13'-6'0,"0"0"0,-21-6 0,30 11 0,0 0 0,0 0 0,0 0 0,-1 1 0,1-1 0,0 1 0,-1 0 0,1 0 0,0 1 0,-1 0 0,1-1 0,-6 3 0,8-2 0,0 1 0,-1-1 0,1 0 0,0 1 0,0 0 0,1-1 0,-1 1 0,0 0 0,1 0 0,-1 0 0,1 0 0,-1 0 0,1 1 0,0-1 0,0 0 0,0 0 0,0 1 0,0-1 0,1 1 0,-1-1 0,1 1 0,-1-1 0,1 4 0,-1 8 0,1-1 0,0 0 0,3 14 0,-3-23 0,2 5 0,0 0 0,0 0 0,0-1 0,1 0 0,1 1 0,-1-1 0,1 0 0,1-1 0,-1 1 0,1-1 0,11 12 0,-10-12 0,1 0 0,0 0 0,0 0 0,1-1 0,0 0 0,0-1 0,0 0 0,1 0 0,-1-1 0,15 5 0,-18-7-85,-1-1 0,0 0-1,0 0 1,1-1 0,-1 1-1,0-1 1,1 0 0,-1 0-1,1 0 1,-1-1 0,0 0-1,1 0 1,-1 0 0,0 0-1,5-2 1,4-4-6741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24575,'-16'6'0,"-27"14"0,39-18 0,0 1 0,1-1 0,-1 1 0,0-1 0,1 1 0,0 0 0,0 0 0,0 1 0,0-1 0,0 1 0,0-1 0,-1 5 0,3-5 0,0-1 0,1 1 0,-1-1 0,1 1 0,0 0 0,0-1 0,0 1 0,0 0 0,0-1 0,0 1 0,1-1 0,-1 1 0,1-1 0,0 1 0,0-1 0,0 1 0,0-1 0,0 0 0,0 1 0,1-1 0,-1 0 0,3 2 0,1 3 0,0-1 0,1 0 0,-1 0 0,1 0 0,12 7 0,17 8 0,-32-20 0,-1 0 0,0 0 0,1 0 0,-1 0 0,1-1 0,-1 1 0,1-1 0,-1 1 0,1-1 0,-1 0 0,1 0 0,-1 0 0,5 0 0,-6-1 0,0 0 0,0 1 0,0-1 0,0 1 0,0-1 0,0 0 0,0 0 0,0 0 0,-1 0 0,1 0 0,0 1 0,0-1 0,-1-1 0,1 1 0,0 0 0,-1 0 0,1 0 0,-1 0 0,0 0 0,1 0 0,-1-1 0,0 1 0,1-2 0,0-31 0,-1 28 0,0-1 0,0 0 0,0 0 0,-1 0 0,0 1 0,-1-1 0,1 0 0,-1 1 0,0-1 0,-1 1 0,0 0 0,0 0 0,0 0 0,-1 0 0,-4-6 0,8 11 0,-1 1 0,1 0 0,0 0 0,0-1 0,0 1 0,0 0 0,0 0 0,-1 0 0,1-1 0,0 1 0,0 0 0,0 0 0,-1 0 0,1-1 0,0 1 0,0 0 0,0 0 0,-1 0 0,1 0 0,0 0 0,0 0 0,-1 0 0,1 0 0,0-1 0,-1 1 0,1 0 0,0 0 0,0 0 0,-1 0 0,1 0 0,0 0 0,0 1 0,-1-1 0,1 0 0,0 0 0,0 0 0,-1 0 0,1 0 0,-1 0 0,-2 13 0,5 16 0,1-21 12,0 0 0,0 0 0,1 0 0,0-1 0,1 0 0,0 1 0,0-2 0,0 1 0,11 9 0,4 3-755,38 25 1,-45-34-6084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24575,'29'227'0,"-22"-194"0,1 0 0,2 0 0,1-1 0,27 52 0,-24-58 0,30 52 0,-42-76 0,-2-3 0,-4-11 0,-8-17 0,12 28 0,-7-13 0,0 0 0,-6-24 0,12 35 0,0-1 0,0 1 0,0-1 0,1 1 0,-1 0 0,1-1 0,0 1 0,0-1 0,0 1 0,1-1 0,-1 1 0,1-1 0,0 1 0,0 0 0,0-1 0,0 1 0,0 0 0,3-4 0,-2 5 0,0 0 0,0 0 0,0 1 0,0-1 0,0 1 0,0-1 0,0 1 0,0 0 0,1 0 0,-1 0 0,0 0 0,1 0 0,-1 0 0,1 1 0,-1-1 0,1 1 0,0 0 0,-1-1 0,1 1 0,-1 0 0,1 1 0,2-1 0,3 1 0,-1 1 0,0-1 0,0 1 0,1 1 0,-1-1 0,9 6 0,3 2 0,-1 1 0,-1 1 0,0 1 0,-1 0 0,0 1 0,19 22 0,-33-34 11,1 1 0,-2 0 0,1 0 0,0 0 0,0 1 0,-1-1-1,0 0 1,0 0 0,0 1 0,1 4 0,-2-7-43,0 0-1,0 0 1,0 0 0,0 0 0,0 0-1,0-1 1,0 1 0,0 0-1,0 0 1,0 0 0,-1 0 0,1-1-1,0 1 1,-1 0 0,1 0-1,-1 0 1,1-1 0,-1 1 0,1 0-1,-1-1 1,1 1 0,-1 0-1,0-1 1,1 1 0,-1-1 0,0 1-1,1-1 1,-1 1 0,0-1-1,0 0 1,1 1 0,-1-1 0,0 0-1,0 0 1,0 1 0,0-1-1,0 0 1,1 0 0,-1 0 0,0 0-1,0 0 1,0 0 0,0 0-1,0-1 1,-1 1 0,-9-2-6794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 24575,'-5'-3'0,"-1"2"0,-3 4 0,0 3 0,2 4 0,3 2 0,0 0-8191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12 24575,'1'3'0,"1"0"0,-1 0 0,-1 0 0,1 0 0,0 1 0,-1-1 0,1 0 0,-1 0 0,0 1 0,0-1 0,-1 6 0,-1 3 0,-7 21 0,0-2 0,9-29 0,-2 8 0,0-1 0,0 1 0,-1-1 0,0 0 0,-1 0 0,0 0 0,-7 12 0,11-20 0,-1 0 0,0 0 0,0 0 0,0 0 0,0 0 0,0 0 0,-1 0 0,1-1 0,0 1 0,0 0 0,0 0 0,-1-1 0,1 1 0,0-1 0,-1 1 0,1-1 0,0 0 0,-1 0 0,1 1 0,-3-1 0,2-1 0,-1 1 0,1 0 0,-1-1 0,1 0 0,0 0 0,-1 1 0,1-1 0,0 0 0,0-1 0,0 1 0,-3-2 0,1 0 0,0-1 0,0 0 0,0 0 0,0 0 0,0 0 0,1 0 0,0-1 0,0 1 0,0-1 0,-2-6 0,3 2 0,0-1 0,0 1 0,1-1 0,0 0 0,0 0 0,1 1 0,1-1 0,0 0 0,0 0 0,1 1 0,3-14 0,-4 21 0,0 0 0,-1 0 0,1 0 0,0-1 0,0 1 0,0 0 0,1 0 0,-1 0 0,0 1 0,1-1 0,-1 0 0,1 0 0,-1 1 0,1-1 0,0 1 0,0-1 0,0 1 0,0 0 0,0 0 0,0 0 0,0 0 0,0 0 0,0 0 0,1 1 0,-1-1 0,0 1 0,0-1 0,1 1 0,-1 0 0,0 0 0,1 0 0,-1 0 0,0 1 0,1-1 0,-1 0 0,0 1 0,0 0 0,4 1 0,5 2 0,-1 1 0,0 0 0,0 0 0,0 1 0,-1 0 0,13 12 0,24 24 0,-23-20 0,29 22 0,-45-39 0,1 0 0,-1-1 0,1 0 0,-1 0 0,1 0 0,1-1 0,-1 0 0,17 3 0,-23-6 0,-1 0 0,0 0 0,1 0 0,-1 0 0,1 0 0,-1 0 0,0-1 0,1 1 0,-1 0 0,1-1 0,-1 1 0,0-1 0,1 1 0,-1-1 0,0 0 0,0 0 0,0 0 0,0 1 0,1-1 0,-1 0 0,0 0 0,-1-1 0,1 1 0,0 0 0,0 0 0,0 0 0,-1 0 0,1-1 0,0-1 0,3-5 0,-2 0 0,1 0 0,2-16 0,-3 11 0,-1 8 0,0 1 0,1-1 0,-1 0 0,1 1 0,0 0 0,0-1 0,1 1 0,-1 0 0,1 0 0,0 0 0,0 1 0,4-5 0,-5 6 0,0 1 0,1-1 0,-1 0 0,1 1 0,-1 0 0,1 0 0,-1-1 0,1 1 0,0 1 0,-1-1 0,1 0 0,0 1 0,0-1 0,0 1 0,0 0 0,-1 0 0,1 0 0,0 1 0,0-1 0,0 0 0,5 3 0,-2-1 0,1 1 0,0-1 0,-1 2 0,1-1 0,-1 1 0,7 5 0,33 30 0,-39-33 0,3 4-273,0 0 0,0 1 0,-1 0 0,11 18 0,-13-16-6553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24575,'1'32'0,"1"0"0,1-1 0,14 54 0,59 97 0,-31-82 0,-36-85 0,-4-11 0,-5-4 0,1-1 0,-1 1 0,0 0 0,0 0 0,0-1 0,1 1 0,-1 0 0,0 0 0,0-1 0,0 1 0,0 0 0,1-1 0,-1 1 0,0 0 0,0 0 0,0-1 0,0 1 0,0 0 0,0-1 0,0 1 0,0 0 0,0-1 0,0 1 0,0-1 0,-1-9 0,0 1 0,0-1 0,-1 1 0,0-1 0,-1 1 0,0 0 0,-5-10 0,2 3 0,-3-6 0,6 18 0,1 0 0,0 0 0,0-1 0,1 1 0,-1-1 0,1 1 0,0-1 0,0 1 0,0-9 0,1 12 0,0 1 0,0 0 0,0-1 0,0 1 0,0 0 0,0 0 0,0-1 0,0 1 0,0 0 0,0-1 0,1 1 0,-1 0 0,0 0 0,0-1 0,0 1 0,0 0 0,1 0 0,-1 0 0,0-1 0,0 1 0,0 0 0,1 0 0,-1 0 0,0 0 0,0-1 0,1 1 0,-1 0 0,0 0 0,0 0 0,1 0 0,-1 0 0,1 0 0,10 3 0,10 13 0,-21-16 0,29 26 0,-1 2 0,-2 0 0,0 2 0,24 38 0,-49-66 0,1 0 0,-1 0 0,0 0 0,0 0 0,0 1 0,0-1 0,0 0 0,-1 1 0,2 3 0,-2-5 0,0 0 0,0 0 0,-1-1 0,1 1 0,0 0 0,0 0 0,0-1 0,-1 1 0,1 0 0,0 0 0,-1-1 0,1 1 0,-1 0 0,1-1 0,-1 1 0,1-1 0,-1 1 0,1-1 0,-1 1 0,1-1 0,-1 1 0,0-1 0,1 1 0,-1-1 0,0 0 0,1 1 0,-1-1 0,0 0 0,0 0 0,1 0 0,-1 1 0,0-1 0,0 0 0,1 0 0,-2 0 0,-8 1 0,1-1 0,-1 0 0,1 0 0,-1-1 0,0 0 0,1-1 0,0 0 0,-12-4 0,-70-31 0,82 33 30,1 0 0,0-1 0,-11-7 0,18 11-47,-1 0 0,1-1 1,0 1-1,0 0 0,-1 0 0,1-1 1,0 1-1,0 0 0,1-1 0,-1 1 1,-1-4-1,2 5-32,0-1-1,0 0 1,0 0-1,0 0 1,0 1 0,0-1-1,0 0 1,0 0 0,0 0-1,0 0 1,0 1-1,1-1 1,-1 0 0,0 0-1,1 1 1,-1-1-1,0 0 1,1 1 0,-1-1-1,1 0 1,-1 1 0,1-1-1,0 1 1,-1-1-1,2 0 1,6-5-6777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70 24575,'-5'-5'0,"2"1"0,0 1 0,0 0 0,0 0 0,-1 0 0,1 0 0,-1 1 0,1-1 0,-1 1 0,0 0 0,0 0 0,-7-3 0,10 5 0,1 0 0,0 0 0,0 0 0,0 0 0,0 0 0,0 0 0,0 0 0,0 0 0,0 0 0,0 0 0,0 0 0,0 0 0,0 0 0,-1 0 0,1 1 0,0-1 0,0 0 0,0 0 0,0 0 0,0 0 0,0 0 0,0 0 0,0 0 0,0 0 0,0 0 0,0 0 0,0 0 0,0 0 0,0 0 0,0 0 0,0 0 0,0 0 0,0 1 0,0-1 0,0 0 0,0 0 0,0 0 0,0 0 0,0 0 0,0 0 0,0 0 0,0 0 0,0 0 0,0 0 0,0 0 0,0 0 0,0 1 0,0-1 0,0 0 0,0 0 0,0 0 0,0 0 0,0 0 0,0 0 0,0 0 0,0 0 0,0 0 0,5 8 0,5 5 0,14 13 0,51 44 0,-58-56 0,1-2 0,1 0 0,-1 0 0,28 10 0,-40-19 0,1-1 0,-1 0 0,1 0 0,-1-1 0,1 1 0,0-1 0,12-1 0,-16 0 0,-1 0 0,0 0 0,0 0 0,0 0 0,0-1 0,0 1 0,1-1 0,-1 0 0,0 0 0,0 0 0,0 1 0,-1-2 0,1 1 0,0 0 0,0 0 0,0-1 0,-1 1 0,1-1 0,-1 1 0,1-1 0,-1 0 0,0 1 0,0-1 0,1 0 0,-1 0 0,0 0 0,1-3 0,0-5 0,0 0 0,0 0 0,-1 0 0,-1 0 0,1 0 0,-2 0 0,1 0 0,-3-12 0,-1 1 0,-1 0 0,-12-35 0,17 56 0,0 0 0,0 0 0,0 0 0,0 0 0,0 0 0,0 0 0,0 0 0,0 0 0,0 0 0,0 0 0,0 0 0,0 0 0,-1 0 0,1 0 0,0 0 0,0 0 0,0 0 0,0 0 0,0 0 0,0 0 0,0 0 0,0 0 0,0 0 0,0 0 0,0 1 0,0-1 0,0 0 0,0 0 0,0 0 0,0 0 0,0 0 0,0 0 0,0 0 0,0 0 0,0 0 0,0 0 0,0 0 0,0 0 0,0 0 0,0 0 0,0 0 0,-1 0 0,1 0 0,0 0 0,0 0 0,0 0 0,0 0 0,0 0 0,0 0 0,0 0 0,0 0 0,0 0 0,0-1 0,-1 10 0,0 11 0,4 11 0,2 0 0,1 0 0,17 52 0,42 87 0,-54-142 0,36 77 0,20 53 0,-66-154 0,0 0 0,0-1 0,0 1 0,0 0 0,0 0 0,-1 8 0,0-11 0,0-1 0,0 1 0,0-1 0,0 1 0,0-1 0,-1 1 0,1 0 0,0-1 0,0 1 0,-1-1 0,1 1 0,0-1 0,0 1 0,-1-1 0,1 0 0,-1 1 0,1-1 0,0 1 0,-1-1 0,1 0 0,-1 1 0,-1-1 0,1 1 0,0-1 0,0 0 0,0 0 0,0 0 0,0 0 0,0 0 0,0 0 0,0 0 0,0 0 0,-1 0 0,1 0 0,0-1 0,0 1 0,-1-1 0,-7-2 0,2-1 0,-1 0 0,0 0 0,1-1 0,0 0 0,-9-8 0,-38-40 0,37 36 0,10 10 24,1 0 0,0 0 0,0-1 0,-6-10 0,11 17-68,0-1 1,0 1-1,0-1 0,0 1 1,1 0-1,-1-1 0,1 1 1,-1-1-1,1 0 0,0 1 1,-1-1-1,1 1 0,0-1 1,0 0-1,0 1 0,0-1 0,1 1 1,-1-1-1,0 0 0,1 1 1,-1-1-1,1 1 0,-1-1 1,1 1-1,-1-1 0,1 1 1,0 0-1,0-1 0,0 1 1,0 0-1,0 0 0,0 0 1,2-2-1,7-3-6782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24575,'2'0'0,"0"0"0,0 1 0,-1-1 0,1 1 0,0-1 0,0 1 0,-1-1 0,1 1 0,0 0 0,-1 0 0,1 0 0,-1 0 0,0 0 0,1 0 0,-1 1 0,0-1 0,1 0 0,-1 1 0,0-1 0,1 2 0,3 5 0,-1-1 0,6 16 0,-7-18 0,114 248 0,-100-221 0,35 65 0,-44-83 0,2-1 0,0 0 0,0 0 0,20 18 0,-29-30 0,0 0 0,0 0 0,0-1 0,0 1 0,0 0 0,0 0 0,1-1 0,-1 1 0,0-1 0,0 1 0,1-1 0,-1 1 0,0-1 0,1 0 0,1 1 0,-2-1 0,0-1 0,-1 1 0,1 0 0,0-1 0,-1 1 0,1 0 0,-1-1 0,1 1 0,-1-1 0,1 1 0,-1-1 0,1 1 0,-1-1 0,1 1 0,-1-1 0,0 0 0,1 1 0,-1-1 0,0 1 0,1-1 0,-1 0 0,0 1 0,0-1 0,0 0 0,0 1 0,0-1 0,1 0 0,-1 0 0,0 1 0,-1-1 0,1 0 0,0 1 0,0-2 0,0-9 0,-1 0 0,-1 0 0,0 1 0,0-1 0,-1 0 0,-5-14 0,5 17 0,0 1 0,-1 0 0,0-1 0,0 1 0,-1 0 0,1 1 0,-2-1 0,1 1 0,-9-7 0,10 9 0,-1 1 0,-1 0 0,1 0 0,0 0 0,-1 1 0,1-1 0,-1 1 0,0 1 0,0-1 0,-11 0 0,-4 0 0,-38 2 0,29 1 0,22 0 0,0-1 0,0 1 0,1 1 0,-10 2 0,14-3 0,0 0 0,0 0 0,0 0 0,0 0 0,1 1 0,-1-1 0,0 1 0,1-1 0,-1 1 0,1 0 0,0 0 0,0 0 0,-3 4 0,4-6 0,1 1 0,0-1 0,0 0 0,0 0 0,0 0 0,0 0 0,0 0 0,0 1 0,0-1 0,0 0 0,0 0 0,0 0 0,0 1 0,0-1 0,0 0 0,0 0 0,0 0 0,0 0 0,0 1 0,0-1 0,0 0 0,0 0 0,0 0 0,0 0 0,0 1 0,0-1 0,0 0 0,0 0 0,0 0 0,1 0 0,-1 1 0,0-1 0,0 0 0,0 0 0,0 0 0,0 0 0,0 0 0,1 0 0,-1 0 0,0 1 0,0-1 0,0 0 0,0 0 0,1 0 0,-1 0 0,0 0 0,0 0 0,0 0 0,0 0 0,1 0 0,-1 0 0,0 0 0,0 0 0,0 0 0,1 0 0,-1 0 0,0 0 0,0 0 0,0 0 0,0 0 0,1 0 0,-1-1 0,16-1 0,-13 2 0,114-21 0,-113 21 0,90-8 0,-81 8 0,0 1 0,-1 0 0,1 1 0,-1 0 0,19 6 0,-10-1 0,37 17 0,-52-21 0,0 1 0,0-1 0,0 1 0,-1 0 0,0 0 0,1 1 0,-1 0 0,-1 0 0,1 0 0,4 7 0,-8-11 0,-1 0 0,1 0 0,0 0 0,-1 0 0,1 0 0,-1 0 0,0 0 0,1 1 0,-1-1 0,0 0 0,0 0 0,0 0 0,1 0 0,-1 0 0,-1 3 0,1-4 0,0 0 0,0 0 0,0 0 0,0 0 0,0 1 0,0-1 0,0 0 0,-1 0 0,1 0 0,0 0 0,0 0 0,0 0 0,0 1 0,0-1 0,0 0 0,-1 0 0,1 0 0,0 0 0,0 0 0,0 0 0,0 0 0,-1 0 0,1 0 0,0 0 0,0 0 0,0 0 0,0 0 0,-1 0 0,1 0 0,0 0 0,0 0 0,0 0 0,-1 0 0,-10-7 0,4 1 0,1-1 0,0 0 0,0-1 0,0 1 0,1-1 0,0 0 0,0-1 0,1 1 0,0-1 0,1 0 0,0 0 0,0 0 0,1 0 0,0 0 0,1-1 0,0 1 0,0-1 0,1 1 0,1-12 0,-1 20-4,0 0-1,1-1 1,-1 1-1,0 0 1,0-1-1,1 1 1,-1 0 0,1 0-1,-1-1 1,1 1-1,-1 0 1,1 0-1,0 0 1,0 0-1,-1 0 1,1 0-1,2-2 1,-2 3 16,0-1-1,0 1 1,0-1 0,0 1 0,0 0-1,0-1 1,0 1 0,0 0 0,0 0 0,0 0-1,0 0 1,1 0 0,-1 0 0,0 0-1,0 0 1,2 1 0,2 0-177,-1 1 0,0 0 0,1 0 0,-1 0 0,0 0 0,0 1 0,0-1 0,4 5 0,5 4-6661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83 24575,'-19'-12'0,"-51"-31"0,60 38 0,1 1 0,-1 0 0,0 0 0,0 1 0,-16-3 0,25 6 0,0-1 0,0 1 0,-1 0 0,1 0 0,0 0 0,0 0 0,-1 0 0,1 0 0,0 0 0,0 1 0,-1-1 0,1 0 0,0 1 0,0-1 0,0 1 0,0-1 0,-1 1 0,1-1 0,0 1 0,0 0 0,0 0 0,0-1 0,0 2 0,-1 0 0,1 0 0,1-1 0,-1 1 0,0 0 0,0 0 0,1 0 0,-1 0 0,1 0 0,-1-1 0,1 1 0,0 0 0,0 0 0,0 3 0,0 2 0,1 1 0,0 0 0,1-1 0,-1 0 0,1 1 0,5 11 0,-2-11 0,-1 1 0,2-1 0,-1 0 0,1 0 0,0-1 0,0 0 0,1 0 0,0 0 0,0-1 0,1 0 0,0 0 0,0-1 0,0 0 0,0-1 0,1 1 0,0-2 0,0 1 0,0-1 0,0 0 0,19 2 0,-26-5 0,1 1 0,-1-1 0,0 0 0,1 0 0,-1 0 0,1 0 0,-1 0 0,1-1 0,-1 1 0,0-1 0,1 0 0,-1 1 0,0-1 0,0 0 0,1 0 0,-1-1 0,0 1 0,0 0 0,0-1 0,0 1 0,-1-1 0,1 0 0,0 1 0,-1-1 0,1 0 0,-1 0 0,3-4 0,-2 2 0,0-1 0,-1 0 0,1 0 0,-1 0 0,0 0 0,0 0 0,-1 0 0,0 0 0,0-1 0,0 1 0,0 0 0,-2-6 0,0 0 0,0 0 0,-1-1 0,0 1 0,-1 0 0,-1 1 0,0-1 0,0 1 0,-1 0 0,-8-12 0,32 63 0,-8-24 40,0-1 0,25 27 0,-29-35-226,1-1 1,1-1-1,-1 1 0,1-1 1,0-1-1,0 1 1,14 6-1,-12-8-6640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24575,'10'17'0,"4"9"0,1 2 0,1-1 0,-2-2 0,-4-7-8191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24575,'5'5'0,"2"7"0,0 3 0,0 3 0,0-3-8191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24575,'2'1'0,"1"1"0,-1-1 0,1 1 0,-1-1 0,1 0 0,0 0 0,0 0 0,-1 0 0,1 0 0,0-1 0,0 1 0,0-1 0,0 0 0,0 0 0,0 0 0,0 0 0,0-1 0,3 0 0,-2 0 0,0-1 0,1 0 0,-1 0 0,-1 0 0,1 0 0,0-1 0,-1 1 0,1-1 0,-1 0 0,0 0 0,5-6 0,-4 5 0,0-1 0,0 1 0,1 0 0,-1 0 0,1 1 0,0 0 0,0-1 0,0 1 0,1 1 0,-1-1 0,1 1 0,-1 0 0,9-2 0,-10 4 0,0-1 0,0 1 0,1 0 0,-1 0 0,0 0 0,0 1 0,1-1 0,-1 1 0,0 0 0,0 0 0,0 1 0,0-1 0,0 1 0,0 0 0,-1 0 0,1 0 0,-1 1 0,1-1 0,4 5 0,-4-4-72,0 0 1,-1 1-1,1-1 0,-1 1 0,1 0 0,-1 0 0,-1 1 0,1-1 1,0 0-1,-1 1 0,0 0 0,0-1 0,0 1 0,-1 0 0,0 0 1,0 0-1,0 0 0,0 6 0,-1 1-6754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32 24575,'2'3'0,"9"16"0,-1 0 0,13 36 0,-21-50 0,0 1 0,-1-1 0,1 1 0,-1-1 0,-1 1 0,1-1 0,-1 1 0,0 0 0,0-1 0,-1 1 0,1-1 0,-1 1 0,-1 0 0,1-1 0,-1 0 0,-2 6 0,3-9 0,-1 1 0,1-1 0,-1 0 0,1 0 0,-1 0 0,0 0 0,1-1 0,-1 1 0,0 0 0,0-1 0,0 1 0,-1-1 0,1 0 0,0 0 0,0 0 0,-1 0 0,1 0 0,-1 0 0,1 0 0,-1-1 0,1 0 0,-1 1 0,1-1 0,-1 0 0,1 0 0,-1 0 0,1 0 0,-1-1 0,-4 0 0,-2-2 0,-1 1 0,1-2 0,-1 1 0,1-1 0,0 0 0,-11-8 0,2 0 0,1-1 0,0-1 0,0 0 0,2-1 0,-1-1 0,2 0 0,-21-32 0,33 45 0,0-1 0,0 1 0,0-1 0,1 0 0,-1 1 0,1-1 0,0 0 0,-1-6 0,2 9 0,0 0 0,0 0 0,0-1 0,0 1 0,0 0 0,0 0 0,0 0 0,0-1 0,1 1 0,-1 0 0,1 0 0,-1 0 0,0 0 0,1-1 0,0 1 0,-1 0 0,1 0 0,0 0 0,0 0 0,-1 0 0,1 1 0,0-1 0,0 0 0,0 0 0,0 1 0,0-1 0,0 0 0,0 1 0,0-1 0,3 0 0,2-1 9,0 1 1,1 0-1,-1 0 0,1 0 0,-1 1 1,1 0-1,-1 0 0,1 1 0,-1 0 0,1 0 1,-1 0-1,8 3 0,2 2-380,0 0-1,-1 0 1,23 14 0,-19-8-6455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24575,'-5'2'0,"-1"1"-1,1-1 0,0 1 1,0 0-1,0 0 0,0 1 1,0 0-1,1-1 1,-1 2-1,1-1 0,-5 7 1,4-4 2,1 0 0,0 0 1,1 0-1,-1 1 0,1-1 1,1 1-1,-3 12 1,1 2-27,2-1 1,1 1-1,0-1 1,2 1-1,4 32 1,11 43-131,5 0 0,3-2 0,54 137 0,-68-207 293,21 39 0,-26-55-312,0-1-1,1 0 1,0 0 0,0-1 0,1 1-1,0-1 1,15 11 0,-10-10-6165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333 150 24575,'-30'-26'0,"-13"-7"0,-1 1 0,4 7 0,7 6 0,3 8 0,5 7 0,4 8 0,0 5 0,2 1 0,3 2 0,6-2-8191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24575,'7'15'0,"6"8"0,2 4 0,2 1 0,0-2 0,0-4 0,-3-2 0,-2-2 0,0-2 0,-2-1 0,0 0 0,1-4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24575,'0'3'0,"0"2"0,-2 4 0,-2 3 0,1 1 0,1 0-8191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24575,'1'3'0,"0"0"0,0-1 0,1 1 0,-1 0 0,1 0 0,-1-1 0,1 1 0,0 0 0,0-1 0,0 0 0,0 0 0,3 3 0,1 1 0,15 19 0,38 38 0,-54-57 0,1-2 0,0 1 0,0-1 0,0 1 0,1-2 0,0 1 0,-1-1 0,1 0 0,8 2 0,-13-4 0,-1-1 0,1 1 0,0-1 0,0 1 0,-1-1 0,1 0 0,0 0 0,0 0 0,-1 0 0,1 0 0,0 0 0,0-1 0,-1 1 0,1 0 0,0-1 0,0 1 0,-1-1 0,1 0 0,-1 0 0,1 1 0,-1-1 0,1 0 0,-1 0 0,1-1 0,-1 1 0,0 0 0,1 0 0,-1-1 0,0 1 0,0 0 0,0-1 0,0 1 0,0-1 0,-1 0 0,1 1 0,0-1 0,-1 0 0,1 1 0,-1-1 0,1 0 0,-1 1 0,0-4 0,1-1 0,-1 0 0,0 0 0,-1 1 0,0-1 0,1 0 0,-2 0 0,1 0 0,-1 1 0,-3-9 0,-5-20 0,19 41 0,3 8 0,6 9 0,0-1 0,23 23 0,-31-36 0,0-2 0,0 1 0,1-1 0,0-1 0,0 0 0,1-1 0,14 6 0,-25-11 0,5 2 0,-1-1 0,0-1 0,0 1 0,1-1 0,-1 1 0,7-1 0,-10-1 0,0 0 0,-1 0 0,1 0 0,-1-1 0,1 1 0,-1 0 0,1-1 0,-1 1 0,1-1 0,-1 0 0,1 0 0,-1 1 0,1-1 0,-1 0 0,0 0 0,0 0 0,0 0 0,1 0 0,-1-1 0,0 1 0,0 0 0,0 0 0,-1-1 0,1 1 0,0-1 0,0-1 0,1-3 0,0 0 0,0 0 0,-1 0 0,0 0 0,0-1 0,-1 1 0,1 0 0,-1 0 0,-2-12 0,1 11 0,1-1 0,0 1 0,0-1 0,0 1 0,4-13 0,-4 20 0,0-1 0,0 1 0,0 0 0,0 0 0,0-1 0,0 1 0,0 0 0,0-1 0,1 1 0,-1 0 0,0 0 0,0-1 0,0 1 0,1 0 0,-1 0 0,0-1 0,0 1 0,1 0 0,-1 0 0,0 0 0,0 0 0,1-1 0,-1 1 0,0 0 0,1 0 0,-1 0 0,0 0 0,1 0 0,0 0 0,10 4 0,12 14 0,-19-14 0,18 12-39,0-1 0,1-1-1,47 21 1,-30-16-1169,-27-13-5618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19 140 24575,'20'134'0,"25"124"0,-39-240 0,-4-17 0,-3-11 0,-9-36 0,-18-55 0,-2-5 0,21 69 0,-3-44 0,11 66 0,0-1 0,1 1 0,1-1 0,0 1 0,6-26 0,-6 38 0,0 0 0,0 0 0,0 0 0,0 0 0,0 0 0,1 0 0,-1 0 0,1 1 0,0-1 0,0 0 0,0 1 0,0 0 0,0-1 0,1 1 0,3-3 0,-4 4 0,0 0 0,0 0 0,0 1 0,0-1 0,0 1 0,0-1 0,0 1 0,0-1 0,0 1 0,0 0 0,0 0 0,1 0 0,-1 0 0,0 1 0,0-1 0,0 0 0,0 1 0,0 0 0,0-1 0,0 1 0,0 0 0,0 0 0,0 0 0,2 2 0,2 1 0,0 0 0,-1 1 0,1 0 0,-1 0 0,0 0 0,0 1 0,-1-1 0,1 1 0,-1 0 0,0 1 0,-1-1 0,0 1 0,0-1 0,0 1 0,-1 0 0,0 0 0,0 0 0,-1 1 0,0-1 0,0 0 0,0 0 0,-1 1 0,0-1 0,-1 0 0,-1 10 0,0-13 7,1 0 0,-1 0-1,0 0 1,0 0 0,-1 0-1,1 0 1,-1-1-1,0 1 1,0-1 0,0 0-1,0 0 1,-1 0 0,1 0-1,-1 0 1,0-1 0,1 0-1,-8 3 1,0 1-304,-1-1 0,0-1 0,-1 0 0,-22 4 0,12-5-6529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24575,'-1'0'0,"0"0"0,0 0 0,1 0 0,-1 0 0,0 0 0,1 0 0,-1 0 0,0 0 0,1 0 0,-1 1 0,0-1 0,1 0 0,-1 0 0,0 0 0,1 1 0,-1-1 0,1 0 0,-1 1 0,0-1 0,1 1 0,-1-1 0,1 0 0,-1 1 0,1-1 0,-1 1 0,1 0 0,0-1 0,-1 1 0,1-1 0,0 1 0,-1 0 0,1-1 0,0 1 0,0-1 0,-1 1 0,1 0 0,0-1 0,0 1 0,0 0 0,0 0 0,0-1 0,0 1 0,0 0 0,0-1 0,0 1 0,1 0 0,-1-1 0,0 1 0,0 0 0,0-1 0,1 2 0,1 1 0,-1 1 0,1 0 0,0-1 0,0 1 0,0-1 0,0 0 0,5 6 0,1-2 0,0-1 0,0 0 0,1 0 0,-1 0 0,1-1 0,1 0 0,-1-1 0,0 0 0,1-1 0,0 0 0,0 0 0,0-1 0,0 0 0,0-1 0,1 0 0,-1-1 0,0 0 0,12-1 0,-18 0-62,-1 0 0,1 0 0,-1 0 0,1-1 0,-1 1 0,1-1 0,-1 0 0,0 0 0,0 0 0,0 0 0,0 0 0,0-1-1,0 1 1,-1-1 0,1 0 0,-1 0 0,0 0 0,0 0 0,0 0 0,0 0 0,1-4 0,2-3-6764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24575,'18'30'0,"7"13"0,4 1 0,-5-4 0,-5-7 0,-7-8-8191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195 723 24575,'11'-28'0,"-1"-1"0,-2-1 0,7-42 0,-13 55 0,-1 0 0,0 0 0,-1-1 0,-1 1 0,-1 0 0,-1-1 0,-6-24 0,-3 7 0,0 0 0,-3 1 0,-21-38 0,-63-91 0,81 136 0,14 20 0,2 3 0,-1 0 0,0 0 0,0 0 0,-5-5 0,8 8 0,0 1 0,0 0 0,-1 0 0,1 0 0,0 0 0,0-1 0,0 1 0,-1 0 0,1 0 0,0 0 0,0 0 0,0 0 0,-1 0 0,1 0 0,0 0 0,0 0 0,-1-1 0,1 1 0,0 0 0,0 0 0,-1 0 0,1 0 0,0 0 0,0 1 0,-1-1 0,1 0 0,0 0 0,0 0 0,-1 0 0,1 0 0,0 0 0,0 0 0,-1 0 0,1 0 0,0 1 0,0-1 0,0 0 0,-1 0 0,1 0 0,0 0 0,0 1 0,0-1 0,0 0 0,0 0 0,-1 1 0,1-1 0,0 0 0,0 0 0,0 0 0,0 1 0,0-1 0,0 0 0,0 0 0,0 1 0,0-1 0,0 1 0,-2 15 0,3 6 0,1 1 0,1-1 0,9 33 0,25 66 0,-33-109 0,11 29-124,2-1 0,1 0 0,3-2 0,0 0 0,3-2 0,1 0-1,1-2 1,2-1 0,1-1 0,38 32 0,-56-55-6702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65 24575,'-2'1'0,"-1"0"0,0 1 0,0-1 0,0 1 0,1-1 0,-1 1 0,1 0 0,-1 0 0,1 0 0,0 1 0,-1-1 0,1 0 0,1 1 0,-1 0 0,-3 5 0,4-4 0,-1 0 0,1 0 0,0 0 0,0 0 0,1 0 0,-1 1 0,1-1 0,0 0 0,0 0 0,1 7 0,2 3 0,0 0 0,1 0 0,0-1 0,1 0 0,1 0 0,7 13 0,-4-10 0,1-1 0,1 1 0,0-2 0,14 15 0,-25-28 0,1-1 0,0 1 0,-1-1 0,1 1 0,-1 0 0,1-1 0,-1 1 0,1 0 0,-1 0 0,1-1 0,-1 1 0,0 0 0,1 0 0,-1-1 0,0 1 0,0 0 0,0 0 0,1 0 0,-1 1 0,-1-2 0,1 1 0,0-1 0,0 1 0,-1-1 0,1 1 0,0-1 0,-1 0 0,1 1 0,0-1 0,-1 1 0,1-1 0,-1 0 0,1 1 0,0-1 0,-1 0 0,1 0 0,-1 0 0,1 1 0,-1-1 0,1 0 0,-1 0 0,0 0 0,-3 1 0,0-1 0,-1 1 0,1-1 0,0 0 0,0 0 0,-7-2 0,9 2 0,-83-14 0,215 15 0,-66-2 0,-55 1 0,0 0 0,-1 0 0,1-1 0,0-1 0,-1 0 0,13-3 0,-17 3 0,-1 0 0,1 1 0,-1-1 0,1-1 0,-1 1 0,0 0 0,0-1 0,0 1 0,0-1 0,0 0 0,-1 0 0,1 0 0,-1-1 0,0 1 0,0 0 0,3-6 0,-2-1 0,1 0 0,-1 0 0,-1 0 0,0 0 0,0 0 0,-1 0 0,0-1 0,-1 1 0,0 0 0,-3-17 0,1 12 0,-1 0 0,-1 0 0,0 1 0,-1-1 0,0 1 0,-12-21 0,-2 6 0,18 28 0,-1-1 0,0 0 0,1 0 0,-1 0 0,0 1 0,0-1 0,0 1 0,0 0 0,0-1 0,0 1 0,-4-1 0,5 2 0,1 0 0,-1 0 0,0 0 0,1 0 0,-1 0 0,0 0 0,1 0 0,-1 0 0,0 0 0,1 0 0,-1 1 0,0-1 0,1 0 0,-1 0 0,0 1 0,1-1 0,-1 0 0,1 1 0,-1-1 0,1 1 0,-1-1 0,1 1 0,-1-1 0,1 1 0,-1-1 0,1 1 0,0-1 0,-1 1 0,1 0 0,0-1 0,-1 1 0,1 0 0,0-1 0,0 1 0,0 0 0,0-1 0,-1 1 0,1 0 0,0 1 0,-1 28 0,3-13 0,0 0 0,1-1 0,1 0 0,1 1 0,0-1 0,1-1 0,8 16 0,-3-9 0,1-2 0,1 1 0,1-2 0,21 24 0,-31-39-85,-1 0 0,1 0-1,0-1 1,1 1 0,-1-1-1,0 0 1,1 0 0,0-1-1,0 1 1,0-1 0,0 0-1,0 0 1,0-1 0,0 0-1,10 2 1,-3-3-6741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24575,'-7'-6'0,"-1"-2"0,0 1 0,0 1 0,0 0 0,-1 0 0,0 0 0,0 1 0,-14-5 0,22 10 0,0-1 0,0 1 0,0 0 0,0-1 0,0 1 0,0 0 0,0 0 0,0 0 0,0 0 0,0 0 0,0 0 0,0 0 0,0 0 0,0 0 0,0 1 0,0-1 0,0 0 0,0 1 0,0-1 0,1 0 0,-1 1 0,0-1 0,0 1 0,0 0 0,0 0 0,-1 0 0,1 1 0,0-1 0,1 1 0,-1 0 0,0-1 0,0 1 0,1 0 0,-1 0 0,1-1 0,-1 1 0,1 0 0,0 3 0,-1 4 0,2 0 0,-1 0 0,1 0 0,4 14 0,1-4 0,1 0 0,1-1 0,1 0 0,0 0 0,22 28 0,-14-19 0,16 32 0,-32-58 0,0 1 0,0-1 0,-1 1 0,1-1 0,-1 1 0,1-1 0,-1 1 0,0 0 0,0-1 0,1 1 0,-1-1 0,0 1 0,0 0 0,-1-1 0,1 1 0,0 0 0,0-1 0,-1 1 0,1-1 0,-2 3 0,1-2 0,0 0 0,-1-1 0,1 1 0,-1-1 0,1 0 0,-1 1 0,1-1 0,-1 0 0,0 0 0,0 0 0,0 0 0,1 0 0,-1 0 0,0-1 0,0 1 0,-3 0 0,-6 1-186,0-1-1,-1 0 1,-20 0 0,25-1-434,-12-1-6206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24575,'5'3'0,"2"3"0,-1 3 0,-1 5 0,-1 3 0,-2 0 0,-1-1-8191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24575,'3'10'0,"0"6"0,0 3 0,3 0 0,1 3 0,1-1 0,1-1 0,1-1 0,2-2 0,-1-1 0,0-1 0,-2-2-8191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24575,'1'2'0,"1"0"0,-1 0 0,0 0 0,1 0 0,-1 0 0,1 0 0,-1 0 0,1-1 0,0 1 0,0 0 0,-1-1 0,4 2 0,2 3 0,10 10 0,1 0 0,21 13 0,-30-24 0,-1 0 0,1 0 0,0-1 0,0 0 0,0-1 0,0 1 0,18 2 0,-25-6 0,-1 1 0,1-1 0,0 0 0,0 0 0,-1 0 0,1 0 0,0-1 0,0 1 0,-1 0 0,1-1 0,0 1 0,0-1 0,-1 1 0,1-1 0,-1 0 0,1 0 0,-1 0 0,1 0 0,-1 0 0,1 0 0,-1 0 0,0 0 0,0-1 0,0 1 0,1 0 0,-1-1 0,1-1 0,1-3 0,-1 1 0,0-1 0,1 0 0,-2 0 0,1 0 0,0-8 0,-1 12 0,-1 1 0,0 0 0,0-1 0,1 1 0,-1-1 0,1 1 0,-1 0 0,1 0 0,0-1 0,0 1 0,-1 0 0,2-2 0,-1 3 0,-1 0 0,1-1 0,-1 1 0,1 0 0,-1-1 0,1 1 0,-1 0 0,1-1 0,0 1 0,-1 0 0,1 0 0,-1 0 0,1 0 0,0 0 0,-1 0 0,1 0 0,-1 0 0,1 0 0,0 0 0,0 0 0,1 1 0,1 0 0,-1 0 0,0 0 0,0 0 0,0 0 0,0 0 0,0 1 0,0-1 0,0 1 0,-1 0 0,1-1 0,2 5 0,32 43-1365,-29-38-5461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445 413 24575,'-158'-199'0,"117"153"0,-3 1 0,-50-40 0,86 78 0,2 2 0,1 0 0,-1 1 0,0 0 0,-9-5 0,14 9 0,-1-1 0,1 0 0,0 1 0,0 0 0,0-1 0,0 1 0,0 0 0,-1 0 0,1-1 0,0 1 0,0 0 0,0 0 0,-1 0 0,1 1 0,0-1 0,0 0 0,0 0 0,0 1 0,-1-1 0,1 0 0,0 1 0,0-1 0,0 1 0,0 0 0,0-1 0,0 1 0,0 0 0,0 0 0,0-1 0,0 1 0,1 0 0,-2 2 0,-2 2 0,1 0 0,1 1 0,-1-1 0,1 1 0,0 0 0,0 0 0,1 0 0,0 0 0,-1 9 0,0 8 0,2 26 0,0-46 0,2 29 0,2 1 0,1-1 0,1 1 0,2-1 0,1-1 0,1 0 0,19 37 0,4-2 0,3-1 0,48 66 0,-4-23 0,-40-57 0,-3 1 0,34 64 0,-69-111 0,13 27 0,-15-30 0,1-1 0,-1 0 0,0 0 0,1 1 0,-1-1 0,0 0 0,0 1 0,0-1 0,1 0 0,-2 1 0,1-1 0,0 1 0,0-1 0,0 0 0,-1 1 0,1-1 0,0 0 0,-1 0 0,1 1 0,-1-1 0,0 1 0,0-1 0,1-1 0,-1 0 0,1 0 0,-1 1 0,1-1 0,-1 0 0,1 0 0,-1 1 0,1-1 0,-1 0 0,1 0 0,-1 0 0,1 0 0,-1 0 0,1 0 0,-1 0 0,0 0 0,1 0 0,-1 0 0,1 0 0,-1 0 0,1 0 0,-1-1 0,1 1 0,-1 0 0,1 0 0,-1-1 0,1 1 0,-1 0 0,1 0 0,0-1 0,-1 1 0,1-1 0,-1 1 0,1 0 0,0-1 0,-1 0 0,-13-17 0,10 12-124,1-1 0,0 0 0,0 0 0,1 0 0,0-1 0,0 1-1,0 0 1,1-1 0,1 1 0,-1-10 0,0 1-6702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74 24575,'-21'-13'0,"-8"-3"0,-2 0 0,-1 3 0,2 4 0,5 3 0,3 6 0,3 2 0,2 3 0,2 2 0,1-1 0,2 0 0,1 1 0,0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138 256 24575,'1'3'0,"0"0"0,0 0 0,0 0 0,0 0 0,0 0 0,0 0 0,0 7 0,-1-10 0,0 1 0,0-1 0,0 1 0,-1-1 0,1 0 0,0 1 0,0-1 0,0 1 0,0-1 0,0 1 0,0-1 0,-1 0 0,1 1 0,0-1 0,0 1 0,-1-1 0,1 0 0,0 1 0,-1-1 0,1 0 0,0 1 0,-1-1 0,0 1 0,1-1 0,-1 0 0,0 0 0,0 0 0,0 0 0,0 0 0,0 0 0,0 0 0,1 0 0,-1 0 0,0 0 0,0 0 0,0-1 0,0 1 0,0 0 0,1-1 0,-1 1 0,-1-1 0,-9-6 0,0-1 0,0 0 0,1 0 0,0-1 0,1-1 0,0 1 0,1-1 0,-12-17 0,16 20 0,1 0 0,0 1 0,0-1 0,1 0 0,-1 0 0,1-1 0,1 1 0,0 0 0,0-1 0,0 1 0,1-1 0,0 1 0,0-1 0,3-11 0,-3 18 0,0 0 0,0 0 0,0-1 0,1 1 0,-1 0 0,0 0 0,1 0 0,-1-1 0,1 1 0,-1 0 0,1 0 0,0 0 0,-1 0 0,1 0 0,0 0 0,1-2 0,-1 3 0,0 0 0,0-1 0,0 1 0,0 0 0,-1-1 0,1 1 0,0 0 0,0 0 0,0-1 0,0 1 0,0 0 0,0 0 0,0 0 0,-1 0 0,1 0 0,0 1 0,2-1 0,1 2 0,0-1 0,0 1 0,0 0 0,-1 0 0,1 1 0,0-1 0,-1 1 0,4 3 0,9 7 0,0 0 0,1 0 0,0-2 0,1 0 0,25 11 0,-32-18 0,-1 0 0,1 0 0,-1-1 0,1 0 0,0-1 0,0-1 0,1 1 0,-1-2 0,0 0 0,0 0 0,19-3 0,-27 2 0,1 1 0,0-1 0,-1-1 0,1 1 0,-1 0 0,1-1 0,-1 0 0,0 1 0,0-1 0,0-1 0,0 1 0,0 0 0,0-1 0,0 1 0,-1-1 0,4-5 0,-3 4 0,-1-1 0,0 1 0,1-1 0,-2 0 0,1 0 0,-1 0 0,1 0 0,-1 0 0,-1 0 0,1 0 0,-1-8 0,1 5 0,-1-1 0,0 0 0,-2-14 0,2 22 0,0-1 0,0 1 0,0 0 0,-1-1 0,1 1 0,0-1 0,-1 1 0,0 0 0,1-1 0,-1 1 0,0 0 0,1 0 0,-1-1 0,0 1 0,0 0 0,0 0 0,0 0 0,0 0 0,0 0 0,0 0 0,-1 0 0,-1-1 0,2 2 0,0 0 0,0 0 0,1 0 0,-1 0 0,0 0 0,0 0 0,0 0 0,0 0 0,1 1 0,-1-1 0,0 0 0,0 0 0,0 1 0,1-1 0,-1 0 0,0 1 0,1-1 0,-1 1 0,0-1 0,1 1 0,-1-1 0,0 1 0,1 0 0,-1-1 0,1 1 0,-1 0 0,1-1 0,-1 1 0,1 0 0,0 0 0,-1 0 0,-10 28 0,10-27 0,0 4 0,-1 1 0,1-1 0,0 1 0,1 0 0,0 0 0,0-1 0,0 1 0,1 0 0,0-1 0,0 1 0,1-1 0,0 1 0,0-1 0,0 0 0,1 1 0,0-1 0,0-1 0,6 10 0,0-2 0,1-1 0,0-1 0,1 1 0,0-2 0,1 1 0,0-2 0,13 9 0,-16-13 0,-1 0 0,1-1 0,0 0 0,0-1 0,1 0 0,-1-1 0,1 0 0,-1 0 0,1-1 0,0 0 0,0 0 0,-1-1 0,1-1 0,10-1 0,-15 1-114,-1 0 1,1-1-1,0 0 0,-1 1 0,1-1 1,-1-1-1,1 1 0,-1-1 0,0 0 1,0 0-1,5-4 0,3-5-6712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40 24575,'-23'-10'0,"-35"-11"0,51 19 0,0 0 0,0 0 0,-1 1 0,1 0 0,-1 1 0,1-1 0,-1 1 0,1 1 0,-10 1 0,14-2 0,1 1 0,0 0 0,0-1 0,-1 1 0,1 0 0,0 0 0,0 0 0,0 0 0,0 0 0,0 1 0,0-1 0,0 1 0,0-1 0,1 1 0,-1 0 0,0 0 0,1-1 0,-2 4 0,2-2 0,0 0 0,0-1 0,0 1 0,0 0 0,0 0 0,1 0 0,-1 0 0,1 0 0,0 1 0,0-1 0,0 0 0,1 4 0,2 6 0,0-1 0,1 0 0,1 0 0,-1 0 0,11 17 0,-7-14 0,1 0 0,1-1 0,0 0 0,1 0 0,1-1 0,17 15 0,-23-22 0,0-2 0,0 1 0,0-1 0,1 1 0,-1-2 0,1 1 0,0-1 0,0 0 0,0 0 0,1-1 0,-1 0 0,0-1 0,1 1 0,0-1 0,-1-1 0,15 0 0,-20 0 0,-1 0 0,1 0 0,0-1 0,0 1 0,0-1 0,0 0 0,0 1 0,-1-1 0,1 0 0,0 0 0,-1 0 0,1 0 0,-1 0 0,1-1 0,-1 1 0,1 0 0,-1-1 0,2-1 0,-2 0 0,1 0 0,-1 0 0,1 0 0,-1 0 0,0 0 0,0 0 0,0 0 0,-1-1 0,1-5 0,0-2 0,-2 1 0,1 0 0,-1 0 0,-1 0 0,-5-20 0,6 28 0,1 0 0,-1 0 0,0 0 0,0 0 0,0 0 0,0 0 0,-1 0 0,1 0 0,0 0 0,-1 0 0,-2-2 0,4 4 0,-1 0 0,1 0 0,0-1 0,0 1 0,-1 0 0,1 0 0,0 0 0,-1 0 0,1 0 0,0 0 0,0 0 0,-1-1 0,1 1 0,0 0 0,-1 0 0,1 0 0,0 0 0,-1 0 0,1 0 0,0 1 0,-1-1 0,1 0 0,0 0 0,-1 0 0,1 0 0,0 0 0,0 0 0,-1 0 0,1 1 0,-1-1 0,1 1 0,-1 0 0,0 0 0,0 0 0,1 1 0,-1-1 0,0 0 0,1 0 0,0 1 0,-1-1 0,1 0 0,0 0 0,-1 2 0,-2 22 0,1 0 0,1-1 0,2 27 0,0-8 0,0-7 0,2 1 0,1-1 0,11 43 0,-9-54 0,2 1 0,1-1 0,1 0 0,1-1 0,15 26 0,-17-39 120,-9-10-165,0-1 0,0 0 0,0 1 0,0-1 0,1 0 0,-1 1 0,0-1 0,0 0 0,1 0 0,-1 1 0,0-1 0,0 0 0,1 0 0,-1 1 0,0-1 0,0 0 0,1 0 0,-1 0 0,0 0 0,1 0 0,-1 1 0,0-1 0,1 0 0,-1 0 0,0 0 0,1 0 0,-1 0 0,1 0 0,-1 0 0,0 0 0,1 0 0,0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24575,'20'-22'0,"6"-8"-8191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272 575 24575,'-31'-20'0,"6"2"0,-2 2 0,0 1 0,-1 0 0,-48-16 0,73 30 0,-1 0 0,0 0 0,1 0 0,-1 1 0,0-1 0,0 1 0,0 0 0,-3 1 0,6-1 0,0 0 0,0 0 0,0 1 0,0-1 0,0 0 0,0 1 0,0-1 0,0 1 0,0-1 0,0 1 0,0-1 0,1 1 0,-1 0 0,0-1 0,1 1 0,-1 0 0,0 0 0,1 0 0,-1 0 0,1-1 0,-1 1 0,1 0 0,-1 0 0,1 0 0,0 0 0,-1 0 0,1 0 0,0 0 0,0 0 0,0 0 0,0 0 0,0 0 0,0 0 0,0 1 0,1 5 0,-1 0 0,2-1 0,-1 1 0,1-1 0,0 0 0,0 0 0,1 0 0,-1 0 0,1 0 0,5 6 0,-1-1 0,0-1 0,1 0 0,0 0 0,14 11 0,-16-16 0,-1-1 0,2 1 0,-1-1 0,0-1 0,1 1 0,0-1 0,0 0 0,0-1 0,0 1 0,0-1 0,0-1 0,1 1 0,-1-1 0,0-1 0,9 0 0,-11 0 0,0 0 0,0-1 0,-1 1 0,1-1 0,0 0 0,0-1 0,-1 1 0,1-1 0,-1 0 0,1 0 0,-1-1 0,0 1 0,0-1 0,0 0 0,0 0 0,-1 0 0,1-1 0,-1 1 0,0-1 0,1 0 0,-2 0 0,1 0 0,3-7 0,-1 0 0,-2 1 0,0-1 0,0 1 0,0-1 0,-2 0 0,1 0 0,-2 0 0,1 0 0,-1-1 0,-1 1 0,0 0 0,-5-19 0,-3-10 0,-3 1 0,-17-39 0,29 77 0,-29-67 0,-3 2 0,-43-66 0,65 120 0,10 12 0,0 0 0,0 0 0,-1 0 0,1 0 0,0 0 0,0 0 0,0 0 0,0 0 0,0 0 0,0 0 0,-1 0 0,1 0 0,0 0 0,0 0 0,0 0 0,0 0 0,0 0 0,-1 0 0,1 0 0,0 0 0,0 0 0,0 0 0,0 0 0,0 0 0,0 0 0,-1 0 0,1 0 0,0 0 0,0 0 0,0 0 0,0 1 0,0-1 0,0 0 0,0 0 0,0 0 0,-1 0 0,1 0 0,0 0 0,0 0 0,0 1 0,0-1 0,0 0 0,0 0 0,0 0 0,0 0 0,0 1 0,0 1 0,-1 1 0,1 0 0,0 0 0,0 0 0,0 0 0,1 0 0,0 4 0,11 46 0,37 96 0,39 45 0,-41-113 131,-13-24-1627,-23-38-5330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84 24575,'3'-2'0,"10"-11"0,1 2 0,1-1 0,-1 2 0,26-14 0,-36 22 0,0 1 0,1-1 0,-1 0 0,0 1 0,1 0 0,0 0 0,-1 0 0,1 1 0,-1-1 0,1 1 0,0 0 0,-1 1 0,1-1 0,0 1 0,-1 0 0,1 0 0,-1 0 0,1 1 0,-1-1 0,0 1 0,0 0 0,1 0 0,2 3 0,5 4 0,-1 0 0,0 1 0,-1 0 0,0 0 0,0 1 0,11 19 0,-4-5 0,-2 1 0,12 30 0,-25-52 0,0 0 0,-1 0 0,1 0 0,-1 0 0,0 0 0,0 0 0,-1 0 0,1 0 0,-1 0 0,0 0 0,-1 6 0,1-8 0,-1 0 0,1 0 0,-1 0 0,0-1 0,1 1 0,-1 0 0,0-1 0,0 1 0,-1 0 0,1-1 0,0 1 0,0-1 0,-1 0 0,1 1 0,-1-1 0,1 0 0,-1 0 0,1 0 0,-1 0 0,0 0 0,0 0 0,1-1 0,-1 1 0,0 0 0,0-1 0,-2 1 0,-3 0 0,0 0 0,0-1 0,1 0 0,-1 0 0,0 0 0,0-1 0,0 0 0,1 0 0,-1-1 0,1 0 0,-1 0 0,-6-3 0,-11-6 0,-38-24 0,57 32 0,-34-23 0,1-1 0,-50-47 0,82 68 0,-1-1 0,1 1 0,1-1 0,-1 0 0,-6-12 0,11 17 0,0 1 0,1-1 0,-1 0 0,0 1 0,1-1 0,-1 0 0,1 1 0,0-1 0,0 0 0,-1 0 0,1 1 0,0-1 0,1 0 0,-1-3 0,1 4 0,-1 0 0,1-1 0,0 1 0,-1 0 0,1 0 0,0 0 0,0-1 0,0 1 0,0 0 0,0 0 0,0 0 0,0 0 0,0 1 0,1-1 0,-1 0 0,0 0 0,0 1 0,1-1 0,-1 1 0,3-1 0,4-1 10,-1 0 0,1 1 0,-1 0 0,1 1 0,-1-1 0,1 1 0,-1 1 0,1 0 0,-1 0 0,1 0 0,7 3 0,0 1-307,0 0 0,-1 0 0,0 2 0,19 10 0,-15-6-6529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24575,'28'36'0,"-1"1"0,2-2 0,1-1 0,36 31 0,-62-61 0,1-1 0,-1 1 0,1-1 0,-1-1 0,1 1 0,0-1 0,0 0 0,1 0 0,-1 0 0,6 1 0,-9-3 0,0 0 0,0 0 0,0 1 0,0-1 0,0-1 0,0 1 0,0 0 0,0 0 0,0-1 0,0 1 0,0-1 0,0 0 0,0 0 0,0 0 0,0 0 0,-1 0 0,1 0 0,0 0 0,-1 0 0,1 0 0,-1-1 0,1 1 0,-1-1 0,0 1 0,1-1 0,-1 0 0,0 1 0,0-1 0,1-3 0,2-5 0,0 0 0,-1 0 0,0 0 0,-1 0 0,0 0 0,0-1 0,-1 1 0,-1 0 0,1-1 0,-2 1 0,0-1 0,0 1 0,-1 0 0,-4-18 0,11 47 0,1-1 0,11 20 0,-7-23 0,0 0 0,1 0 0,1-1 0,1 0 0,21 17 0,-31-28 0,0-1 0,0 0 0,0 0 0,1 0 0,-1 0 0,1-1 0,-1 1 0,1-1 0,0 0 0,-1 0 0,1 0 0,0-1 0,0 1 0,0-1 0,0 0 0,5 0 0,-7-1 0,0 1 0,1-1 0,-1 1 0,0-1 0,0 0 0,0 0 0,0 0 0,0 0 0,0 0 0,0 0 0,0 0 0,0-1 0,-1 1 0,1-1 0,0 1 0,-1-1 0,1 0 0,-1 0 0,0 1 0,0-1 0,0 0 0,0 0 0,0 0 0,0 0 0,0-1 0,0 1 0,-1 0 0,1 0 0,-1-3 0,1-4 0,0-1 0,-2-17 0,1 20 0,-1 0 0,1-1 0,1 1 0,-1-1 0,3-8 0,-3 16 0,0 0 0,0-1 0,0 1 0,0 0 0,0-1 0,0 1 0,0 0 0,0 0 0,1-1 0,-1 1 0,0 0 0,0-1 0,0 1 0,0 0 0,1 0 0,-1 0 0,0-1 0,0 1 0,1 0 0,-1 0 0,0 0 0,0-1 0,1 1 0,-1 0 0,0 0 0,0 0 0,1 0 0,-1 0 0,0 0 0,1 0 0,-1 0 0,0 0 0,0 0 0,1 0 0,-1 0 0,12 6 0,7 16 0,40 50-1365,-49-62-5461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66 24575,'-29'-13'0,"5"2"0,0 1 0,0 2 0,-1 0 0,-36-6 0,59 14 0,0-1 0,0 1 0,0 0 0,0 0 0,0 0 0,-1 0 0,1 0 0,0 1 0,0-1 0,0 1 0,0-1 0,0 1 0,0 0 0,0 0 0,0 0 0,0 0 0,0 0 0,0 0 0,0 0 0,-2 3 0,3-2 0,-1 0 0,1 1 0,0-1 0,0 0 0,0 0 0,0 1 0,0-1 0,0 1 0,1-1 0,-1 0 0,1 1 0,0-1 0,0 1 0,-1-1 0,2 1 0,-1-1 0,1 5 0,0 0 0,1-1 0,0 1 0,0-1 0,1 0 0,0 1 0,0-1 0,0-1 0,8 11 0,-3-5 0,1 0 0,1-1 0,13 12 0,-18-18 0,0 0 0,0-1 0,0 0 0,1 0 0,-1 0 0,1-1 0,-1 0 0,1 0 0,0 0 0,0-1 0,0 0 0,0 0 0,0 0 0,8-1 0,-11 0 0,0 0 0,0 0 0,0-1 0,0 1 0,0-1 0,0 0 0,0 0 0,0 0 0,0 0 0,-1 0 0,1-1 0,0 1 0,-1-1 0,1 0 0,-1 0 0,0 0 0,0 0 0,0 0 0,0 0 0,0 0 0,0-1 0,0 1 0,-1-1 0,1 0 0,-1 1 0,0-1 0,1 0 0,-1 0 0,-1 1 0,2-6 0,0-4 0,-1 1 0,-1-1 0,1 1 0,-3-13 0,5 36 0,0-1 0,6 14 0,3 9 0,-1 5-1365,-8-23-5461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24575,'23'30'0,"7"12"0,1 0 0,-4-6 0,-8-5 0,-8-9 0,-8-8-8191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24575,'3'-8'0,"0"1"0,0 3 0,0 8 0,-2 5 0,-2 4 0,-2 3 0,0 0 0,1-2-8191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24575,'26'25'0,"-1"2"0,-2 1 0,26 39 0,-48-65 0,0 0 0,0-1 0,0 1 0,0 0 0,1-1 0,-1 1 0,1 0 0,-1-1 0,1 0 0,0 1 0,-1-1 0,1 0 0,0 0 0,3 2 0,-4-3 0,0 0 0,0 0 0,0-1 0,1 1 0,-1 0 0,0 0 0,0 0 0,0-1 0,0 1 0,0-1 0,0 1 0,0-1 0,0 1 0,0-1 0,0 0 0,0 1 0,0-1 0,0 0 0,0 0 0,0 0 0,-1 1 0,1-1 0,0 0 0,-1 0 0,1 0 0,0 0 0,0-2 0,3-4 0,-1-1 0,1 1 0,-1-1 0,0 0 0,-1-1 0,2-10 0,-2 9 0,1-1 0,0 1 0,5-12 0,-7 21 0,-1 0 0,1-1 0,0 1 0,0-1 0,0 1 0,0 0 0,0 0 0,0 0 0,0 0 0,0-1 0,1 1 0,-1 1 0,0-1 0,1 0 0,-1 0 0,0 0 0,1 1 0,2-2 0,-1 2 0,-1-1 0,1 1 0,0 0 0,0 0 0,0 0 0,-1 0 0,1 0 0,0 1 0,5 1 0,1 1 0,-1 0 0,0 1 0,1-1 0,-1 2 0,10 7 0,23 19 0,-2 3 0,44 48 0,-25-24 0,-47-46-1365,-3-3-5461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651 16 24575,'12'4'0,"-16"-3"0,-21-2 0,23 1 0,-60-3 0,-361-13 0,290 16-1365,119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793 33 24575,'-224'8'0,"-5"-1"0,206-7 0,-124-4 0,125 2 0,-1-1 0,0-1 0,1-1 0,-29-10 0,34 8-1365,6-1-5461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24575,'7'16'0,"-1"0"0,2-1 0,0 0 0,1-1 0,1 1 0,0-1 0,0-1 0,2 0 0,-1-1 0,18 14 0,12 7 0,89 53 0,-8-23 0,-3 0 0,-116-62 0,0 1 0,-1 0 0,1 0 0,-1 0 0,1 0 0,-1 0 0,0 0 0,3 4 0,-5-5 0,0-1 0,1 1 0,-1-1 0,0 1 0,0-1 0,0 0 0,0 1 0,1-1 0,-1 1 0,0-1 0,0 1 0,0-1 0,0 1 0,0-1 0,0 1 0,0-1 0,0 1 0,0-1 0,-1 1 0,1-1 0,0 1 0,0 0 0,-1 0 0,0 0 0,0-1 0,1 1 0,-1 0 0,0-1 0,0 1 0,0 0 0,0-1 0,0 1 0,0-1 0,0 1 0,0-1 0,0 1 0,-1-1 0,-28 8 0,0-2 0,-39 3 0,-26 5 0,63-8-682,-46 17-1,56-14-6143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14 24575,'-1'-1'0,"-1"-1"0,0 1 0,0 0 0,0-1 0,0 1 0,0 0 0,0 0 0,0 1 0,-1-1 0,1 0 0,0 1 0,0-1 0,-1 1 0,1 0 0,0 0 0,-4 0 0,-4 0 0,0 1 0,-15 4 0,6-2 0,-10 0 0,19-2 0,1 0 0,-1 1 0,-11 2 0,17-2 0,1-1 0,-1 1 0,0 0 0,1 0 0,-1 0 0,1 0 0,0 0 0,0 1 0,0 0 0,0-1 0,-3 5 0,2-2 0,1 0 0,0 0 0,0 0 0,0 1 0,1-1 0,0 1 0,0 0 0,0-1 0,1 1 0,0 0 0,-1 9 0,1-4 0,1 1 0,0-1 0,0 1 0,2-1 0,2 13 0,-3-18 0,1-1 0,1 0 0,-1 1 0,1-1 0,0 0 0,0 0 0,0 0 0,1-1 0,-1 1 0,1-1 0,0 0 0,1 0 0,-1 0 0,1 0 0,0-1 0,0 0 0,0 0 0,8 4 0,-1-2 0,1 0 0,0 0 0,0-1 0,0 0 0,0-1 0,26 2 0,53-5-764,-84 0 163,6 0-6225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 24575,'11'8'0,"46"41"0,-52-43 0,1 0 0,-1 0 0,-1 0 0,1 0 0,-1 1 0,0 0 0,4 9 0,-7-15 0,-1 0 0,1 1 0,-1-1 0,1 0 0,-1 0 0,1 0 0,-1 0 0,0 1 0,0-1 0,1 0 0,-1 0 0,0 1 0,0-1 0,0 0 0,-1 0 0,1 1 0,0-1 0,0 0 0,-1 0 0,1 0 0,0 1 0,-1-1 0,1 0 0,-1 0 0,0 0 0,1 0 0,-1 0 0,0 0 0,0 0 0,0 0 0,1 0 0,-1 0 0,0-1 0,0 1 0,0 0 0,0 0 0,-1-1 0,1 1 0,0-1 0,0 1 0,0-1 0,0 0 0,-1 1 0,1-1 0,-2 0 0,-3 1 0,0 0 0,-1-1 0,1 0 0,-1 0 0,1 0 0,0-1 0,-12-2 0,-6-3 0,0-1 0,0-1 0,1-1 0,-25-14 0,47 23 0,0-1 0,0 1 0,0-1 0,0 1 0,0-1 0,0 1 0,0-1 0,0 0 0,0 0 0,0 0 0,0 1 0,1-1 0,-1 0 0,0 0 0,1 0 0,-1 0 0,0 0 0,1 0 0,-1-1 0,1 1 0,0 0 0,-1 0 0,1 0 0,0 0 0,0 0 0,0-1 0,0 1 0,0 0 0,0 0 0,0-2 0,1 1 0,0 0 0,0 0 0,0 0 0,0 1 0,0-1 0,1 0 0,-1 1 0,1-1 0,-1 1 0,1 0 0,0-1 0,-1 1 0,1 0 0,0 0 0,0 0 0,3-1 0,25-10-1365,-16 7-5461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24575,'24'28'0,"-7"-5"0,1-2 0,2 0 0,0-1 0,24 19 0,-41-37 0,0 0 0,0 0 0,-1 0 0,1-1 0,0 1 0,1-1 0,-1 1 0,0-1 0,6 1 0,-7-2 0,-1 0 0,1 0 0,-1 0 0,1-1 0,-1 1 0,1-1 0,-1 1 0,1-1 0,-1 1 0,0-1 0,1 0 0,-1 1 0,0-1 0,0 0 0,1 0 0,-1 0 0,0 0 0,0 0 0,0 0 0,0-1 0,0 1 0,0 0 0,-1 0 0,2-2 0,2-5 0,0 0 0,-1 0 0,0 0 0,0-1 0,0 1 0,-1-1 0,-1 0 0,0 1 0,1-18 0,-1 9 0,-1 16 0,0 1 0,0-1 0,0 0 0,0 0 0,0 1 0,1-1 0,-1 0 0,0 1 0,0-1 0,0 1 0,1-1 0,-1 0 0,0 1 0,1-1 0,-1 1 0,0-1 0,1 0 0,-1 1 0,1-1 0,0 0 0,0 1 0,-1 0 0,1 0 0,-1 0 0,1 0 0,-1 0 0,1 0 0,-1 0 0,1 0 0,-1 0 0,1 0 0,-1 0 0,1 0 0,-1 0 0,1 1 0,-1-1 0,1 0 0,-1 0 0,0 0 0,1 1 0,-1-1 0,1 1 0,3 2 0,0 1 0,0-1 0,6 9 0,-8-9 0,24 30-123,21 40 0,-31-47-996,-7-12-5707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24575,'17'19'0,"19"27"0,7 8 0,-32-42 0,0-1 0,1 0 0,0 0 0,15 10 0,-24-19 0,0 0 0,0 0 0,0-1 0,0 1 0,1-1 0,-1 1 0,1-1 0,-1 0 0,0 0 0,1-1 0,0 1 0,-1-1 0,1 0 0,-1 0 0,1 0 0,-1 0 0,1 0 0,0-1 0,-1 0 0,1 1 0,-1-1 0,0-1 0,1 1 0,5-4 0,-6 4 0,-1-2 0,0 1 0,0 0 0,0 0 0,-1-1 0,1 1 0,0-1 0,-1 1 0,0-1 0,1 0 0,-1 1 0,0-1 0,0 0 0,-1 0 0,1 0 0,-1 0 0,1 0 0,-1 0 0,0-5 0,0-5 0,-1-1 0,-4-25 0,4 26 0,-2 1 0,1 0 0,-2-1 0,1 1 0,-2 0 0,-11-22 0,16 34-34,0-1 0,-1 0 0,1 1 0,0-1 0,-1 0-1,1 1 1,-1-1 0,1 1 0,-1-1 0,0 0 0,1 1 0,-1-1 0,1 1-1,-1 0 1,0-1 0,0 1 0,1 0 0,-1-1 0,0 1 0,0 0-1,1 0 1,-1-1 0,0 1 0,0 0 0,1 0 0,-1 0 0,0 0 0,0 0-1,0 0 1,1 0 0,-1 1 0,0-1 0,0 0 0,1 0 0,-1 1 0,0-1-1,0 0 1,1 1 0,-2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2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89 24575,'-12'-16'0,"6"7"0,0 1 0,0 0 0,-1 1 0,0-1 0,-1 1 0,1 0 0,-15-8 0,22 14 0,-1 1 0,1-1 0,-1 1 0,1 0 0,-1 0 0,0-1 0,1 1 0,-1 0 0,0 0 0,1 0 0,-1 0 0,0-1 0,1 1 0,-1 0 0,0 0 0,1 0 0,-1 1 0,0-1 0,1 0 0,-1 0 0,1 0 0,-1 0 0,0 1 0,1-1 0,-1 0 0,0 1 0,0 0 0,0 0 0,0 0 0,1 0 0,-1 0 0,0 0 0,1 0 0,-1 0 0,1 0 0,-1 0 0,1 0 0,0 0 0,0 0 0,-1 3 0,0 2 0,1 1 0,0-1 0,0 1 0,2 6 0,0 3 0,2 0 0,0-1 0,9 25 0,-9-31 0,0 1 0,1-1 0,0 0 0,1 0 0,0-1 0,11 13 0,-14-18 0,-1 0 0,1-1 0,0 0 0,0 1 0,0-1 0,0-1 0,0 1 0,0 0 0,1-1 0,-1 1 0,1-1 0,-1 0 0,1 0 0,-1 0 0,1-1 0,0 1 0,-1-1 0,1 0 0,6-1 0,-6 1 0,0-1 0,0 0 0,0-1 0,0 1 0,-1-1 0,1 1 0,0-1 0,-1 0 0,1 0 0,-1-1 0,0 1 0,1-1 0,-1 0 0,0 0 0,-1 0 0,1 0 0,2-4 0,0 0 12,-1-1 0,0 1 0,0-1 0,-1 1 0,0-1 0,0 0 0,-1 0 0,0-1 0,1-11 0,-2 16-86,-1-1-1,0 1 1,0 0 0,0-1 0,0 1-1,-1 0 1,0-1 0,0 1 0,0 0-1,0 0 1,-1 0 0,1 0 0,-1 0-1,0 0 1,-1 0 0,1 0 0,-1 1-1,1-1 1,-6-4 0,-4-2-6752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223 623 24575,'4'-26'0,"-1"-1"0,-2 1 0,0-1 0,-2 1 0,-1-1 0,-1 1 0,-1-1 0,-1 1 0,-1 0 0,-2 1 0,-1 0 0,0 0 0,-19-34 0,-8-2 0,-72-95 0,107 156 0,1-1 0,0 1 0,-1-1 0,1 1 0,-1-1 0,1 1 0,0-1 0,-1 1 0,1-1 0,-1 1 0,0-1 0,1 1 0,-1 0 0,1-1 0,-1 1 0,1 0 0,-2-1 0,2 1 0,-1 1 0,1-1 0,0 0 0,0 1 0,0-1 0,-1 0 0,1 0 0,0 1 0,0-1 0,0 0 0,0 1 0,0-1 0,0 0 0,0 1 0,0-1 0,0 1 0,0-1 0,0 0 0,0 1 0,0-1 0,0 0 0,0 1 0,0-1 0,7 32 0,-5-27 0,14 55 0,46 110 0,-47-138 0,1-1 0,2 0 0,0-1 0,45 52 0,-53-71 0,0 0 0,1-1 0,14 9 0,-20-15 0,1 0 0,0-1 0,0 1 0,0-1 0,0-1 0,0 1 0,1-1 0,-1 0 0,9 1 0,-12-3 0,0 0 0,1-1 0,-1 1 0,0-1 0,0 1 0,1-1 0,-1 0 0,0 0 0,0-1 0,0 1 0,0 0 0,0-1 0,0 0 0,-1 0 0,1 0 0,0 0 0,-1 0 0,0 0 0,1-1 0,-1 1 0,0-1 0,0 0 0,1-3 0,2-1 0,0 0 0,-1-1 0,0 0 0,-1 0 0,0 0 0,0 0 0,2-16 0,-3 10 0,1-27 0,-3 38 0,0-1 0,0 1 0,0 0 0,-1-1 0,1 1 0,-1 0 0,0-1 0,0 1 0,0 0 0,0 0 0,-1 0 0,1 0 0,-1 0 0,-2-3 0,4 6 0,0 0 0,0 0 0,-1-1 0,1 1 0,0 0 0,0 0 0,-1-1 0,1 1 0,0 0 0,0 0 0,-1 0 0,1 0 0,0-1 0,-1 1 0,1 0 0,0 0 0,0 0 0,-1 0 0,1 0 0,0 0 0,-1 0 0,1 0 0,0 0 0,-1 0 0,1 0 0,0 0 0,-1 0 0,1 0 0,0 0 0,-1 0 0,-5 9 0,2 15 0,3-2 0,2 31 0,-1-45 0,1-1 0,1 1 0,-1-1 0,1 0 0,0 0 0,1 0 0,-1 0 0,5 7 0,-6-12 0,0-1 0,0 1 0,0-1 0,1 0 0,-1 1 0,0-1 0,0 0 0,1 0 0,-1 0 0,1 0 0,-1 0 0,1 0 0,-1 0 0,1-1 0,0 1 0,-1 0 0,1-1 0,0 0 0,0 1 0,-1-1 0,1 0 0,0 0 0,0 0 0,-1 0 0,1 0 0,0 0 0,0 0 0,-1-1 0,1 1 0,0-1 0,0 1 0,1-2 0,7-2 0,1 0 0,-1-2 0,-1 1 0,11-8 0,-4 3 0,11-7 0,-14 8 0,24-12 0,-32 19 0,-1 0 0,1 0 0,0 1 0,0-1 0,0 1 0,0 0 0,1 1 0,-1-1 0,6 1 0,-10 0-54,0 0-1,1 0 0,-1 0 1,0 1-1,0-1 1,0 0-1,1 1 0,-1-1 1,0 1-1,0-1 1,0 1-1,0-1 0,0 1 1,0 0-1,0 0 0,0-1 1,0 1-1,0 0 1,0 0-1,0 0 0,0 0 1,-1 0-1,1 0 1,1 2-1,1 7-6771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24575,'1'-1'0,"0"0"0,0-1 0,0 1 0,0-1 0,0 1 0,1 0 0,-1 0 0,0 0 0,1 0 0,-1 0 0,1 0 0,-1 0 0,1 0 0,-1 1 0,1-1 0,0 1 0,-1-1 0,1 1 0,0-1 0,-1 1 0,4 0 0,-2 0 0,-1 1 0,0-1 0,0 1 0,1 0 0,-1 0 0,0 0 0,0 0 0,0 0 0,0 1 0,0-1 0,0 1 0,-1-1 0,1 1 0,0 0 0,-1-1 0,2 4 0,5 5 0,-1 1 0,0 0 0,-1 1 0,0 0 0,-1 0 0,4 14 0,18 80 0,-21-82 0,17 97 0,17 62 0,-35-170 0,-5-13 0,0 0 0,0 0 0,1 0 0,-1 0 0,0 0 0,0 0 0,0 0 0,0 0 0,0 0 0,0-1 0,0 1 0,1 0 0,-1 0 0,0 0 0,0 0 0,0 0 0,0 0 0,0 0 0,0 0 0,0 0 0,0 0 0,0-1 0,1 1 0,-1 0 0,0 0 0,0 0 0,0 0 0,0 0 0,0 0 0,0 0 0,0-1 0,0 1 0,0 0 0,0 0 0,0 0 0,0 0 0,0 0 0,0-1 0,0 1 0,0 0 0,0 0 0,0 0 0,0 0 0,-1-26 0,0 19 0,-3-16 0,-2-40 0,6 56 0,0 0 0,1 1 0,-1-1 0,1 1 0,1-1 0,-1 1 0,1-1 0,0 1 0,1 0 0,-1 0 0,5-6 0,-6 10 0,0 0 0,1 0 0,-1 0 0,1 0 0,-1 1 0,1-1 0,0 1 0,-1-1 0,1 1 0,0 0 0,0 0 0,0 0 0,0 0 0,0 0 0,0 0 0,0 0 0,1 1 0,-1-1 0,0 1 0,0-1 0,1 1 0,-1 0 0,0 0 0,0 0 0,1 0 0,-1 1 0,0-1 0,0 1 0,5 1 0,4 1 0,0 2 0,0 0 0,-1 0 0,16 11 0,-16-10 0,9 8 0,0 0 0,-1 1 0,-1 1 0,0 0 0,21 29 0,-33-39-1365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24575,'-5'7'0,"-2"6"0,1 2 0,1 2 0,1 0 0,2-3-8191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4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41 24575,'7'9'0,"-1"-1"0,0 1 0,0 0 0,0 1 0,-1-1 0,4 14 0,-8-20 0,0 0 0,0 1 0,0-1 0,-1 0 0,1 0 0,-1 0 0,0 1 0,0-1 0,-1 0 0,1 0 0,-1 4 0,0-5 0,0 1 0,0-1 0,0 0 0,0 0 0,0 0 0,0 0 0,-1 0 0,1 0 0,-1-1 0,1 1 0,-1 0 0,0-1 0,1 1 0,-1-1 0,0 1 0,0-1 0,-3 1 0,3-1 0,0 0 0,0 0 0,0 0 0,0 0 0,0 0 0,0-1 0,0 1 0,0-1 0,-1 0 0,1 0 0,0 0 0,0 0 0,-1 0 0,1 0 0,0 0 0,0-1 0,0 1 0,-1-1 0,1 1 0,0-1 0,-2-1 0,1 0 0,0 0 0,0 0 0,0 0 0,0-1 0,1 1 0,-1-1 0,1 1 0,-1-1 0,1 0 0,0 0 0,0 0 0,-2-5 0,2 4 0,0-1 0,1 1 0,-1 0 0,1-1 0,0 1 0,0-1 0,1 0 0,-1 1 0,1-9 0,0 10 0,0 0 0,1 0 0,-1 1 0,1-1 0,0 0 0,-1 1 0,1-1 0,0 1 0,1-1 0,-1 1 0,0 0 0,1-1 0,-1 1 0,1 0 0,0 0 0,3-4 0,-1 4 0,-1 0 0,0 0 0,0 0 0,1 0 0,-1 1 0,1-1 0,-1 1 0,1 0 0,0 0 0,-1 0 0,1 1 0,0-1 0,0 1 0,0 0 0,0 0 0,-1 0 0,1 1 0,0-1 0,0 1 0,-1 0 0,1 0 0,7 3 0,5 3 0,0 1 0,0 1 0,24 17 0,-17-10 0,23 14 0,-25-14 0,2-1 0,36 17 0,-58-31 0,-1-1 0,1 0 0,0 1 0,0-1 0,0 0 0,0 1 0,0-1 0,0 0 0,0 0 0,0 0 0,0 0 0,-1 0 0,1 0 0,0 0 0,0 0 0,0 0 0,0 0 0,0-1 0,0 1 0,0 0 0,0-1 0,0 1 0,0-1 0,0 0 0,0 0 0,0 0 0,0 0 0,0 0 0,-1 0 0,1 0 0,0 0 0,-1 0 0,1-1 0,-1 1 0,1 0 0,-1 0 0,0-1 0,1-1 0,0-5 0,-1-1 0,0 1 0,0 0 0,-2-9 0,2 15 0,-5-26 0,3 18 0,1 0 0,0 1 0,0-12 0,1 18 0,0 0 0,0-1 0,1 1 0,-1 0 0,1 1 0,0-1 0,0 0 0,0 0 0,0 0 0,1 0 0,-1 1 0,1-1 0,0 1 0,2-4 0,-2 4 0,-1 1 0,1 0 0,0 0 0,-1 0 0,1 0 0,0 0 0,0 0 0,-1 1 0,1-1 0,0 1 0,0-1 0,0 1 0,0-1 0,0 1 0,0 0 0,0 0 0,0 0 0,0 0 0,0 1 0,0-1 0,0 0 0,0 1 0,-1-1 0,1 1 0,0 0 0,0 0 0,2 1 0,5 2 0,0 1 0,0 0 0,-1 1 0,8 6 0,15 15-19,29 34 1,-28-28-1310,-20-20-5498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24575,'0'-2'0,"3"-2"0,0 4 0,3 3 0,0 4 0,1 4 0,0 1 0,1 0 0,0 0 0,0 0 0,-1 1 0,1 1 0,-1 0 0,-2 1 0,-1-3-8191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24575,'16'29'0,"2"-2"0,0 0 0,38 41 0,-44-55 0,1 0 0,0 0 0,25 17 0,-32-26 0,0 0 0,0 0 0,1-1 0,-1 0 0,1 0 0,0 0 0,0-1 0,0 0 0,0 0 0,0-1 0,14 1 0,-18-2 0,-1-1 0,0 1 0,0 0 0,0-1 0,0 1 0,0-1 0,0 0 0,0 0 0,0 0 0,0 0 0,-1 0 0,1 0 0,0 0 0,-1-1 0,1 1 0,0 0 0,-1-1 0,0 0 0,1 1 0,-1-1 0,0 0 0,0 0 0,0 1 0,0-1 0,0 0 0,0 0 0,-1 0 0,1 0 0,-1 0 0,1-4 0,1 0 0,-1-1 0,-1 1 0,1-1 0,-1 1 0,0-1 0,-1 1 0,1-1 0,-4-10 0,1 9 0,0 8 0,3 1 0,0-1 0,0 1 0,0 0 0,0-1 0,-1 1 0,1 0 0,0 0 0,0-1 0,0 1 0,0 0 0,1 0 0,-1-1 0,0 1 0,0 0 0,1 0 0,0 5 0,2 0 0,-1 0 0,1-1 0,0 1 0,0-1 0,0 1 0,1-1 0,0 0 0,0-1 0,0 1 0,1-1 0,-1 1 0,1-1 0,0-1 0,0 1 0,1-1 0,-1 0 0,1 0 0,-1 0 0,1-1 0,0 0 0,7 2 0,-8-3 0,1 0 0,-1 0 0,0 0 0,0-1 0,1 0 0,-1 0 0,0 0 0,1-1 0,-1 0 0,0 0 0,0 0 0,0 0 0,0-1 0,0 0 0,0 0 0,0 0 0,0-1 0,-1 0 0,0 0 0,1 0 0,-1 0 0,0-1 0,0 1 0,-1-1 0,1 0 0,4-6 0,-5 5 0,0-1 0,0 1 0,-1-1 0,1 0 0,-1 0 0,0 0 0,-1 0 0,0 0 0,0 0 0,0 0 0,0 0 0,-1-1 0,0 1 0,0 0 0,-1 0 0,0 0 0,0 0 0,0 0 0,-1 0 0,0 0 0,0 0 0,-1 0 0,-4-8 0,0 2 0,1 1 0,-2 1 0,0-1 0,0 1 0,0 1 0,-2-1 0,1 1 0,-1 1 0,0 0 0,-16-9 0,21 14-170,0 0-1,-1 1 0,0-1 1,1 1-1,-1 0 0,0 1 1,-6-1-1,-2 0-6655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24575,'3'5'0,"2"4"0,2 3 0,1 2 0,0 2 0,-2-1 0,-2 1 0,2-3 0,-2-3-8191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24575,'10'28'0,"6"16"0,3 9 0,0 0 0,0-2 0,-1-1 0,-1-3 0,1 0 0,1-5 0,-1-3 0,-3-4 0,-2-5 0,-3-5 0,0-5 0,-3-3 0,-2-1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1 502 24575,'20'2'0,"-2"1"0,0-1 0,0 0 0,34-3 0,-47 0 0,0 0 0,0 0 0,0 0 0,0 0 0,0-1 0,0 0 0,-1 0 0,1 0 0,0-1 0,-1 1 0,0-1 0,0 0 0,0 0 0,0-1 0,0 1 0,0-1 0,-1 0 0,4-5 0,-2 0 0,0 0 0,0 0 0,-1 0 0,0 0 0,-1-1 0,0 1 0,0-1 0,-1 0 0,1-12 0,0-12 0,-3-47 0,-1 49 0,0 6 0,-7-48 0,5 61 0,0 0 0,-1 0 0,0 1 0,0-1 0,-10-16 0,13 28 0,1 0 0,-1 0 0,0 0 0,1 0 0,-1 0 0,0 0 0,0 0 0,0 0 0,0 1 0,0-1 0,0 0 0,-1 0 0,-2 3 0,3 8 0,9 40 0,2 1 0,25 72 0,-31-112 0,24 69 0,56 109 0,-84-188 0,7 12 0,13 21 0,-18-30 0,1-1 0,-1 1 0,1-1 0,0 0 0,0 0 0,0-1 0,0 1 0,0 0 0,1-1 0,6 3 0,-10-4 0,1-1 0,0 1 0,0-1 0,0 0 0,0 1 0,0-1 0,0 0 0,0 0 0,0 0 0,0 0 0,0 0 0,0 0 0,0 0 0,0 0 0,0 0 0,0 0 0,0-1 0,0 1 0,0 0 0,0-1 0,2 0 0,-2 0 0,0 0 0,0 0 0,0 0 0,1-1 0,-1 1 0,0 0 0,0-1 0,-1 1 0,1 0 0,0-1 0,0 1 0,0-3 0,1-5 0,0 0 0,0 0 0,1-18 0,-3 19 0,1 3 0,-1-3 0,1-1 0,0 0 0,1 1 0,0-1 0,0 1 0,4-10 0,-6 17 0,1 1 0,-1-1 0,1 1 0,-1-1 0,1 1 0,-1-1 0,1 1 0,0-1 0,-1 1 0,1 0 0,0-1 0,-1 1 0,1 0 0,0 0 0,-1-1 0,1 1 0,0 0 0,-1 0 0,1 0 0,0 0 0,0 0 0,-1 0 0,1 0 0,0 0 0,-1 0 0,1 0 0,0 0 0,0 1 0,-1-1 0,1 0 0,0 0 0,-1 1 0,1-1 0,0 0 0,-1 1 0,2 0 0,25 20 0,-21-16 0,121 110-172,-94-83-1021,-23-22-5633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24575,'2'21'0,"0"0"0,2 1 0,0-1 0,13 36 0,-12-43 0,15 44 0,3-1 0,3-1 0,61 98 0,-73-132-273,1 0 0,1-1 0,0-1 0,26 24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382 107 24575,'-27'-15'0,"-12"-5"0,-5 1 0,4 1 0,5 4 0,6 4 0,6 4 0,4 2 0,3 3 0,2 4 0,0 1 0,0 0 0,1-1 0,-1 2 0,0 0 0,-1-1 0,3-1-8191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105 266 24575,'69'63'0,"-83"-75"0,-1-1 0,1 0 0,-22-27 0,29 29 0,-12-16 0,-25-46 0,40 65 0,1 0 0,-1-1 0,1 1 0,0-1 0,1 0 0,0 0 0,1 0 0,-1 0 0,2 0 0,0-15 0,0 23 4,0-1-1,0 1 1,0 0-1,0 0 0,1 0 1,-1 0-1,0-1 1,1 1-1,-1 0 0,1 0 1,-1 0-1,1 0 1,-1 0-1,1 0 1,0 0-1,0 0 0,-1 0 1,1 0-1,0 0 1,0 1-1,0-1 1,0 0-1,0 1 0,0-1 1,0 0-1,0 1 1,0-1-1,1 1 0,-1 0 1,0-1-1,0 1 1,0 0-1,1 0 1,0 0-1,1 0-102,-1 0 0,1 0 0,-1 0 0,1 1 0,-1-1 0,1 1 0,-1 0 0,1 0 0,-1 0 0,0 0 0,1 0 0,-1 1 0,0-1 0,4 3 0,4 6-6727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17 24575,'-9'-2'0,"-8"-3"0,-1 2 0,-20-3 0,34 6 0,0-1 0,-1 1 0,1 0 0,0 1 0,0-1 0,0 1 0,0 0 0,0 0 0,-1 0 0,2 0 0,-1 1 0,0-1 0,0 1 0,-6 5 0,8-6 0,1-1 0,0 2 0,0-1 0,0 0 0,0 0 0,0 0 0,0 0 0,0 1 0,0-1 0,0 0 0,0 1 0,1-1 0,-1 1 0,1-1 0,-1 1 0,1-1 0,0 1 0,-1-1 0,1 1 0,0 2 0,0-2 0,1 1 0,-1-1 0,1 1 0,0-1 0,-1 1 0,1-1 0,0 0 0,1 1 0,-1-1 0,0 0 0,3 3 0,1 1 0,0 0 0,1 0 0,0-1 0,0 0 0,0 0 0,1 0 0,8 4 0,-10-6 0,0-1 0,1 0 0,-1 1 0,1-2 0,-1 1 0,1-1 0,0 0 0,0 0 0,0 0 0,0-1 0,10 0 0,-13-1 0,0 1 0,0-1 0,0 0 0,0 0 0,-1 0 0,1 0 0,0 0 0,0-1 0,-1 1 0,1-1 0,-1 0 0,0 0 0,1 0 0,-1 0 0,0 0 0,0 0 0,0-1 0,0 1 0,-1-1 0,1 1 0,-1-1 0,1 0 0,-1 1 0,2-6 0,-2 2 0,1-1 0,-1 0 0,0 1 0,0-1 0,0 0 0,-1-8 0,1 22 13,0-1 0,0 1-1,1-1 1,0 0 0,0 0-1,1 1 1,0-1 0,7 10-1,36 51-1309,-44-65 1115,5 8-6644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24575,'5'7'0,"2"6"0,-1 2 0,2-1 0,-1 0 0,-2 0 0,-1 0 0,-2-3-8191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73 24575,'-7'-20'0,"-3"-4"0,0 4 0,2 12 0,3 8 0,1 7 0,3 8 0,0 4 0,1 0 0,0-2-8191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24575,'7'6'0,"-1"-1"0,0 1 0,0 0 0,0 0 0,8 13 0,-8-11 0,0 0 0,0 0 0,11 8 0,-16-15 0,-1-1 0,1 1 0,0-1 0,-1 1 0,1-1 0,-1 1 0,1-1 0,0 0 0,-1 1 0,1-1 0,0 0 0,-1 0 0,1 1 0,0-1 0,-1 0 0,1 0 0,0 0 0,0 0 0,-1 0 0,1 0 0,0 0 0,0 0 0,-1 0 0,1-1 0,0 1 0,-1 0 0,1 0 0,0 0 0,-1-1 0,1 1 0,0 0 0,-1-1 0,1 1 0,-1-1 0,1 1 0,0-1 0,-1 1 0,1-1 0,-1 1 0,0-1 0,1 0 0,-1 1 0,1-1 0,-1 1 0,1-2 0,2-5 0,-1 1 0,1 0 0,-1-1 0,1-7 0,0 3 0,-2 8 0,0 1 0,0 0 0,0-1 0,0 1 0,0 0 0,0-1 0,0 1 0,1 0 0,-1 0 0,1 0 0,0 0 0,0 1 0,-1-1 0,1 0 0,0 1 0,0-1 0,1 1 0,3-2 0,-4 2 0,1 0 0,-1 1 0,1-1 0,0 1 0,-1 0 0,1 0 0,-1 0 0,1 0 0,-1 1 0,1-1 0,0 1 0,-1-1 0,1 1 0,-1 0 0,0 0 0,1 0 0,-1 0 0,3 3 0,17 9-227,-1 2-1,0 0 1,-2 1-1,0 1 1,32 38-1,-39-41-6598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75 24575,'0'24'0,"0"-1"0,0 0 0,6 34 0,-6-56 0,0-1 0,0 1 0,1 0 0,-1-1 0,0 1 0,0 0 0,0-1 0,0 1 0,0 0 0,0-1 0,0 1 0,0 0 0,0-1 0,-1 1 0,1-1 0,0 1 0,0 0 0,0-1 0,-1 1 0,1-1 0,0 1 0,-1 0 0,1-1 0,-1 1 0,1-1 0,0 1 0,-1-1 0,0 1 0,0-1 0,-1 1 0,1-1 0,0 0 0,0 1 0,-1-1 0,1 0 0,0 0 0,0 0 0,-1 0 0,1 0 0,0 0 0,0 0 0,-3-1 0,-3-1 0,0-1 0,0 0 0,-12-6 0,3 0 0,1-2 0,0 0 0,-24-22 0,-33-45 0,70 77 0,1-1 0,0 1 0,0-1 0,0 1 0,0-1 0,0 0 0,0 1 0,0-1 0,0 0 0,1 1 0,-1-1 0,1 0 0,-1 0 0,1 0 0,0 0 0,-1 0 0,1 0 0,0 1 0,0-1 0,1 0 0,-1-3 0,1 4 0,0 0 0,0-1 0,0 1 0,-1 0 0,1 0 0,1-1 0,-1 1 0,0 0 0,0 0 0,0 0 0,1 0 0,-1 0 0,0 1 0,1-1 0,-1 0 0,0 0 0,1 1 0,-1-1 0,1 1 0,0 0 0,-1-1 0,1 1 0,-1 0 0,1 0 0,-1 0 0,3 0 0,6 0 9,0 0 1,0 1-1,0 1 0,0-1 0,14 6 0,50 19-339,-42-13-760,-19-8-5736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64 24575,'-10'-10'0,"4"4"0,0-1 0,-1 1 0,0 0 0,0 0 0,0 1 0,-15-8 0,20 12 0,1 1 0,0-1 0,0 1 0,0-1 0,-1 1 0,1-1 0,0 1 0,-1 0 0,1 0 0,0 0 0,-1 0 0,1 0 0,0 0 0,-1 0 0,1 0 0,0 0 0,0 1 0,-1-1 0,1 1 0,0-1 0,0 1 0,-1-1 0,1 1 0,0 0 0,0-1 0,0 1 0,0 0 0,0 0 0,0 0 0,0 0 0,0 0 0,0 0 0,0 0 0,1 0 0,-1 0 0,0 0 0,1 0 0,-1 1 0,0 1 0,-1 4 0,0 0 0,0 0 0,1 0 0,0 0 0,0 0 0,0 9 0,2 12 6,1-1-1,1 1 0,10 43 1,29 80-507,-40-146 458,75 217-87,-59-181 136,1-2 1,1 0-1,35 49 1,-47-77 149,19 19 1,-25-28-136,0 0 0,0 0 0,1 0 0,-1 0-1,1 0 1,-1 0 0,1-1 0,0 1 0,-1-1 0,1 0 0,0 0 0,0 0-1,0 0 1,5 0 0,-7-1-21,-1 0 0,1 0 0,0 0 0,-1 0 0,1 0 0,0 0 0,-1 0 0,1 0 0,0-1 0,-1 1 0,1 0 0,0 0 0,-1-1 0,1 1 0,-1-1 0,1 1 0,0 0 0,-1-1 0,1 1 0,-1-1 0,0 1 0,1-1 0,-1 1 0,1-2 0,0 0 0,0 1 0,-1-1 0,1 1 0,-1-1 0,0 0 0,1 0 0,-1 1 0,0-1 0,0-3 0,-1 0 0,1 0 0,-1-1 0,0 1 0,0 0 0,-3-8 0,-9-15 0,-32-50 0,39 67 0,-2 2 0,0-1 0,0 1 0,-1 0 0,0 1 0,0 0 0,-1 0 0,0 1 0,0 0 0,0 1 0,-1 0 0,0 1 0,-1 0 0,1 1 0,-1 0 0,0 1 0,0 0 0,-21-2 0,-1 1-104,-91-9-1157,105 12-5565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4 0,1 0 0,2 1 0,2 0 0,-1 0 0,0-2 0,1 1 0,0-1 0,-1 0 0,0-3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24575,'8'8'0,"2"4"0,0 1-8191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24575,'5'11'0,"2"-1"0,0 0 0,0-1 0,1 0 0,0 0 0,0 0 0,1-1 0,0-1 0,0 1 0,20 11 0,-25-18 0,-1 1 0,1-1 0,-1 0 0,1 1 0,0-2 0,0 1 0,-1 0 0,1-1 0,0 0 0,0 1 0,0-2 0,0 1 0,-1 0 0,1-1 0,0 0 0,6-2 0,-7 2 0,0 0 0,0 0 0,-1-1 0,1 1 0,-1-1 0,1 0 0,-1 0 0,0 0 0,0 0 0,1 0 0,-1 0 0,-1-1 0,1 1 0,0-1 0,-1 1 0,1-1 0,-1 0 0,0 1 0,0-1 0,0 0 0,1-5 0,0-3 0,-1-1 0,0 1 0,-1 0 0,-2-14 0,3 30 0,-1 2 0,0-1 0,1 0 0,0 0 0,0 1 0,2 5 0,3 0 0,-1 0 0,2 0 0,-1-1 0,2 0 0,13 16 0,-15-20 0,0 0 0,1-1 0,0 1 0,0-2 0,1 1 0,0-1 0,0 0 0,13 6 0,-13-8 0,0 0 0,0-1 0,16 2 0,-20-3 0,0-1 0,1 0 0,-1 0 0,0 0 0,0-1 0,0 1 0,1-1 0,-1 0 0,6-2 0,-9 2 0,1 0 0,0 0 0,-1 0 0,0-1 0,1 1 0,-1-1 0,0 1 0,0-1 0,1 1 0,-1-1 0,0 0 0,-1 1 0,1-1 0,0 0 0,0 0 0,-1 1 0,1-1 0,-1 0 0,0 0 0,1 0 0,-1 0 0,0 0 0,0 0 0,0 0 0,0 0 0,-1-2 0,0-5 0,-1-1 0,0 1 0,-5-17 0,-17-27 0,28 60 6,0-1-1,0 1 0,0-1 1,1 1-1,0-1 1,0-1-1,10 9 1,50 37-232,-32-25-957,-21-17-5643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146 159 24575,'102'219'0,"-80"-160"0,24 93 0,-46-150 0,1 0 0,-1 0 0,0 1 0,1-1 0,-1 0 0,0 0 0,0 1 0,0-1 0,-1 0 0,1 0 0,-1 1 0,1-1 0,-2 3 0,2-5 0,-1 1 0,1 0 0,-1 0 0,0 0 0,1-1 0,-1 1 0,0 0 0,1-1 0,-1 1 0,0-1 0,0 1 0,1-1 0,-1 1 0,0-1 0,0 1 0,0-1 0,0 0 0,0 0 0,0 1 0,0-1 0,1 0 0,-1 0 0,0 0 0,0 0 0,0 0 0,0 0 0,0 0 0,0 0 0,0 0 0,0-1 0,0 1 0,0 0 0,0-1 0,-1 0 0,-2-1 0,-1 0 0,1 0 0,0 0 0,-1-1 0,1 0 0,0 0 0,-4-5 0,-25-26 0,28 28 0,-21-27 0,1 0 0,1-2 0,2-1 0,2 0 0,1-2 0,-15-45 0,24 56 0,-12-51 0,20 69 0,0 0 0,1 0 0,0-1 0,1 1 0,0-1 0,1 1 0,0 0 0,0-1 0,4-13 0,-4 19 0,0 1 0,0 0 0,0 0 0,1 0 0,-1 0 0,1 0 0,0 0 0,0 0 0,0 1 0,0-1 0,0 0 0,0 1 0,1 0 0,-1 0 0,1 0 0,0 0 0,0 0 0,0 0 0,0 1 0,0-1 0,0 1 0,0 0 0,0 0 0,0 0 0,1 0 0,-1 0 0,0 1 0,0 0 0,1-1 0,-1 1 0,1 1 0,-1-1 0,0 0 0,1 1 0,-1 0 0,0-1 0,0 1 0,0 1 0,1-1 0,4 3 0,3 3 0,-1 0 0,1 0 0,-2 1 0,1 1 0,-1 0 0,10 12 0,-13-13 0,0 0 0,0 0 0,-1 0 0,0 1 0,-1 0 0,0 0 0,0 0 0,4 15 0,-8-20 5,1-1 1,-1 0-1,0 1 0,0-1 0,0 0 0,-1 1 1,1-1-1,-1 0 0,1 0 0,-1 1 1,0-1-1,-1 0 0,1 0 0,0 0 0,-1 0 1,0 0-1,1 0 0,-1-1 0,0 1 0,-1-1 1,1 1-1,-3 2 0,-6 4-376,1-1-1,-1 0 1,-24 13 0,17-12-6455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24575,'31'39'0,"-9"-10"0,1-1 0,2-1 0,47 40 0,-69-64 0,1-1 0,0 1 0,-1-1 0,1 0 0,0 0 0,1 0 0,-1-1 0,6 2 0,-9-3 0,1 1 0,-1-1 0,0 0 0,0 0 0,0 0 0,1 0 0,-1 0 0,0 0 0,0-1 0,0 1 0,1 0 0,-1-1 0,0 1 0,0 0 0,0-1 0,0 0 0,0 1 0,0-1 0,0 1 0,0-1 0,0 0 0,0 0 0,0 0 0,0 0 0,-1 1 0,1-1 0,0 0 0,0 0 0,-1 0 0,1-1 0,-1 1 0,1 0 0,-1 0 0,0 0 0,1-2 0,2-12 0,-1 0 0,-1 0 0,0 0 0,-1-1 0,0 1 0,-3-15 0,2 22 0,-2-13 0,-9-36 0,10 51 0,10 26-136,1-1 0,21 34 0,-20-37-821,-1 1-5869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223 677 24575,'0'-46'0,"-3"-1"0,-9-52 0,6 68 0,-2 0 0,-1 1 0,-1 0 0,-16-32 0,-111-226 0,129 276 0,8 12 0,0 0 0,0 0 0,0 0 0,0 0 0,0 0 0,-1 0 0,1 0 0,0 0 0,0 0 0,0 0 0,0 0 0,0 0 0,-1 0 0,1 0 0,0 0 0,0 0 0,0 0 0,0 1 0,0-1 0,0 0 0,-1 0 0,1 0 0,0 0 0,0 0 0,0 0 0,0 0 0,0 0 0,0 1 0,0-1 0,0 0 0,0 0 0,0 0 0,0 0 0,0 0 0,-1 1 0,1-1 0,0 0 0,0 0 0,0 0 0,0 0 0,0 0 0,0 1 0,0-1 0,1 0 0,-2 29 0,6 25 0,23 94 0,29 50 0,4-36 120,-51-143-332,0 0 0,0-1 0,2 0-1,0 0 1,1-1 0,17 16 0,-21-25-6614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16 24575,'-5'-3'0,"0"1"0,0 0 0,0 0 0,0 0 0,-1 1 0,1 0 0,-9-1 0,13 2 0,0 0 0,-1 0 0,1 0 0,0 0 0,0 0 0,0 0 0,-1 1 0,1-1 0,0 0 0,0 1 0,0-1 0,0 1 0,0-1 0,-1 1 0,1 0 0,0-1 0,0 1 0,1 0 0,-1 0 0,0 0 0,0 0 0,0 0 0,0 0 0,1 0 0,-1 0 0,0 0 0,1 0 0,-1 0 0,1 0 0,0 0 0,-1 0 0,1 1 0,0-1 0,-1 0 0,1 0 0,0 0 0,0 1 0,0-1 0,0 2 0,0 3 0,1 1 0,0 0 0,0 0 0,0 0 0,1-1 0,3 12 0,21 39 0,-14-31 0,41 93 0,-52-118 0,-1 0 0,1 0 0,-1 0 0,0 0 0,1 0 0,-1 0 0,0 0 0,0 0 0,0 0 0,1 0 0,-1 0 0,0 1 0,0-1 0,-1 0 0,1 0 0,0 0 0,0 0 0,0 0 0,-1 0 0,0 2 0,0-2 0,1-1 0,-1 1 0,0 0 0,0 0 0,0-1 0,1 1 0,-1-1 0,0 1 0,0-1 0,0 1 0,0-1 0,0 1 0,0-1 0,0 0 0,0 1 0,0-1 0,-2 0 0,-2 0 0,-1 1 0,0-1 0,0-1 0,0 1 0,0-1 0,-8-3 0,-6-2 66,-33-16-1,1 1-1561,43 17-5330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16 312 24575,'103'-211'0,"-100"207"0,-1-1 0,0 0 0,0 0 0,0 0 0,-1 0 0,1-1 0,-1 1 0,0 0 0,-1-1 0,1-6 0,-2 10 0,1 1 0,0-1 0,0 0 0,-1 1 0,1-1 0,-1 0 0,1 1 0,-1-1 0,0 1 0,0-1 0,0 1 0,0-1 0,0 1 0,0 0 0,0-1 0,0 1 0,0 0 0,-1 0 0,1 0 0,0 0 0,-1 0 0,1 0 0,-1 0 0,1 0 0,-1 1 0,1-1 0,-1 1 0,0-1 0,1 1 0,-1-1 0,0 1 0,1 0 0,-1 0 0,0 0 0,-2 0 0,1 0 0,-1 0 0,1 0 0,0 0 0,-1 0 0,1 1 0,-1-1 0,1 1 0,0 0 0,-1 0 0,1 0 0,0 0 0,0 1 0,0-1 0,0 1 0,0 0 0,0 0 0,0 0 0,1 0 0,-1 1 0,1-1 0,-1 1 0,1-1 0,0 1 0,0 0 0,0 0 0,1 0 0,-1 0 0,1 0 0,-1 0 0,1 0 0,-2 7 0,1-1 0,1 1 0,0-1 0,0 0 0,1 0 0,0 1 0,0-1 0,1 0 0,0 0 0,1 1 0,5 15 0,-2-12 0,0 0 0,1-1 0,1 0 0,0 0 0,1-1 0,0 0 0,16 18 0,-11-17 0,0 1 0,1-1 0,0-1 0,1-1 0,22 13 0,-13-15-1365,-13-6-5461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5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24575,'-3'10'0,"0"0"0,0 1 0,2-1 0,-1 1 0,1 0 0,0-1 0,1 1 0,1 0 0,0 0 0,0-1 0,1 1 0,4 15 0,3 3 0,1 0 0,2 0 0,16 29 0,-26-55 0,0 1 0,-1 0 0,1-1 0,-1 1 0,0 0 0,1 0 0,-1 5 0,-1-8 0,0-1 0,0 1 0,0 0 0,0 0 0,0 0 0,0 0 0,-1 0 0,1 0 0,0 0 0,-1 0 0,1-1 0,-1 1 0,1 0 0,0 0 0,-1 0 0,0-1 0,1 1 0,-1 0 0,1 0 0,-1-1 0,0 1 0,0-1 0,1 1 0,-1-1 0,0 1 0,0-1 0,0 1 0,0-1 0,1 0 0,-1 1 0,0-1 0,0 0 0,0 0 0,0 0 0,0 0 0,-1 0 0,-19 2-1,1-1 0,-34-2 0,17-1-1361,16 2-5464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24575,'-2'0'0,"-2"3"0,1 2 0,0 4 0,4 3 0,1 2 0,3 0 0,4 1 0,-1 1 0,1-1 0,0 0 0,0-2 0,-1-1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19 24575,'0'-7'0,"0"-1"0,0 5 0,-2 4 0,-1 5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46 24575,'0'0'0,"-1"0"0,1 0 0,0 0 0,0 0 0,0 0 0,-1 0 0,1 0 0,0 0 0,0 0 0,-1 0 0,1 0 0,0 0 0,0 0 0,-1 0 0,1 1 0,0-1 0,0 0 0,0 0 0,-1 0 0,1 0 0,0 0 0,0 1 0,0-1 0,0 0 0,0 0 0,-1 0 0,1 1 0,0-1 0,0 0 0,0 0 0,0 0 0,0 1 0,0-1 0,1 10 0,10 7 0,-5-9 0,10 14 0,27 28 0,-38-44 0,1-1 0,0 0 0,0 0 0,0 0 0,1-1 0,-1 0 0,1 0 0,0-1 0,14 5 0,-19-7 0,0-1 0,0 1 0,0-1 0,0 0 0,0 1 0,0-1 0,0 0 0,0 0 0,-1 0 0,1 0 0,0-1 0,0 1 0,0 0 0,0-1 0,0 0 0,0 1 0,0-1 0,0 0 0,-1 0 0,4-2 0,-3 1 0,-1 0 0,1 0 0,0 0 0,-1 0 0,0 0 0,0 0 0,1 0 0,-1 0 0,0-1 0,-1 1 0,1-1 0,0 1 0,-1 0 0,1-1 0,-1 1 0,0-3 0,1-20 0,-2 1 0,-6-48 0,4 49 0,3 22 0,0 0 0,0 0 0,-1 0 0,1 0 0,0 0 0,0-1 0,1 1 0,-1 0 0,0 0 0,0 0 0,0 0 0,1-1 0,-1 2 0,0 0 0,0 0 0,1 0 0,-1 0 0,0 0 0,0-1 0,0 1 0,0 0 0,1 0 0,-1 0 0,0 0 0,0 0 0,0 0 0,1 0 0,-1 0 0,0 0 0,0 0 0,0 0 0,1 0 0,-1 0 0,0 0 0,0 0 0,0 1 0,0-1 0,1 0 0,-1 0 0,0 0 0,0 0 0,0 0 0,0 0 0,0 0 0,1 0 0,-1 1 0,0-1 0,0 0 0,0 0 0,0 0 0,17 23 0,16 32 0,67 100 0,-88-138-1365,-2-2-5461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24575,'21'17'0,"-2"1"0,0 1 0,-1 0 0,-1 1 0,0 2 0,-2-1 0,17 32 0,-1 17 0,36 115 0,-15-35 0,-51-149 0,-1 0 0,0 0 0,1 0 0,-1 0 0,0 0 0,1 0 0,-1 0 0,0 0 0,0 0 0,0 0 0,0 0 0,0 1 0,0-2 0,0 0 0,-1 1 0,1-1 0,0 0 0,0 0 0,0 0 0,0 0 0,0 1 0,-1-1 0,1 0 0,0 0 0,0 0 0,0 0 0,0 0 0,-1 0 0,1 0 0,0 1 0,0-1 0,0 0 0,-1 0 0,1 0 0,0 0 0,0 0 0,0 0 0,-1 0 0,1 0 0,0 0 0,0 0 0,-1 0 0,1 0 0,0 0 0,0 0 0,-1-1 0,-22-10 0,20 9 0,-11-8-1365,1 0-5461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24575,'59'22'0,"-19"-6"0,2-1 0,0-2 0,53 9 0,-89-22 0,-1 1 0,1-1 0,0 0 0,-1 0 0,1-1 0,-1 1 0,0-1 0,1 0 0,-1-1 0,1 1 0,-1-1 0,0 0 0,0-1 0,0 1 0,0-1 0,-1 0 0,1 0 0,-1 0 0,0-1 0,1 0 0,-2 0 0,1 0 0,5-7 0,-3 3 0,-1-1 0,0 0 0,-1 0 0,0 0 0,0 0 0,-1 0 0,0-1 0,-1 0 0,0 1 0,0-1 0,-1 0 0,0-13 0,0 42 0,1 0 0,1 0 0,1 0 0,0-1 0,14 36 0,-1-15 0,37 66 0,-45-89-1365,-1-3-5461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24575,'10'-3'0,"3"5"0,0 4 0,-3 3 0,-3 6 0,-2 3 0,-3-2-8191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8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24575,'9'2'0,"0"0"0,0 1 0,0 0 0,0 0 0,-1 1 0,1 1 0,-1-1 0,0 1 0,-1 0 0,1 1 0,-1 0 0,10 11 0,-12-11 0,0 0 0,1-1 0,-1 1 0,1-1 0,0-1 0,1 1 0,6 3 0,-11-7 0,-1 0 0,1 0 0,0-1 0,-1 1 0,1-1 0,0 0 0,0 1 0,-1-1 0,1 0 0,0 0 0,0 0 0,0 0 0,-1 0 0,1 0 0,2-1 0,-2 0 0,0 0 0,0 0 0,-1 0 0,1 0 0,0 0 0,-1-1 0,1 1 0,0-1 0,-1 1 0,0-1 0,1 1 0,-1-1 0,0 0 0,0 1 0,0-1 0,1-2 0,0-1 0,0 0 0,0 1 0,0-1 0,-1-1 0,0 1 0,0 0 0,0 0 0,-1 0 0,0 0 0,0-10 0,-2 4 0,1-1 0,-2 1 0,-5-19 0,13 43 0,0-1 0,1 0 0,1 0 0,0-1 0,0 1 0,1-2 0,19 21 0,-19-23 0,0-1 0,1 1 0,-1-1 0,2-1 0,-1 0 0,1 0 0,0 0 0,0-2 0,0 1 0,17 4 0,-25-8 0,-1-1 0,1 0 0,-1 1 0,1-1 0,-1 0 0,1 0 0,-1 0 0,1 0 0,-1 0 0,1 0 0,-1 0 0,1 0 0,-1-1 0,1 1 0,-1-1 0,1 1 0,-1-1 0,1 0 0,-1 1 0,0-1 0,2-1 0,-2 0 0,1 1 0,-1-1 0,0 0 0,0 1 0,0-1 0,0 0 0,0 0 0,-1 0 0,1 0 0,-1 0 0,1 0 0,-1 0 0,1 0 0,-1 0 0,0-3 0,-1-22 0,0 22 0,1 0 0,-1 0 0,1 0 0,1 0 0,-1 0 0,1 0 0,1-7 0,-2 12 0,0-1 0,1 1 0,-1-1 0,0 0 0,1 1 0,-1-1 0,1 1 0,-1-1 0,1 1 0,-1-1 0,1 1 0,-1-1 0,1 1 0,-1-1 0,1 1 0,-1 0 0,1-1 0,0 1 0,-1 0 0,1 0 0,0-1 0,-1 1 0,1 0 0,0 0 0,-1 0 0,1 0 0,0 0 0,-1 0 0,1 0 0,0 0 0,-1 0 0,1 0 0,0 0 0,-1 1 0,1-1 0,0 0 0,-1 0 0,1 1 0,0-1 0,0 1 0,4 1 0,1 1 0,-1 1 0,8 5 0,-4-3 0,11 7-273,1-2 0,0 0 0,0-2 0,32 10 0,-38-15-6553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61 264 24575,'5'-7'0,"53"-71"0,-52 67 0,0 0 0,0 0 0,-1 0 0,0 0 0,5-22 0,-9 31 0,-1-1 0,1 0 0,-1 1 0,1-1 0,-1 1 0,0-1 0,0 1 0,0-1 0,-1 1 0,1-1 0,-1 1 0,1-1 0,-1 1 0,0-1 0,0 1 0,0-1 0,0 1 0,0 0 0,-1 0 0,1 0 0,-1-1 0,-2-1 0,0 0 0,0 1 0,-1 0 0,1 0 0,-1 0 0,0 1 0,1 0 0,-1 0 0,0 0 0,-9-2 0,10 3 0,0 0 0,0 0 0,0 1 0,1-1 0,-1 1 0,0 0 0,0 0 0,0 0 0,0 1 0,0-1 0,1 1 0,-1 0 0,-7 2 0,9-1 0,0-1 0,0 0 0,0 1 0,0-1 0,0 1 0,0-1 0,0 1 0,1 0 0,-1 0 0,1 0 0,-1 0 0,1 0 0,0 0 0,-1 0 0,1 0 0,0 1 0,1-1 0,-1 0 0,0 1 0,1-1 0,-1 1 0,1 4 0,-1-1 0,1 1 0,1-1 0,-1 1 0,1-1 0,0 1 0,1-1 0,-1 0 0,1 1 0,1-1 0,-1 0 0,1 0 0,0 0 0,0-1 0,1 1 0,0-1 0,7 9 0,7 5 0,0-2 0,41 31 0,-32-27 0,-20-16-227,-1 0-1,1-1 1,0 0-1,0 0 1,12 4-1,-10-5-6598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185 512 24575,'-12'-13'0,"-1"0"0,0 1 0,-1 1 0,0 0 0,-1 1 0,0 1 0,-19-9 0,32 17 0,0 0 0,0 0 0,-1 0 0,1 0 0,0 1 0,-1-1 0,1 1 0,0 0 0,-1 0 0,1 0 0,-1 0 0,1 0 0,-3 1 0,4-1 0,-1 1 0,1-1 0,0 1 0,0 0 0,0-1 0,0 1 0,0 0 0,0 0 0,0-1 0,1 1 0,-1 0 0,0 0 0,0 0 0,1 0 0,-1 0 0,0 1 0,1-1 0,-1 0 0,1 0 0,0 0 0,-1 0 0,1 1 0,0-1 0,0 0 0,-1 2 0,1 6 0,0-1 0,0 1 0,0 0 0,1-1 0,0 1 0,1 0 0,0-1 0,0 0 0,1 1 0,0-1 0,7 12 0,-4-7 0,2 0 0,-1-1 0,2-1 0,0 1 0,0-1 0,14 12 0,-18-18 0,1 0 0,0-1 0,1 0 0,-1 0 0,1 0 0,-1-1 0,1 0 0,0 0 0,15 3 0,-20-5 0,0-1 0,0 1 0,0-1 0,1 0 0,-1 0 0,0 0 0,0 0 0,1 0 0,-1-1 0,0 1 0,0-1 0,1 1 0,-1-1 0,0 0 0,0 0 0,0 1 0,0-2 0,0 1 0,0 0 0,0 0 0,-1-1 0,1 1 0,0-1 0,-1 1 0,1-1 0,-1 0 0,1 0 0,-1 1 0,0-1 0,0 0 0,0 0 0,0 0 0,0 0 0,0-1 0,-1 1 0,2-3 0,0-5 0,-1 1 0,0-1 0,0 0 0,-1 1 0,0-1 0,0 0 0,-1 1 0,-1-1 0,-2-11 0,-6-12 0,-16-40 0,11 33 0,12 30 0,-77-189 0,37 92 0,21 49 0,13 41 0,9 17 0,0 0 0,0 0 0,0 1 0,0-1 0,1 0 0,-1 0 0,0 0 0,0 0 0,0 0 0,0 0 0,0 0 0,0 0 0,0 0 0,0 0 0,0 1 0,0-1 0,0 0 0,0 0 0,0 0 0,0 0 0,0 0 0,0 0 0,0 0 0,-1 0 0,1 0 0,0 0 0,0 0 0,0 1 0,0-1 0,0 0 0,0 0 0,0 0 0,0 0 0,0 0 0,0 0 0,0 0 0,0 0 0,0 0 0,0 0 0,0 0 0,-1 0 0,1 0 0,0 0 0,0 0 0,0 0 0,0 0 0,0 0 0,0 0 0,0 0 0,0 0 0,0 0 0,0 0 0,-1 0 0,1 0 0,0 0 0,0 0 0,0 0 0,0 0 0,0 0 0,0 0 0,0 0 0,0 0 0,0 0 0,0 0 0,0 0 0,-1 0 0,1 0 0,0 0 0,1 5 0,-1 0 0,1 0 0,0 1 0,1 5 0,88 232 0,-72-198 0,12 25-56,39 111-1253,-65-168-5517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0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10 104 24575,'15'-11'0,"56"-36"0,-60 41 0,-1 0 0,1 1 0,0 1 0,22-7 0,-29 10 0,0 1 0,0-1 0,0 1 0,0 0 0,0 1 0,0-1 0,0 1 0,0-1 0,0 1 0,0 0 0,0 1 0,-1-1 0,1 1 0,0-1 0,-1 1 0,1 0 0,-1 0 0,0 1 0,1-1 0,-1 1 0,0 0 0,-1 0 0,1 0 0,0 0 0,3 5 0,-3-3 0,0 0 0,0-1 0,-1 1 0,1 0 0,-1 0 0,0 0 0,-1 1 0,1-1 0,-1 0 0,0 1 0,0-1 0,-1 1 0,1-1 0,-1 1 0,-1-1 0,1 1 0,-1-1 0,-1 8 0,1-11 0,0 0 0,1 0 0,-1-1 0,0 1 0,0 0 0,0-1 0,0 1 0,0-1 0,-1 1 0,1-1 0,0 0 0,-1 1 0,1-1 0,0 0 0,-1 0 0,0 0 0,1 0 0,-3 1 0,1-1 0,-1 0 0,0 0 0,1 0 0,-1 0 0,1-1 0,-1 0 0,0 1 0,-6-2 0,1 0 0,0 0 0,0-1 0,1 0 0,0-1 0,-1 0 0,1 0 0,-9-5 0,-3-5 0,0-1 0,1 0 0,0-2 0,2 0 0,-25-28 0,41 43 0,0 1 0,1-1 0,-1 0 0,0 0 0,0 0 0,0-1 0,1 1 0,-1 0 0,0 0 0,1 0 0,-1 0 0,1-1 0,-1 1 0,1 0 0,0-1 0,-1 1 0,1 0 0,0-1 0,0 1 0,0 0 0,0-1 0,0 1 0,1 0 0,-1-1 0,0 1 0,0 0 0,1 0 0,0-3 0,0 3 0,1-1 0,-1 1 0,1-1 0,-1 1 0,1 0 0,0-1 0,-1 1 0,1 0 0,0 0 0,0 0 0,0 0 0,-1 1 0,1-1 0,0 0 0,0 1 0,0-1 0,5 1 0,-1-1 9,1 1-1,-1 0 1,1 1-1,-1 0 1,1 0 0,-1 0-1,1 1 1,-1 0-1,0 0 1,0 0-1,0 1 1,0 0-1,7 5 1,7 5-504,-1 1 0,23 21 0,-28-22-6331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24575,'65'74'0,"1"0"0,-55-63 0,1 0 0,0-1 0,0-1 0,18 11 0,-28-19 0,-1 0 0,1 0 0,0 0 0,-1-1 0,1 1 0,0 0 0,-1-1 0,1 1 0,0-1 0,0 0 0,0 0 0,-1 1 0,1-1 0,0 0 0,0-1 0,0 1 0,-1 0 0,1 0 0,0-1 0,0 1 0,-1-1 0,1 1 0,0-1 0,-1 0 0,1 0 0,1-1 0,-1 0 0,1 0 0,-1 0 0,0-1 0,-1 1 0,1 0 0,0-1 0,-1 0 0,1 1 0,-1-1 0,0 0 0,0 0 0,0 0 0,0 1 0,1-7 0,-1-12 0,0 1 0,0 0 0,-2-1 0,-1 1 0,-6-31 0,2 13 0,9 54 0,1-1 0,0 0 0,1 0 0,12 26 0,-13-32 0,0-1 0,1 0 0,0 0 0,0-1 0,1 1 0,0-1 0,0 0 0,0-1 0,1 1 0,10 6 0,-14-11 0,-1-1 0,1 1 0,0-1 0,0 0 0,-1 0 0,1 0 0,0-1 0,0 1 0,0-1 0,0 1 0,0-1 0,5 0 0,-6 0 0,-1-1 0,1 1 0,-1 0 0,1-1 0,-1 1 0,0-1 0,1 1 0,-1-1 0,0 0 0,1 1 0,-1-1 0,0 0 0,0 0 0,0 0 0,0 0 0,0 0 0,0 0 0,0-1 0,0 1 0,0 0 0,-1 0 0,1-1 0,0 1 0,-1 0 0,1-1 0,-1 1 0,1-3 0,1-6 0,0-2 0,-1 1 0,-1-21 0,0 21 0,0 0 0,1 0 0,0 0 0,3-12 0,-4 22 0,0 0 0,0 0 0,0 0 0,1 0 0,-1 0 0,0 0 0,1 0 0,-1 0 0,1 0 0,-1 0 0,1 1 0,-1-1 0,1 0 0,0 0 0,-1 1 0,1-1 0,0 0 0,1 0 0,-1 1 0,-1 0 0,1 0 0,-1 0 0,1 0 0,-1 0 0,1 0 0,0 0 0,-1 0 0,1 0 0,-1 0 0,1 0 0,0 0 0,-1 0 0,1 1 0,-1-1 0,1 0 0,-1 0 0,1 1 0,-1-1 0,1 0 0,-1 1 0,1 0 0,3 3 0,1 1 0,-1 0 0,-1 0 0,6 8 0,-6-8 0,17 26-682,20 43-1,-33-58-6143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24575,'-4'-1'0,"1"1"0,0 0 0,-1 0 0,1-1 0,-1 2 0,1-1 0,0 0 0,-1 1 0,1 0 0,0-1 0,0 1 0,-1 1 0,1-1 0,-5 3 0,3-1 0,1 0 0,0 0 0,0 0 0,0 1 0,1 0 0,-1-1 0,1 1 0,0 0 0,-4 7 0,4-6 0,0 0 0,0 1 0,1-1 0,-1 1 0,1 0 0,1 0 0,-1 0 0,1 0 0,0 0 0,0 0 0,1 0 0,0 0 0,0 0 0,0 1 0,1-1 0,0 0 0,1 6 0,-1-11 0,-1 1 0,0-1 0,1 0 0,-1 1 0,1-1 0,0 0 0,-1 0 0,1 0 0,0 1 0,0-1 0,0 0 0,0 0 0,0 0 0,0 0 0,0 0 0,0-1 0,0 1 0,0 0 0,0 0 0,2 0 0,-1-1 0,-1 0 0,0 1 0,1-1 0,-1 0 0,0 0 0,0-1 0,1 1 0,-1 0 0,0 0 0,1-1 0,-1 1 0,0-1 0,0 1 0,0-1 0,1 1 0,-1-1 0,2-1 0,0 0 0,0-1 0,0 0 0,0 0 0,0 0 0,0-1 0,0 1 0,-1 0 0,0-1 0,1 0 0,-1 1 0,-1-1 0,3-5 0,4-40 0,-7 38 0,1 0 0,0 0 0,0 0 0,5-11 0,-7 22 0,0-1 0,0 1 0,0 0 0,0-1 0,1 1 0,-1 0 0,0 0 0,0-1 0,0 1 0,0 0 0,1 0 0,-1-1 0,0 1 0,0 0 0,1 0 0,-1 0 0,0-1 0,0 1 0,1 0 0,-1 0 0,0 0 0,1 0 0,-1 0 0,0 0 0,0 0 0,1 0 0,-1-1 0,0 1 0,1 0 0,-1 0 0,0 0 0,1 0 0,-1 0 0,0 1 0,1-1 0,-1 0 0,0 0 0,0 0 0,1 0 0,-1 0 0,0 0 0,1 0 0,-1 1 0,0-1 0,0 0 0,1 0 0,-1 0 0,0 1 0,0-1 0,0 0 0,1 0 0,-1 1 0,0-1 0,0 0 0,0 0 0,1 1 0,13 20 0,-11-16 0,16 25-273,-2 0 0,0 2 0,-2 0 0,12 37 0,-23-54-6553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24575,'8'15'0,"2"7"0,-1 3 0,1 0 0,2 0 0,-2-2 0,-3-1 0,1-3 0,-2-2 0,-1-3-8191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24575,'0'5'0,"-2"2"0,-2 2 0,-1-1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88 24575,'0'-2'0,"-1"1"0,1 0 0,-1 0 0,1 0 0,-1-1 0,1 1 0,-1 0 0,1 0 0,-1 0 0,0 0 0,-1-2 0,0 6 0,3 9 0,2-3 0,-1 0 0,1 0 0,1 0 0,0-1 0,0 1 0,0-1 0,1 0 0,1 0 0,-1 0 0,1-1 0,0 0 0,1 0 0,14 11 0,-21-18 0,1 1 0,-1-1 0,1 1 0,-1-1 0,1 1 0,0-1 0,-1 0 0,1 1 0,0-1 0,-1 0 0,1 1 0,0-1 0,-1 0 0,1 0 0,0 0 0,0 1 0,0-1 0,-1 0 0,1 0 0,0 0 0,0 0 0,-1 0 0,1-1 0,0 1 0,0 0 0,-1 0 0,1 0 0,0-1 0,-1 1 0,1 0 0,0-1 0,-1 1 0,1-1 0,0 1 0,-1 0 0,1-1 0,-1 0 0,1 1 0,-1-1 0,1 1 0,-1-1 0,1 0 0,-1 1 0,1-1 0,-1 0 0,0 1 0,1-1 0,-1 0 0,0 1 0,0-1 0,0 0 0,0 0 0,1-1 0,0-5 0,0-1 0,0 0 0,-1 0 0,0-8 0,0 13 0,-1-23 0,-1 12 0,2 0 0,1-24 0,0 35 0,-1 0 0,1 0 0,-1 0 0,1 1 0,0-1 0,0 0 0,0 0 0,0 1 0,0-1 0,1 1 0,-1-1 0,1 1 0,0 0 0,0 0 0,0 0 0,0 0 0,0 0 0,0 0 0,2-2 0,-1 3 0,-1 0 0,0 0 0,1 1 0,-1-1 0,1 0 0,-1 1 0,1 0 0,-1-1 0,1 1 0,-1 0 0,1 0 0,-1 1 0,1-1 0,-1 0 0,1 1 0,-1-1 0,1 1 0,-1 0 0,5 2 0,4 3 0,-1-1 0,20 15 0,-19-12 0,33 24-341,-1 2 0,-1 1-1,49 56 1,-74-71-6485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24575,'10'11'0,"0"0"0,-1 0 0,0 1 0,-1 1 0,9 17 0,-6-8 0,-2 1 0,9 33 0,-11-31-118,1 4-194,1 0 1,1 0-1,26 52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24575,'17'-9'0,"0"1"0,1 1 0,1 1 0,-1 1 0,28-5 0,-32 8 0,-1 1 0,1 1 0,0 0 0,-1 1 0,1 0 0,-1 1 0,1 0 0,19 7 0,-6 1 0,-1 1 0,0 1 0,-1 1 0,40 28 0,-27-13 0,0 2 0,32 35 0,-60-56 0,-1 1 0,-1 1 0,1 0 0,-2 0 0,1 0 0,-2 1 0,1 0 0,-2 0 0,8 22 0,-11-27 0,-1-1 0,1 1 0,-1 0 0,-1-1 0,1 1 0,-1 0 0,0 0 0,-1 0 0,1-1 0,-1 1 0,-1 0 0,1-1 0,-1 1 0,-1-1 0,1 1 0,-1-1 0,0 0 0,0 0 0,-1 0 0,-8 10 0,4-7 0,-1 0 0,0-1 0,0 0 0,-1-1 0,0 0 0,-1-1 0,1 0 0,-1 0 0,-1-1 0,1 0 0,-18 4 0,3-2 0,0-2 0,0-1 0,0-1 0,-34 0 0,52-3 0,-134-3 0,128 0-1365,4 0-5461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24575,'3'16'0,"1"-1"0,1 1 0,0-1 0,13 27 0,-16-38 0,0 0 0,0 0 0,0-1 0,1 1 0,0 0 0,0-1 0,0 0 0,0 1 0,0-1 0,1-1 0,-1 1 0,1 0 0,0-1 0,0 0 0,0 0 0,0 0 0,0 0 0,0 0 0,0-1 0,1 0 0,8 1 0,-11-2 0,1 0 0,-1 0 0,1-1 0,-1 0 0,1 1 0,-1-1 0,1 0 0,-1 0 0,0 0 0,1-1 0,-1 1 0,0 0 0,0-1 0,0 1 0,0-1 0,0 0 0,-1 0 0,1 0 0,0 0 0,-1 0 0,1 0 0,-1 0 0,0 0 0,2-5 0,1-2 0,0 0 0,0-1 0,-1 1 0,3-20 0,-6 29 0,0-1 0,0 1 0,0 0 0,0-1 0,0 1 0,0-1 0,0 1 0,0-1 0,0 1 0,1-1 0,-1 1 0,0 0 0,0-1 0,0 1 0,1 0 0,-1-1 0,0 1 0,1-1 0,-1 1 0,0 0 0,0-1 0,1 1 0,-1 0 0,1 0 0,-1-1 0,1 1 0,-1 0 0,1 0 0,-1 0 0,1 0 0,-1 1 0,1-1 0,0 0 0,-1 0 0,0 1 0,1-1 0,-1 0 0,1 1 0,-1-1 0,1 0 0,-1 1 0,0-1 0,1 1 0,-1-1 0,1 1 0,18 30 0,-15-23 0,3 3-273,-1-1 0,1-1 0,1 1 0,15 14 0,-10-13-6553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197 540 24575,'-83'-10'0,"72"9"0,1 1 0,-1 0 0,0 1 0,0 1 0,-16 3 0,25-5 0,1 1 0,-1 0 0,0-1 0,0 1 0,1 0 0,-1-1 0,0 1 0,1 0 0,-1 0 0,0 1 0,1-1 0,0 0 0,-1 0 0,1 1 0,0-1 0,0 1 0,-2 2 0,2-3 0,1 1 0,-1 0 0,1-1 0,-1 1 0,1-1 0,0 1 0,0 0 0,0-1 0,0 1 0,0-1 0,0 1 0,1 0 0,-1-1 0,0 1 0,1-1 0,0 3 0,2 2 0,0 0 0,0-1 0,1 0 0,0 0 0,-1 0 0,2 0 0,-1 0 0,0-1 0,7 5 0,-5-5 0,0 0 0,1 0 0,-1 0 0,1-1 0,0 0 0,0 0 0,0 0 0,1-1 0,13 2 0,-17-3 0,0-1 0,0 1 0,0-1 0,0 0 0,0-1 0,0 1 0,0 0 0,0-1 0,0 0 0,0 0 0,-1 0 0,1-1 0,0 1 0,-1-1 0,1 0 0,-1 0 0,1 0 0,-1 0 0,0-1 0,5-4 0,-6 4 0,0-1 0,0 1 0,0 0 0,-1-1 0,1 1 0,-1-1 0,0 0 0,0 0 0,0 1 0,0-1 0,-1 0 0,0 0 0,0 0 0,0 0 0,0 1 0,0-1 0,-1 0 0,-1-6 0,2 9 0,0 1 0,0 0 0,0-1 0,0 1 0,0 0 0,0-1 0,-1 1 0,1 0 0,0-1 0,0 1 0,0 0 0,0 0 0,0-1 0,-1 1 0,1 0 0,0-1 0,0 1 0,-1 0 0,1 0 0,0 0 0,0-1 0,-1 1 0,1 0 0,0 0 0,-1 0 0,1 0 0,-1-1 0,-3 8 0,0 15 0,4-18 0,0 1 0,0-1 0,0 0 0,1 1 0,0-1 0,0 0 0,0 0 0,0 1 0,0-1 0,1 0 0,0 0 0,0 0 0,0-1 0,0 1 0,1 0 0,-1-1 0,1 1 0,0-1 0,0 0 0,0 0 0,1 0 0,-1 0 0,1-1 0,-1 0 0,1 1 0,5 1 0,-5-2 0,1 0 0,-1-1 0,1 1 0,-1-1 0,1 0 0,0 0 0,0 0 0,-1-1 0,1 0 0,0 0 0,0 0 0,0-1 0,-1 1 0,1-1 0,0 0 0,-1 0 0,1-1 0,-1 0 0,1 1 0,-1-1 0,0-1 0,0 1 0,8-6 0,-5 1 0,0 0 0,0-1 0,-1 0 0,0 0 0,0 0 0,-1-1 0,0 1 0,0-1 0,-1 0 0,-1-1 0,4-12 0,0-1 0,-2 0 0,-1-1 0,1-38 0,-3 20 0,-3-1 0,-1 1 0,-9-43 0,5 54 0,-1 0 0,-2 0 0,-1 1 0,-22-48 0,31 76 0,0 0 0,-1 0 0,1 0 0,0 0 0,0 1 0,-1-1 0,1 0 0,-1 1 0,1-1 0,-3-1 0,3 3 0,1 0 0,0 0 0,-1 0 0,1-1 0,-1 1 0,1 0 0,0 0 0,-1 0 0,1 0 0,-1 0 0,1 0 0,-1 0 0,1 0 0,0 0 0,-1 0 0,1 0 0,-1 0 0,1 0 0,-1 0 0,1 0 0,-1 1 0,0-1 0,1 1 0,-1-1 0,0 1 0,1-1 0,-1 1 0,0 0 0,1-1 0,-1 1 0,1 0 0,-1 0 0,1-1 0,0 1 0,-1 0 0,1 1 0,-3 10 0,0 0 0,1-1 0,1 1 0,0 0 0,1 0 0,0 12 0,1-4 0,-1 28 0,2 0 0,2 0 0,3 0 0,17 64 0,-19-94-80,1-1 0,0 0-1,2 0 1,0-1 0,0 0-1,2-1 1,0 1 0,1-2-1,0 0 1,1 0 0,1-1 0,0 0-1,0-1 1,2-1 0,-1 0-1,21 11 1,-19-14-6746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75 24575,'4'0'0,"18"-2"0,30 1 0,-46 1 0,-1 1 0,1-1 0,0 1 0,0 0 0,-1 1 0,1-1 0,0 1 0,-1 1 0,0-1 0,7 4 0,-10-5 0,-1 1 0,1-1 0,-1 0 0,1 1 0,-1-1 0,0 1 0,1-1 0,-1 1 0,0 0 0,0-1 0,0 1 0,0 0 0,-1 0 0,1 0 0,0 0 0,-1-1 0,1 1 0,-1 0 0,0 0 0,0 0 0,1 0 0,-1 0 0,-1 0 0,1 0 0,0 0 0,0 0 0,-1 0 0,1 0 0,-2 2 0,-1 6 0,-1-1 0,0 0 0,-1 0 0,-8 12 0,11-17 0,0-1 0,0-1 0,1 1 0,-1-1 0,0 0 0,0 0 0,-1 0 0,1 0 0,0 0 0,-1 0 0,1 0 0,-1-1 0,1 0 0,-1 1 0,-5 1 0,4-2 0,-1 0 0,1-1 0,-1 1 0,1-1 0,-1 0 0,1 0 0,-1 0 0,1-1 0,-5 0 0,-4-3 0,-1 0 0,1 0 0,0-2 0,1 1 0,-17-11 0,12 5 0,0 0 0,1-1 0,-16-15 0,23 19 0,1-1 0,0 0 0,0-1 0,0 0 0,2 0 0,-9-15 0,14 24 0,0-1 0,1 1 0,-1-1 0,0 0 0,1 0 0,-1 1 0,1-1 0,0 0 0,-1 0 0,1 1 0,0-1 0,0 0 0,0 0 0,0 0 0,1 0 0,-1 1 0,0-1 0,1 0 0,1-2 0,-1 2 0,0 1 0,0-1 0,0 1 0,0-1 0,1 1 0,-1 0 0,1 0 0,-1 0 0,1 0 0,-1 0 0,1 0 0,0 0 0,0 0 0,-1 1 0,1-1 0,0 0 0,0 1 0,0 0 0,2-1 0,13 0-170,0 0-1,0 2 0,-1 0 1,1 0-1,0 2 0,-1 0 1,26 8-1,-25-6-6655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214 101 24575,'-9'-8'0,"-8"-6"0,1 1 0,-2 0 0,1 1 0,-2 1 0,-27-13 0,44 23 0,0 0 0,0 1 0,0-1 0,-1 0 0,1 1 0,-1-1 0,1 1 0,0 0 0,-1-1 0,1 1 0,-1 0 0,1 1 0,0-1 0,-1 0 0,1 1 0,0-1 0,-5 2 0,6 0 0,-1-1 0,0 0 0,1 1 0,-1-1 0,0 1 0,1 0 0,0 0 0,-1-1 0,1 1 0,0 0 0,0 0 0,0 0 0,0 0 0,1 0 0,-1 0 0,0 0 0,1 1 0,-1-1 0,1 3 0,-2 13 0,1 1 0,0-1 0,1 0 0,4 24 0,17 73 0,-4-50 0,2 0 0,3-2 0,3 0 0,2-1 0,53 84 0,-66-124 0,1 0 0,1 0 0,1-1 0,0-1 0,32 26 0,-43-40-1365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8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24575,'-28'-13'0,"-13"-4"0,-4 2 0,2 2 0,3 4 0,6 3 0,6 3 0,8 2-8191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53 24575,'-14'-9'0,"0"1"0,0 0 0,-31-11 0,41 17 0,0 0 0,0 1 0,-1 0 0,1 0 0,-1 0 0,1 1 0,-1-1 0,1 1 0,-1 0 0,1 0 0,-1 1 0,1 0 0,-1-1 0,1 1 0,-1 1 0,1-1 0,0 1 0,0-1 0,-5 4 0,4-1 0,0 1 0,1 0 0,0-1 0,0 1 0,0 1 0,1-1 0,-1 1 0,1-1 0,1 1 0,-4 7 0,-6 12 0,12-23 0,-1-1 0,0 1 0,0-1 0,1 1 0,-1-1 0,1 1 0,-1 0 0,1-1 0,-1 1 0,1 0 0,0-1 0,0 1 0,0-1 0,0 1 0,0 0 0,1-1 0,-1 1 0,0 0 0,1-1 0,0 4 0,1-2 0,0 0 0,0-1 0,0 1 0,0-1 0,1 1 0,-1-1 0,1 0 0,-1 0 0,6 4 0,-4-4 0,48 33 0,77 65 0,-124-96 0,-1 0 0,0 0 0,0 1 0,0-1 0,0 1 0,-1 0 0,4 8 0,-6-12 0,-1 1 0,1-1 0,-1 1 0,1-1 0,-1 1 0,0-1 0,0 1 0,0-1 0,0 1 0,0 0 0,0-1 0,0 1 0,0-1 0,-1 1 0,1-1 0,0 1 0,-1-1 0,0 1 0,1-1 0,-1 1 0,0-1 0,0 0 0,0 1 0,1-1 0,-1 0 0,-1 0 0,1 1 0,0-1 0,0 0 0,0 0 0,-1 0 0,1-1 0,-2 2 0,-1 0 0,0 0 0,0 0 0,0 0 0,0-1 0,0 1 0,-1-1 0,1 0 0,0 0 0,-8 0 0,-43-2 0,33 0 0,10 1 20,0-2 0,0 1 0,0-1 0,0-1 0,-15-5 0,19 5-185,0-1 0,1 1 0,-1-1 0,1 0 0,0-1 0,0 0 0,0 0 0,-8-8 0,6 2-6661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30 24575,'-14'-7'0,"1"1"0,-17-5 0,27 10 0,-1 0 0,0 0 0,1 0 0,-1 1 0,0-1 0,1 1 0,-1 0 0,0 0 0,1 0 0,-1 1 0,0-1 0,0 1 0,1 0 0,-4 1 0,5-1 0,1-1 0,-1 1 0,1 0 0,0 0 0,0 0 0,-1 0 0,1 0 0,0 0 0,0 0 0,0 0 0,0 0 0,0 0 0,0 1 0,0-1 0,1 0 0,-1 1 0,0-1 0,1 1 0,-1 2 0,0-1 0,1 0 0,-1 0 0,1 0 0,0 1 0,0-1 0,1 0 0,-1 0 0,1 0 0,0 4 0,2 2 0,0 0 0,1-1 0,0 1 0,0-1 0,10 13 0,-9-14 0,1 0 0,0-1 0,0 0 0,0 0 0,1 0 0,0-1 0,0 0 0,0-1 0,1 1 0,0-2 0,0 1 0,0-1 0,13 4 0,-20-7 0,0 1 0,0-1 0,0 0 0,1 1 0,-1-1 0,0 0 0,0 0 0,1 0 0,-1 0 0,0 0 0,0-1 0,1 1 0,-1 0 0,0 0 0,0-1 0,0 1 0,1-1 0,-1 1 0,0-1 0,0 0 0,0 1 0,1-2 0,0 0 0,-1 1 0,0-1 0,0 0 0,0 1 0,0-1 0,0 0 0,0 0 0,-1 1 0,1-1 0,-1 0 0,1 0 0,-1 0 0,0-2 0,1-4 0,-1 0 0,0 0 0,-1 0 0,0 0 0,0 1 0,-3-11 0,-4-5 0,-1 2 0,-11-22 0,21 45-28,46 82 180,-40-74-365,-1-1 0,2 1 1,-1-1-1,1-1 0,1 1 1,16 12-1,-14-14-6613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24575,'-8'-10'0,"7"6"0,7 7 0,13 11 0,18 20 0,-23-21 0,0 0 0,30 18 0,-31-21 0,16 8 0,-28-17 0,1 0 0,0 0 0,0-1 0,0 1 0,0 0 0,0-1 0,0 1 0,0-1 0,0 1 0,0-1 0,4 0 0,-5 0 0,-1-1 0,1 1 0,0 0 0,0-1 0,0 1 0,0-1 0,-1 1 0,1-1 0,0 0 0,-1 1 0,1-1 0,0 0 0,-1 1 0,1-1 0,-1 0 0,1 0 0,-1 1 0,1-1 0,-1 0 0,0 0 0,1 0 0,-1 0 0,0 0 0,0 1 0,1-1 0,-1 0 0,0 0 0,0 0 0,0-1 0,0-3 0,0 1 0,0-1 0,-1 0 0,0-6 0,-2 1 0,0-1 0,-6-11 0,-1-6 0,14 34 0,1 0 0,-1 0 0,9 7 0,8 10 0,-12-12 0,1 0 0,0-1 0,0 0 0,1 0 0,24 15 0,-34-24 0,1 0 0,-1-1 0,1 1 0,-1 0 0,1-1 0,-1 1 0,1-1 0,-1 1 0,1-1 0,0 0 0,-1 0 0,1 1 0,0-1 0,-1 0 0,1-1 0,0 1 0,-1 0 0,1 0 0,-1-1 0,1 1 0,0-1 0,1 0 0,-1 0 0,-1-1 0,1 1 0,-1 0 0,0-1 0,0 1 0,1-1 0,-1 1 0,0-1 0,0 1 0,0-1 0,-1 0 0,1 1 0,0-1 0,0 0 0,-1 0 0,0 0 0,1 1 0,-1-1 0,0-3 0,14-85 0,-14 90 0,0-1 0,0 1 0,0-1 0,0 1 0,0-1 0,1 0 0,-1 1 0,0-1 0,0 1 0,1-1 0,-1 1 0,0-1 0,1 1 0,-1-1 0,0 1 0,1 0 0,-1-1 0,1 1 0,-1 0 0,1-1 0,-1 1 0,1 0 0,-1-1 0,1 1 0,-1 0 0,1 0 0,-1-1 0,1 1 0,-1 0 0,1 0 0,0 0 0,-1 0 0,1 0 0,-1 0 0,1 0 0,0 0 0,-1 0 0,1 0 0,-1 0 0,1 0 0,-1 1 0,1-1 0,0 0 0,-1 0 0,1 1 0,0-1 0,5 3 0,-1 0 0,0 0 0,9 7 0,-5-4 0,13 7-273,1-1 0,0-1 0,0-1 0,49 13 0,-59-20-6553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1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77 24575,'18'51'0,"95"230"0,-72-191 0,-56-124 0,-1 0 0,-32-48 0,14 25 0,-26-60 0,54 104 0,1-1 0,1 0 0,0 0 0,1 0 0,0-1 0,-1-28 0,4 41 0,0 0 0,0 1 0,0-1 0,0 0 0,1 0 0,-1 0 0,0 0 0,1 1 0,0-1 0,-1 0 0,1 0 0,0 1 0,0-1 0,0 1 0,0-1 0,0 1 0,0-1 0,0 1 0,1-1 0,2-1 0,-2 2 0,1-1 0,-1 1 0,1 0 0,0 0 0,-1 0 0,1 0 0,0 0 0,0 1 0,0-1 0,0 1 0,0 0 0,3 0 0,3 1 0,0 0 0,0 0 0,0 1 0,0 0 0,0 0 0,0 1 0,11 6 0,-10-4 0,0 1 0,0 0 0,-1 0 0,18 16 0,-24-19 0,0 0 0,0 0 0,0 1 0,-1-1 0,1 1 0,-1 0 0,1-1 0,-1 1 0,-1 0 0,1 0 0,0 0 0,-1 1 0,0-1 0,0 0 0,1 9 0,-2-12 0,-1 1 0,1 0 0,0-1 0,-1 1 0,1-1 0,-1 1 0,1-1 0,-1 1 0,0-1 0,1 1 0,-1-1 0,0 0 0,0 1 0,0-1 0,0 0 0,0 0 0,-1 0 0,1 1 0,0-1 0,-1 0 0,1-1 0,0 1 0,-1 0 0,1 0 0,-1-1 0,1 1 0,-1-1 0,-2 1 0,-6 2 0,1-1 0,-1 0 0,-15 0 0,21-2 0,-17 2-1365,3-2-5461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133 737 24575,'1'-14'0,"8"-82"0,-4-118 0,-8 188 0,0 0 0,-2 0 0,-7-26 0,-30-75 0,32 99 0,3 5 0,-2 2 0,0-1 0,-18-29 0,26 50 0,1 0 0,-1 0 0,1 1 0,-1-1 0,0 0 0,1 0 0,-1 1 0,0-1 0,0 0 0,0 1 0,1-1 0,-3 0 0,3 1 0,0 0 0,0 0 0,-1 0 0,1 0 0,0 0 0,0 0 0,-1 0 0,1 0 0,0 0 0,0 0 0,0 0 0,-1 0 0,1 0 0,0 0 0,0 0 0,-1 0 0,1 1 0,0-1 0,0 0 0,0 0 0,-1 0 0,1 0 0,0 0 0,0 1 0,0-1 0,0 0 0,0 0 0,-1 0 0,1 1 0,0-1 0,0 0 0,-1 2 0,1 1 0,-1-1 0,1 0 0,-1 0 0,1 0 0,0 0 0,0 0 0,0 0 0,0 5 0,13 72 0,3 0 0,45 131 0,-46-168 0,32 65 0,-38-90 0,1 0 0,0-1 0,1 0 0,1-1 0,1 0 0,18 17 0,-29-30 0,0 0 0,1 0 0,-1-1 0,0 1 0,1-1 0,0 1 0,-1-1 0,1 0 0,0 0 0,-1 0 0,1 0 0,0-1 0,0 1 0,0-1 0,0 1 0,0-1 0,3 0 0,-2-1 0,0 0 0,-1 0 0,1 0 0,0 0 0,-1 0 0,1-1 0,-1 0 0,0 1 0,0-1 0,1 0 0,-1-1 0,3-2 0,-1 1 0,0-1 0,-1-1 0,1 1 0,-1 0 0,0-1 0,0 0 0,-1 0 0,0 0 0,0-1 0,0 1 0,-1-1 0,0 1 0,0-1 0,1-8 0,-4-12 0,1 23 0,0-1 0,-1 0 0,2 1 0,-1-1 0,0 0 0,3-8 0,-3 13 0,0-1 0,0 1 0,0 0 0,0 0 0,1 0 0,-1 0 0,0-1 0,0 1 0,0 0 0,0 0 0,0 0 0,1 0 0,-1 0 0,0 0 0,0-1 0,0 1 0,0 0 0,1 0 0,-1 0 0,0 0 0,0 0 0,0 0 0,1 0 0,-1 0 0,0 0 0,0 0 0,0 0 0,1 0 0,-1 0 0,0 0 0,0 0 0,0 0 0,1 0 0,-1 0 0,0 0 0,0 0 0,0 0 0,1 1 0,-1-1 0,0 0 0,0 0 0,0 0 0,0 0 0,1 0 0,-1 0 0,0 1 0,0-1 0,0 0 0,0 0 0,0 0 0,8 9 0,26 47 0,6 8 0,11 1-1365,-43-55-5461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24575,'27'21'0,"-2"1"0,29 31 0,-52-50 0,1-1 0,-1 0 0,0 0 0,1 0 0,-1 0 0,1-1 0,0 1 0,-1-1 0,1 0 0,0 1 0,0-1 0,4 1 0,-6-2 0,1 0 0,-1 0 0,1 0 0,-1 0 0,1 0 0,-1 0 0,1 0 0,-1 0 0,1-1 0,-1 1 0,1 0 0,-1-1 0,0 0 0,1 1 0,-1-1 0,1 0 0,-1 1 0,0-1 0,0 0 0,1 0 0,-1 0 0,0 0 0,0 0 0,0-1 0,0 1 0,0-1 0,3-5 0,0 1 0,-1-1 0,0 0 0,4-14 0,6-13 0,-12 33 0,-1 0 0,1 0 0,-1 0 0,1 0 0,0 0 0,-1 0 0,1 1 0,0-1 0,-1 0 0,1 1 0,0-1 0,0 0 0,0 1 0,-1-1 0,1 1 0,0-1 0,0 1 0,0-1 0,0 1 0,0 0 0,0-1 0,0 1 0,0 0 0,0 0 0,0 0 0,0 0 0,0 0 0,0 0 0,0 0 0,0 0 0,0 0 0,0 0 0,0 1 0,0-1 0,0 0 0,0 1 0,0-1 0,0 1 0,0-1 0,1 2 0,6 3 0,-1-1 0,-1 2 0,1-1 0,6 8 0,-4-4 0,47 44 49,29 24-1463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3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310 118 24575,'-45'-23'0,"-4"-2"0,-2 1 0,-57-18 0,105 41 0,0 0 0,0 1 0,-1-1 0,1 1 0,0-1 0,0 1 0,-1 0 0,1 0 0,-6 1 0,8 0 0,0-1 0,0 0 0,0 1 0,1-1 0,-1 0 0,0 1 0,0-1 0,0 1 0,0 0 0,0-1 0,1 1 0,-1 0 0,0-1 0,0 1 0,1 0 0,-1 0 0,0 0 0,1-1 0,-1 1 0,1 0 0,0 0 0,-1 0 0,1 0 0,0 0 0,-1 0 0,1 0 0,0 0 0,0 0 0,0 0 0,0 0 0,0 0 0,0 0 0,0 0 0,0 1 0,1 4 0,1 1 0,-1-1 0,1 0 0,0-1 0,0 1 0,1 0 0,0-1 0,0 1 0,4 5 0,0-1 0,1-1 0,0 1 0,16 14 0,-15-16 0,1-1 0,1 0 0,-1 0 0,1-1 0,14 6 0,-18-9 0,1 0 0,0-1 0,-1 0 0,1 0 0,0-1 0,0 0 0,0 0 0,0-1 0,9 0 0,-15 0 0,0-1 0,0 1 0,0-1 0,0 1 0,0-1 0,0 0 0,0 0 0,0 0 0,0 0 0,0 0 0,0 0 0,-1-1 0,1 1 0,0-1 0,-1 1 0,0-1 0,1 1 0,-1-1 0,0 0 0,0 0 0,1 0 0,-2 1 0,1-1 0,0 0 0,0 0 0,-1 0 0,1-1 0,-1 1 0,1-3 0,1-7 0,-1 0 0,0-1 0,-3-23 0,2 20 0,-2-24 0,5 108 0,14 78 0,3-46 0,12 77 0,-31-173 0,-1 0 0,0 0 0,0 0 0,0 0 0,-1 0 0,1 0 0,-3 6 0,3-9 0,0 0 0,0-1 0,-1 1 0,1-1 0,0 0 0,0 1 0,-1-1 0,1 1 0,0-1 0,-1 1 0,1-1 0,0 0 0,-1 1 0,1-1 0,-1 1 0,1-1 0,0 0 0,-1 0 0,1 1 0,-1-1 0,1 0 0,-1 0 0,1 0 0,-2 1 0,1-1 0,0-1 0,0 1 0,0 0 0,0-1 0,0 1 0,0 0 0,0-1 0,0 1 0,0-1 0,0 1 0,0-1 0,0 0 0,0 1 0,0-1 0,1 0 0,-3-2 0,-8-9 0,0-2 0,0 0 0,2 0 0,0-1 0,0 0 0,1-1 0,1 0 0,-10-31 0,17 45 7,-1-1 0,0 1-1,1 0 1,0-1 0,-1 1-1,1-1 1,0 1-1,0-1 1,0 1 0,1 0-1,-1-1 1,1 1 0,-1-1-1,1 1 1,0 0 0,0-1-1,1-1 1,-1 2-60,0 1 0,0 0 0,0 0 0,0 0 0,1-1 0,-1 1 0,0 0 0,0 1 0,1-1 0,-1 0 0,1 0 0,-1 1 0,0-1-1,1 0 1,-1 1 0,1 0 0,0-1 0,-1 1 0,1 0 0,-1 0 0,1 0 0,-1 0 0,1 0 0,0 0 0,-1 0 0,1 0 0,1 1 0,7 2-6773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341 134 24575,'0'-3'0,"0"-1"0,-1 1 0,0 0 0,0 0 0,0 0 0,0 0 0,0 0 0,-1 0 0,1 0 0,-1 0 0,0 0 0,0 0 0,-3-3 0,-3-3 0,-1 0 0,-11-9 0,11 11 0,0-1 0,-1 1 0,0 0 0,-14-6 0,20 11 0,0 1 0,0-1 0,0 1 0,0 0 0,0 0 0,0 0 0,0 1 0,0 0 0,-1-1 0,1 1 0,0 1 0,0-1 0,-1 1 0,1-1 0,-7 4 0,3-1 0,0 0 0,0 1 0,0 0 0,1 1 0,-1 0 0,1 0 0,0 1 0,1-1 0,-1 1 0,1 1 0,0-1 0,1 1 0,0 0 0,0 1 0,-5 10 0,3-6 0,2 0 0,0 1 0,0 0 0,1 0 0,1 0 0,0 1 0,1-1 0,0 1 0,1 16 0,1-10 0,1 0 0,0 0 0,7 31 0,-5-42 0,0 1 0,0-1 0,1 0 0,0 0 0,1-1 0,-1 1 0,2-1 0,-1 0 0,10 11 0,-5-9 0,0 0 0,1-1 0,0 0 0,0-1 0,0 0 0,1-1 0,1 0 0,-1-1 0,1 0 0,25 7 0,138 33 0,-166-44-151,-1 0-1,0-1 0,1-1 0,-1 0 1,1 0-1,-1-1 0,1 0 1,14-3-1,-12 1-6674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24575,'2'1'0,"0"-1"0,-1 0 0,1 0 0,0 1 0,-1-1 0,1 1 0,-1-1 0,1 1 0,-1 0 0,1 0 0,-1-1 0,1 1 0,-1 0 0,0 0 0,0 0 0,1 1 0,-1-1 0,0 0 0,0 0 0,0 1 0,0-1 0,0 0 0,0 1 0,-1-1 0,1 1 0,0-1 0,0 4 0,1 3 0,1 1 0,-2-1 0,3 17 0,-4-20 0,3 25 0,10 69 0,-11-86 0,1-1 0,0 1 0,1-1 0,1 0 0,8 17 0,-13-29-4,1 1 0,-1-1-1,0 1 1,0-1 0,1 1-1,-1-1 1,0 0-1,1 1 1,-1-1 0,0 1-1,1-1 1,-1 0 0,0 1-1,1-1 1,-1 0 0,1 0-1,-1 1 1,1-1 0,3-5 195,-2-15-1430,-2 19 1004,0-11-6591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87 24575,'-1'-7'0,"0"0"0,-1 0 0,0 0 0,0 0 0,0 0 0,-1 1 0,-4-9 0,6 13 0,0 1 0,0-1 0,0 1 0,-1-1 0,1 0 0,0 1 0,-1 0 0,0-1 0,1 1 0,-1 0 0,0 0 0,1 0 0,-1 0 0,0 0 0,0 0 0,0 1 0,0-1 0,0 1 0,0-1 0,0 1 0,0 0 0,0-1 0,0 1 0,0 0 0,0 0 0,0 1 0,0-1 0,0 0 0,-3 2 0,-9 2 0,0 2 0,1-1 0,-25 16 0,20-11 0,-21 9 0,25-14 20,0-1 0,0-1 0,0 0 0,0-1 0,-26 2 0,12-4-763,-54-7 1,57 3-6084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243 121 24575,'-11'-10'0,"-60"-51"0,60 52 0,-1 1 0,0 1 0,-1-1 0,-16-6 0,28 13 0,-1 1 0,1-1 0,0 1 0,0-1 0,0 1 0,-1 0 0,1 0 0,0-1 0,0 1 0,-1 0 0,1 0 0,0 0 0,-1 0 0,1 0 0,0 0 0,0 1 0,-1-1 0,1 0 0,0 1 0,0-1 0,-3 2 0,3-1 0,0 0 0,0 0 0,0 1 0,0-1 0,1 0 0,-1 1 0,0-1 0,1 0 0,-1 1 0,1-1 0,-1 1 0,1-1 0,0 1 0,-1-1 0,1 1 0,0 0 0,0 1 0,0 7 0,1 1 0,0-1 0,0 0 0,1 0 0,0 0 0,1 0 0,0 0 0,1-1 0,8 16 0,0-2 0,1-2 0,28 36 0,-30-45 0,16 15 0,-17-18 0,0 1 0,12 16 0,-21-25 0,0 0 0,0 1 0,0-1 0,0 0 0,-1 1 0,1-1 0,-1 1 0,1-1 0,-1 1 0,1 3 0,-1-5 0,0 1 0,0 0 0,0-1 0,0 1 0,0 0 0,0-1 0,0 1 0,-1 0 0,1-1 0,0 1 0,0-1 0,-1 1 0,1 0 0,0-1 0,-1 1 0,1-1 0,-1 1 0,1-1 0,-1 1 0,0 0 0,-1 0 0,0 0 0,1 0 0,-1-1 0,0 1 0,0 0 0,1-1 0,-1 1 0,0-1 0,0 0 0,0 0 0,0 0 0,1 0 0,-1 0 0,0 0 0,0 0 0,-2-1 0,-27-6 0,-1-1 0,-47-20 0,68 24 0,7 2-273,0 0 0,0 1 0,1-1 0,-8-5 0,2-2-6553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24575,'-2'7'0,"-1"6"0,-1 2 0,4 2 0,2 0 0,2 0 0,2 2 0,1 0 0,0 0 0,1-2 0,0 0 0,-3-1 0,-1-3-8191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24575,'0'-8'0,"0"1"0,0 3 0,0 5 0,0 5 0,0 4 0,0 3 0,0-1-8191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75 24575,'-8'-7'0,"-2"-3"0,-1 1 0,0 0 0,0 1 0,0 0 0,-1 1 0,-15-6 0,26 12 0,0 1 0,0-1 0,0 1 0,0-1 0,0 1 0,0 0 0,0 0 0,0-1 0,0 1 0,0 0 0,0 0 0,0 0 0,0 0 0,-1 0 0,1 0 0,0 1 0,0-1 0,0 0 0,0 0 0,0 1 0,-2 0 0,3 0 0,-1-1 0,1 1 0,-1 0 0,1 0 0,-1-1 0,1 1 0,0 0 0,-1 0 0,1 0 0,0 0 0,-1-1 0,1 1 0,0 0 0,0 0 0,0 0 0,0 0 0,0 0 0,0 0 0,0 0 0,0 1 0,1 3 0,1 1 0,-1 0 0,1 0 0,0-1 0,0 1 0,5 7 0,1 1 0,1-1 0,0 1 0,1-2 0,13 13 0,-19-20 0,1-1 0,-1 0 0,1 0 0,0 0 0,1-1 0,-1 0 0,0 0 0,1 0 0,0 0 0,-1-1 0,1 0 0,0 0 0,11 1 0,-15-3 0,0 0 0,-1 0 0,1 0 0,0 0 0,-1 0 0,1-1 0,0 1 0,0-1 0,-1 1 0,1-1 0,-1 0 0,1 1 0,-1-1 0,1 0 0,-1 0 0,1 0 0,-1 0 0,1 0 0,-1 0 0,0-1 0,0 1 0,0 0 0,0-1 0,1-1 0,0 0 0,-1 1 0,0-1 0,0 1 0,0-1 0,0 1 0,0-1 0,-1 0 0,1 0 0,-1 1 0,0-1 0,0 0 0,0 0 0,0 0 0,-1-3 0,-1 2 0,-1 8 0,-2 8 0,-3 33 0,2-1 0,-1 66 0,7-42 0,1-45 0,-1 1 0,-1 0 0,-1 0 0,-1 0 0,-7 24 0,10-46 0,-1 0 0,1 0 0,-1-1 0,1 1 0,-1 0 0,0 0 0,0-1 0,0 1 0,0-1 0,0 1 0,0-1 0,-1 1 0,1-1 0,0 0 0,-1 0 0,-1 2 0,1-3 0,1 1 0,0-1 0,-1 0 0,1 0 0,-1 0 0,1 1 0,0-2 0,-1 1 0,1 0 0,0 0 0,-1 0 0,1-1 0,0 1 0,-1 0 0,1-1 0,0 1 0,-1-1 0,1 0 0,0 1 0,0-1 0,0 0 0,-2-1 0,-8-7 0,0 0 0,0-1 0,1 0 0,-13-17 0,-12-13 0,11 17 0,-1-2 0,0-1 0,-26-36 0,36 33-1365,11 17-5461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24575,'10'6'0,"-1"1"0,0 0 0,-1 0 0,0 1 0,0 0 0,13 17 0,33 61 0,-21-30 0,-31-53 0,0 0 0,0 0 0,1 0 0,-1 0 0,1-1 0,-1 1 0,1-1 0,6 4 0,-8-5 0,-1-1 0,1 0 0,0 1 0,-1-1 0,1 0 0,0 0 0,-1 1 0,1-1 0,0 0 0,0 0 0,-1 0 0,1 0 0,0 0 0,0 0 0,-1 0 0,1 0 0,0-1 0,0 1 0,0 0 0,0-1 0,0 0 0,0 0 0,0 1 0,0-1 0,0 0 0,0 0 0,0 0 0,-1 0 0,1 0 0,0 0 0,-1 0 0,1 0 0,-1 0 0,1 0 0,-1-1 0,1 0 0,2-9 0,-1 1 0,0-1 0,-1 0 0,0 0 0,-1 0 0,-2-21 0,1 18 0,1 0 0,0 0 0,3-20 0,-3 32 0,0 1 0,0 0 0,0-1 0,1 1 0,-1 0 0,1-1 0,-1 1 0,1 0 0,-1 0 0,1 0 0,-1 0 0,1-1 0,0 1 0,0 0 0,0 0 0,0 0 0,0 0 0,0 1 0,2-3 0,-2 3 0,0 0 0,0 0 0,1-1 0,-1 1 0,0 0 0,1 0 0,-1 0 0,0 1 0,0-1 0,1 0 0,-1 0 0,0 1 0,0-1 0,1 0 0,-1 1 0,0 0 0,0-1 0,0 1 0,0 0 0,2 0 0,13 12 0,0-1 0,0 2 0,-2 0 0,18 22 0,-2-4 0,8 7-8,36 40-1349,-64-67-5469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228 680 24575,'-19'-7'0,"-9"-4"0,-1 2 0,1 0 0,-41-5 0,66 13 0,0 1 0,0 0 0,0-1 0,-1 1 0,1 1 0,0-1 0,0 0 0,0 1 0,0 0 0,-3 1 0,5-2 0,-1 1 0,1 0 0,0 0 0,0-1 0,0 1 0,0 0 0,0 0 0,0 0 0,0 0 0,0 0 0,1 0 0,-1 1 0,0-1 0,1 0 0,-1 0 0,1 0 0,-1 1 0,1-1 0,-1 0 0,1 1 0,0-1 0,0 0 0,0 1 0,0-1 0,0 2 0,-1 1 0,2 1 0,-1 0 0,0-1 0,1 1 0,0-1 0,0 1 0,0-1 0,1 0 0,-1 1 0,1-1 0,0 0 0,0 0 0,1 0 0,-1 0 0,1-1 0,0 1 0,0 0 0,5 4 0,-5-6 0,0 1 0,0-1 0,0 0 0,1 0 0,-1 0 0,1-1 0,-1 1 0,1-1 0,0 0 0,-1 0 0,1 0 0,0 0 0,0-1 0,0 1 0,0-1 0,0 0 0,0 0 0,-1-1 0,1 1 0,0-1 0,0 0 0,4-1 0,-5 1 0,0 0 0,-1 0 0,1-1 0,-1 1 0,1-1 0,-1 0 0,1 1 0,-1-1 0,0 0 0,0-1 0,0 1 0,0 0 0,0 0 0,-1-1 0,4-4 0,-1-3 0,0 1 0,0-1 0,2-11 0,-4 13 0,-3 12 0,1 0 0,0 0 0,1-1 0,-1 1 0,0 0 0,1 0 0,0 0 0,0-1 0,2 6 0,-1-3 0,0 0 0,1-1 0,-1 1 0,1-1 0,0 0 0,8 9 0,-6-9 0,0 0 0,1 0 0,-1-1 0,1 1 0,0-1 0,1-1 0,-1 1 0,0-1 0,1-1 0,0 1 0,0-1 0,0 0 0,11 2 0,-13-4 0,0 1 0,0-1 0,-1 0 0,1 0 0,0-1 0,-1 1 0,1-1 0,0 0 0,-1-1 0,1 1 0,-1-1 0,1 0 0,-1 0 0,0 0 0,0 0 0,0-1 0,0 1 0,0-1 0,-1 0 0,1-1 0,5-5 0,-3 0 0,0 0 0,0-1 0,-1 1 0,-1-1 0,1 0 0,-1 0 0,-1-1 0,0 1 0,-1-1 0,3-18 0,-2-10 0,-3-63 0,0 100 0,-4-62 0,-2 1 0,-3-1 0,-3 2 0,-2-1 0,-34-89 0,46 148 0,1 0 0,-1 1 0,0-1 0,0 0 0,0 1 0,-5-6 0,7 9 0,0 0 0,0-1 0,-1 1 0,1 0 0,0 0 0,0 0 0,-1-1 0,1 1 0,0 0 0,-1 0 0,1 0 0,0-1 0,-1 1 0,1 0 0,0 0 0,-1 0 0,1 0 0,0 0 0,-1 0 0,1 0 0,0 0 0,-1 0 0,1 0 0,0 0 0,-1 0 0,1 0 0,0 0 0,-1 0 0,1 0 0,-1 1 0,0 0 0,0 0 0,1 0 0,-1 0 0,0 0 0,1 0 0,-1 0 0,0 0 0,1 0 0,-1 0 0,1 0 0,0 1 0,-1-1 0,1 0 0,0 2 0,-3 12 0,0 1 0,2 0 0,0 28 0,8 49 0,-3-60 0,2 20 0,3 0 0,3-1 0,1 0 0,41 98 0,-48-136-124,0-1 0,0-1 0,1 1 0,1-1 0,0-1 0,0 1-1,2-1 1,-1-1 0,1 0 0,15 12 0,-11-12-6702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24 24575,'-3'-2'0,"0"-1"0,-1 1 0,0-1 0,1 1 0,-1 0 0,0 0 0,0 1 0,0-1 0,0 1 0,-1 0 0,-5-1 0,8 2 0,0 0 0,0 0 0,0 0 0,0 0 0,-1 1 0,1-1 0,0 1 0,0-1 0,0 1 0,0 0 0,0 0 0,0 0 0,0 0 0,0 0 0,1 0 0,-1 0 0,0 1 0,0-1 0,1 1 0,-1-1 0,1 1 0,0 0 0,-1-1 0,0 4 0,-2 2 0,1-1 0,0 1 0,0 0 0,1 0 0,0 1 0,1-1 0,-1 0 0,1 1 0,1-1 0,-1 1 0,1-1 0,1 1 0,-1-1 0,3 10 0,0 1 0,1 1 0,2-1 0,-1 0 0,13 25 0,-11-30 0,1 0 0,0-1 0,12 14 0,6 10 0,-26-36 0,1 0 0,-1 1 0,0-1 0,0 1 0,1-1 0,-1 0 0,0 1 0,0-1 0,0 1 0,1-1 0,-1 1 0,0-1 0,0 1 0,0-1 0,0 1 0,0-1 0,0 1 0,0-1 0,0 1 0,0-1 0,0 1 0,0-1 0,-1 1 0,1-1 0,0 1 0,0-1 0,0 1 0,-1-1 0,1 1 0,0-1 0,0 1 0,-1-1 0,1 0 0,0 1 0,-1-1 0,1 0 0,-1 1 0,1-1 0,0 0 0,-1 1 0,1-1 0,-1 0 0,1 0 0,-1 0 0,1 1 0,-1-1 0,0 0 0,-4 2 0,0-1 0,-1 0 0,-9 1 0,8-1 0,-12 2-1365,2-1-5461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60 24575,'2'-2'0,"-1"-1"0,1 0 0,-1 1 0,1-1 0,-1 0 0,0 0 0,0 0 0,0 0 0,-1 0 0,1-5 0,-1 7 0,0 0 0,0 0 0,0 0 0,0 0 0,0 0 0,-1 0 0,1 0 0,0 0 0,-1 0 0,1 0 0,-1 0 0,1 0 0,-1 0 0,1 1 0,-1-1 0,0 0 0,1 0 0,-1 1 0,0-1 0,0 1 0,1-1 0,-1 0 0,0 1 0,0-1 0,0 1 0,0 0 0,0-1 0,0 1 0,0 0 0,0-1 0,0 1 0,1 0 0,-1 0 0,0 0 0,0 0 0,0 0 0,-2 0 0,0 0 0,-1 0 0,0 1 0,1 0 0,-1-1 0,1 1 0,-1 0 0,1 1 0,-1-1 0,1 0 0,0 1 0,0 0 0,-1 0 0,1 0 0,0 0 0,1 0 0,-1 1 0,-4 4 0,-1 3 0,0-1 0,0 1 0,-11 21 0,6-5 0,1 0 0,2 0 0,0 1 0,2 0 0,1 0 0,1 1 0,2 0 0,-2 39 0,5-31 0,1 1 0,2-1 0,2 0 0,1 0 0,2-1 0,13 40 0,-8-40 0,2-1 0,2-1 0,1 0 0,1-1 0,2-1 0,1 0 0,1-2 0,2-1 0,1 0 0,1-2 0,49 39 0,-69-61-455,1 1 0,12 6 0,-6-6-6371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4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48 24575,'-12'-7'0,"-1"0"0,1 1 0,-1 1 0,-1 0 0,1 1 0,-1 0 0,0 1 0,0 0 0,0 2 0,0-1 0,0 2 0,0 0 0,-19 2 0,30-1 0,-1-1 0,1 1 0,-1 0 0,1 1 0,0-1 0,-1 0 0,1 1 0,0 0 0,0 0 0,0 0 0,0 0 0,1 0 0,-1 1 0,-4 4 0,-1 4 0,0 0 0,-11 20 0,0-1 0,12-19 0,0 0 0,0 0 0,1 1 0,1 0 0,-1 0 0,2 0 0,0 0 0,1 1 0,0 0 0,0-1 0,2 1 0,0 0 0,0 0 0,1 0 0,0 0 0,4 20 0,-2-26 0,0 0 0,1 0 0,-1 0 0,1 0 0,1-1 0,-1 1 0,1-1 0,0 0 0,1 0 0,-1 0 0,1-1 0,1 0 0,9 9 0,5 0 0,1 0 0,38 19 0,-52-29 0,14 6 0,0 0 0,0-2 0,1-1 0,0-1 0,0 0 0,0-2 0,44 3 0,-61-7-151,0 0-1,0 0 0,0 0 0,0-1 1,0 0-1,0 0 0,0 0 1,9-4-1,-3-1-6674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5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24575,'2'12'0,"0"-1"0,6 19 0,0-5 0,53 228 0,-38-158 0,-21-83 0,1 0 0,1 0 0,0-1 0,9 19 0,-3-56 0,-9 20 0,1-1 0,0 0 0,0 1 0,1-1 0,0 1 0,0 0 0,1 0 0,7-10 0,-9 13 0,0 1 0,0 0 0,0 0 0,0 0 0,1 0 0,-1 1 0,1-1 0,-1 0 0,1 1 0,0 0 0,0 0 0,-1 0 0,1 0 0,0 0 0,0 0 0,0 1 0,0-1 0,0 1 0,0 0 0,0 0 0,0 0 0,0 0 0,3 1 0,13 4 0,0 1 0,-1 1 0,0 1 0,-1 0 0,19 12 0,-26-14 0,9 4-273,0 1 0,-1 2 0,0-1 0,20 20 0,-29-22-6553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52 24575,'-4'-10'0,"4"6"0,-2 0 0,1 0 0,0 0 0,-1 0 0,0 0 0,0 0 0,0 1 0,-5-7 0,9 34 0,16 61 0,15 93 0,-32-169 0,0 1 0,1-1 0,5 15 0,-6-21 0,0-1 0,0 0 0,0 1 0,0-1 0,1 0 0,-1 0 0,1 0 0,-1 0 0,1 0 0,0 0 0,-1 0 0,1-1 0,0 1 0,0-1 0,1 1 0,-1-1 0,0 0 0,4 2 0,12 2 0,1-1 0,1 0 0,35 1 0,-14-2 0,27 4 0,127-6 0,-174-3-1365,-5-1-5461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24575,'0'31'0,"3"14"0,0 2 0,1-1 0,1-7 0,0-4 0,2-7 0,-1-1 0,-1-5 0,2-2 0,-2-3 0,0-3-8191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85 24575,'-6'-7'0,"2"7"0,4 1 0,0-1 0,0 1 0,-1 0 0,1-1 0,0 1 0,0 0 0,0-1 0,0 1 0,0 0 0,0 0 0,0-1 0,0 1 0,0 0 0,1-1 0,-1 1 0,0 0 0,0-1 0,0 1 0,1 0 0,5 9 0,-5-7 0,0-1 0,1 1 0,-1-1 0,0 1 0,0-1 0,0 1 0,0 4 0,-1-6 0,0 0 0,0 0 0,0 0 0,-1 0 0,1 0 0,0 0 0,0 0 0,-1 0 0,1 0 0,-1 0 0,1 0 0,-1 0 0,1 0 0,-1 0 0,0 0 0,1 0 0,-1-1 0,0 1 0,0 0 0,1-1 0,-1 1 0,0 0 0,0-1 0,-1 2 0,-3 0 0,1 0 0,-1 0 0,0-1 0,1 1 0,-1-1 0,0 0 0,0-1 0,0 1 0,0-1 0,-9 0 0,0-1 0,0 0 0,-22-6 0,31 6 0,-4-1 0,1 0 0,-1 0 0,1-1 0,-15-7 0,22 9 0,-1 0 0,1 1 0,-1-1 0,1 0 0,0 0 0,0 0 0,-1 0 0,1-1 0,0 1 0,0 0 0,0 0 0,0-1 0,1 1 0,-1 0 0,0-1 0,0 1 0,1-1 0,-1 1 0,1-1 0,-1 1 0,1-1 0,0 1 0,0-1 0,0 0 0,0 1 0,0-1 0,0 1 0,0-1 0,0 0 0,0 1 0,1-1 0,-1 1 0,2-3 0,-1 0 5,1 0 0,0 0 0,0 1 0,0-1 0,0 1 0,1-1 0,-1 1 0,1 0 0,0 0 0,0 0 0,0 1 0,0-1-1,1 1 1,-1 0 0,7-4 0,3 1-155,0 0-1,1 0 0,17-3 1,-10 3-692,-8 2-5984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137 127 24575,'-8'-13'0,"-2"-3"0,-1 0 0,0 0 0,-1 1 0,-26-26 0,37 40 0,0 0 0,0 0 0,0 0 0,0 1 0,0-1 0,0 0 0,-1 1 0,1-1 0,0 0 0,0 1 0,-1 0 0,1-1 0,0 1 0,0 0 0,-2-1 0,2 2 0,0-1 0,0 0 0,1 0 0,-1 0 0,0 0 0,1 1 0,-1-1 0,0 0 0,1 1 0,-1-1 0,1 1 0,-1-1 0,0 0 0,1 1 0,-1-1 0,1 1 0,-1 0 0,1-1 0,-1 1 0,1 0 0,-2 3 0,0 0 0,0 1 0,1-1 0,0 0 0,0 1 0,0-1 0,0 9 0,-1 19 6,1 0 0,7 56 0,20 65-794,-6-57 726,5-1 0,5-1 0,3-1-1,52 100 1,-82-185 307,1-1-1,0 0 0,7 8 1,-10-13-308,1-1 0,-1 1 0,0-1-1,1 0 1,-1 1 0,1-1 0,-1 0 0,1 0 0,-1 0 0,1 0 0,0 0 0,-1-1 0,1 1 0,0 0-1,0-1 1,0 1 0,0-1 0,-1 0 0,5 1 0,2-3-6763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297 209 24575,'-18'-27'0,"-8"-10"0,1 0 0,1 5 0,3 6 0,2 8 0,2 6 0,1 3 0,2 4 0,-3 1 0,-1 3 0,-2 0 0,0 1 0,-2 1 0,3-1-8191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24575,'17'36'0,"22"75"0,0 41 0,-38-149 0,1 6 0,0 0 0,0 0 0,-1 1 0,0 16 0,-1-26 0,0 0 0,0 0 0,0 0 0,0 0 0,0 0 0,0 0 0,0 0 0,0 0 0,0 0 0,0 0 0,0 0 0,0 1 0,0-1 0,0 0 0,0 0 0,0 0 0,0 0 0,0 0 0,0 0 0,0 0 0,0 0 0,0 0 0,0 0 0,0 0 0,0 0 0,0 0 0,0 1 0,0-1 0,0 0 0,0 0 0,0 0 0,0 0 0,0 0 0,0 0 0,0 0 0,0 0 0,0 0 0,0 0 0,-1 0 0,1 0 0,0 0 0,0 0 0,0 0 0,0 0 0,0 0 0,0 0 0,0 0 0,0 0 0,0 0 0,0 0 0,0 0 0,0 0 0,0 0 0,-1 0 0,1 0 0,0 0 0,0 0 0,0 0 0,0 0 0,0 0 0,0 0 0,0 0 0,0 0 0,0 0 0,0 0 0,0 0 0,-4-6 0,-2-10 0,6 11 0,-1 0 0,1 0 0,-1 0 0,1 1 0,1-1 0,-1 0 0,1 0 0,1-5 0,-2 9 0,0 0 0,1 0 0,-1-1 0,1 1 0,-1 0 0,1 0 0,-1 0 0,1 0 0,0 0 0,-1 0 0,1 0 0,0 0 0,0 1 0,0-1 0,-1 0 0,1 0 0,0 0 0,0 1 0,0-1 0,1 1 0,-1-1 0,0 1 0,0-1 0,0 1 0,0 0 0,0-1 0,1 1 0,-1 0 0,0 0 0,0 0 0,0 0 0,1 0 0,-1 0 0,0 0 0,0 0 0,0 0 0,0 1 0,2 0 0,6 1 0,-1 2 0,0-1 0,0 1 0,0 0 0,0 1 0,-1 0 0,0 0 0,9 8 0,49 54 0,-58-60 0,-3-2 0,23 29 0,-26-33 0,1 1 0,-1 0 0,0 0 0,0 0 0,0 1 0,0-1 0,-1 0 0,1 0 0,0 0 0,-1 1 0,0-1 0,1 0 0,-1 1 0,0-1 0,-1 3 0,1-4 0,0 0 0,0 0 0,-1 0 0,1 0 0,0-1 0,-1 1 0,1 0 0,-1 0 0,1-1 0,-1 1 0,1 0 0,-1-1 0,0 1 0,1 0 0,-1-1 0,0 1 0,0-1 0,1 1 0,-3 0 0,1 0 0,0 0 0,-1 0 0,1-1 0,-1 1 0,0-1 0,-4 1 0,-2-1 0,0 0 0,0-1 0,-9-2 0,-7-3 0,0-1 0,1-1 0,-44-21 0,66 28-136,0 1-1,0-1 1,1 0-1,-1 0 1,0-1-1,1 1 1,-1 0-1,1-1 0,-2-1 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47 24575,'-2'0'0,"-1"0"0,0 0 0,0 0 0,1 1 0,-1-1 0,0 1 0,1 0 0,-1 0 0,0 0 0,1 0 0,-1 0 0,1 1 0,0-1 0,-4 4 0,5-4 0,-1 0 0,1 0 0,0 1 0,0-1 0,0 0 0,1 1 0,-1-1 0,0 1 0,0-1 0,1 1 0,-1-1 0,1 1 0,0-1 0,-1 1 0,1-1 0,0 1 0,0 0 0,0-1 0,0 1 0,0 0 0,0-1 0,0 1 0,1-1 0,-1 1 0,0 0 0,2 1 0,1 4 0,0 0 0,0-1 0,1 0 0,0 0 0,0 0 0,0 0 0,1 0 0,0-1 0,0 0 0,0 0 0,1 0 0,0-1 0,0 1 0,0-1 0,0-1 0,0 1 0,1-1 0,0-1 0,0 1 0,0-1 0,0 0 0,0 0 0,0-1 0,0 0 0,11 0 0,-16-1 0,0 0 0,0 0 0,0-1 0,0 1 0,0 0 0,-1-1 0,1 1 0,0-1 0,0 0 0,0 0 0,0 1 0,-1-1 0,1 0 0,0-1 0,-1 1 0,1 0 0,-1 0 0,0-1 0,3-2 0,-3 2 0,0 0 0,0 0 0,0 0 0,0-1 0,0 1 0,-1 0 0,1-1 0,-1 1 0,0-1 0,1 1 0,-1-1 0,0 1 0,-1-4 0,0-4 0,-1 1 0,0 0 0,-1 0 0,0 0 0,-1 0 0,-8-16 0,9 20-76,0 0 1,0-1-1,-1 1 0,1 1 0,-1-1 0,0 0 0,-1 1 0,1 0 1,-1 0-1,0 0 0,0 0 0,0 1 0,0 0 0,-1 0 1,1 0-1,-1 1 0,-10-3 0,4 3-6750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148 100 24575,'-16'-1'0,"1"-1"0,-29 3 0,40-1 0,0 1 0,1-1 0,-1 1 0,0 0 0,1 0 0,-1 0 0,0 0 0,1 0 0,-1 1 0,1 0 0,0 0 0,-1 0 0,1 0 0,0 0 0,0 1 0,1-1 0,-4 4 0,5-4 0,0-1 0,0 0 0,0 1 0,1-1 0,-1 1 0,0-1 0,1 0 0,-1 1 0,1 0 0,-1-1 0,1 1 0,0-1 0,0 1 0,0-1 0,0 1 0,0 0 0,0-1 0,0 1 0,0-1 0,1 3 0,0-2 0,0 1 0,1-1 0,-1 1 0,0-1 0,1 0 0,-1 0 0,1 0 0,0 0 0,0 0 0,0 0 0,2 2 0,1 0 0,0-1 0,0 0 0,0 0 0,0 0 0,1 0 0,-1-1 0,1 0 0,0 0 0,-1 0 0,8 0 0,-9-1 0,-1-1 0,1 0 0,-1 0 0,1 0 0,-1-1 0,1 1 0,-1-1 0,1 0 0,-1 0 0,0 0 0,1 0 0,-1-1 0,0 1 0,0-1 0,0 0 0,0 0 0,0 0 0,-1 0 0,1 0 0,0-1 0,-1 1 0,0-1 0,0 0 0,0 0 0,0 0 0,0 0 0,0 0 0,1-5 0,0 1 0,0 0 0,-1-1 0,0 1 0,-1-1 0,0 0 0,0 0 0,0 1 0,-1-1 0,0 0 0,-1 0 0,-2-15 0,2 20-80,-1-1 0,1 0-1,-1 0 1,1 1 0,-1-1-1,0 1 1,-1 0 0,1 0-1,0-1 1,-1 1 0,0 1 0,0-1-1,0 0 1,0 1 0,0-1-1,-4-1 1,-3-2-6746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24575,'15'25'0,"8"14"0,2 7 0,-3 1 0,-3 0 0,-2-3 0,-4-1 0,-4-3 0,-1-4 0,-2-2 0,-2-5 0,-2-2 0,-1-4 0,-1-2 0,0-3 0,0-2 0,-1-3-8191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5 24575,'-3'-1'0,"0"0"0,1 0 0,-1 0 0,0 1 0,0 0 0,0-1 0,0 1 0,0 0 0,1 0 0,-1 1 0,0-1 0,0 1 0,0-1 0,0 1 0,-3 1 0,4-1 0,0 0 0,1 0 0,-1 0 0,0 1 0,1-1 0,-1 0 0,1 1 0,0-1 0,-1 1 0,1-1 0,0 1 0,0 0 0,0 0 0,0-1 0,0 1 0,1 0 0,-1 0 0,0 0 0,1 0 0,0 0 0,-1 0 0,1 0 0,0 2 0,0-1 0,0 0 0,0-1 0,0 1 0,0 0 0,1 0 0,-1 0 0,1-1 0,0 1 0,-1 0 0,1-1 0,1 1 0,-1-1 0,0 1 0,1-1 0,1 3 0,0-2 0,0 1 0,0-1 0,0 0 0,1 0 0,-1-1 0,1 1 0,0-1 0,7 4 0,-2-2 0,0-1 0,0 0 0,0-1 0,0 0 0,0 0 0,0-1 0,1 0 0,13 0 0,-16-2-91,0 0 0,0 0 0,0 0 0,-1-1 0,1 0 0,-1 0 0,1-1 0,-1 0 0,0 0 0,0 0 0,0-1 0,0 0 0,-1 0 0,7-7 0,-4 4-6735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24575,'29'14'0,"-1"2"0,-1 1 0,0 1 0,-1 1 0,-1 2 0,-1 0 0,-1 2 0,-1 0 0,32 44 0,-31-34 0,-1 2 0,-1 1 0,-2 0 0,-2 1 0,-1 1 0,-2 1 0,10 45 0,-20-66 0,-1 0 0,0 0 0,-1-1 0,-2 27 0,0-34 0,-1-1 0,0 1 0,-1-1 0,0 0 0,-1 1 0,0-1 0,0 0 0,-1-1 0,0 1 0,-6 8 0,-2 0-455,-1 0 0,-29 28 0,23-26-6371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4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1785 62 24575,'1'-1'0,"0"0"0,0-1 0,0 1 0,0 0 0,0-1 0,0 1 0,0 0 0,0 0 0,0 0 0,1 0 0,-1 0 0,0 0 0,1 0 0,1 0 0,9-8 0,-11 8 0,-1 1 0,1-1 0,0 1 0,-1-1 0,1 0 0,-1 0 0,1 1 0,-1-1 0,1 0 0,-1 0 0,0 1 0,1-1 0,-1 0 0,0 0 0,0 0 0,0 0 0,1 0 0,-1 0 0,0-1 0,-1 1 0,1 1 0,0-1 0,-1 1 0,1 0 0,0-1 0,-1 1 0,1-1 0,0 1 0,-1 0 0,1-1 0,-1 1 0,1 0 0,-1-1 0,1 1 0,-1 0 0,1 0 0,-1 0 0,1-1 0,-1 1 0,1 0 0,-1 0 0,-1 0 0,-4-1 0,0 1 0,0 0 0,-13 2 0,18-2 0,-72 6 0,-92-6 0,74-1 0,81 1 0,-21 1 0,1-2 0,-47-8 0,43 5 0,0 1 0,0 1 0,-36 4 0,6-1 0,-291-1 0,343 1 0,0 1 0,-23 4 0,6 0 0,-2 1 0,19-5 0,0 1 0,-21 0 0,-276-2 0,145-2 0,155 1-341,1 1 0,0 0-1,-11 3 1,6-1-6485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6.5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1265 172 24575,'-20'0'0,"-12"1"0,0-2 0,-48-8 0,59 6 0,0 1 0,-24 1 0,23 1 0,-38-6 0,-63-5 0,37 4 0,-141 1 0,155 7 0,52 0 0,-37 7 0,14-2 0,0 1 0,23-4 0,-35 2 0,25-4 0,16 0 0,0-1 0,0 0 0,0-1 0,-16-3 0,28 3 0,1 1 0,-1-1 0,0 1 0,1-1 0,-1 0 0,1 1 0,-1-1 0,1 0 0,-2-1 0,2 1 0,1 1 0,-1-1 0,1 1 0,0-1 0,-1 1 0,1-1 0,0 1 0,-1-1 0,1 1 0,0-1 0,-1 1 0,1-1 0,0 0 0,0 1 0,0-1 0,0 1 0,0-1 0,0-1 0,0 1 0,1-1 0,-1 0 0,1 1 0,-1-1 0,1 1 0,0 0 0,0-1 0,0 1 0,0 0 0,0-1 0,0 1 0,0 0 0,0 0 0,0 0 0,0 0 0,1 0 0,-1 0 0,3-1 0,153-81 0,-121 65 0,-26 12 0,-10 6 0,0 0 0,0 0 0,0 0 0,0 0 0,0 0 0,0 0 0,0 0 0,0 0 0,0 0 0,0 0 0,0 0 0,0 0 0,0-1 0,0 1 0,0 0 0,0 0 0,0 0 0,0 0 0,0 0 0,0 0 0,0 0 0,0 0 0,0 0 0,0 0 0,0 0 0,0 0 0,0 0 0,0 0 0,0 0 0,0 0 0,0 0 0,0-1 0,0 1 0,0 0 0,0 0 0,0 0 0,0 0 0,0 0 0,0 0 0,0 0 0,0 0 0,-1 0 0,1 0 0,0 0 0,0 0 0,0 0 0,0 0 0,0 0 0,0 0 0,0 0 0,0 0 0,0 0 0,0 0 0,0 0 0,0 0 0,0 0 0,0 0 0,0 0 0,0 0 0,0 0 0,-1 0 0,1 0 0,0 0 0,0 0 0,0 0 0,0 0 0,0 0 0,-19 5 0,-10 7 0,1 1 0,0 2 0,-46 32 0,67-42 0,-1-1 0,-14 6 0,16-7 0,0-1 0,1 0 0,0 1 0,-1 0 0,1 1 0,0-1 0,-5 5 0,10-7 0,-1 0 0,0 0 0,1 0 0,-1 0 0,1 0 0,-1 0 0,1-1 0,0 1 0,-1 0 0,1 0 0,0 0 0,0 0 0,0 0 0,0 0 0,0 0 0,0 1 0,0-1 0,0 0 0,0 0 0,0 0 0,0 0 0,1 0 0,-1 0 0,0-1 0,1 1 0,-1 0 0,1 0 0,-1 0 0,1 0 0,-1 0 0,1 0 0,0-1 0,-1 1 0,1 0 0,1 1 0,2 1 0,-1 0 0,1 0 0,0 0 0,0 0 0,0-1 0,6 3 0,17 6 0,2-2 0,-1-1 0,32 4 0,32 9 0,-63-14-105,-16-4 182,0 0-1,20 8 0,-30-10-163,0 0-1,0 1 0,-1-1 1,1 1-1,-1-1 1,1 1-1,-1 0 0,0 0 1,0 0-1,0 0 1,0 0-1,0 1 0,0-1 1,0 1-1,-1-1 1,3 6-1,0 3-6738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369 184 24575,'7'-1'0,"0"0"0,1 0 0,-2 0 0,1-1 0,0 0 0,0-1 0,0 1 0,11-8 0,-17 10 0,-1-1 0,1 1 0,-1 0 0,1-1 0,-1 1 0,1-1 0,-1 1 0,0 0 0,1-1 0,-1 1 0,0-1 0,1 1 0,-1-1 0,0 1 0,1-1 0,-1 1 0,0-1 0,0 0 0,0 1 0,0-1 0,0 1 0,1-1 0,-1 1 0,0-1 0,0 0 0,0 1 0,-1-1 0,1 1 0,0-1 0,0 0 0,0 1 0,0-1 0,0 1 0,-1-1 0,1 1 0,0-1 0,-1 1 0,1-1 0,0 1 0,-1-1 0,1 1 0,0-1 0,-1 1 0,1 0 0,-1-1 0,1 1 0,-1 0 0,0-1 0,-3-2 0,-1 0 0,1 0 0,-1 0 0,-5-2 0,7 4 0,-40-17 0,-81-22 0,67 24 0,-107-26 0,153 40 0,-1 1 0,16 7 0,18 7 0,213 116 0,-93-51 0,-142-77 0,10 4 0,0 1 0,-1 0 0,15 12 0,-22-16 0,-1 0 0,1-1 0,0 1 0,-1 0 0,1 0 0,-1 1 0,0-1 0,1 0 0,-1 0 0,1 3 0,-2-3 0,0-1 0,0 0 0,1 0 0,-1 0 0,0 1 0,0-1 0,0 0 0,-1 0 0,1 0 0,0 1 0,0-1 0,-1 0 0,1 0 0,0 0 0,-1 0 0,1 0 0,-1 0 0,0 0 0,1 0 0,-1 0 0,0 0 0,-1 1 0,1 0 0,-1 0 0,0-1 0,0 1 0,-1-1 0,1 0 0,0 1 0,0-1 0,-1 0 0,1 0 0,0-1 0,-1 1 0,-2 0 0,-34 4 0,19-3 0,-59 5 0,-29 4 0,93-8 0,0 0 0,0 2 0,1-1 0,0 2 0,-17 8 0,10-3-1365,4-2-5461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8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149 150 24575,'-6'1'0,"1"0"0,0 0 0,0 0 0,0 1 0,0 0 0,1 0 0,-1 0 0,0 0 0,1 1 0,-8 6 0,10-8 0,0 1 0,1 0 0,-1-1 0,1 1 0,0 0 0,0 0 0,0 0 0,0 0 0,0 0 0,0 1 0,0-1 0,0 0 0,1 0 0,0 0 0,-1 1 0,1-1 0,0 0 0,0 1 0,0-1 0,0 0 0,0 0 0,1 1 0,-1-1 0,1 0 0,-1 0 0,3 5 0,6 13 0,1 0 0,2 0 0,0-1 0,0 0 0,25 26 0,-16-19 0,26 41 0,-45-59 0,-9-11 0,-12-12 0,17 13 0,-19-16 0,0-1 0,1-2 0,1 0 0,1-1 0,1-1 0,1 0 0,1-1 0,1-1 0,-19-47 0,29 63 0,1-1 0,1 1 0,0-1 0,0 0 0,1 0 0,0 1 0,0-1 0,1 0 0,3-19 0,-3 25 0,1 0 0,0 1 0,0-1 0,0 0 0,1 1 0,-1-1 0,1 1 0,0 0 0,0 0 0,0-1 0,0 1 0,0 0 0,1 1 0,-1-1 0,1 0 0,0 1 0,0 0 0,0-1 0,0 1 0,0 0 0,0 0 0,1 1 0,-1-1 0,1 1 0,-1 0 0,1 0 0,-1 0 0,8-1 0,-2 1 0,-1 1 0,1 0 0,0 0 0,0 1 0,0 0 0,-1 1 0,1-1 0,0 2 0,-1-1 0,1 1 0,-1 1 0,0-1 0,0 1 0,-1 1 0,1 0 0,-1 0 0,7 6 0,-12-9 0,0-1 0,-1 1 0,1 0 0,-1 0 0,1 1 0,-1-1 0,0 0 0,0 0 0,1 1 0,-2-1 0,1 0 0,0 1 0,0-1 0,-1 1 0,0-1 0,1 1 0,-1-1 0,0 1 0,0 0 0,0-1 0,-1 5 0,0-4 0,0 0 0,0 0 0,-1 0 0,1-1 0,-1 1 0,1 0 0,-1 0 0,0-1 0,0 1 0,0-1 0,0 1 0,0-1 0,-1 0 0,1 0 0,-1 0 0,-4 2 0,-117 60-1365,115-59-5461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0 24575,'-2'3'0,"-1"-1"0,1 1 0,0 0 0,0-1 0,0 1 0,1 0 0,-1 0 0,1 0 0,-1 1 0,1-1 0,0 0 0,0 0 0,-1 7 0,2-1 0,0-1 0,0 1 0,3 16 0,0 9 0,-2-33 0,-1 0 0,0 0 0,0 1 0,0-1 0,0 0 0,0 0 0,0 0 0,-1 0 0,1 0 0,0 0 0,0 0 0,-1 0 0,1 0 0,0 0 0,-1-1 0,1 1 0,-1 0 0,0 0 0,1 0 0,-1 0 0,0-1 0,1 1 0,-1 0 0,0 0 0,0-1 0,0 1 0,1-1 0,-1 1 0,0-1 0,0 1 0,0-1 0,0 1 0,0-1 0,0 0 0,0 0 0,0 1 0,0-1 0,0 0 0,0 0 0,0 0 0,0 0 0,0 0 0,0 0 0,-2-1 0,-4 0 0,-1-1 0,1 0 0,1 0 0,-1-1 0,-7-3 0,7 3 0,-74-38 0,72 36 0,1 0 0,-1-1 0,1-1 0,0 1 0,1-1 0,-12-14 0,18 20 0,1 1 0,-1-1 0,1 0 0,-1 1 0,0-1 0,1 0 0,0 0 0,-1 0 0,1 1 0,0-1 0,-1 0 0,1 0 0,0 0 0,0 0 0,0 1 0,-1-1 0,1 0 0,0 0 0,0 0 0,0 0 0,1 0 0,-1 0 0,0 0 0,0 1 0,0-1 0,1 0 0,-1 0 0,0 0 0,1 0 0,-1 1 0,1-1 0,-1 0 0,1 1 0,-1-1 0,1 0 0,-1 1 0,1-1 0,0 0 0,-1 1 0,1-1 0,0 1 0,0-1 0,-1 1 0,1 0 0,0-1 0,0 1 0,0 0 0,0-1 0,0 1 0,5-2 0,0 0 0,0 1 0,-1 0 0,1 0 0,0 0 0,7 1 0,4 1-45,-1 1 0,0 0 0,28 9 0,-19-5-1140,-10-2-5641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5 24575,'-62'-4'0,"55"4"0,0 0 0,0 1 0,0 0 0,-1 0 0,1 1 0,-8 3 0,13-5 0,1 1 0,0-1 0,0 0 0,0 1 0,0 0 0,0-1 0,0 1 0,0-1 0,0 1 0,0 0 0,0 0 0,0-1 0,1 1 0,-1 0 0,0 0 0,0 0 0,1 0 0,-1 0 0,1 0 0,-1 0 0,0 2 0,1-1 0,0-1 0,0 0 0,0 1 0,0-1 0,0 0 0,1 0 0,-1 1 0,0-1 0,1 0 0,-1 0 0,1 0 0,-1 1 0,1-1 0,0 0 0,-1 0 0,3 1 0,1 4 0,1-1 0,0-1 0,1 1 0,-1-1 0,12 8 0,129 66 0,-141-76 0,0 2 0,0-1 0,0 1 0,0-1 0,7 9 0,-11-11 0,0-1 0,-1 1 0,1 0 0,-1 0 0,1-1 0,-1 1 0,1 0 0,-1 0 0,1-1 0,-1 1 0,0 0 0,1 0 0,-1 0 0,0 0 0,0 0 0,0 0 0,0-1 0,0 1 0,0 0 0,0 0 0,0 0 0,0 0 0,0 0 0,0 0 0,0 0 0,-1-1 0,1 1 0,0 0 0,-1 0 0,1 0 0,-1-1 0,1 1 0,-1 0 0,1 0 0,-1-1 0,1 1 0,-1 0 0,0-1 0,1 1 0,-1-1 0,0 1 0,0-1 0,1 1 0,-1-1 0,0 1 0,0-1 0,-1 1 0,-6 2 0,0 0 0,0-1 0,0 0 0,0 0 0,-1-1 0,1 0 0,-17 0 0,-5 0 0,-18 3-82,-26 3 277,63-6-491,0 1 1,1 1-1,-1 0 1,-16 7-1,19-5-6530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314 188 24575,'-14'-10'0,"-46"-36"0,-2 3 0,-68-35 0,126 76 0,1 0 0,0 1 0,-1-1 0,1 1 0,-1 0 0,0 0 0,-4 0 0,8 1 0,-1 0 0,1 0 0,-1 0 0,0 0 0,1 0 0,-1 0 0,1 0 0,-1 1 0,1-1 0,-1 0 0,0 0 0,1 1 0,-1-1 0,1 0 0,-1 0 0,1 1 0,-1-1 0,1 1 0,-1 0 0,0 0 0,1-1 0,-1 1 0,1 0 0,0 0 0,-1 0 0,1 0 0,0 0 0,0 0 0,0 0 0,0 0 0,0 0 0,0 0 0,0 0 0,0 0 0,0 0 0,0 1 0,4 13 0,1 0 0,0 0 0,1-1 0,1 0 0,16 26 0,-1 1 0,53 102 0,32 67 0,-75-142 0,38 74 0,-68-139-113,-1-1 43,-1-1 1,1 1-1,0-1 1,0 1-1,-1-1 1,1 1-1,0-1 1,1 0-1,-1 1 0,0-1 1,0 0-1,0 0 1,1 0-1,-1 0 1,1 0-1,-1 0 1,3 1-1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30 24575,'-33'-5'0,"-15"-1"0,-5-1 0,4 2 0,5 2 0,8 0 0,8 2 0,8 3 0,5 2 0,5 1 0,5 4 0,5 2 0,5 0 0,5 0 0,2-2 0,0-2-8191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99 279 24575,'21'33'0,"-20"-30"0,-3-3 0,-5-5 0,-8-10 0,-1-7 0,1-1 0,-15-29 0,9 14 0,19 34 0,0-1 0,-1 1 0,2-1 0,-1 1 0,-2-10 0,4 14 0,0-1 0,0 0 0,0 0 0,0 1 0,0-1 0,0 0 0,0 0 0,0 1 0,0-1 0,0 0 0,0 0 0,1 1 0,-1-1 0,0 0 0,0 1 0,1-1 0,-1 0 0,1 0 0,0 0 0,0 1 0,0-1 0,-1 1 0,1-1 0,0 1 0,0 0 0,0-1 0,-1 1 0,1 0 0,0 0 0,0 0 0,0 0 0,0 0 0,0 0 0,0 0 0,-1 0 0,1 0 0,0 0 0,0 0 0,1 1 0,13 2 0,27 12 0,3 0 0,-15-7 0,52 6 0,-72-12 0,0-2 0,0 0 0,0 0 0,0 0 0,0-2 0,0 1 0,0-1 0,0 0 0,12-6 0,-19 7 0,0 0 0,0-1 0,0 0 0,0 0 0,-1 1 0,1-1 0,-1-1 0,1 1 0,-1 0 0,0-1 0,0 1 0,0-1 0,0 0 0,0 0 0,0 1 0,-1-1 0,0 0 0,1 0 0,-1-1 0,0 1 0,0 0 0,-1 0 0,1 0 0,-1-1 0,0 1 0,1 0 0,-2-1 0,1 1 0,0 0 0,0-1 0,-1 1 0,0 0 0,0 0 0,0 0 0,0-1 0,0 1 0,-1 0 0,1 1 0,-1-1 0,0 0 0,0 0 0,-3-3 0,2 3 0,1 0 0,-1 1 0,0 0 0,0 0 0,0 0 0,0 0 0,0 0 0,0 0 0,-1 1 0,1-1 0,0 1 0,-7-1 0,9 2 0,0-1 0,-1 1 0,1 0 0,-1 0 0,1 0 0,0 0 0,-1 1 0,1-1 0,0 0 0,-1 1 0,1-1 0,0 0 0,-1 1 0,1 0 0,0-1 0,0 1 0,-1 0 0,1-1 0,0 1 0,0 0 0,0 0 0,0 0 0,0 0 0,0 0 0,0 0 0,1 1 0,-1-1 0,0 0 0,1 0 0,-1 0 0,0 1 0,1-1 0,0 0 0,-1 1 0,1 1 0,-1 1 0,0-1 0,1 1 0,0 0 0,0-1 0,0 1 0,1-1 0,-1 1 0,1 0 0,-1-1 0,1 1 0,0-1 0,1 0 0,-1 1 0,1-1 0,-1 0 0,1 0 0,0 0 0,0 0 0,0 0 0,1 0 0,-1 0 0,5 3 0,2 2 0,0 0 0,1 0 0,1-1 0,-1 0 0,14 6 0,4-1 0,58 17 0,-51-18 0,-25-9-341,0 1 0,0-1-1,19 1 1,-16-3-6485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32 24575,'-30'-8'0,"-40"-11"0,60 17 0,1 1 0,-1 0 0,1 0 0,-1 1 0,-11 1 0,19-1 0,0 0 0,0 1 0,0-1 0,0 1 0,0-1 0,0 1 0,0-1 0,0 1 0,0 0 0,0 0 0,1 0 0,-1 0 0,0 0 0,1 1 0,-1-1 0,1 0 0,-1 1 0,1-1 0,-2 3 0,2-2 0,0 0 0,0 1 0,0-1 0,1 0 0,-1 0 0,1 1 0,-1-1 0,1 0 0,0 1 0,0-1 0,0 0 0,0 1 0,0-1 0,1 4 0,2 2 0,-1 1 0,1-1 0,0 0 0,1 0 0,0 0 0,0 0 0,10 12 0,-8-13 0,0 0 0,1 0 0,1 0 0,-1-1 0,1 0 0,16 9 0,-1-3 0,34 14 0,-56-26 0,1 1 0,-1 0 0,1-1 0,-1 1 0,0-1 0,1 1 0,0-1 0,-1 0 0,1 0 0,-1 0 0,1 0 0,-1 0 0,1 0 0,-1 0 0,1 0 0,-1-1 0,1 1 0,-1 0 0,1-1 0,1 0 0,-1-1 0,-1 1 0,0 0 0,0 0 0,0-1 0,0 1 0,0-1 0,0 1 0,-1-1 0,1 1 0,0-1 0,-1 1 0,1-1 0,-1 0 0,0 1 0,1-1 0,-1 0 0,0 1 0,0-4 0,-1-7 0,0 0 0,-1 0 0,-1 0 0,1 0 0,-2 1 0,0-1 0,-9-18 0,6 12 0,57 129 0,79 129 0,-106-200 0,-13-20 0,2-1 0,18 25 0,-29-43-136,0 0-1,0 0 1,0 1-1,0-1 1,0 0-1,-1 0 1,1 1-1,0-1 0,0 2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24575,'23'-23'0,"4"-10"0,-2 1-8191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9 24575,'-7'-2'0,"-6"-1"0,0-1-8191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0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35 24575,'-30'-12'0,"23"9"0,0 0 0,0 0 0,-1 1 0,1 0 0,-15-2 0,-31 3 0,39 1 0,-1 0 0,1-1 0,-18-3 0,33 5 0,33 6 0,1-1 0,38 1 0,-53-6 0,0 0 0,28 6 0,-13-3 0,0-1 0,69-3 0,-40-2 0,1332 2 0,-1445 0-1365,30 0-5461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1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255 123 24575,'-117'10'0,"40"-4"0,70-5 0,-7-1 0,14-2 0,8-4 0,15-8 0,1 2 0,38-13 0,54-13 0,-70 24 0,32-3 0,-21 5 0,-155 38 0,-150 61 0,220-76 0,18-8 0,0 0 0,1 1 0,0 1 0,-12 7 0,19-10 0,0-1 0,0 1 0,1 0 0,-1 0 0,1 0 0,-1 0 0,1 0 0,0 0 0,0 0 0,0 0 0,0 1 0,0-1 0,0 0 0,1 1 0,-1-1 0,1 1 0,0-1 0,-1 0 0,1 1 0,0-1 0,1 1 0,-1-1 0,0 0 0,1 1 0,-1-1 0,1 1 0,0-1 0,1 3 0,-1-1 0,1-1 0,-1 1 0,1 0 0,0-1 0,0 1 0,1-1 0,-1 0 0,1 0 0,-1 0 0,1 0 0,0 0 0,0 0 0,0-1 0,1 1 0,-1-1 0,5 2 0,12 2 0,1-1 0,-1-1 0,1 0 0,34 0 0,-12 0 0,-23-3 0,34 6 0,-47-6 0,-1 0 0,0 1 0,0 0 0,0 0 0,12 6 0,-9 1 118,-9-9-159,0 0 0,0 1-1,0-1 1,0 0 0,0 1 0,0-1 0,0 0-1,0 1 1,0-1 0,0 0 0,0 0 0,0 1-1,0-1 1,0 0 0,0 1 0,0-1 0,-1 0-1,1 0 1,0 1 0,0-1 0,0 0 0,0 0-1,-1 1 1,1-1 0,0 0 0,0 0 0,-1 1 0,1-1-1,0 0 1,0 0 0,-1 0 0,1 0 0,0 0-1,0 1 1,-1-1 0,-7 3-6785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1 207 24575,'25'-58'0,"19"-68"0,-43 122 0,6-13 0,-7 17 0,0 0 0,0 0 0,0-1 0,0 1 0,0 0 0,0 0 0,0 0 0,0 0 0,0 0 0,0 0 0,0 0 0,0 0 0,0 0 0,0 0 0,0 0 0,1 0 0,-1 0 0,0 0 0,0 0 0,0 0 0,0-1 0,0 1 0,0 0 0,0 0 0,0 0 0,0 0 0,1 0 0,-1 0 0,0 0 0,0 0 0,0 0 0,0 0 0,0 0 0,0 0 0,0 1 0,0-1 0,0 0 0,1 0 0,-1 0 0,0 0 0,0 0 0,0 0 0,0 0 0,0 0 0,0 0 0,0 0 0,0 0 0,4 11 0,0 12 0,-2 1 0,-1-1 0,-2 41 0,0-14 0,0 538 0,1-1196 0,9 846 0,0-164 0,-3-33 0,-2 2 0,-2 68 0,-11-54 0,3-28 0,5-24 10,0-1 0,0 0 0,-1 0 0,1 1 0,-1-1 0,0 0 0,0-1 0,0 1 0,-1 0 0,0-1 0,-5 6 0,3-3-258,-1-1 1,0 0-1,-1 0 1,1-1-1,-12 7 1,7-6-6579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19 24575,'-3'-1'0,"-28"-13"0,29 13 0,-1 1 0,1-1 0,0 1 0,0-1 0,0 1 0,0 0 0,0 0 0,-1 0 0,1 0 0,0 0 0,0 0 0,-4 2 0,5-2 0,1 0 0,-1 1 0,0-1 0,1 1 0,-1-1 0,0 1 0,1-1 0,-1 1 0,1-1 0,-1 1 0,1-1 0,-1 1 0,1 0 0,0-1 0,-1 1 0,1 0 0,0-1 0,-1 1 0,1 0 0,0 0 0,0-1 0,0 1 0,0 0 0,0 0 0,0-1 0,0 1 0,0 0 0,0 0 0,0 0 0,0-1 0,0 1 0,0 0 0,1-1 0,-1 1 0,0 0 0,1 1 0,2 4 0,-1 1 0,1-1 0,5 7 0,-4-6 0,3 9 0,-1 0 0,0 0 0,-1 1 0,4 25 0,7 25 0,-16-66 0,0 0 0,1 0 0,-1 0 0,0-1 0,0 1 0,1 0 0,-1 0 0,0 0 0,1-1 0,-1 1 0,1 0 0,-1 0 0,1-1 0,-1 1 0,1 0 0,-1-1 0,1 1 0,0-1 0,-1 1 0,1 0 0,0-1 0,0 0 0,-1 1 0,1-1 0,0 1 0,0-1 0,0 0 0,0 0 0,0 1 0,1-2 0,-1 1 0,0-1 0,1 1 0,-1-1 0,0 0 0,0 1 0,0-1 0,1 0 0,-1 0 0,0 0 0,0 0 0,0 0 0,0 0 0,-1 0 0,1 0 0,0 0 0,1-3 0,21-38 0,-2 0 0,19-56 0,-29 71 0,-11 26 0,1-1 0,-1 1 0,1 0 0,0-1 0,-1 1 0,1 0 0,0 0 0,0 0 0,0 0 0,1-1 0,-2 1 0,0 1 0,1 0 0,-1 0 0,0 0 0,0 0 0,1 0 0,-1 0 0,0-1 0,0 1 0,1 0 0,-1 0 0,0 0 0,1 0 0,-1 0 0,0 0 0,0 0 0,1 0 0,-1 0 0,0 0 0,0 0 0,1 0 0,-1 1 0,0-1 0,1 0 0,-1 0 0,0 0 0,0 0 0,1 0 0,-1 1 0,0-1 0,2 2 0,0 1 0,0-1 0,0 1 0,0 0 0,-1-1 0,0 1 0,2 4 0,8 18 0,1-1 0,29 44 0,-35-60 0,1 1 0,1-1 0,-1 0 0,1 0 0,0-1 0,1 0 0,0-1 0,0 0 0,0 0 0,11 4 0,-8-7 0,-11-3 0,-1 0 0,0 0 0,0 0 0,0 0 0,0-1 0,0 1 0,1 0 0,-1 0 0,0 0 0,0 0 0,0 0 0,0 0 0,0-1 0,0 1 0,0 0 0,0 0 0,0 0 0,1 0 0,-1 0 0,0-1 0,0 1 0,0 0 0,0 0 0,0 0 0,0 0 0,0-1 0,0 1 0,0 0 0,0 0 0,0 0 0,0 0 0,0-1 0,-1 1 0,1 0 0,0 0 0,0 0 0,-1-2 0,1 0 0,-1 0 0,0 0 0,0 1 0,-1-1 0,1 0 0,0 1 0,-3-3 0,-8-5-1365,0 0-5461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1 181 24575,'32'6'0,"13"3"0,79 5 0,-121-14 0,0 0 0,0 0 0,1 0 0,-1-1 0,0 1 0,0-1 0,0 0 0,0 0 0,0 0 0,-1 0 0,1 0 0,0-1 0,0 1 0,-1-1 0,1 1 0,-1-1 0,3-3 0,1-1 0,-1 0 0,0-1 0,-1 0 0,8-14 0,-6 10 0,-4 8 0,5-10 0,11-27 0,-17 37 0,0 0 0,0-1 0,0 1 0,0-1 0,-1 1 0,1-1 0,-1 1 0,0-1 0,0 1 0,0-1 0,0 0 0,-1 1 0,-1-7 0,1 9 0,1 0 0,-1 0 0,1 0 0,-1 0 0,0 0 0,0 0 0,1 0 0,-1 0 0,0 0 0,0 0 0,0 0 0,0 0 0,0 0 0,0 1 0,0-1 0,0 0 0,-1 1 0,0-1 0,-1 0 0,0 0 0,0 1 0,0-1 0,0 1 0,0-1 0,0 1 0,-5 1 0,0 0 0,0 0 0,0 1 0,0 0 0,-14 5 0,17-4 0,0-1 0,1 1 0,-1-1 0,1 1 0,-1 0 0,1 1 0,0-1 0,1 1 0,-1 0 0,1 0 0,-1 0 0,1 0 0,1 1 0,-1-1 0,-4 10 0,6-11 0,0-1 0,0 1 0,1 0 0,-1 0 0,1-1 0,-1 1 0,1 0 0,0 0 0,0 0 0,0 0 0,0-1 0,1 1 0,-1 0 0,1 0 0,0 0 0,0-1 0,0 1 0,0 0 0,0-1 0,0 1 0,1-1 0,-1 0 0,1 1 0,0-1 0,0 0 0,0 0 0,0 0 0,0 0 0,0 0 0,5 2 0,10 6 0,0-1 0,1-1 0,0 0 0,0-2 0,1 0 0,33 6 0,-29-8 0,0-2 0,0 0 0,0-2 0,28-2 0,-47 2-54,-1-1-1,1 0 0,-1 0 1,1 0-1,-1 0 1,0 0-1,1-1 0,-1 1 1,0-1-1,0 0 1,0 0-1,0 0 0,0-1 1,0 1-1,-1 0 0,1-1 1,-1 0-1,0 0 1,0 0-1,0 0 0,0 0 1,0 0-1,-1 0 1,3-6-1,0-4-6771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5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56 24575,'-22'-12'0,"-31"-12"0,43 20 0,0 0 0,0 1 0,-1 1 0,1 0 0,-19-2 0,28 4 0,-1 0 0,0 0 0,1 0 0,-1 0 0,1 0 0,-1 0 0,1 0 0,-1 1 0,1-1 0,-1 1 0,1-1 0,-1 1 0,1-1 0,0 1 0,-1 0 0,1 0 0,0 0 0,-1 0 0,1 0 0,0 0 0,0 0 0,0 0 0,-1 2 0,1-1 0,0 0 0,1-1 0,-1 1 0,1 0 0,-1 0 0,1 0 0,0-1 0,0 1 0,0 0 0,0 0 0,0 0 0,0 0 0,1 0 0,-1-1 0,0 1 0,1 0 0,0 0 0,-1 0 0,2 1 0,5 10 0,0 1 0,1-2 0,1 1 0,0-1 0,0 0 0,1-1 0,1 0 0,-1-1 0,2 0 0,0-1 0,0 0 0,0-1 0,1 0 0,1-1 0,-1 0 0,1-1 0,0-1 0,0 0 0,1-1 0,-1-1 0,24 3 0,-36-6 0,1 1 0,-1-1 0,0 0 0,1-1 0,-1 1 0,1 0 0,-1-1 0,0 1 0,1-1 0,-1 0 0,0 1 0,0-1 0,0-1 0,1 1 0,-1 0 0,0 0 0,3-3 0,-4 2 0,0 1 0,0-1 0,1 0 0,-1 1 0,0-1 0,-1 0 0,1 0 0,0 0 0,0 1 0,-1-1 0,1 0 0,-1 0 0,0 0 0,1 0 0,-1 0 0,0 0 0,0 0 0,0 0 0,-1 0 0,1 0 0,-1-3 0,-2-3 0,0 0 0,0 1 0,0 0 0,-1 0 0,0 0 0,-1 0 0,1 1 0,-1-1 0,0 1 0,-1 0 0,0 1 0,-6-6 0,11 11 0,1-1 0,0 1 0,-1 0 0,1-1 0,0 1 0,-1 0 0,1-1 0,-1 1 0,1 0 0,0 0 0,-1 0 0,1-1 0,-1 1 0,1 0 0,-1 0 0,1 0 0,-1 0 0,1 0 0,-1 0 0,1 0 0,0 0 0,-1 0 0,1 0 0,-1 0 0,1 0 0,-1 0 0,1 0 0,-1 0 0,1 0 0,-1 1 0,1-1 0,0 0 0,-1 0 0,1 1 0,-1-1 0,0 1 0,0 0 0,1 1 0,-1-1 0,1 0 0,-1 1 0,1-1 0,-1 0 0,1 1 0,0-1 0,-1 1 0,1 1 0,0 7 0,0 0 0,1 13 0,5 8 0,1-1 0,2 0 0,0 0 0,22 43 0,13 44 0,-37-97 0,0 2 0,4 25 0,-10-41 0,0 0 0,0-1 0,-1 1 0,0-1 0,0 1 0,0 0 0,-1-1 0,0 1 0,0-1 0,-2 7 0,3-11 0,-1 1 0,0-1 0,1 0 0,-1 0 0,0 1 0,0-1 0,0 0 0,0 0 0,0 0 0,0 0 0,0 0 0,0 0 0,0 0 0,-1 0 0,1 0 0,0-1 0,-3 2 0,1-1 0,0 0 0,0 0 0,0-1 0,0 1 0,-1-1 0,1 0 0,0 0 0,-4 0 0,-2-2 0,1 1 0,-1-1 0,0 0 0,1-1 0,-11-5 0,11 5 0,0-2 0,0 1 0,0-1 0,0 0 0,1-1 0,-1 0 0,1 0 0,1 0 0,-12-15 0,16 18 0,0 0 0,0-1 0,0 1 0,0-1 0,1 1 0,-1-1 0,1 0 0,0 0 0,0 1 0,0-1 0,1 0 0,-1 0 0,1 0 0,0 0 0,0 0 0,0 0 0,1 0 0,0 0 0,-1 0 0,1 0 0,0 1 0,1-1 0,-1 0 0,1 1 0,3-7 0,0 4 10,0-1 0,0 1 0,0 0 0,1 0 0,0 0 0,0 1 0,1 0 0,-1 0 0,1 0 0,0 1 0,13-5 0,3-1-505,0 1 0,38-8 0,-46 13-6331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315 151 24575,'-49'-34'0,"-2"2"0,-90-40 0,136 69 0,-1 1 0,1 0 0,-1 1 0,0-1 0,0 1 0,-6-1 0,11 2 0,-1 0 0,1 0 0,0 0 0,0 1 0,0-1 0,0 0 0,0 0 0,0 1 0,0-1 0,0 0 0,0 1 0,0-1 0,0 1 0,0 0 0,0-1 0,0 1 0,0 0 0,0-1 0,0 1 0,1 0 0,-1 0 0,0 0 0,1 0 0,-1 0 0,0 0 0,1 0 0,-1 0 0,1 0 0,0 0 0,-1 0 0,1 0 0,0 0 0,-1 0 0,1 0 0,0 0 0,0 1 0,0-1 0,0 1 0,0 7 0,1-1 0,-1 0 0,2 0 0,-1 1 0,1-1 0,4 13 0,23 48 0,-16-40 0,75 194 0,-27-62 0,-19-44 0,-15-35 0,-26-80 0,7 14 0,-8-15 0,0-1 0,0 0 0,0 0 0,0 0 0,0 0 0,0 0 0,0 0 0,1 0 0,-1 0 0,0 0 0,0 0 0,0 0 0,0 0 0,0 0 0,0 0 0,0 0 0,0 0 0,1 0 0,-1 0 0,0 0 0,0 0 0,0 0 0,0 0 0,0 0 0,0 0 0,0 0 0,1 0 0,-1 0 0,0 0 0,0 0 0,0 0 0,0 0 0,0 0 0,0 0 0,0 0 0,0-1 0,0 1 0,1 0 0,-1 0 0,0 0 0,0 0 0,4-10 0,4-13 0,15-28 0,-12 27 0,10-32 0,-18 49 0,-2 0 0,1 0 0,-1 0 0,0-1 0,0 1 0,-1 0 0,0-1 0,0 1 0,-2-9 0,1 13 0,0 1 0,1-1 0,-1 1 0,0-1 0,0 1 0,-1 0 0,1 0 0,0 0 0,-1-1 0,0 1 0,1 1 0,-1-1 0,0 0 0,0 0 0,0 1 0,0-1 0,0 1 0,0-1 0,0 1 0,-1 0 0,1 0 0,0 0 0,-1 0 0,1 0 0,-5 0 0,-5-1 0,0 0 0,-1 1 0,1 1 0,-13 0 0,11 0 0,-2 0 0,-16 1 0,-31 3 0,54-3 0,0 0 0,1 1 0,0 0 0,-1 1 0,1 0 0,0 0 0,0 1 0,-12 7 0,19-11 0,0 1 0,0-1 0,1 1 0,-1-1 0,1 1 0,-1-1 0,0 1 0,1-1 0,-1 1 0,1 0 0,-1-1 0,1 1 0,-1 0 0,1-1 0,0 1 0,-1 0 0,1-1 0,0 1 0,-1 0 0,1 0 0,0 0 0,0 0 0,0 0 0,0 0 0,1 0 0,-1-1 0,0 1 0,1 0 0,-1-1 0,0 1 0,1 0 0,-1-1 0,1 1 0,-1-1 0,1 1 0,-1-1 0,1 1 0,0-1 0,-1 1 0,1-1 0,1 1 0,2 1 0,1 0 0,0 0 0,0 0 0,0-1 0,8 2 0,-8-2-195,0 0 0,0-1 0,0 0 0,0 0 0,0 0 0,10-1 0,-5-3-6631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23 291 24575,'15'25'0,"-11"-18"0,0 1 0,1-1 0,0 0 0,8 8 0,-13-15 0,0 0 0,0 1 0,0-1 0,1 0 0,-1 1 0,0-1 0,0 0 0,1 0 0,-1 0 0,0 1 0,0-1 0,1 0 0,-1 0 0,0 0 0,1 0 0,-1 0 0,0 1 0,1-1 0,-1 0 0,0 0 0,1 0 0,-1 0 0,0 0 0,1 0 0,-1 0 0,0 0 0,1 0 0,-1 0 0,1 0 0,-1 0 0,1-1 0,3-9 0,-3-17 0,-3 16 0,-1-1 0,0 0 0,-1 0 0,-1 1 0,1 0 0,-2 0 0,1 0 0,-11-13 0,5 5 0,-11-25 0,21 43 0,1 1 0,0 0 0,0-1 0,-1 1 0,1-1 0,0 1 0,0 0 0,0-1 0,0 1 0,0-1 0,0 1 0,0-1 0,0 1 0,0-1 0,0 1 0,0-1 0,0 1 0,0 0 0,0-1 0,0 1 0,0-1 0,0 1 0,0-1 0,1 0 0,-1 1 0,1 0 0,-1 0 0,1-1 0,-1 1 0,1 0 0,-1 0 0,0 0 0,1 0 0,-1 0 0,1 0 0,-1 0 0,1 0 0,-1 0 0,1 0 0,-1 0 0,1 0 0,-1 0 0,1 0 0,-1 1 0,23 9 0,-2 2 0,1-1 0,0-2 0,1 0 0,-1-1 0,47 9 0,-63-16 0,-1 0 0,0 0 0,0-1 0,1 0 0,-1 0 0,0-1 0,1 1 0,-1-1 0,0 0 0,0-1 0,0 1 0,0-1 0,0 0 0,0 0 0,0-1 0,4-2 0,-6 2 0,1 0 0,-1 0 0,1 0 0,-1 0 0,0-1 0,0 1 0,-1-1 0,1 0 0,-1 0 0,1 0 0,-1 0 0,-1 0 0,1 0 0,0-1 0,-1 1 0,0-1 0,0 1 0,0-9 0,0 7 0,-1 0 0,0 0 0,-1 0 0,1 0 0,-1 0 0,0 0 0,-1 1 0,1-1 0,-4-8 0,3 11 0,1 0 0,-1 0 0,0 0 0,0 0 0,0 0 0,0 1 0,0-1 0,-1 1 0,1-1 0,-1 1 0,0 0 0,0 0 0,1 0 0,-1 0 0,0 0 0,-1 1 0,-4-2 0,6 2 0,0 1 0,1-1 0,-1 1 0,0 0 0,0-1 0,1 1 0,-1 0 0,0 0 0,0 1 0,1-1 0,-1 0 0,0 1 0,1-1 0,-1 1 0,0-1 0,1 1 0,-1 0 0,1-1 0,-1 1 0,1 0 0,-1 0 0,1 0 0,-1 0 0,1 1 0,0-1 0,0 0 0,0 1 0,-1-1 0,1 0 0,1 1 0,-1-1 0,0 1 0,0 0 0,0-1 0,0 3 0,-1 1 0,0 1 0,1-1 0,0 0 0,0 1 0,0-1 0,0 1 0,1-1 0,0 1 0,0-1 0,1 8 0,2-2 0,0 1 0,0-1 0,1 0 0,1 0 0,0 0 0,0-1 0,1 1 0,0-1 0,1-1 0,0 1 0,0-1 0,1 0 0,1-1 0,-1 0 0,1 0 0,1-1 0,-1 0 0,1-1 0,0 0 0,1 0 0,0-1 0,11 4 0,-15-7-91,0-1 0,1 1 0,-1-1 0,1 0 0,-1-1 0,1 1 0,-1-2 0,1 1 0,-1-1 0,1 0 0,-1 0 0,1-1 0,-1 0 0,12-6 0,-9 2-6735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24575,'-31'0'0,"0"1"0,0 1 0,0 2 0,-56 14 0,84-17 0,0-1 0,1 1 0,-1 0 0,0 1 0,1-1 0,-1 0 0,1 1 0,-1 0 0,1-1 0,0 1 0,0 0 0,-1 0 0,1 0 0,1 1 0,-4 3 0,4-4 0,0 0 0,1 0 0,-1 0 0,1 0 0,-1 0 0,1 0 0,0 0 0,0 1 0,0-1 0,0 0 0,0 0 0,0 0 0,1 0 0,-1 0 0,1 0 0,-1 0 0,1 0 0,0 0 0,0 0 0,0 0 0,0 0 0,1 2 0,3 2 0,-1 0 0,1-1 0,0 1 0,0-1 0,1 0 0,-1 0 0,1 0 0,0-1 0,1 0 0,-1 0 0,1-1 0,9 4 0,-12-5 0,1 0 0,0 0 0,0-1 0,-1 1 0,1-1 0,0-1 0,0 1 0,0-1 0,0 0 0,0 0 0,0 0 0,0 0 0,0-1 0,0 0 0,0 0 0,0-1 0,0 1 0,-1-1 0,7-3 0,-8 3 0,-1 0 0,1 0 0,-1-1 0,1 1 0,-1-1 0,0 0 0,0 0 0,0 0 0,-1 0 0,1 0 0,-1 0 0,1 0 0,-1 0 0,0-1 0,0 1 0,0 0 0,-1-1 0,1 1 0,-1-1 0,0 1 0,0 0 0,0-1 0,0 1 0,-1-1 0,1 1 0,-1-1 0,0 1 0,0 0 0,0 0 0,-1-1 0,-2-4 0,4 8 0,0 0 0,0-1 0,0 1 0,0 0 0,0-1 0,-1 1 0,1-1 0,0 1 0,0 0 0,-1-1 0,1 1 0,0 0 0,0 0 0,-1-1 0,1 1 0,0 0 0,-1 0 0,1-1 0,0 1 0,-1 0 0,1 0 0,0 0 0,-1 0 0,1-1 0,-1 1 0,1 0 0,0 0 0,-1 0 0,1 0 0,-1 0 0,1 0 0,0 0 0,-2 0 0,2 1 0,-1 0 0,1-1 0,-1 1 0,1 0 0,-1 0 0,1-1 0,-1 1 0,1 0 0,-1 0 0,1 0 0,0 0 0,0 0 0,-1 1 0,-3 32 0,4-14 0,1 1 0,0 0 0,2-1 0,6 26 0,-6-32 0,2 1 0,0-2 0,1 1 0,0-1 0,1 0 0,15 22 0,-20-32 0,9 13 0,1 0 0,0 0 0,2-1 0,-1-1 0,2 0 0,17 13 0,-44-35-1365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24575,'5'-13'0,"4"-4"0,1-1 0,-2 2-8191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9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24575,'5'-4'0,"0"1"0,0 0 0,0 0 0,1 0 0,0 1 0,-1-1 0,1 1 0,11-2 0,7 1 0,0 1 0,0 1 0,32 3 0,-5-1 0,128 0 0,274-2 0,-151-26 0,-283 24 0,0-1 0,-1-1 0,1-1 0,29-13 0,-38 15 0,0 1 0,0 1 0,0-1 0,17-1 0,-2 1 0,11-2 0,0 3 0,63 2 0,-33 2 0,-39-2 0,10 0 0,-26 0 0,-10 0 0,-3-1 0,-29-4 0,0-1 0,-45-16 0,-57-30 0,63 16 0,53 26 0,-1 0 0,-1 1 0,1 1 0,-31-9 0,48 17 0,1 0 0,-1 0 0,1-1 0,-1 1 0,0 0 0,1 0 0,-1 0 0,1 0 0,-1 0 0,0 0 0,1 0 0,-1 0 0,1 0 0,-1 1 0,0-1 0,0 0 0,1 0 0,0 1 0,0-1 0,0 0 0,0 0 0,-1 0 0,1 1 0,0-1 0,0 0 0,0 0 0,0 1 0,0-1 0,0 0 0,0 0 0,0 0 0,1 1 0,-1-1 0,0 0 0,0 0 0,0 0 0,0 1 0,0-1 0,0 0 0,0 0 0,0 0 0,0 1 0,1-1 0,-1 0 0,0 0 0,16 14 0,18 6 0,1-3 0,67 24 0,-41-18 0,16 6 0,-33-13 0,66 33 0,-109-49 0,0 1 0,0-1 0,0 1 0,0-1 0,0 1 0,0-1 0,0 1 0,0 0 0,0-1 0,-1 1 0,1 0 0,0 0 0,-1-1 0,1 1 0,0 0 0,-1 0 0,1 0 0,-1 0 0,1 0 0,-1 0 0,0 0 0,1 0 0,-1 0 0,0 1 0,0-1 0,0 1 0,-1-1 0,1 0 0,-1 0 0,1 0 0,-1 0 0,0 0 0,1 0 0,-1 1 0,0-2 0,0 1 0,1 0 0,-1 0 0,0 0 0,0 0 0,0 0 0,-1 0 0,-7 4 0,0 0 0,0 0 0,-17 5 0,25-9 0,-25 7 0,0-1 0,-38 5 0,38-8 0,0 1 0,-43 14 0,53-12-431,-26 16-1,38-21-70,-8 5-6324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1.0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1402 47 24575,'-8'-6'0,"0"0"0,-1 1 0,0 1 0,0-1 0,0 2 0,0-1 0,0 1 0,-1 0 0,-14-1 0,9 2 0,1 1 0,-1 1 0,0 0 0,0 1 0,-24 4 0,-31 6 0,0-3 0,-100-2 0,91-7 0,-116 2 0,162 1 0,1 2 0,0 1 0,-45 13 0,31-1 0,33-12 0,-1 1 0,0-2 0,0 0 0,0-1 0,-1 0 0,-17 0 0,4-2 0,0-2 0,-50-8 0,55 5-315,-1 2 1,-40 1-1,58 1-106,-7 1-6405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1264 30 24575,'-82'-13'0,"-1"4"0,-119 1 0,170 9 0,-46 8 0,-4 1 0,-143 0 0,223-10 0,-32 0 0,0 0 0,1 2 0,-63 12 0,47-3 0,-92 8 0,67-9-1365,57-8-5461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1 24575,'-30'0'0,"-12"0"0,-3 2 0,8 1-8191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5:59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1804 45 24575,'-33'0'0,"-248"9"0,-38-1 0,214-9 0,-368-19 0,310 10 0,73 5 0,-168-6 0,242 12 0,10-1 0,-1 0 0,0 0 0,0 0 0,0-1 0,0 0 0,-12-3 0,19 4 0,0 0 0,-1 0 0,1 0 0,0 0 0,0 0 0,0 0 0,-1 0 0,1 0 0,0 0 0,0 0 0,0 0 0,-1-1 0,1 1 0,0 0 0,0 0 0,0 0 0,-1 0 0,1 0 0,0 0 0,0-1 0,0 1 0,0 0 0,0 0 0,-1 0 0,1 0 0,0-1 0,0 1 0,0 0 0,0 0 0,0 0 0,0-1 0,0 1 0,0 0 0,0-1 0,7-1 0,13 0 0,231 1 0,-120 2 0,119 6-338,-33 1 64,349-8 274,-288 0 0,-269 0 0,-6-1 0,-1 1 0,1 0 0,0 0 0,0 0 0,0 0 0,0 0 0,0 1 0,-1 0 0,1-1 0,0 1 0,0 0 0,3 2 0,-7-1 96,-6 1 114,-6-1 96,-49 4-306,-6 1 0,-123-4 0,136-10 0,34 4 0,-28-2 0,-12 5 0,-89-5 0,-286-4 0,378 11 0,0 3 0,-87 17 0,138-20-341,0 0 0,0 0-1,-9 4 1,4 1-6485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01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46 24575,'83'-17'-173,"1"4"-1,110-3 1,170 23-348,182 58 734,-521-61-180,-3-1-31,-1 0 1,1 2-1,29 10 0,-50-15 4,0 0 0,0 1 0,0-1 0,-1 0 0,1 1-1,0-1 1,-1 0 0,1 1 0,0-1 0,-1 1 0,1-1 0,0 1-1,-1-1 1,1 1 0,-1-1 0,1 1 0,-1 0 0,1-1-1,-1 1 1,1 1 0,-1-1 5,0-1 1,0 1-1,0-1 0,-1 0 0,1 1 1,0-1-1,0 1 0,-1-1 0,1 1 1,0-1-1,-1 0 0,1 1 0,-1-1 1,1 0-1,0 1 0,-1-1 1,1 0-1,-1 0 0,1 1 0,-1-1 1,1 0-1,-1 0 0,0 0 0,-5 3 88,-1-1-1,0-1 0,-9 2 0,-63 2-262,1-3 0,-89-9 0,44 1 51,-59-1 113,-302-6 0,242 23 101,212-7 271,5-2-339,1 2 0,-1 0 0,-42 13 0,65-16-33,0 1 0,0 0 0,1 0 0,-1-1 0,0 1 0,1 0 0,-1 0 0,1 1 0,0-1 0,-3 2 0,4-2 0,0-1 0,-1 0 0,1 0 0,0 0 0,0 0 0,0 1 0,0-1 0,0 0 0,0 0 0,0 0 0,0 1 0,0-1 0,0 0 0,0 0 0,0 1 0,0-1 0,0 0 0,0 0 0,0 0 0,0 1 0,0-1 0,0 0 0,0 0 0,0 0 0,0 1 0,0-1 0,0 0 0,0 0 0,1 0 0,-1 0 0,0 1 0,0-1 0,13 5 0,-1-5 0,0 0 0,0 0 0,0-1 0,0-1 0,14-3 0,3 0 0,354-33-475,3 24-129,-230 10 792,211-1-183,-3 29-77,-351-23 72,-9 0 0,1-1 0,0 0 0,0 1 0,0 0 0,0 0 0,-1 1 0,1-1 0,-1 1 0,1 0 0,5 4 0,-9-6 13,-1 0-1,0 0 1,0 0 0,0 1-1,1-1 1,-1 0-1,0 0 1,0 0 0,0 1-1,0-1 1,1 0-1,-1 0 1,0 1-1,0-1 1,0 0 0,0 0-1,0 1 1,0-1-1,0 0 1,0 1 0,0-1-1,0 0 1,0 0-1,0 1 1,0-1 0,0 0-1,0 0 1,0 1-1,0-1 1,0 0-1,0 1 1,0-1 0,-1 0-1,1 0 1,0 0-1,0 1 1,0-1 0,0 0-1,0 0 1,-1 1-1,1-1 1,0 0 0,0 0-1,-1 0 1,1 0-1,0 1 1,0-1-1,0 0 1,-1 0 0,1 0-1,-15 6 246,-1-1-242,1-2 0,-1 0 0,-27 1 0,-51-3-27,69-2 16,-353-20-544,60 0 124,-187 24-791,460 1-4825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3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24575,'0'4'0,"1"-1"0,0 1 0,0 0 0,0-1 0,0 1 0,3 4 0,1 5 0,7 27 0,5 42 0,11 34 0,-17-82 0,25 89 0,-47-149-1365,5 11-5461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24575,'30'-8'0,"15"-2"0,5 1 0,-4 1 0,-4 2 0,-7 3 0,-5 1 0,-4 1 0,-5 1 0,-3 1 0,-4-1-8191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24575,'22'0'0,"11"-3"0,1 0 0,-1 0 0,-5 0 0,-5 1 0,-3 1 0,-2 1 0,-3-1 0,-3 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24575,'39'88'0,"43"89"0,-69-152 0,0-1 0,33 43 0,-45-67-118,-2-3 156,-7-13 162,-12-18-1685,12 20-5341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24575,'20'-16'0,"9"-4"0,5 1 0,-1 4 0,-1 4 0,-4 2 0,-3 2 0,-4 2 0,-1 2 0,-1 2 0,-3 3 0,-8 2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3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24575,'31'7'0,"11"3"0,2 0 0,-4-3 0,-6 1 0,-7-1 0,-6-2 0,-3-2 0,-2-1 0,-4-3 0,-5-5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24575,'6'24'0,"1"-1"0,1 0 0,2-1 0,16 31 0,-17-39 0,-2-1 0,1 0 0,1 0 0,0 0 0,1-1 0,0-1 0,19 17 0,6 3 0,-35-31-3,0 0 0,0 0 0,0 0 0,-1 0 0,1 0 0,0 0 0,0 0 1,0 0-1,0 0 0,0 0 0,0 0 0,0 0 0,0 0 0,0 0 0,0 0 0,0 0 0,0 0 0,0 0 0,0 0 0,0 0 0,0 0 0,0 0 0,0 0 0,0 0 0,0 0 0,-8-5 195,-11-8-1672,9 4-5346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44 24575,'-49'-8'0,"-209"-27"0,244 34-5,-1 1-1,1 1 0,-1 0 1,-17 4-1,-54 19 143,53-14-874,-35 5 0,51-12-6089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24575,'2'13'0,"2"6"0,-1 3 0,0 0 0,-2-2 0,1-1 0,1-1 0,0-2 0,3-3 0,0-1 0,1-3 0,3-1 0,1-1 0,-1-4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29 24575,'-3'-10'0,"0"-1"0,0 5 0,0 4 0,1 7 0,1 3 0,0 2-8191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 24575,'-66'41'0,"59"-36"0,1 0 0,0 0 0,0 0 0,0 1 0,1 0 0,0 1 0,-7 9 0,11-13 0,-1-1 0,1 1 0,0-1 0,0 1 0,1-1 0,-1 1 0,0 0 0,1-1 0,0 1 0,-1 0 0,1-1 0,0 1 0,1 0 0,-1-1 0,1 4 0,0-1 0,1-1 0,-1 1 0,1-1 0,0 1 0,0-1 0,1 0 0,5 8 0,2 0 0,1-1 0,0 1 0,1-2 0,14 11 0,85 50 0,-96-62 0,-14-9 0,1 1 0,-1 0 0,0 0 0,0 0 0,1 0 0,-1 0 0,0 0 0,0 0 0,0 0 0,0 0 0,0 0 0,0 2 0,0-2 0,-1-1 0,0 0 0,0 0 0,0 1 0,0-1 0,0 0 0,0 0 0,0 1 0,0-1 0,0 0 0,0 0 0,0 0 0,0 1 0,0-1 0,0 0 0,-1 0 0,1 1 0,0-1 0,0 0 0,0 0 0,0 0 0,0 1 0,0-1 0,-1 0 0,1 0 0,0 0 0,0 1 0,-1-1 0,-11 4 0,-25-2 0,-57-3 0,29-1 0,20 2-1365,32 0-5461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228 133 24575,'-29'-23'0,"-92"-63"0,116 82 0,0 1 0,-1 0 0,1 0 0,-1 0 0,0 1 0,-9-3 0,14 5 0,0 0 0,0-1 0,0 1 0,0 0 0,0 0 0,0 0 0,0 0 0,0 1 0,0-1 0,0 0 0,0 0 0,0 0 0,0 1 0,0-1 0,0 1 0,0-1 0,0 1 0,-1 0 0,1 0 0,0 0 0,0 0 0,0 1 0,0-1 0,1 0 0,-1 0 0,0 1 0,1-1 0,-1 1 0,1-1 0,0 0 0,-1 1 0,1-1 0,0 1 0,0-1 0,0 1 0,0 1 0,0 8 0,1 0 0,0 0 0,1 0 0,0 0 0,1 0 0,4 11 0,28 63 0,-28-69 0,148 280 0,7 16 0,-156-299 0,13 32 0,-18-41 0,0-1 0,0 0 0,-1 1 0,1-1 0,-1 1 0,1-1 0,-1 1 0,0-1 0,0 1 0,-2 5 0,2-8 0,0 0 0,0-1 0,0 1 0,0-1 0,0 1 0,0-1 0,-1 1 0,1-1 0,0 1 0,0-1 0,-1 1 0,1-1 0,0 1 0,-1-1 0,1 1 0,0-1 0,-1 0 0,1 1 0,-1-1 0,1 0 0,-1 1 0,1-1 0,-1 0 0,1 0 0,-1 1 0,1-1 0,-1 0 0,0 0 0,0 0 0,0 0 0,0 0 0,0 0 0,0-1 0,1 1 0,-1 0 0,0-1 0,0 1 0,0-1 0,0 1 0,1-1 0,-1 1 0,0-1 0,0 0 0,0 0 0,-2-3 0,-1 0 0,1 0 0,0 0 0,1 0 0,-4-6 0,3 1-195,0 0 0,1 0 0,0 0 0,0 0 0,1 0 0,0-11 0,1 5-6631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31 24575,'-20'-5'0,"-11"-2"0,-7 1 0,0 1 0,3 1 0,2 2 0,5 1 0,4 0 0,4 4 0,3 0 0,1 1 0,2-1 0,0 1 0,0 1 0,0-1 0,2-1-8191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29 24575,'-8'-3'0,"-4"-2"0,1 1 0,-1 0 0,0 1 0,0 0 0,0 1 0,0 0 0,-20 0 0,31 2 0,0 0 0,0 0 0,1 0 0,-1 0 0,0 0 0,0 0 0,1 0 0,-1 1 0,0-1 0,0 0 0,1 0 0,-1 1 0,0-1 0,1 0 0,-1 1 0,0-1 0,1 1 0,-1-1 0,0 0 0,1 1 0,-1 0 0,1-1 0,-1 1 0,1-1 0,-1 2 0,1-2 0,0 1 0,0 0 0,0 0 0,0 0 0,0 0 0,0 0 0,0 0 0,1-1 0,-1 1 0,0 0 0,0 0 0,1 0 0,-1 0 0,1-1 0,-1 1 0,1 0 0,0 1 0,4 4 0,0-1 0,0 1 0,9 6 0,-14-12 0,20 16 0,0 0 0,30 16 0,-43-27 0,2-1 0,-1 0 0,0-1 0,1 0 0,0 0 0,-1-1 0,1 0 0,0-1 0,0 0 0,10 0 0,-17-1 0,0 0 0,0 0 0,-1 0 0,1 0 0,0 0 0,0 0 0,-1-1 0,1 1 0,0 0 0,0-1 0,-1 0 0,1 1 0,-1-1 0,1 0 0,0 0 0,-1 0 0,0 0 0,1 0 0,-1 0 0,0-1 0,1 1 0,-1 0 0,0-1 0,0 1 0,0-1 0,0 1 0,0-1 0,0 1 0,-1-1 0,1 0 0,-1 1 0,1-1 0,-1 0 0,1 0 0,-1 1 0,0-1 0,0 0 0,0-3 0,0 0 0,-1 0 0,0 0 0,0 0 0,0 0 0,0 0 0,-1 1 0,0-1 0,0 0 0,0 1 0,-1 0 0,1-1 0,-7-7 0,8 11 0,-14-14 0,15 15 0,0-1 0,-1 1 0,1-1 0,-1 1 0,1-1 0,-1 1 0,1-1 0,-1 1 0,1 0 0,-1-1 0,1 1 0,-1 0 0,0 0 0,1-1 0,-1 1 0,1 0 0,-1 0 0,0 0 0,1 0 0,-1-1 0,0 1 0,0 0 0,1 2 0,0-1 0,0 0 0,0 0 0,0 1 0,0-1 0,0 0 0,0 0 0,1 1 0,-1-1 0,1 0 0,-1 0 0,1 2 0,0-1 0,2 4-91,0 0 0,1 0 0,-1 0 0,1-1 0,1 1 0,-1-1 0,1 0 0,0 0 0,0 0 0,0-1 0,0 0 0,1 0 0,0 0 0,7 3 0,-4-3-6735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275 1 24575,'-3'2'0,"0"1"0,0 0 0,0-1 0,1 1 0,-1 0 0,1 0 0,0 1 0,-1-1 0,1 0 0,1 1 0,-1 0 0,0-1 0,1 1 0,0 0 0,0-1 0,0 1 0,0 0 0,0 5 0,1-4 0,1-1 0,-1 1 0,1 0 0,0-1 0,0 1 0,0 0 0,1-1 0,-1 0 0,1 1 0,0-1 0,1 0 0,-1 0 0,1 0 0,5 7 0,4 2 0,1-1 0,18 15 0,-17-16 0,-1 0 0,18 21 0,-30-31 0,0 0 0,0-1 0,-1 1 0,1 0 0,0 0 0,-1 0 0,1 0 0,-1 0 0,1 0 0,-1 0 0,0 0 0,1 0 0,-1 0 0,0 0 0,0 0 0,1 0 0,-1 0 0,0 0 0,0 2 0,-1-2 0,1-1 0,-1 1 0,1 0 0,0-1 0,-1 1 0,1 0 0,-1-1 0,0 1 0,1-1 0,-1 1 0,1-1 0,-1 1 0,0-1 0,1 1 0,-1-1 0,0 0 0,0 1 0,1-1 0,-1 0 0,-1 1 0,-5 0 0,0 0 0,-1 0 0,1 0 0,-11-1 0,13 0 0,-88 2-682,-117 18-1,191-17-6143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9.5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24575,'149'237'0,"-78"-121"0,10 22 0,-12-17 0,-62-113 0,-6-12 0,-7-18 0,6 22 0,-12-47 0,-9-84 0,21 127 0,-1 0 0,1 0 0,-1 0 0,0 0 0,0 1 0,0-1 0,-1 0 0,1 1 0,-1-1 0,-3-4 0,3 6 0,1 1 0,-1-1 0,0 1 0,1-1 0,-1 1 0,0 0 0,0 0 0,0 0 0,0 0 0,0 0 0,-1 0 0,1 1 0,0-1 0,0 0 0,0 1 0,-1 0 0,1 0 0,-4 0 0,-15 0 30,0 1 0,0 1 0,-35 7 0,-59 25-1515,99-28-5341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24575,'31'28'0,"0"-1"0,2-2 0,1-1 0,56 29 0,-84-49 0,1-1 0,-1-1 0,1 1 0,0-1 0,0 0 0,0 0 0,0-1 0,0 0 0,0 0 0,11-1 0,-15 0 0,-1 0 0,0-1 0,0 1 0,0-1 0,1 1 0,-1-1 0,0 0 0,0 1 0,0-1 0,0 0 0,0 0 0,0-1 0,0 1 0,0 0 0,-1-1 0,1 1 0,0-1 0,-1 1 0,1-1 0,-1 0 0,0 0 0,0 0 0,1 1 0,-1-1 0,0-1 0,0 1 0,-1 0 0,1 0 0,0 0 0,-1 0 0,1 0 0,-1-1 0,0 1 0,0 0 0,0 0 0,0-4 0,-1 1 0,1 0 0,-1-1 0,0 1 0,0 0 0,-1 0 0,1 0 0,-1 0 0,0 0 0,-1 1 0,1-1 0,-1 1 0,0-1 0,0 1 0,0 0 0,-1 0 0,1 0 0,-1 1 0,-8-7 0,44 39 0,-25-24 0,1-1 0,-1 0 0,1 0 0,0-1 0,0 0 0,0-1 0,0 1 0,1-2 0,8 2 0,3-1 0,0-1 0,36-3 0,-50 2 0,1-1 0,-1-1 0,0 1 0,1-1 0,-1 0 0,0-1 0,0 1 0,0-1 0,0 0 0,9-7 0,-13 8 0,0 1 0,-1-1 0,1 1 0,0-1 0,-1 1 0,1-1 0,-1 0 0,1 0 0,-1 0 0,0 0 0,0 0 0,0 0 0,0 0 0,0 0 0,0 0 0,-1-1 0,1 1 0,-1 0 0,1-1 0,-1 1 0,0 0 0,0-1 0,0 1 0,0 0 0,0 0 0,-1-1 0,1 1 0,-1 0 0,1-1 0,-1 1 0,0 0 0,-2-4 0,0 2 9,1 0-1,-1 0 1,0 0-1,0 0 1,0 1 0,0 0-1,-1-1 1,0 1-1,1 0 1,-1 1-1,0-1 1,0 1-1,-8-4 1,4 3-221,0 0 0,0 1 0,-1 0-1,1 0 1,-1 1 0,-14 0 0,10 0-6614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1 24575,'-1'0'0,"-23"0"0,-28 4 0,46-4 0,-1 1 0,1 1 0,0-1 0,0 1 0,0 0 0,0 1 0,0-1 0,0 1 0,-8 6 0,12-8 0,1 0 0,0 0 0,-1 0 0,1 1 0,0-1 0,0 0 0,0 1 0,0-1 0,0 1 0,0-1 0,0 1 0,0-1 0,1 1 0,-1-1 0,0 1 0,1 0 0,0-1 0,-1 1 0,1 0 0,0 2 0,0-1 0,0-1 0,1 1 0,-1-1 0,1 1 0,0-1 0,0 1 0,0-1 0,0 1 0,0-1 0,1 0 0,-1 0 0,2 3 0,4 2 0,-1 0 0,1 0 0,0-1 0,0 0 0,1 0 0,11 6 0,-12-8 0,1 0 0,0 0 0,0 0 0,0-1 0,0 0 0,11 1 0,-15-3 0,-1 0 0,1-1 0,0 0 0,-1 0 0,1 0 0,0 0 0,0-1 0,-1 0 0,1 1 0,0-1 0,-1-1 0,1 1 0,-1 0 0,0-1 0,1 0 0,5-4 0,-5 4 0,0-1 0,-1-1 0,1 1 0,0 0 0,-1-1 0,0 0 0,0 0 0,0 0 0,-1 0 0,1 0 0,-1-1 0,0 1 0,0-1 0,-1 1 0,1-1 0,-1 0 0,0 1 0,0-1 0,-1 0 0,1 0 0,-1 0 0,0 0 0,-1-7 0,24 61 0,-19-42-227,0-1-1,0 1 1,1-1-1,0 0 1,7 7-1,-1-3-6598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3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24575,'139'147'0,"-136"-144"0,1 0 0,0 0 0,-1 0 0,1 0 0,0-1 0,0 0 0,1 0 0,-1 0 0,0 0 0,1-1 0,5 2 0,-8-3 0,0 0 0,0 1 0,0-1 0,0-1 0,-1 1 0,1 0 0,0 0 0,0-1 0,0 1 0,0-1 0,0 0 0,0 1 0,-1-1 0,1 0 0,0 0 0,0 0 0,-1 0 0,1 0 0,-1-1 0,1 1 0,-1 0 0,0-1 0,1 1 0,-1-1 0,0 0 0,0 1 0,0-1 0,0 0 0,0-1 0,2-3 0,-1 0 0,0 0 0,-1-1 0,0 1 0,0 0 0,0 0 0,-1-1 0,0 1 0,0-11 0,0-23 0,0 40 0,0 0 0,0 0 0,0 0 0,0 0 0,0 0 0,0 0 0,0 0 0,0 0 0,0 0 0,0 0 0,0-1 0,0 1 0,0 0 0,0 0 0,0 0 0,0 0 0,0 0 0,0 0 0,0 0 0,0 0 0,0 0 0,0 0 0,0 0 0,0 0 0,0 0 0,1 0 0,-1 0 0,0 0 0,0 0 0,0 0 0,0 0 0,0-1 0,0 1 0,0 0 0,0 0 0,0 0 0,0 0 0,0 0 0,0 0 0,0 0 0,0 0 0,0 0 0,0 0 0,0 0 0,0 0 0,0 0 0,0 0 0,1 0 0,-1 0 0,0 0 0,0 0 0,0 0 0,0 0 0,0 0 0,0 0 0,0 0 0,0 0 0,0 0 0,0 0 0,0 0 0,0 0 0,0 0 0,0 0 0,0 1 0,0-1 0,4 5 0,1 7 0,45 165 0,-18-60 0,7-9 0,0 2 0,-38-106 0,0-1 0,0 1 0,0 0 0,0-1 0,-1 1 0,0 0 0,0-1 0,0 6 0,0-7 0,-1-1 0,1 0 0,-1 0 0,1 0 0,-1 0 0,1 0 0,-1 0 0,1 0 0,-1 0 0,0 0 0,0 0 0,1 0 0,-1 0 0,0-1 0,0 1 0,0 0 0,0-1 0,0 1 0,0 0 0,0-1 0,0 1 0,0-1 0,0 0 0,-1 1 0,1-1 0,0 0 0,0 0 0,0 1 0,-2-1 0,-7 0 0,0 0 0,0 0 0,0-1 0,0 0 0,1 0 0,-1-1 0,-10-4 0,-66-27 0,79 31 0,-5-3 0,1 0 0,0 1 0,-12-8 0,21 10 0,0 1 0,0-1 0,0 1 0,0-1 0,0 1 0,0-1 0,0 0 0,1 0 0,-1 0 0,0 0 0,1-1 0,0 1 0,0 0 0,-1 0 0,0-5 0,2 6 0,0 0 0,-1 0 0,1-1 0,0 1 0,0 0 0,0 0 0,0 0 0,0-1 0,1 1 0,-1 0 0,0 0 0,0 0 0,1-1 0,-1 1 0,1 0 0,-1 0 0,1 0 0,-1 0 0,1 0 0,1-1 0,0 0 0,0 0 0,0 0 0,0 0 0,1 0 0,-1 1 0,0-1 0,1 1 0,3-2 0,4-1 0,-1 1 0,0 1 0,0 0 0,12-2 0,45 1-1365,-48 3-5461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24575,'15'27'0,"7"18"0,3 7 0,2 1 0,-1-1 0,0-3 0,-2-1 0,-2-4 0,-1-5 0,-3-3 0,-2-6 0,-2-6 0,0-3 0,-3-7-8191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7 24575,'-25'-3'0,"-11"0"0,-2 2 0,3 2 0,5 3 0,6 1 0,3 2 0,4 0 0,4 1 0,2-1 0,0-1 0,2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76 24575,'-6'-3'0,"-3"-2"0,1 0 0,-1 0 0,1 1 0,-1 0 0,0 1 0,-1 0 0,1 1 0,-18-3 0,26 4 0,0 1 0,0 0 0,0 0 0,0 0 0,0 0 0,0 0 0,0 0 0,0 0 0,-1 0 0,1 1 0,0-1 0,0 0 0,0 1 0,0-1 0,0 0 0,0 1 0,0-1 0,0 1 0,1 0 0,-1-1 0,0 1 0,0 0 0,0 0 0,0-1 0,1 1 0,-1 0 0,0 0 0,1 0 0,-1 0 0,1 0 0,-1 0 0,1 0 0,-1 0 0,1 0 0,0 0 0,0 0 0,-1 0 0,1 0 0,0 1 0,0 2 0,1-1 0,-1 0 0,1 0 0,-1 0 0,1 1 0,0-1 0,0 0 0,1 0 0,-1 0 0,0-1 0,1 1 0,2 3 0,2 2 0,1-1 0,0 1 0,1-1 0,-1 0 0,1-1 0,1 0 0,-1 0 0,1-1 0,15 7 0,-16-8 0,0-1 0,0 0 0,0 0 0,1-1 0,-1 0 0,1-1 0,0 0 0,-1 0 0,1 0 0,0-1 0,14-2 0,-21 1 0,1 1 0,0-1 0,0 0 0,0 1 0,0-1 0,0-1 0,-1 1 0,1 0 0,0-1 0,-1 1 0,1-1 0,-1 0 0,0 0 0,1 0 0,-1 0 0,0 0 0,0 0 0,0-1 0,-1 1 0,1-1 0,-1 1 0,1-1 0,-1 0 0,0 1 0,0-1 0,0 0 0,0 0 0,0 0 0,-1 0 0,1 0 0,-1 0 0,0 0 0,0 0 0,0 0 0,0 0 0,-1 0 0,1 0 0,-1 0 0,0 1 0,0-1 0,0 0 0,0 0 0,-2-4 0,0 2 9,-1-1-1,0 0 1,0 1-1,0-1 1,0 1 0,-1 1-1,0-1 1,0 0-1,0 1 1,-1 0-1,0 1 1,1-1-1,-12-4 1,7 4-195,-1 0 1,0 1-1,-1 0 0,1 1 1,0 0-1,-1 1 1,-13 0-1,9 1-6640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24575,'-5'2'0,"-18"10"0,-24 15 0,42-23 0,-1 0 0,1 0 0,0 0 0,0 1 0,0 0 0,0 0 0,1 0 0,0 1 0,-4 7 0,7-12 0,0 1 0,0 0 0,1 0 0,-1-1 0,1 1 0,-1 0 0,1 0 0,-1 0 0,1 0 0,0 0 0,0 0 0,0 0 0,0 0 0,1 0 0,-1 0 0,0 0 0,2 2 0,-1-1 0,0 0 0,1-1 0,-1 1 0,1 0 0,0 0 0,0-1 0,0 1 0,0-1 0,4 4 0,3 1 0,0 0 0,1-1 0,0 0 0,17 8 0,-13-8-97,0 0-1,0-1 1,0-1-1,0 0 1,1-1-1,-1-1 1,1 0-1,0-1 1,0-1-1,0 0 1,0-1-1,-1 0 0,16-4 1,-14 2-6729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18 24575,'-4'8'0,"0"0"0,1 0 0,0 0 0,0 0 0,1 0 0,0 0 0,-1 18 0,3-22 0,0-1 0,0 1 0,1 0 0,-1 0 0,1 0 0,0 0 0,0-1 0,1 1 0,-1-1 0,1 1 0,-1-1 0,1 1 0,0-1 0,1 0 0,-1 0 0,0 0 0,1 0 0,0 0 0,5 4 0,-1-2 0,-1 0 0,1-1 0,1 1 0,-1-2 0,0 1 0,1-1 0,12 3 0,-15-4 0,1-1 0,0 0 0,0 0 0,0 0 0,0-1 0,0 0 0,0 0 0,0-1 0,0 1 0,0-1 0,6-2 0,-10 2 0,1 0 0,0 0 0,-1-1 0,1 1 0,-1-1 0,0 1 0,1-1 0,-1 0 0,0 0 0,0 0 0,0 0 0,0 0 0,-1 0 0,1 0 0,0-1 0,-1 1 0,0-1 0,1 1 0,-1-1 0,0 1 0,0-1 0,-1 0 0,1 0 0,-1 1 0,1-1 0,-1 0 0,0 0 0,0 0 0,0 0 0,0 1 0,0-1 0,-1 0 0,1 0 0,-1 1 0,0-1 0,0 0 0,0 1 0,0-1 0,0 0 0,-3-3 0,-2-3 0,0 0 0,-1 1 0,0-1 0,-1 2 0,1-1 0,-1 1 0,-1 0 0,0 0 0,0 1 0,-10-6 0,13 9 0,0 0 0,0 0 0,-1 1 0,1 0 0,0 0 0,-1 0 0,0 1 0,1 0 0,-1 0 0,0 1 0,1-1 0,-1 2 0,0-1 0,0 1 0,1 0 0,-1 0 0,-9 3 0,13-2-48,-1 0 0,1 0 0,0 0 0,0 0 0,0 1 0,0-1 0,0 1 0,0-1 0,0 1 0,-2 5 0,0-3-789,-2 4-5989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24575,'5'1'0,"1"0"0,-1 1 0,0-1 0,0 2 0,1-1 0,-2 0 0,10 7 0,-7-5 0,24 14 0,-11-5 0,31 13 0,-48-24 0,5 1 0,0 0 0,0 0 0,0 0 0,1-1 0,10 2 0,-17-4 0,0 0 0,0 0 0,0 0 0,0 0 0,1 0 0,-1-1 0,0 1 0,0-1 0,0 1 0,0-1 0,0 0 0,0 0 0,0 0 0,0 0 0,0 0 0,-1 0 0,1-1 0,0 1 0,-1 0 0,1-1 0,-1 1 0,1-1 0,-1 0 0,0 0 0,1 1 0,0-4 0,-1 4 0,0-2 0,0 1 0,-1 0 0,1 0 0,0 0 0,-1 0 0,0 0 0,1-1 0,-1 1 0,0 0 0,0 0 0,0 0 0,-1-1 0,1 1 0,0 0 0,-1 0 0,1 0 0,-1 0 0,0 0 0,0-1 0,0 1 0,0 1 0,0-1 0,0 0 0,-1 0 0,1 0 0,0 1 0,-3-3 0,12 12 0,1-1 0,0 1 0,1-1 0,0-1 0,0 0 0,21 10 0,-22-13 0,0 1 0,1-1 0,-1-1 0,1 0 0,0 0 0,-1-1 0,1 0 0,0 0 0,14-2 0,-23 1 0,0 0 0,1 0 0,-1 0 0,0 0 0,0-1 0,0 1 0,0 0 0,0-1 0,0 1 0,0 0 0,0-1 0,0 1 0,0-1 0,0 1 0,-1-1 0,1 0 0,0 0 0,0 1 0,0-1 0,-1 0 0,1 0 0,0 0 0,-1 1 0,1-1 0,-1 0 0,1 0 0,0-2 0,-1 0 0,1-1 0,-1 1 0,0 0 0,0 0 0,0 0 0,-1-1 0,0-4 0,0 7 0,1 1 0,0-1 0,0 1 0,0-1 0,0 1 0,0-1 0,0 1 0,0-1 0,0 1 0,0 0 0,0-1 0,0 1 0,1-1 0,-1 1 0,0-1 0,0 1 0,0-1 0,0 1 0,1-1 0,-1 1 0,0 0 0,1-1 0,-1 1 0,0 0 0,1-1 0,-1 1 0,0 0 0,1-1 0,-1 1 0,1 0 0,-1 0 0,0-1 0,1 1 0,-1 0 0,1 0 0,-1 0 0,1 0 0,-1-1 0,1 1 0,-1 0 0,1 0 0,-1 0 0,1 0 0,-1 0 0,0 0 0,1 0 0,-1 1 0,1-1 0,0 0 0,28 8 0,-25-7 0,72 30-1365,-63-27-5461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199 137 24575,'16'64'0,"46"165"0,-53-200 0,-37-77 0,-52-77 0,14 25 0,54 79 0,1 0 0,-16-44 0,25 61 0,1-1 0,0 1 0,0-1 0,0 1 0,1-1 0,-1 1 0,1-1 0,0 1 0,1-7 0,-1 10 0,1 0 0,-1-1 0,1 1 0,-1-1 0,1 1 0,-1 0 0,1 0 0,0-1 0,0 1 0,-1 0 0,1 0 0,0 0 0,0 0 0,0 0 0,0 0 0,0 0 0,1 0 0,-1 0 0,0 0 0,0 1 0,1-1 0,-1 0 0,0 1 0,1-1 0,-1 1 0,0-1 0,1 1 0,-1 0 0,1 0 0,-1 0 0,1 0 0,1 0 0,2 0 0,0 1 0,0-1 0,-1 1 0,1 0 0,0 1 0,-1-1 0,1 1 0,-1 0 0,0 0 0,0 1 0,1-1 0,5 5 0,-5-2 0,1-1 0,-1 1 0,0 0 0,0 0 0,0 1 0,-1 0 0,7 10 0,-9-13 0,-1 0 0,1 0 0,-1 0 0,0 1 0,0-1 0,0 0 0,0 0 0,-1 1 0,1-1 0,-1 0 0,0 1 0,0-1 0,0 1 0,0-1 0,-1 0 0,0 5 0,0-5 0,-1-1 0,1 1 0,0 0 0,-1 0 0,0-1 0,1 1 0,-1-1 0,0 0 0,-1 1 0,1-1 0,0 0 0,0 0 0,-1 0 0,1-1 0,-1 1 0,0-1 0,0 1 0,-3 0 0,-9 3-23,0 0-1,0-2 0,-1 0 0,-31 2 1,14-1-1224,5-1-5579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24575,'24'33'0,"49"61"0,-56-74 0,2 0 0,27 23 0,-45-42 0,1 0 0,-1 0 0,0 0 0,1 0 0,-1 0 0,0-1 0,1 1 0,-1-1 0,1 1 0,-1-1 0,1 1 0,-1-1 0,1 0 0,-1 0 0,1 0 0,-1 0 0,1 0 0,2 0 0,-1-1 0,-1 0 0,1 1 0,-1-1 0,0 0 0,0-1 0,1 1 0,-1 0 0,0-1 0,0 1 0,3-4 0,0 0 0,0-1 0,0 0 0,-1 0 0,0 0 0,0 0 0,-1-1 0,4-7 0,-1-3 0,4-22 0,3-8 0,-13 46 0,1 0 0,-1 0 0,0 0 0,1 0 0,-1 0 0,1 0 0,-1 0 0,1 0 0,0 0 0,-1 0 0,1 0 0,0 0 0,0 0 0,-1 1 0,1-1 0,0 0 0,0 1 0,0-1 0,2 0 0,-3 0 0,1 1 0,0 0 0,0 0 0,0 0 0,0 0 0,0 1 0,-1-1 0,1 0 0,0 0 0,0 0 0,0 1 0,0-1 0,-1 0 0,1 1 0,0-1 0,0 1 0,-1-1 0,1 1 0,1 0 0,3 4 0,1 1 0,-1 0 0,0 0 0,5 10 0,-4-7 0,66 85-1365,-64-85-5461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24575,'10'32'0,"6"19"0,3 6 0,0 0 0,0-4 0,-3-4 0,-3-5 0,0-5 0,-3-4 0,0-6 0,-2-2 0,-2-4 0,-3-3 0,-1-2 0,-1-2 0,-1-4-8191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1 105 24575,'59'17'0,"-21"-6"0,0 0 0,1-3 0,51 5 0,-80-13 0,0 0 0,0 0 0,0-2 0,0 1 0,0-1 0,-1 0 0,15-6 0,-20 7 0,1-1 0,-1 0 0,0 0 0,1-1 0,-1 1 0,0-1 0,0 0 0,-1 0 0,1 0 0,0 0 0,-1-1 0,0 0 0,0 1 0,0-1 0,0 0 0,-1 0 0,3-7 0,-4 9 0,0 0 0,-1 0 0,1 0 0,-1 0 0,1 0 0,-1 0 0,0 0 0,0 0 0,0 0 0,0 0 0,0 0 0,-1 0 0,1 0 0,-1 0 0,1 0 0,-1 0 0,1 0 0,-1 0 0,-2-2 0,1 1 0,0 0 0,0 0 0,0 1 0,-1-1 0,1 1 0,-1 0 0,0 0 0,1 0 0,-1 0 0,-6-2 0,1 0 0,-1 1 0,1 0 0,0 1 0,-1 0 0,0 0 0,1 1 0,-1 0 0,-13 0 0,19 1 0,1 0 0,-1 0 0,0 1 0,1-1 0,-1 1 0,0 0 0,1 0 0,-1 0 0,1 0 0,-1 0 0,1 0 0,-1 1 0,1-1 0,0 1 0,0-1 0,0 1 0,0 0 0,0 0 0,0 0 0,0 0 0,1 0 0,-1 1 0,1-1 0,-1 0 0,1 1 0,0-1 0,-1 4 0,1-3 0,0 1 0,1 0 0,-1-1 0,1 1 0,0 0 0,0 0 0,0-1 0,0 1 0,1 0 0,-1-1 0,1 1 0,0 0 0,0-1 0,0 1 0,1-1 0,-1 1 0,1-1 0,0 0 0,3 5 0,3 2 0,0-1 0,1 1 0,1-1 0,0-1 0,18 13 0,-1-4 0,32 16 0,-28-19 0,1-2 0,0-1 0,1-1 0,0-1 0,0-2 0,46 3 0,-73-9-195,0-1 0,-1 0 0,1 0 0,0 0 0,0-1 0,10-2 0,-6 0-6631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2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24575,'107'239'0,"-69"-170"0,-35-61 96,-3-8-135,-1 0-1,1 0 1,0 0-1,0 0 1,0 0-1,0 0 1,0 0-1,-1 0 1,1 0-1,0 1 1,0-1-1,0 0 1,0 0-1,-1 0 1,1 0-1,0 0 1,0 0-1,0 0 1,0 0-1,-1-1 1,1 1-1,0 0 1,0 0-1,0 0 1,0 0-1,-1 0 1,1 0-1,0 0 1,0 0-1,0 0 1,0 0-1,0-1 1,-1 1-1,1 0 1,0 0-1,0 0 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35 24575,'21'-8'0,"1"1"0,0 1 0,0 1 0,35-3 0,-45 8 0,0 0 0,0 0 0,1 1 0,-1 1 0,0 0 0,0 0 0,0 1 0,-1 1 0,1 0 0,10 6 0,4 4 0,-1 0 0,0 2 0,-1 2 0,-1 0 0,-1 1 0,22 23 0,-38-35 0,1 0 0,-2 0 0,1 1 0,-1 0 0,0 0 0,0 0 0,-1 0 0,5 14 0,-8-17 0,0 0 0,0 0 0,0 0 0,0 0 0,-1 0 0,0 0 0,0 1 0,0-1 0,-1 0 0,1 0 0,-1 0 0,-1 0 0,1 0 0,-1 0 0,1 0 0,-6 8 0,2-5 0,-1 0 0,1 0 0,-2 0 0,1-1 0,-1 1 0,-1-2 0,1 1 0,-1-1 0,0 0 0,0-1 0,-1 0 0,0 0 0,-14 5 0,4-2 0,-1-2 0,0 0 0,-1-2 0,1 0 0,-32 2 0,23-8-1365,17-1-5461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0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24575,'2'11'0,"0"1"0,0-1 0,1 0 0,0 0 0,1 0 0,1-1 0,7 14 0,-11-21 0,17 30 0,29 41 0,6 11 0,-48-74 0,-7-12 0,-11-16 0,6 8 0,-6-6-1365,0 2-5461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24575,'5'-18'0,"4"-5"0,3 1 0,3 1 0,0 5 0,0 5 0,1 4 0,0 4 0,2 1 0,0 3 0,1 2 0,-2 1 0,-5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24575,'13'0'0,"6"0"0,3 0 0,0-3 0,-1 0 0,-2 0 0,-2 0 0,12-1 0,3-1 0,-1 1 0,-6-1 0,-5 0 0,-5 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24575,'4'5'0,"-1"-1"0,0 1 0,0 0 0,0 0 0,0 1 0,2 6 0,0 0 0,85 214 0,-89-224-115,-1-1 45,1 0 1,-1 0-1,0 0 1,1 0 0,-1-1-1,0 1 1,1 0-1,0 0 1,-1 0-1,1 0 1,-1 0 0,1-1-1,0 1 1,0 0-1,-1-1 1,1 1-1,1 0 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541 60 24575,'-13'-10'0,"-1"1"0,-1 0 0,-27-12 0,36 19 0,0 0 0,-1 0 0,1 0 0,0 1 0,0 0 0,-1 1 0,1-1 0,-1 1 0,1 0 0,0 1 0,-1 0 0,1 0 0,-8 2 0,-63 15 0,-156 16 0,205-30-1365,6 0-5461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37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1111 75 24575,'99'1'0,"94"-2"0,-139-2 0,84-15 0,-131 17 0,-3 0 0,0 1 0,0-1 0,0 0 0,0 0 0,0-1 0,0 1 0,7-5 0,-11 6 0,0 0 0,0 0 0,0 0 0,0 0 0,0 0 0,1 0 0,-1 0 0,0 0 0,0 0 0,0-1 0,0 1 0,0 0 0,0 0 0,0 0 0,1 0 0,-1 0 0,0 0 0,0 0 0,0-1 0,0 1 0,0 0 0,0 0 0,0 0 0,0 0 0,0 0 0,0 0 0,0-1 0,0 1 0,0 0 0,0 0 0,0 0 0,0 0 0,0 0 0,0-1 0,0 1 0,0 0 0,0 0 0,0 0 0,0 0 0,0 0 0,0-1 0,0 1 0,-7-2 0,-11 2 0,-59 13 0,-116 13 0,-236-22 0,244-5 0,-356 1 0,513 4 0,24-3 0,0 0 0,0 0 0,0 0 0,0-1 0,-6 0 0,10 1 0,0-1 0,0 0 0,0 0 0,0 0 0,0 0 0,-1 0 0,1 0 0,0 0 0,0 0 0,0 0 0,0 0 0,0 0 0,0 0 0,0 0 0,0 0 0,-1 0 0,1 0 0,0-1 0,0 1 0,0 0 0,0 0 0,0 0 0,0 0 0,0 0 0,0 0 0,0 0 0,0 0 0,-1 0 0,1 0 0,0 0 0,0 0 0,0 0 0,0-1 0,0 1 0,0 0 0,0 0 0,0 0 0,0 0 0,0 0 0,0 0 0,0 0 0,0 0 0,0 0 0,0-1 0,0 1 0,0 0 0,0 0 0,0 0 0,0 0 0,0 0 0,0 0 0,6-6 0,9-2 0,-1 4 0,0 2 0,0 0 0,1 0 0,-1 2 0,0-1 0,18 3 0,7 0 0,49-1 0,140-3 0,-200 0 0,39-10 0,17-1 0,-74 12 0,1 1 0,-1 0 0,1 0 0,-1 2 0,1-1 0,12 4 0,-4 2 0,-12-5 0,1 1 0,14 2 0,-20-5 0,0 1 0,1-1 0,-1 0 0,0 0 0,1 0 0,-1-1 0,0 1 0,1-1 0,-1 1 0,0-1 0,0 0 0,1 0 0,-1 1 0,2-3 0,5-1 0,1 0 0,0 0 0,0 1 0,0 0 0,0 1 0,0 0 0,1 1 0,16-1 0,7-1 0,94-5 0,-11 2 0,-84 2 0,1 1 0,58 4 0,-91-1 0,0 0 0,0 0 0,1 0 0,-1 1 0,0-1 0,0 0 0,0 1 0,1-1 0,-1 1 0,0 0 0,0-1 0,0 1 0,1 0 0,-2 0 0,1-1 0,-1 1 0,0-1 0,1 1 0,-1-1 0,0 0 0,1 1 0,-1-1 0,0 1 0,0 0 0,0-1 0,1 1 0,-1-1 0,0 1 0,0-1 0,0 1 0,0-1 0,0 1 0,0-1 0,0 1 0,0 0 0,-1 0 0,1 1 0,-1-1 0,1 0 0,-1 0 0,1 0 0,-1 0 0,0 0 0,0 1 0,0-1 0,0 0 0,1-1 0,-1 1 0,0 0 0,-1 0 0,1 0 0,0-1 0,0 1 0,0 0 0,0-1 0,-1 1 0,1-1 0,0 0 0,-2 1 0,-22 4 0,-1-1 0,-47 1 0,43-3 0,-508 2 0,294-13 0,115 3 0,6-1 0,-76-1 0,188 7 0,1 0 0,0-1 0,-12-2 0,16 2 0,0 0 0,-1 1 0,1 0 0,-1 0 0,1 1 0,-1-1 0,1 1 0,-1 1 0,1-1 0,-7 3 0,12-3 0,1 0 0,0-1 0,0 1 0,0 0 0,-1 0 0,1 0 0,0 0 0,0 0 0,0 0 0,-1 1 0,1-1 0,0 0 0,0 0 0,0 0 0,-1 0 0,1 0 0,0 0 0,0 0 0,0 0 0,0 0 0,-1 0 0,1 1 0,0-1 0,0 0 0,0 0 0,0 0 0,0 0 0,-1 0 0,1 1 0,0-1 0,0 0 0,0 0 0,0 0 0,0 0 0,0 1 0,0-1 0,0 0 0,0 0 0,0 0 0,0 1 0,0-1 0,0 0 0,0 0 0,0 1 0,10 2 0,16 1 0,243-2 0,-141-4 0,214-5-439,-25-1 46,218 9 1086,-571 1-422,34-1-371,0-1 1,0 1-1,0-1 0,-1 1 0,1 0 0,0 0 0,0 0 1,0 0-1,1 0 0,-1 0 0,0 1 0,0-1 1,1 1-1,-3 2 0,-2 4-6726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24575,'-6'5'0,"1"1"0,-1 1 0,1-1 0,0 1 0,1 0 0,0 0 0,-6 12 0,9-15 0,0 0 0,-1 0 0,2 0 0,-1 0 0,0 1 0,1-1 0,0 0 0,0 1 0,0-1 0,0 0 0,1 1 0,-1-1 0,1 0 0,0 0 0,4 8 0,-1-2 0,1 0 0,1-1 0,0 0 0,0 0 0,14 15 0,-5-9 0,0 0 0,18 12 0,-32-27-2,-1 0-1,0 0 1,0 1-1,0-1 1,1 0-1,-1 0 1,0 1-1,0-1 1,1 0-1,-1 0 1,0 0-1,0 1 1,1-1-1,-1 0 1,0 0-1,1 0 1,-1 0-1,0 0 1,1 0-1,-1 0 1,0 0-1,1 0 1,-1 0-1,0 0 1,1 0-1,-1 0 1,0 0-1,1 0 1,-4-9 182,-10-12-1653,3 9-5353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10 24575,'-2'0'0,"-2"-3"0,-1 0 0,-4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91 24575,'-23'-15'0,"6"2"0,-1 1 0,-1 1 0,0 1 0,-38-15 0,55 24 0,-1 0 0,1 1 0,-1-1 0,1 1 0,-1-1 0,1 1 0,-1 0 0,1 0 0,-1 0 0,1 0 0,-1 0 0,0 1 0,1-1 0,-1 1 0,1-1 0,-1 1 0,-3 2 0,4-1 0,0-1 0,0 1 0,0 0 0,1 0 0,-1 0 0,1-1 0,-1 1 0,1 1 0,0-1 0,0 0 0,0 0 0,0 0 0,0 1 0,0-1 0,1 0 0,-1 1 0,1-1 0,-1 5 0,0 8 0,1 0 0,0 0 0,1 0 0,1 0 0,1 0 0,4 18 0,33 85 0,-2-28 0,4-1 0,4-3 0,100 142 0,-139-220 0,-1 1 0,-1 0 0,1 1 0,3 10 0,-9-20 0,0 0 0,0 0 0,1 0 0,-1 0 0,0 0 0,0 0 0,0 0 0,0 0 0,0 0 0,0 0 0,0 1 0,0-1 0,0 0 0,0 0 0,0 0 0,0 0 0,0 0 0,1 0 0,-1 0 0,0 0 0,0 0 0,0 0 0,0 1 0,0-1 0,0 0 0,0 0 0,0 0 0,0 0 0,0 0 0,0 0 0,0 0 0,0 0 0,0 1 0,0-1 0,0 0 0,0 0 0,0 0 0,0 0 0,0 0 0,0 0 0,-1 0 0,1 0 0,0 0 0,0 0 0,0 1 0,0-1 0,0 0 0,0 0 0,0 0 0,0 0 0,0 0 0,0 0 0,0 0 0,0 0 0,0 0 0,-1 0 0,1 0 0,0 0 0,0 0 0,0 0 0,0 0 0,0 0 0,0 0 0,0 0 0,0 0 0,-1 0 0,1 0 0,0 0 0,-8-6 0,-10-13 0,17 19 0,-36-50-1365,27 36-5461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61 24575,'-30'-5'0,"-13"-2"0,-3-2 0,0 1 0,4 1 0,5-1 0,6 2 0,4 1 0,2 2 0,3 1 0,2 1 0,6 1-8191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7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60 192 24575,'9'60'0,"-7"-38"0,1 0 0,0-1 0,2 0 0,1 1 0,14 34 0,-12-40 0,0 0 0,1-1 0,1 0 0,0 0 0,24 24 0,-46-67 0,-124-234 0,128 244 0,3 7 0,0 0 0,1 0 0,0-1 0,0 0 0,2 1 0,-1-1 0,0-13 0,3 24 0,0 0 0,0 0 0,0 0 0,0 0 0,0 0 0,0 1 0,0-1 0,0 0 0,1 0 0,-1 0 0,0 0 0,1 0 0,-1 0 0,1 0 0,-1 1 0,1-1 0,0-1 0,0 1 0,-1 1 0,1 0 0,-1 0 0,1-1 0,-1 1 0,1 0 0,-1 0 0,1 0 0,0-1 0,-1 1 0,1 0 0,-1 0 0,1 0 0,0 0 0,-1 0 0,1 0 0,-1 0 0,1 0 0,0 1 0,0-1 0,3 2 0,0-1 0,0 1 0,-1 0 0,1 0 0,-1 0 0,5 5 0,51 40 0,150 111 0,-170-132 0,1-2 0,1-1 0,70 27 0,-107-48 0,1-1 0,-1 1 0,1-1 0,-1 0 0,1 0 0,9 0 0,-13-1 0,1 0 0,-1-1 0,0 1 0,1 0 0,-1-1 0,0 1 0,0-1 0,1 1 0,-1-1 0,0 1 0,0-1 0,0 0 0,1 0 0,-1 1 0,0-1 0,0 0 0,0 0 0,0 0 0,-1 0 0,1-1 0,0 1 0,0 0 0,-1 0 0,1 0 0,0-1 0,-1 1 0,1-2 0,1-3 0,-1 1 0,0-1 0,0 1 0,-1-1 0,0 1 0,0-1 0,0 1 0,0-1 0,-1 1 0,-2-9 0,-3-8 0,-11-27 0,7 20 0,1 4 0,-1 0 0,-1 1 0,-1 1 0,-2-1 0,0 2 0,-1 0 0,-1 1 0,-26-27 0,38 44-273,0 1 0,0-1 0,0 1 0,-9-5 0,0 2-6553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27 24575,'-29'-5'0,"-44"-1"0,61 6 0,1 0 0,-1 1 0,1 0 0,-1 1 0,1 1 0,-21 6 0,23-6 0,0 0 0,0-1 0,0 0 0,0-1 0,-15 0 0,-46-3 0,63 2-114,0-1 1,0 0-1,0-1 0,1 1 0,-1-1 1,0-1-1,1 1 0,0-1 0,-1 0 1,1 0-1,-8-7 0,1 0-6712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66 24575,'0'-1'0,"-1"-1"0,0 1 0,1 0 0,-1 0 0,0 0 0,0 0 0,0 0 0,0 0 0,0 0 0,0 0 0,0 0 0,0 1 0,0-1 0,-1 0 0,1 1 0,0-1 0,0 1 0,-2-1 0,1 1 0,-1 0 0,1 0 0,0 1 0,-1-1 0,1 1 0,0-1 0,0 1 0,-4 2 0,0-1 0,-3 1 0,-1 0 0,1-1 0,-1-1 0,1 1 0,-1-2 0,1 1 0,-1-1 0,0-1 0,-16-2 0,-8-4 0,-45-15 0,43 12 0,-40-10-1365,57 15-5461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9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24575,'0'17'0,"1"-1"0,1 1 0,0-1 0,8 32 0,5-12 0,34 64 0,-15-33 0,-32-58 105,-9-14-1575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8 24575,'11'-3'0,"0"1"0,0 1 0,0 0 0,22 1 0,-29 0 0,0 1 0,0-1 0,-1 1 0,1 1 0,0-1 0,0 0 0,-1 1 0,1 0 0,-1 0 0,0 0 0,1 0 0,-1 0 0,0 1 0,0-1 0,0 1 0,-1 0 0,5 5 0,5 8 0,0 1 0,-1 0 0,-1 1 0,-1 0 0,11 29 0,-18-43 0,-1 1 0,0 0 0,0-1 0,-1 1 0,1-1 0,-1 1 0,0 0 0,0 0 0,-2 7 0,2-9 0,-1-1 0,0 1 0,0-1 0,0 0 0,0 1 0,0-1 0,-1 0 0,1 0 0,-1 0 0,1 0 0,-1 0 0,0 0 0,0 0 0,0-1 0,0 1 0,0 0 0,0-1 0,0 0 0,-3 2 0,-6 1 0,1 0 0,-1 0 0,0-1 0,-1-1 0,1 0 0,0 0 0,0-1 0,-1-1 0,1 0 0,-1 0 0,1-1 0,0-1 0,-13-3 0,0 0 0,1-2 0,1-1 0,-1-1 0,1 0 0,-25-16 0,43 22 0,0 1 0,0-1 0,0 0 0,0 0 0,1 0 0,-1 0 0,1-1 0,0 1 0,0-1 0,0 0 0,-2-5 0,4 7 0,0 0 0,0 0 0,1 0 0,-1 0 0,1 0 0,-1 0 0,1 0 0,0 0 0,0 0 0,0 0 0,0 0 0,0 0 0,0 0 0,1 0 0,-1-1 0,1 1 0,-1 0 0,1 1 0,0-1 0,0 0 0,0 0 0,0 0 0,0 0 0,0 1 0,0-1 0,0 0 0,3-1 0,2-3-105,1 1 0,-1 0 0,1 1 0,0-1 0,1 1 0,-1 1 0,1-1 0,-1 1 0,1 1 0,0-1 0,0 1 0,12-1 0,-2 1-6721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24575,'13'2'0,"0"0"0,-1 1 0,1 0 0,-1 1 0,0 1 0,23 11 0,-27-12 0,-1 0 0,-1 1 0,1 0 0,-1 1 0,1-1 0,-2 1 0,1 0 0,-1 1 0,0-1 0,0 1 0,7 14 0,-4-5 0,0 0 0,-2 1 0,0-1 0,0 1 0,-2 0 0,3 19 0,-7-34 0,0 0 0,1 1 0,-1-1 0,-1 0 0,1 0 0,0 0 0,0 1 0,-1-1 0,0 0 0,1 0 0,-1 0 0,0 0 0,0 0 0,0 0 0,0 0 0,0 0 0,0 0 0,-3 2 0,2-2 0,0-1 0,0 1 0,0 0 0,-1-1 0,1 0 0,-1 1 0,1-1 0,-1 0 0,1 0 0,-1-1 0,0 1 0,-5 0 0,-1 0 0,0-1 0,0 0 0,0-1 0,-1 1 0,1-2 0,0 0 0,-15-4 0,2-3 0,1-1 0,0-1 0,0-1 0,1 0 0,1-2 0,-24-20 0,40 32 0,0-1 0,0 0 0,0 0 0,1 0 0,-1 0 0,1-1 0,0 1 0,-1-1 0,1 1 0,1-1 0,-1 0 0,1 0 0,-1 1 0,1-1 0,0 0 0,1 0 0,-1 0 0,1-1 0,-1 1 0,1 0 0,0 0 0,1 0 0,-1 0 0,1 0 0,0 0 0,0 0 0,0 0 0,0 0 0,1 0 0,-1 1 0,1-1 0,0 0 0,0 1 0,1-1 0,-1 1 0,1 0 0,-1 0 0,5-4 0,0 2-85,0 1 0,0-1-1,0 1 1,0 1 0,1-1-1,-1 1 1,1 0 0,0 1-1,0 0 1,0 0 0,0 1-1,0 0 1,0 0 0,0 1-1,12 0 1,-7 1-6741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64 24575,'8'-8'0,"1"-1"0,0 1 0,0 1 0,1-1 0,12-6 0,-19 12 0,1 1 0,-1 0 0,0-1 0,1 1 0,-1 0 0,1 1 0,-1-1 0,1 1 0,-1-1 0,1 1 0,0 0 0,-1 1 0,1-1 0,-1 0 0,1 1 0,-1 0 0,1 0 0,-1 0 0,0 0 0,1 1 0,-1-1 0,3 3 0,1 0 0,-1 1 0,0 0 0,0 0 0,0 0 0,0 1 0,-1 0 0,0 0 0,0 1 0,7 13 0,0 2 0,15 43 0,-25-60 0,0 0 0,-1 0 0,1 0 0,-1 0 0,0 0 0,-1 1 0,1-1 0,-1 0 0,0 1 0,-1-1 0,1 0 0,-2 7 0,1-8 0,0-1 0,-1 0 0,1 0 0,-1 0 0,0 0 0,1 0 0,-1 0 0,-1 0 0,1 0 0,0-1 0,-1 1 0,1-1 0,-1 0 0,0 0 0,1 0 0,-1 0 0,0 0 0,0-1 0,-7 3 0,-1 0 0,0-1 0,-1 0 0,1-1 0,-1 0 0,0-1 0,1 0 0,-1-1 0,0-1 0,0 1 0,1-2 0,-1 0 0,-19-5 0,7-1 0,1 0 0,-1-2 0,1 0 0,-41-26 0,54 30 0,1-1 0,0 0 0,0 0 0,0-1 0,1 0 0,-14-19 0,20 25 0,0 0 0,1-1 0,-1 1 0,1-1 0,0 0 0,-1 1 0,1-1 0,0 0 0,1 0 0,-1 0 0,0 0 0,1 0 0,0 0 0,0 0 0,0 0 0,0 0 0,0 0 0,0 0 0,1 1 0,-1-1 0,1 0 0,0 0 0,0 0 0,0 0 0,0 1 0,1-1 0,-1 0 0,1 1 0,-1-1 0,1 1 0,0 0 0,2-3 0,1 0-80,0 1 0,0-1-1,1 1 1,-1 0 0,1 1-1,0-1 1,0 1 0,0 0-1,0 1 1,1-1 0,-1 1 0,1 1-1,0-1 1,-1 1 0,1 0-1,11 0 1,-3 1-6746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0,0 1 0,1-1 0,3 7 0,1 3 0,27 66 0,79 142 0,-93-191 0,-2 1 0,14 40 0,-25-41 0,-6-27 0,0 0 0,1 0 0,0 0 0,-1 0 0,1 0 0,1-1 0,-1 1 0,0 0 0,3 4 0,-4-8-24,1 0-1,-1 0 1,0 0 0,0 0-1,0 0 1,0 0-1,0 0 1,1 0-1,-1 0 1,0 0 0,0 0-1,0 0 1,0 0-1,0 0 1,0 0-1,1-1 1,-1 1 0,0 0-1,0 0 1,0 0-1,0 0 1,0 0-1,0 0 1,0 0 0,0 0-1,0 0 1,1-1-1,-1 1 1,0 0-1,0 0 1,0 0 0,0 0-1,0 0 1,0 0-1,0-1 1,0 1-1,0 0 1,0 0 0,0 0-1,0 0 1,0 0-1,0-1 1,0 1-1,0 0 1,0 0 0,0 0-1,0 0 1,0 0-1,0-1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1 24575,'-30'2'0,"-15"1"0,-5 1 0,3-2 0,6 3 0,6-1 0,7 0 0,6-1 0,3-2 0,6 3 0,3 0 0,-1-1 0,1 2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24575,'4'33'0,"2"1"0,1-1 0,1-1 0,2 0 0,1 0 0,16 30 0,69 152 0,-90-201 0,-6-20 0,-6-22 0,3 18 0,1 7 0,0-1 0,1 1 0,0-1 0,0 1 0,0-8 0,1 11 0,0 0 0,0 0 0,0 0 0,0 1 0,0-1 0,0 0 0,0 1 0,1-1 0,-1 0 0,0 0 0,1 1 0,-1-1 0,0 0 0,1 1 0,-1-1 0,1 0 0,-1 1 0,1-1 0,-1 1 0,1-1 0,-1 1 0,1-1 0,0 1 0,-1 0 0,1-1 0,0 1 0,-1 0 0,1-1 0,0 1 0,0 0 0,-1 0 0,1-1 0,0 1 0,0 0 0,-1 0 0,1 0 0,0 0 0,0 0 0,-1 0 0,2 1 0,13 0 0,-1 1 0,1 1 0,-1 1 0,21 7 0,-1 0 0,-5-3 0,0-2 0,1 0 0,41 2 0,-58-8 0,0 0 0,0 0 0,-1-1 0,1-1 0,0 0 0,0 0 0,-1-2 0,1 0 0,-1 0 0,16-8 0,-25 10 0,0 0 0,-1 0 0,1 0 0,-1-1 0,1 1 0,-1-1 0,0 1 0,0-1 0,0 0 0,0 0 0,0 0 0,-1 0 0,0 0 0,1 0 0,-1 0 0,0 0 0,0-1 0,-1 1 0,1 0 0,-1-1 0,1 1 0,-1-1 0,0 1 0,0 0 0,-1-1 0,1 1 0,-2-4 0,1 1 0,0 0 0,0 1 0,-1-1 0,0 1 0,0-1 0,-1 1 0,1 0 0,-1-1 0,0 1 0,-1 1 0,1-1 0,-1 0 0,0 1 0,0 0 0,-5-4 0,6 5 0,-1 1 0,0 0 0,1-1 0,-1 1 0,0 1 0,0-1 0,-1 1 0,1-1 0,-8 0 0,10 2 0,1 0 0,-1 0 0,1 0 0,-1 0 0,1 0 0,-1 1 0,1-1 0,0 0 0,-1 1 0,1-1 0,-1 1 0,1 0 0,0-1 0,-1 1 0,1 0 0,0 0 0,0 0 0,0 0 0,0 0 0,0 0 0,0 0 0,0 0 0,0 1 0,0-1 0,0 0 0,0 1 0,1-1 0,-1 0 0,1 1 0,-1-1 0,0 3 0,0 1 0,-1 0 0,1 0 0,1 0 0,-1 0 0,0 0 0,1 0 0,0 0 0,1 0 0,-1 0 0,1 0 0,0 0 0,0 0 0,2 6 0,0-4 0,0-1 0,0 1 0,1 0 0,0-1 0,0 0 0,0 1 0,1-2 0,7 8 0,-3-4 0,1-1 0,0 0 0,1-1 0,-1 0 0,1 0 0,1-1 0,-1 0 0,1-1 0,0-1 0,16 5 0,-17-7 0,-1 0 0,1-1 0,0 0 0,0 0 0,16-2 0,-23 1 0,-1-1 0,1 0 0,-1 0 0,1 0 0,-1 0 0,1 0 0,-1-1 0,6-3 0,-7 4 0,0 0 0,-1-1 0,1 1 0,-1-1 0,1 1 0,-1-1 0,0 1 0,0-1 0,0 0 0,0 0 0,0 0 0,0 1 0,0-1 0,0 0 0,-1 0 0,2-4 0,-2 3 0,0 0 0,0-1 0,-1 1 0,1 0 0,-1-1 0,1 1 0,-1 0 0,0 0 0,0-1 0,-1 1 0,1 0 0,-1 0 0,1 0 0,-1 1 0,-3-5 0,2 4 0,1 0 0,1 0 0,-1 0 0,0 0 0,1 0 0,-1 0 0,1-1 0,0 1 0,0 0 0,0-1 0,1 1 0,-1-6 0,1 8 0,0 1 0,0-1 0,0 1 0,0-1 0,0 1 0,0-1 0,0 0 0,0 1 0,1-1 0,-1 1 0,0-1 0,0 1 0,1-1 0,-1 1 0,0 0 0,0-1 0,1 1 0,-1-1 0,1 1 0,-1 0 0,0-1 0,1 1 0,-1 0 0,1-1 0,-1 1 0,1-1 0,1 1 0,-1 0 0,0 0 0,0 0 0,0 0 0,0 0 0,0 0 0,1 0 0,-1 0 0,0 0 0,0 0 0,2 1 0,3 2 0,0-1 0,0 1 0,8 5 0,-13-7 0,34 22 0,-21-14 0,0 0 0,0 0 0,1-2 0,29 12 0,-41-18 0,1-1 0,-1 0 0,0 0 0,0 0 0,1 0 0,-1 0 0,0-1 0,0 1 0,0-1 0,0 0 0,1 0 0,-1 0 0,0-1 0,-1 1 0,1-1 0,0 1 0,4-4 0,-4 2 0,1 1 0,0 0 0,1 0 0,-1 0 0,0 0 0,7-1 0,-10 3 0,1 0 0,0 0 0,0 0 0,0 0 0,0 0 0,-1 1 0,1-1 0,0 0 0,0 1 0,-1 0 0,1-1 0,0 1 0,-1 0 0,1 0 0,0 0 0,-1 0 0,1 0 0,-1 0 0,0 0 0,3 2 0,33 35-1365,-29-27-5461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24575,'17'-13'0,"1"2"0,0 0 0,33-14 0,-45 22 0,1 1 0,-1 0 0,1 0 0,0 0 0,0 1 0,0 0 0,-1 1 0,1-1 0,0 1 0,0 1 0,0-1 0,0 1 0,0 0 0,0 1 0,6 2 0,17 8 0,0 1 0,-1 1 0,0 1 0,33 26 0,-51-33 0,-1 1 0,-1 0 0,0 0 0,0 1 0,-1 1 0,9 13 0,-4-2 0,-1-1 0,12 34 0,-22-50 0,0 0 0,0 1 0,0-1 0,-1 1 0,0 0 0,0 0 0,-1-1 0,1 1 0,-1 0 0,-1 0 0,1-1 0,-1 1 0,-2 7 0,2-9 0,0 0 0,-1 0 0,0 0 0,0 0 0,0-1 0,-1 1 0,1-1 0,-1 1 0,0-1 0,0 0 0,0 0 0,0 0 0,0 0 0,-1-1 0,1 1 0,-1-1 0,0 0 0,-5 2 0,-1 0 0,1-1 0,-1 0 0,0-1 0,-1 0 0,1-1 0,0 0 0,0 0 0,-1-1 0,-16-2 0,7-1 0,1 0 0,-1-1 0,1-1 0,-20-8 0,20 5 0,1 0 0,-30-19 0,41 23 0,0-1 0,0-1 0,0 1 0,1-1 0,0 0 0,0 0 0,0-1 0,-8-13 0,12 15-45,0 1-1,0-1 1,0 1-1,1-1 1,0 1-1,0-1 1,0 0-1,1 0 1,0 1-1,0-1 1,0 0-1,0 0 1,1 0-1,-1 1 1,1-1-1,0 0 1,1 1-1,-1-1 1,1 1-1,0-1 1,0 1-1,1 0 1,-1 0-1,1 0 1,0 0-1,0 0 0,0 0 1,0 1-1,6-5 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8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 24575,'-10'5'0,"-3"4"0,-2 3 0,1 2 0,4 1 0,3 1 0,2 0 0,3 0 0,2-1 0,0 0 0,0 0 0,4 0 0,-1 0 0,1-3-8191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9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32 24575,'4'-32'0,"-12"42"0,1 6 0,0 0 0,2 1 0,0 0 0,-3 21 0,-6 72 0,11-75 0,1-15 0,1 0 0,1 1 0,1-1 0,1 0 0,1 1 0,7 28 0,-1-22 0,0 0 0,2-1 0,0 0 0,18 27 0,-18-35 0,0 0 0,1-1 0,1-1 0,0 0 0,2-1 0,27 24 0,58 36-1365,-91-69-5461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0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43 24575,'-1'84'0,"3"91"0,6-126 0,-2-21 0,-11-91 0,0 35 0,-32-182 0,34 201 0,1-2 0,-1 0 0,1 0 0,0-22 0,3 30 0,2 7 0,3 7 0,-5-9 0,16 32 0,1 0 0,40 54 0,-44-70 0,1-1 0,1 0 0,0-1 0,1-1 0,38 26 0,22 4 0,-67-41 0,0 1 0,0-1 0,0-1 0,1 0 0,-1-1 0,13 2 0,-20-3 0,0-1 0,1 0 0,-1 0 0,0 0 0,0 0 0,1-1 0,-1 1 0,0-1 0,0 0 0,0 0 0,0 0 0,0 0 0,0-1 0,0 1 0,0-1 0,0 1 0,0-1 0,-1 0 0,1 0 0,-1-1 0,0 1 0,1 0 0,-1-1 0,0 1 0,0-1 0,-1 0 0,1 0 0,0 0 0,-1 0 0,0 0 0,0 0 0,0 0 0,1-5 0,0-2 0,0 1 0,-1-1 0,-1 0 0,0 1 0,0-1 0,-1 0 0,0 1 0,0-1 0,-1 1 0,-4-13 0,-4-6 0,-13-27 0,18 45 0,0 1 0,0 0 0,-1 0 0,0 1 0,-1-1 0,-10-9 0,15 15-124,-1 1 0,0 0 0,0 0 0,0 0 0,0 1 0,0-1-1,-1 1 1,1 0 0,0-1 0,-6 0 0,-3 0-6702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24575,'12'-8'0,"0"0"0,1 1 0,0 0 0,0 0 0,0 2 0,1 0 0,0 0 0,0 1 0,17-2 0,-29 6 0,0 0 0,0-1 0,0 1 0,1 0 0,-1 0 0,0 1 0,0-1 0,0 0 0,1 1 0,-1 0 0,0-1 0,0 1 0,0 0 0,0 0 0,0 0 0,0 0 0,0 0 0,0 0 0,-1 1 0,1-1 0,0 1 0,-1-1 0,1 1 0,-1 0 0,0 0 0,1-1 0,-1 1 0,0 0 0,0 0 0,1 4 0,-1-2 0,1 1 0,-2 0 0,1-1 0,0 1 0,-1 0 0,0-1 0,0 1 0,-1 0 0,1-1 0,-1 1 0,0 0 0,0-1 0,-3 8 0,2-7 0,-1-1 0,0 1 0,0-1 0,0 0 0,0 0 0,-1 0 0,1 0 0,-1-1 0,0 1 0,0-1 0,0 0 0,-6 3 0,4-2 0,0 0 0,1 0 0,-1 1 0,1 0 0,-6 7 0,11-12 0,0 1 0,0-1 0,-1 0 0,1 1 0,0-1 0,0 1 0,0-1 0,-1 0 0,1 1 0,0-1 0,0 1 0,0-1 0,0 1 0,0-1 0,0 1 0,0-1 0,0 0 0,0 1 0,0-1 0,0 1 0,1-1 0,-1 1 0,0-1 0,0 0 0,0 1 0,0-1 0,1 1 0,-1-1 0,0 0 0,0 1 0,1-1 0,-1 0 0,0 1 0,1-1 0,-1 0 0,0 0 0,1 1 0,-1-1 0,1 0 0,-1 0 0,0 1 0,1-1 0,-1 0 0,1 0 0,-1 0 0,1 0 0,25 7 0,-23-6 0,140 19 0,-37-8 0,-74-8-1365,-19-3-5461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24575,'4'-2'0,"1"1"0,-1-1 0,0 1 0,1 0 0,-1 1 0,1-1 0,0 1 0,-1 0 0,1 0 0,-1 0 0,1 1 0,-1 0 0,9 2 0,-6-1 0,0 1 0,0 0 0,0 0 0,-1 1 0,1 0 0,-1 1 0,10 7 0,0 5 0,1 0 0,-2 1 0,0 0 0,15 28 0,4 9 0,-3 1 0,33 83 0,-58-121 0,0-1 0,-1 1 0,0-1 0,-2 2 0,0-1 0,-1 0 0,0 27 0,-3-37 0,1 1 0,-2-1 0,1 1 0,-1-1 0,0 0 0,-1 0 0,-6 14 0,6-16 0,-1-1 0,1 1 0,-1-1 0,0 0 0,0 0 0,-1-1 0,1 1 0,-1-1 0,0 0 0,0 0 0,-8 4 0,7-4-102,-11 5-530,-31 14 1,33-18-6195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29 24575,'-27'-5'0,"-13"-1"0,-1-1 0,4 2 0,6 2 0,5 0 0,4 5 0,5 0 0,1 2 0,2-2 0,0 0 0,1 0 0,-1-1 0,0-1 0,-1 0 0,4 0-8191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35 24575,'-20'-8'0,"-10"-2"0,-1 1 0,1 3 0,4 4 0,4 2 0,2 3 0,3 2 0,-1-1 0,0 2 0,1 0 0,-2-1 0,0-2 0,3-1-8191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24575,'2'18'0,"1"0"0,1-1 0,0 1 0,15 33 0,-4-5 0,4 8 0,37 79 0,-50-121 0,-3-5 0,0 0 0,0-1 0,1 0 0,0 0 0,0 0 0,0 0 0,10 9 0,-14-14-62,1-1 0,-1 0 0,1 1 0,-1-1 0,1 0 0,0 0 0,-1 1 0,1-1 0,-1 0 0,1 0 0,-1 0 0,1 0-1,0 0 1,-1 0 0,1 0 0,0 0 0,-1 0 0,1 0 0,-1 0 0,1 0 0,0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59 24575,'6'-5'0,"0"-1"0,-1 1 0,2 0 0,-1 1 0,0 0 0,1 0 0,0 0 0,0 1 0,12-4 0,-15 5 0,1 1 0,-1 1 0,1-1 0,0 1 0,-1-1 0,1 1 0,0 1 0,-1-1 0,1 1 0,-1 0 0,1 0 0,-1 0 0,1 0 0,-1 1 0,0 0 0,1 0 0,4 3 0,0 1 0,0 0 0,-1 0 0,1 1 0,-1 0 0,-1 1 0,1-1 0,-1 2 0,-1-1 0,0 1 0,0 0 0,0 0 0,-1 0 0,-1 1 0,1 0 0,-2 0 0,1 0 0,-2 1 0,1-1 0,-1 0 0,-1 1 0,1 20 0,-2-19 0,0-1 0,0 1 0,-1 0 0,-1 0 0,-4 16 0,5-25 0,0-1 0,0 1 0,0-1 0,0 1 0,0-1 0,-1 1 0,1-1 0,-1 0 0,0 0 0,1 0 0,-1 0 0,0 0 0,0 0 0,-1-1 0,1 1 0,0 0 0,0-1 0,-1 0 0,1 0 0,-1 1 0,1-2 0,-1 1 0,0 0 0,1 0 0,-1-1 0,0 1 0,1-1 0,-1 0 0,0 0 0,-2 0 0,-3-1 0,1 0 0,0 0 0,-1-1 0,1 0 0,0 0 0,0-1 0,-13-6 0,6 1 0,1 0 0,-23-18 0,28 20 0,1-2 0,-1 1 0,1-1 0,1 0 0,-1-1 0,1 0 0,1 0 0,0 0 0,0 0 0,1-1 0,0 0 0,0 0 0,1 0 0,1 0 0,0 0 0,0-1 0,1 1 0,0-1 0,1 1 0,0-1 0,0 1 0,4-18 0,-2 17-120,7-22 373,-8 31-360,-1 0 0,1 0 0,0 0 0,0 0 0,1 0 0,-1 1 0,0-1 0,0 0 0,1 1 0,-1-1 0,1 1 0,-1-1 0,4-1 0,3-1-6719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90 24575,'0'0'0,"-47"-51"0,42 46 0,0 0 0,-1 1 0,0 0 0,0 0 0,0 0 0,0 1 0,-9-4 0,13 6 0,1 1 0,0 0 0,0-1 0,-1 1 0,1 0 0,0 0 0,0 0 0,-1 0 0,1 0 0,0 0 0,0 0 0,-1 0 0,1 0 0,0 1 0,0-1 0,-1 0 0,1 1 0,0-1 0,0 1 0,0 0 0,0-1 0,0 1 0,0 0 0,0 0 0,0-1 0,0 1 0,0 0 0,0 0 0,0 0 0,0 0 0,1 0 0,-2 2 0,-1 4 0,-1 0 0,2 0 0,-1 1 0,-2 11 0,-1 2 0,-1-3 0,1-1 0,1 1 0,-5 27 0,9-38 0,0 0 0,1 1 0,0-1 0,0 0 0,1 0 0,0 0 0,0 0 0,0 1 0,1-1 0,0-1 0,6 14 0,-3-10 0,0 0 0,1-1 0,0 0 0,0 0 0,1-1 0,0 0 0,0 0 0,1-1 0,0 1 0,0-2 0,13 9 0,4 1 0,40 18 0,-56-30 0,1 0 0,0-1 0,1 0 0,-1-1 0,0 0 0,1 0 0,16 0 0,-22-2 0,-1 0 0,1 0 0,-1-1 0,0 1 0,1-1 0,-1 0 0,0 0 0,5-2 0,-8 2 0,0 1 0,-1-1 0,1 1 0,0-1 0,0 1 0,-1-1 0,1 0 0,0 1 0,-1-1 0,1 0 0,0 0 0,-1 1 0,1-1 0,-1 0 0,0 0 0,1 0 0,0-1 0,-1 1 0,0-1 0,0 1 0,0-1 0,0 1 0,0-1 0,0 1 0,0-1 0,-1 1 0,1-1 0,0 1 0,-1-1 0,1 1 0,-1-1 0,0-1 0,-2-1 0,0 0 0,0-1 0,0 1 0,0 0 0,0 0 0,-1 1 0,0-1 0,0 1 0,0 0 0,0 0 0,0 0 0,-1 1 0,1-1 0,-1 1 0,-7-3 0,6 3 0,1 1 0,-1-1 0,0 1 0,0 0 0,0 0 0,0 0 0,0 1 0,0 0 0,0 1 0,0-1 0,0 1 0,0 0 0,-6 2 0,0 3-1365,2 1-5461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24575,'4'-5'0,"-1"1"0,1-1 0,1 1 0,-1 0 0,1 0 0,-1 0 0,1 1 0,0 0 0,0 0 0,0 0 0,1 0 0,-1 1 0,1 0 0,9-2 0,-7 2 0,1 0 0,0 1 0,0 0 0,0 0 0,0 1 0,0 1 0,0-1 0,-1 1 0,10 3 0,9 2 0,-1 1 0,38 17 0,-54-20 0,-1 1 0,0 1 0,0-1 0,0 1 0,-1 1 0,0 0 0,0 0 0,-1 0 0,11 15 0,-6-5 0,-1 1 0,-1 0 0,9 21 0,19 60 0,-36-92 0,26 86 0,-25-79 0,-1 0 0,0 1 0,-1 0 0,-1 22 0,-1-33 0,1 0 0,-1 0 0,1 0 0,-1 0 0,0-1 0,-1 1 0,1 0 0,-1-1 0,0 1 0,1-1 0,-1 1 0,-1-1 0,1 0 0,0 0 0,-1 0 0,0 0 0,0 0 0,0-1 0,0 1 0,0-1 0,0 0 0,-1 0 0,1 0 0,-1 0 0,1-1 0,-1 1 0,0-1 0,1 0 0,-1 0 0,-8 1 0,3-1 0,-1 0 0,0-1 0,0 0 0,0 0 0,0-1 0,0-1 0,0 0 0,1 0 0,-1-1 0,1 0 0,-13-5 0,-1-4 0,0 0 0,1-1 0,0-2 0,1 0 0,1-1 0,-32-32 0,42 36 0,0 0 0,1 0 0,0-1 0,1 0 0,1 0 0,0 0 0,0-1 0,2-1 0,0 1 0,0-1 0,1 0 0,-3-26 0,6 25 0,0 0 0,2-30 0,0 40 0,-1 0 0,2 0 0,-1 0 0,0 0 0,1 0 0,0 1 0,1-1 0,-1 0 0,1 1 0,5-8 0,-7 11-35,1 1 0,-1 0 0,0-1 0,0 1 0,1 0 0,-1 0 0,1 0 0,-1 0 0,1 0 0,-1 0 0,1 1 0,-1-1 0,1 0 0,0 1 0,-1-1 0,1 1 0,0 0 0,0-1 0,-1 1 0,1 0 0,0 0 0,0 0 0,-1 0 0,1 1 0,0-1 0,0 0 0,-1 1 0,1-1 0,0 1 0,-1-1 0,1 1 0,0 0 0,-1 0 0,1 0 0,-1 0 0,0 0 0,1 0 0,1 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66 24575,'0'-45'0,"0"27"0,0 16 0,0 5 0,-1 19 0,-1 0 0,-1-1 0,-8 28 0,-1 4 0,8-32 0,-10 23 0,1 0 0,4-7 0,2 0 0,1 1 0,2 0 0,2 42 0,2-59 0,1 0 0,1-1 0,1 1 0,1-1 0,0 1 0,2-1 0,0 0 0,2-1 0,0 0 0,15 26 0,-3-15 0,1-1 0,1-1 0,2 0 0,46 40 0,-63-62-195,0-1 0,1 1 0,-1-2 0,1 1 0,0-1 0,12 5 0,-10-6-6631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5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43 204 24575,'0'28'0,"2"0"0,1 0 0,1 0 0,2 0 0,1-1 0,0 0 0,2 0 0,18 35 0,-27-61 0,1 0 0,-1 0 0,1 0 0,-1 0 0,1 0 0,0 0 0,0 0 0,-1 0 0,1 0 0,0 0 0,0 0 0,0-1 0,2 2 0,-3-2 0,1 0 0,-1 0 0,0 0 0,0 0 0,0 0 0,0 0 0,0 0 0,1 0 0,-1 0 0,0 0 0,0 0 0,0 0 0,0 0 0,0 0 0,1 0 0,-1 0 0,0 0 0,0 0 0,0 0 0,0 0 0,0 0 0,0 0 0,1-1 0,-1 1 0,0 0 0,0 0 0,0 0 0,0 0 0,0 0 0,0 0 0,0 0 0,0-1 0,0 1 0,1 0 0,-1 0 0,0-13 0,-6-19 0,-2 0 0,-2 1 0,-22-54 0,16 45 0,-1-5 0,-16-63 0,32 106 0,1 0 0,-1 0 0,1 1 0,0-1 0,0 0 0,0 0 0,0 1 0,0-1 0,0 0 0,0 0 0,1 0 0,-1 1 0,2-3 0,-2 4 0,0-1 0,0 1 0,0 0 0,1-1 0,-1 1 0,0 0 0,0-1 0,1 1 0,-1 0 0,0 0 0,1 0 0,-1-1 0,0 1 0,1 0 0,-1 0 0,0 0 0,1 0 0,-1 0 0,1-1 0,-1 1 0,0 0 0,1 0 0,0 0 0,0 0 0,0 1 0,0-1 0,1 0 0,-1 1 0,0-1 0,0 0 0,0 1 0,1 0 0,-1-1 0,2 2 0,7 7 0,1 0 0,-2 0 0,1 1 0,14 21 0,-5-8 0,126 132 0,-120-132 0,1-2 0,2-1 0,-1-1 0,41 21 0,-61-37 0,0 1 0,1 0 0,-1 0 0,1-1 0,16 4 0,-23-7 0,1 0 0,-1 1 0,0-1 0,1 0 0,-1 0 0,0 0 0,1 0 0,-1 0 0,0 0 0,1-1 0,-1 1 0,0 0 0,1-1 0,-1 1 0,0-1 0,0 1 0,1-1 0,-1 0 0,0 1 0,0-1 0,0 0 0,0 0 0,0 0 0,0 0 0,0 0 0,0 0 0,0 0 0,-1 0 0,1 0 0,0 0 0,-1 0 0,1-1 0,0 1 0,-1 0 0,0 0 0,1-1 0,-1-2 0,2-2 0,-2-1 0,1 1 0,-1-1 0,0 0 0,0 0 0,-1 1 0,0-1 0,0 1 0,-4-10 0,-3-8 0,-12-27 0,13 35 0,-97-184 0,73 145 0,11 22-1365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6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121 546 24575,'10'-20'0,"-1"0"0,0-1 0,8-32 0,-15 43 0,-1 1 0,1-1 0,-2 1 0,1-1 0,-1 1 0,-1-1 0,1 0 0,-2 1 0,1-1 0,-6-16 0,-68-178 0,35 110 0,40 93 0,0 1 0,0-1 0,-1 1 0,1-1 0,0 0 0,-1 1 0,1-1 0,0 1 0,-1-1 0,1 1 0,-1-1 0,1 1 0,0-1 0,-1 1 0,1 0 0,-1-1 0,0 1 0,1 0 0,-1-1 0,1 1 0,-1 0 0,1-1 0,-1 1 0,0 0 0,0 0 0,0 0 0,1 1 0,-1-1 0,0 0 0,1 0 0,-1 1 0,1-1 0,-1 0 0,1 1 0,-1-1 0,1 1 0,-1-1 0,1 1 0,-1-1 0,1 1 0,0-1 0,-1 1 0,0 1 0,-1 3 0,-1 0 0,1 1 0,-3 10 0,1-1 0,1 1 0,1-1 0,1 1 0,0-1 0,1 1 0,0-1 0,1 1 0,7 29 0,-6-33 0,1-1 0,1 0 0,0 0 0,1-1 0,0 1 0,0-1 0,1 0 0,0 0 0,1-1 0,0 0 0,1 0 0,14 13 0,82 57 120,-85-66-491,0-2-1,1 0 1,38 13 0,-46-20-6455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28 24575,'-10'1'0,"0"0"0,0 1 0,1 1 0,-1-1 0,-11 6 0,19-7 0,0-1 0,0 1 0,1 0 0,-1 0 0,0 0 0,1 0 0,-1 0 0,1 1 0,-1-1 0,1 0 0,0 1 0,0-1 0,-1 1 0,1-1 0,0 1 0,0 0 0,0-1 0,1 1 0,-1 0 0,0 0 0,1-1 0,-1 1 0,1 0 0,-1 0 0,1 0 0,0 0 0,0 0 0,0 0 0,0 0 0,0-1 0,1 1 0,-1 0 0,0 0 0,2 3 0,1 2 0,-1-1 0,1-1 0,1 1 0,-1 0 0,1-1 0,0 0 0,1 1 0,-1-2 0,10 9 0,-4-5 0,0 0 0,0-1 0,1 0 0,14 7 0,-21-12 0,-1-1 0,1 1 0,0-1 0,0 0 0,-1 0 0,1 0 0,0-1 0,0 1 0,0-1 0,0 0 0,0 0 0,6-1 0,-8 1 0,0-1 0,0 0 0,-1 1 0,1-1 0,0 0 0,0 0 0,-1 0 0,1 0 0,-1 0 0,1 0 0,-1-1 0,1 1 0,-1 0 0,0-1 0,0 1 0,0-1 0,0 1 0,0-1 0,0 0 0,0 0 0,0 1 0,-1-1 0,1 0 0,0 0 0,-1 0 0,0 1 0,1-4 0,-1-1 0,1-1 0,-1 1 0,-1 0 0,1 0 0,-1 0 0,0 0 0,-1 0 0,1 0 0,-1 0 0,0 0 0,-1 0 0,-5-10 0,2 6 0,0 1 0,-1 0 0,0 0 0,0 0 0,-1 1 0,-11-10 0,17 17 0,0-1 0,0 0 0,0 1 0,0-1 0,-1 1 0,1 0 0,0 0 0,-1 0 0,1 0 0,-1 0 0,1 0 0,-1 1 0,1-1 0,-1 1 0,1 0 0,-1 0 0,0 0 0,1 0 0,-1 0 0,1 0 0,-1 1 0,1-1 0,-4 2 0,4-1 0,-1 0 0,1 1 0,0-1 0,-1 1 0,1 0 0,0 0 0,0 0 0,0 0 0,0 0 0,0 0 0,1 0 0,-1 1 0,1-1 0,-1 1 0,1-1 0,0 1 0,0-1 0,0 1 0,0 0 0,0 0 0,0 2 0,-2 26-1365,3-18-5461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40 24575,'-7'-5'0,"-28"-18"0,32 21 0,0 0 0,0 1 0,0 0 0,0 0 0,0 0 0,-1 0 0,1 0 0,0 1 0,-7-1 0,9 1 0,0 0 0,1 0 0,-1 0 0,0 0 0,1 0 0,-1 0 0,0 0 0,0 1 0,1-1 0,-1 0 0,0 0 0,1 1 0,-1-1 0,0 0 0,1 1 0,-1-1 0,1 1 0,-1-1 0,1 1 0,-1-1 0,1 1 0,-1-1 0,1 1 0,-1 0 0,0 0 0,1 1 0,0-1 0,-1 0 0,1 1 0,0-1 0,0 1 0,0-1 0,0 1 0,0-1 0,0 0 0,0 1 0,1-1 0,0 3 0,1 2 0,0 1 0,1-1 0,0 0 0,5 8 0,8 11 0,28 33 0,-35-48 0,0 0 0,0-1 0,1-1 0,0 1 0,21 12 0,-28-20 0,0 1 0,-1-1 0,1 0 0,0 0 0,-1 0 0,1 0 0,0-1 0,0 1 0,0-1 0,0 1 0,3-1 0,-5 0 0,0 0 0,0-1 0,0 1 0,0 0 0,0-1 0,0 1 0,0-1 0,0 1 0,0-1 0,0 1 0,0-1 0,0 0 0,0 1 0,0-1 0,0 0 0,-1 0 0,1 0 0,0 0 0,-1 0 0,1 1 0,0-1 0,-1 0 0,0 0 0,1-1 0,-1 1 0,1 0 0,-1 0 0,0 0 0,0 0 0,1-2 0,0-7 0,-1 1 0,1 0 0,-1-1 0,-1 1 0,0-1 0,0 1 0,-5-18 0,-3-1 0,-14-32 0,22 59 0,0-1 0,0 0 0,0 0 0,0 1 0,0-1 0,0 0 0,0 1 0,-1-1 0,1 1 0,-1 0 0,-2-3 0,4 4 0,0 0 0,-1 0 0,1 0 0,0-1 0,-1 1 0,1 0 0,0 0 0,-1 0 0,1 0 0,-1 0 0,1 0 0,0 0 0,-1 0 0,1 0 0,0 0 0,-1 0 0,1 0 0,0 0 0,-1 0 0,1 0 0,0 1 0,-1-1 0,1 0 0,-1 0 0,0 1 0,1 0 0,-1-1 0,0 1 0,1 0 0,-1 0 0,1 0 0,-1 0 0,1-1 0,-1 1 0,1 0 0,0 0 0,-1 0 0,1 2 0,-2 9 0,0 1 0,1-1 0,0 1 0,1-1 0,0 1 0,4 23 0,22 76 0,-20-88 0,45 149 0,19 83 0,-70-255 0,1 0 0,-1 0 0,0-1 0,1 1 0,-1 0 0,0 0 0,0 0 0,0 0 0,0 0 0,0 0 0,0 0 0,0 0 0,0-1 0,-1 1 0,1 0 0,0 0 0,0 0 0,-1 0 0,1 0 0,-1-1 0,1 1 0,0 0 0,-1 0 0,0 0 0,0 0 0,0-1 0,0 0 0,0 0 0,1 1 0,-1-1 0,0 0 0,0 0 0,0 0 0,0 0 0,0 0 0,0 0 0,0 0 0,0 0 0,1-1 0,-1 1 0,0 0 0,0 0 0,0-1 0,-1 0 0,-5-2 0,0-1 0,-1 0 0,-11-10 0,7 4 0,0 0 0,1-1 0,-19-23 0,25 28 0,0 0 0,1-1 0,0 1 0,1-1 0,0 0 0,0-1 0,0 1 0,1 0 0,-3-15 0,4 19 0,1-1 0,0 0 0,0 0 0,0 1 0,0-1 0,1 0 0,-1 1 0,1-1 0,0 0 0,0 1 0,0-1 0,1 1 0,-1 0 0,1-1 0,3-3 0,-2 2 0,1 1 0,0 0 0,-1 0 0,2 0 0,-1 1 0,0-1 0,1 1 0,0 0 0,6-3 0,2 0 0,1 1 0,0 0 0,0 1 0,0 0 0,1 2 0,27-3 0,-27 4-1365,-1 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24575,'6'11'0,"-2"1"0,0 0 0,0 0 0,-1 0 0,0 0 0,1 17 0,-2 76 0,-1-23 0,-1-74 0,0 0 0,1-1 0,1 1 0,-1 0 0,1-1 0,5 13 0,-7-20 0,0 0 0,0 1 0,1-1 0,-1 0 0,0 1 0,0-1 0,0 0 0,0 1 0,1-1 0,-1 0 0,0 1 0,0-1 0,1 0 0,-1 0 0,0 1 0,1-1 0,-1 0 0,0 0 0,1 0 0,-1 1 0,0-1 0,1 0 0,-1 0 0,0 0 0,1 0 0,-1 0 0,0 0 0,1 0 0,0 0 0,-1 0 0,1 0 0,-1 0 0,1-1 0,-1 1 0,1-1 0,-1 1 0,1 0 0,-1-1 0,1 1 0,-1-1 0,1 1 0,-1-1 0,0 1 0,1-1 0,-1 0 0,9-24 0,-6 6 0,-1 0 0,0 0 0,-2 0 0,0 0 0,-1 0 0,-6-32 0,-34-110 0,32 135 0,5 16 0,0-1 0,-3-20 0,7 31 0,0-1 0,0 1 0,-1-1 0,1 1 0,0-1 0,0 0 0,0 1 0,0-1 0,0 1 0,0-1 0,0 1 0,0-1 0,1 0 0,-1 1 0,0-1 0,0 1 0,0-1 0,1 1 0,-1-1 0,0 1 0,0-1 0,1 1 0,-1-1 0,1 1 0,-1-1 0,1 1 0,0 0 0,-1 0 0,1 0 0,0-1 0,-1 1 0,1 0 0,-1 1 0,1-1 0,0 0 0,-1 0 0,1 0 0,0 0 0,-1 0 0,1 0 0,-1 1 0,1-1 0,-1 0 0,2 1 0,3 2 0,0 1 0,0-1 0,6 7 0,61 64 0,3 2 0,-74-75 0,114 97 0,-101-87 0,1-1 0,0-1 0,0-1 0,1 0 0,0-1 0,27 8 0,-39-14 0,0 0 0,0 0 0,-1 0 0,1-1 0,0 1 0,0-1 0,0 0 0,5-1 0,-7 0 0,-1 1 0,0 0 0,0-1 0,0 1 0,1-1 0,-1 0 0,0 1 0,0-1 0,0 0 0,0 0 0,0 1 0,0-1 0,0 0 0,-1 0 0,1 0 0,0 0 0,0 0 0,-1-1 0,1 1 0,-1 0 0,1 0 0,-1 0 0,1 0 0,-1-1 0,0 1 0,1 0 0,-1 0 0,0-3 0,0-4 0,0 1 0,0 0 0,-1-1 0,0 1 0,0 0 0,-1 0 0,0-1 0,0 1 0,0 1 0,-6-11 0,-5-9 0,-22-30 0,27 45 0,-4-8-341,-1 2 0,-1-1-1,-31-29 1,29 33-6485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24575,'27'10'0,"0"2"0,-1 0 0,0 2 0,-1 1 0,0 2 0,42 36 0,-48-35 0,-1 0 0,-1 1 0,-1 1 0,-1 1 0,-1 0 0,0 1 0,-2 0 0,12 30 0,38 120 0,-57-153 0,0 1 0,-1 0 0,-1 0 0,-1 0 0,-1 1 0,-3 38 0,1-50 11,-1 0 0,-1 0 0,1 1 0,-1-1 0,-1-1 0,0 1-1,0-1 1,0 1 0,-1-1 0,-11 13 0,6-9-259,-1 0 1,-1-1-1,0-1 1,0 0-1,-22 14 1,19-15-6579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31 24575,'-25'-5'0,"-11"-1"0,-2-1 0,3 2 0,6 1 0,4 2 0,4 1 0,4 0 0,1 1 0,2 1 0,0-1 0,0 0 0,3 3 0,0 0 0,0 1 0,1-2-8191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1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29 24575,'-27'-7'0,"-12"-3"0,-2 2 0,3 4 0,4 4 0,5 5 0,7 2-8191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6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62 24575,'-1'-2'0,"0"1"0,0 0 0,1 0 0,-1-1 0,1 1 0,-1 0 0,1-1 0,0 1 0,-1 0 0,1-1 0,0 1 0,0 0 0,0-1 0,0 1 0,0-1 0,0 1 0,0 0 0,1-1 0,-1 1 0,0-1 0,1 1 0,-1 0 0,1 0 0,-1-1 0,1 1 0,0 0 0,0 0 0,0 0 0,-1-1 0,1 1 0,0 0 0,0 0 0,0 0 0,0 1 0,1-1 0,-1 0 0,0 0 0,0 1 0,1-1 0,-1 0 0,0 1 0,3-1 0,4-2 0,0 1 0,0 0 0,1 1 0,-1-1 0,16 1 0,8 1 0,0 1 0,0 1 0,-1 2 0,1 1 0,-1 1 0,0 2 0,59 23 0,-84-28 0,1 0 0,0 1 0,-1 0 0,0 0 0,0 0 0,8 9 0,-13-12 0,0 0 0,0 0 0,0 0 0,0 0 0,0 0 0,-1 0 0,1 0 0,0 0 0,-1 1 0,1-1 0,-1 0 0,1 0 0,-1 1 0,0-1 0,1 0 0,-1 1 0,0-1 0,0 0 0,0 1 0,0-1 0,0 0 0,0 1 0,-1-1 0,1 0 0,0 0 0,-1 1 0,1-1 0,-1 0 0,1 0 0,-1 1 0,1-1 0,-1 0 0,0 0 0,0 0 0,0 0 0,1 0 0,-1 0 0,0 0 0,0 0 0,0 0 0,-1-1 0,1 1 0,-2 1 0,-4 2 0,0 0 0,0-1 0,0 0 0,0 0 0,-1 0 0,-15 3 0,15-5 0,0 1 0,0 1 0,0-1 0,1 1 0,-1 1 0,-8 4 0,16-8 0,-1 1 0,0-1 0,0 1 0,1-1 0,-1 1 0,0-1 0,1 1 0,-1-1 0,1 1 0,-1 0 0,0-1 0,1 1 0,0 0 0,-1 0 0,1-1 0,-1 1 0,1 0 0,0 0 0,-1 0 0,1 0 0,0-1 0,0 1 0,0 0 0,0 0 0,0 0 0,0 0 0,0 0 0,0 0 0,0-1 0,0 1 0,0 0 0,1 0 0,-1 0 0,0 0 0,1-1 0,-1 1 0,0 0 0,1 0 0,-1-1 0,1 1 0,-1 0 0,1-1 0,0 1 0,0 0 0,4 4 0,0-1 0,0 1 0,0-1 0,10 5 0,-11-6 0,84 43 0,-67-36 0,0 0 0,-1 1 0,0 1 0,-1 1 0,18 16 0,-36-27 0,1-1 0,-1 0 0,0 0 0,0 1 0,0-1 0,0 0 0,0 1 0,0-1 0,0 1 0,0 0 0,0-1 0,-1 1 0,1-1 0,-1 1 0,1 0 0,-1 2 0,0-2 0,0-1 0,0 0 0,0 1 0,-1-1 0,1 0 0,0 0 0,-1 1 0,1-1 0,-1 0 0,0 0 0,1 0 0,-1 0 0,0 1 0,0-1 0,0 0 0,1 0 0,-3 1 0,-1 1 0,1-1 0,-1 1 0,-1-1 0,1 0 0,0 0 0,0 0 0,-1 0 0,1-1 0,-1 0 0,-9 2 0,-27-1 0,-68-3 0,33-1 0,46 2-1365,17 0-5461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4 24575,'1'-1'0,"0"1"0,-1-1 0,1 1 0,0 0 0,0-1 0,0 1 0,0 0 0,0 0 0,0 0 0,0 0 0,0 0 0,0 0 0,0 0 0,0 0 0,0 0 0,0 0 0,0 1 0,0-1 0,0 0 0,1 1 0,22 9 0,-21-9 0,20 11 0,-1 2 0,0 0 0,-1 1 0,-1 2 0,30 28 0,-47-42 0,0 1 0,0-1 0,0 1 0,-1-1 0,1 1 0,-1 0 0,0 0 0,0 0 0,0 0 0,1 5 0,-3-8 0,0 0 0,0 0 0,1 1 0,-1-1 0,0 0 0,0 0 0,0 0 0,0 0 0,-1 1 0,1-1 0,0 0 0,0 0 0,-1 0 0,1 0 0,-1 0 0,1 0 0,-1 2 0,0-2 0,0 0 0,0 0 0,0 0 0,-1 0 0,1 0 0,0 0 0,0-1 0,-1 1 0,1 0 0,0-1 0,-1 1 0,1-1 0,-1 1 0,1-1 0,-1 1 0,-2-1 0,-19 2 0,-1-1 0,1 0 0,0-2 0,-1-1 0,1-1 0,0-1 0,0-1 0,-27-9 0,37 9 0,0 1 0,0-1 0,0-1 0,-22-14 0,33 19 0,-1-1 0,1 0 0,-1 0 0,1 0 0,0 0 0,0-1 0,0 1 0,0 0 0,0-1 0,0 0 0,1 1 0,-1-1 0,1 0 0,0 0 0,0 0 0,0 0 0,0 0 0,0 0 0,1 0 0,-1 0 0,1 0 0,0 0 0,0 0 0,0 0 0,0 0 0,1-1 0,1-4 0,-2 5 6,1 1 0,0 0 0,0-1 0,0 1 0,0 0 0,1 0 0,-1 0 0,0 0 0,1 0 0,0 0 0,-1 0 0,1 0 0,0 0 0,0 1 0,0-1 0,0 1 0,0 0 0,0 0 0,4-2 0,0 1-218,0 0 0,0 0 0,1 1-1,-1 0 1,0 0 0,10 0 0,-2 1-6614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22 24575,'4'-3'0,"0"1"0,0-1 0,0 1 0,0 0 0,1 0 0,-1 1 0,0-1 0,1 1 0,-1 0 0,1 0 0,9 0 0,-11 1 0,1 0 0,-1 1 0,1 0 0,-1 0 0,1 0 0,-1 0 0,1 0 0,-1 1 0,0-1 0,0 1 0,0 0 0,0 0 0,0 0 0,0 0 0,-1 1 0,4 2 0,2 4 0,0 0 0,0 0 0,9 15 0,-15-21 0,0 1 0,0-1 0,0 1 0,-1-1 0,1 1 0,-1 0 0,0-1 0,0 1 0,0 0 0,-1 0 0,1 0 0,-1 0 0,0 0 0,0 5 0,-1-7 0,0 0 0,1 1 0,-1-1 0,0 0 0,0 0 0,-1 0 0,1-1 0,0 1 0,-1 0 0,1 0 0,-1-1 0,1 1 0,-1-1 0,0 1 0,0-1 0,0 0 0,0 1 0,0-1 0,0 0 0,0 0 0,0-1 0,0 1 0,-4 1 0,-4 0 0,-1 0 0,1 0 0,-18 0 0,1-2 0,-1 0 0,-48-9 0,58 6 0,1-1 0,0-1 0,-1 0 0,2-1 0,-22-11 0,37 16 0,0 1 0,-1-1 0,1 0 0,0 1 0,0-1 0,-1 0 0,1 0 0,0 0 0,0 0 0,0 0 0,0 0 0,0 0 0,0 0 0,1 0 0,-1 0 0,0-1 0,1 1 0,-1 0 0,0-1 0,1 1 0,0 0 0,-1-1 0,1 1 0,0-1 0,-1-1 0,2 1 0,-1 0 0,1 0 0,0 1 0,-1-1 0,1 0 0,0 1 0,0-1 0,0 0 0,0 1 0,0-1 0,0 1 0,1 0 0,-1-1 0,0 1 0,1 0 0,-1 0 0,1 0 0,3-2 0,5-4-227,1 1-1,0 1 1,1 0-1,-1 0 1,23-5-1,-21 8-6598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8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87 24575,'1'-2'0,"-1"1"0,1-1 0,-1 0 0,1 1 0,0-1 0,0 0 0,0 1 0,-1-1 0,2 1 0,-1 0 0,0-1 0,0 1 0,0 0 0,1 0 0,-1 0 0,0-1 0,1 2 0,-1-1 0,1 0 0,-1 0 0,4-1 0,-3 2 0,0 0 0,1-1 0,-1 1 0,1 0 0,-1 0 0,0 1 0,1-1 0,-1 1 0,1-1 0,-1 1 0,0-1 0,0 1 0,5 2 0,3 3 0,0 0 0,0 1 0,-1 0 0,0 1 0,10 10 0,-13-13 0,-1 1 0,1 1 0,-1-1 0,0 1 0,-1 0 0,0 0 0,6 13 0,-9-18 0,0 0 0,-1 0 0,1 0 0,-1 0 0,1 0 0,-1 0 0,0 0 0,0 0 0,0 1 0,0-1 0,0 0 0,0 0 0,0 0 0,-1 0 0,1 0 0,-1 0 0,0 0 0,0 0 0,1 0 0,-1 0 0,0-1 0,-1 1 0,1 0 0,0 0 0,0-1 0,-1 1 0,1-1 0,-1 1 0,1-1 0,-1 0 0,0 0 0,1 1 0,-1-1 0,0 0 0,-3 1 0,-5 2 0,0 0 0,-1-1 0,1 0 0,-1-1 0,0 0 0,0 0 0,0-1 0,0-1 0,0 0 0,0 0 0,0-1 0,1-1 0,-1 1 0,0-2 0,0 0 0,1 0 0,0-1 0,-1 0 0,2 0 0,-12-7 0,18 9 0,1 0 0,-1 0 0,0-1 0,1 1 0,0 0 0,0-1 0,-1 0 0,1 1 0,1-1 0,-1 0 0,0 0 0,1 0 0,-2-5 0,1 2 0,1 1 0,-1-1 0,2 0 0,-1 1 0,1-1 0,-1 0 0,2-8 0,1 2 0,0 1 0,0-1 0,1 1 0,1-1 0,0 1 0,0 0 0,7-11 0,-10 19-195,2-1 0,-1 1 0,0 0 0,1 0 0,-1 0 0,5-3 0,2-2-6631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24575,'0'0'0,"0"0"0,1-1 0,-1 1 0,0 0 0,0 0 0,1 0 0,-1 0 0,0 0 0,0 0 0,0-1 0,1 1 0,-1 0 0,0 0 0,0 0 0,1 0 0,-1 0 0,0 0 0,0 0 0,1 0 0,-1 0 0,0 0 0,0 0 0,1 0 0,-1 0 0,0 0 0,0 0 0,1 1 0,-1-1 0,0 0 0,0 0 0,1 0 0,-1 0 0,0 0 0,0 0 0,0 1 0,1-1 0,-1 0 0,0 0 0,0 0 0,0 1 0,0-1 0,0 0 0,1 0 0,-1 0 0,0 1 0,0-1 0,0 0 0,0 0 0,0 1 0,0-1 0,0 0 0,0 0 0,0 1 0,0-1 0,0 0 0,0 0 0,0 1 0,3 18 0,-3-18 0,3 46 0,-2-28 0,0-1 0,5 24 0,0-24 0,0 0 0,1 0 0,0-1 0,12 19 0,-8-15 0,16 40 0,-24-49-1365,-2-2-5461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24575,'31'-11'0,"1"2"0,0 1 0,0 1 0,66-5 0,-75 12 0,0 0 0,-1 2 0,1 0 0,0 2 0,0 0 0,-1 1 0,43 17 0,-43-12 0,-1 1 0,0 0 0,0 2 0,-1 0 0,30 27 0,-37-29 0,-1 1 0,0 1 0,-1 0 0,0 1 0,-1 0 0,-1 0 0,0 1 0,11 26 0,-18-35 0,0-1 0,0 1 0,0 0 0,-1 0 0,0 0 0,-1 0 0,1 0 0,-1 0 0,0 0 0,0 0 0,-1 0 0,0 0 0,0 0 0,0 0 0,-1 0 0,-3 8 0,1-6 0,-1 0 0,1-1 0,-1 1 0,-1-1 0,1-1 0,-1 1 0,0-1 0,0 0 0,-1 0 0,-14 9 0,2-4 0,0 0 0,-1-1 0,0-1 0,-1-1 0,0-1 0,-1 0 0,-28 4 0,6-5 0,0-1 0,-76-2 0,111-3-151,1-1-1,-1 0 0,1 0 0,0-1 1,-1 0-1,1-1 0,0 0 1,-9-4-1,8 2-6674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24575,'9'25'0,"2"0"0,21 39 0,35 40 0,-39-62 0,-17-27 0,-1 2 0,0-1 0,-2 1 0,8 20 0,-16-37 0,0 0 0,0-1 0,-1 1 0,1 0 0,0 0 0,0 0 0,0 0 0,0 0 0,-1 0 0,1 0 0,0 0 0,0 0 0,-1 0 0,1 0 0,0 0 0,0 0 0,0 0 0,-1 0 0,1 0 0,0 0 0,0 0 0,0 0 0,-1 0 0,1 0 0,0 0 0,0 0 0,0 0 0,-1 0 0,1 0 0,0 1 0,0-1 0,0 0 0,0 0 0,-1 0 0,1 0 0,0 0 0,0 1 0,0-1 0,0 0 0,0 0 0,0 0 0,-1 1 0,1-1 0,0 0 0,0 0 0,0 0 0,0 1 0,0-1 0,0 0 0,0 0 0,0 0 0,0 1 0,0-1 0,0 0 0,0 0 0,0 1 0,0-1 0,0 0 0,0 0 0,0 0 0,1 1 0,-17-13 0,-12-14-1365,15 13-5461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24575,'7'-8'0,"0"0"0,1 1 0,0-1 0,0 2 0,1-1 0,-1 1 0,2 0 0,-1 1 0,1 0 0,-1 1 0,1 0 0,0 0 0,1 1 0,-1 0 0,1 1 0,14-1 0,13 0 0,1 3 0,0 1 0,48 7 0,7 1 0,-87-9 0,-5 0 0,1 0 0,-1-1 0,0 1 0,1 1 0,-1-1 0,0 0 0,1 1 0,-1-1 0,0 1 0,1 0 0,-1-1 0,0 1 0,3 2 0,-5-3 3,-1 1-1,1-1 1,0 0 0,-1 1-1,1-1 1,-1 0-1,1 1 1,0-1 0,-1 0-1,1 0 1,-1 1-1,1-1 1,-1 0-1,1 0 1,-1 0 0,1 0-1,-1 1 1,1-1-1,-1 0 1,1 0 0,-1 0-1,0 0 1,-14 2-1428,1-1-5401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24575,'252'0'0,"-242"0"-195,1 1 0,-1 0 0,1 1 0,-1 0 0,0 0 0,14 6 0,-15-3-6631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24575,'1'23'0,"2"0"0,1 0 0,0-1 0,10 28 0,-9-34 0,0 4 0,2 0 0,0 0 0,0-1 0,13 21 0,-19-39-94,-1-1 48,0 1 1,0-1 0,0 0-1,0 1 1,1-1-1,-1 0 1,0 0 0,0 1-1,0-1 1,1 0-1,-1 1 1,0-1 0,1 0-1,-1 0 1,0 0 0,0 1-1,1-1 1,-1 0-1,0 0 1,1 0 0,-1 0-1,0 1 1,1-1-1,-1 0 1,0 0 0,1 0-1,0 0 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45 24575,'-50'-13'0,"0"2"0,-1 3 0,-81-5 0,96 15 0,0 2 0,-48 11 0,20-4 0,-60 2-1365,99-12-5461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24575,'41'-3'0,"-1"-1"0,1-3 0,47-13 0,-84 19 0,-1-1 0,1 1 0,-1-1 0,0 1 0,0-1 0,0 0 0,0 0 0,0-1 0,0 1 0,-1 0 0,1-1 0,-1 0 0,0 1 0,1-1 0,-1 0 0,1-4 0,-2 5 0,0 0 0,0 0 0,0 0 0,-1 0 0,1 0 0,-1 0 0,0 0 0,0-1 0,0 1 0,0 0 0,0 0 0,0 0 0,0 0 0,0 0 0,-1 0 0,1 0 0,-1 0 0,0 0 0,0 0 0,0 0 0,0 0 0,0 0 0,0 0 0,0 0 0,0 1 0,-1-1 0,1 0 0,-2-1 0,-5-4 0,-1 0 0,1 0 0,-1 1 0,-11-6 0,15 9 0,0 0 0,-1 1 0,1 0 0,-1 0 0,0 0 0,0 0 0,0 1 0,0 0 0,-6 0 0,9 1 0,0 0 0,0 0 0,0 1 0,1-1 0,-1 1 0,0 0 0,1 0 0,-1 0 0,0 0 0,1 0 0,-1 0 0,1 1 0,0-1 0,-1 1 0,1 0 0,0 0 0,0 0 0,0 0 0,0 0 0,0 0 0,1 0 0,-1 1 0,-1 2 0,0 0 0,1 0 0,0 1 0,0 0 0,0-1 0,0 1 0,1 0 0,0 0 0,0 0 0,1 11 0,0-10 0,0 0 0,0 0 0,1 0 0,0 0 0,0 0 0,5 11 0,-5-15 0,0 0 0,1-1 0,-1 1 0,1 0 0,0-1 0,0 0 0,0 1 0,0-1 0,1 0 0,-1 0 0,0 0 0,1 0 0,0-1 0,-1 1 0,1-1 0,0 1 0,5 1 0,37 11 0,0-3 0,49 8 0,-7-3 0,-55-9-455,0-2 0,34 1 0,-48-5-6371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24575,'12'5'0,"8"4"0,4 4 0,4 1 0,1 1 0,5 1 0,0 0 0,0-1 0,-1 1 0,-1-1 0,-3 0 0,-2-3 0,-3 0 0,0-3 0,-5 0 0,-2-2 0,-3-2 0,-2-2-8191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24575,'-144'155'0,"140"-151"-80,-1 0 0,0 0-1,0-1 1,0 1 0,-1-1-1,1 0 1,-1-1 0,1 0-1,-1 0 1,0 0 0,0 0 0,0-1-1,0 0 1,0 0 0,0-1-1,-12 0 1,5 0-6746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80 24575,'-17'-8'0,"-12"-7"0,0 1 0,-1 1 0,-52-14 0,80 26 0,-1 1 0,0-1 0,0 1 0,1 0 0,-1-1 0,0 1 0,0 0 0,0 1 0,1-1 0,-1 0 0,0 1 0,0 0 0,1 0 0,-6 2 0,6-2 0,0 0 0,1 1 0,-1-1 0,1 1 0,-1-1 0,1 1 0,0-1 0,0 1 0,0 0 0,-1 0 0,2 0 0,-1 0 0,0-1 0,0 1 0,1 0 0,-1 0 0,1 1 0,-1-1 0,1 0 0,0 3 0,0 2 0,0-1 0,0 1 0,0-1 0,1 1 0,0-1 0,1 1 0,-1-1 0,1 0 0,1 1 0,-1-1 0,1 0 0,0-1 0,0 1 0,1 0 0,-1-1 0,1 0 0,1 0 0,-1 0 0,8 6 0,-5-4 0,1-1 0,0-1 0,0 1 0,1-1 0,-1-1 0,1 1 0,0-1 0,0-1 0,1 0 0,-1 0 0,1-1 0,14 2 0,-21-4 0,-1 0 0,1 0 0,0 0 0,-1 0 0,1 0 0,-1 0 0,1-1 0,-1 1 0,1-1 0,-1 0 0,1 0 0,-1 0 0,1 0 0,-1 0 0,0 0 0,0-1 0,0 1 0,1-1 0,-1 0 0,-1 1 0,1-1 0,0 0 0,0 0 0,1-3 0,-1 1 0,0 1 0,0-1 0,-1 0 0,0 1 0,0-1 0,0 0 0,0 0 0,0 0 0,-1 0 0,0 1 0,1-1 0,-2 0 0,1 0 0,0 0 0,-2-6 0,-19-54 0,21 64 0,0-1 0,0 1 0,0 0 0,0 0 0,0 0 0,0 0 0,0 0 0,-1-1 0,1 1 0,0 0 0,0 0 0,0 0 0,0 0 0,0 0 0,0-1 0,0 1 0,0 0 0,0 0 0,0 0 0,0 0 0,0-1 0,0 1 0,1 0 0,-1 0 0,0 0 0,0 0 0,0 0 0,0-1 0,0 1 0,0 0 0,0 0 0,0 0 0,0 0 0,1 0 0,-1 0 0,0-1 0,0 1 0,0 0 0,7 3 0,9 10 0,-15-12 0,18 18 46,19 24 1,-24-26-533,0-1 0,28 24 0,-33-33-6340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24575,'1'1'0,"-1"1"0,0-1 0,1 1 0,-1-1 0,1 1 0,0-1 0,0 0 0,-1 1 0,1-1 0,0 0 0,0 0 0,0 0 0,0 0 0,3 2 0,17 14 0,-11-11 0,17 12 0,30 14 0,-56-31 0,0-1 0,1 1 0,-1 0 0,1-1 0,-1 0 0,0 1 0,1-1 0,-1 0 0,1 1 0,-1-1 0,1 0 0,-1 0 0,1 0 0,-1-1 0,1 1 0,-1 0 0,1 0 0,-1-1 0,0 1 0,1-1 0,-1 1 0,1-1 0,-1 0 0,0 1 0,0-1 0,1 0 0,-1 0 0,0 0 0,0 0 0,0 0 0,0 0 0,0 0 0,0-1 0,0 1 0,-1 0 0,1 0 0,0-1 0,0-2 0,3-3 0,-2-1 0,1 0 0,-1 0 0,0 0 0,1-13 0,-3 20 0,0 0 0,0 0 0,0 0 0,1 0 0,-1 1 0,0-1 0,0 0 0,1 0 0,-1 0 0,1 0 0,-1 0 0,1 0 0,-1 0 0,1 1 0,-1-1 0,2-1 0,-2 2 0,1 0 0,-1 0 0,1-1 0,-1 1 0,1 0 0,-1 0 0,1 0 0,-1 0 0,1-1 0,0 1 0,-1 0 0,1 0 0,-1 0 0,1 0 0,-1 0 0,1 1 0,-1-1 0,1 0 0,0 0 0,0 1 0,3 1 0,1 0 0,-1 0 0,0 1 0,0 0 0,4 4 0,1 0 0,26 22 0,-21-17 0,1-1 0,0 0 0,20 10 0,-34-20 0,0 0 0,1 0 0,-1-1 0,0 1 0,1-1 0,-1 1 0,1-1 0,-1 1 0,1-1 0,-1 0 0,1 0 0,-1 0 0,1 0 0,-1 0 0,1 0 0,-1 0 0,1 0 0,-1 0 0,1-1 0,-1 1 0,0-1 0,1 1 0,1-2 0,-1 1 0,-1-1 0,0 1 0,1-1 0,-1 1 0,0-1 0,0 0 0,0 1 0,0-1 0,-1 0 0,1 0 0,0 0 0,-1 0 0,1 1 0,-1-1 0,0 0 0,0 0 0,1-4 0,-1 4 0,0-1 0,0-1 0,0 1 0,1-1 0,0 1 0,-1-1 0,3-3 0,-3 7 0,0-1 0,1 0 0,-1 0 0,1 1 0,-1-1 0,1 0 0,-1 1 0,1-1 0,0 1 0,-1-1 0,1 0 0,0 1 0,-1-1 0,1 1 0,0 0 0,-1-1 0,1 1 0,0 0 0,0-1 0,0 1 0,0 0 0,-1 0 0,1 0 0,0 0 0,0 0 0,0 0 0,0 0 0,0 0 0,-1 0 0,3 0 0,3 2 15,1-1 0,0 1 0,-1 1 0,0-1 0,0 1 0,1 0 0,4 4 0,5 3-758,18 16 1,-23-17-6084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33 208 24575,'0'16'0,"2"0"0,-1 0 0,2-1 0,0 1 0,1-1 0,1 0 0,9 20 0,6 8 0,30 44 0,-31-55 0,-9-16 0,-9-16 0,-5-10 0,-52-109 0,27 60 0,-26-64 0,50 108 0,1 1 0,1 0 0,0-1 0,0 0 0,2 0 0,0 0 0,1-15 0,0 26 0,0 0 0,1 0 0,-1 1 0,1-1 0,0 1 0,0-1 0,0 0 0,1 1 0,-1 0 0,1-1 0,0 1 0,0 0 0,0 0 0,0 0 0,1 0 0,-1 0 0,1 0 0,0 1 0,0 0 0,5-5 0,-4 5 0,0 0 0,1 0 0,-1 1 0,0-1 0,1 1 0,-1 0 0,1 0 0,-1 1 0,1-1 0,0 1 0,-1 0 0,1 0 0,0 0 0,-1 1 0,1 0 0,6 1 0,-4 1 0,-1-1 0,1 1 0,-1 1 0,0-1 0,0 1 0,0 0 0,-1 0 0,1 0 0,-1 1 0,0 0 0,7 10 0,-9-12 0,0 0 0,-1 0 0,0 0 0,0 0 0,0 1 0,0-1 0,-1 1 0,1-1 0,-1 1 0,0 0 0,0 0 0,0-1 0,-1 1 0,1 0 0,-1 0 0,0 0 0,0 0 0,0 0 0,0-1 0,-1 1 0,0 0 0,-1 6 0,0-7 7,0 0 0,0 0 0,0-1 0,0 1 0,-1 0 1,1-1-1,-1 1 0,1-1 0,-1 0 0,0 0 0,0 0 0,0 0 0,0 0 0,0-1 0,0 0 0,-5 2 0,-6 1-502,1 0 0,-23 3 0,12-3-6331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118 719 24575,'13'-52'0,"-2"0"0,-3 0 0,4-90 0,-11 97 0,-3-1 0,-1 0 0,-3 0 0,-1 1 0,-17-58 0,24 103 0,-17-46 0,15 42 0,1 0 0,-1 0 0,-1 0 0,1 0 0,0 1 0,-1-1 0,0 1 0,-6-6 0,8 8 0,1 1 0,-1-1 0,0 1 0,1-1 0,-1 1 0,0 0 0,1-1 0,-1 1 0,0 0 0,0 0 0,1 0 0,-1-1 0,0 1 0,0 0 0,1 0 0,-1 0 0,0 0 0,0 0 0,1 0 0,-1 1 0,0-1 0,0 0 0,-1 1 0,1-1 0,-1 1 0,1 0 0,-1 0 0,1 0 0,0 0 0,-1 1 0,1-1 0,0 0 0,0 1 0,-1 0 0,-2 4 0,0 0 0,1 0 0,0 0 0,-3 8 0,1 2 0,0-1 0,1 0 0,1 1 0,-2 22 0,5-29 0,0 0 0,0 0 0,1 0 0,0 0 0,1 0 0,0 0 0,0 0 0,1 0 0,4 8 0,1 0 0,0-2 0,1 1 0,1-2 0,0 1 0,1-1 0,17 17 0,-3-8 0,1-1 0,38 27 0,-49-39 0,2 0 0,-1-1 0,1-1 0,0 0 0,1-1 0,0-1 0,0-1 0,0 0 0,26 2 0,-42-6 0,1-1 0,-1 0 0,1 0 0,-1 0 0,0-1 0,1 1 0,-1-1 0,1 1 0,-1-1 0,0 0 0,1 0 0,-1 0 0,0 0 0,0 0 0,0 0 0,0 0 0,0-1 0,0 1 0,0-1 0,3-3 0,-2 1 0,-1 0 0,1 0 0,-1 0 0,0 0 0,-1 0 0,1 0 0,-1-1 0,1 1 0,-1-1 0,0-7 0,0 4 0,0 0 0,-1 0 0,0-1 0,-1 1 0,0 0 0,0 0 0,-5-16 0,5 20 0,0 1 0,-1-1 0,0 0 0,1 0 0,-1 1 0,0-1 0,-1 1 0,1-1 0,-1 1 0,1 0 0,-1 0 0,0 0 0,0 0 0,-1 1 0,1-1 0,0 1 0,-7-3 0,9 4 0,0 0 0,-1 1 0,1-1 0,-1 1 0,1 0 0,0-1 0,-1 1 0,1 0 0,-1 0 0,1 0 0,-1 0 0,1 0 0,-1 0 0,1 0 0,-1 1 0,1-1 0,0 0 0,-1 1 0,1-1 0,-3 2 0,3-1 0,-1 1 0,0-1 0,1 1 0,-1-1 0,1 1 0,-1-1 0,1 1 0,0 0 0,0 0 0,-1 0 0,2 0 0,-2 2 0,-1 5 0,0-1 0,1 0 0,1 1 0,-1-1 0,1 16 0,1-15 0,0 0 0,1-1 0,0 1 0,1-1 0,0 1 0,0-1 0,1 0 0,0 1 0,1-2 0,-1 1 0,2 0 0,-1-1 0,1 1 0,0-1 0,0-1 0,1 1 0,0-1 0,0 0 0,1 0 0,-1 0 0,9 4 0,-3-2 0,1 0 0,1-1 0,-1-1 0,1 0 0,0 0 0,0-2 0,0 0 0,1 0 0,0-1 0,0-1 0,21 0 0,41-3-1365,-63 0-5461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53 267 24575,'6'35'0,"3"-1"0,1 1 0,1-2 0,30 63 0,-30-67 0,-22-75 0,-45-86 0,-11-28 0,66 157 0,0 2 0,0-1 0,0 0 0,1 0 0,-1 1 0,1-1 0,-1 0 0,1 0 0,0 0 0,-1 0 0,1 1 0,0-1 0,0 0 0,0 0 0,1-3 0,0 5 0,-1 0 0,0 0 0,1 0 0,-1 0 0,0 0 0,1 0 0,-1 0 0,1 0 0,-1 0 0,0 0 0,1 0 0,-1 0 0,0 1 0,1-1 0,-1 0 0,0 0 0,1 0 0,-1 1 0,0-1 0,1 0 0,-1 0 0,0 1 0,1-1 0,-1 1 0,11 9 0,-8-7 0,193 159 0,-141-122 0,2-4 0,1-1 0,123 51 0,-179-85 0,-1 0 0,1 0 0,0-1 0,1 1 0,-1-1 0,0 1 0,0-1 0,0 0 0,0 0 0,0 0 0,0 0 0,0 0 0,0 0 0,0-1 0,4 0 0,-4 0 0,-1 0 0,0 0 0,1 0 0,-1 0 0,0 0 0,0-1 0,1 1 0,-1 0 0,0-1 0,0 1 0,-1-1 0,1 1 0,0-1 0,0 1 0,-1-1 0,1 1 0,-1-1 0,1 0 0,-1 1 0,0-3 0,1-3 0,0 0 0,-1 0 0,0 0 0,0 0 0,0 0 0,-3-8 0,-11-43 0,9 42 0,-23-74 0,-70-151 0,96 238 14,1-1-1,-1 1 0,0-1 0,-1 1 1,1 0-1,0 0 0,-1 0 1,-6-6-1,8 8-81,-1 0 1,1 0-1,-1 0 1,0 0-1,1 1 1,-1-1-1,0 0 1,0 1-1,1-1 1,-1 1-1,0 0 1,0-1-1,0 1 1,0 0-1,0 0 1,1 0-1,-1 1 1,0-1-1,0 0 1,0 1-1,-1 0 1,-7 2-6759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25 24575,'-65'1'0,"-73"-2"0,115-2-455,0 0 0,-42-11 0,53 10-6371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12 24575,'-12'-2'0,"-7"-2"0,-3 4 0,-3 1 0,1 0 0,2 0 0,2 1 0,-1-2 0,1 1 0,-1-1 0,-2 1 0,0-4 0,-1 0 0,2-1 0,3 2-8191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24575,'1'11'0,"1"-1"0,-1 1 0,2 0 0,3 10 0,2 8 0,0 6 0,22 60 0,-20-62 0,-9-27 0,1 1 0,-1 0 0,2-1 0,-1 0 0,1 0 0,6 11 0,-8-15 0,1-1 0,0 1 0,-1-1 0,1 0 0,0 1 0,0-1 0,0 0 0,0 0 0,0 0 0,0 0 0,0-1 0,1 1 0,-1 0 0,0-1 0,0 0 0,5 1 0,5-1 0,24-1 0,-17 0 0,50-4-455,0-2 0,86-21 0,-141 25-6371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24575,'0'15'0,"0"8"0,3 2 0,0 1 0,0 0 0,2-2 0,1-1 0,0-1 0,1-2 0,1 0 0,-1 0 0,1-1 0,-1-2 0,1-1 0,-1 0 0,1-1 0,-1-3-8191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24575,'3'-18'0,"-3"18"0,0 0 0,0 0 0,0 0 0,0-1 0,0 1 0,0 0 0,0 0 0,1 0 0,-1 0 0,0 0 0,0 0 0,0 0 0,0 0 0,0-1 0,0 1 0,0 0 0,1 0 0,-1 0 0,0 0 0,0 0 0,0 0 0,0 0 0,0 0 0,0 0 0,1 0 0,-1 0 0,0 0 0,0 0 0,0 0 0,0 0 0,0 0 0,1 0 0,-1 0 0,0 0 0,0 0 0,8 8 0,19 27 0,1 0 0,2-3 0,2 0 0,37 29 0,238 184 0,-293-233 0,19 18 0,-31-27 0,-4-3 0,-7-4 0,-12-9 0,9 4-1365,1 1-5461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28 24575,'-2'-3'0,"0"0"0,0 0 0,-1 1 0,1-1 0,-1 1 0,1-1 0,-7-3 0,8 6 0,0-1 0,0 1 0,0 0 0,1 0 0,-1-1 0,0 1 0,0 0 0,0 0 0,0 0 0,0 0 0,0 0 0,0 0 0,0 0 0,0 0 0,0 1 0,0-1 0,0 0 0,0 0 0,0 1 0,0-1 0,0 1 0,0-1 0,1 1 0,-1-1 0,0 1 0,0 0 0,1-1 0,-1 1 0,0 0 0,1-1 0,-1 1 0,0 0 0,0 1 0,-9 11 0,1 2 0,0-1 0,1 1 0,-10 24 0,-19 69 0,27-74 0,-1 1-115,-17 47 360,23-69-544,-1-1 0,0 1 0,-1-1 0,-10 13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94 24575,'-12'-9'0,"-52"-39"0,54 42 0,1 0 0,-1 1 0,0 0 0,0 1 0,-12-4 0,21 8 0,0-1 0,-1 1 0,1-1 0,-1 1 0,1 0 0,-1 0 0,1 0 0,-1-1 0,0 1 0,1 1 0,-1-1 0,1 0 0,-1 0 0,1 1 0,-1-1 0,1 0 0,-1 1 0,1 0 0,0-1 0,-1 1 0,1 0 0,0-1 0,-1 1 0,1 0 0,0 0 0,0 0 0,0 0 0,0 1 0,0-1 0,0 0 0,0 0 0,0 1 0,0-1 0,1 0 0,-1 1 0,0-1 0,1 1 0,-1-1 0,1 1 0,0-1 0,-1 1 0,1-1 0,0 2 0,-1 6 0,1 0 0,-1-1 0,2 1 0,-1 0 0,1-1 0,4 13 0,57 170 0,-3-11 0,-50-143 0,-1-2 0,1-1 0,20 49 0,-27-80 0,0 0 0,0 0 0,0 0 0,0 0 0,1 0 0,-1-1 0,1 1 0,-1-1 0,1 1 0,0-1 0,0 0 0,0 0 0,0-1 0,1 1 0,-1-1 0,0 1 0,1-1 0,-1 0 0,0 0 0,7 0 0,7 1 0,-1 0 0,1-2 0,20-1 0,-11 0 0,-6 1-61,-12 1-200,0-1 0,-1 0 0,1-1 1,12-2-1,-10 0-6565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24575,'1'-1'0,"0"0"0,0 0 0,0 0 0,0 1 0,0-1 0,1 0 0,-1 1 0,0-1 0,0 0 0,1 1 0,-1-1 0,0 1 0,1 0 0,-1 0 0,0-1 0,1 1 0,-1 0 0,1 0 0,0 0 0,1 1 0,0-1 0,0 1 0,0 0 0,0 0 0,0 0 0,-1 0 0,1 1 0,4 2 0,1 1 0,0 2 0,-1-1 0,1 1 0,8 10 0,-15-15 0,19 20 0,-1 1 0,-1 1 0,-1 0 0,16 31 0,-32-51 0,1 0 0,0 0 0,-1 0 0,0 0 0,0 1 0,0-1 0,-1 0 0,1 1 0,-1 8 0,0-11 0,-1-1 0,1 1 0,0 0 0,-1-1 0,1 1 0,-1-1 0,1 1 0,-1-1 0,0 1 0,1-1 0,-1 0 0,0 1 0,0-1 0,0 0 0,0 1 0,-1-1 0,1 0 0,0 0 0,0 0 0,-1 0 0,1 0 0,0 0 0,-1-1 0,1 1 0,-1 0 0,1-1 0,-1 1 0,1-1 0,-4 1 0,-4 0 0,-1 0 0,1-1 0,-1 0 0,1 0 0,0-1 0,-1 0 0,1-1 0,-19-6 0,10 2 0,0-1 0,0-1 0,-23-14 0,36 20 0,0-1 0,1-1 0,-1 1 0,1 0 0,0-1 0,0 0 0,1 0 0,-1 0 0,1-1 0,0 1 0,0-1 0,0 1 0,0-1 0,1 0 0,0 0 0,0 0 0,0-1 0,1 1 0,0 0 0,0-1 0,0 1 0,1-1 0,-1 1 0,1-1 0,1 1 0,-1-1 0,1 1 0,0 0 0,0-1 0,0 1 0,1 0 0,0 0 0,0 0 0,0 0 0,1 0 0,-1 0 0,1 0 0,1 1 0,4-7 0,-3 6-97,-1 1-1,1-1 1,0 1-1,0 0 1,1 0-1,-1 1 1,1 0-1,-1 0 1,1 0-1,0 0 1,0 1-1,0 0 0,10-1 1,-2 1-6729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24575,'4'-4'0,"0"1"0,0 0 0,0 0 0,0 0 0,0 0 0,1 0 0,-1 1 0,1 0 0,-1 0 0,1 0 0,0 1 0,5-2 0,-6 3 0,-1-1 0,1 1 0,-1 0 0,1 0 0,-1 0 0,0 1 0,1-1 0,-1 1 0,1 0 0,-1 0 0,0 0 0,0 0 0,1 0 0,-1 1 0,0 0 0,0-1 0,0 1 0,3 3 0,0 0 0,17 14 0,-1 1 0,29 33 0,-45-46 0,0 1 0,-1 0 0,0 0 0,0 0 0,-1 1 0,0-1 0,-1 1 0,0 0 0,0 0 0,0 0 0,-2 0 0,2 10 0,-2-7 0,-2 0 0,1 0 0,-1-1 0,-1 1 0,-4 16 0,-21 57 0,10-34 0,12-37 0,2-7 0,1 0 0,0-1 0,1 1 0,-1 8 0,1-13 0,1 0 0,0 0 0,1 1 0,-1-1 0,0 0 0,1 0 0,-1 1 0,1-1 0,0 0 0,-1 0 0,1 0 0,0 0 0,0 0 0,1 0 0,-1 0 0,3 3 0,13 11 0,-13-13 0,0 1 0,0-1 0,0 1 0,-1 0 0,1 0 0,2 5 0,-5-8 0,-1 0 0,1 0 0,-1 1 0,0-1 0,1 0 0,-1 0 0,0 0 0,0 0 0,0 0 0,0 1 0,0-1 0,0 0 0,0 0 0,0 0 0,0 0 0,0 1 0,-1-1 0,1 0 0,-1 0 0,1 0 0,0 0 0,-1 0 0,0 0 0,1 0 0,-1 0 0,0 0 0,1 0 0,-1 0 0,0 0 0,0 0 0,0-1 0,-1 2 0,-4 2-151,1 0-1,-1-1 0,0 0 0,0 0 1,0 0-1,-1-1 0,1 0 1,-8 2-1,-2-1-6674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24575,'30'28'0,"118"110"0,-102-91 0,43 57 0,-72-82-119,-7-6-89,2-1 0,0-1 1,0 0-1,1-1 1,27 21-1,-28-26-6618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24575,'-26'31'0,"1"1"0,-21 38 0,34-49 0,1 1 0,0 0 0,2 1 0,-11 40 0,16-44-120,2-8 183,-1 0 1,0 0-1,-6 13 0,8-21-142,0-1 0,-1 1 1,1-1-1,-1 1 0,1-1 0,-1 0 0,0 0 0,0 0 0,0 0 1,0 0-1,0 0 0,0-1 0,-1 1 0,1 0 0,-1-1 1,1 0-1,-1 0 0,-3 2 0,-5-1-6747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 24575,'-11'-1'0,"-13"-2"0,0 1 0,0 2 0,0 0 0,0 1 0,-25 5 0,46-5 0,0 0 0,0 0 0,0 0 0,0 0 0,0 0 0,0 1 0,0-1 0,1 1 0,-1-1 0,0 1 0,1 0 0,-1 0 0,1 1 0,0-1 0,0 0 0,0 1 0,-2 3 0,2-2 0,0 0 0,0 0 0,1 0 0,0 0 0,0 0 0,0 0 0,0 0 0,0 0 0,1 1 0,0-1 0,0 7 0,2 1 0,0 1 0,1 0 0,0-1 0,1 0 0,0 0 0,1 0 0,10 18 0,47 68 0,-34-57 0,24 50 0,-38-63 0,17 55 0,-26-67 0,-1 0 0,-1 1 0,-1 0 0,0-1 0,-1 20 0,-1-34 0,0 0 0,0 0 0,0 0 0,0 0 0,0 0 0,1 0 0,-1 0 0,1 0 0,-1 0 0,1 0 0,0 0 0,0 0 0,-1 0 0,1-1 0,2 3 0,-2-3 0,1 1 0,-1-1 0,1 0 0,0 0 0,-1 0 0,1 0 0,0 0 0,0-1 0,0 1 0,-1-1 0,1 1 0,0-1 0,0 1 0,0-1 0,0 0 0,2 0 0,1 0-72,-1 0 1,0 0-1,0-1 0,0 0 0,0 1 0,0-1 0,0-1 0,0 1 1,-1 0-1,1-1 0,0 0 0,-1 0 0,1 0 0,-1-1 0,0 1 1,1-1-1,-1 1 0,4-6 0,1-3-6754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24575,'0'2'0,"2"7"0,2 3 0,1 3 0,1 3 0,2 2 0,-1 2 0,1 0 0,-1-1 0,1-2 0,0-2 0,0-1 0,-1 0 0,-2-1 0,1-3 0,0-1 0,0-3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24575,'5'-2'0,"1"0"0,-1 1 0,0 0 0,1-1 0,-1 2 0,1-1 0,0 1 0,-1 0 0,1 0 0,-1 0 0,1 1 0,-1 0 0,1 0 0,-1 0 0,1 1 0,-1-1 0,0 1 0,9 5 0,3 4 0,-1 0 0,0 0 0,-1 2 0,14 14 0,4 3 0,-25-24 0,-1 1 0,1 0 0,11 15 0,-18-20 0,1 1 0,0 0 0,-1 0 0,0 0 0,1 0 0,-1 0 0,0 0 0,-1 0 0,1 0 0,0 0 0,-1 0 0,0 0 0,0 0 0,0 1 0,0-1 0,-1 4 0,-3 19 0,0 0 0,2-1 0,2 44 0,1-57 0,0-1 0,1 0 0,1 0 0,0 0 0,0 0 0,1 0 0,1-1 0,-1 1 0,2-1 0,11 17 0,-2-9 0,-11-14 0,-1 0 0,1 1 0,-1-1 0,1 1 0,-1-1 0,-1 1 0,4 8 0,-6-13 0,1 1 0,-1 0 0,0 0 0,0 0 0,0-1 0,0 1 0,0 0 0,0 0 0,0 0 0,-1 0 0,1-1 0,0 1 0,0 0 0,-1 0 0,1-1 0,0 1 0,-1 0 0,1 0 0,0-1 0,-1 1 0,1 0 0,-1-1 0,0 1 0,1-1 0,-1 1 0,1-1 0,-1 1 0,0-1 0,1 1 0,-1-1 0,0 0 0,0 1 0,1-1 0,-1 0 0,0 1 0,0-1 0,0 0 0,0 0 0,-6 2 0,-1-1 0,1 0 0,-12 0 0,5 0 0,-4 2-1365,2 0-5461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24575,'402'358'0,"-314"-285"0,-72-60-1365,-3-4-5461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24575,'-10'26'0,"-4"9"0,-1 6 0,2-3 0,2-3 0,4-4 0,0-3 0,2-1 0,1-2 0,2-1 0,0-2 0,2-2 0,0-2 0,0-2 0,-2-3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24575,'-14'2'0,"-81"10"0,85-10 0,0 0 0,-1 1 0,1 0 0,1 1 0,-1 0 0,-16 10 0,23-12 0,0 0 0,1 1 0,-1-1 0,1 0 0,0 1 0,0 0 0,-1 0 0,2-1 0,-1 1 0,0 0 0,1 1 0,-1-1 0,1 0 0,0 0 0,0 0 0,0 1 0,1-1 0,-1 1 0,1-1 0,-1 0 0,2 6 0,-1-2 0,1-1 0,-1 1 0,2-1 0,-1 0 0,1 0 0,0 0 0,0 1 0,0-2 0,1 1 0,6 10 0,67 88 0,-37-52 0,58 101 0,-88-136 0,-1 0 0,-1 0 0,-1 1 0,0 0 0,-1 0 0,-1 1 0,-1-1 0,0 1 0,-1 26 0,-2-42 0,0 1 0,0-1 0,0 0 0,1 0 0,-1 0 0,1 1 0,1 2 0,-2-5 0,1 0 0,-1 0 0,1 0 0,-1-1 0,1 1 0,-1 0 0,1-1 0,0 1 0,-1 0 0,1-1 0,0 1 0,0-1 0,-1 1 0,1-1 0,0 1 0,0-1 0,0 0 0,0 1 0,0-1 0,-1 0 0,1 0 0,0 0 0,0 0 0,0 0 0,0 0 0,0 0 0,0 0 0,0 0 0,1 0 0,6-1-85,0 0 0,0-1-1,0 0 1,0 0 0,-1-1-1,1 0 1,-1 0 0,0-1-1,0 0 1,0 0 0,0-1-1,-1 0 1,1 0 0,-1 0-1,7-9 1,-6 5-6741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24575,'4'-5'0,"1"1"0,-1 0 0,1 0 0,0 1 0,0-1 0,1 1 0,-1 0 0,11-4 0,-13 6 0,0 1 0,1-1 0,-1 0 0,0 1 0,1 0 0,-1 0 0,0 0 0,1 0 0,-1 0 0,1 1 0,-1-1 0,0 1 0,1 0 0,-1 0 0,0 0 0,0 1 0,4 1 0,-2 0 0,0 0 0,0 0 0,-1 1 0,1-1 0,-1 1 0,1 0 0,-1 1 0,0-1 0,-1 1 0,1-1 0,-1 1 0,0 0 0,0 1 0,0-1 0,-1 0 0,0 1 0,0-1 0,0 1 0,0 7 0,0 0 0,0 1 0,-2 0 0,0 0 0,0 0 0,-2 0 0,-5 27 0,7-38 0,-1-1 0,1 0 0,-1 0 0,1 0 0,0 0 0,0 0 0,0 0 0,0 1 0,0-1 0,1 0 0,-1 0 0,1 0 0,-1 0 0,1 0 0,0 0 0,0 0 0,0 0 0,0 0 0,2 3 0,-1-4 0,0 1 0,0 0 0,0-1 0,0 1 0,0-1 0,1 0 0,-1 0 0,0 0 0,1 0 0,-1 0 0,1 0 0,-1-1 0,1 1 0,-1-1 0,1 0 0,3 0 0,9 1-170,0-1-1,0 0 0,0-1 1,0-1-1,0-1 0,0 0 1,16-6-1,-18 4-6655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24575,'24'2'0,"-1"1"0,0 1 0,0 1 0,37 12 0,-53-14 0,1 0 0,-2 1 0,1-1 0,0 1 0,-1 0 0,1 1 0,-1 0 0,0 0 0,-1 0 0,1 0 0,-1 1 0,0 0 0,0 0 0,-1 1 0,0-1 0,0 1 0,5 14 0,4 17 0,13 64 0,-7 29 0,-15-95 0,0-5 0,7 43 0,-9-65 0,1 1 0,0-1 0,1 1 0,0-1 0,8 14 0,-10-20 0,0 0 0,0 0 0,0 0 0,-1 0 0,0 0 0,0 1 0,0-1 0,0 0 0,0 1 0,0 6 0,-1-9 0,0 1 0,0 0 0,-1-1 0,1 1 0,-1 0 0,1-1 0,-1 1 0,0 0 0,0-1 0,1 1 0,-1-1 0,0 1 0,0-1 0,-1 0 0,1 1 0,0-1 0,0 0 0,-1 0 0,1 0 0,0 0 0,-1 0 0,1 0 0,-3 1 0,-8 3-151,-1 0-1,0 0 0,0-1 0,0-1 1,0 0-1,-1-1 0,0 0 1,-23-1-1,20-1-6674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24575,'0'0'0,"0"0"0,0 0 0,-1 0 0,1 0 0,0 0 0,0 0 0,-1 0 0,1 0 0,0 0 0,0 0 0,0 0 0,-1 0 0,1 0 0,0 0 0,0 0 0,0 0 0,-1 1 0,1-1 0,0 0 0,0 0 0,0 0 0,-1 0 0,1 0 0,0 1 0,0-1 0,0 0 0,0 0 0,0 0 0,0 1 0,-1-1 0,1 0 0,0 0 0,0 0 0,0 1 0,2 8 0,9 10 0,-11-19 0,26 33 0,0-1 0,57 52 0,72 46 0,-62-62 0,-44-33 0,45 41 0,-92-75 0,12 14 0,-14-14 0,1-1 0,0 1 0,-1 0 0,1 0 0,-1 0 0,1 0 0,-1-1 0,1 1 0,-1 0 0,1 0 0,-1 0 0,0 0 0,0 0 0,1 0 0,-1 2 0,0-3 0,-1 0 0,1 1 0,0-1 0,0 0 0,-1 0 0,1 0 0,0 0 0,-1 0 0,1 0 0,0 1 0,-1-1 0,1 0 0,0 0 0,0 0 0,-1 0 0,1 0 0,0 0 0,-1 0 0,1 0 0,0-1 0,-1 1 0,1 0 0,0 0 0,-1 0 0,1 0 0,0 0 0,0 0 0,-1-1 0,1 1 0,0 0 0,-1 0 0,-12-7 0,11 6 0,-16-9-682,-28-19-1,35 20-6143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29 24575,'-6'-4'0,"0"0"0,0 1 0,0 0 0,-1 0 0,1 0 0,-1 1 0,1 0 0,-9-1 0,12 2 0,1 1 0,0 0 0,0 0 0,-1 0 0,1 0 0,0 0 0,0 0 0,-1 1 0,1-1 0,0 1 0,0 0 0,0-1 0,0 1 0,0 0 0,0 0 0,0 1 0,0-1 0,0 0 0,0 1 0,0-1 0,1 1 0,-1-1 0,1 1 0,-1 0 0,1-1 0,0 1 0,-1 0 0,0 4 0,-1 0 0,0 1 0,1 0 0,0 0 0,0 0 0,1 0 0,0 0 0,-1 10 0,4 53 0,-1-37 0,1 7 0,-2 127 0,-1-158 0,0 0 0,0-1 0,-1 1 0,0 0 0,-5 11 0,6-16 0,-1 0 0,0 0 0,0 0 0,-1 0 0,1-1 0,-1 1 0,1-1 0,-1 0 0,0 0 0,0 0 0,-1 0 0,1 0 0,-5 2 0,1-2-1365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7 24575,'-1'0'0,"0"-1"0,0 0 0,0 1 0,0-1 0,0 1 0,0-1 0,0 1 0,0-1 0,0 1 0,0 0 0,0-1 0,-1 1 0,1 0 0,0 0 0,0 0 0,0 0 0,0 0 0,-1 0 0,1 0 0,0 0 0,0 1 0,0-1 0,0 0 0,0 1 0,-2 0 0,-4 2 0,1 0 0,0 1 0,-8 5 0,4-2 0,-80 42 0,89-48 0,0 0 0,0-1 0,0 1 0,0 0 0,0 0 0,0 0 0,1 0 0,-1 0 0,0 0 0,0 0 0,1 0 0,-1 0 0,0 0 0,1 0 0,-1 0 0,1 1 0,0-1 0,-1 0 0,1 0 0,0 1 0,0-1 0,0 0 0,0 0 0,0 1 0,0-1 0,0 0 0,0 0 0,1 2 0,0 4 0,1 0 0,1 0 0,-1 0 0,5 6 0,-1 3 0,109 379 0,-103-329 0,-9-46 0,0 0 0,2 0 0,12 35 0,-16-53 0,0 0 0,0 0 0,0 0 0,0 0 0,0-1 0,1 1 0,-1 0 0,0-1 0,1 1 0,-1-1 0,1 1 0,0-1 0,0 0 0,-1 0 0,1 0 0,0 0 0,0 0 0,0 0 0,0 0 0,0 0 0,0-1 0,0 1 0,0-1 0,3 1 0,4-1 0,-1-1 0,0 0 0,1 0 0,-1 0 0,9-3 0,14-3 0,-16 6-341,-1-2 0,0 0-1,17-6 1,-18 4-6485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24575,'6'-5'0,"-1"1"0,1 0 0,1 0 0,-1 0 0,1 1 0,-1 0 0,1 0 0,0 0 0,0 1 0,0 0 0,0 1 0,0 0 0,0 0 0,1 0 0,-1 1 0,0 0 0,1 0 0,-1 1 0,0 0 0,0 0 0,0 1 0,0 0 0,7 3 0,-11-5 0,36 16 0,-37-15 0,1 1 0,-1-1 0,0 0 0,0 0 0,0 1 0,0-1 0,0 1 0,-1 0 0,1-1 0,0 1 0,-1 0 0,1 0 0,-1 0 0,2 3 0,-3-4 0,0-1 0,0 1 0,0 0 0,0-1 0,0 1 0,0 0 0,0-1 0,0 1 0,0 0 0,-1-1 0,1 1 0,0 0 0,0-1 0,-1 1 0,1 0 0,0-1 0,-1 1 0,1-1 0,0 1 0,-1-1 0,1 1 0,-1-1 0,1 1 0,-1-1 0,1 1 0,-1-1 0,0 1 0,1-1 0,-1 0 0,0 1 0,-25 10 0,19-9 0,4 0 0,-1-1 0,0 1 0,1 0 0,-1 0 0,1 0 0,-1 1 0,1-1 0,0 1 0,-5 5 0,7-7 0,0 1 0,0 0 0,1-1 0,-1 1 0,0 0 0,0 0 0,1-1 0,-1 1 0,1 0 0,0 0 0,0 0 0,-1-1 0,1 1 0,0 0 0,1 0 0,-1 0 0,0 0 0,0 0 0,1-1 0,-1 1 0,1 0 0,0 0 0,1 2 0,2 5 0,1 0 0,0 0 0,1-1 0,0 1 0,11 10 0,38 35 0,-38-39 0,0 0 0,-2 2 0,0 0 0,24 35 0,-38-51 0,0 1 0,0-1 0,0 1 0,0 0 0,-1-1 0,1 1 0,0 0 0,-1 0 0,0-1 0,1 1 0,-1 0 0,0 0 0,0 0 0,0 0 0,0 0 0,0-1 0,0 1 0,-1 0 0,1 0 0,-1 0 0,1-1 0,-2 4 0,0-2 0,1-1 0,-1 0 0,0 0 0,0 0 0,0 0 0,0 0 0,0-1 0,-1 1 0,1 0 0,0-1 0,-1 0 0,1 1 0,-1-1 0,-4 1 0,-3 1 0,0-1 0,-1 0 0,1 0 0,-1-1 0,-11 0 0,-53-4 0,61 2-273,0-1 0,-1 0 0,1-1 0,-16-5 0,20 4-6553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24575,'26'2'0,"1"2"0,0 0 0,-1 2 0,28 9 0,-45-12 0,-1 1 0,0 0 0,1 0 0,-1 0 0,-1 1 0,1 0 0,-1 1 0,0 0 0,0 0 0,0 1 0,-1-1 0,0 1 0,0 1 0,-1-1 0,7 13 0,-7-9 0,0-1 0,-2 1 0,1-1 0,3 22 0,0 45 0,-7-73 0,7 52 0,-4-34 0,1 27 0,-4 20 0,-1-22 0,2 0 0,7 53 0,-3-69 0,0 36 0,-5-67-39,0 1 0,0 0 0,0 0 0,0 0 0,0 0 0,-1 0 0,1 0 0,0-1 0,-1 1 0,1 0 0,0 0 0,-1 0 0,1-1 0,-1 1 0,1 0 0,-1 0 0,1-1 0,-1 1 0,0 0 0,1-1 0,-1 1 0,0-1 0,1 1 0,-1-1 0,0 1 0,0-1 0,0 0 0,1 1 0,-1-1 0,0 0 0,0 1 0,0-1 0,0 0 0,-1 0 0,-8 2-6787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150 100 24575,'-2'-13'0,"0"4"0,1-1 0,-1 1 0,0 0 0,-5-11 0,6 18 0,0 1 0,1-1 0,-1 0 0,0 0 0,0 1 0,-1-1 0,1 1 0,0-1 0,0 1 0,-1-1 0,1 1 0,-1 0 0,1 0 0,-1 0 0,0 0 0,1 0 0,-1 0 0,0 0 0,0 0 0,0 1 0,0-1 0,1 1 0,-1-1 0,0 1 0,0 0 0,-2-1 0,0 1 0,0 0 0,1 0 0,-1 1 0,0-1 0,1 1 0,-1 0 0,1 0 0,-1 0 0,1 0 0,-1 1 0,1-1 0,0 1 0,-1 0 0,1 0 0,0 0 0,0 0 0,1 0 0,-5 5 0,4-3 0,0 0 0,1 0 0,-1 1 0,1-1 0,0 0 0,0 1 0,1-1 0,-1 1 0,1 0 0,0 0 0,0-1 0,1 1 0,-1 8 0,3 151 0,2-139 0,1 0 0,10 33 0,0-4 0,-9-29 0,-1 1 0,-1-1 0,2 48 0,-7-34 0,10 75 0,-2-24 0,-6-61 0,6 38 0,-5-47 0,0 1 0,-1 23 0,-2-25 0,2-1 0,5 37 0,13 63 0,-16-102 0,3 16 0,-1 0 0,1 51 0,-6-56 0,-1 0 0,-7 37 0,3-30 0,2 0 0,2 0 0,3 36 0,-1-6 0,-2-2 0,2 68 0,3-103 0,1-1 0,9 28 0,-1-4 0,-2-1 0,17 85 0,-23-96 0,-1-13 0,1 30 0,-4-35 0,5 24 0,-2-25 0,0 31 0,-4-32 0,0 1 0,-1 0 0,-8 34 0,6-30 0,0 1 0,1-1 0,1 1 0,3 28 0,0 3 0,-2 241 0,1-277 0,5 30 0,1 10 0,1 16 0,0 14 0,-8-75 0,8 142 0,7 3 0,6 136 0,-6-102 0,0-3 0,-7-44 0,-2-54 0,-5-56 0,7 45 0,7 37 0,0 0 0,-11-82 0,-1-1 0,-4 66 0,0-36 0,1-52 0,-1-8 0,1 0 0,0 0 0,1-1 0,-1 1 0,3 10 0,-3-14 0,1 0 0,-1 1 0,1-1 0,0 0 0,0 0 0,-1 1 0,1-1 0,0 0 0,0 0 0,0 0 0,0 0 0,0 0 0,0 0 0,1-1 0,-1 1 0,0 0 0,0-1 0,0 1 0,1 0 0,-1-1 0,0 0 0,1 1 0,-1-1 0,1 0 0,1 1 0,14 0 0,27 0 0,-28-2 0,0 2 0,19 2 0,-18 0-1365,-3-1-5461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24575,'31'-3'0,"5"-1"0,-1 2 0,51 3 0,-82 0 0,0-1 0,0 1 0,0 0 0,-1 0 0,1 0 0,0 0 0,-1 1 0,1-1 0,-1 1 0,1 0 0,-1 0 0,0 0 0,0 1 0,6 4 0,-4-1 0,0 1 0,-1-1 0,0 1 0,0 0 0,0 0 0,3 8 0,2 6 0,-3-8 0,0 0 0,0 1 0,-2 0 0,1-1 0,-2 2 0,2 14 0,2 34 0,2 61 0,-10 399 0,9-431 0,-1-8 0,2 0 0,-3-39 0,7 47 0,-5-39 0,1 61 0,-2-23 0,0-9 0,0 25 0,2 25 0,-1 68 0,-3-158 0,11 173 0,-9-112 0,1-9 0,-5-37 0,16 76 0,-10-78 0,9 46 0,4 34 0,-4 35 0,-13-106 0,4 118 0,-9 407 0,7-502 0,1-6 0,-4-12 0,20 92 0,-17-119 0,17 74 0,3 25 0,5 132 0,-25-220 0,-4-36 0,0 0 0,-2-1 0,-1 34 0,0-49 0,0 1 0,-1 0 0,1 0 0,-1 0 0,0-1 0,0 1 0,0-1 0,1 1 0,-1 0 0,-1-1 0,1 1 0,0-1 0,0 0 0,-1 1 0,1-1 0,0 0 0,-1 0 0,1 0 0,-1 0 0,0 0 0,1 0 0,-1-1 0,-3 2 0,-5 2 0,0-2 0,-1 1 0,-10 1 0,0-1 0,6 0 67,-24 1 0,-2 1-1566,24-2-5327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16 24575,'-12'-2'0,"-8"-2"0,-1 1 0,-1 1 0,1 0 0,2 1 0,1 0 0,2 3 0,1 2 0,0-1 0,0 0 0,1-1 0,-3-1 0,-1-3 0,3-1-8191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20 24575,'-3'-3'0,"-3"0"0,0 2 0,-3 2 0,-1 0 0,-2 1 0,-4-1 0,-1 0 0,-4-1 0,-5 1 0,-3-1 0,-5-3 0,-3 0 0,-1 0 0,3-2 0,8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24575,'2'-6'0,"0"0"0,-1 0 0,1 1 0,-2-1 0,1 0 0,0 0 0,-1 0 0,0 0 0,-1 0 0,1 0 0,-1 0 0,-2-8 0,13 54 0,14 28 0,47 145 0,-61-161 0,-4-21 0,-6-24-1365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 24575,'-13'-16'0,"13"16"0,0-1 0,0 1 0,0 0 0,-1 0 0,1 0 0,0 0 0,0 0 0,0-1 0,0 1 0,0 0 0,-1 0 0,1 0 0,0 0 0,0 0 0,0 0 0,-1 0 0,1 0 0,0 0 0,0 0 0,0 0 0,-1 0 0,1 0 0,0 0 0,0 0 0,0 0 0,0 0 0,-1 0 0,1 0 0,0 0 0,0 0 0,-2 11 0,7 25 0,1 0 0,2 0 0,1-1 0,2 0 0,2-1 0,1 0 0,1-1 0,22 36 0,-35-66-195,0 0 0,-1 0 0,1 1 0,-1-1 0,0 0 0,2 7 0,-2 2-6631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24575,'-1'0'0,"1"1"0,-1-1 0,0 0 0,1 1 0,-1-1 0,0 0 0,1 1 0,-1-1 0,1 1 0,-1-1 0,1 1 0,-1-1 0,1 1 0,-1-1 0,1 1 0,0-1 0,-1 1 0,1 0 0,0-1 0,-1 1 0,1 0 0,0-1 0,0 1 0,0 0 0,-1-1 0,1 1 0,0 1 0,-2 22 0,1-21 0,1 9 0,1 1 0,-1 0 0,2-1 0,5 22 0,18 49 0,-21-70 0,9 20-19,-8-21-250,-1-1 0,0 1 0,-1 0-1,3 12 1,-5-13-6557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24575,'3'-3'0,"1"0"0,0 0 0,0 0 0,0 1 0,0 0 0,0 0 0,0 0 0,1 0 0,-1 0 0,0 1 0,1 0 0,0 0 0,7-1 0,-12 2 0,1 1 0,0-1 0,-1 0 0,1 0 0,-1 0 0,1 1 0,0-1 0,-1 0 0,1 1 0,-1-1 0,1 0 0,-1 1 0,1-1 0,-1 1 0,1-1 0,-1 1 0,0-1 0,1 1 0,-1-1 0,0 1 0,1-1 0,-1 1 0,0 0 0,0-1 0,1 1 0,-1-1 0,0 1 0,0 0 0,0-1 0,0 1 0,0 0 0,0-1 0,0 1 0,0 0 0,0 0 0,-1 30 0,0-24 0,-1 32 0,3 44 0,1-65 0,0-1 0,2 0 0,-1 0 0,13 32 0,32 54 0,-47-101-170,0 1-1,0-1 0,-1 1 1,1-1-1,-1 1 0,0 0 1,0 2-1,-1 5-6655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 24575,'-52'-51'0,"52"51"0,0 0 0,0-1 0,0 1 0,0 0 0,0 0 0,0 0 0,-1 0 0,1 0 0,0-1 0,0 1 0,0 0 0,0 0 0,0 0 0,-1 0 0,1 0 0,0 0 0,0 0 0,0 0 0,0 0 0,-1 0 0,1 0 0,0 0 0,0 0 0,0 0 0,0 0 0,-1 0 0,1 0 0,0 0 0,0 0 0,0 0 0,-1 0 0,1 0 0,0 0 0,0 0 0,0 0 0,0 0 0,0 0 0,-1 0 0,1 0 0,0 1 0,0-1 0,0 0 0,-3 10 0,2 16 0,1-23 0,2 32 0,2 0 0,1-1 0,1 1 0,21 62 0,11 35 0,-38-131-43,1 1-30,0 0-1,-1 0 1,1-1-1,-1 1 1,1 0-1,-1 0 1,0 0-1,0-1 1,0 1 0,0 0-1,0 0 1,0 0-1,0 0 1,-1-1-1,1 1 1,-1 0-1,-1 3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75 24575,'-12'-14'0,"7"14"0,5 10 0,3 12 0,2-1 0,1 1 0,15 36 0,29 64 0,-36-93 0,1 0 0,21 28 0,-20-32 0,-11-15 0,1-1 0,1 0 0,-1-1 0,2 1 0,14 13 0,-21-21 0,-1 0 0,1-1 0,0 1 0,-1-1 0,1 1 0,0-1 0,0 1 0,0-1 0,-1 1 0,1-1 0,0 0 0,0 0 0,0 1 0,0-1 0,0 0 0,-1 0 0,1 0 0,0 0 0,0 0 0,0 0 0,0 0 0,0 0 0,1-1 0,-1 1 0,0-1 0,0 0 0,0 0 0,-1 1 0,1-1 0,0 0 0,-1 0 0,1 0 0,0 0 0,-1 0 0,1 0 0,-1 1 0,1-1 0,-1-1 0,0 1 0,1-2 0,0-5 0,0-1 0,0 0 0,-1-16 0,0 20 0,-2-41 0,2-53 0,0 98 0,0 0 0,0 0 0,1 0 0,-1 0 0,0 0 0,0 0 0,0 0 0,1 0 0,-1 1 0,0-1 0,1 0 0,-1 0 0,1 0 0,-1 1 0,1-1 0,-1 0 0,2-1 0,-1 2 0,-1 0 0,1-1 0,-1 1 0,1 0 0,0 0 0,-1 0 0,1-1 0,0 1 0,-1 0 0,1 0 0,-1 0 0,1 0 0,0 0 0,-1 0 0,1 1 0,0-1 0,-1 0 0,1 0 0,-1 0 0,2 1 0,2 1 0,1 1 0,0 0 0,0 0 0,7 7 0,-4-3 0,100 68 0,-90-64 0,0 0 0,1-2 0,1 0 0,24 7 0,-40-15 0,0 0 0,0 0 0,0 0 0,0-1 0,1 1 0,-1-1 0,0 0 0,0 0 0,0 0 0,0-1 0,0 0 0,0 0 0,7-2 0,-9 2 0,0 0 0,1 0 0,-1-1 0,0 1 0,0-1 0,-1 0 0,1 1 0,0-1 0,0 0 0,-1 0 0,0 0 0,1 0 0,-1 0 0,0 0 0,0-1 0,0 1 0,0 0 0,0-1 0,0 1 0,-1 0 0,1-1 0,-1 1 0,0-1 0,1-2 0,-1-4 0,-1-1 0,1 0 0,-1 1 0,-1-1 0,0 1 0,0 0 0,-1 0 0,-5-12 0,-35-67 0,42 86 0,-103-187 0,103 188-75,-10-17 280,4 12-452,7 6 214,0 0 1,0 0-1,0 0 0,-1 0 0,1 0 0,0 0 0,0 0 0,0 0 1,-1 0-1,1 0 0,0 0 0,0 0 0,0 0 0,0 0 1,-1 0-1,1 1 0,0-1 0,0 0 0,0 0 0,0 0 0,-1 0 1,1 0-1,0 0 0,0 0 0,0 0 0,0 1 0,0-1 0,0 0 1,0 0-1,-1 0 0,1 0 0,0 0 0,0 1 0,0-1 1,0 0-1,0 0 0,0 1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 24575,'-5'-1'0,"6"7"0,6 14 0,-6-16 0,37 115 0,-37-117 0,0 0 0,-1 0 0,1 0 0,0-1 0,0 1 0,0 0 0,0-1 0,1 1 0,-1 0 0,0-1 0,1 0 0,-1 1 0,1-1 0,-1 0 0,1 0 0,0 0 0,0 0 0,-1 0 0,1 0 0,0 0 0,0-1 0,0 1 0,0 0 0,0-1 0,0 0 0,2 1 0,7 0 0,0-1 0,1 0 0,17-2 0,-5 0 0,-11 2-94,0 0 139,1 0 0,-1-1 1,0-1-1,23-5 0,-34 6-92,1 0 1,-1 1-1,1-1 0,-1 0 0,0-1 0,0 1 1,1 0-1,-1 0 0,0-1 0,0 1 0,0-1 1,-1 0-1,1 0 0,0 0 0,-1 0 1,1 0-1,-1 0 0,1 0 0,-1 0 0,0 0 1,0-1-1,0 1 0,0 0 0,-1-1 0,1 1 1,0-1-1,-1 1 0,0-1 0,0 1 1,1-1-1,-2-3 0,0-7-6779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24575,'5'20'0,"4"10"0,1 1 0,-2-2 0,1-2 0,-2-5 0,1-2 0,-1-3 0,1-2 0,-1 0 0,0-1 0,0 0 0,-1 0 0,0 0 0,-1 1 0,-1-1 0,-1-2-8191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24575,'18'35'0,"14"38"0,3 0 0,88 132 0,-111-186 0,0-1 0,1-1 0,30 30 0,-42-46 0,-1 0 0,1 0 0,0 0 0,0 0 0,1-1 0,-1 1 0,0 0 0,0-1 0,0 1 0,0-1 0,0 0 0,1 1 0,-1-1 0,0 0 0,0 0 0,1 1 0,-1-1 0,2 0 0,-2-1 0,0 1 0,0-1 0,0 1 0,0-1 0,-1 1 0,1-1 0,0 1 0,0-1 0,-1 0 0,1 1 0,0-1 0,-1 0 0,1 0 0,-1 1 0,1-1 0,-1 0 0,1 0 0,-1 0 0,0 0 0,1 0 0,-1 1 0,0-1 0,0 0 0,0 0 0,1 0 0,-1-1 0,2-23 0,-1 0 0,-3-41 0,0-26 0,3 90 0,-1 0 0,0 0 0,0 0 0,1-1 0,-1 1 0,1 0 0,1-2 0,-2 4 0,0-1 0,0 1 0,1-1 0,-1 1 0,0 0 0,1-1 0,-1 1 0,0 0 0,1 0 0,-1-1 0,0 1 0,1 0 0,-1 0 0,0-1 0,1 1 0,-1 0 0,1 0 0,-1 0 0,1 0 0,-1 0 0,0 0 0,1 0 0,-1 0 0,1 0 0,-1 0 0,1 0 0,-1 0 0,1 0 0,-1 0 0,0 0 0,1 0 0,-1 0 0,1 0 0,-1 0 0,0 1 0,1-1 0,-1 0 0,1 0 0,-1 1 0,1-1 0,13 10 0,0 0 0,22 21 0,-2-1 0,-23-21 0,41 33 0,61 37 0,-110-77 0,0 0 0,0 0 0,1-1 0,-1 1 0,0-1 0,1 0 0,-1 0 0,1 0 0,-1-1 0,5 1 0,-7-1 0,0 0 0,1 0 0,-1 0 0,0-1 0,1 1 0,-1 0 0,0-1 0,0 1 0,1-1 0,-1 0 0,0 1 0,0-1 0,0 0 0,0 0 0,0 0 0,0 1 0,0-1 0,0 0 0,0 0 0,0 0 0,0-1 0,0 1 0,-1 0 0,1 0 0,-1 0 0,1-1 0,-1 1 0,1 0 0,0-2 0,0-3 0,0-1 0,0 1 0,0 0 0,-1 0 0,0-1 0,0 1 0,-1 0 0,-1-11 0,-16-50 0,17 63 0,-21-61 0,-47-90 0,54 122 0,10 22-273,-1-1 0,0 1 0,-1 1 0,-14-19 0,12 20-6553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24575,'-2'-4'0,"1"7"0,2 13 0,7 25 0,-4-22 0,-3-12 0,0 1 0,1-1 0,1 1 0,3 8 0,-5-14 0,0 0 0,0 0 0,0 0 0,0-1 0,1 1 0,-1 0 0,1-1 0,-1 1 0,1-1 0,-1 0 0,1 0 0,0 1 0,-1-1 0,1 0 0,0 0 0,0-1 0,0 1 0,0 0 0,0-1 0,3 2 0,6-1 0,-1 0 0,1-1 0,-1 0 0,1-1 0,-1 0 0,18-4 0,-11 1 0,0-1 0,0-1 0,18-9 0,-32 14 15,1-1 0,-1 0 0,0-1 0,1 1 0,-1 0 0,0-1 0,4-5 0,-6 7-68,0 0 0,0 0 0,0 0 0,-1 0 0,1 0 0,0 0 0,-1 0 0,1 0 0,-1 0 0,0-1 0,1 1 0,-1 0-1,0 0 1,0-1 0,1 1 0,-1 0 0,0 0 0,0-1 0,0 1 0,-1 0 0,1 0 0,0-1 0,0 1 0,-1 0 0,1 0 0,-1 0 0,0-2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24575,'0'10'0,"0"6"0,2 5 0,1 1 0,1 0 0,1-1 0,2-2 0,1 1 0,1-1 0,-1-1 0,1-3 0,-2-2 0,1 0 0,-1-1 0,-1-2-8191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24575,'5'-6'0,"1"1"0,0 0 0,0 0 0,1 0 0,0 1 0,-1 0 0,16-6 0,-17 8 0,1 0 0,-1 1 0,1 0 0,-1 0 0,1 1 0,-1-1 0,1 1 0,0 0 0,-1 1 0,1-1 0,10 4 0,-6-2 0,33 10 0,-40-11 0,0 0 0,-1 0 0,1 1 0,-1-1 0,1 0 0,-1 1 0,0 0 0,0-1 0,1 1 0,-1 0 0,0 0 0,3 4 0,-5-5 0,1 1 0,-1-1 0,0 0 0,1 0 0,-1 0 0,0 1 0,1-1 0,-1 0 0,0 0 0,0 1 0,0-1 0,0 0 0,-1 0 0,1 1 0,0-1 0,0 0 0,-1 0 0,1 1 0,-1-1 0,1 0 0,-1 0 0,1 0 0,-1 0 0,0 0 0,0 1 0,-4 4 0,0 0 0,0-1 0,-7 7 0,-3 2 0,10-8 0,2-3 0,0 1 0,0-1 0,1 1 0,-1-1 0,-2 7 0,4-9 0,1 0 0,0 0 0,-1 0 0,1 0 0,0 0 0,0 0 0,0 0 0,0 0 0,0 1 0,0-1 0,0 0 0,0 0 0,0 0 0,0 0 0,1 0 0,-1 0 0,0 0 0,1 0 0,-1 0 0,1 0 0,-1 0 0,1 0 0,-1 0 0,1 0 0,0 0 0,0 0 0,0 0 0,5 5 0,1-1 0,-1 0 0,1-1 0,0 0 0,0 0 0,0 0 0,11 3 0,1 0 0,37 7 0,-45-12-151,0-1-1,-1 0 0,1 0 0,0-1 1,0 0-1,0-1 0,0 0 1,11-3-1,-9 0-6674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36 122 24575,'-32'-90'0,"31"88"0,1 0 0,-1-1 0,0 1 0,1 0 0,-1-1 0,1 1 0,0 0 0,0-1 0,0 1 0,0 0 0,1-4 0,3 21 0,15 107 0,-8-71 0,3 0 0,38 93 0,-50-139-273,0 0 0,-1 0 0,1 1 0,0 8 0,-1-2-6553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24575,'0'-30'0,"0"26"0,0 20 0,2 19 0,1-1 0,9 37 0,-5-33 0,43 171 0,-38-177 61,2 12-1487,-11-32-5400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38 24575,'-2'-21'0,"2"20"0,0 0 0,0 0 0,0 0 0,0 0 0,-1 0 0,1 0 0,0 0 0,0 1 0,-1-1 0,1 0 0,-1 0 0,1 0 0,-1 0 0,1 1 0,-1-1 0,0 0 0,0 0 0,0 1 0,1 0 0,0 1 0,-1-1 0,1 0 0,0 1 0,-1-1 0,1 0 0,0 1 0,0-1 0,-1 1 0,1-1 0,0 1 0,0-1 0,0 1 0,0-1 0,0 1 0,-1-1 0,1 1 0,0-1 0,0 1 0,0-1 0,1 1 0,-3 14 0,2 5 0,1 0 0,0 0 0,2 0 0,0-1 0,9 31 0,0-12 0,32 66 0,-24-65 0,38 56 0,-54-89 0,1-1 0,0 0 0,0 1 0,0-2 0,1 1 0,-1 0 0,1-1 0,0 0 0,0-1 0,1 1 0,10 3 0,-15-6 0,1 0 0,0 0 0,-1-1 0,1 1 0,0 0 0,0-1 0,-1 0 0,1 0 0,0 0 0,0 0 0,0 0 0,0 0 0,-1-1 0,1 1 0,0-1 0,-1 0 0,1 0 0,0 0 0,-1 0 0,1 0 0,-1-1 0,1 1 0,-1-1 0,0 1 0,0-1 0,1 0 0,-1 0 0,-1 0 0,1 0 0,0 0 0,3-5 0,-3 2 0,0 0 0,0 0 0,0 0 0,0 0 0,-1 0 0,0-1 0,0 1 0,1-10 0,-4-47 0,0 30 0,2 30 0,2-19 0,-2 21 0,0 0 0,0 0 0,0 0 0,0 0 0,0 0 0,0 0 0,0-1 0,0 1 0,0 0 0,0 0 0,0 0 0,0 0 0,0 0 0,1 0 0,-1 0 0,0 0 0,0-1 0,0 1 0,0 0 0,0 0 0,0 0 0,0 0 0,1 0 0,-1 0 0,0 0 0,0 0 0,0 0 0,0 0 0,0 0 0,0 0 0,1 0 0,-1 0 0,0 0 0,0 0 0,0 0 0,0 0 0,0 0 0,1 0 0,-1 0 0,0 0 0,9 9 0,9 17 0,40 42 0,-50-60 0,1 0 0,-1-1 0,1 0 0,1 0 0,-1-1 0,1 0 0,0-1 0,18 7 0,-25-11 0,0 0 0,-1 0 0,1-1 0,0 1 0,0-1 0,0 1 0,-1-1 0,1 0 0,0 0 0,0-1 0,0 1 0,0 0 0,-1-1 0,1 0 0,0 1 0,-1-1 0,5-2 0,-5 1 0,1 1 0,-1-1 0,0 0 0,0 0 0,0-1 0,0 1 0,0 0 0,0-1 0,0 1 0,-1-1 0,1 0 0,-1 1 0,0-1 0,0 0 0,0 0 0,1-4 0,0-3 0,-1 0 0,1 0 0,-2 0 0,0-1 0,0 1 0,0 0 0,-2 0 0,1 0 0,-1-1 0,-3-9 0,-4-6 0,0 1 0,-20-39 0,25 56-195,-1-1 0,0 2 0,0-1 0,0 0 0,-1 1 0,-12-12 0,6 10-6631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24575,'0'0'0,"0"0"0,0 0 0,0 0 0,0-1 0,-1 1 0,1 0 0,0 0 0,0 0 0,0 0 0,0-1 0,-1 1 0,1 0 0,0 0 0,0 0 0,0 0 0,0 0 0,-1 0 0,1 0 0,0 0 0,0 0 0,0-1 0,-1 1 0,1 0 0,0 0 0,0 0 0,-1 0 0,1 0 0,0 0 0,0 0 0,0 1 0,-1-1 0,1 0 0,0 0 0,-2 7 0,4 14 0,-1-19 0,0 8 0,1 0 0,1 0 0,0 0 0,0 0 0,1-1 0,7 13 0,-10-20 0,0 1 0,1-1 0,-1 1 0,1-1 0,0 1 0,0-1 0,0 0 0,0 0 0,0 0 0,0 0 0,1 0 0,-1-1 0,1 1 0,-1-1 0,1 1 0,0-1 0,-1 0 0,1 0 0,0 0 0,0 0 0,0-1 0,-1 1 0,1-1 0,0 0 0,0 0 0,4 0 0,37-7 0,0-2 0,69-23 0,-108 30 30,0 0 0,0 0 0,8-6 0,-11 7-117,-1 0-1,1 0 1,-1 0 0,0 0-1,0 0 1,1 0 0,-1-1-1,0 1 1,0-1-1,0 1 1,0 0 0,-1-1-1,1 1 1,0-1 0,-1 0-1,1-1 1,0-5-6739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24575,'10'30'0,"4"13"0,1 1 0,-1-4 0,-1-7 0,-3-6 0,-3-5 0,1-7 0,-3-2 0,0-2 0,-3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24575,'0'-3'0,"0"-1"0,0 0 0,0 0 0,1 1 0,0-1 0,-1 0 0,2 1 0,-1-1 0,0 1 0,1-1 0,-1 1 0,4-5 0,-4 6 0,1 0 0,0 0 0,0 0 0,0 0 0,0 1 0,0-1 0,1 1 0,-1-1 0,0 1 0,1 0 0,-1 0 0,1 0 0,0 0 0,-1 0 0,1 0 0,-1 1 0,5-1 0,3 0 0,0 0 0,0 1 0,0 0 0,0 1 0,15 2 0,-21-2 0,0 0 0,1 1 0,-1-1 0,0 1 0,0 0 0,0 0 0,0 0 0,0 0 0,0 1 0,-1-1 0,1 1 0,-1 0 0,1 0 0,3 6 0,-6-8 0,0 1 0,0-1 0,0 1 0,0 0 0,-1 0 0,1-1 0,0 1 0,-1 0 0,1 0 0,-1 0 0,0 0 0,0 0 0,0-1 0,0 1 0,0 0 0,0 0 0,0 0 0,0 0 0,-1 0 0,1 0 0,-1-1 0,0 1 0,1 0 0,-2 2 0,-3 4 0,0 0 0,0 0 0,-13 14 0,-4 7 0,22-29 0,0 1 0,-1-1 0,1 1 0,0 0 0,-1-1 0,1 1 0,0 0 0,0 0 0,0-1 0,0 1 0,0 0 0,0-1 0,0 1 0,0 0 0,0 0 0,0-1 0,0 1 0,0 0 0,0-1 0,0 1 0,1 0 0,-1-1 0,0 1 0,0 0 0,1 0 0,1 1 0,-1-1 0,0 0 0,0 0 0,1 1 0,-1-1 0,1 0 0,-1-1 0,1 1 0,-1 0 0,3 1 0,5 1 0,0-1 0,-1 1 0,12 0 0,-19-3 0,25 3-682,50-1-1,-63-2-6143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92 24575,'-5'-7'0,"3"10"0,2 16 0,6 7 0,1 0 0,20 49 0,32 45 0,-56-114 0,31 52 0,-29-51 0,-1-1 0,1 1 0,1-1 0,-1-1 0,1 1 0,7 5 0,-12-10 0,-1-1 0,0 0 0,1 1 0,-1-1 0,1 0 0,-1 0 0,0 0 0,1 1 0,-1-1 0,1 0 0,-1 0 0,0 0 0,1 0 0,-1 0 0,1 0 0,-1 0 0,1 0 0,-1 0 0,1 0 0,-1 0 0,1 0 0,-1 0 0,0 0 0,1 0 0,-1 0 0,1 0 0,-1 0 0,1-1 0,0 0 0,-1 1 0,1-1 0,-1 0 0,1 1 0,-1-1 0,1 0 0,-1 0 0,1 0 0,-1 0 0,0 1 0,1-1 0,-1 0 0,0-1 0,2-32 0,-2 30 0,-1-21 0,0 18 0,1-1 0,-1 1 0,1-1 0,1 1 0,0 0 0,2-11 0,-3 18 0,0-1 0,0 0 0,1 1 0,-1-1 0,0 0 0,1 1 0,-1-1 0,0 1 0,1-1 0,-1 0 0,1 1 0,-1-1 0,1 1 0,-1-1 0,1 1 0,-1 0 0,1-1 0,0 1 0,-1-1 0,1 1 0,-1 0 0,1 0 0,1-1 0,-1 1 0,0 0 0,1 0 0,-1 0 0,1 0 0,-1 0 0,0 0 0,1 1 0,-1-1 0,0 0 0,0 1 0,3 0 0,3 3 0,0 1 0,0-1 0,9 9 0,-8-7 0,19 14 0,-3-1 0,42 25 0,-59-40 0,0-1 0,1 1 0,-1-1 0,1 0 0,0-1 0,0 0 0,0 0 0,0-1 0,0 0 0,0 0 0,8-1 0,-14 0 0,0 0 0,0 0 0,-1 0 0,1-1 0,0 1 0,0-1 0,-1 1 0,1-1 0,0 0 0,-1 0 0,1 0 0,-1 0 0,1 0 0,-1 0 0,1 0 0,-1 0 0,0 0 0,2-3 0,-1 1 0,0 1 0,-1-1 0,0 0 0,1 0 0,-1 0 0,0 1 0,-1-1 0,1 0 0,0-1 0,-1-2 0,1-4 0,-1 0 0,0 0 0,-1 0 0,-1 1 0,-4-19 0,-11-32 0,-2 1 0,-36-72 0,49 118 60,-15-22 0,19 32-174,0 0 0,-1 0-1,1 0 1,-1 1 0,0-1 0,0 1-1,0-1 1,0 1 0,0 0 0,0 0-1,0 0 1,-4-1 0,-4 0-6712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24575,'7'16'0,"-1"1"0,7 26 0,6 18 0,-16-54 0,0-1 0,0 1 0,1 0 0,0-1 0,0 0 0,7 8 0,-9-13 0,-1 1 0,1-1 0,-1 1 0,1-1 0,0 0 0,-1 0 0,1 1 0,0-1 0,0 0 0,0-1 0,0 1 0,0 0 0,0-1 0,0 1 0,0-1 0,0 1 0,0-1 0,0 0 0,0 0 0,4 0 0,1-2 0,0 1 0,0-1 0,0 0 0,11-6 0,-11 5 0,0 0 0,0 1 0,0-1 0,7 0 0,16 2 71,-23 1-430,0 0 0,1-1 0,10-1 0,-9-1-6467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24575,'3'22'0,"3"11"0,0 1 0,2-2 0,0-4 0,1-4 0,-2-4 0,-1-3 0,1-1 0,-2-2 0,0 0 0,-2-2-8191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24575,'5'5'0,"-1"2"0,1-1 0,-1 0 0,-1 1 0,1 0 0,-1-1 0,0 1 0,-1 1 0,1-1 0,1 14 0,-1-10 0,0 0 0,0 0 0,8 14 0,-11-25 0,0 1 0,0-1 0,1 1 0,-1-1 0,1 1 0,-1-1 0,0 1 0,1-1 0,-1 0 0,1 1 0,-1-1 0,1 0 0,-1 1 0,1-1 0,-1 0 0,1 1 0,-1-1 0,1 0 0,-1 0 0,1 0 0,0 1 0,-1-1 0,1 0 0,-1 0 0,1 0 0,0 0 0,-1 0 0,1 0 0,-1 0 0,1-1 0,0 1 0,0 0 0,20-10 0,-11 4 0,4 1 0,-1 1 0,1 1 0,0 0 0,0 0 0,0 1 0,0 1 0,0 1 0,0 0 0,18 2 0,-19 1-1365,-2 0-5461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24575,'10'30'0,"4"12"0,1 2 0,-2-4 0,-2-6 0,-1-7 0,-3-5 0,1-4 0,-2 0 0,2-1 0,-2-3-8191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57 24575,'-3'-8'0,"-1"1"0,-1-1 0,1 1 0,-1 0 0,-11-12 0,16 25 0,1 1 0,-1-1 0,1 1 0,2 8 0,-3-14 0,9 39 0,26 76 0,27 33 0,-54-132 0,0-1 0,16 23 0,-21-34 0,0-2 0,0 1 0,0 0 0,0 0 0,1-1 0,-1 0 0,1 0 0,0 0 0,0 0 0,0 0 0,0-1 0,0 0 0,1 0 0,7 3 0,-10-5 0,0 0 0,0 1 0,0-1 0,0 0 0,-1 0 0,1 0 0,0-1 0,0 1 0,0 0 0,-1-1 0,1 1 0,0-1 0,0 0 0,-1 1 0,1-1 0,-1 0 0,1 0 0,1-1 0,0-1 0,0 1 0,-1-1 0,0 1 0,1-1 0,-1 0 0,0 0 0,0 0 0,2-7 0,0 1 0,-1 0 0,0 0 0,-1-1 0,0 0 0,2-19 0,-4-26 0,2 52 0,2 7 0,3 6 0,5 12 0,1-1 0,0 0 0,32 35 0,-38-49 0,-1 0 0,1-1 0,1 1 0,-1-2 0,1 1 0,0-1 0,1 0 0,-1-1 0,1 0 0,0 0 0,0-1 0,0 0 0,12 2 0,-19-5 0,1 1 0,-1-1 0,0 0 0,0 0 0,1 0 0,-1 0 0,0-1 0,0 1 0,1 0 0,-1-1 0,0 0 0,0 1 0,0-1 0,0 0 0,0 0 0,0 0 0,0 0 0,2-3 0,-1 2 0,-1 0 0,0-1 0,0 1 0,0-1 0,0 0 0,0 1 0,-1-1 0,1 0 0,-1 0 0,0 0 0,1-5 0,0-2 0,0 1 0,-1-1 0,0 1 0,0-1 0,-1 0 0,-1 1 0,-2-17 0,-5-6 0,-1 0 0,-1 2 0,-2-1 0,-1 1 0,-2 1 0,-32-49 0,46 76-42,-30-41 209,28 40-332,0-1-1,0 1 1,-1 0-1,1 0 0,-1 0 1,0 0-1,1 1 1,-9-5-1,2 5-6660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24575,'-1'2'0,"-1"0"0,0 0 0,1 1 0,0-1 0,0 1 0,-1-1 0,2 1 0,-1-1 0,0 1 0,0-1 0,1 1 0,-1 0 0,1 0 0,0-1 0,0 1 0,0 0 0,0-1 0,1 1 0,0 4 0,2 6 0,0-1 0,8 21 0,-5-19 0,-4-6 0,2 0 0,-1 0 0,1 0 0,9 13 0,-11-18 0,0-1 0,0 0 0,0 0 0,0 0 0,1 0 0,-1 0 0,1 0 0,-1-1 0,1 1 0,0-1 0,-1 0 0,1 0 0,0 0 0,0 0 0,0 0 0,0-1 0,0 1 0,4-1 0,103 1 0,-55-3 0,-49 3-195,1-2 0,-1 1 0,1-1 0,-1 0 0,0 0 0,12-4 0,-4-2-6631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24575,'10'28'0,"3"11"0,2 5 0,-1-4 0,-4-5 0,0-6 0,-2-6 0,-1-4 0,0-3 0,-2-4-8191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24575,'5'-4'0,"1"-1"0,-1 1 0,1 0 0,-1 0 0,1 1 0,1-1 0,-1 1 0,0 1 0,1-1 0,10-2 0,-6 3 0,0 0 0,-1 1 0,1 0 0,0 1 0,-1 0 0,14 2 0,-23-2 0,1 0 0,0 1 0,0-1 0,-1 0 0,1 1 0,0-1 0,0 1 0,-1-1 0,1 1 0,-1 0 0,1 0 0,-1 0 0,1 0 0,-1 0 0,1 0 0,-1 0 0,0 0 0,1 1 0,1 2 0,-3-3 0,1 0 0,-1 1 0,0-1 0,1 1 0,-1-1 0,0 1 0,0-1 0,0 1 0,0-1 0,0 1 0,-1-1 0,1 0 0,0 1 0,-1-1 0,1 1 0,-1-1 0,1 0 0,-1 1 0,1-1 0,-1 0 0,0 1 0,0-1 0,-2 2 0,-9 12 0,9-12 0,0 1 0,1-1 0,-1 1 0,1-1 0,0 1 0,-3 5 0,5-7 0,-1-1 0,1 1 0,0 0 0,-1-1 0,1 1 0,0-1 0,0 1 0,0 0 0,1-1 0,-1 1 0,0-1 0,1 1 0,-1 0 0,1-1 0,-1 1 0,1-1 0,-1 1 0,1-1 0,0 0 0,0 1 0,2 1 0,2 3 0,1 0 0,-1-1 0,2 0 0,-1 0 0,0-1 0,1 1 0,0-1 0,0-1 0,0 1 0,14 3 0,23 14 0,-44-21 0,1 0 0,-1 0 0,0 0 0,1 0 0,-1 1 0,1-1 0,-1 0 0,0 0 0,0 1 0,1-1 0,-1 0 0,0 0 0,1 1 0,-1-1 0,0 0 0,0 1 0,0-1 0,1 0 0,-1 1 0,0-1 0,0 0 0,0 1 0,0-1 0,0 0 0,1 1 0,-1-1 0,0 1 0,0-1 0,0 0 0,0 1 0,0-1 0,0 1 0,-1 0 0,1 0 0,-1 0 0,1-1 0,-1 1 0,0 0 0,0 0 0,1 0 0,-1-1 0,0 1 0,0 0 0,0-1 0,0 1 0,-1 0 0,-30 12 0,32-13 0,-18 4 0,-36 5 0,17-3 0,8-2-1365,16-3-5461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24575,'1'0'0,"-1"0"0,1 1 0,0-1 0,-1 0 0,1 1 0,0-1 0,-1 0 0,1 1 0,-1-1 0,1 1 0,-1-1 0,1 1 0,-1-1 0,1 1 0,-1 0 0,1-1 0,-1 1 0,0 0 0,1-1 0,-1 1 0,0 0 0,0-1 0,0 1 0,1 0 0,-1-1 0,0 1 0,0 1 0,2 24 0,-1-23 0,-1 12 0,1-1 0,0 1 0,2-1 0,0 0 0,0 1 0,1-1 0,1-1 0,0 1 0,14 24 0,-2-8 0,-9-14 0,1-1 0,0 0 0,1-1 0,1 0 0,20 21 0,-29-33 0,-1-1 0,1 1 0,0-1 0,0 0 0,0 0 0,0 0 0,0 0 0,0 0 0,0 0 0,0 0 0,1-1 0,-1 1 0,4 0 0,-5-1 0,0 0 0,0-1 0,0 1 0,0 0 0,0 0 0,0-1 0,-1 1 0,1-1 0,0 1 0,0 0 0,0-1 0,0 0 0,0 1 0,-1-1 0,1 1 0,0-1 0,-1 0 0,1 0 0,0 1 0,-1-1 0,1 0 0,-1 0 0,1 0 0,-1 0 0,1 0 0,-1 0 0,0 0 0,0 1 0,1-1 0,-1 0 0,0 0 0,0-2 0,1-2 0,-1 1 0,0-1 0,0 0 0,0 0 0,-1 1 0,1-1 0,-2-4 0,-1-10 0,24 35 0,-1 5 0,1-1 0,43 31 0,-53-43 0,0-1 0,0-1 0,1 0 0,-1-1 0,1 0 0,1 0 0,-1-1 0,24 3 0,-34-6 0,1-1 0,-1 0 0,1 1 0,-1-1 0,1 0 0,0-1 0,-1 1 0,1 0 0,-1-1 0,1 0 0,-1 1 0,1-1 0,-1 0 0,0 0 0,5-3 0,-5 3 0,-1-1 0,1 0 0,-1 1 0,1-1 0,-1 0 0,0 0 0,0 0 0,0 0 0,0 0 0,0-1 0,0 1 0,0 0 0,-1 0 0,1 0 0,-1-1 0,0 1 0,1-4 0,0-20 0,-1 0 0,-1 1 0,0-1 0,-3 1 0,-7-32 0,7 40 0,-1 1 0,-1 0 0,0 0 0,-1 0 0,-1 1 0,-1 0 0,0 1 0,-20-25 0,27 36 14,0 1-1,-1-1 0,1 1 0,-1 0 1,1 0-1,-1 0 0,0 1 1,-5-4-1,7 5-75,0-1 0,-1 1 0,1 0 0,0 0 1,-1-1-1,1 1 0,0 0 0,-1 0 0,1 0 0,0 0 0,-1 1 0,1-1 1,0 0-1,-1 1 0,1-1 0,0 0 0,0 1 0,-1 0 0,1-1 0,0 1 1,0 0-1,0-1 0,-2 3 0,-6 5-6764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24575,'0'2'0,"1"1"0,0-1 0,0 1 0,0-1 0,1 0 0,-1 1 0,1-1 0,2 3 0,0 2 0,1 0 0,0-1 0,-1 1 0,0 0 0,0-1 0,0 1 0,-1 1 0,0-1 0,0 0 0,-1 1 0,0 0 0,-1-1 0,2 10 0,-3-6 0,0-7 0,0 0 0,0 0 0,1-1 0,-1 1 0,1 0 0,1 4 0,-2-7 0,1 0 0,0 0 0,-1 0 0,1 0 0,0 0 0,0 0 0,-1 0 0,1 0 0,0 0 0,0 0 0,0 0 0,0 0 0,0-1 0,0 1 0,0 0 0,1-1 0,-1 1 0,0-1 0,0 1 0,0-1 0,1 0 0,1 1 0,15 1 0,0-1 0,1-1 0,-1 0 0,0-2 0,30-5 0,16-2 0,-33 5-1365,-21 1-5461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24575,'10'25'0,"3"11"0,3 2 0,-3-3 0,0-6 0,-2-4 0,-1-4 0,-2-1 0,-3-1 0,-1-2 0,-2-3-8191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45 24575,'0'-2'0,"0"0"0,-1 0 0,1 0 0,-1 0 0,1 1 0,-1-1 0,1 0 0,-1 0 0,0 0 0,0 1 0,0-1 0,0 0 0,0 1 0,0-1 0,0 1 0,-1-1 0,1 1 0,-1-1 0,1 1 0,-1 0 0,1 0 0,-1 0 0,0 0 0,1 0 0,-1 0 0,0 0 0,0 1 0,0-1 0,0 1 0,-3-1 0,3 0 0,-1 1 0,1-1 0,-1 1 0,0 0 0,1 0 0,-1 0 0,0 0 0,1 1 0,-1-1 0,1 1 0,-1-1 0,1 1 0,-1 0 0,1 0 0,-1 0 0,1 0 0,0 1 0,0-1 0,0 1 0,-1-1 0,1 1 0,-3 3 0,-2 6 0,0 0 0,0 1 0,1 0 0,1 0 0,-7 20 0,10-19 0,-1 1 0,2-1 0,0 0 0,0 1 0,1-1 0,3 19 0,-2-28 0,0 0 0,0 0 0,0 0 0,0 0 0,1-1 0,0 1 0,0-1 0,0 1 0,0-1 0,0 1 0,1-1 0,-1 0 0,1 0 0,0-1 0,0 1 0,0 0 0,0-1 0,0 0 0,7 4 0,2 0 0,-1 0 0,2-1 0,-1-1 0,23 6 0,-30-9 0,0 0 0,1 0 0,-1 0 0,0-1 0,0 1 0,1-1 0,-1-1 0,9-1 0,-12 2 0,0-1 0,0 1 0,0-1 0,-1 0 0,1 0 0,0 0 0,-1 0 0,1 0 0,0 0 0,-1-1 0,0 1 0,1 0 0,-1-1 0,0 1 0,0-1 0,1 1 0,-1-1 0,0 0 0,-1 1 0,1-1 0,0 0 0,0 0 0,-1 0 0,1 1 0,-1-1 0,1-4 0,-1 2 0,0 0 0,0-1 0,0 1 0,0 0 0,-1-1 0,0 1 0,0 0 0,0 0 0,0 0 0,-1 0 0,0 0 0,1 0 0,-2 0 0,1 0 0,0 0 0,-4-4 0,4 6 0,1 1 0,0-1 0,-1 1 0,1 0 0,-1-1 0,1 1 0,-1 0 0,1 0 0,-1 0 0,0 0 0,0 0 0,0 0 0,1 1 0,-1-1 0,0 0 0,0 1 0,0 0 0,0-1 0,0 1 0,0 0 0,0 0 0,0 0 0,0 0 0,0 0 0,0 1 0,0-1 0,0 1 0,0-1 0,0 1 0,0 0 0,1-1 0,-1 1 0,0 0 0,0 0 0,1 0 0,-1 1 0,-2 1 0,-4 4-8,1 1-1,-10 11 0,6-6-1330,0 0-5487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46 117 24575,'-16'-26'0,"10"15"0,-1 1 0,-10-12 0,59 100 0,-24-46 0,1 0 0,1-2 0,2 0 0,1-1 0,1-2 0,2 0 0,0-2 0,43 31 0,-59-49 0,0 0 0,1-1 0,21 9 0,-32-15 0,1 0 0,-1 1 0,1-1 0,-1 0 0,1 0 0,-1 0 0,1 0 0,0 0 0,-1 0 0,1 0 0,-1 0 0,1 0 0,0 0 0,-1 0 0,1 0 0,-1 0 0,1 0 0,-1-1 0,1 1 0,-1 0 0,1 0 0,-1-1 0,1 1 0,0-1 0,0 0 0,0 0 0,-1 0 0,1 0 0,0 0 0,-1 0 0,1 0 0,-1 0 0,1 0 0,-1 0 0,0 0 0,0 0 0,1-2 0,0-4 0,-1-1 0,0 1 0,-1-11 0,1 11 0,-1-4 0,-1 1 0,0-1 0,-4-13 0,15 30 0,5 7 0,6 10 0,33 33 0,-48-51 0,2 1 0,-1-1 0,1-1 0,-1 1 0,1-1 0,1 0 0,7 3 0,-12-7 0,-1 1 0,0 0 0,1-1 0,-1 1 0,0-1 0,1 0 0,-1 1 0,1-1 0,-1-1 0,0 1 0,1 0 0,-1 0 0,0-1 0,1 1 0,-1-1 0,0 0 0,1 0 0,-1 0 0,0 0 0,0 0 0,0 0 0,0-1 0,0 1 0,0-1 0,0 1 0,-1-1 0,1 0 0,0 0 0,-1 1 0,0-1 0,1 0 0,1-4 0,0 0 0,-1 1 0,1-1 0,-1 0 0,0 0 0,-1 0 0,1 0 0,-1 0 0,0 0 0,-1 0 0,0-1 0,0-10 0,-3-2 0,-1 0 0,-1 0 0,0 0 0,-16-34 0,-44-67 0,60 110-136,-1 0-1,-1 0 1,1 1-1,-2 0 1,1 0-1,-1 1 1,0 0-1,-1 0 0,-16-11 1,12 13-6690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24575,'0'13'0,"1"-1"0,0 0 0,1 0 0,0 0 0,1 0 0,0 0 0,1 0 0,0-1 0,1 0 0,0 0 0,1 0 0,8 11 0,-13-20 0,1 0 0,-1 0 0,1-1 0,-1 1 0,1-1 0,0 1 0,-1-1 0,1 1 0,0-1 0,0 0 0,0 0 0,0 0 0,0 0 0,0 0 0,0-1 0,0 1 0,0-1 0,1 1 0,1-1 0,1 0 0,0 0 0,0-1 0,0 0 0,0 0 0,0 0 0,-1-1 0,7-2 0,12-3 0,-1 1 0,0 1 0,1 1 0,37-1 0,-39 3 0,7-3-1365,-17 1-5461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24575,'10'30'0,"4"13"0,1 1 0,-2-4 0,0-9 0,-2-8 0,-4-4 0,-2-4 0,-3-1 0,-1-3-8191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24575,'31'-8'0,"45"-6"0,-62 13 0,-1 0 0,1 1 0,0 0 0,0 1 0,25 4 0,-34-3 0,-1-1 0,1 1 0,-1 0 0,1 0 0,-1 0 0,0 1 0,0 0 0,0 0 0,0 0 0,0 0 0,4 5 0,-7-7 0,0 0 0,0 0 0,0 1 0,0-1 0,-1 0 0,1 0 0,0 0 0,-1 1 0,1-1 0,-1 0 0,1 1 0,-1-1 0,1 0 0,-1 1 0,0-1 0,0 0 0,0 1 0,0-1 0,0 1 0,0-1 0,0 0 0,0 1 0,0-1 0,-1 1 0,1-1 0,-1 0 0,1 1 0,-1-1 0,1 0 0,-1 0 0,0 1 0,1-1 0,-1 0 0,0 0 0,0 0 0,0 0 0,0 0 0,0 0 0,0 0 0,0 0 0,-3 1 0,-1 1 0,-1 0 0,0 0 0,-9 3 0,12-5 0,-1 0 0,1 0 0,-1 0 0,0 1 0,1 0 0,0 0 0,0 0 0,-1 0 0,1 0 0,0 1 0,-4 5 0,6-7 0,0 0 0,1 0 0,0 0 0,-1 0 0,1 0 0,0 1 0,-1-1 0,1 0 0,0 0 0,0 0 0,0 1 0,0-1 0,0 0 0,1 0 0,-1 0 0,0 1 0,0-1 0,1 0 0,-1 0 0,1 0 0,-1 0 0,1 0 0,-1 1 0,1-1 0,0 0 0,-1 0 0,1-1 0,1 3 0,4 3 0,0-1 0,0 1 0,9 5 0,-5-3 0,-6-4 0,1 0 0,-1 0 0,1 1 0,-1 0 0,-1-1 0,6 9 0,-8-12 0,-1 0 0,1 0 0,-1 0 0,0 0 0,1 0 0,-1 0 0,0 1 0,0-1 0,1 0 0,-1 0 0,0 0 0,0 0 0,0 1 0,0-1 0,-1 0 0,1 2 0,-1-2 0,0 0 0,1 1 0,-1-1 0,0 0 0,0 0 0,0 0 0,0 0 0,0 0 0,0 0 0,0 0 0,0-1 0,0 1 0,0 0 0,0-1 0,-1 1 0,1 0 0,0-1 0,-2 1 0,-10 2-50,0 0 0,-1-1 0,1 0 0,-1-1-1,1 0 1,-22-3 0,13 2-964,2-1-5812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34 24575,'-3'-2'0,"1"0"0,0 0 0,-1 0 0,1 0 0,-1 0 0,0 1 0,-4-3 0,6 4 0,1 0 0,-1 0 0,1 0 0,-1 0 0,1-1 0,-1 1 0,1 0 0,-1 0 0,0 0 0,1 0 0,-1 0 0,1 0 0,-1 1 0,1-1 0,-1 0 0,1 0 0,-1 0 0,1 0 0,-1 1 0,0-1 0,1 1 0,-1-1 0,1 1 0,-1 0 0,1-1 0,0 1 0,-1 0 0,1-1 0,0 1 0,-1 0 0,1-1 0,0 1 0,0 0 0,0 0 0,0-1 0,0 1 0,0 0 0,0 0 0,0-1 0,0 2 0,1 11 0,0 0 0,1-1 0,1 1 0,0-1 0,5 14 0,29 61 0,-16-40 0,-16-34 0,31 64 0,-32-70 0,0-1 0,1 1 0,-1-1 0,2 1 0,-1-1 0,0-1 0,1 1 0,9 6 0,-14-11 0,1 0 0,0 0 0,0 0 0,-1 0 0,1-1 0,0 1 0,0 0 0,0-1 0,0 0 0,0 1 0,0-1 0,0 0 0,0 0 0,0 0 0,0 0 0,0 0 0,0 0 0,3-2 0,-1 1 0,0-1 0,-1 1 0,0-1 0,1 0 0,-1 0 0,0 0 0,0 0 0,0-1 0,4-3 0,-2 0 0,0 0 0,0 0 0,0-1 0,-1 1 0,0-1 0,0 0 0,-1 0 0,0 0 0,3-9 0,-3 6 0,0 10 0,1 16 0,-3-11 0,3 9 0,-1-1 0,2 0 0,0 0 0,0-1 0,14 22 0,-17-29 0,1-1 0,1 1 0,-1-1 0,1 1 0,0-1 0,0 0 0,0-1 0,0 1 0,0-1 0,1 1 0,0-1 0,0-1 0,0 1 0,0-1 0,0 0 0,11 3 0,-15-5 0,1 1 0,-1-1 0,1 0 0,-1 0 0,1 0 0,-1 0 0,1-1 0,-1 1 0,1 0 0,-1-1 0,1 1 0,-1-1 0,1 1 0,-1-1 0,0 0 0,1 1 0,-1-1 0,0 0 0,0 0 0,0 0 0,0 0 0,1 0 0,-1 0 0,0 0 0,-1-1 0,1 1 0,0 0 0,0 0 0,0-1 0,-1 1 0,1-1 0,-1 1 0,1 0 0,-1-1 0,1-2 0,1-6 0,-1 0 0,0 0 0,0 0 0,-1-11 0,0 16 0,-1-16 0,-1-1 0,-1 1 0,0 0 0,-2 0 0,-1 0 0,-11-28 0,-5-1 0,-37-62 0,58 108-91,-1 1 0,-1-1 0,1 0 0,0 0 0,-1 1 0,0 0 0,0-1 0,0 1 0,0 0 0,0 0 0,-1 1 0,1-1 0,-1 1 0,-6-3 0,-1 1-6735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24575,'-3'7'0,"0"0"0,1 0 0,-1 1 0,2-1 0,-1 1 0,1-1 0,0 1 0,0-1 0,2 16 0,-1-19 0,0 1 0,1-1 0,0 1 0,0-1 0,0 0 0,0 0 0,1 1 0,-1-1 0,1 0 0,0 0 0,0 0 0,1-1 0,-1 1 0,1 0 0,0-1 0,0 0 0,0 1 0,4 1 0,-1-1 0,1 0 0,-1-1 0,1 0 0,0 0 0,0 0 0,0-1 0,1 0 0,-1-1 0,13 2 0,-1-2 0,0-1 0,31-3 0,-45 3 17,0-1 0,1 0 1,-1 0-1,0-1 0,0 0 0,9-4 0,-12 5-100,0 0 1,0 0-1,0-1 1,-1 1-1,1 0 1,0-1-1,0 0 1,-1 1-1,1-1 1,-1 0-1,1 0 1,-1 0-1,0 0 1,0 0-1,0 0 1,0 0-1,1-3 1,0-5-6744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24575,'2'25'0,"2"11"0,1 1 0,1-2 0,-1-5 0,-1-5 0,-2-5 0,0-5-8191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40 24575,'-3'-6'0,"0"2"0,0-1 0,-1 0 0,1 1 0,-6-5 0,9 8 0,-1 1 0,0-1 0,1 0 0,-1 1 0,0-1 0,1 1 0,-1 0 0,0-1 0,0 1 0,1-1 0,-1 1 0,0 0 0,0 0 0,1 0 0,-1-1 0,0 1 0,0 0 0,0 0 0,0 0 0,1 0 0,-1 0 0,0 0 0,0 0 0,0 1 0,1-1 0,-1 0 0,0 0 0,0 1 0,0-1 0,1 0 0,-1 1 0,0-1 0,1 1 0,-1-1 0,0 1 0,1-1 0,-1 1 0,0-1 0,1 1 0,-1 0 0,1-1 0,-1 1 0,1 0 0,0 0 0,-1 0 0,-5 11 0,1 0 0,1 0 0,-1 0 0,2 0 0,-4 24 0,-1 0 0,1-7 0,1 0 0,1 1 0,0 29 0,5-55 0,0 0 0,1 0 0,-1 0 0,1-1 0,0 1 0,0 0 0,0 0 0,1-1 0,-1 1 0,1-1 0,0 0 0,0 1 0,0-1 0,0 0 0,1 0 0,-1 0 0,4 2 0,2 2 0,-1-1 0,1 0 0,1 0 0,-1-1 0,15 7 0,-11-6 0,1-1 0,23 7 0,-32-11 0,0 0 0,1 0 0,-1-1 0,0 1 0,1-1 0,-1 0 0,0 0 0,1-1 0,-1 1 0,0-1 0,0 0 0,8-3 0,-10 4 0,-1-1 0,0 0 0,0 1 0,0-1 0,1 0 0,-1 0 0,0 0 0,0 0 0,0 0 0,0 0 0,0 0 0,-1 0 0,1 0 0,0 0 0,0-1 0,-1 1 0,1 0 0,-1-1 0,1-1 0,0 0 0,-1 0 0,0 0 0,1 0 0,-1 0 0,-1 1 0,1-1 0,0 0 0,-1 0 0,0-3 0,-1-2 0,-1 1 0,0 0 0,0 0 0,-1 0 0,0 0 0,-6-9 0,7 12 0,0 0 0,-1 0 0,1 0 0,-1 1 0,0-1 0,0 1 0,-5-3 0,7 5 0,1 0 0,0 1 0,-1-1 0,1 0 0,-1 1 0,0-1 0,1 1 0,-1 0 0,1 0 0,-1-1 0,1 1 0,-1 0 0,0 0 0,1 1 0,-1-1 0,0 0 0,1 0 0,-1 1 0,1-1 0,-1 1 0,1-1 0,-1 1 0,1 0 0,-1 0 0,1-1 0,-3 3 0,0 0-273,1 1 0,-1 0 0,1-1 0,-5 8 0,-1 2-6553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 24575,'-4'-14'0,"9"27"0,4 9 0,19 32 0,3-2 0,44 58 0,-5-7 0,-65-94 0,-4-7 0,0 0 0,0 1 0,1-1 0,-1 0 0,1 0 0,0 0 0,-1 0 0,1 0 0,0 0 0,0-1 0,3 3 0,-5-4 0,1 0 0,-1 0 0,0 0 0,0 1 0,0-1 0,1 0 0,-1 0 0,0 0 0,0 0 0,1 0 0,-1 0 0,0 0 0,0 0 0,0 0 0,1 0 0,-1 0 0,0 0 0,0-1 0,0 1 0,1 0 0,-1 0 0,0 0 0,0 0 0,0 0 0,1 0 0,-1 0 0,0-1 0,0 1 0,0 0 0,0 0 0,1 0 0,-1-1 0,3-8 0,-1-14 0,-2 21 0,-2-71 0,3-32 0,-2 104 0,1 1 0,0-1 0,0 0 0,0 1 0,0-1 0,0 0 0,0 1 0,0-1 0,1 0 0,-1 1 0,0-1 0,0 0 0,0 1 0,1-1 0,-1 1 0,0-1 0,1 0 0,-1 1 0,0-1 0,1 1 0,-1-1 0,1 1 0,-1-1 0,1 1 0,-1 0 0,1-1 0,-1 1 0,1-1 0,-1 1 0,1 0 0,0 0 0,-1-1 0,1 1 0,0 0 0,-1 0 0,1 0 0,0 0 0,-1 0 0,1 0 0,0-1 0,-1 2 0,1-1 0,0 0 0,-1 0 0,1 0 0,-1 0 0,1 0 0,0 0 0,-1 1 0,1-1 0,0 0 0,0 1 0,5 2 0,0 1 0,0-1 0,-1 1 0,7 6 0,-8-6 0,34 27 0,59 44 0,-87-68 0,1-1 0,-1 0 0,1 0 0,0-2 0,1 1 0,-1-1 0,22 4 0,-31-8 0,0 1 0,1-1 0,-1 0 0,0 0 0,1 0 0,-1 0 0,0 0 0,1-1 0,-1 1 0,0-1 0,0 1 0,1-1 0,-1 0 0,0 0 0,0 0 0,0 0 0,0 0 0,0 0 0,2-2 0,-2 0 0,0 1 0,0 0 0,0-1 0,-1 1 0,1-1 0,-1 1 0,0-1 0,0 0 0,0 1 0,0-1 0,0 0 0,-1 0 0,1 0 0,-1 0 0,0-3 0,1-6 0,-2-1 0,0 1 0,0 0 0,-1 0 0,0 0 0,-1 0 0,-1 0 0,0 1 0,0-1 0,-8-13 0,5 11 0,-2 0 0,0 0 0,0 1 0,-2 0 0,1 1 0,-2 0 0,-14-12 0,18 17-170,-1 1-1,0 0 0,-1 0 1,1 1-1,-1 1 0,0 0 1,-20-6-1,15 7-6655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24575,'2'3'0,"0"0"0,0 1 0,-1-1 0,1 0 0,-1 0 0,0 1 0,1-1 0,-1 1 0,0 5 0,4 10 0,1-3 0,26 63 0,-28-71 0,0-1 0,0 0 0,1 0 0,0-1 0,0 1 0,0-1 0,1 0 0,8 6 0,-11-9 0,1-1 0,0 0 0,0 0 0,0 0 0,0 0 0,0-1 0,0 1 0,1-1 0,-1 0 0,0-1 0,1 1 0,-1-1 0,8 0 0,4-1 0,-1-1 0,24-5 0,-18 2 0,-10 3-341,-1 0 0,0-1-1,15-6 1,-15 4-6485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24575,'0'23'0,"3"9"0,0 3 0,3-3 0,2-4 0,1-4 0,0-4 0,0-3 0,-1-2 0,0 0 0,-2-1 0,-2-3-8191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77 24575,'-23'-16'0,"3"2"0,-28-15 0,43 27 0,-1-1 0,0 1 0,0-1 0,1 2 0,-1-1 0,-1 1 0,1-1 0,0 2 0,0-1 0,-8 1 0,8 1 0,0 0 0,0 0 0,-9 4 0,-12 2 0,23-7 0,0 1 0,0-1 0,0 1 0,1 0 0,-1 0 0,0 0 0,0 1 0,1-1 0,-1 1 0,1 0 0,0 0 0,-1 0 0,1 1 0,0-1 0,-4 4 0,7-5 0,-1 0 0,1 0 0,0-1 0,0 1 0,-1 0 0,1 0 0,0-1 0,0 1 0,0 0 0,0 0 0,0 0 0,0-1 0,0 1 0,0 0 0,0 0 0,0-1 0,0 1 0,0 0 0,1 0 0,-1-1 0,0 1 0,1 0 0,-1 0 0,0-1 0,1 1 0,-1 0 0,1-1 0,-1 1 0,1-1 0,0 1 0,-1-1 0,1 1 0,0 0 0,2 2 0,0-1 0,0 0 0,1 0 0,-1 0 0,5 3 0,6 0 0,0-1 0,-1 0 0,1 0 0,1-2 0,-1 1 0,0-2 0,0 0 0,27-2 0,-38 1 0,-1-1 0,1 1 0,-1-1 0,1 0 0,0 0 0,-1 0 0,0 0 0,1 0 0,-1-1 0,0 1 0,0-1 0,1 1 0,-1-1 0,0 0 0,-1 0 0,3-2 0,-4 4 0,0 0 0,1 0 0,-1 0 0,0 0 0,0 0 0,0 0 0,1 0 0,-1 0 0,0 0 0,0 0 0,0 0 0,0 0 0,0 0 0,1 0 0,-1 1 0,0-1 0,0 0 0,0 0 0,0 0 0,0 0 0,0 0 0,1 0 0,-1 1 0,0-1 0,0 0 0,0 0 0,0 0 0,0 0 0,0 1 0,0-1 0,0 0 0,0 0 0,0 0 0,0 0 0,0 1 0,0-1 0,0 0 0,0 0 0,0 0 0,0 0 0,0 1 0,0-1 0,0 0 0,0 0 0,0 1 0,1 15 0,0-7 0,2 1 0,0-1 0,0 0 0,0 0 0,1 0 0,1 0 0,0 0 0,6 8 0,45 53 0,-53-66 0,2 1 0,-3-2 0,1-1 0,-1 1 0,0 0 0,1 0 0,-2 0 0,3 4 0,-4-6 0,1-1 0,-1 0 0,0 1 0,0-1 0,0 1 0,0-1 0,0 0 0,0 1 0,0-1 0,0 1 0,0-1 0,0 1 0,0-1 0,0 0 0,0 1 0,0-1 0,0 1 0,-1-1 0,1 0 0,0 1 0,0-1 0,0 0 0,-1 1 0,0 0 0,0 0 0,0-1 0,0 1 0,0-1 0,0 1 0,0-1 0,0 1 0,0-1 0,0 0 0,0 0 0,0 1 0,0-1 0,-2 0 0,-36 2 38,-45-4-1,23 0-1477,42 2-5386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24575,'68'-12'0,"1"3"0,106 0 0,-148 9 0,-13 0 0,0 0 0,16 2 0,-25-1 0,0 0 0,-1 0 0,1 1 0,0-1 0,-1 1 0,0 0 0,1 0 0,-1 1 0,0-1 0,5 5 0,-3-2 0,-1 0 0,0 0 0,0 0 0,0 1 0,0 0 0,-1 0 0,0 0 0,5 11 0,-5-7 0,0 0 0,-1 0 0,0 0 0,-1 1 0,1 15 0,3 15 0,-2-13 0,0 36 0,-4-17 0,-10 74 0,5-70 0,2-1 0,4 60 0,1-31 0,-2 379 0,0-444 0,2 1 0,3 17 0,-2-17 0,2 26 0,-5-7 0,1 3 0,6 46 0,-3-50 0,-2 59 0,-2-59 0,6 60 0,12 61 0,-12-34 0,0 6 0,0-62 0,-2 0 0,-6 86 0,-5-80 0,-1 27 0,9 254 0,6-262 0,1-6 0,-8 359 0,-1-214 0,9-122 0,-1-8 0,1 21 0,-1 8 0,1-37 0,-1-4 0,-7-63 0,9 131 0,-3-77 0,-5 106 0,-3-85 0,3-81 0,0-10 0,-1-1 0,0 1 0,0 0 0,-3 11 0,3-17 0,0 0 0,-1 1 0,1-1 0,-1 1 0,1-1 0,-1 0 0,0 0 0,0 1 0,1-1 0,-1 0 0,0 0 0,0 0 0,0 0 0,0 0 0,0 0 0,-1 0 0,1 0 0,0 0 0,0 0 0,0-1 0,-1 1 0,1-1 0,0 1 0,-1-1 0,1 1 0,-3 0 0,-13 0 0,0 1 0,0-2 0,-25-2 0,0 0 0,-115 7-1365,129-2-5461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62 24575,'2'-3'0,"-1"1"0,1-1 0,-1 1 0,0-1 0,1 0 0,-1 0 0,0 1 0,-1-1 0,1 0 0,0 0 0,-1-4 0,0 6 0,0 0 0,0 0 0,0 0 0,-1 0 0,1 0 0,0 0 0,-1 0 0,1 0 0,-1 0 0,1 0 0,-1 0 0,0 0 0,1 0 0,-1 0 0,0 0 0,1 1 0,-1-1 0,0 0 0,0 0 0,0 1 0,0-1 0,0 1 0,0-1 0,0 1 0,0-1 0,0 1 0,0 0 0,0-1 0,0 1 0,0 0 0,0 0 0,0 0 0,-2 0 0,-7-1 0,1 1 0,-1 0 0,0 1 0,0 0 0,0 0 0,-10 3 0,-24 3 0,28-5 0,2-2 0,1 1 0,0 1 0,-1 0 0,1 1 0,-17 6 0,29-8 0,-1 0 0,1 0 0,0-1 0,-1 1 0,1 0 0,0 1 0,0-1 0,0 0 0,-1 0 0,1 0 0,1 1 0,-1-1 0,0 1 0,0-1 0,0 0 0,1 1 0,-1-1 0,1 1 0,-1 0 0,1-1 0,0 1 0,-1-1 0,1 1 0,0 0 0,0-1 0,0 1 0,0 0 0,1 2 0,1 6 0,0-1 0,0 1 0,7 16 0,-1-3 0,39 236 0,-34-172 0,-3 47 0,-2-23 0,-7-84 0,-1-1 0,-1 1 0,-1-1 0,-7 34 0,-4 51 0,12-23 0,4 0 0,15 91 0,1-27 0,6 36 0,35 227 0,-22-47 0,-37-187 0,-2-91 0,-7 22 0,1-50 0,1 3 0,-3 71 0,2-43 0,0-6 0,-2 61 0,4-93 0,3 1 0,2-1 0,10 75 0,5 52 0,0 35 0,-10-42 0,-4-44 0,8-45 0,-3-36 0,8 39 0,-8-53 0,-2-15 0,1 40 0,-4-43 0,6 30 0,-4-30 0,1 31 0,-5 14 0,2 51 0,-1-113 0,0 0 0,0 1 0,0-1 0,1 0 0,-1 0 0,0 0 0,1 0 0,-1 0 0,1 1 0,-1-1 0,1 0 0,-1 0 0,1 0 0,0 0 0,-1-1 0,1 1 0,0 0 0,0 0 0,0 0 0,0 0 0,0-1 0,0 1 0,0-1 0,0 1 0,0 0 0,0-1 0,0 0 0,0 1 0,0-1 0,0 0 0,1 1 0,-1-1 0,0 0 0,2 0 0,5 0 0,-1-1 0,1 1 0,-1-2 0,13-2 0,4-1 0,-11 4-41,17-3-1283,-20 1-5502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24575,'4'0'0,"-1"0"0,0 1 0,0 0 0,0-1 0,0 1 0,0 0 0,0 1 0,0-1 0,0 0 0,0 1 0,3 2 0,31 26 0,-10-8 0,32 19 0,81 43 0,-109-67 0,33 23 0,-59-35 98,-5-5-138,0 0 1,0 1-1,0-1 1,0 0-1,0 0 1,0 0-1,0 0 1,0 0-1,-1 0 1,1 1-1,0-1 0,0 0 1,0 0-1,0 0 1,0 0-1,-1 0 1,1 0-1,0 0 1,0 0-1,0 0 1,0 0-1,-1 0 1,1 0-1,0 0 0,0 0 1,0 0-1,0 0 1,-1 0-1,1 0 1,0 0-1,0 0 1,0 0-1,0 0 1,-1 0-1,1 0 0,0 0 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21 24575,'0'-1'0,"-1"0"0,1 0 0,0 0 0,-1 0 0,1 0 0,0 0 0,-1 0 0,1 0 0,-1 0 0,1 0 0,-1 1 0,0-1 0,1 0 0,-1 0 0,0 0 0,0 1 0,1-1 0,-1 0 0,0 1 0,0-1 0,0 1 0,0-1 0,0 1 0,0-1 0,0 1 0,0 0 0,-1-1 0,0 1 0,0 1 0,0-1 0,0 1 0,0-1 0,1 1 0,-1 0 0,0 0 0,0 0 0,1 0 0,-1 0 0,1 0 0,-1 0 0,1 0 0,-3 3 0,-37 35-682,-71 50-1,102-83-6143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71 24575,'-21'-10'0,"-59"-28"0,68 33 0,1 1 0,-1 0 0,0 1 0,-25-3 0,36 6 0,-1 0 0,1 0 0,-1 0 0,1 0 0,-1 0 0,1 0 0,0 0 0,-1 0 0,1 0 0,-1 1 0,1-1 0,-1 1 0,1-1 0,0 1 0,-1-1 0,1 1 0,0 0 0,0 0 0,0 0 0,-1 0 0,1 0 0,0 0 0,0 0 0,0 0 0,0 0 0,1 0 0,-1 0 0,0 1 0,-1 1 0,1 1 0,0 0 0,0 0 0,1 0 0,-1 0 0,1 1 0,0-1 0,0 0 0,1 0 0,0 6 0,3 4 0,0-1 0,1-1 0,0 1 0,1-1 0,1 0 0,11 17 0,-10-16 0,2 2 0,-1 1 0,-1 0 0,0 0 0,-1 1 0,0 0 0,-2 0 0,6 31 0,-7-26 0,1 12 0,1 48 0,-6-79 0,0-1 0,0 0 0,0 1 0,0-1 0,1 0 0,-1 1 0,1-1 0,-1 0 0,1 1 0,0-1 0,0 0 0,0 0 0,0 0 0,0 0 0,1 0 0,-1 0 0,2 2 0,0-2 0,0 0 0,0 0 0,0 0 0,0-1 0,0 1 0,0-1 0,1 0 0,-1 0 0,0 0 0,1 0 0,3 0 0,14 3 0,45 6 0,-59-9 0,0-1 0,0 0 0,1-1 0,-1 1 0,0-1 0,0-1 0,7-1 0,-12 2-38,0 0 0,0 0 0,-1 0 1,1 0-1,0 0 0,-1 0 0,1 0 0,-1 0 0,1-1 0,-1 1 0,0-1 0,0 1 0,1-1 0,-1 1 0,0-1 0,0 0 1,-1 1-1,1-1 0,0 0 0,0 0 0,-1 0 0,1 0 0,-1 1 0,0-1 0,1 0 0,-1 0 0,0 0 0,0 0 0,0 0 1,-1 0-1,1 0 0,0 0 0,-1 0 0,1 0 0,-2-3 0,-2-5-6788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 24575,'7'-2'0,"0"2"0,0-1 0,-1 0 0,1 1 0,0 1 0,0-1 0,0 1 0,-1 0 0,13 4 0,-14-3 0,-1 0 0,0 0 0,1 0 0,-1 1 0,0 0 0,-1-1 0,1 2 0,0-1 0,-1 0 0,0 1 0,0-1 0,0 1 0,0 0 0,4 8 0,1 3 0,-1 0 0,0 0 0,5 22 0,-11-35 0,-1-1 0,1 1 0,-1-1 0,0 1 0,1-1 0,-1 1 0,0 0 0,0-1 0,0 1 0,0-1 0,0 1 0,0 0 0,-1-1 0,1 1 0,-1-1 0,1 1 0,-1-1 0,1 1 0,-1-1 0,0 0 0,1 1 0,-1-1 0,0 0 0,0 1 0,0-1 0,-2 2 0,1-2 0,0 0 0,-1 0 0,1 0 0,0 0 0,-1 0 0,1 0 0,0-1 0,-1 1 0,1-1 0,-1 0 0,1 0 0,-1 0 0,1 0 0,-1 0 0,1 0 0,-4-1 0,-9-2 0,1-1 0,0 0 0,0-1 0,-18-8 0,24 9 0,0 0 0,0-1 0,1 0 0,-1 0 0,1-1 0,1 0 0,-1 0 0,-7-10 0,13 15-4,-1 0 1,1-1-1,1 1 0,-1 0 0,0-1 0,0 1 0,0-1 1,1 1-1,-1-1 0,1 1 0,-1-1 0,1 0 0,0 1 1,0-1-1,-1 1 0,1-1 0,0 0 0,1 1 0,-1-1 1,1-3-1,-1 3 18,1 0 0,0 0 1,1 0-1,-1 0 0,0 0 1,1 1-1,-1-1 0,1 0 1,-1 1-1,1-1 0,0 1 0,-1-1 1,4-1-1,3-1-226,-1 0 0,1 0 0,0 1-1,1 0 1,-1 1 0,16-3 0,-10 3-6614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24575,'11'-5'0,"60"-28"0,-62 30 0,1 0 0,-1 0 0,1 0 0,0 1 0,16-1 0,-22 3 0,0 1 0,0 0 0,0-1 0,0 1 0,0 1 0,-1-1 0,1 0 0,0 1 0,-1 0 0,1 0 0,-1 0 0,1 0 0,-1 0 0,0 1 0,0 0 0,0-1 0,-1 1 0,1 0 0,4 6 0,3 7 0,1 0 0,13 31 0,-20-39 0,3 6 0,-2 1 0,0-1 0,0 1 0,-2 0 0,0 0 0,0 0 0,-1 0 0,-1 1 0,-2 19 0,0-5 0,0-15 0,1 0 0,3 26 0,-3-37 0,1 1 0,0 0 0,1-1 0,-1 1 0,1-1 0,0 0 0,0 1 0,0-1 0,0 0 0,1 0 0,0 0 0,6 6 0,3 1 0,-8-7 0,0-1 0,0 1 0,0 0 0,-1 0 0,1 0 0,-1 0 0,0 0 0,4 10 0,-6-13 0,-1-1 0,0 1 0,0 0 0,0 0 0,0 0 0,0 0 0,0 0 0,0 0 0,0 0 0,-1 0 0,1-1 0,0 1 0,0 0 0,-1 0 0,1 0 0,-1 0 0,1-1 0,-1 1 0,1 0 0,-1 0 0,1-1 0,-1 1 0,0 0 0,1-1 0,-1 1 0,0-1 0,1 1 0,-1-1 0,0 1 0,-1 0 0,-3 2 0,-1-1 0,0 1 0,-8 2 0,7-3 0,-17 5-95,-1-1 0,-39 4-1,39-7-983,6 0-5747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24575,'12'11'0,"1"-1"0,0-1 0,0 0 0,17 7 0,2 2 0,21 13-71,-26-16-252,-1 0-1,0 2 1,38 33-1,-54-40-6502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24575,'-10'10'0,"-3"6"0,0 3 0,0 0 0,2 0 0,4-1 0,2-1 0,2-1 0,2-1 0,1 0 0,-3-2 0,1-2 0,-3-2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24 24575,'-11'-5'0,"-1"1"0,0 0 0,0 1 0,0 1 0,0-1 0,0 2 0,-22-1 0,30 2 0,1 0 0,-1 1 0,0 0 0,0-1 0,0 1 0,1 0 0,-1 1 0,0-1 0,1 1 0,-1-1 0,1 1 0,0 0 0,0 0 0,-1 1 0,1-1 0,1 1 0,-1-1 0,0 1 0,1 0 0,-1 0 0,1 0 0,0 0 0,0 1 0,0-1 0,0 1 0,1-1 0,-1 1 0,-1 6 0,2-5 0,0 0 0,0 1 0,0-1 0,1 1 0,0-1 0,0 0 0,0 1 0,1-1 0,-1 1 0,1-1 0,1 0 0,-1 1 0,4 7 0,3 3 0,0 0 0,19 27 0,-15-25 0,12 25 0,-16-25 0,-1 0 0,0 1 0,-2 0 0,5 32 0,-6-17 0,0 62 0,-4-94 0,0 0 0,0 0 0,0 0 0,0 0 0,0 0 0,0-1 0,1 1 0,-1 0 0,1 0 0,-1 0 0,1 0 0,0-1 0,0 1 0,0 0 0,0-1 0,1 3 0,1-2 0,-1 0 0,0-1 0,1 1 0,-1-1 0,1 0 0,0 0 0,-1 0 0,1 0 0,0 0 0,4 1 0,11 2 0,0-1 0,35 2 0,-47-5 0,1 0 0,-1 0 0,1-1 0,-1 0 0,1 0 0,-1 0 0,0-1 0,1 0 0,-1 0 0,0-1 0,9-5 0,-13 7-91,-1 0 0,1 0 0,-1-1 0,1 1 0,-1-1 0,0 1 0,1-1 0,-1 0 0,0 0 0,0 1 0,0-1 0,-1 0 0,1 0 0,1-4 0,0-4-6735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24575,'3'5'0,"0"4"0,0 3 0,0 2 0,1 1 0,1 1 0,-2 0 0,3 0 0,-1-1 0,-1 0 0,2 0 0,-1 0 0,-1 0 0,2-3 0,-1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24575,'4'-6'0,"-1"1"0,0 0 0,1 1 0,0-1 0,0 1 0,0-1 0,7-3 0,-9 6 0,0 1 0,0-1 0,1 1 0,-1 0 0,0 0 0,1 0 0,-1 0 0,1 0 0,-1 1 0,1-1 0,-1 1 0,1 0 0,0-1 0,-1 1 0,1 0 0,0 1 0,-1-1 0,1 0 0,2 2 0,4 1 0,0 0 0,-1 0 0,1 1 0,-1 1 0,0 0 0,12 8 0,41 40 0,-50-43 0,-9-8 0,0 0 0,-1 0 0,1-1 0,-1 1 0,0 1 0,1-1 0,-1 0 0,0 0 0,0 0 0,0 1 0,-1-1 0,1 0 0,0 1 0,-1-1 0,0 1 0,1-1 0,-1 3 0,-1 5 0,1-1 0,-2 1 0,-2 11 0,-2 17 0,5-26 0,2 0 0,-1 0 0,1 0 0,1 0 0,0-1 0,1 1 0,5 15 0,-1-12 0,0 1 0,1-1 0,0 0 0,16 21 0,-23-35 0,4 5 0,-1-1 0,0 1 0,-1 0 0,6 12 0,-9-17 0,1 1 0,-1-1 0,1 1 0,-1-1 0,0 1 0,0-1 0,0 1 0,1-1 0,-1 1 0,-1-1 0,1 0 0,0 1 0,0-1 0,0 1 0,-1-1 0,1 1 0,-1-1 0,1 0 0,-1 1 0,0-1 0,1 0 0,-1 1 0,0-1 0,0 0 0,0 0 0,0 0 0,0 0 0,-2 2 0,-6 3-89,0-1 1,-1 1-1,1-2 0,-1 0 0,0 0 0,0 0 0,-13 2 0,14-4-565,-4 2-6172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24575,'117'103'0,"-32"-31"0,-73-61-195,0-1 0,1-1 0,0 0 0,0 0 0,1-1 0,17 6 0,-18-9-6631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24575,'-12'12'0,"-8"8"0,1 1 0,1 1 0,3-1 0,4 1 0,4-1 0,3-2 0,3-1 0,1-1 0,1-1 0,-1-1 0,1-1 0,-3 1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24575,'-26'0'0,"0"1"0,1 1 0,-1 0 0,-35 10 0,54-10 0,0 0 0,-1 1 0,1 0 0,0 0 0,1 0 0,-1 1 0,1 0 0,-1 0 0,1 1 0,0 0 0,1 0 0,-1 0 0,1 1 0,0 0 0,1 0 0,-1 0 0,1 0 0,0 1 0,-4 10 0,7-14 0,0-1 0,0 1 0,0 0 0,1 0 0,-1 0 0,1 0 0,-1 0 0,1 0 0,0 0 0,0 0 0,1 0 0,-1 0 0,1 0 0,-1 0 0,1 0 0,0-1 0,0 1 0,0 0 0,0 0 0,4 5 0,1 1 0,1-1 0,1 1 0,-1-1 0,13 10 0,11 12 0,-17-14 0,-2 0 0,17 28 0,-25-37 0,0 1 0,0-1 0,-1 1 0,0 0 0,-1 0 0,0 1 0,0-1 0,1 17 0,-1-2 0,7 32 0,-7-46 0,-2-8 0,0 1 0,1 0 0,-1-1 0,1 1 0,0-1 0,0 1 0,-1-1 0,1 1 0,0-1 0,0 1 0,0-1 0,1 0 0,-1 0 0,0 0 0,0 1 0,1-1 0,-1 0 0,1 0 0,-1-1 0,1 1 0,-1 0 0,1 0 0,-1-1 0,1 1 0,0-1 0,-1 1 0,4-1 0,4 1 0,0 0 0,1-1 0,-1 0 0,10-2 0,-1 1 0,-9 1-111,-2 0-28,0 0 0,0 0-1,1-1 1,-1 0-1,0 0 1,0-1 0,0 0-1,9-4 1,-7 0-6687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24575,'1'-3'0,"0"0"0,0 0 0,0 0 0,0 0 0,1 0 0,-1 0 0,1 0 0,0 1 0,-1-1 0,1 0 0,1 1 0,-1 0 0,5-5 0,-6 7 0,1-1 0,-1 0 0,0 0 0,1 1 0,-1-1 0,1 1 0,-1-1 0,1 1 0,-1 0 0,1-1 0,-1 1 0,1 0 0,-1 0 0,1 0 0,0 0 0,-1 0 0,1 1 0,-1-1 0,1 0 0,-1 1 0,1-1 0,-1 1 0,1-1 0,-1 1 0,0 0 0,1 0 0,-1 0 0,0 0 0,0 0 0,2 1 0,3 4 0,0-1 0,-1 1 0,0 0 0,0 0 0,-1 0 0,0 1 0,0 0 0,0-1 0,-1 2 0,0-1 0,0 0 0,-1 0 0,2 10 0,-4-14 0,0 0 0,0 0 0,-1 0 0,1 1 0,-1-1 0,0 0 0,0 0 0,0 0 0,0 0 0,-1 0 0,1 0 0,-1 0 0,0-1 0,1 1 0,-5 3 0,4-3 0,-1 1 0,1-1 0,0 0 0,0 1 0,0-1 0,1 1 0,-1-1 0,-1 7 0,3-9 0,0 0 0,-1 0 0,1-1 0,0 1 0,0 0 0,0 0 0,0 0 0,1 0 0,-1-1 0,0 1 0,0 0 0,0 0 0,1 0 0,-1-1 0,0 1 0,1 0 0,-1-1 0,1 1 0,-1 0 0,0-1 0,1 1 0,1 1 0,-1-1 0,0 0 0,1 0 0,0 0 0,-1-1 0,1 1 0,0 0 0,-1-1 0,1 1 0,0-1 0,2 1 0,5 0 0,1 0 0,-1-1 0,12 0 0,-12-1 0,19 1-109,-14 1 187,1-1 1,17-3-1,-29 3-184,1-1-1,0 0 1,-1 0-1,1 0 1,-1 0-1,1-1 1,-1 1-1,0-1 1,0 0-1,0 0 1,0 0-1,0 0 0,4-4 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24575,'5'-7'0,"1"0"0,-1 0 0,2 0 0,-1 1 0,1 0 0,13-9 0,-18 14 0,0-1 0,0 1 0,0 0 0,0 0 0,0 0 0,1 0 0,-1 0 0,0 1 0,1-1 0,-1 1 0,0-1 0,1 1 0,-1 0 0,1 0 0,-1 0 0,0 0 0,1 0 0,-1 1 0,1-1 0,-1 1 0,0-1 0,0 1 0,1 0 0,-1 0 0,0 0 0,0 0 0,0 1 0,0-1 0,4 3 0,5 9 0,1 0 0,-2 1 0,0 0 0,0 1 0,12 28 0,-18-35 0,0 0 0,-1 1 0,-1-1 0,0 1 0,0-1 0,0 1 0,0 9 0,-2 64 0,-1-44 0,0-27 0,-5 24 0,4-25 0,0 1 0,0 20 0,2-27 0,0-1 0,1 0 0,-1 0 0,1 0 0,-1 0 0,1 0 0,0 0 0,0 0 0,1 0 0,-1 0 0,1 0 0,-1-1 0,1 1 0,2 3 0,22 16 0,0 1 0,-24-21 0,-1 0 0,1-1 0,-1 1 0,1 0 0,-1 0 0,0 0 0,0 0 0,0 0 0,0 1 0,0-1 0,0 4 0,-1-5 0,0 0 0,0 0 0,0 0 0,0 0 0,0 0 0,0 0 0,0 0 0,-1 0 0,1 0 0,0 0 0,-1 0 0,1 0 0,-1 0 0,1 0 0,-1 0 0,1-1 0,-1 1 0,0 0 0,1 0 0,-1 0 0,0-1 0,0 1 0,0 0 0,1-1 0,-1 1 0,0-1 0,0 1 0,0-1 0,0 0 0,0 1 0,0-1 0,0 0 0,0 1 0,0-1 0,0 0 0,-2 0 0,-5 1 0,-1 0 0,0 0 0,-11-2 0,12 1 0,-60-1-1365,48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24575,'34'34'0,"2"-3"0,1-1 0,1-1 0,2-3 0,50 27 0,-80-49-120,-4 0-58,1 0 0,0-1 1,0 0-1,0 0 0,0-1 0,11 2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24575,'-12'15'0,"-7"8"0,-1 4 0,2 1 0,3-2 0,2-4 0,3-2 0,3-2 0,0-2 0,2-1 0,-1 0 0,0-1 0,-1 0 0,1-2-8191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 24575,'-25'-4'0,"-35"-3"0,51 7 0,1 0 0,0 1 0,0-1 0,0 1 0,0 1 0,0 0 0,0 0 0,-9 4 0,15-5 0,0 0 0,-1 0 0,2 0 0,-1 0 0,0 1 0,0-1 0,0 1 0,0 0 0,1-1 0,-1 1 0,1 0 0,0 0 0,-1 0 0,1 0 0,0 0 0,-1 3 0,1-1 0,-1-1 0,1 2 0,1-1 0,-1 0 0,1 0 0,-1 0 0,1 0 0,1 7 0,0-2 0,1 1 0,0-1 0,0 0 0,1 0 0,0-1 0,1 1 0,7 12 0,7 6 0,2 0 0,1-2 0,24 23 0,-25-28 0,-1 1 0,0 1 0,-2 1 0,23 38 0,-35-50 0,0 0 0,-1-1 0,-1 2 0,1-1 0,-2 0 0,1 1 0,-2 0 0,1-1 0,-2 1 0,0 18 0,-1-28 0,1 0 0,0 0 0,0 0 0,0 0 0,1 0 0,-1 0 0,0 0 0,1 0 0,0 0 0,-1 0 0,1 0 0,0 0 0,0 0 0,0 0 0,1 2 0,0-3 0,-1 0 0,1 0 0,-1 0 0,1 0 0,0 0 0,0 0 0,-1 0 0,1 0 0,0-1 0,0 1 0,0 0 0,0-1 0,-1 0 0,1 1 0,0-1 0,3 0 0,56 1 120,-53-2-332,-1 1 0,0-1 0,0 0-1,0-1 1,0 0 0,9-3 0,-3-2-6614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24575,'7'-4'0,"0"0"0,0 0 0,1 1 0,0 0 0,-1 0 0,1 1 0,0-1 0,9 0 0,-11 3 0,0-1 0,1 1 0,-1 0 0,0 0 0,0 0 0,0 1 0,1 0 0,-1 0 0,0 1 0,0 0 0,7 3 0,-13-5 0,0 0 0,1 0 0,-1 0 0,0 0 0,1 1 0,-1-1 0,0 0 0,0 0 0,1 0 0,-1 1 0,0-1 0,0 0 0,1 1 0,-1-1 0,0 0 0,0 0 0,0 1 0,0-1 0,0 0 0,1 1 0,-1-1 0,0 0 0,0 1 0,0-1 0,0 0 0,0 1 0,0-1 0,0 1 0,0-1 0,0 0 0,0 1 0,0-1 0,0 0 0,-1 1 0,1-1 0,0 0 0,0 1 0,0-1 0,0 0 0,0 0 0,-1 1 0,1-1 0,0 0 0,-1 1 0,-13 14 0,7-8 0,5-5 0,1 1 0,-1-1 0,0 1 0,1-1 0,0 1 0,-1-1 0,1 1 0,0 0 0,1 0 0,-1-1 0,0 1 0,1 0 0,-1 0 0,1 0 0,0 0 0,0 3 0,1-1 0,0-1 0,0 1 0,0-1 0,1 0 0,-1 0 0,1 0 0,0 0 0,0 0 0,5 6 0,5 5 0,0-2 0,1 1 0,0-2 0,17 13 0,-20-17 0,-6-5 0,-2-1 0,1 0 0,0 0 0,-1 1 0,0-1 0,0 1 0,3 3 0,-4-5 0,-1-1 0,0 1 0,0 0 0,1-1 0,-1 1 0,0 0 0,0-1 0,0 1 0,0 0 0,0-1 0,0 1 0,0 0 0,0 0 0,0-1 0,0 1 0,0 0 0,-1-1 0,1 1 0,0 0 0,0-1 0,-1 1 0,1-1 0,0 1 0,-1 0 0,1-1 0,0 1 0,-1-1 0,1 1 0,-1-1 0,1 1 0,-1-1 0,1 1 0,-1-1 0,0 0 0,1 1 0,-2-1 0,-3 3 7,0 0 0,0 0 0,0-1-1,0 0 1,-1 0 0,1-1 0,0 1-1,-1-1 1,-6 0 0,-6 0-237,-27-1 0,22-1-743,10 1-5853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24575,'32'-7'0,"0"0"0,35-1 0,-54 7 0,1 0 0,0 2 0,0-1 0,-1 2 0,1 0 0,0 1 0,20 6 0,-28-7 0,0 1 0,0-1 0,-1 1 0,1 1 0,-1-1 0,1 1 0,-1 0 0,0 0 0,0 0 0,-1 1 0,1 0 0,-1 0 0,0 0 0,5 9 0,-7-9 0,1 0 0,-1 0 0,0 0 0,-1 1 0,1-1 0,-1 0 0,0 1 0,-1-1 0,1 1 0,-1-1 0,0 1 0,0 0 0,-1-1 0,0 1 0,0-1 0,0 1 0,-3 5 0,-7 20 0,4-11 0,0 1 0,-4 26 0,9-40 0,2 0 0,-1 0 0,1 1 0,0-1 0,0 0 0,1 0 0,0 0 0,0 0 0,1 0 0,4 13 0,36 68 0,-23-49 0,19 54 0,-38-91 0,1 0 0,0 0 0,-1 0 0,1 1 0,-1-1 0,0 0 0,0 0 0,0 0 0,0 1 0,0-1 0,0 0 0,-1 0 0,1 0 0,-1 0 0,0 1 0,1-1 0,-1 0 0,0 0 0,0 0 0,-2 2 0,1-2 0,0 0 0,0 0 0,0 0 0,0 0 0,0 0 0,-1 0 0,1-1 0,-1 1 0,1-1 0,-1 0 0,0 0 0,1 0 0,-1 0 0,0 0 0,-3 0 0,-6 0-15,1 0-1,-1-1 0,1 0 0,-1 0 1,1-2-1,-19-3 0,0 0-1239,13 3-5571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62 24575,'0'-3'0,"0"1"0,0-1 0,0 1 0,0-1 0,-1 1 0,1 0 0,-1-1 0,0 1 0,0 0 0,0-1 0,0 1 0,0 0 0,0 0 0,0 0 0,-1 0 0,1 0 0,-1 0 0,-2-3 0,1 3 0,0 0 0,0 1 0,0-1 0,0 0 0,0 1 0,0 0 0,0 0 0,0 0 0,0 0 0,-1 0 0,1 1 0,-5-1 0,-1 1 0,-1 0 0,1 1 0,-1 0 0,1 1 0,-1 0 0,1 0 0,0 1 0,-16 6 0,4 2 0,0 1 0,2 1 0,-32 27 0,48-38 0,1 0 0,1 0 0,-1 0 0,0 0 0,0 1 0,1-1 0,-1 1 0,1-1 0,0 1 0,0 0 0,0 0 0,0-1 0,0 1 0,1 0 0,-1 0 0,1 0 0,0 0 0,0 5 0,1 6 0,0-1 0,7 25 0,-3-15 0,12 71 0,3 28 0,-11-78 0,-2 0 0,1 63 0,-7-59 0,-3 68 0,-5-64 0,5-39 0,0-1 0,1 0 0,0 1 0,1-1 0,0 1 0,1-1 0,2 14 0,3 8 0,-2 0 0,-2 0 0,-3 62 0,0-28 0,2-48 0,1 0 0,1 0 0,7 26 0,3 13 0,-10-37 0,2 6 0,3 53 0,-7-57 0,1 1 0,9 36 0,-6-37 0,0 1 0,0 38 0,2 28 0,1-1 0,-8-49 0,-10 74 0,1-47 0,-3 123 0,13-151 0,8 47 0,-4-29 0,-3 107 0,-4-82 0,1 22 0,3 113 0,5-145 0,1 37 0,-9-16 0,7 137 0,2-166 0,8 120 0,-8-78 0,-1 3 0,-8 181 0,0-270 0,-5 32 0,-2 15 0,7-47 0,-5 22 0,3-23 0,-2 29 0,5-5 0,1 74 0,14-43 0,-15-73 0,1 0 0,0 0 0,0 1 0,0-1 0,0 0 0,0 0 0,0 0 0,0 0 0,1 0 0,-1 0 0,1 0 0,-1 0 0,1-1 0,0 1 0,0-1 0,-1 1 0,1-1 0,0 0 0,1 1 0,-1-1 0,0 0 0,4 1 0,5 1 0,0 1 0,1-2 0,17 3 0,-5-1 0,-13-2-81,40 8-561,82 7 0,-116-17-6184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5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24575,'0'0'0,"0"1"0,0-1 0,-1 0 0,1 0 0,0 0 0,0 0 0,0 0 0,0 0 0,0 0 0,-1 0 0,1 0 0,0 0 0,0 0 0,0 0 0,0 0 0,-1 0 0,1 0 0,0 0 0,0 0 0,0 0 0,0 0 0,0 0 0,-1 0 0,1 0 0,0 0 0,0 0 0,0-1 0,0 1 0,0 0 0,0 0 0,-1 0 0,1 0 0,0 0 0,0 0 0,0 0 0,0-1 0,0 1 0,0 0 0,0 0 0,0 0 0,0 0 0,-1 0 0,1-1 0,0 1 0,0 0 0,0 0 0,0 0 0,0 0 0,0 0 0,0-1 0,0 1 0,0 0 0,0 0 0,0 0 0,0 0 0,0-1 0,1 1 0,-1 0 0,0 0 0,0 0 0,0 0 0,0 0 0,0-1 0,9-5 0,1 4 0,-1 0 0,1 1 0,-1 0 0,1 1 0,0 0 0,-1 0 0,1 1 0,-1 1 0,1-1 0,-1 2 0,0-1 0,0 1 0,0 0 0,0 1 0,0 0 0,15 10 0,-21-11 0,0 0 0,0-1 0,-1 1 0,1 0 0,-1 1 0,0-1 0,0 0 0,0 0 0,0 1 0,-1-1 0,1 1 0,-1 0 0,0-1 0,0 1 0,0 0 0,0 5 0,0 7 0,-1 0 0,-2 27 0,0-7 0,3 41 0,-3 53 0,-12-41 0,11-67 0,-3 21 0,0 54 0,5-28 0,3 69 0,5-89 0,-4-31 0,2 33 0,-5-22 0,1-1 0,6 33 0,8 57 0,-7-73 0,-2 0 0,1 72 0,-7-93 0,7 35 0,-3-34 0,0 28 0,-5 331 0,-7-276 0,1-9 0,6 459 0,2-270 0,7-188 0,-1-8 0,1 29 0,-1 17 0,2 48 0,21 106 0,-15-81 0,-9 100 0,-7-202 0,9-19 0,-5-61 0,1 32 0,-2-27 0,11 64 0,-7-65 0,-2 0 0,1 34 0,-5-57 0,1-1 0,1 0 0,2 13 0,-2-15 0,0 0 0,-1 0 0,0 0 0,0 1 0,0-1 0,-2 12 0,1-19 0,0 1 0,0-1 0,0 1 0,-1-1 0,1 1 0,0-1 0,0 0 0,-1 1 0,1-1 0,0 1 0,0-1 0,-1 0 0,1 1 0,0-1 0,-1 0 0,1 0 0,0 1 0,-1-1 0,1 0 0,-1 0 0,1 1 0,0-1 0,-1 0 0,1 0 0,-1 0 0,1 0 0,-1 0 0,1 0 0,-1 1 0,1-1 0,-1 0 0,1 0 0,0-1 0,-1 1 0,1 0 0,-1 0 0,0 0 0,-21-6 0,15 4 0,-10-2-273,0 1 0,0 1 0,-1 1 0,-18 1 0,23 0-6553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39 24575,'0'0'0,"-1"-1"0,1 1 0,-1 0 0,1-1 0,-1 1 0,1 0 0,-1 0 0,0-1 0,1 1 0,-1 0 0,1 0 0,-1 0 0,1 0 0,-1 0 0,0 0 0,1 0 0,-1 0 0,1 0 0,-1 0 0,0 0 0,1 0 0,-1 0 0,1 0 0,-1 1 0,1-1 0,-2 1 0,2-1 0,0 1 0,-1 0 0,1-1 0,0 1 0,-1 0 0,1-1 0,0 1 0,0 0 0,0-1 0,0 1 0,0 0 0,0 0 0,0-1 0,0 1 0,0 0 0,0-1 0,1 2 0,0 3 0,0 0 0,1-1 0,-1 1 0,1-1 0,4 7 0,3-1 0,-8-10 0,-1 0 0,0 0 0,0 0 0,0 1 0,0-1 0,0 0 0,1 0 0,-1 0 0,0 0 0,0 0 0,0 0 0,1 0 0,-1 0 0,0 0 0,0 0 0,0 0 0,1 0 0,-1 0 0,0 0 0,0 0 0,0 0 0,0 0 0,1 0 0,-1 0 0,0 0 0,0 0 0,0-1 0,0 1 0,1 0 0,-1 0 0,0 0 0,0 0 0,0 0 0,1-2 0,0 0 0,0 1 0,-1-1 0,1 0 0,-1 0 0,0 0 0,1 1 0,-1-1 0,0 0 0,0-3 0,0-3 0,0 1 0,0-1 0,-1 0 0,0 1 0,0-1 0,-1 1 0,-3-11 0,3 17 0,-2 6 0,-4 12 0,3-8 0,3-5-227,0-1-1,-1 0 1,1 1-1,-1-1 1,-3 2-1,-4 4-6598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24575,'17'51'0,"0"-3"0,1-1 0,3-1 0,38 64 0,97 119 0,-155-227 0,25 30 0,-24-30 0,0 1 0,1-1 0,0 1 0,-1-1 0,1 0 0,0 0 0,0 0 0,0-1 0,4 2 0,-6-2 0,0-1 0,0 0 0,0 0 0,0 0 0,0 0 0,0 0 0,0 0 0,0-1 0,0 1 0,0 0 0,0 0 0,0-1 0,0 1 0,0-1 0,0 1 0,0 0 0,-1-1 0,1 0 0,0 1 0,0-1 0,-1 0 0,1 1 0,0-1 0,0 0 0,-1 0 0,1 1 0,-1-1 0,1 0 0,-1 0 0,1 0 0,-1 0 0,0 0 0,1 0 0,-1-1 0,2-4 0,0 0 0,0 0 0,-1 0 0,1-7 0,1-33 0,-4-85 0,-2 107 0,0 0 0,-10-41 0,12 53 0,1 12 0,0 0 0,0 0 0,0 0 0,0 0 0,0 0 0,0 0 0,1 0 0,-1-1 0,0 1 0,0 0 0,0 0 0,0 0 0,0 0 0,1 0 0,-1 0 0,0 0 0,0 0 0,0 0 0,0 0 0,0 0 0,1 1 0,-1-1 0,0 0 0,0 0 0,0 0 0,0 0 0,0 0 0,1 0 0,-1 0 0,0 0 0,0 0 0,0 0 0,0 0 0,0 1 0,0-1 0,0 0 0,0 0 0,1 0 0,14 19 0,-8-10 0,87 108 0,-83-106 0,0 0 0,0-1 0,1-1 0,0 1 0,1-2 0,0 0 0,25 12 0,-35-19 0,0 0 0,0 0 0,0 0 0,0 0 0,0-1 0,0 1 0,1-1 0,-1 0 0,0 0 0,0 0 0,0 0 0,1 0 0,-1-1 0,0 1 0,0-1 0,0 0 0,3-1 0,-3 0 0,-1 1 0,0 0 0,0-1 0,0 0 0,0 1 0,0-1 0,-1 0 0,1 0 0,0 0 0,-1 0 0,0 0 0,1 0 0,-1-1 0,0 1 0,0 0 0,0-1 0,0 1 0,-1-1 0,1 1 0,-1-1 0,1-4 0,0-10 0,-1-1 0,0 1 0,-2 0 0,0 0 0,0 0 0,-10-29 0,-41-96 0,39 106 0,-13-21 120,24 51-332,-1 0 0,0 0 0,-1 0-1,1 1 1,-1-1 0,-9-7 0,1 4-6614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75 24575,'-4'2'0,"1"0"0,0 0 0,0 0 0,0 1 0,0-1 0,0 1 0,1 0 0,-1 0 0,1 0 0,0 0 0,0 0 0,0 1 0,0-1 0,1 1 0,-1-1 0,1 1 0,0 0 0,0-1 0,0 1 0,0 5 0,-1 7 0,1-1 0,1 0 0,3 27 0,-1-30 0,0 0 0,1 0 0,1-1 0,0 1 0,7 13 0,-5-12 0,-1 1 0,7 23 0,-17-51 0,-11-28 0,-5-14 0,12 27 0,2 9 0,2 0 0,0 0 0,-3-25 0,8 44 0,0 0 0,0 0 0,0 0 0,0 0 0,0 1 0,0-1 0,0 0 0,0 0 0,0 0 0,0 0 0,1 1 0,-1-1 0,0 0 0,0 0 0,1 0 0,-1 1 0,1-1 0,0-1 0,-1 2 0,1 0 0,-1 0 0,1-1 0,-1 1 0,1 0 0,-1 0 0,1 0 0,-1 0 0,1 0 0,-1 0 0,1 0 0,-1 0 0,0 0 0,1 0 0,-1 0 0,1 0 0,-1 0 0,1 0 0,-1 0 0,1 0 0,-1 1 0,1-1 0,0 0 0,4 3 0,0 0 0,0 1 0,0-1 0,4 6 0,-3-4 0,19 16 0,12 9 0,1-1 0,48 28 0,-72-49 0,10 6 0,1-1 0,0-1 0,34 11 0,-57-22 0,-1-1 0,1 1 0,0-1 0,-1 1 0,1-1 0,0 0 0,-1 0 0,1 0 0,0 0 0,0 0 0,-1 0 0,1-1 0,0 1 0,-1-1 0,1 1 0,0-1 0,-1 1 0,1-1 0,-1 0 0,2-1 0,-1 1 0,0-1 0,-1 0 0,1 0 0,-1 0 0,1 0 0,-1 0 0,0 0 0,0 0 0,0 0 0,0 0 0,0-1 0,0 1 0,0-5 0,1-5 0,0 0 0,-1 0 0,-1 0 0,0 0 0,-1-1 0,0 1 0,-1 0 0,-4-17 0,1 12 0,0 0 0,-1 0 0,-1 1 0,-1 0 0,-11-18 0,15 27-151,-1 0-1,1 1 0,-1 0 0,-1-1 1,1 1-1,-1 1 0,0-1 1,-13-8-1,6 8-6674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24575,'88'17'0,"19"6"0,-105-23 0,1 1 0,-1 0 0,1 0 0,-1 0 0,1 0 0,-1 1 0,0-1 0,1 1 0,-1-1 0,0 1 0,2 2 0,-4-4 0,0 0 0,1 1 0,-1-1 0,0 0 0,0 1 0,0-1 0,1 1 0,-1-1 0,0 0 0,0 1 0,0-1 0,0 0 0,0 1 0,0-1 0,0 1 0,0-1 0,0 1 0,0-1 0,0 0 0,0 1 0,0-1 0,0 1 0,0-1 0,0 0 0,-1 1 0,1-1 0,0 1 0,-1 0 0,0 0 0,0 0 0,0 0 0,0 0 0,0 0 0,-1-1 0,1 1 0,0 0 0,0 0 0,-1-1 0,1 1 0,-2 0 0,-8 2 0,0 0 0,0-1 0,-1 0 0,1-1 0,0 0 0,-18-1 0,-69-10 0,86 9 0,0-1 0,-65-11 0,67 11 0,-1-1 0,1 0 0,0-1 0,0 0 0,-11-7 0,13 5-1365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 24575,'-13'-3'0,"-6"0"0,-3 2 0,0 2 0,1 1 0,2-1 0,-1 0 0,1 0 0,-3 0 0,2-3 0,3-2-8191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24575,'34'0'0,"62"-2"0,-80 1 0,-1-1 0,1-1 0,-1 0 0,17-6 0,-28 7 0,1 0 0,-1 0 0,1 0 0,-1 0 0,0-1 0,0 0 0,0 0 0,0 0 0,-1 0 0,1-1 0,-1 1 0,0-1 0,0 0 0,0 0 0,3-6 0,-5 8 0,0-1 0,0 0 0,0 1 0,0-1 0,0 0 0,-1 0 0,1 0 0,-1 0 0,0 0 0,0 0 0,0 0 0,0 0 0,0 1 0,-1-1 0,1 0 0,-1 0 0,0 0 0,0 0 0,0 1 0,0-1 0,0 0 0,-1 1 0,1-1 0,-1 1 0,0-1 0,-2-2 0,0 1 0,-1 0 0,1 0 0,-1 0 0,0 0 0,0 1 0,-1 0 0,1 0 0,-1 0 0,1 1 0,-1-1 0,-9-1 0,10 3 0,0-1 0,-1 2 0,1-1 0,0 0 0,-1 1 0,1 0 0,0 1 0,-1-1 0,1 1 0,0 0 0,0 0 0,-1 0 0,-7 4 0,11-3 0,0-1 0,-1 1 0,1 0 0,0 0 0,0 0 0,0 0 0,0 0 0,0 1 0,1-1 0,-1 1 0,0-1 0,1 1 0,0-1 0,0 1 0,0 0 0,0 0 0,0-1 0,1 1 0,-1 3 0,-1 8 0,0 0 0,1 21 0,1-24 0,1 0 0,-1-1 0,2 1 0,-1 0 0,5 14 0,-4-21 0,0 1 0,0-1 0,0 0 0,0 1 0,1-1 0,-1 0 0,1-1 0,0 1 0,0 0 0,0-1 0,1 0 0,-1 0 0,1 0 0,7 5 0,-3-4 0,-1-1 0,1 1 0,-1-2 0,1 1 0,0-1 0,10 2 0,51 3 0,-31-4 0,137 2-881,-163-5 397,1 0-6342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46 24575,'-33'-7'0,"-13"-3"0,-4 0 0,4 2 0,5 3 0,7 2 0,7 1 0,2 1 0,4 1 0,3 0 0,1 3 0,2 1 0,0 0 0,1-2 0,0 0 0,0 0 0,2-2-8191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24575,'6'7'0,"-1"0"0,0 0 0,0 0 0,-1 1 0,5 11 0,1 1 0,139 291 0,-144-299 0,0-1 0,0 1 0,-1 0 0,-1 1 0,0-1 0,0 1 0,0 22 0,-3-34 0,0 0 0,0 0 0,0 1 0,0-1 0,0 0 0,0 0 0,-1 0 0,1 0 0,0 0 0,-1 0 0,1 0 0,-1 0 0,0 0 0,1 0 0,-1 0 0,0 0 0,1 0 0,-1 0 0,0 0 0,0 0 0,0-1 0,0 1 0,-1 1 0,0-1 0,-1-1 0,1 1 0,0-1 0,0 1 0,0-1 0,-1 1 0,1-1 0,0 0 0,0 0 0,-1 0 0,-2-1 0,-6-2 0,1 1 0,0-1 0,-1-1 0,-9-5 0,-65-35 0,73 36 0,0 0 0,1-1 0,0 0 0,-18-19 0,28 27 0,-1-1 0,1 0 0,-1 1 0,1-1 0,0 0 0,0 0 0,0 0 0,0 0 0,0 0 0,0-1 0,0 1 0,1 0 0,-1 0 0,1-1 0,-1 1 0,1 0 0,0 0 0,0-1 0,0 1 0,0 0 0,1-1 0,-1 1 0,1-2 0,1 1 0,-1 0 0,1 0 0,0 0 0,-1 0 0,1 0 0,1 1 0,-1-1 0,0 1 0,1 0 0,-1 0 0,1 0 0,0 0 0,-1 0 0,1 0 0,4-1 0,5-2-151,-1 1-1,1 1 0,-1 0 0,1 1 1,0 0-1,0 0 0,0 1 1,21 2-1,-16-1-6674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24575,'5'3'0,"1"3"0,1 3 0,-2 5 0,-1 3 0,-2 0 0,-1 1 0,0-3-8191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24575,'17'-11'0,"44"-27"0,-54 34 0,-1 1 0,1 0 0,0 0 0,-1 1 0,1 0 0,0 0 0,11-1 0,-17 3 0,1 0 0,-1 0 0,1 0 0,-1 0 0,1 0 0,-1 0 0,1 0 0,-1 0 0,1 1 0,-1-1 0,0 1 0,1-1 0,-1 1 0,0-1 0,1 1 0,-1 0 0,0 0 0,0-1 0,1 1 0,0 2 0,-1-2 0,0 0 0,0 1 0,-1-1 0,1 1 0,0-1 0,-1 1 0,0-1 0,1 1 0,-1-1 0,0 1 0,0 0 0,1-1 0,-1 1 0,-1-1 0,1 4 0,-2 5 0,-1 0 0,1-1 0,-2 1 0,-6 14 0,7-18 0,-52 109 0,54-114 0,0 1 0,0-1 0,1 1 0,-1 0 0,1-1 0,-1 1 0,1 0 0,0-1 0,-1 1 0,1 0 0,0 0 0,0-1 0,0 1 0,1 0 0,-1 0 0,0-1 0,1 1 0,-1 0 0,1-1 0,-1 1 0,1 0 0,0-1 0,-1 1 0,3 1 0,-1-1 0,0 0 0,0-1 0,0 1 0,0-1 0,1 1 0,-1-1 0,0 0 0,1 0 0,-1 0 0,1-1 0,-1 1 0,1 0 0,-1-1 0,1 0 0,-1 1 0,4-1 0,14 0 0,0 0 0,0-1 0,0-1 0,0-1 0,0-1 0,0-1 0,34-12 0,-34 5-1365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4 0,3 1 0,0 0 0,1 0 0,0 1 0,2 2 0,0-2 0,3 0 0,-2-1 0,1-2 0,0-2 0,-1-1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24575,'13'25'0,"6"11"0,0 2 0,0-1 0,-2-4 0,0-5 0,-1-5 0,-4-4 0,0-4 0,-3-4 0,0-2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39 24575,'-27'-8'0,"-15"-2"0,-2 1 0,3 1 0,4 5 0,6 3 0,3 4 0,2 1 0,1 3 0,2 1 0,-2 1 0,2 0 0,4-1-8191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24575,'0'14'0,"-1"0"0,0 1 0,-1-1 0,-1 0 0,0-1 0,-7 20 0,-19 37 0,-3 4 0,4 1 0,-21 87 0,45-145 0,-1 4 0,1 0 0,0 0 0,1 24 0,0-11-1365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33 154 24575,'-3'5'0,"0"0"0,0 0 0,0 1 0,1-1 0,-1 1 0,2-1 0,-1 1 0,-1 7 0,3-12 0,-4 15 0,2 0 0,0 0 0,1 0 0,0 1 0,1-1 0,1 0 0,4 22 0,1-14 0,-5-23 0,-1 0 0,0 0 0,0-1 0,0 1 0,1 0 0,-1 0 0,1 0 0,-1 0 0,1 0 0,-1-1 0,1 1 0,-1 0 0,1 0 0,0-1 0,-1 1 0,1 0 0,0-1 0,-1 1 0,1-1 0,0 1 0,0-1 0,1 1 0,-2-1 0,0 0 0,1 0 0,-1-1 0,1 1 0,-1 0 0,0 0 0,0 0 0,1-1 0,-1 1 0,0 0 0,1-1 0,-1 1 0,0 0 0,0 0 0,0-1 0,1 1 0,-1 0 0,0-1 0,0 1 0,0-1 0,0 1 0,0 0 0,1-1 0,-1 1 0,0 0 0,0-1 0,1-13 0,-1 12 0,0-23 0,0 0 0,-9-44 0,4 35 0,-1 6 0,5 23 0,-1 0 0,1-1 0,0 1 0,0 0 0,1-1 0,-1 1 0,1 0 0,1-11 0,0 16 0,-1-1 0,0 1 0,0-1 0,0 1 0,0 0 0,1-1 0,-1 1 0,0 0 0,0-1 0,1 1 0,-1 0 0,0-1 0,1 1 0,-1 0 0,0-1 0,1 1 0,-1 0 0,1 0 0,-1 0 0,0-1 0,1 1 0,-1 0 0,1 0 0,-1 0 0,0 0 0,1 0 0,-1 0 0,1 0 0,-1 0 0,1 0 0,-1 0 0,0 0 0,1 0 0,-1 0 0,1 0 0,-1 0 0,1 0 0,-1 1 0,0-1 0,1 0 0,-1 0 0,0 0 0,1 1 0,0-1 0,18 14 0,-16-12 0,64 58 0,-43-37 0,39 29 0,-42-38 0,39 27 0,-54-38 0,0 0 0,0 0 0,0-1 0,0 1 0,0-1 0,1-1 0,-1 1 0,10 0 0,-15-2 0,1 0 0,0 0 0,0 0 0,-1 0 0,1-1 0,0 1 0,-1 0 0,1-1 0,0 1 0,-1-1 0,1 0 0,-1 0 0,1 1 0,-1-1 0,1 0 0,-1 0 0,1 0 0,-1-1 0,0 1 0,0 0 0,0 0 0,1-1 0,-1 1 0,0-1 0,-1 1 0,1-1 0,0 1 0,0-1 0,-1 1 0,1-1 0,-1 0 0,1 1 0,-1-4 0,2-7 0,-1 1 0,0 0 0,-1 0 0,-2-15 0,1 8 0,1-11-227,-2-1-1,-1 1 1,-1 0-1,-1 0 1,-17-49-1,17 66-6598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55 24575,'-7'-16'0,"-12"-22"0,38 75 0,17 33 0,108 146 0,-127-190 0,39 62 0,88 107 0,-99-151 0,-124-115-1365,65 61-5461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70 24575,'-4'-14'0,"0"-1"0,-5-24 0,9 39 0,0 0 0,0 0 0,0 0 0,0-1 0,0 1 0,0 0 0,0 0 0,0 0 0,0 0 0,0 0 0,0 0 0,0 0 0,0 0 0,0 0 0,0 0 0,0 0 0,0 0 0,-1 0 0,1 0 0,0 0 0,0 0 0,0 0 0,0 0 0,0 0 0,0 0 0,0 0 0,0 0 0,0 0 0,0 0 0,0 0 0,0 0 0,0 0 0,0 0 0,-1 0 0,1 0 0,0 0 0,0 0 0,0 0 0,0 0 0,0 0 0,0 0 0,0 0 0,0 0 0,0 0 0,0 0 0,0 0 0,0 0 0,0 0 0,0 0 0,0 0 0,0 0 0,-1 0 0,1 0 0,0 0 0,0 0 0,0 0 0,0 0 0,0 0 0,0 1 0,0-1 0,0 0 0,0 0 0,0 0 0,-6 8 0,-8 14 0,11-17 0,-32 44 0,23-35 0,2 0 0,0 1 0,-13 27 0,9-4 0,1 0 0,-9 56 0,14-57 0,-1-1 0,-1-1 0,-19 42 0,24-66 0,-1 0 0,1-1 0,-2 1 0,1-1 0,-1-1 0,-1 1 0,0-2 0,0 1 0,-1-1 0,0 0 0,-14 9 0,13-10-1365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429 107 24575,'-17'-10'0,"-90"-48"0,91 50 0,-1 1 0,0 1 0,0 0 0,-30-5 0,41 11 0,1 0 0,-1 0 0,1 0 0,-1 1 0,1 0 0,-1 0 0,1 0 0,-1 0 0,1 1 0,0 0 0,0 0 0,-6 4 0,-7 4 0,-32 24 0,34-21 0,13-12 0,1 1 0,0 0 0,0 0 0,-1 0 0,1 0 0,0 0 0,1 1 0,-1-1 0,0 1 0,1-1 0,-1 1 0,1-1 0,0 1 0,0 0 0,-1 3 0,1-1 0,1 0 0,-1-1 0,1 1 0,0 0 0,1 0 0,-1 0 0,1-1 0,2 9 0,28 92 0,-3-17 0,66 304 0,-93-387 0,6 31 0,-1 0 0,1 59 0,-7-93 0,0 0 0,0 0 0,0 0 0,0 0 0,0 0 0,1 0 0,-1 0 0,1 0 0,0 0 0,-1 0 0,1 0 0,0 0 0,0 0 0,2 3 0,-2-4 0,0 0 0,1-1 0,-1 1 0,0 0 0,0 0 0,1 0 0,-1-1 0,1 1 0,-1-1 0,0 1 0,1-1 0,-1 0 0,1 1 0,-1-1 0,1 0 0,-1 0 0,1 0 0,-1 0 0,1 0 0,-1-1 0,3 1 0,51-8 0,87 0 0,-131 8-341,1-1 0,-1 0-1,18-5 1,-19 3-6485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88 24575,'-15'-18'0,"6"7"0,-1 0 0,0 0 0,-1 1 0,-19-14 0,29 23 0,1 1 0,0 0 0,0 0 0,-1-1 0,1 1 0,0 0 0,-1 0 0,1 0 0,0 0 0,-1 0 0,1-1 0,0 1 0,-1 0 0,1 0 0,0 0 0,-1 0 0,1 0 0,0 0 0,-1 0 0,1 0 0,0 0 0,-1 0 0,1 0 0,-1 1 0,0 6 0,6 12 0,25 48 0,7 22 0,-2 7 0,38 170 0,-72-260-112,0-2-13,0 0-1,0 1 1,-1-1 0,1 0-1,-1 1 1,0-1 0,0 1 0,-1-1-1,-1 8 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24575,'-97'40'0,"87"-35"0,0 0 0,1 1 0,-1 0 0,1 1 0,0 0 0,1 0 0,-10 11 0,17-16 0,-1 0 0,0 0 0,1 0 0,-1 0 0,1 0 0,0 1 0,-1-1 0,1 1 0,1-1 0,-1 1 0,0-1 0,0 1 0,1 0 0,0-1 0,-1 1 0,1-1 0,0 1 0,0 0 0,0-1 0,2 6 0,-1-6 0,-1 0 0,1 0 0,1 0 0,-1 0 0,0 0 0,0 0 0,1 0 0,-1 0 0,1-1 0,0 1 0,-1-1 0,1 1 0,0-1 0,0 1 0,0-1 0,0 0 0,0 0 0,0 0 0,0 0 0,1-1 0,-1 1 0,0 0 0,4 0 0,13 1 0,0-1 0,0 0 0,26-3 0,-1 0 0,66-5 0,3-1 0,-95 8-1365,-4 0-5461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24575,'16'-8'0,"-1"0"0,1 1 0,0 1 0,0 0 0,1 2 0,28-6 0,-36 9 0,-1 1 0,0-1 0,1 1 0,-1 1 0,1 0 0,-1 0 0,0 0 0,0 1 0,0 1 0,0-1 0,0 1 0,0 0 0,0 1 0,-1 0 0,12 8 0,-6-1 0,1 0 0,-1 1 0,-1 1 0,0 0 0,-1 1 0,0 0 0,-1 0 0,-1 1 0,8 16 0,-14-23 0,0 0 0,-1 0 0,0 0 0,0 0 0,-1 0 0,0 0 0,-1 1 0,1-1 0,-2 0 0,1 0 0,-3 13 0,-3 8 0,-18 52 0,15-55 0,4-11 0,0 0 0,1 0 0,-3 28 0,7-37 0,0-1 0,0 0 0,0 1 0,1-1 0,0 1 0,0-1 0,0 0 0,1 1 0,0-1 0,0 0 0,0 0 0,0 0 0,1 0 0,5 6 0,18 24 0,-11-18 0,-2 2 0,0-1 0,17 35 0,-29-51 0,0-1 0,-1 1 0,1 0 0,-1-1 0,1 1 0,-1 0 0,1-1 0,-1 1 0,0 0 0,0 0 0,0-1 0,0 1 0,0 0 0,0-1 0,-1 1 0,1 0 0,-1 0 0,1-1 0,-1 1 0,1-1 0,-2 3 0,1-2 0,-1 0 0,0 0 0,0-1 0,1 1 0,-1 0 0,0-1 0,-1 1 0,1-1 0,0 1 0,0-1 0,0 0 0,-5 1 0,-5 2 0,0-1 0,0-1 0,0 0 0,-22 1 0,-109-3 5,86-1-1375,35 1-5456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 24575,'-30'-3'0,"-10"2"0,-1 2 0,4-1 0,6 3 0,6 1 0,4 0 0,6-1-8191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24575,'-27'-2'0,"-12"-2"0,-2 4 0,3 1 0,9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927 31 24575,'34'-4'0,"-26"3"0,-1 1 0,1-1 0,-1-1 0,1 1 0,-1-1 0,0 0 0,10-5 0,-17 7 0,0 0 0,0 0 0,1 0 0,-1 0 0,0 0 0,0 0 0,0 0 0,0 0 0,0-1 0,0 1 0,0 0 0,0 0 0,0 0 0,1 0 0,-1 0 0,0 0 0,0 0 0,0 0 0,0 0 0,0 0 0,0 0 0,0 0 0,0-1 0,0 1 0,0 0 0,0 0 0,0 0 0,0 0 0,0 0 0,0 0 0,0 0 0,0 0 0,0-1 0,0 1 0,0 0 0,0 0 0,0 0 0,0 0 0,0 0 0,0 0 0,0 0 0,0 0 0,0-1 0,0 1 0,0 0 0,0 0 0,0 0 0,0 0 0,0 0 0,0 0 0,0 0 0,0 0 0,0 0 0,-1 0 0,-7-3 0,-11 0 0,-204 2 0,109 3 0,-195 17 0,199-9 0,-50 5 0,159-15 0,-9 1 0,0 0 0,1 1 0,-1-1 0,0 2 0,-16 6 0,25-9 0,0 0 0,1 1 0,-1-1 0,0 1 0,1-1 0,-1 1 0,0-1 0,1 1 0,-1-1 0,1 1 0,-1 0 0,1-1 0,-1 1 0,1 0 0,-1 0 0,1-1 0,0 1 0,-1 0 0,1 0 0,0-1 0,0 1 0,0 0 0,-1 0 0,1 0 0,0 0 0,0-1 0,0 1 0,0 0 0,0 0 0,1 0 0,-1 0 0,0-1 0,0 1 0,1 0 0,-1 0 0,0 0 0,1-1 0,-1 1 0,0 0 0,1-1 0,-1 1 0,1 0 0,-1-1 0,1 1 0,1 0 0,1 3 0,0 0 0,1-1 0,-1 0 0,1 0 0,0 0 0,7 4 0,21 7 0,2-1 0,0-1 0,0-2 0,37 6 0,-3 0 0,-10-2 0,58 17 0,-98-25 0,0 1 0,-1 0 0,1 1 0,17 13 0,-30-18 0,0 0 0,-1 1 0,1-1 0,-1 1 0,0 0 0,0 1 0,-1-1 0,1 1 0,-1-1 0,5 10 0,-7-12 0,0 0 0,0 1 0,-1-1 0,1 1 0,0 0 0,-1-1 0,0 1 0,0-1 0,0 1 0,0 0 0,0-1 0,0 1 0,0-1 0,-1 1 0,1-1 0,-1 1 0,0-1 0,0 1 0,0-1 0,0 1 0,0-1 0,-1 0 0,1 0 0,-1 0 0,-1 3 0,-8 6 0,1 0 0,-1-1 0,-1 0 0,0 0 0,0-2 0,-1 1 0,0-2 0,0 1 0,-26 8 0,-5-1 0,-84 16 0,-3 0 0,121-28 0,0 1 0,0 0 0,0 1 0,0 0 0,-13 9 0,19-11 0,1-1 0,0 0 0,0 1 0,1 0 0,-1-1 0,0 1 0,1 0 0,0 0 0,0 1 0,0-1 0,0 0 0,0 1 0,1-1 0,-1 1 0,1 0 0,0-1 0,0 1 0,0 7 0,0-10 0,1 0 0,0 0 0,0 1 0,0-1 0,1 0 0,-1 0 0,0 0 0,0 0 0,1 1 0,-1-1 0,0 0 0,1 0 0,0 0 0,-1 0 0,1 0 0,-1 0 0,1 0 0,0 0 0,0 0 0,1 1 0,0-1 0,-1 0 0,1 0 0,0 0 0,0 0 0,0 0 0,0-1 0,0 1 0,0-1 0,0 1 0,0-1 0,2 0 0,6 1 0,0-2 0,-1 0 0,1 0 0,9-2 0,-17 2 0,69-13 0,63-12 0,-27 11 0,140-1 0,-126 17-1365,-93-1-5461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24575,'-1'1'0,"0"0"0,1 0 0,-1 0 0,1 0 0,-1 1 0,1-1 0,0 0 0,-1 0 0,1 0 0,0 0 0,0 1 0,0-1 0,0 0 0,0 0 0,0 0 0,0 1 0,1 1 0,5 24 0,-4-20 0,6 15 0,0-1 0,1 0 0,14 25 0,-22-45 0,-1 0 0,1 0 0,-1 0 0,0 0 0,1-1 0,-1 1 0,1 0 0,0 0 0,-1-1 0,1 1 0,-1 0 0,1-1 0,0 1 0,-1-1 0,1 1 0,1 0 0,-1-1 0,-1 0 0,1 0 0,-1 0 0,0 0 0,1 0 0,-1 0 0,0 0 0,1 0 0,-1 0 0,0-1 0,1 1 0,-1 0 0,0 0 0,1 0 0,-1 0 0,0-1 0,0 1 0,1 0 0,-1 0 0,0-1 0,0 1 0,1 0 0,-1 0 0,0-1 0,0 1 0,0 0 0,1-1 0,1-3 0,0-1 0,0 0 0,-1 0 0,2-7 0,-1 5 0,3-10 0,12-39 0,-15 49 0,1 0 0,0 0 0,1 1 0,-1-1 0,9-9 0,-11 15 0,-1 0 0,1 1 0,0-1 0,0 0 0,-1 1 0,1-1 0,0 1 0,0-1 0,0 1 0,0 0 0,0-1 0,0 1 0,0 0 0,-1 0 0,1-1 0,0 1 0,0 0 0,0 0 0,0 0 0,0 0 0,0 0 0,0 1 0,0-1 0,0 0 0,0 0 0,0 1 0,0-1 0,0 0 0,0 1 0,0-1 0,-1 1 0,1-1 0,0 1 0,0-1 0,-1 1 0,2 1 0,5 3 0,-1 1 0,0 0 0,7 9 0,-5-5 0,4 2 0,7 9 0,34 29 0,-21-22-1365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23 24575,'-9'-4'0,"0"1"0,0 0 0,0 0 0,0 1 0,0 0 0,-1 1 0,1 0 0,-1 1 0,1-1 0,-1 2 0,1-1 0,-1 2 0,1-1 0,-10 3 0,8 0 24,-1-2 0,1 0 0,0 0 0,-16 0 0,21-2-173,0 0 1,0-1-1,0 0 1,0 0-1,0 0 1,0-1-1,0 0 1,0 0-1,-9-5 1,6 2-6678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24 24575,'-30'-8'0,"-13"1"0,-1 1 0,4 4 0,7 2 0,6 4 0,7 4 0,6 0 0,4-1-8191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63 24575,'-8'-1'0,"0"0"0,1 0 0,-1 1 0,1 0 0,-1 1 0,-10 1 0,16-1 0,0-1 0,-1 1 0,1 0 0,0-1 0,0 1 0,0 0 0,0 0 0,0 0 0,0 1 0,0-1 0,1 0 0,-1 1 0,0 0 0,1-1 0,-1 1 0,1 0 0,-1-1 0,1 1 0,0 0 0,0 0 0,0 0 0,0 0 0,0 0 0,0 0 0,0 5 0,0-2 0,0 0 0,1 1 0,0-1 0,0 1 0,0-1 0,1 0 0,0 1 0,0-1 0,0 0 0,1 0 0,-1 0 0,1 0 0,0 0 0,1 0 0,-1 0 0,1-1 0,0 1 0,0-1 0,1 0 0,-1 0 0,1 0 0,0 0 0,0-1 0,0 1 0,6 3 0,-5-4 0,-1 0 0,1 0 0,0-1 0,0 0 0,0 0 0,0 0 0,0 0 0,0-1 0,0 0 0,1 0 0,-1 0 0,0-1 0,1 0 0,-1 0 0,1 0 0,-1-1 0,0 1 0,1-1 0,-1-1 0,0 1 0,0-1 0,0 0 0,0 0 0,0 0 0,6-4 0,-8 4 0,0 0 0,0-1 0,0 0 0,0 1 0,0-1 0,0 0 0,-1 0 0,1 0 0,-1-1 0,0 1 0,0-1 0,0 1 0,0-1 0,-1 0 0,0 1 0,1-1 0,-1 0 0,-1 0 0,2-7 0,-2 5 0,0 0 0,-1 1 0,1-1 0,-1 1 0,-1-1 0,1 1 0,-1-1 0,0 1 0,0 0 0,0 0 0,-1 0 0,1 0 0,-7-7 0,5 5-80,-1 1 0,0 0-1,0 0 1,-1 0 0,1 1-1,-1 0 1,-1 0 0,1 1-1,0-1 1,-1 1 0,0 1 0,0-1-1,0 1 1,-1 0 0,1 1-1,-14-3 1,7 4-6746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40 24575,'-11'11'0,"0"0"0,1 1 0,1 0 0,0 1 0,0 0 0,2 0 0,-9 19 0,14-27 0,0 1 0,0 0 0,0-1 0,1 1 0,0 0 0,0 0 0,1 0 0,-1 0 0,1 1 0,1-1 0,-1 0 0,1 0 0,0 0 0,0 0 0,1-1 0,0 1 0,0 0 0,0 0 0,0-1 0,1 0 0,5 8 0,-3-5 0,1-1 0,11 12 0,-15-17 0,0-1 0,0 1 0,0 0 0,0-1 0,0 1 0,0-1 0,0 0 0,1 0 0,-1 1 0,0-2 0,1 1 0,-1 0 0,1 0 0,3 0 0,-5-1 0,0-1 0,0 1 0,0 0 0,-1 0 0,1-1 0,0 1 0,0 0 0,0-1 0,0 1 0,0-1 0,-1 1 0,1-1 0,0 1 0,0-1 0,-1 0 0,1 1 0,0-1 0,-1 0 0,1 0 0,-1 1 0,1-1 0,-1 0 0,1 0 0,-1 0 0,0 0 0,1 1 0,-1-1 0,0 0 0,0 0 0,1 0 0,-1 0 0,0-1 0,1-4 0,-1 0 0,0 0 0,0-10 0,-1 4 0,-1 0 0,-1 0 0,0 0 0,0 0 0,-7-14 0,-29-54 0,21 50 0,10 19 0,2-1 0,-1 0 0,-8-23 0,15 34 0,-1 0 0,1 1 0,0-1 0,0 0 0,0 0 0,0 0 0,-1 0 0,1 1 0,0-1 0,0 0 0,0 0 0,1 0 0,-1 0 0,0 1 0,0-1 0,0 0 0,1 0 0,-1 0 0,0 1 0,1-2 0,0 1 0,-1 1 0,1-1 0,-1 1 0,1 0 0,0-1 0,-1 1 0,1 0 0,0-1 0,-1 1 0,1 0 0,0 0 0,-1-1 0,1 1 0,0 0 0,-1 0 0,1 0 0,0 0 0,1 0 0,2 1 0,-1-1 0,1 1 0,0 0 0,0 0 0,-1 0 0,1 0 0,5 4 0,17 10 0,-1 2 0,30 27 0,14 9 0,26 7 0,-77-51 0,0 0 0,0-1 0,32 8 0,-48-15 0,-1-1 0,1 1 0,-1-1 0,1 0 0,0 1 0,-1-1 0,1 0 0,0 0 0,0 0 0,-1 0 0,1-1 0,0 1 0,-1 0 0,1-1 0,-1 1 0,1-1 0,0 0 0,-1 1 0,3-3 0,-4 3 0,1-1 0,0 0 0,0 0 0,-1-1 0,1 1 0,-1 0 0,1 0 0,-1 0 0,1 0 0,-1 0 0,0-1 0,0 1 0,1 0 0,-1 0 0,0 0 0,0-1 0,0 1 0,0 0 0,-1 0 0,1-1 0,0 1 0,0 0 0,-1 0 0,1 0 0,-1 0 0,1-1 0,-2 0 0,-4-14-124,-1 1 0,-1-1 0,0 1 0,-1 1 0,0 0 0,-2 0-1,1 1 1,-2 0 0,0 1 0,-20-17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9 24575,'-28'-2'0,"-11"-1"0,-2-1 0,4 4 0,5 2 0,6 0 0,8 0-8191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24575,'5'20'0,"1"9"0,3 2 0,2 1 0,2-2 0,-2-4 0,1-4 0,-3-3 0,0-3 0,-1-1 0,-3 0 0,-1-4-8191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24575,'13'16'0,"1"-1"0,0 0 0,1-1 0,33 25 0,74 37 0,-116-72 0,42 26 3,-31-18-345,1-1 0,0-1 0,21 9 0,-27-15-6484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24575,'-23'26'0,"-9"9"0,0 3 0,3-6 0,7-5 0,4-8 0,3-4 0,1-5 0,4-4-8191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24575,'-1'0'0,"0"0"0,1 1 0,-1-1 0,1 0 0,-1 1 0,1-1 0,-1 0 0,1 1 0,-1-1 0,1 0 0,-1 1 0,1-1 0,-1 1 0,1-1 0,0 1 0,-1-1 0,1 1 0,0-1 0,0 1 0,-1 0 0,-6 17 0,3-8 0,2-6 0,-1 0 0,0 0 0,1 0 0,-1-1 0,-1 1 0,1-1 0,0 0 0,-1 1 0,0-2 0,1 1 0,-1 0 0,-6 2 0,1-1 0,0 0 0,-1 0 0,1-1 0,-18 3 0,26-6 0,0 1 0,0-1 0,0 0 0,0 0 0,0 1 0,0-1 0,0 1 0,0-1 0,0 1 0,0-1 0,0 1 0,0-1 0,0 1 0,0 0 0,1-1 0,-1 1 0,0 0 0,0 0 0,1 0 0,-1 0 0,0 1 0,0 0 0,1 0 0,-1-1 0,1 1 0,0-1 0,0 1 0,0 0 0,0-1 0,0 1 0,0-1 0,1 1 0,-1-1 0,0 1 0,1 2 0,3 4 0,-1 0 0,1 0 0,1-1 0,6 10 0,-11-17 0,17 26 0,-2 1 0,0 0 0,18 49 0,-26-55 0,0 1 0,-2 0 0,0 0 0,-2 0 0,2 41 0,-5-58 0,0 0 0,0 0 0,1 1 0,0-1 0,0 0 0,0 0 0,2 5 0,-2-8 0,0 0 0,0-1 0,0 1 0,0 0 0,0-1 0,0 1 0,0-1 0,1 0 0,-1 1 0,0-1 0,1 0 0,-1 0 0,1 0 0,0 0 0,-1 0 0,1 0 0,0 0 0,-1 0 0,1-1 0,0 1 0,0-1 0,3 1 0,4 0 0,0-1 0,0 0 0,1-1 0,-1 0 0,0 0 0,14-5 0,-9 3 0,-1 1 0,16-1 0,-15 2-1365,-1 1-5461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24575,'-21'-14'0,"20"15"0,4 3 0,3 3 0,1 0 0,6 7 0,24 17 0,-33-28 0,0 0 0,0 0 0,0-1 0,0 0 0,1 0 0,-1 0 0,0 0 0,1-1 0,0 0 0,-1 1 0,10-1 0,-12-1 0,0 0 0,1-1 0,-1 1 0,0-1 0,1 1 0,-1-1 0,0 0 0,0 0 0,0 0 0,0-1 0,0 1 0,4-3 0,-5 3 0,1-1 0,0 1 0,0 0 0,0-1 0,0 1 0,0 0 0,0 0 0,0 1 0,0-1 0,1 0 0,-1 1 0,0-1 0,0 1 0,1 0 0,-1 0 0,3 0 0,25 5 43,15 1-1451,-32-5-5418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24575,'-2'4'0,"1"-1"0,0 0 0,0 1 0,0 0 0,0-1 0,0 1 0,1-1 0,0 1 0,-1 0 0,1 0 0,1-1 0,-1 1 0,0 0 0,1-1 0,0 1 0,0-1 0,0 1 0,0-1 0,1 1 0,2 3 0,3 6 0,1-1 0,0-1 0,19 21 0,-19-23 0,-8-9 0,0 1 0,0-1 0,0 0 0,1 1 0,-1-1 0,0 0 0,0 1 0,1-1 0,-1 0 0,0 0 0,1 1 0,-1-1 0,0 0 0,1 0 0,-1 0 0,0 1 0,1-1 0,-1 0 0,0 0 0,1 0 0,-1 0 0,0 0 0,1 0 0,-1 0 0,0 0 0,1 0 0,-1 0 0,1 0 0,-1 0 0,0 0 0,1 0 0,0-1 0,-1 1 0,1-1 0,-1 1 0,0-1 0,1 0 0,-1 1 0,0-1 0,1 0 0,-1 1 0,0-1 0,0 0 0,0 1 0,0-1 0,1 0 0,-1 0 0,0-36 0,-1 31 0,1-2 0,0-1 0,0 1 0,1-1 0,0 1 0,0 0 0,4-11 0,-5 17 0,1 0 0,0-1 0,0 1 0,0 0 0,1 0 0,-1 0 0,0 0 0,1 0 0,-1 0 0,1 0 0,0 1 0,0-1 0,0 1 0,-1-1 0,1 1 0,1-1 0,-1 1 0,0 0 0,0 0 0,0 0 0,1 0 0,-1 1 0,0-1 0,1 1 0,-1-1 0,3 1 0,4-1 0,-1 1 0,1 1 0,0 0 0,0 0 0,-1 1 0,1 0 0,-1 0 0,1 1 0,-1 0 0,11 6 0,-3 0 0,0 0 0,-1 0 0,0 2 0,14 13 0,-28-23-27,11 9-642,16 19 0,-21-20-6157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24575,'18'-10'0,"1"1"0,0 0 0,0 1 0,1 2 0,28-7 0,-41 11 0,0 1 0,0 1 0,0-1 0,0 1 0,0 0 0,0 0 0,0 1 0,0 0 0,0 1 0,0-1 0,-1 1 0,1 0 0,0 1 0,-1 0 0,1 0 0,-1 0 0,0 1 0,0 0 0,7 6 0,-3-1 0,-1 0 0,-1 1 0,1 0 0,-1 0 0,-1 1 0,0 0 0,-1 0 0,0 1 0,0 0 0,-1 0 0,-1 0 0,0 1 0,-1-1 0,0 1 0,-1 0 0,1 19 0,0 8 0,15 68 0,-16-100 0,1-1 0,-1 1 0,1-1 0,1 0 0,-1 0 0,1 0 0,0 0 0,8 8 0,4 4 0,25 22 0,-23-24 0,21 25 0,10 12 0,-21-25 0,-28-28 0,1 0 0,0 0 0,0-1 0,0 1 0,-1 0 0,1 0 0,0 0 0,-1 0 0,1 0 0,-1 0 0,1 0 0,-1 1 0,0-1 0,1 0 0,-1 0 0,0 0 0,0 0 0,0 0 0,0 0 0,0 2 0,0-2 0,-1 0 0,1 0 0,-1 0 0,0-1 0,1 1 0,-1 0 0,0 0 0,1-1 0,-1 1 0,0-1 0,0 1 0,1-1 0,-1 1 0,0-1 0,0 1 0,0-1 0,0 0 0,0 1 0,0-1 0,0 0 0,0 0 0,0 0 0,0 1 0,-1-1 0,-21 0 0,-1 0 0,1-1 0,0-1 0,-42-9 0,-20-3 0,58 12-1365,6 1-5461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24575,'0'13'0,"1"34"0,0-42 0,-1-1 0,1 0 0,0 1 0,0-1 0,1 0 0,-1 0 0,1 0 0,2 5 0,-3-8 0,-1 0 0,1-1 0,-1 1 0,1 0 0,-1-1 0,1 1 0,-1 0 0,1-1 0,0 1 0,-1-1 0,1 1 0,0-1 0,0 1 0,-1-1 0,1 1 0,0-1 0,0 0 0,0 1 0,-1-1 0,1 0 0,0 0 0,0 0 0,0 0 0,0 1 0,0-1 0,0 0 0,-1-1 0,1 1 0,0 0 0,0 0 0,0 0 0,0 0 0,0-1 0,-1 1 0,1 0 0,0-1 0,0 1 0,0-1 0,-1 1 0,1-1 0,0 1 0,-1-1 0,1 1 0,0-2 0,5-3 0,-1-1 0,0 0 0,0 0 0,4-7 0,-4 6 0,13-25 0,-15 25 0,1 0 0,7-12 0,-10 18 0,0 0 0,0 0 0,0 0 0,0 1 0,0-1 0,0 0 0,0 0 0,0 1 0,1-1 0,-1 0 0,0 1 0,0-1 0,0 1 0,1 0 0,-1-1 0,0 1 0,1 0 0,-1 0 0,0 0 0,0 0 0,1 0 0,-1 0 0,0 0 0,1 0 0,-1 0 0,0 1 0,1-1 0,-1 0 0,0 1 0,0-1 0,0 1 0,1 0 0,-1-1 0,0 1 0,1 1 0,6 4 0,0 0 0,-1 0 0,13 14 0,-9-9 0,-1-3 44,0 1 0,13 6 1,9 7-1543,-22-13-5328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24575,'153'-10'0,"-122"7"0,-5 0 0,0 0 0,50-13 0,-73 15 0,-1 0 0,1 0 0,-1 0 0,1-1 0,-1 1 0,0-1 0,1 1 0,-1-1 0,0 1 0,0-1 0,0 0 0,2-3 0,-3 4 0,0 0 0,-1 0 0,1-1 0,-1 1 0,0 0 0,1 0 0,-1 0 0,0 0 0,0 0 0,1 0 0,-1-1 0,0 1 0,0 0 0,0 0 0,0 0 0,-1 0 0,1 0 0,0-1 0,0 1 0,-1 0 0,1 0 0,-1 0 0,1 0 0,-1 0 0,1 0 0,-1 0 0,1 0 0,-1 0 0,0 0 0,0 0 0,-1 0 0,-4-5 0,0 1 0,0 0 0,-1 0 0,1 1 0,-1 0 0,0 0 0,0 1 0,-1 0 0,-10-3 0,-9-2 0,-36-5 0,53 11 0,-1 1 0,0 0 0,0 0 0,0 1 0,0 0 0,-13 3 0,20-3 0,1 1 0,0 0 0,-1 0 0,1 0 0,0 1 0,0-1 0,0 1 0,0 0 0,0-1 0,0 1 0,0 1 0,1-1 0,-1 0 0,1 1 0,0-1 0,-1 1 0,1 0 0,0 0 0,1-1 0,-1 2 0,0-1 0,1 0 0,-2 5 0,0 2 0,1 0 0,1 0 0,-1 0 0,2 0 0,-1 0 0,1 0 0,1 1 0,0-1 0,4 17 0,-4-23 0,1 0 0,-1-1 0,1 1 0,0-1 0,1 1 0,-1-1 0,0 0 0,1 0 0,0 0 0,0 0 0,0-1 0,0 1 0,0-1 0,0 1 0,1-1 0,5 2 0,8 4 0,0 0 0,23 5 0,-21-7 0,22 6-227,1-1-1,0-2 1,1-2-1,0-2 1,67-1-1,-92-4-6598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24575,'-30'5'0,"-12"1"0,-2 3 0,4 0 0,4 0 0,5-1 0,6 1 0,2-2 0,3 1 0,4 0-8191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24575,'-2'25'0,"1"0"0,2 0 0,0 0 0,2-1 0,1 1 0,1-1 0,13 42 0,4-8 0,53 104 0,-73-160 0,-1 0 0,0 0 0,-1 0 0,1 1 0,0-1 0,-1 0 0,1 4 0,-1-6 0,0 0 0,0 0 0,0 1 0,0-1 0,0 0 0,0 0 0,0 1 0,0-1 0,0 0 0,0 0 0,0 0 0,0 1 0,0-1 0,0 0 0,0 0 0,-1 1 0,1-1 0,0 0 0,0 0 0,0 0 0,0 0 0,-1 1 0,1-1 0,0 0 0,0 0 0,0 0 0,-1 0 0,-10-1 0,-15-12 0,1 0 0,0-2 0,-25-19 0,-64-59 0,112 91 0,0 0 0,0 0 0,0 0 0,0 0 0,0-1 0,0 1 0,1 0 0,-1-1 0,1 1 0,-2-5 0,3 6 0,0 0 0,0 0 0,-1 0 0,1 0 0,0 0 0,0 0 0,0 0 0,1 0 0,-1 0 0,0 0 0,0 0 0,1 0 0,-1 0 0,0 0 0,1 0 0,-1 0 0,1 0 0,-1 0 0,1 0 0,-1 1 0,1-1 0,0 0 0,0 0 0,-1 0 0,1 1 0,0-1 0,0 1 0,0-1 0,0 0 0,-1 1 0,2-1 0,5-3 10,1 1-1,-1 0 0,0 0 1,1 1-1,0-1 0,-1 2 1,1-1-1,9 0 0,66 1-684,-63 1-99,-2 1-6052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24575,'5'-10'0,"2"-1"0,2 5 0,-1 7 0,-1 6 0,-2 5 0,-2 1-8191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24575,'3'-6'0,"0"0"0,0 1 0,1-1 0,0 1 0,0 0 0,0 0 0,1 0 0,-1 1 0,1-1 0,10-5 0,-12 8 0,1 0 0,-1 0 0,1 1 0,0-1 0,-1 1 0,1 0 0,0 0 0,0 0 0,0 1 0,0-1 0,0 1 0,0 0 0,0 0 0,0 1 0,0-1 0,0 1 0,0 0 0,6 2 0,-2-1 0,0 1 0,-1 1 0,1 0 0,-1 0 0,0 0 0,0 1 0,-1 0 0,1 0 0,-1 1 0,10 11 0,-14-14 0,0-1 0,0 1 0,0 0 0,0 0 0,0 0 0,-1 0 0,0 1 0,1-1 0,-1 0 0,0 1 0,-1-1 0,1 0 0,-1 1 0,1-1 0,-1 1 0,0-1 0,0 1 0,-1-1 0,1 1 0,-1-1 0,1 0 0,-1 1 0,0-1 0,0 0 0,-1 1 0,1-1 0,-1 0 0,-2 4 0,-2 0 0,0 1 0,0-1 0,-1 0 0,-10 8 0,9-8 0,1 0 0,0 0 0,-10 12 0,17-18 0,0 0 0,-1-1 0,1 1 0,-1 0 0,1-1 0,0 1 0,0 0 0,-1-1 0,1 1 0,0 0 0,0-1 0,0 1 0,0 0 0,0 0 0,0-1 0,0 1 0,0 0 0,0 0 0,0-1 0,0 1 0,0 0 0,0 0 0,1-1 0,-1 1 0,0 0 0,1-1 0,-1 1 0,0 0 0,1-1 0,-1 1 0,1-1 0,-1 1 0,1-1 0,-1 1 0,1-1 0,-1 1 0,1-1 0,0 1 0,-1-1 0,1 0 0,0 1 0,-1-1 0,1 0 0,0 1 0,-1-1 0,2 0 0,3 2 0,0-1 0,1 1 0,-1-1 0,0 0 0,6 0 0,15 1 0,1-1 0,0-1 0,41-6 0,-66 6-97,1-1-1,-1 1 1,1-1-1,-1 0 1,1 0-1,-1 1 1,1-2-1,-1 1 1,0 0-1,0 0 1,0-1-1,0 1 0,4-4 1,0-4-6729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24575,'3'8'0,"3"5"0,3 2 0,2 2 0,3 0 0,0 0 0,1-1 0,1-3 0,-1-3 0,-2-2 0,-1-1 0,0-2 0,-2-3-8191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24575,'7'18'0,"6"8"0,0 2 0,0-1 0,-2-3 0,0-5 0,-2-4 0,-3-1 0,-2-1 0,-2-3-8191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24575,'-30'0'0,"-15"0"0,-5 3 0,3 0 0,6 0 0,3 0 0,4 1 0,3 0 0,1 0 0,4-1 0,1 1 0,2 1 0,2-2 0,3 0 0,4-1-8191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24575,'15'18'0,"8"10"0,2 6 0,-1 2 0,-2 0 0,-1-1 0,-3-2 0,-2-1 0,0-1 0,-1-1 0,-3-3 0,-1-3 0,0-4 0,-2-2 0,1-2 0,-3-1 0,1-4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24575,'-21'5'0,"-25"8"0,43-12 0,0 1 0,0-1 0,0 0 0,1 1 0,-1 0 0,0-1 0,1 1 0,0 0 0,-1 0 0,1 1 0,0-1 0,-2 3 0,3-4 0,1 0 0,-1 0 0,1-1 0,-1 1 0,1 0 0,0 0 0,-1 0 0,1 0 0,0 0 0,0 0 0,0 0 0,-1 0 0,1 0 0,0 0 0,0 0 0,0 0 0,1 0 0,-1 0 0,0 0 0,0 0 0,0 0 0,1 0 0,0 1 0,0 0 0,0 0 0,1-1 0,-1 1 0,0 0 0,1-1 0,-1 0 0,1 1 0,0-1 0,-1 0 0,1 0 0,2 1 0,3 1 0,0 0 0,0 0 0,0-1 0,0 0 0,11 1 0,9-1-225,37-2 0,-49 0-690,-2-1-5911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1 0,0-1 0,1 0 0,-1 0 0,1 0 0,0-1 0,0 1 0,1 0 0,-1-1 0,1 1 0,0-1 0,7 7 0,-7-7 0,1 0 0,0 0 0,0-1 0,0 1 0,0-1 0,0 0 0,1-1 0,-1 1 0,1-1 0,-1 1 0,1-2 0,0 1 0,10 2 0,-14-4 0,0 1 0,1-1 0,-1 0 0,1 0 0,-1 0 0,1 0 0,-1 0 0,0 0 0,1 0 0,-1 0 0,1-1 0,-1 1 0,0-1 0,1 1 0,-1-1 0,0 1 0,1-1 0,-1 0 0,0 0 0,0 1 0,0-1 0,1 0 0,-1 0 0,0 0 0,0 0 0,-1 0 0,1-1 0,0 1 0,1-2 0,0-2 0,-1 0 0,1 0 0,-1-1 0,-1 1 0,1 0 0,-1-9 0,0 8 0,1 0 0,-1 1 0,1-1 0,2-6 0,-3 11 0,0 1 0,0-1 0,1 1 0,-1-1 0,1 1 0,-1-1 0,0 1 0,1-1 0,-1 1 0,1 0 0,-1-1 0,1 1 0,-1 0 0,1-1 0,-1 1 0,1 0 0,0 0 0,-1-1 0,1 1 0,-1 0 0,1 0 0,0 0 0,-1 0 0,1 0 0,0 0 0,-1 0 0,1 0 0,-1 0 0,1 0 0,0 0 0,-1 0 0,1 0 0,-1 1 0,1-1 0,0 0 0,-1 0 0,1 1 0,-1-1 0,1 0 0,0 1 0,25 17 0,-22-16 0,9 10 0,1 0 0,-2 1 0,21 26 0,-14-16 0,-8-8-1365,-1-2-5461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27 24575,'-1'-3'0,"-5"-17"0,6 20 0,0 0 0,-1 0 0,1-1 0,0 1 0,0 0 0,0 0 0,0-1 0,-1 1 0,1 0 0,0 0 0,0 0 0,0-1 0,-1 1 0,1 0 0,0 0 0,0 0 0,-1 0 0,1 0 0,0-1 0,0 1 0,-1 0 0,1 0 0,0 0 0,0 0 0,-1 0 0,1 0 0,0 0 0,-1 0 0,1 0 0,0 0 0,0 0 0,-1 0 0,1 0 0,0 0 0,0 0 0,-1 1 0,1-1 0,0 0 0,0 0 0,-1 0 0,1 0 0,0 0 0,0 1 0,-1-1 0,1 0 0,0 0 0,0 0 0,0 1 0,-1-1 0,1 0 0,0 0 0,0 0 0,0 1 0,0-1 0,0 0 0,0 0 0,0 1 0,-1-1 0,1 0 0,0 1 0,0-1 0,-7 14 0,0 1 0,0-1 0,-4 17 0,4-12 0,-11 23 0,2-14 0,0-1 0,-3-1 0,-34 40 0,-77 59 0,108-108-47,17-13-100,-1 0 1,1 0 0,0 0-1,1 1 1,-1-1-1,1 1 1,-1 1-1,-3 5 1,4-2-6680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52 24575,'-8'32'0,"-8"47"0,14-64 0,1 0 0,0 0 0,2 0 0,0 0 0,4 24 0,-3-31 0,2 21 0,-6-29 0,-2-7 0,-3-7 0,-1-7 0,-19-52 0,24 63 0,1 0 0,0 0 0,0 0 0,1 0 0,0-15 0,1 24 0,0-1 0,0 1 0,0-1 0,0 1 0,0-1 0,1 1 0,-1 0 0,0-1 0,1 1 0,-1-1 0,1 1 0,0 0 0,-1-1 0,1 1 0,0 0 0,0 0 0,0 0 0,0-1 0,0 1 0,0 0 0,0 0 0,0 0 0,0 1 0,0-1 0,1 0 0,1-1 0,-1 2 0,0-1 0,0 1 0,0 0 0,1 0 0,-1 0 0,0 0 0,0 0 0,1 0 0,-1 1 0,0-1 0,0 1 0,0-1 0,0 1 0,0 0 0,0 0 0,4 2 0,98 59 0,-67-38 0,1-1 0,58 25 0,-79-42 0,44 16 0,-55-20 0,-1 0 0,1-1 0,-1 0 0,1-1 0,0 1 0,-1-1 0,1 0 0,10-2 0,-15 2 0,1-1 0,0 0 0,0 1 0,-1-1 0,1 0 0,0 0 0,-1 0 0,1 0 0,-1-1 0,1 1 0,-1 0 0,0-1 0,1 1 0,-1-1 0,0 1 0,0-1 0,0 1 0,0-1 0,0 0 0,-1 1 0,1-1 0,0 0 0,-1 0 0,0 0 0,1 0 0,-1 1 0,0-4 0,1-6 0,0-1 0,-1 1 0,-3-17 0,3 18 0,-2-2-97,0 0-1,0 0 1,-1 0-1,-1 1 1,0 0-1,0-1 1,-1 1-1,-1 1 1,0-1-1,0 1 1,-1 0-1,0 0 0,-9-8 1,3 6-6729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18 24575,'-31'-12'0,"4"9"0,1 1 0,-1 2 0,-37 2 0,-4 5 0,-30 2 0,83-9-99,6 0-154,0 0 0,0 0 0,0-1-1,-10-1 1,8-2-6573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32 24575,'-23'-10'0,"-9"0"0,-3 3 0,3 3 0,4 5 0,4 2 0,4 3 0,3 1 0,2-1 0,0 1 0,1-1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24575,'3'8'0,"0"1"0,0-1 0,4 9 0,2 4 0,-4-9 0,40 91 0,-44-102 0,-1 1 0,1-1 0,-1 0 0,1 0 0,-1 0 0,1-1 0,0 1 0,-1 0 0,1 0 0,0 0 0,0 0 0,0-1 0,0 1 0,0 0 0,-1-1 0,1 1 0,0-1 0,1 1 0,0 0 0,-1-1 0,0-1 0,-1 1 0,1 0 0,0 0 0,0-1 0,0 1 0,0 0 0,0-1 0,-1 1 0,1-1 0,0 1 0,0-1 0,-1 1 0,1-1 0,0 0 0,-1 1 0,1-1 0,-1 0 0,1 1 0,-1-1 0,1 0 0,-1 0 0,1 0 0,-1-1 0,23-48 0,-17 34 0,0 0 0,12-18 0,-16 30 0,1 0 0,0 0 0,0 1 0,0-1 0,0 1 0,1-1 0,-1 1 0,1 0 0,0 0 0,0 1 0,0-1 0,7-2 0,-9 4 0,0 0 0,0 0 0,0 0 0,0 1 0,0-1 0,1 1 0,-1-1 0,0 1 0,1 0 0,-1 0 0,0 0 0,1 0 0,-1 0 0,0 1 0,0-1 0,1 1 0,-1 0 0,0-1 0,0 1 0,0 0 0,0 0 0,0 0 0,0 0 0,0 1 0,0-1 0,0 1 0,-1-1 0,1 1 0,0-1 0,-1 1 0,1 0 0,-1 0 0,0 0 0,0 0 0,2 3 0,3 7 0,-1 1 0,0 0 0,-1 0 0,5 24 0,-5-22 0,-4-11-85,1-1 0,-1 1-1,1-1 1,0 1 0,0-1-1,1 0 1,-1 1 0,1-1-1,0 0 1,0 0 0,0 0-1,0 0 1,0-1 0,0 1-1,5 3 1,1-2-6741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31 24575,'-28'-5'0,"-14"-1"0,-2-1 0,3 2 0,7 1 0,6 2 0,9 1-8191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47 24575,'-28'-8'0,"-14"-2"0,-4 1 0,2 1 0,6 3 0,8 1 0,6 2 0,4 2 0,7 2 0,1 2 0,5 2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60 24575,'0'0'0,"-26"4"0,-26 10 0,45-12 0,0 0 0,1 1 0,-1-1 0,1 2 0,0-1 0,0 1 0,0 0 0,0 0 0,-5 5 0,10-8 0,0 0 0,0 0 0,0 0 0,0 0 0,0 1 0,1-1 0,-1 0 0,0 0 0,1 0 0,-1 1 0,1-1 0,-1 0 0,1 1 0,-1-1 0,1 0 0,0 1 0,0-1 0,0 0 0,0 1 0,0-1 0,0 2 0,0-1 0,1 0 0,0 0 0,0-1 0,0 1 0,-1 0 0,1-1 0,1 1 0,-1-1 0,0 1 0,0-1 0,1 1 0,-1-1 0,3 2 0,4 2 0,0 0 0,0 0 0,1-1 0,-1 0 0,10 2 0,-3-1 0,1 0 0,0-1 0,0-1 0,0-1 0,0 0 0,28-1 0,-37-2 0,0 1 0,0-1 0,-1-1 0,1 1 0,0-1 0,-1-1 0,1 1 0,5-4 0,-7 4 0,-1-1 0,-1 0 0,1 0 0,0 0 0,-1 0 0,1 0 0,-1-1 0,0 0 0,0 1 0,0-1 0,-1 0 0,4-8 0,-4 8 0,-1 0 0,1 1 0,-1-1 0,0 0 0,-1 0 0,1 0 0,-1 0 0,0 0 0,0 0 0,0 0 0,0 1 0,0-1 0,-1 0 0,0 0 0,0 0 0,0 0 0,0 0 0,-1 1 0,1-1 0,-1 1 0,0-1 0,0 1 0,0 0 0,-1-1 0,1 1 0,-1 0 0,0 1 0,0-1 0,-4-3 0,1 1 0,0 1 0,1 0 0,-1 0 0,0 1 0,-1 0 0,1 0 0,-1 0 0,1 1 0,-1 0 0,0 0 0,0 1 0,0 0 0,1 0 0,-1 1 0,-14 0 0,2 3-1365,3 1-5461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1 24575,'-7'0'0,"0"1"0,-1 0 0,-10 4 0,-14 1 0,-96-2 0,-3-1 0,-87 16 0,18-2 0,75-13 0,124-4 0,-1 0 0,0 0 0,0 1 0,1-1 0,-1 0 0,0 1 0,1 0 0,-1-1 0,1 1 0,-1 0 0,1 0 0,-1 0 0,1 0 0,-2 1 0,3-2 0,-1 0 0,1 1 0,0-1 0,0 0 0,0 0 0,0 0 0,0 1 0,0-1 0,-1 0 0,1 0 0,0 1 0,0-1 0,0 0 0,0 0 0,0 1 0,0-1 0,0 0 0,0 0 0,0 1 0,0-1 0,0 0 0,0 0 0,0 1 0,0-1 0,1 0 0,-1 0 0,0 1 0,0-1 0,0 0 0,0 0 0,0 0 0,1 1 0,0 0 0,0 0 0,0-1 0,0 1 0,0 0 0,0-1 0,0 1 0,0-1 0,0 1 0,0-1 0,1 1 0,0-1 0,191 43 0,-12-4 0,-149-31 0,-18-5 0,0 0 0,0 1 0,0 1 0,-1 0 0,1 1 0,-1 0 0,13 9 0,-25-14 0,0 0 0,0-1 0,0 1 0,0 0 0,0 0 0,0 0 0,0 0 0,0 0 0,0 0 0,0 0 0,-1 0 0,1 0 0,0 1 0,-1-1 0,1 0 0,-1 0 0,1 0 0,-1 1 0,0-1 0,1 0 0,-1 1 0,0-1 0,0 0 0,0 1 0,0-1 0,0 0 0,0 1 0,-1-1 0,1 0 0,0 0 0,-1 1 0,1-1 0,0 0 0,-1 0 0,0 1 0,1-1 0,-1 0 0,0 0 0,0 0 0,1 0 0,-1 0 0,-2 2 0,-4 3 0,1 0 0,-2 0 0,1-1 0,-15 9 0,21-14 0,-144 73 0,100-53 0,1 1 0,-54 37 0,26-7 0,-120 111 0,191-162 0,0 1 0,1-1 0,-1 1 0,0 0 0,1-1 0,-1 1 0,0 0 0,1-1 0,-1 1 0,1 0 0,-1 0 0,1-1 0,0 1 0,-1 0 0,1 0 0,0 0 0,0 0 0,-1-1 0,1 1 0,0 0 0,0 0 0,0 0 0,0 0 0,0 1 0,1-1 0,-1 0 0,1-1 0,0 1 0,-1 0 0,1-1 0,0 1 0,-1-1 0,1 1 0,0-1 0,0 1 0,0-1 0,0 0 0,-1 1 0,1-1 0,0 0 0,0 1 0,0-1 0,2 0 0,6 1 0,1 0 0,0-1 0,11-1 0,309-33 0,27-2 0,-194 30-1365,-142 6-5461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67 118 24575,'-3'-3'0,"-17"-15"0,19 17 0,0 0 0,0 1 0,0-1 0,0 0 0,0 1 0,-1-1 0,1 0 0,0 1 0,0 0 0,-1-1 0,1 1 0,0 0 0,-1 0 0,1 0 0,0-1 0,-3 2 0,4-1 0,-1 0 0,1 0 0,0 1 0,-1-1 0,1 0 0,-1 1 0,1-1 0,-1 0 0,1 1 0,0-1 0,-1 1 0,1-1 0,0 1 0,-1-1 0,1 1 0,0-1 0,0 1 0,-1-1 0,1 1 0,0-1 0,0 1 0,0-1 0,0 1 0,0 0 0,0-1 0,0 1 0,0-1 0,0 1 0,0-1 0,0 1 0,0 0 0,1 0 0,3 20 0,-3-19 0,7 22 0,2 0 0,1 0 0,19 30 0,-19-34 0,-36-71 0,2-1 0,-17-57 0,40 109 0,0 0 0,0-1 0,-1 1 0,1-1 0,0 1 0,0 0 0,0-1 0,0 1 0,0-1 0,0 1 0,0-1 0,0 1 0,0 0 0,0-1 0,0 1 0,0-1 0,0 1 0,0-1 0,0 1 0,0-1 0,0 1 0,0 0 0,1-1 0,-1 1 0,0-1 0,1 0 0,-1 1 0,1 0 0,-1 0 0,1 0 0,-1 0 0,1 0 0,-1 0 0,1 0 0,-1 0 0,1 1 0,-1-1 0,1 0 0,-1 0 0,1 0 0,-1 0 0,1 1 0,-1-1 0,0 0 0,1 1 0,22 15 0,38 43 0,12 10 0,-59-57 0,0-2 0,0 0 0,29 15 0,-36-21 0,-1-2 0,-1 1 0,1 0 0,0-1 0,-1 0 0,11 2 0,-14-4 0,-1 0 0,1 0 0,-1 0 0,0 0 0,1 0 0,-1 0 0,0 0 0,1-1 0,-1 1 0,0-1 0,1 1 0,-1-1 0,0 1 0,0-1 0,1 0 0,-1 1 0,0-1 0,0 0 0,0 0 0,0 0 0,0 0 0,0 0 0,0 0 0,0 0 0,-1 0 0,1 0 0,0 0 0,0-1 0,-1 1 0,1-2 0,1-3 0,-1 1 0,0 0 0,0 0 0,0 0 0,0-1 0,-1 1 0,0 0 0,0 0 0,-1-1 0,0 1 0,0 0 0,0 0 0,0 0 0,-3-7 0,-1-2 0,-1 1 0,-1-1 0,-14-22 0,13 24 30,-1 0 0,0 1 0,-13-14 0,19 22-117,0 0-1,0 1 1,0-1 0,0 1-1,-1 0 1,1-1 0,-1 1-1,1 1 1,-1-1-1,0 0 1,0 1 0,1 0-1,-1 0 1,0 0 0,0 1-1,-6-1 1,-3 2-6739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19 24575,'-31'-5'0,"-11"-2"0,-2 3 0,4 2 0,4 2 0,6 3 0,5 1 0,4 0 0,4 1 0,1 1 0,5-2-8191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0,3 6 0,1 3 0,4 4 0,0 1 0,2 0 0,0 2 0,-1-1 0,-2-3-8191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24575,'0'0'0,"0"0"0,-1 0 0,1 0 0,0 0 0,0 0 0,0 0 0,0 0 0,0 0 0,0 0 0,0 0 0,0 0 0,0 0 0,-1 0 0,1 0 0,0 0 0,0 0 0,0 0 0,0 0 0,0 0 0,0 0 0,0 1 0,0-1 0,0 0 0,0 0 0,0 0 0,0 0 0,0 0 0,0 0 0,0 0 0,0 0 0,0 0 0,0 1 0,0-1 0,0 0 0,0 0 0,0 0 0,0 0 0,0 0 0,0 0 0,0 0 0,0 0 0,0 1 0,0-1 0,0 0 0,0 0 0,0 0 0,0 0 0,0 0 0,0 0 0,0 0 0,0 0 0,0 0 0,0 0 0,0 1 0,6 8 0,9 7 0,8 6 0,2-1 0,0-1 0,1-2 0,46 26 0,-20-18 0,92 31 0,-141-55-104,-2-2 38,1 1 0,0 0-1,-1-1 1,1 1-1,-1-1 1,1 1 0,0-1-1,-1 0 1,1 0-1,0 0 1,-1 0 0,1 0-1,0 0 1,0 0-1,-1 0 1,1-1 0,0 1-1,1-1 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24575,'-12'10'0,"-5"6"0,-2 3 0,1 0 0,2 0 0,5-1 0,1-4 0,2-1 0,3-1 0,2 1 0,0 0 0,-1 0 0,1 1 0,1 0 0,-2-1 0,0-2 0,0 1 0,2-3-8191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24575,'-43'4'0,"-130"16"0,169-19 0,-1 0 0,1 0 0,-1 1 0,1-1 0,-8 5 0,11-6 0,0 1 0,1-1 0,-1 1 0,1-1 0,-1 1 0,0-1 0,1 1 0,-1-1 0,1 1 0,0-1 0,-1 1 0,1 0 0,-1-1 0,1 1 0,0-1 0,-1 1 0,1 0 0,0 0 0,0-1 0,0 1 0,0 0 0,0-1 0,-1 1 0,1 0 0,0 0 0,0-1 0,1 1 0,-1 0 0,0 0 0,0-1 0,0 1 0,0 0 0,1-1 0,-1 1 0,0 0 0,1-1 0,-1 1 0,0 0 0,1-1 0,-1 1 0,1-1 0,-1 1 0,1-1 0,0 2 0,7 6 0,1 0 0,-1 0 0,1-1 0,11 7 0,-11-9 0,0 2 0,-1-1 0,0 1 0,0 1 0,11 12 0,-14-13 0,-1 1 0,1 0 0,-1-1 0,-1 2 0,1-1 0,-2 0 0,4 14 0,-1 6 0,1 29 0,3 12 0,-7-54 0,1 2 0,0 0 0,2 0 0,7 20 0,-11-32 0,1-1 0,0 0 0,1 0 0,-1 1 0,1-2 0,0 1 0,0 0 0,0-1 0,0 1 0,1-1 0,0 0 0,-1 0 0,1 0 0,0 0 0,0-1 0,7 3 0,-1-1 17,-1-1 0,1 0 1,0 0-1,0-1 0,0 0 0,14 0 0,-17-2-141,-1-1 0,0 1 1,1-1-1,-1 0 0,0 0 0,0-1 1,0 1-1,0-1 0,0-1 0,0 1 1,7-5-1,0-2-6702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 24575,'0'-1'0,"-1"1"0,1 0 0,-1 0 0,0-1 0,1 1 0,-1 0 0,1 0 0,-1 0 0,0-1 0,1 1 0,-1 0 0,1 0 0,-1 0 0,0 0 0,1 0 0,-1 0 0,0 0 0,0 1 0,1-1 0,0 0 0,-1 0 0,1 1 0,0-1 0,0 0 0,-1 0 0,1 1 0,0-1 0,0 0 0,0 0 0,-1 1 0,1-1 0,0 0 0,0 1 0,0-1 0,0 0 0,0 1 0,0-1 0,0 0 0,0 1 0,0-1 0,0 0 0,0 1 0,0 1 0,0 1 0,0-1 0,1 0 0,-1 0 0,1 0 0,0 0 0,0 0 0,2 4 0,2 1 0,0 0 0,1 0 0,0 0 0,1-1 0,0 0 0,0 0 0,0 0 0,0-1 0,1-1 0,0 1 0,0-1 0,0 0 0,0-1 0,1 0 0,0 0 0,-1-1 0,10 2 0,-16-4 0,-1 0 0,0 0 0,0 0 0,0 0 0,0 0 0,0 0 0,0 0 0,0-1 0,1 1 0,-1 0 0,0-1 0,0 1 0,0 0 0,0-1 0,0 1 0,0-1 0,0 0 0,-1 1 0,1-1 0,0 0 0,1-1 0,-1 0 0,0 1 0,0-1 0,-1 1 0,1-1 0,0 1 0,-1-1 0,0 1 0,1-1 0,-1 0 0,0 1 0,0-1 0,0 0 0,0-1 0,-1-5 0,0 0 0,-1 0 0,0 0 0,-5-13 0,4 13 0,-7-24 0,10 31 0,-1 0 0,1 0 0,0-1 0,0 1 0,-1 0 0,1 0 0,0-1 0,0 1 0,1 0 0,-1 0 0,0-1 0,0 1 0,0 0 0,1 0 0,-1-1 0,1 1 0,-1 0 0,1 0 0,0 0 0,1-2 0,-1 2 0,0 1 0,0-1 0,0 1 0,0 0 0,0-1 0,0 1 0,0 0 0,0 0 0,0-1 0,0 1 0,0 0 0,1 0 0,-1 0 0,0 0 0,0 1 0,0-1 0,0 0 0,0 0 0,0 1 0,2 0 0,24 11 0,-25-11 0,41 23 0,38 30 0,-44-29 0,-13-8-1365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24575,'25'-17'0,"0"2"0,42-18 0,-54 28 0,-1 1 0,1-1 0,0 2 0,0 0 0,0 1 0,1 0 0,25 0 0,-29 3 0,0 1 0,-1 0 0,1 0 0,0 1 0,-1 0 0,0 0 0,0 1 0,11 6 0,-8-3 0,0 1 0,0 0 0,-1 1 0,0 0 0,10 12 0,-17-17 0,0 0 0,-1 0 0,0 0 0,0 1 0,0-1 0,-1 1 0,1 0 0,-1 0 0,0 0 0,0 0 0,-1 0 0,2 10 0,-2-10 0,-1-1 0,0 1 0,-1 0 0,1-1 0,-1 1 0,0 0 0,0-1 0,0 1 0,-1-1 0,0 0 0,1 1 0,-2-1 0,1 0 0,0 0 0,-4 4 0,0 1 0,-1 0 0,1 1 0,1 0 0,0 1 0,0-1 0,-4 17 0,7-23 0,2 1 0,-1-1 0,0 0 0,1 1 0,0 0 0,0-1 0,0 1 0,0-1 0,1 1 0,-1-1 0,1 0 0,1 1 0,-1-1 0,0 0 0,1 1 0,0-1 0,0 0 0,0 0 0,4 4 0,4 4 0,1 0 0,16 13 0,-16-15 0,-1 0 0,19 24 0,-28-34 0,-1 1 0,1 0 0,0 0 0,-1 0 0,1 0 0,-1 0 0,0 0 0,1 0 0,-1 0 0,0 0 0,1 1 0,-1-1 0,0 0 0,0 0 0,0 0 0,0 0 0,0 0 0,0 0 0,0 0 0,-1 1 0,1 0 0,-1 0 0,0-1 0,0 1 0,0-1 0,0 0 0,0 1 0,0-1 0,0 0 0,0 1 0,-1-1 0,1 0 0,0 0 0,-3 1 0,-1 1 0,-1 0 0,0-1 0,1 0 0,-1 0 0,0 0 0,0 0 0,-6 0 0,-80 9-1365,73-8-5461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24575,'1'-5'0,"0"-1"0,0 1 0,1-1 0,0 1 0,3-8 0,-4 13 0,-1-1 0,1 0 0,-1 0 0,1 1 0,-1-1 0,1 0 0,-1 0 0,1 1 0,0-1 0,-1 1 0,1-1 0,0 1 0,0-1 0,-1 1 0,1-1 0,0 1 0,1-1 0,-1 1 0,0 0 0,0 0 0,0 0 0,-1 1 0,1-1 0,0 0 0,0 0 0,0 1 0,-1-1 0,1 0 0,0 1 0,0-1 0,-1 0 0,1 1 0,0-1 0,0 1 0,-1 0 0,1-1 0,-1 1 0,1 0 0,-1-1 0,2 2 0,4 8 0,0-1 0,-1 2 0,0-1 0,0 1 0,-1-1 0,-1 1 0,5 22 0,2 7 0,24 77 0,-12-37 0,39 92 0,-51-150 0,23 37 0,-28-51 0,1 1 0,1-1 0,0 0 0,0-1 0,0 0 0,16 12 0,-21-17 0,0-1 0,0 0 0,1 1 0,-1-1 0,0 0 0,1 0 0,-1 0 0,1 0 0,0-1 0,-1 1 0,1-1 0,0 1 0,-1-1 0,1 0 0,0 0 0,-1 0 0,1-1 0,0 1 0,-1-1 0,1 1 0,0-1 0,-1 0 0,1 0 0,-1 0 0,1 0 0,-1 0 0,0-1 0,0 1 0,1-1 0,-1 1 0,0-1 0,0 0 0,0 0 0,-1 0 0,4-4 0,-1 0 0,1-1 0,-1 1 0,0-1 0,-1 0 0,1 0 0,-1-1 0,-1 1 0,0 0 0,0-1 0,0 0 0,0-10 0,0-23 0,-6-47 0,3 72 0,-1-1 0,0 0 0,-2 1 0,-5-20 0,27 77 0,35 56 0,-42-79 0,2 0 0,0-1 0,1 0 0,0-1 0,21 16 0,-25-23 0,1-1 0,1 0 0,-1 0 0,1-1 0,20 8 0,-28-13 0,0-1 0,-1 0 0,1 0 0,0 0 0,0-1 0,0 1 0,-1-1 0,1 0 0,0 0 0,7-2 0,-8 2 0,0-1 0,-1 0 0,1 0 0,-1 0 0,1-1 0,-1 1 0,0-1 0,1 1 0,-1-1 0,0 0 0,0 0 0,0 0 0,0 0 0,0 0 0,-1 0 0,4-5 0,-3 3 0,0 0 0,0-1 0,-1 1 0,1 0 0,-1-1 0,0 1 0,0-1 0,-1 0 0,1 1 0,-1-1 0,0 1 0,-1-6 0,-1-7 0,-7-32 0,5 33 0,-62-217 0,60 211 0,-2 0 0,-1 1 0,0 0 0,-1 1 0,-17-25 0,17 35-1365,2 2-5461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46 24575,'-25'-10'0,"-11"-4"0,-2 2 0,3 4 0,6 7 0,4 5 0,4 5 0,4 4 0,4-1-8191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27 24575,'-5'-5'0,"-4"-1"0,-3-1 0,-2 2 0,-1 1 0,-1 5 0,0 1 0,0 1 0,1-1 0,0 0 0,0 0 0,-3-2 0,0 1 0,0-1 0,1 3 0,0 0 0,4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16 161 24575,'0'-1'0,"-1"1"0,1-1 0,0 1 0,0-1 0,0 1 0,-1-1 0,1 1 0,0 0 0,0-1 0,-1 1 0,1 0 0,0-1 0,-1 1 0,1 0 0,0-1 0,-1 1 0,1 0 0,0-1 0,-1 1 0,1 0 0,-1 0 0,0 0 0,1 0 0,0 1 0,0-1 0,0 1 0,0-1 0,0 1 0,0-1 0,0 1 0,0-1 0,0 1 0,0-1 0,0 1 0,1-1 0,-1 1 0,0-1 0,0 1 0,0-1 0,1 0 0,-1 1 0,0-1 0,1 1 0,7 16 0,10 29 0,-16-38 0,0-1 0,0 1 0,-1 0 0,0 0 0,0-1 0,-1 14 0,-3-10 0,3-11 0,0 0 0,0 0 0,0 0 0,0 0 0,-1 0 0,1 0 0,0 0 0,0 0 0,0 0 0,0 0 0,0 0 0,0 0 0,-1 0 0,1 0 0,0 0 0,0 0 0,0 0 0,0 0 0,0 0 0,0 0 0,-1 0 0,1 0 0,0 0 0,0 0 0,0-1 0,0 1 0,0 0 0,0 0 0,0 0 0,0 0 0,-1 0 0,1 0 0,0 0 0,0 0 0,0-1 0,0 1 0,0 0 0,0 0 0,-7-19 0,2-3 0,-5-18 0,-6-77 0,15 116 0,1 0 0,0 0 0,0 0 0,0 0 0,0 0 0,0 0 0,0 0 0,0 0 0,1 0 0,-1 0 0,0 0 0,0 0 0,1 1 0,-1-1 0,1 0 0,0-1 0,-1 2 0,0 0 0,1 0 0,-1 0 0,0 0 0,0 0 0,1 0 0,-1-1 0,0 1 0,1 0 0,-1 1 0,0-1 0,1 0 0,-1 0 0,0 0 0,1 0 0,-1 0 0,0 0 0,1 0 0,-1 0 0,0 1 0,1-1 0,-1 0 0,0 0 0,0 0 0,1 1 0,-1-1 0,0 0 0,0 0 0,1 1 0,19 25 0,-19-24 0,13 17 0,0-1 0,1-1 0,0-1 0,2 0 0,0 0 0,0-2 0,2 0 0,0-2 0,0 0 0,1 0 0,22 8 0,-21-13 0,0-1 0,0-1 0,0 0 0,39 2 0,-57-7 0,0 0 0,0 0 0,-1 0 0,1 0 0,0 0 0,-1-1 0,1 1 0,0-1 0,-1 1 0,1-1 0,0 0 0,-1 0 0,0-1 0,1 1 0,-1 0 0,1-1 0,-1 1 0,0-1 0,0 0 0,2-2 0,-2 1 0,0 1 0,-1-1 0,1 0 0,-1 0 0,0 0 0,0 0 0,0 0 0,0 0 0,0 0 0,0 0 0,-1 0 0,0 0 0,1 0 0,-1-1 0,0 1 0,-1 0 0,0-3 0,0-4 0,-2 0 0,1 0 0,-1 0 0,-1 1 0,0-1 0,0 1 0,-1 0 0,-8-12 0,-7-6 0,-27-30 0,36 44 0,0 0-455,-1 1 0,-21-17 0,23 22-6371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24575,'0'-1'0,"0"1"0,-1 0 0,1-1 0,0 1 0,0-1 0,0 1 0,-1-1 0,1 1 0,0 0 0,0-1 0,-1 1 0,1 0 0,0-1 0,0 1 0,-1 0 0,1-1 0,-1 1 0,1 0 0,0 0 0,-1-1 0,1 1 0,-1 0 0,1 0 0,0 0 0,-1-1 0,0 2 0,1-1 0,0 0 0,-1 1 0,1-1 0,0 0 0,-1 1 0,1-1 0,0 1 0,0-1 0,-1 0 0,1 1 0,0-1 0,0 1 0,0-1 0,-1 1 0,1-1 0,0 0 0,0 2 0,-2 25 0,4-9 0,1 1 0,8 26 0,2 12 0,-6-28 0,1 1 0,1-1 0,1-1 0,21 41 0,-27-59-1365,-1-1-5461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 24575,'0'0'0,"-1"-1"0,1 1 0,-1 0 0,0-1 0,1 1 0,-1 0 0,0 0 0,1-1 0,-1 1 0,0 0 0,1 0 0,-1 0 0,0 0 0,1 0 0,-1 0 0,0 0 0,1 0 0,-1 0 0,0 0 0,1 0 0,-1 1 0,1-1 0,-1 0 0,0 0 0,1 1 0,-1-1 0,1 0 0,-1 1 0,0-1 0,1 0 0,-1 1 0,1-1 0,-1 1 0,0 0 0,-18 21 0,17-19 0,-28 39 0,21-27 0,-2-1 0,-16 19 0,26-33 0,1 0 0,-1 1 0,1-1 0,-1 1 0,1-1 0,-1 1 0,1-1 0,0 0 0,-1 1 0,1 0 0,0-1 0,-1 1 0,1-1 0,0 1 0,0-1 0,0 1 0,-1 0 0,1-1 0,0 1 0,0-1 0,0 1 0,0 1 0,0-2 0,1 1 0,-1-1 0,0 0 0,1 1 0,-1-1 0,1 1 0,-1-1 0,1 0 0,-1 1 0,0-1 0,1 0 0,-1 0 0,1 1 0,0-1 0,-1 0 0,1 0 0,-1 0 0,1 0 0,-1 0 0,2 0 0,5 1 0,1-1 0,15-1 0,-14 0 0,10 1 0,21-2 0,1 3 0,63 8 0,-89-7-1365,-2 0-5461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24575,'-1'-1'0,"1"1"0,-1-1 0,1 1 0,-1 0 0,0-1 0,1 1 0,-1 0 0,1 0 0,-1 0 0,0-1 0,1 1 0,-1 0 0,0 0 0,1 0 0,-1 0 0,0 0 0,1 0 0,-1 0 0,0 0 0,1 1 0,-1-1 0,1 0 0,-1 0 0,0 0 0,1 1 0,-1-1 0,1 0 0,-2 1 0,2 0 0,-1 0 0,1 0 0,-1 0 0,1 0 0,-1 0 0,1 0 0,0 0 0,-1 0 0,1 0 0,0 0 0,0 0 0,0 0 0,0 0 0,0 3 0,1 3 0,0 0 0,0 0 0,4 13 0,-1-6 0,1-2 0,7 14 0,-10-22 0,1 1 0,-1-1 0,1 0 0,0 0 0,1 0 0,-1 0 0,0-1 0,9 7 0,-12-10 0,0 0 0,1 1 0,-1-1 0,0 0 0,1 0 0,-1 0 0,0 0 0,1 0 0,-1 1 0,1-1 0,-1 0 0,0 0 0,1 0 0,-1 0 0,1 0 0,-1 0 0,0 0 0,1 0 0,-1 0 0,0-1 0,1 1 0,-1 0 0,1 0 0,-1 0 0,0 0 0,1-1 0,8-10 0,3-20 0,-10 23 0,1 0 0,1-1 0,-1 1 0,1 0 0,1 0 0,7-12 0,-10 18 0,0 0 0,-1 0 0,1 1 0,0-1 0,0 0 0,0 1 0,0-1 0,0 1 0,0 0 0,1 0 0,-1 0 0,0 0 0,1 0 0,-1 0 0,0 0 0,1 1 0,-1-1 0,1 1 0,-1 0 0,1 0 0,-1 0 0,1 0 0,-1 0 0,6 1 0,22 8 0,-1 1 0,0 1 0,-1 1 0,45 27 0,-67-36-84,7 5 191,23 16 1,-33-22-223,0 1 0,-1-1 0,1 1 0,0-1 0,-1 1-1,0 0 1,1 0 0,-1 0 0,0 1 0,-1-1 0,1 0 0,2 8 0,-2-1-6711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0 0 0,'0'0'19587'0'0,"1"-11"-18208"0"0,5-34-230 0 0,-5 26 159 0 0,-6 12 2960 0 0,8 22-4120 0 0,8 19-21 0 0,4 10-74 0 0,-1-1 0 0 0,12 76 0 0 0,-7 3-42 0 0,-7-52-8 0 0,-7-45-5 0 0,-3-11 1 0 0,1 0 0 0 0,-1 21 0 0 0,0-14 731 0 0,0-24-189 0 0,4-22-153 0 0,-4 15-372 0 0,1-1 1 0 0,-1 1-1 0 0,0-13 0 0 0,-1-11-9 0 0,-1-1 0 0 0,-2 1-1 0 0,-10-57 1 0 0,-37-109-7 0 0,26 110 31 0 0,19 74 7 0 0,1-1 1 0 0,1 1 0 0 0,-1-26-1 0 0,3 42-34 0 0,5 0-212 0 0,-2 2 186 0 0,0 0-1 0 0,-1 1 0 0 0,0-1 0 0 0,1 0 0 0 0,-1 1 1 0 0,0-1-1 0 0,0 1 0 0 0,-1 0 0 0 0,3 3 0 0 0,2 3-3 0 0,36 47 8 0 0,3-1 1 0 0,3-2 0 0 0,1-3-1 0 0,3-1 1 0 0,2-3 0 0 0,2-3-1 0 0,96 59 1 0 0,-122-86 29 0 0,0-2 0 0 0,0 0 0 0 0,63 17 0 0 0,-89-30 28 0 0,0 0 0 0 0,0-1-1 0 0,1 1 1 0 0,-1-1 0 0 0,5 0 0 0 0,-9 0-31 0 0,1 0 1 0 0,-1 0 0 0 0,1 0-1 0 0,-1 0 1 0 0,1 0 0 0 0,-1-1-1 0 0,0 1 1 0 0,1 0 0 0 0,-1 0 0 0 0,0-1-1 0 0,1 1 1 0 0,-1 0 0 0 0,0 0-1 0 0,1-1 1 0 0,-1 1 0 0 0,0 0-1 0 0,1-1 1 0 0,-1 1 0 0 0,0 0-1 0 0,0-1 1 0 0,1 1 0 0 0,-1-1-1 0 0,0 1 1 0 0,0-1 0 0 0,0 1-1 0 0,1-1 1 0 0,2-14 64 0 0,-3 11-53 0 0,2-13-5 0 0,0 0 1 0 0,-2-21 0 0 0,0 18-23 0 0,-1 6-4 0 0,0 0 0 0 0,-1 0 0 0 0,-6-25 0 0 0,-18-42-46 0 0,9 31-32 0 0,-11-28-494 0 0,24 68 92 0 0,-1 1 0 0 0,1 1-1 0 0,-2-1 1 0 0,1 1-1 0 0,-1-1 1 0 0,-9-8 0 0 0,12 14-237 0 0,-1 1 1 0 0,1-1 0 0 0,-1 0 0 0 0,1 1-1 0 0,-1 0 1 0 0,-7-4 0 0 0,-13-2-8415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56 8306 0 0,'0'0'18068'0'0,"0"-5"-17902"0"0,0-22 32 0 0,-16 29-106 0 0,-1 4-97 0 0,0-1 1 0 0,0-1 0 0 0,0 0 0 0 0,0-1-1 0 0,-34 1 1 0 0,-87-10-108 0 0,51-5-1717 0 0,31-2-2567 0 0,28 2-1988 0 0,13 1-2357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51 7050 0 0,'0'0'17047'0'0,"-16"-7"-16951"0"0,-46-18-34 0 0,41 17-20 0 0,18 9-31 0 0,-5 0 12 0 0,1 0 0 0 0,-1 0 0 0 0,-11 3 0 0 0,11-2-15 0 0,-1 0 1 0 0,-13 1-1 0 0,-26-1-479 0 0,0-1-1 0 0,-79-11 0 0 0,52 0-3445 0 0,25 4-4610 0 0,32 3-1655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10770 0 0,'0'0'16262'0'0,"7"-4"-16220"0"0,23-14-26 0 0,-29 18-16 0 0,0 0-1 0 0,-1 0 1 0 0,1 0 0 0 0,0-1-1 0 0,0 1 1 0 0,-1 0 0 0 0,1 0 0 0 0,0 0-1 0 0,-1 0 1 0 0,1 0 0 0 0,0 0-1 0 0,0 0 1 0 0,-1 1 0 0 0,1-1 0 0 0,0 0-1 0 0,-1 0 1 0 0,1 1 0 0 0,0-1-1 0 0,-1 0 1 0 0,1 1 0 0 0,-1-1 0 0 0,1 0-1 0 0,0 1 1 0 0,-1-1 0 0 0,1 1 0 0 0,-1-1-1 0 0,1 1 1 0 0,-1-1 0 0 0,1 1-1 0 0,-1-1 1 0 0,0 1 0 0 0,1 0 0 0 0,0 0-1 0 0,1 2 0 0 0,3 3-8 0 0,0 1 0 0 0,0-1 0 0 0,-1 1 0 0 0,0 0-1 0 0,0 1 1 0 0,-1-1 0 0 0,1 1 0 0 0,-2-1 0 0 0,1 1 0 0 0,-1 0 0 0 0,1 9-1 0 0,1 10-32 0 0,-2-1-1 0 0,-1 29 0 0 0,-1-50 33 0 0,-2 11 0 0 0,0-1 0 0 0,-1 0 1 0 0,0-1-1 0 0,-1 1 0 0 0,-11 25 0 0 0,14-38 12 0 0,0 2 0 0 0,1 0 1 0 0,-1 0 0 0 0,1 0-1 0 0,-1 0 1 0 0,1 0-1 0 0,1 6 1 0 0,-1 2 39 0 0,0-12-35 0 0,1 1 0 0 0,-1-1 0 0 0,0 1 0 0 0,0-1 0 0 0,1 1 0 0 0,-1-1 0 0 0,0 1 0 0 0,1-1 0 0 0,-1 0 0 0 0,0 1 0 0 0,1-1 0 0 0,-1 1 0 0 0,1-1 0 0 0,-1 0 0 0 0,0 0 0 0 0,1 1 0 0 0,-1-1 0 0 0,1 0 0 0 0,-1 0 0 0 0,2 1 0 0 0,11 3 147 0 0,-12-3-137 0 0,12 2 112 0 0,1 0 0 0 0,-1-1 0 0 0,20 1 0 0 0,42-2 68 0 0,-42-1-127 0 0,-13 0-51 0 0,94-4 159 0 0,-102 2-212 0 0,0 1 0 0 0,0-2 0 0 0,0 0 0 0 0,0 0-1 0 0,-1-1 1 0 0,0 0 0 0 0,14-8 0 0 0,-22 10-205 0 0,0 0 0 0 0,1 0-1 0 0,-1-1 1 0 0,0 1 0 0 0,-1-1-1 0 0,1 0 1 0 0,3-3 0 0 0,-6 5-160 0 0,1 0 0 0 0,0 0 0 0 0,-1 0 1 0 0,1 0-1 0 0,-1 0 0 0 0,1 0 0 0 0,-1 0 1 0 0,0 0-1 0 0,1 0 0 0 0,-1-1 0 0 0,0-1 1 0 0,0 2-142 0 0,0 0 1 0 0,0 0 0 0 0,0 1 0 0 0,0-1 0 0 0,0 0 0 0 0,-1 0 0 0 0,1 0 0 0 0,0 1 0 0 0,-1-1 0 0 0,1 0 0 0 0,0 0 0 0 0,-1 1-1 0 0,1-1 1 0 0,-1 0 0 0 0,1 1 0 0 0,-1-1 0 0 0,-1-1-539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6561 0 0,'0'0'15036'0'0,"-6"1"-14816"0"0,3 0-181 0 0,2-1-23 0 0,0 1 1 0 0,0-1-1 0 0,0 0 1 0 0,0 0 0 0 0,0 1-1 0 0,0-1 1 0 0,0 1-1 0 0,0-1 1 0 0,0 1-1 0 0,0-1 1 0 0,0 1 0 0 0,0 0-1 0 0,0-1 1 0 0,0 1-1 0 0,0 0 1 0 0,1 0-1 0 0,-1 0 1 0 0,0-1 0 0 0,1 1-1 0 0,-1 0 1 0 0,0 0-1 0 0,1 0 1 0 0,-1 0 0 0 0,1 0-1 0 0,0 0 1 0 0,-1 1-1 0 0,1-1 1 0 0,0 0-1 0 0,-1 0 1 0 0,1 0 0 0 0,0 1-1 0 0,0 26 242 0 0,2 0-1 0 0,1 0 1 0 0,1-1 0 0 0,10 37-1 0 0,11 20 37 0 0,12 47 3 0 0,-30-96-738 0 0,-7-32-282 0 0,1 0 0 0 0,-1 0 0 0 0,0 0 0 0 0,0 0 1 0 0,0 3-1 0 0,0 1-5496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0 0 0,'0'0'9957'0'0,"0"-6"-8462"0"0,0-19-17 0 0,0 2 12687 0 0,2 17-13811 0 0,2 9 301 0 0,4 10 261 0 0,9 39-838 0 0,39 83 13 0 0,-18-40-36 0 0,8 39-37 0 0,-13-33 49 0 0,-24-78-31 0 0,1 0 1 0 0,17 28-1 0 0,17 17 143 0 0,-44-67-154 0 0,1 0 0 0 0,0 0 0 0 0,0 0 0 0 0,-1 0 0 0 0,1 0 0 0 0,0 0 0 0 0,0 0 0 0 0,0-1 0 0 0,0 1 1 0 0,0 0-1 0 0,0-1 0 0 0,1 1 0 0 0,-1 0 0 0 0,0-1 0 0 0,0 0 0 0 0,0 1 0 0 0,0-1 0 0 0,1 0 0 0 0,-1 1 0 0 0,0-1 0 0 0,0 0 0 0 0,1 0 0 0 0,-1 0 0 0 0,0 0 0 0 0,2 0 0 0 0,-1-1 1 0 0,0 1 1 0 0,0-1-1 0 0,0 0 0 0 0,-1 0 0 0 0,1 0 0 0 0,0 0 0 0 0,-1 0 0 0 0,1 0 0 0 0,-1 0 0 0 0,1 0 0 0 0,-1 0 0 0 0,0-1 1 0 0,1 1-1 0 0,-1-1 0 0 0,0 1 0 0 0,2-4 0 0 0,2-5-32 0 0,0 0-1 0 0,0 0 1 0 0,-1-1 0 0 0,0 0-1 0 0,-1 0 1 0 0,0 0 0 0 0,-1 0-1 0 0,1-12 1 0 0,0-96-105 0 0,-3 83 92 0 0,0-105-94 0 0,2 142-157 0 0,17 20-2 0 0,22 33-1 0 0,-16-20 260 0 0,-23-31 15 0 0,28 35 8 0 0,35 37 0 0 0,-55-65 0 0 0,1 0-1 0 0,1 0 1 0 0,0-1-1 0 0,0 0 1 0 0,0-1-1 0 0,1-1 1 0 0,25 11-1 0 0,-34-17 34 0 0,0 0 0 0 0,1 0 0 0 0,-1 0 0 0 0,1 0 0 0 0,-1-1 0 0 0,6 1-1 0 0,-10-1-33 0 0,1-1 0 0 0,0 1 0 0 0,-1 0 0 0 0,1 0-1 0 0,-1 0 1 0 0,1 0 0 0 0,-1 0 0 0 0,1-1-1 0 0,-1 1 1 0 0,1 0 0 0 0,-1-1 0 0 0,0 1 0 0 0,1 0-1 0 0,-1-1 1 0 0,1 1 0 0 0,-1 0 0 0 0,0-1-1 0 0,1 1 1 0 0,-1-1 0 0 0,0 1 0 0 0,1 0 0 0 0,-1-1-1 0 0,0 1 1 0 0,0-1 0 0 0,0 1 0 0 0,1-2 0 0 0,3-14 48 0 0,-4 13-36 0 0,5-19 22 0 0,-3 13-33 0 0,0 1 1 0 0,-1-1-1 0 0,1-13 1 0 0,-2-19-11 0 0,-1 0-1 0 0,-13-73 1 0 0,-42-162-93 0 0,43 163-489 0 0,10 76-516 0 0,2 33 663 0 0,0-3-2478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9874 0 0,'0'0'15030'0'0,"0"-4"-14766"0"0,0-6 11 0 0,0 21 70 0 0,0-8-324 0 0,0 0 0 0 0,1 0 0 0 0,-1 0 0 0 0,1 0 0 0 0,0 0 0 0 0,2 3 0 0 0,1 8 51 0 0,2 3 5 0 0,13 27 0 0 0,-11-27-43 0 0,30 77 46 0 0,-30-77 320 0 0,-1 0 0 0 0,7 24 0 0 0,-16-57-311 0 0,0 0 0 0 0,-1 0-1 0 0,0 0 1 0 0,-1 1 0 0 0,-9-21 0 0 0,6 17-48 0 0,5 11-30 0 0,-33-106 95 0 0,32 101 3 0 0,0 0 0 0 0,1 0 0 0 0,0-25 0 0 0,8 39-341 0 0,-4 1 186 0 0,1 0-1 0 0,-1 0 1 0 0,0 0 0 0 0,-1 0-1 0 0,4 5 1 0 0,6 7-32 0 0,24 24 26 0 0,-12-12 35 0 0,1-1 0 0 0,32 25 0 0 0,-50-45 17 0 0,28 22 3 0 0,65 38 1 0 0,-80-54-6 0 0,24 8 0 0 0,-36-16 55 0 0,1-1 1 0 0,0 0-1 0 0,0 0 0 0 0,0 0 1 0 0,0-1-1 0 0,11 0 0 0 0,-18-1-40 0 0,-1 0-1 0 0,1-1 1 0 0,-1 1-1 0 0,1 0 0 0 0,-1-1 1 0 0,1 1-1 0 0,-1 0 1 0 0,1-1-1 0 0,-1 1 0 0 0,1-1 1 0 0,-1 1-1 0 0,0-1 1 0 0,1 1-1 0 0,-1 0 0 0 0,0-1 1 0 0,1 0-1 0 0,-1 1 1 0 0,0-1-1 0 0,0 1 1 0 0,1-1-1 0 0,-1 1 0 0 0,0-1 1 0 0,0 1-1 0 0,0-1 1 0 0,0-1-1 0 0,3-17 112 0 0,-3 3-167 0 0,0 0 0 0 0,-1 1 0 0 0,-1-1 0 0 0,-1 0 0 0 0,0 1 0 0 0,-1 0 0 0 0,0-1 0 0 0,-1 2 0 0 0,-1-1 0 0 0,0 0 0 0 0,-2 1 0 0 0,-12-20 0 0 0,7 15-482 0 0,-21-27-1 0 0,6 19-2734 0 0,21 22-90 0 0,-1-1 0 0 0,-10-5 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59 10322 0 0,'0'0'14113'0'0,"-16"-9"-14043"0"0,-50-30-22 0 0,44 29-24 0 0,13 10-7 0 0,4 0-8 0 0,-3 1-45 0 0,0 0 1 0 0,0 1-1 0 0,1 0 1 0 0,-1 0 0 0 0,0 0-1 0 0,1 1 1 0 0,0 0-1 0 0,0 1 1 0 0,-9 5 0 0 0,6-4-1733 0 0,-1 0 0 0 0,1 0 1 0 0,-17 4-1 0 0,0-2-7743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11122 0 0,'0'0'13131'0'0,"-2"0"-13068"0"0,-27 7-108 0 0,-1-1 1 0 0,0-1-1 0 0,0-2 1 0 0,-45-1-1 0 0,12-5-2997 0 0,21-3-5476 0 0,25 4-2391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62 230 5921 0 0,'0'0'14731'0'0,"20"-1"-14617"0"0,60-3 2 0 0,-70 4-31 0 0,-1 0 0 0 0,1-1 0 0 0,0 0 0 0 0,0 0 1 0 0,-1-1-1 0 0,1-1 0 0 0,11-4 0 0 0,-12 4 23 0 0,-7 2-47 0 0,0 0 0 0 0,0 0 0 0 0,0 0 0 0 0,0 0 0 0 0,0-1 0 0 0,0 1 0 0 0,-1 0 0 0 0,1-1 0 0 0,0 1 0 0 0,-1-1 0 0 0,1 0 0 0 0,-1 0 0 0 0,0 1 1 0 0,2-4-1 0 0,-1 1 55 0 0,0 1 0 0 0,-1-1 0 0 0,1 0 1 0 0,-1 0-1 0 0,0 0 0 0 0,0 0 0 0 0,0-7 1 0 0,0 7-57 0 0,-1-1 1 0 0,0 1 0 0 0,0-1 0 0 0,0 1 0 0 0,-1 0-1 0 0,0-1 1 0 0,1 1 0 0 0,-2 0 0 0 0,1 0 0 0 0,0-1-1 0 0,-1 1 1 0 0,0 0 0 0 0,0 1 0 0 0,0-1-1 0 0,-5-7 1 0 0,1 5-35 0 0,0-1 0 0 0,-1 1 0 0 0,0 0 0 0 0,0 1 0 0 0,0 0 0 0 0,-1 0 0 0 0,1 0 0 0 0,-1 1 0 0 0,0 0 0 0 0,-1 1 0 0 0,1 0 0 0 0,-1 0 0 0 0,1 1 0 0 0,-1 0 0 0 0,0 0 0 0 0,0 1 0 0 0,-14 0 0 0 0,18 1-22 0 0,0 1 0 0 0,0 0 0 0 0,0 1 0 0 0,0-1 0 0 0,1 1-1 0 0,-1 0 1 0 0,-8 5 0 0 0,7-3 17 0 0,1 1 1 0 0,0 0-1 0 0,0 0 0 0 0,-7 11 1 0 0,8-12-9 0 0,-6 9 31 0 0,7-10-31 0 0,0 0 1 0 0,0 1-1 0 0,1-1 0 0 0,-1 1 1 0 0,1-1-1 0 0,0 1 0 0 0,0 0 1 0 0,0 0-1 0 0,1 0 0 0 0,-2 5 1 0 0,2-6 8 0 0,0-1 0 0 0,1 1 1 0 0,0 0-1 0 0,-1-1 1 0 0,1 1-1 0 0,0 0 0 0 0,0-1 1 0 0,0 1-1 0 0,1 0 0 0 0,-1-1 1 0 0,1 1-1 0 0,-1 0 1 0 0,1-1-1 0 0,0 1 0 0 0,0-1 1 0 0,0 1-1 0 0,3 3 0 0 0,12 17 95 0 0,-9-11-73 0 0,-3-7-9 0 0,1 1 1 0 0,8 7-1 0 0,4 5 36 0 0,-9-10-25 0 0,0 0 0 0 0,0-1 0 0 0,1 1 0 0 0,0-2 1 0 0,0 1-1 0 0,1-1 0 0 0,0-1 0 0 0,0 0 0 0 0,18 6 0 0 0,64 20 202 0 0,-73-26-214 0 0,0-2 0 0 0,0 1 0 0 0,19-1 0 0 0,-24-2-983 0 0,2 0 1643 0 0,-1-1-1 0 0,27-2 1 0 0,-37 1-1360 0 0,0 0 0 0 0,0 0-1 0 0,-1 0 1 0 0,10-5-1 0 0,-11 5-766 0 0,0-1 0 0 0,0 0-1 0 0,0 0 1 0 0,-1 0-1 0 0,1 0 1 0 0,-1 0 0 0 0,1 0-1 0 0,2-4 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 8370 0 0,'0'0'14860'0'0,"-31"-1"-14528"0"0,-98-2-108 0 0,101 2-156 0 0,-5 1 67 0 0,26 0-120 0 0,-21 3 224 0 0,-33 6-1 0 0,11 0-3739 0 0,25-6-2151 0 0,0-2-3777 0 0,14-1 3530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6697 0 0,'0'0'14970'0'0,"6"11"-15191"0"0,19 38 234 0 0,-15-27 2 0 0,-1-1 1 0 0,9 30-1 0 0,-4-7 5 0 0,40 83 22 0 0,7 21-168 0 0,-60-142 82 0 0,1 0 0 0 0,-1 0 0 0 0,0 0 1 0 0,0 0-1 0 0,0 0 0 0 0,-1 0 1 0 0,0 0-1 0 0,-2 11 0 0 0,2-16 42 0 0,-1 0 0 0 0,1 0 0 0 0,-1 0 0 0 0,1 0 0 0 0,-1 0 0 0 0,0 0 0 0 0,0 0 0 0 0,1 0-1 0 0,-1-1 1 0 0,0 1 0 0 0,0 0 0 0 0,0 0 0 0 0,0-1 0 0 0,0 1 0 0 0,0-1 0 0 0,0 1 0 0 0,0-1 0 0 0,0 1 0 0 0,0-1 0 0 0,0 1 0 0 0,0-1-1 0 0,0 0 1 0 0,0 0 0 0 0,0 0 0 0 0,-2 1 0 0 0,-1-1 47 0 0,1 1-1 0 0,-1-1 1 0 0,0 0 0 0 0,1 0-1 0 0,-1 0 1 0 0,1 0-1 0 0,-5-2 1 0 0,0 0 42 0 0,0-2 0 0 0,0 1 0 0 0,0-1 0 0 0,1 0 0 0 0,-14-10 1 0 0,-31-30 265 0 0,48 40-301 0 0,0 0 0 0 0,0-1 0 0 0,0 1 0 0 0,0-1 0 0 0,1 1 1 0 0,-1-1-1 0 0,1 0 0 0 0,1 0 0 0 0,-1-1 0 0 0,1 1 0 0 0,0-1 0 0 0,0 1 0 0 0,0-1 0 0 0,1 0 0 0 0,0 1 0 0 0,0-1 0 0 0,0 0 0 0 0,1 0 1 0 0,0-6-1 0 0,0 10-68 0 0,1 0 0 0 0,0 0-1 0 0,-1 0 1 0 0,1 0 0 0 0,0 0 0 0 0,0 0 0 0 0,0 0 0 0 0,0 0 0 0 0,0 0 0 0 0,0 1 0 0 0,1-1 0 0 0,-1 1 0 0 0,1-1 0 0 0,-1 1 0 0 0,1-1 0 0 0,-1 1 0 0 0,1 0 0 0 0,0-1-1 0 0,0 1 1 0 0,-1 0 0 0 0,4-1 0 0 0,2-1-445 0 0,0 0-1 0 0,1 0 0 0 0,-1 1 0 0 0,12-3 1 0 0,-1 2-1670 0 0,0 1-2161 0 0,-6-1-1992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14851 0 0,'0'0'10939'0'0,"0"-38"-15444"0"0,0 50 816 0 0,-6-2-1736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3217 0 0,'0'0'16977'0'0,"12"-6"-16621"0"0,41-16-34 0 0,-43 18-206 0 0,0 0-1 0 0,0 1 0 0 0,0 1 0 0 0,0 0 0 0 0,1 0 0 0 0,-1 1 1 0 0,0 0-1 0 0,1 0 0 0 0,16 3 0 0 0,3-1 35 0 0,-25-2-137 0 0,0 2 1 0 0,1-1-1 0 0,-1 1 0 0 0,1 0 1 0 0,-1 0-1 0 0,0 0 1 0 0,0 1-1 0 0,1 0 0 0 0,-1 0 1 0 0,5 3-1 0 0,-8-4-24 0 0,0 1 0 0 0,0-1-1 0 0,0 1 1 0 0,0-1 0 0 0,0 1 0 0 0,0 0 0 0 0,0 0-1 0 0,0 0 1 0 0,-1 0 0 0 0,1 0 0 0 0,-1 1 0 0 0,0-1-1 0 0,0 0 1 0 0,0 1 0 0 0,0-1 0 0 0,0 1 0 0 0,0-1-1 0 0,0 1 1 0 0,-1-1 0 0 0,1 1 0 0 0,-1-1 0 0 0,0 6-1 0 0,0-1 3 0 0,-1 0-1 0 0,0-1 0 0 0,0 1 0 0 0,0 0 0 0 0,-1 0 0 0 0,0-1 0 0 0,0 1 0 0 0,-1-1 1 0 0,-4 8-1 0 0,-2 5 13 0 0,4-8-6 0 0,0-1-1 0 0,-1 1 1 0 0,-10 13-1 0 0,14-21 29 0 0,-1 0-1 0 0,1 0 1 0 0,0 1 0 0 0,1-1 0 0 0,-1 0-1 0 0,1 1 1 0 0,-1-1 0 0 0,1 1 0 0 0,0 0-1 0 0,0-1 1 0 0,1 1 0 0 0,-1 4-1 0 0,1-8 111 0 0,13 2 851 0 0,-6-2-806 0 0,1 0-135 0 0,0 0-1 0 0,1 0 1 0 0,-1-1 0 0 0,1 0-1 0 0,-1-1 1 0 0,0 1-1 0 0,11-5 1 0 0,2-1-762 0 0,-12 4-442 0 0,0 0 0 0 0,12-7 0 0 0,-18 9-591 0 0,-1-1 1 0 0,1 1-1 0 0,-1-1 1 0 0,1 0-1 0 0,-1 0 1 0 0,4-5-1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4513 0 0,'0'0'17116'0'0,"7"5"-17047"0"0,22 16-13 0 0,-26-19-46 0 0,-1 1-1 0 0,0-1 1 0 0,1 0-1 0 0,-1 1 1 0 0,0-1 0 0 0,0 1-1 0 0,-1 0 1 0 0,1-1 0 0 0,1 5-1 0 0,3 3 15 0 0,-6-10-23 0 0,7 12 41 0 0,0 0 1 0 0,1 0 0 0 0,0-1 0 0 0,17 17 0 0 0,7 5 123 0 0,-9-10-20 0 0,-17-16-641 0 0,1 0 1 0 0,0-1-1 0 0,8 6 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7162 0 0,'0'0'11575'0'0,"15"17"-11452"0"0,45 55-43 0 0,-54-67-56 0 0,-2 1-1 0 0,1 0 1 0 0,-1 0-1 0 0,6 9 1 0 0,-5-5-11 0 0,12 16-220 0 0,-10-15-1767 0 0,0 1-3719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43 6929 0 0,'0'0'14808'0'0,"-32"-7"-14403"0"0,-100-21-140 0 0,89 21-141 0 0,42 7-119 0 0,1-1 0 0 0,-1 1-1 0 0,0 0 1 0 0,0 0 0 0 0,0 1 0 0 0,0-1 0 0 0,1 0-1 0 0,-1 0 1 0 0,0 0 0 0 0,0 1 0 0 0,0-1-1 0 0,1 0 1 0 0,-1 1 0 0 0,-1-1 0 0 0,-6 4 25 0 0,-119 43 118 0 0,81-29-3599 0 0,0-1-6014 0 0,33-13-400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53 4585 0 0,'0'0'19752'0'0,"9"-8"-19548"0"0,31-27-94 0 0,-30 26-68 0 0,-10 25-220 0 0,0-10 179 0 0,-1 0 1 0 0,1 0 0 0 0,-1 0 0 0 0,-1-1 0 0 0,1 1 0 0 0,-4 7-1 0 0,-16 32 71 0 0,15-32-59 0 0,-27 41 50 0 0,-8 4 9 0 0,19-23-39 0 0,10-17-12 0 0,1 1 0 0 0,-11 23 0 0 0,-2 13 75 0 0,-27 98 1 0 0,13-5 50 0 0,34-131-114 0 0,-6 20 55 0 0,-5 5-128 0 0,0-5-1974 0 0,12-27-1589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1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11 233 8386 0 0,'0'0'18053'0'0,"-1"-1"-17860"0"0,-1-1-179 0 0,-3-2 164 0 0,5 4-177 0 0,0 0 1 0 0,0 0-1 0 0,0 0 1 0 0,0 0 0 0 0,0 0-1 0 0,0 0 1 0 0,0 0-1 0 0,0 0 1 0 0,-1 0 0 0 0,1 0-1 0 0,0 0 1 0 0,0 0-1 0 0,0 0 1 0 0,0 0-1 0 0,0 0 1 0 0,0 0 0 0 0,0 0-1 0 0,0 0 1 0 0,-1 0-1 0 0,1 0 1 0 0,0 0 0 0 0,0 0-1 0 0,0 1 1 0 0,0-1-1 0 0,0 0 1 0 0,0 0-1 0 0,0 0 1 0 0,0 0 0 0 0,0 0-1 0 0,0 0 1 0 0,0 0-1 0 0,0 0 1 0 0,-1 0 0 0 0,1 0-1 0 0,0 1 1 0 0,0-1-1 0 0,0 0 1 0 0,0 0-1 0 0,0 0 1 0 0,0 0 0 0 0,0 0-1 0 0,0 0 1 0 0,0 0-1 0 0,0 1 1 0 0,0-1 0 0 0,0 0-1 0 0,0 0 1 0 0,0 0-1 0 0,0 0 1 0 0,0 0 0 0 0,0 0-1 0 0,1 0 1 0 0,-1 0-1 0 0,0 1 1 0 0,0-1-1 0 0,3 14-359 0 0,-2-6 355 0 0,0 0 0 0 0,1 1 1 0 0,0-1-1 0 0,0 0 0 0 0,7 15 1 0 0,-7-19 0 0 0,13 34 21 0 0,13 35-3 0 0,-25-64-25 0 0,0-3 13 0 0,-1 1 1 0 0,0 0-1 0 0,0 0 0 0 0,-1 0 0 0 0,0 1 0 0 0,0 10 257 0 0,-1-19-220 0 0,-1 1 0 0 0,0 0 0 0 0,1-1 0 0 0,-1 1 0 0 0,1-1 0 0 0,-1 1 0 0 0,1-1 0 0 0,0 1 0 0 0,-1-1 0 0 0,1 0 0 0 0,-1 1 0 0 0,1-1 0 0 0,0 1 0 0 0,0-1 0 0 0,-1 0-1 0 0,1 1 1 0 0,0-1 0 0 0,0-1 0 0 0,-2-3 43 0 0,-5-11-63 0 0,0-1 0 0 0,-6-30 0 0 0,4 13 3 0 0,3 8 13 0 0,0 0 1 0 0,2-1-1 0 0,1 1 1 0 0,1-42 0 0 0,17 70-426 0 0,-9 0 337 0 0,-1 1 0 0 0,1 1 1 0 0,-1-1-1 0 0,6 5 1 0 0,7 5 8 0 0,65 41-6 0 0,19 11 28 0 0,-93-61 21 0 0,77 42 13 0 0,-74-40-1 0 0,1-1-1 0 0,0-1 0 0 0,0 0 1 0 0,0-1-1 0 0,15 2 0 0 0,-26-4-14 0 0,4-1 50 0 0,0 1 0 0 0,0-1 0 0 0,9 0 0 0 0,-14 0-31 0 0,0 0 0 0 0,1-1 0 0 0,-1 1 0 0 0,0 0 0 0 0,0 0 1 0 0,0-1-1 0 0,1 1 0 0 0,-1-1 0 0 0,0 1 0 0 0,0-1 0 0 0,0 0 1 0 0,0 1-1 0 0,0-1 0 0 0,0 0 0 0 0,0 0 0 0 0,0 1 0 0 0,0-1 1 0 0,0 0-1 0 0,0 0 0 0 0,-1 0 0 0 0,1 0 0 0 0,1-2 0 0 0,1-5 17 0 0,0-1 0 0 0,0 0 0 0 0,-1 0-1 0 0,0 0 1 0 0,0 0 0 0 0,-1 0 0 0 0,0-1 0 0 0,-1 1-1 0 0,0 0 1 0 0,-2-15 0 0 0,-1 5-52 0 0,-1 1 0 0 0,0-1 1 0 0,-2 2-1 0 0,-9-24 0 0 0,-2-3-45 0 0,-7-17-72 0 0,21 54-117 0 0,-1 0 1 0 0,0 0 0 0 0,0 1-1 0 0,-1 0 1 0 0,0 0 0 0 0,-8-8-1 0 0,11 12-226 0 0,0 0-1 0 0,0 0 1 0 0,-1 1-1 0 0,1-1 1 0 0,0 1-1 0 0,-1 0 1 0 0,1 0-1 0 0,-1 0 1 0 0,0 0-1 0 0,1 0 0 0 0,-6-1 1 0 0,-18 1-10929 0 0,16 1 2324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3881 0 0,'0'0'15039'0'0,"4"-2"-14492"0"0,13-5-115 0 0,-17 7-369 0 0,1-1 0 0 0,-1 1 0 0 0,1 0 0 0 0,-1 0 0 0 0,1 0-1 0 0,-1 0 1 0 0,1 0 0 0 0,0 0 0 0 0,-1 0 0 0 0,1 0 0 0 0,-1 0 0 0 0,1 0 0 0 0,-1 0 0 0 0,1 0 0 0 0,-1 0 0 0 0,1 0 0 0 0,0 1 0 0 0,-1-1-1 0 0,1 0 1 0 0,-1 0 0 0 0,1 1 0 0 0,-1-1 0 0 0,0 0 0 0 0,1 1 0 0 0,-1-1 0 0 0,1 0 0 0 0,-1 1 0 0 0,1-1 0 0 0,-1 1 0 0 0,0-1 0 0 0,1 1-1 0 0,-1-1 1 0 0,0 0 0 0 0,0 1 0 0 0,1-1 0 0 0,-1 1 0 0 0,0 0 0 0 0,0-1 0 0 0,0 1 0 0 0,0-1 0 0 0,1 1 0 0 0,-1-1 0 0 0,0 1 0 0 0,7 7 1974 0 0,11 5-615 0 0,5 5-912 0 0,-11-9-323 0 0,15 14 0 0 0,-8-5-109 0 0,17 18-28 0 0,0 7 28 0 0,-2 1 0 0 0,37 62 0 0 0,39 67 231 0 0,-19-61 56 0 0,-36-47-62 0 0,-47-56-261 0 0,1 0 0 0 0,0-1 0 0 0,11 10 0 0 0,-14-14-5 0 0,-5-2-11 0 0,0-1 0 0 0,0 0-1 0 0,0-1 1 0 0,0 1 0 0 0,0 0 0 0 0,0 0-1 0 0,0 0 1 0 0,1-1 0 0 0,-1 1-1 0 0,3 0 1 0 0,-4-1 49 0 0,0-2-405 0 0,0 0 74 0 0,-1 0-1 0 0,1 0 1 0 0,-1 0 0 0 0,0 0-1 0 0,1 0 1 0 0,-1 0-1 0 0,0 0 1 0 0,0 0 0 0 0,0 0-1 0 0,-2-2 1 0 0,-18-21-2527 0 0,18 22 2222 0 0,-29-32-4613 0 0,8 13-2564 0 0,11 11-1769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53 1104 0 0,'0'0'23068'0'0,"6"-8"-22311"0"0,17-23-75 0 0,-22 30-516 0 0,-1 1 0 0 0,1-1 0 0 0,0 0 0 0 0,-1 0 0 0 0,1 0 0 0 0,-1 1 0 0 0,1-1 0 0 0,-1 0 0 0 0,0 0 0 0 0,1 0 0 0 0,-1 0-1 0 0,0 0 1 0 0,1-2 1391 0 0,1 3-1557 0 0,-2 0 29 0 0,0 1-72 0 0,0 0 32 0 0,0 1 1 0 0,-1-1 0 0 0,1 0 0 0 0,0 0 0 0 0,0 0-1 0 0,0 0 1 0 0,0 1 0 0 0,0-1 0 0 0,1 1 0 0 0,-1 11 1 0 0,-8 22 19 0 0,-2-1 0 0 0,-17 39 0 0 0,2-4 16 0 0,-1 6 18 0 0,-4 0 0 0 0,-48 88 0 0 0,18-42-8 0 0,29-57-19 0 0,20-40 5 0 0,7-15-6 0 0,-1 1-1 0 0,-6 10 1 0 0,11-19-72 0 0,-1 0 0 0 0,0-1 0 0 0,1 1 0 0 0,-1 0 0 0 0,1 0 0 0 0,-1 0 0 0 0,1 0 0 0 0,0 0 0 0 0,-1 0 0 0 0,1 0 0 0 0,0 0 0 0 0,0 2 0 0 0,0-3-85 0 0,0 0 1 0 0,0 0 0 0 0,0 1-1 0 0,0-1 1 0 0,1 0 0 0 0,-1 0-1 0 0,0 0 1 0 0,0 1-1 0 0,0-1 1 0 0,0 0 0 0 0,1 0-1 0 0,-1 0 1 0 0,0 0 0 0 0,0 1-1 0 0,1-1 1 0 0,-1 0-1 0 0,0 0 1 0 0,0 0 0 0 0,1 0-1 0 0,-1 0 1 0 0,0 0 0 0 0,0 0-1 0 0,1 0 1 0 0,-1 0 0 0 0,0 0-1 0 0,0 0 1 0 0,1 0-1 0 0,-1 0 1 0 0,0 0 0 0 0,0 0-1 0 0,1 0 1 0 0,-1 0 0 0 0,0 0-1 0 0,0 0 1 0 0,1-1-1 0 0,-1 1 1 0 0,0 0 0 0 0,0 0-1 0 0,1 0 1 0 0,-1 0 0 0 0,0-1-1 0 0,6-2-4396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11747 0 0,'0'0'16635'0'0,"1"-2"-16546"0"0,-1 2-86 0 0,-1 0-1 0 0,1-1 0 0 0,0 1 0 0 0,0 0 0 0 0,0 0 0 0 0,0-1 1 0 0,0 1-1 0 0,0 0 0 0 0,0 0 0 0 0,1-1 0 0 0,-1 1 0 0 0,0 0 1 0 0,0 0-1 0 0,0 0 0 0 0,0-1 0 0 0,0 1 0 0 0,0 0 0 0 0,0 0 1 0 0,0 0-1 0 0,1-1 0 0 0,-1 1 0 0 0,0 0 0 0 0,0 0 0 0 0,0 0 1 0 0,0-1-1 0 0,1 1 0 0 0,-1 0 0 0 0,0 0 0 0 0,0 0 0 0 0,0 0 1 0 0,1 0-1 0 0,-1 0 0 0 0,0-1 0 0 0,6 11 58 0 0,-3-3-51 0 0,32 64 116 0 0,-29-57-118 0 0,27 67 37 0 0,-16-30-29 0 0,-2-7 16 0 0,19 91-1 0 0,-30-101-16 0 0,-3-21-5 0 0,5 25 0 0 0,-3-16 43 0 0,-3-19-28 0 0,0 0 0 0 0,0 0-1 0 0,1 1 1 0 0,0-1-1 0 0,-1 0 1 0 0,3 3 0 0 0,-2-5-198 0 0,0-5-77 0 0,0-5-441 0 0,-1-9-2925 0 0,-5-33-1 0 0,3 40 43 0 0,-1 1-1 0 0,-4-14 0 0 0,3 11-5829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12771 0 0,'0'0'13833'0'0,"-18"5"-13541"0"0,-54 16-69 0 0,66-20-180 0 0,1 1 0 0 0,0-1 1 0 0,-1 1-1 0 0,1 1 0 0 0,0-1 0 0 0,0 1 0 0 0,-7 4 0 0 0,4-2 8 0 0,-2 4 38 0 0,0-1-1 0 0,0 1 0 0 0,-15 18 1 0 0,23-25-67 0 0,0 1 0 0 0,1-1 0 0 0,-1 0 1 0 0,1 1-1 0 0,-1-1 0 0 0,1 0 1 0 0,0 1-1 0 0,0 0 0 0 0,0-1 0 0 0,1 1 1 0 0,-1 0-1 0 0,1-1 0 0 0,-1 1 0 0 0,1 0 1 0 0,0 3-1 0 0,0-4 9 0 0,0 0-1 0 0,0-1 1 0 0,1 1 0 0 0,-1 0 0 0 0,0-1-1 0 0,1 1 1 0 0,0 0 0 0 0,-1-1-1 0 0,1 1 1 0 0,0-1 0 0 0,-1 1 0 0 0,1-1-1 0 0,0 1 1 0 0,0-1 0 0 0,0 1-1 0 0,1-1 1 0 0,-1 0 0 0 0,0 0 0 0 0,0 0-1 0 0,1 1 1 0 0,-1-1 0 0 0,0 0-1 0 0,1-1 1 0 0,2 2 0 0 0,9 4 88 0 0,1-2 1 0 0,1 0-1 0 0,-1 0 1 0 0,24 2-1 0 0,61-1 9 0 0,-27-2-60 0 0,116 6-1809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2090 72 8250 0 0,'0'0'14131'0'0,"-4"-2"-13572"0"0,-17-8-174 0 0,0 2 0 0 0,-28-7 0 0 0,-50-9-60 0 0,64 19-280 0 0,1 2 1 0 0,-59 2-1 0 0,61 1-26 0 0,-403 15 93 0 0,-415-1 124 0 0,477-38 644 0 0,330 24 1227 0 0,138-1-1717 0 0,173 6-456 0 0,447 36-892 0 0,-616-36 878 0 0,311 8 391 0 0,-414-14-288 0 0,1 1 0 0 0,-1-1 0 0 0,1 0 0 0 0,-1 0-1 0 0,1 0 1 0 0,-6-3 0 0 0,-6-1 4 0 0,-34-9 46 0 0,-2 2-1 0 0,-81-8 1 0 0,-107 8 26 0 0,4 14 39 0 0,1 16-113 0 0,-140 34-690 0 0,287-35-2525 0 0,58-11-740 0 0,1 0-3407 0 0,12-2-4459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25 13227 0 0,'0'0'9641'0'0,"-18"0"-9336"0"0,-54 0-57 0 0,8-2 287 0 0,21-1-413 0 0,37 2-658 0 0,0 1 0 0 0,0-1 0 0 0,0 0 0 0 0,0 0 0 0 0,-8-3 0 0 0,-12-7-11156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34 14387 0 0,'0'0'9856'0'0,"-31"-6"-9662"0"0,-93-16-98 0 0,88 16-62 0 0,27 6-14 0 0,2 1-12 0 0,0-1-72 0 0,0 0 1 0 0,-1 1-1 0 0,1 1 1 0 0,0-1 0 0 0,-8 3-1 0 0,-5 3-2680 0 0,-5 2-6962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1744 0 0,'0'0'24411'0'0,"-2"-7"-24111"0"0,-4-18-89 0 0,5 18 2 0 0,11 21-144 0 0,18 13-39 0 0,-1 2 4 0 0,0-2 0 0 0,2-1 0 0 0,1-1 0 0 0,64 41 0 0 0,-20-18-10 0 0,46 27-209 0 0,-112-70 121 0 0,0 0 0 0 0,8 7 0 0 0,5 3-845 0 0,-44-25-18616 0 0,14 6 13164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13323 0 0,'0'0'13191'0'0,"-5"2"-13041"0"0,0 1-118 0 0,1 0-1 0 0,-1 0 1 0 0,1 0-1 0 0,-1 0 0 0 0,1 0 1 0 0,0 1-1 0 0,0 0 0 0 0,1 0 1 0 0,-1 0-1 0 0,1 0 1 0 0,0 1-1 0 0,0-1 0 0 0,0 1 1 0 0,-2 6-1 0 0,-1 6 62 0 0,2-8-33 0 0,1 0-1 0 0,-2 13 1 0 0,3-14-38 0 0,-1 0 0 0 0,1 1 0 0 0,-6 8 0 0 0,-1 7 6 0 0,7-19-120 0 0,0 0 1 0 0,0-1-1 0 0,-1 1 0 0 0,0-1 0 0 0,1 0 1 0 0,-1 0-1 0 0,-1 0 0 0 0,1 0 0 0 0,-1-1 1 0 0,-4 5-1 0 0,-17 10-3956 0 0,-1-4-6957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41 10042 0 0,'0'0'13051'0'0,"-31"-8"-12960"0"0,-97-20-37 0 0,98 24-40 0 0,21 5-5 0 0,9-1-9 0 0,-9 4 29 0 0,-1 1 1 0 0,1 0-1 0 0,0 1 0 0 0,-11 10 1 0 0,4 6 39 0 0,15-20-43 0 0,1 1 0 0 0,-1-1-1 0 0,0 0 1 0 0,0 1 0 0 0,1-1-1 0 0,-1 1 1 0 0,1-1 0 0 0,0 1 0 0 0,0 0-1 0 0,0-1 1 0 0,0 1 0 0 0,1 3 0 0 0,0 5 56 0 0,-1-5-44 0 0,1 0 0 0 0,0 0 0 0 0,0 0 0 0 0,4 10 0 0 0,2 16 34 0 0,8 34-50 0 0,2 34 4 0 0,-14-81-12 0 0,1 1 1 0 0,1-1-1 0 0,7 19 0 0 0,3 18 13 0 0,-5-21 35 0 0,-7-24-36 0 0,1-1 0 0 0,-1 1 0 0 0,7 11 1 0 0,-3-5 42 0 0,-6-15 12 0 0,-1 1 1 0 0,2-1 0 0 0,-1 1 0 0 0,0-1 0 0 0,0 1 0 0 0,1-1-1 0 0,-1 1 1 0 0,3 2 0 0 0,9-5 1034 0 0,-9 0-894 0 0,9 0-67 0 0,0-1 1 0 0,0 0 0 0 0,24-5-1 0 0,1-2-215 0 0,-27 7-323 0 0,1-2-1 0 0,-1 1 1 0 0,16-7 0 0 0,-17 6-862 0 0,4-4-2257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46 6041 0 0,'0'0'19044'0'0,"2"-8"-19002"0"0,8-23-41 0 0,-10 30-2 0 0,0 1 0 0 0,0 0 0 0 0,0 0 0 0 0,0-1 0 0 0,0 1 0 0 0,0 0 0 0 0,0 0 0 0 0,1-1 0 0 0,-1 1 0 0 0,0 0 0 0 0,0 0 0 0 0,0 0 0 0 0,0-1 0 0 0,0 1 0 0 0,0 0 0 0 0,0 0 0 0 0,1 0 0 0 0,-1 0 0 0 0,0-1 0 0 0,0 1 0 0 0,0 0 0 0 0,0 0 0 0 0,1 0 0 0 0,-1 0 0 0 0,0 0 0 0 0,0-1 0 0 0,0 1 0 0 0,1 0 0 0 0,-1 0 0 0 0,0 0 0 0 0,0 0 0 0 0,0 0 0 0 0,1 0 0 0 0,-1 0 0 0 0,0 0 0 0 0,0 0 0 0 0,1 0 0 0 0,-1 0 0 0 0,0 0 0 0 0,0 0 0 0 0,1 0 0 0 0,-1 0 0 0 0,5 6-35 0 0,-5-5 24 0 0,25 29-65 0 0,-3 1-1 0 0,36 65 0 0 0,-56-91 50 0 0,0-1 0 0 0,-1 1 1 0 0,1 0-1 0 0,-1 0 0 0 0,0-1 0 0 0,0 1 0 0 0,0 0 1 0 0,-1 0-1 0 0,0 0 0 0 0,0 0 0 0 0,-1 8 1 0 0,1-12 26 0 0,-1 1 1 0 0,1-1 0 0 0,-1 0-1 0 0,0-1 1 0 0,1 1 0 0 0,-1 0 0 0 0,0 0-1 0 0,0 0 1 0 0,0 0 0 0 0,1 0 0 0 0,-1-1-1 0 0,0 1 1 0 0,0 0 0 0 0,0-1-1 0 0,0 1 1 0 0,0-1 0 0 0,0 1 0 0 0,0-1-1 0 0,-1 1 1 0 0,1-1 0 0 0,0 0 0 0 0,0 0-1 0 0,0 0 1 0 0,0 1 0 0 0,-2-1-1 0 0,-5 1 53 0 0,-1-1-1 0 0,-12 0 0 0 0,11-1-5 0 0,-2 1 7 0 0,-1 0 1 0 0,1-2 0 0 0,0 1-1 0 0,0-1 1 0 0,0-1-1 0 0,0 0 1 0 0,0-1 0 0 0,-13-6-1 0 0,-6-3 62 0 0,-27-13 75 0 0,51 22-95 0 0,0 0 0 0 0,0-1 0 0 0,1 0 0 0 0,-1 0 0 0 0,-10-11 0 0 0,16 14-61 0 0,0 0-1 0 0,0 0 0 0 0,0 1 1 0 0,1-1-1 0 0,-1 0 0 0 0,0 0 1 0 0,1 0-1 0 0,-1 0 0 0 0,1 0 1 0 0,0 0-1 0 0,0 0 1 0 0,-1 0-1 0 0,1-1 0 0 0,1 1 1 0 0,-1-2-1 0 0,0-3-24 0 0,1 5-22 0 0,-1 1 0 0 0,0 0 0 0 0,1 0-1 0 0,-1 0 1 0 0,1-1 0 0 0,-1 1 0 0 0,1 0 0 0 0,0 0 0 0 0,0 0 0 0 0,-1 0 0 0 0,1 0-1 0 0,0 0 1 0 0,0 0 0 0 0,0 1 0 0 0,0-1 0 0 0,0 0 0 0 0,0 0 0 0 0,0 1 0 0 0,0-1-1 0 0,0 0 1 0 0,2 0 0 0 0,28-11-551 0 0,-30 12 529 0 0,13-4-958 0 0,-1 1 0 0 0,1 1-1 0 0,24-2 1 0 0,-12 3-3643 0 0,0 1-3628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11090 0 0,'0'0'14542'0'0,"20"-13"-14555"0"0,64-42-22 0 0,-82 54 31 0 0,1-1-1 0 0,0 1 1 0 0,0-1 0 0 0,0 1-1 0 0,0 0 1 0 0,0 0-1 0 0,0 1 1 0 0,0-1-1 0 0,5 0 1 0 0,-7 1 1 0 0,0 0 0 0 0,1 0 0 0 0,-1 0 0 0 0,0 1 1 0 0,0-1-1 0 0,1 1 0 0 0,-1-1 0 0 0,0 1 0 0 0,0-1 0 0 0,1 1 0 0 0,1 1 0 0 0,5 3-11 0 0,9 1-15 0 0,-3 0-2 0 0,27 14 1 0 0,-33-16 23 0 0,2 2-26 0 0,-1-1-1 0 0,0 2 1 0 0,17 14-1 0 0,-18-14-19 0 0,-1 1-1 0 0,0 0 1 0 0,0 1-1 0 0,-1 0 1 0 0,6 12-1 0 0,-9-15 24 0 0,0 0 0 0 0,0 1 0 0 0,-1 0-1 0 0,0-1 1 0 0,-1 1 0 0 0,1 0 0 0 0,-2 0 0 0 0,1 0-1 0 0,0 7 1 0 0,-1 6-9 0 0,0-1-1 0 0,-2 1 1 0 0,0-1-1 0 0,-8 35 1 0 0,0-4 15 0 0,8-41 28 0 0,0-1 0 0 0,1 1 0 0 0,0 0 0 0 0,0 0 0 0 0,1 0 0 0 0,1 11 0 0 0,-1 0-1 0 0,1-11 2 0 0,0-1 0 0 0,1 0 1 0 0,0 1-1 0 0,1-1 0 0 0,0 0 1 0 0,0 0-1 0 0,1 0 0 0 0,4 7 1 0 0,40 62 33 0 0,-43-70-32 0 0,5 9 21 0 0,-5-10-36 0 0,-1 0 1 0 0,0 0-1 0 0,0 0 1 0 0,0 1-1 0 0,3 10 1 0 0,-5 1-44 0 0,-2-18 44 0 0,0 1 1 0 0,0 0-1 0 0,0-1 1 0 0,0 1-1 0 0,-1 0 0 0 0,1-1 1 0 0,0 1-1 0 0,0 0 1 0 0,0-1-1 0 0,0 1 0 0 0,-1-1 1 0 0,1 1-1 0 0,0 0 1 0 0,-1-1-1 0 0,1 1 0 0 0,0-1 1 0 0,-1 1-1 0 0,1-1 1 0 0,-1 1-1 0 0,1-1 0 0 0,-1 1 1 0 0,0 0-1 0 0,-6 1-24 0 0,5-1 13 0 0,0 0 0 0 0,0 0 0 0 0,-1 0 0 0 0,1-1 0 0 0,0 1-1 0 0,-1-1 1 0 0,-3 1 0 0 0,-77 3-4455 0 0,67-4 2115 0 0,-18-1-6581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10082 0 0,'0'0'20611'0'0,"4"1"-20511"0"0,-2-1-96 0 0,33 5 68 0 0,-32-8-554 0 0,-16 5-10085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6185 0 0,'0'0'17241'0'0,"2"-7"-16482"0"0,5-22-145 0 0,-5 21 949 0 0,-2 17-1556 0 0,1-1 1 0 0,3 13-1 0 0,1 10-39 0 0,-3-19 31 0 0,0 1 0 0 0,7 22 0 0 0,-3-16 23 0 0,32 87 68 0 0,-31-89-77 0 0,5 13 69 0 0,2-1 0 0 0,29 45 0 0 0,-31-56 3 0 0,1-1-1 0 0,0 0 0 0 0,1-1 1 0 0,32 27-1 0 0,-42-40-42 0 0,0 1 1 0 0,0-2 0 0 0,0 1-1 0 0,1 0 1 0 0,-1-1-1 0 0,1 0 1 0 0,0 0 0 0 0,0 0-1 0 0,-1-1 1 0 0,1 1-1 0 0,0-1 1 0 0,0 0 0 0 0,0-1-1 0 0,0 1 1 0 0,1-1-1 0 0,-1 0 1 0 0,6-1 0 0 0,-9 1-34 0 0,0-1 0 0 0,-1 1 0 0 0,1-1 1 0 0,0 0-1 0 0,-1 0 0 0 0,1 0 0 0 0,-1 0 0 0 0,1 0 1 0 0,-1 0-1 0 0,1-1 0 0 0,-1 1 0 0 0,1 0 1 0 0,-1-1-1 0 0,0 1 0 0 0,0-1 0 0 0,0 1 0 0 0,2-4 1 0 0,-1 0-4 0 0,1-1 0 0 0,0 0 0 0 0,-1 1 1 0 0,2-9-1 0 0,-1-4-69 0 0,0 0-1 0 0,-1 0 1 0 0,-1-1 0 0 0,-1 1-1 0 0,-4-35 1 0 0,3 44-336 0 0,5 15-519 0 0,2 6 656 0 0,10 11 179 0 0,0-1 0 0 0,2-1 0 0 0,36 35 0 0 0,-39-42 97 0 0,2-1-1 0 0,-1 0 1 0 0,2-1-1 0 0,0-1 1 0 0,32 14-1 0 0,-44-22 13 0 0,1 0-1 0 0,-1-1 1 0 0,1 0 0 0 0,0 0-1 0 0,0 0 1 0 0,0-1-1 0 0,0 0 1 0 0,0-1-1 0 0,0 0 1 0 0,10 0 0 0 0,-16-1-14 0 0,1 1 1 0 0,-1-1-1 0 0,0 0 1 0 0,1 0 0 0 0,-1 1-1 0 0,1-1 1 0 0,-1 0 0 0 0,0 0-1 0 0,0-1 1 0 0,0 1-1 0 0,1 0 1 0 0,-1 0 0 0 0,0 0-1 0 0,0-1 1 0 0,-1 1 0 0 0,1 0-1 0 0,0-1 1 0 0,0 1-1 0 0,-1-1 1 0 0,1 1 0 0 0,0-3-1 0 0,1-2 5 0 0,-1 1 0 0 0,1-1 0 0 0,-1 0 0 0 0,0-8 0 0 0,0 3-3 0 0,0-1-1 0 0,-2 1 1 0 0,1 0-1 0 0,-1 0 1 0 0,-1-1-1 0 0,-5-20 1 0 0,-74-254-17 0 0,53 171-1033 0 0,21 94-318 0 0,0 9-2386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1184 0 0,'0'0'25411'0'0,"-4"-2"-23983"0"0,5 6-1437 0 0,-1 0 0 0 0,1-1 0 0 0,0 1-1 0 0,0 0 1 0 0,2 6 0 0 0,-1-5 0 0 0,0-1 0 0 0,-1 1-1 0 0,2 8 1 0 0,0 92 20 0 0,-3-81-7 0 0,0-24 80 0 0,13 0 407 0 0,15-1-329 0 0,0-2 0 0 0,35-8 0 0 0,6 0-89 0 0,62-9-5 0 0,-121 19-255 0 0,0 0 1 0 0,0-1 0 0 0,0-1 0 0 0,0 0-1 0 0,13-6 1 0 0,-23 9 118 0 0,0 0 1 0 0,0 0-1 0 0,0 0 0 0 0,0 0 1 0 0,1 0-1 0 0,-1 0 0 0 0,0 0 1 0 0,0 0-1 0 0,0 0 0 0 0,0-1 1 0 0,0 1-1 0 0,0 0 0 0 0,1 0 1 0 0,-1 0-1 0 0,0 0 0 0 0,0 0 1 0 0,0 0-1 0 0,0-1 0 0 0,0 1 0 0 0,0 0 1 0 0,0 0-1 0 0,0 0 0 0 0,0 0 1 0 0,0 0-1 0 0,0-1 0 0 0,0 1 1 0 0,0 0-1 0 0,0 0 0 0 0,0 0 1 0 0,0 0-1 0 0,0-1 0 0 0,0 1 1 0 0,0 0-1 0 0,0 0 0 0 0,0 0 1 0 0,0 0-1 0 0,0-1 0 0 0,0 1 1 0 0,0 0-1 0 0,0 0 0 0 0,-7-5-5305 0 0,1 4 3118 0 0,-11-3-7286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12955 0 0,'0'0'10565'0'0,"2"25"-10356"0"0,9 79 3 0 0,-10-96-146 0 0,-1-1 0 0 0,2 1 1 0 0,3 14-1 0 0,-3-13 25 0 0,19 64-1227 0 0,-16-56-3627 0 0,0 0-4397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85 384 0 0,'0'0'12329'0'0,"1"-6"-11272"0"0,2-23 850 0 0,-2 26-966 0 0,0 0 0 0 0,0-1 0 0 0,0 1 0 0 0,0 0 0 0 0,3-4 0 0 0,-3 5-694 0 0,0 0-178 0 0,0 1 1 0 0,0 0-1 0 0,0-1 0 0 0,-1 1 0 0 0,1 0 1 0 0,1-1-1 0 0,-1 1 0 0 0,0 0 1 0 0,0 0-1 0 0,0 0 0 0 0,0 0 0 0 0,1 0 1 0 0,-1 0-1 0 0,0 0 0 0 0,1 1 0 0 0,-1-1 1 0 0,1 0-1 0 0,2 0 0 0 0,25-2-27 0 0,-24 2-52 0 0,1 1 1 0 0,0 0-1 0 0,-1 1 1 0 0,1-1-1 0 0,-1 1 1 0 0,1 0 0 0 0,-1 0-1 0 0,1 1 1 0 0,-1 0-1 0 0,0 0 1 0 0,1 0-1 0 0,4 3 1 0 0,5 4 9 0 0,-3-2-31 0 0,21 16 0 0 0,-30-21 20 0 0,0 1 1 0 0,0 0 0 0 0,0 0-1 0 0,-1 0 1 0 0,1 0 0 0 0,-1 0-1 0 0,0 0 1 0 0,0 1-1 0 0,0-1 1 0 0,0 1 0 0 0,1 5-1 0 0,2 2-14 0 0,-5-10 17 0 0,1 1 0 0 0,0 0 0 0 0,-1 0 0 0 0,1 0 0 0 0,-1 0 0 0 0,1 0 0 0 0,-1-1 0 0 0,0 5 0 0 0,1-3 13 0 0,-1 0 1 0 0,0 0-1 0 0,-1-1 1 0 0,1 1-1 0 0,0 0 1 0 0,-1 0-1 0 0,1 0 1 0 0,-1-1-1 0 0,0 1 1 0 0,0 0-1 0 0,0-1 1 0 0,0 1-1 0 0,-1-1 1 0 0,-1 4-1 0 0,-1-1 31 0 0,0 0-1 0 0,0 0 0 0 0,0 0 0 0 0,-7 5 0 0 0,10-8 4 0 0,-1-1 0 0 0,0 1 0 0 0,0-1 0 0 0,0 1 0 0 0,-1-1 1 0 0,1 0-1 0 0,0 0 0 0 0,0 0 0 0 0,-1 0 0 0 0,1-1 1 0 0,-1 1-1 0 0,1-1 0 0 0,0 1 0 0 0,-3-1 0 0 0,-7 0 143 0 0,-35-1 425 0 0,42 0-557 0 0,0 0 0 0 0,1 0 1 0 0,-1 0-1 0 0,0-1 0 0 0,1 1 1 0 0,-1-1-1 0 0,-6-3 0 0 0,-2-3 49 0 0,5 4 115 0 0,-1-1 0 0 0,1-1 0 0 0,-13-9 0 0 0,19 13-146 0 0,0 0-1 0 0,0 0 1 0 0,1-1 0 0 0,-1 1 0 0 0,0 0 0 0 0,1 0 0 0 0,-1-1 0 0 0,1 1 0 0 0,0-1 0 0 0,0 0-1 0 0,0 1 1 0 0,0-1 0 0 0,0 0 0 0 0,1 1 0 0 0,-1-1 0 0 0,1 0 0 0 0,-1-4 0 0 0,1 5-58 0 0,1-1 1 0 0,-1 1 0 0 0,0 0-1 0 0,1-1 1 0 0,-1 1 0 0 0,1-1-1 0 0,0 1 1 0 0,-1 0 0 0 0,1-1-1 0 0,1 1 1 0 0,-1 0 0 0 0,0 0-1 0 0,0 0 1 0 0,1 0 0 0 0,-1 0-1 0 0,1 0 1 0 0,0 0 0 0 0,-1 1-1 0 0,1-1 1 0 0,0 0 0 0 0,0 1-1 0 0,0 0 1 0 0,0-1 0 0 0,3 0-1 0 0,0-1-226 0 0,0 0 0 0 0,0 0-1 0 0,0 1 1 0 0,1 0-1 0 0,-1 0 1 0 0,11-2 0 0 0,2 2-4785 0 0,-1 1-6209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0 0 0,'0'0'23340'0'0,"0"-13"-22628"0"0,0-55 1399 0 0,0 74-2211 0 0,0-4 93 0 0,0 0 0 0 0,1 0 0 0 0,-1 0 0 0 0,1-1 0 0 0,-1 1 0 0 0,3 3-1 0 0,2 12-21 0 0,-5-15 30 0 0,0 0 0 0 0,1 0 0 0 0,-1 0 1 0 0,1 0-1 0 0,0 1 0 0 0,0-1 0 0 0,1 3 0 0 0,4 10 2 0 0,-1-1-1 0 0,7 17 0 0 0,-6-18 5 0 0,6 23 0 0 0,21 140 15 0 0,-25-151-13 0 0,-3-8 34 0 0,-5-16-32 0 0,0-1-1 0 0,0 1 1 0 0,1-1-1 0 0,-1 1 1 0 0,0-1-1 0 0,0 1 1 0 0,1-1-1 0 0,-1 1 1 0 0,0-1-1 0 0,1 1 0 0 0,-1-1 1 0 0,0 1-1 0 0,1-1 1 0 0,-1 1-1 0 0,1-1 1 0 0,-1 0-1 0 0,1 1 1 0 0,-1-1-1 0 0,1 0 1 0 0,-1 1-1 0 0,1-1 1 0 0,-1 0-1 0 0,2 1 1 0 0,13-1-173 0 0,-9 0-539 0 0,-6 0 533 0 0,1 0 0 0 0,0 0-1 0 0,-1-1 1 0 0,1 1 0 0 0,-1 0-1 0 0,1 0 1 0 0,0-1 0 0 0,-1 1-1 0 0,1 0 1 0 0,-1-1-1 0 0,1 1 1 0 0,-1-1 0 0 0,1 1-1 0 0,-1 0 1 0 0,1-1 0 0 0,-1 1-1 0 0,1-1 1 0 0,-1 0 0 0 0,1 1-1 0 0,-1-1 1 0 0,0 1-1 0 0,0-1 1 0 0,1 0 0 0 0,-1 1-1 0 0,0-2 1 0 0,5-17-8186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8994 0 0,'0'0'14758'0'0,"-14"2"-14497"0"0,-46 5-39 0 0,55-6-165 0 0,-1-1 1 0 0,1 1 0 0 0,0 0 0 0 0,-1 1 0 0 0,1-1 0 0 0,0 1 0 0 0,-5 2 0 0 0,1 0 19 0 0,5-2-34 0 0,0 0 1 0 0,0 0 0 0 0,0 1 0 0 0,1-1 0 0 0,-1 1 0 0 0,1 0 0 0 0,-1 0 0 0 0,-4 6-1 0 0,7-7-8 0 0,1-1-1 0 0,-1 1 0 0 0,1 0 0 0 0,0 0 1 0 0,0 0-1 0 0,0 0 0 0 0,0 0 1 0 0,0 0-1 0 0,0 2 0 0 0,1 3 111 0 0,0-6-92 0 0,0 1 0 0 0,0-1 0 0 0,0 0 0 0 0,0 0 0 0 0,0 1 0 0 0,0-1 0 0 0,1 0 0 0 0,-1 0 0 0 0,0 0 0 0 0,1-1 0 0 0,2 3 0 0 0,0-1 54 0 0,2 2-44 0 0,1-1 0 0 0,0 0 0 0 0,0 0 0 0 0,0 0 0 0 0,0-1 0 0 0,1 0 0 0 0,7 1 0 0 0,5 1-5 0 0,197 54-242 0 0,-197-50-2169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51 7042 0 0,'0'0'15556'0'0,"-9"-9"-14617"0"0,-27-25-177 0 0,26 26 1504 0 0,17 17-2620 0 0,-4-5 493 0 0,49 64-135 0 0,-3-4 17 0 0,33 66 2 0 0,-80-126-26 0 0,1 1 0 0 0,-1-1 1 0 0,0 0-1 0 0,0 1 0 0 0,-1-1 1 0 0,1 1-1 0 0,-1 0 0 0 0,0-1 1 0 0,-1 1-1 0 0,1 0 0 0 0,0 5 1 0 0,-1-9 179 0 0,0 1-376 0 0,0 1-1 0 0,0-1 1 0 0,-1 0 0 0 0,1 1-1 0 0,0-1 1 0 0,-2 3-1 0 0,2-5 91 0 0,0 1 0 0 0,0-1-1 0 0,0 0 1 0 0,0 0-1 0 0,-1 1 1 0 0,1-1-1 0 0,0 0 1 0 0,0 1 0 0 0,-1-1-1 0 0,1 0 1 0 0,0 0-1 0 0,-1 1 1 0 0,1-1-1 0 0,0 0 1 0 0,-1 0 0 0 0,1 0-1 0 0,0 0 1 0 0,-1 1-1 0 0,1-1 1 0 0,0 0-1 0 0,-1 0 1 0 0,1 0-1 0 0,0 0 1 0 0,-1 0 0 0 0,1 0-1 0 0,-1 0 1 0 0,1 0-1 0 0,0 0 1 0 0,-1 0-1 0 0,1 0 1 0 0,0 0 0 0 0,-1 0-1 0 0,1 0 1 0 0,-1-1-1 0 0,1 1 1 0 0,0 0-1 0 0,-1 0 1 0 0,1 0 0 0 0,0 0-1 0 0,-1-1 1 0 0,1 1-1 0 0,0 0 1 0 0,0 0-1 0 0,-1-1 1 0 0,-2-2-1159 0 0,0 0 0 0 0,0 0 1 0 0,1 0-1 0 0,-1 0 0 0 0,1-1 0 0 0,0 1 0 0 0,-4-8 1 0 0,4 7-310 0 0,-1-5-2114 0 0,0 2-1122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29 6601 0 0,'0'0'17169'0'0,"-32"-4"-16926"0"0,-102-13-49 0 0,95 11-96 0 0,20 5 34 0 0,12 1-108 0 0,-10-1-160 0 0,-30 3 476 0 0,42-2-914 0 0,-1 1 0 0 0,1 0 1 0 0,0 0-1 0 0,0 1 0 0 0,0-1 0 0 0,0 1 1 0 0,-4 3-1 0 0,-9 3-10280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7274 0 0,'0'0'17573'0'0,"9"2"-17529"0"0,-4 0-43 0 0,13 3 36 0 0,-1 1-1 0 0,29 14 0 0 0,88 56 99 0 0,-86-48-768 0 0,2-2-1 0 0,86 30 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10754 0 0,'0'0'12822'0'0,"-8"5"-12718"0"0,-25 16 13 0 0,32-19-105 0 0,-1-1-1 0 0,1 0 1 0 0,0 1 0 0 0,0-1 0 0 0,0 1-1 0 0,-1-1 1 0 0,1 1 0 0 0,0-1-1 0 0,1 1 1 0 0,-1 0 0 0 0,0-1-1 0 0,0 1 1 0 0,1 0 0 0 0,-1 0-1 0 0,1 0 1 0 0,-1 3 0 0 0,0 1 29 0 0,-3 16 195 0 0,-2 43 1 0 0,5-43-86 0 0,-8 39 0 0 0,9-60-228 0 0,-1 1 1 0 0,1 0-1 0 0,-1 0 0 0 0,0 0 1 0 0,0-1-1 0 0,0 1 0 0 0,0 0 0 0 0,0-1 1 0 0,0 1-1 0 0,0-1 0 0 0,0 1 1 0 0,-1-1-1 0 0,1 1 0 0 0,0-1 1 0 0,-1 0-1 0 0,1 0 0 0 0,-1 0 1 0 0,0 0-1 0 0,1 0 0 0 0,-4 1 1 0 0,-17 4-3873 0 0,1-5-4236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22 11250 0 0,'0'0'12899'0'0,"-25"-3"-12797"0"0,-75-12-53 0 0,71 11-17 0 0,24 6-19 0 0,1-1 0 0 0,-1 1 0 0 0,1 0 0 0 0,0 1 0 0 0,0-1 0 0 0,0 1 0 0 0,0 0 0 0 0,0 0 0 0 0,-5 5 1 0 0,5-4 12 0 0,3-3-22 0 0,1-1 1 0 0,-1 0 0 0 0,1 1-1 0 0,-1 0 1 0 0,1-1 0 0 0,-1 1 0 0 0,1-1-1 0 0,-1 1 1 0 0,1 0 0 0 0,0-1 0 0 0,-1 1-1 0 0,1 0 1 0 0,0-1 0 0 0,0 1-1 0 0,-1 0 1 0 0,1-1 0 0 0,0 1 0 0 0,0 0-1 0 0,0-1 1 0 0,0 1 0 0 0,0 0-1 0 0,0 0 1 0 0,0-1 0 0 0,0 2 0 0 0,0 0 6 0 0,0-1 0 0 0,0 0 0 0 0,1 1 1 0 0,-1-1-1 0 0,0 0 0 0 0,1 0 0 0 0,-1 1 0 0 0,0-1 1 0 0,1 0-1 0 0,0 0 0 0 0,-1 0 0 0 0,1 1 1 0 0,0-1-1 0 0,1 2 0 0 0,6 10 49 0 0,8 25-24 0 0,-10-25-29 0 0,-1 0 0 0 0,6 20 0 0 0,3 52-38 0 0,-8-41 29 0 0,6 46 18 0 0,-6-41-13 0 0,3 10 8 0 0,-5-44-7 0 0,-2-5 3 0 0,0-1 0 0 0,1 1 0 0 0,4 9 0 0 0,-3-9 10 0 0,-3-7-3 0 0,1 1 0 0 0,0-1-1 0 0,0 1 1 0 0,2 3 0 0 0,13 15 211 0 0,-10-15-113 0 0,-6-5-73 0 0,1 0-1 0 0,0-1 1 0 0,0 1 0 0 0,-1-1-1 0 0,1 1 1 0 0,4 2 0 0 0,-2-2 62 0 0,0-1 1 0 0,1 1-1 0 0,-1 0 0 0 0,0-1 1 0 0,1 0-1 0 0,-1 0 1 0 0,1-1-1 0 0,4 1 0 0 0,40-1 438 0 0,-22-1-479 0 0,-19 1-121 0 0,-4 1-40 0 0,0-1 0 0 0,0 0-1 0 0,0-1 1 0 0,0 1 0 0 0,0 0-1 0 0,0-1 1 0 0,0 0 0 0 0,5-2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8154 0 0,'0'0'16145'0'0,"1"0"-16142"0"0,-1 0 1 0 0,0 0-1 0 0,0 0 1 0 0,0 0-1 0 0,1 1 1 0 0,-1-1-1 0 0,0 0 1 0 0,0 0-1 0 0,0 0 1 0 0,0 0-1 0 0,1 0 1 0 0,-1 0 0 0 0,0 1-1 0 0,0-1 1 0 0,0 0-1 0 0,0 0 1 0 0,0 0-1 0 0,0 0 1 0 0,0 1-1 0 0,1-1 1 0 0,-1 0-1 0 0,0 0 1 0 0,0 0 0 0 0,0 1-1 0 0,0-1 1 0 0,0 0-1 0 0,0 0 1 0 0,0 1-1 0 0,4 9 30 0 0,0 1 0 0 0,0-1 0 0 0,1 1 0 0 0,7 9 0 0 0,1 2 46 0 0,-6-8 10 0 0,4 9 57 0 0,2-1 0 0 0,0 0 0 0 0,22 25-1 0 0,-32-43-120 0 0,-1-1-11 0 0,1 0 1 0 0,-1-1 0 0 0,1 1-1 0 0,4 2 1 0 0,-7-4-118 0 0,-3-8-4307 0 0,0 3 3055 0 0,0 1 1 0 0,-1-1-1 0 0,-4-3 1 0 0,-6-6-5299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6289 0 0,'0'0'17844'0'0,"5"-14"-17756"0"0,14-41-44 0 0,-19 54-43 0 0,0 0 0 0 0,1 0-1 0 0,-1 0 1 0 0,1 0 0 0 0,-1 0 0 0 0,1 1-1 0 0,-1-1 1 0 0,1 0 0 0 0,0 0 0 0 0,-1 0-1 0 0,1 0 1 0 0,0 1 0 0 0,0-1 0 0 0,0 0-1 0 0,1 0 1 0 0,-1 0-2 0 0,-1 1 0 0 0,1 0 0 0 0,0 0 0 0 0,-1 0 0 0 0,1 0 0 0 0,0 0 0 0 0,-1 0 0 0 0,1 0 0 0 0,0 0 0 0 0,-1 0 0 0 0,1 0 0 0 0,0 0 0 0 0,0 1 0 0 0,3 0-10 0 0,11-1-19 0 0,-1 1 0 0 0,0 1 1 0 0,23 6-1 0 0,41 15-1 0 0,-27-6 23 0 0,29 10-21 0 0,-79-26-3 0 0,0-1 0 0 0,-1 0 0 0 0,1 1 0 0 0,-1-1 0 0 0,1 1 0 0 0,-1-1 0 0 0,1 1 1 0 0,-1-1-1 0 0,1 1 0 0 0,-1-1 0 0 0,0 1 0 0 0,1-1 0 0 0,-1 1 0 0 0,0 0 0 0 0,1-1 0 0 0,-1 1 0 0 0,0 0 0 0 0,0-1 0 0 0,0 1 0 0 0,1 0 0 0 0,-1-1 0 0 0,0 1 0 0 0,0 0 0 0 0,0-1 0 0 0,0 1 0 0 0,0 0 0 0 0,0-1 1 0 0,0 1-1 0 0,-1 0 0 0 0,1-1 0 0 0,0 1 0 0 0,-1 1 0 0 0,-7 26-57 0 0,6-24 64 0 0,-1 8 18 0 0,-1 0-1 0 0,1 1 1 0 0,-2 25 0 0 0,3 39 44 0 0,2-65-34 0 0,1-5 8 0 0,-1 0 0 0 0,1 0 0 0 0,0 0 0 0 0,1-1 0 0 0,-1 1 0 0 0,6 11 0 0 0,20 37 94 0 0,-18-38-42 0 0,12 29 1 0 0,-19-42-55 0 0,0 1 0 0 0,1 0 0 0 0,-1-1 0 0 0,5 6 0 0 0,6 11 22 0 0,-5-7-12 0 0,-6-13-21 0 0,-1 1 0 0 0,0-1 0 0 0,0 1 0 0 0,0-1 0 0 0,-1 1 0 0 0,1 0 0 0 0,0-1 0 0 0,-1 1-1 0 0,1 0 1 0 0,-1 0 0 0 0,1-1 0 0 0,-1 4 0 0 0,1 4-26 0 0,-1-7 19 0 0,0 1 1 0 0,0-1 0 0 0,0 0-1 0 0,0 0 1 0 0,0 0-1 0 0,-1 0 1 0 0,0 3 0 0 0,1-4 6 0 0,-1 0 1 0 0,0 0 0 0 0,1 0 0 0 0,-1 0-1 0 0,0 0 1 0 0,0 0 0 0 0,1 0-1 0 0,-1-1 1 0 0,0 1 0 0 0,0 0-1 0 0,0 0 1 0 0,0-1 0 0 0,0 1-1 0 0,0-1 1 0 0,0 1 0 0 0,0-1 0 0 0,-2 1-1 0 0,-49 19-1731 0 0,16-8-3058 0 0,22-7-375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52 3057 0 0,'0'0'20513'0'0,"-2"-5"-19983"0"0,-7-17-153 0 0,6 16 45 0 0,4 14-528 0 0,0-1 94 0 0,1-1 0 0 0,0 1 0 0 0,5 11 0 0 0,0 2 26 0 0,95 245 17 0 0,-95-248-29 0 0,15 31 29 0 0,2-1 0 0 0,60 87 0 0 0,-70-119-27 0 0,-9-10 22 0 0,-5-5-7 0 0,1 1 0 0 0,-1-1 1 0 0,0 0-1 0 0,0 0 0 0 0,1 0 0 0 0,-1 1 1 0 0,1-1-1 0 0,-1 0 0 0 0,0 0 1 0 0,1 0-1 0 0,-1 0 0 0 0,0 1 0 0 0,1-1 1 0 0,-1 0-1 0 0,1 0 0 0 0,-1 0 1 0 0,0 0-1 0 0,1 0 0 0 0,-1 0 0 0 0,1 0 1 0 0,-1 0-1 0 0,0 0 0 0 0,1 0 1 0 0,-1-1-1 0 0,1 1 0 0 0,-1 0 0 0 0,0 0 1 0 0,1 0-1 0 0,-1 0 0 0 0,0-1 1 0 0,1 1-1 0 0,-1 0 0 0 0,0 0 0 0 0,1-1 1 0 0,-1 1-1 0 0,0 0 0 0 0,1 0 1 0 0,-1-1-1 0 0,0 1 0 0 0,1-1 0 0 0,9-15 248 0 0,-9 14-293 0 0,4-7 40 0 0,0-1 0 0 0,-1 0 0 0 0,-1 0 0 0 0,0 0 0 0 0,0 0 0 0 0,2-16 0 0 0,2-65 40 0 0,-5 59-49 0 0,0 0 10 0 0,-2 32-21 0 0,0 0 0 0 0,1 0 0 0 0,-1 0 0 0 0,0-1 0 0 0,0 1 0 0 0,1 0 0 0 0,-1 0 0 0 0,0 0 0 0 0,1-1 0 0 0,-1 1 0 0 0,0 0 0 0 0,1 0 0 0 0,-1 0 0 0 0,0 0 0 0 0,1 0 0 0 0,-1 0 0 0 0,0 0 0 0 0,1 0 0 0 0,-1 0 0 0 0,0 0 0 0 0,1 0 0 0 0,-1 0 0 0 0,0 0 0 0 0,1 0 0 0 0,-1 0 0 0 0,0 0 0 0 0,1 0 0 0 0,-1 0 0 0 0,0 1 1 0 0,1-1-1 0 0,12 4-262 0 0,-3 4 170 0 0,0-1-1 0 0,13 14 1 0 0,3 2 71 0 0,-5-6 30 0 0,1-1 1 0 0,1-1-1 0 0,43 22 1 0 0,-54-31 48 0 0,1-1-1 0 0,0-1 1 0 0,0 1 0 0 0,0-2 0 0 0,1 0 0 0 0,-1-1-1 0 0,1 0 1 0 0,-1-1 0 0 0,22-1 0 0 0,-34 0-30 0 0,1 0 1 0 0,-1 0-1 0 0,1-1 0 0 0,-1 1 1 0 0,1-1-1 0 0,-1 1 0 0 0,1-1 1 0 0,-1 0-1 0 0,1 1 0 0 0,-1-1 1 0 0,0 0-1 0 0,1 0 0 0 0,-1 0 1 0 0,0 0-1 0 0,0 0 0 0 0,0-1 1 0 0,0 1-1 0 0,0 0 0 0 0,0 0 1 0 0,0-1-1 0 0,0 1 0 0 0,0 0 1 0 0,0-1-1 0 0,-1 1 0 0 0,1-1 1 0 0,-1 1-1 0 0,1-3 0 0 0,1-4 38 0 0,0 1 0 0 0,-1-1 0 0 0,0 0 0 0 0,-1-8 0 0 0,1 14-53 0 0,-1-13 24 0 0,0 0-1 0 0,-1 0 1 0 0,0 0-1 0 0,-1 0 1 0 0,-1 0-1 0 0,0 0 1 0 0,-8-20-1 0 0,-10-15-350 0 0,-2 0-1 0 0,-2 1 1 0 0,-2 2 0 0 0,-34-45-1 0 0,44 72-927 0 0,16 19 887 0 0,0 0 1 0 0,1 1-1 0 0,-1-1 0 0 0,0 0 0 0 0,0 1 0 0 0,0-1 0 0 0,0 1 0 0 0,0-1 1 0 0,0 1-1 0 0,0-1 0 0 0,0 1 0 0 0,0 0 0 0 0,0 0 0 0 0,0-1 0 0 0,-1 1 1 0 0,1 0-1 0 0,0 0 0 0 0,-2 0 0 0 0,3 0 119 0 0,-1 1-1 0 0,1-1 1 0 0,0 0-1 0 0,-1 0 1 0 0,1 0-1 0 0,0 1 1 0 0,-1-1-1 0 0,1 1-484 0 0,-1-1 484 0 0,1 0 1 0 0,0 1-1 0 0,0-1 1 0 0,0 0-1 0 0,-1 1 1 0 0,1-1-1 0 0,0 0 1 0 0,0 1-1 0 0,0-1 0 0 0,0 0 1 0 0,0 1-1 0 0,0-1 1 0 0,0 1 0 0 0,-1 9-3976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13051 0 0,'0'0'11794'0'0,"0"3"-11779"0"0,-1 4 2 0 0,0 0 0 0 0,1 0 0 0 0,1-1 0 0 0,-1 1 0 0 0,1 0 0 0 0,0-1 0 0 0,0 1 0 0 0,3 8 0 0 0,11 20 105 0 0,2 5 67 0 0,-3-10-68 0 0,-9-19-79 0 0,-5-10-14 0 0,0 0 1 0 0,0 0-1 0 0,0-1 0 0 0,1 1 1 0 0,-1 0-1 0 0,0 0 0 0 0,1 0 0 0 0,-1-1 1 0 0,1 1-1 0 0,-1 0 0 0 0,1 0 1 0 0,0 0-1 0 0,1 0 117 0 0,0 0-1 0 0,0-1 1 0 0,0 1 0 0 0,-1-1-1 0 0,1 0 1 0 0,0 0 0 0 0,0 0-1 0 0,0 0 1 0 0,0 0 0 0 0,3 0-1 0 0,21-5-75 0 0,-17 3 45 0 0,81-16-9 0 0,-17 5-72 0 0,-28 6-34 0 0,-43 7-7 0 0,23-4-968 0 0,45-15 0 0 0,-69 19 700 0 0,0-1 0 0 0,0 1 0 0 0,1-1 0 0 0,-1 1 0 0 0,0-1 0 0 0,0 0 1 0 0,0 0-1 0 0,0 1 0 0 0,0-1 0 0 0,0 0 0 0 0,1-1 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6529 0 0,'0'0'15725'0'0,"3"30"-15514"0"0,9 92-27 0 0,-7-84-54 0 0,-1-29-41 0 0,1-2-44 0 0,8 24-865 0 0,-5-12-6070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 0 0,'0'0'16515'0'0,"0"7"-16213"0"0,0-3-219 0 0,0 3 77 0 0,0 1 0 0 0,0-1-1 0 0,1 0 1 0 0,-1 0 0 0 0,2 0-1 0 0,-1 0 1 0 0,1 0 0 0 0,2 7-1 0 0,9 12 388 0 0,18 28 0 0 0,-16-30-343 0 0,22 31 83 0 0,-26-36-225 0 0,-6-12-43 0 0,-1 1-1 0 0,0-1 1 0 0,-1 1 0 0 0,5 13 0 0 0,-4 6-262 0 0,-6-18-3597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28 9746 0 0,'0'0'12363'0'0,"-32"-4"-12093"0"0,-97-15-111 0 0,120 17-129 0 0,-1 1 0 0 0,-19-1 0 0 0,21 2-2 0 0,3 1-119 0 0,1-1 1 0 0,-1 1 0 0 0,0-1-1 0 0,1 1 1 0 0,-1 0 0 0 0,1 1 0 0 0,-9 3-1 0 0,0 1-2775 0 0,-1 2-3394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9386 0 0,'0'0'16842'0'0,"2"-2"-16747"0"0,-2 2-91 0 0,1 0 1 0 0,-1-1-1 0 0,1 1 1 0 0,-1-1-1 0 0,1 1 0 0 0,-1 0 1 0 0,1-1-1 0 0,-1 1 1 0 0,1 0-1 0 0,-1 0 0 0 0,1-1 1 0 0,-1 1-1 0 0,1 0 0 0 0,-1 0 1 0 0,1 0-1 0 0,0 0 1 0 0,-1 0-1 0 0,2 0 0 0 0,13 6 59 0 0,-14-5-62 0 0,41 21 62 0 0,226 116 126 0 0,-259-134-195 0 0,24 11-20 0 0,41 27 0 0 0,-53-32-974 0 0,-41-16-16248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10738 0 0,'0'0'12855'0'0,"-12"10"-12678"0"0,-36 29-47 0 0,44-37-108 0 0,1 1 0 0 0,0 0 1 0 0,0 1-1 0 0,-4 3 0 0 0,2 6 66 0 0,2-1-42 0 0,-8 23 134 0 0,8-27-120 0 0,1 1 1 0 0,-1-1 0 0 0,-6 12 0 0 0,-2 2-12 0 0,8-14-361 0 0,-1 0 0 0 0,0-1-1 0 0,0 0 1 0 0,-11 13 0 0 0,10-15-1389 0 0,0 0 0 0 0,0 0 0 0 0,0-1 0 0 0,-9 6 0 0 0,7-4-4079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89 10482 0 0,'0'0'12842'0'0,"-30"-15"-12642"0"0,-95-43-54 0 0,88 44-74 0 0,36 13-67 0 0,1 1 1 0 0,-1 0-1 0 0,0 0 0 0 0,0 0 1 0 0,0-1-1 0 0,1 1 0 0 0,-1 0 1 0 0,0 0-1 0 0,0 0 0 0 0,0 0 1 0 0,-1 1-1 0 0,-5 0 29 0 0,4-1-23 0 0,-3-1 0 0 0,0 1 0 0 0,0 1 0 0 0,-6 0 0 0 0,10 0-9 0 0,-1 0 1 0 0,1 0-1 0 0,0 0 1 0 0,-1 0-1 0 0,1 0 1 0 0,0 0-1 0 0,0 1 1 0 0,0-1-1 0 0,-4 3 1 0 0,4-2 2 0 0,1 0 0 0 0,-1 0 0 0 0,0 0 1 0 0,1 0-1 0 0,0 0 0 0 0,-1 0 0 0 0,1 0 0 0 0,0 1 0 0 0,0-1 1 0 0,0 0-1 0 0,0 1 0 0 0,0-1 0 0 0,1 1 0 0 0,-1-1 1 0 0,1 1-1 0 0,0-1 0 0 0,0 1 0 0 0,-1-1 0 0 0,2 1 1 0 0,-1-1-1 0 0,0 1 0 0 0,0-1 0 0 0,2 6 0 0 0,1 1 31 0 0,0-1-1 0 0,0 1 1 0 0,0 0-1 0 0,2-1 1 0 0,5 9-1 0 0,9 15 26 0 0,-1 0 0 0 0,21 54 0 0 0,-29-62-73 0 0,-6-15 14 0 0,-1-1 0 0 0,0 1 0 0 0,3 10 0 0 0,7 69 23 0 0,0 11-14 0 0,-5-37 20 0 0,-8-60-16 0 0,1-1 1 0 0,-1 1 0 0 0,0 0 0 0 0,1-1 0 0 0,-1 1 0 0 0,1-1-1 0 0,0 1 1 0 0,0-1 0 0 0,-1 1 0 0 0,1-1 0 0 0,0 1 0 0 0,0-1-1 0 0,0 0 1 0 0,0 0 0 0 0,2 2 0 0 0,16 5 1003 0 0,-8-5-877 0 0,1-1 0 0 0,-1-1-1 0 0,1 0 1 0 0,14-1 0 0 0,10 0-70 0 0,33 1-349 0 0,-38-2-4692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4 117 6513 0 0,'0'0'18612'0'0,"0"-14"-18240"0"0,-3-44-73 0 0,3 57-268 0 0,-1-1-1 0 0,1 1 0 0 0,0-1 1 0 0,1 1-1 0 0,-1-1 0 0 0,0 1 1 0 0,0-1-1 0 0,1 1 0 0 0,-1 0 1 0 0,2-4-1 0 0,-2 5-19 0 0,0 0 0 0 0,0 0 0 0 0,1-1 0 0 0,-1 1-1 0 0,0 0 1 0 0,0 0 0 0 0,0 0 0 0 0,1 0 0 0 0,-1-1 0 0 0,0 1 0 0 0,1 0 0 0 0,-1 0 0 0 0,0 0 0 0 0,0 0 0 0 0,1 0 0 0 0,-1 0-1 0 0,0-1 1 0 0,1 1 0 0 0,-1 0 0 0 0,0 0 0 0 0,1 0 0 0 0,2 0 61 0 0,1-2 21 0 0,1-1-22 0 0,1 0 0 0 0,0 1 0 0 0,0 0 1 0 0,12-3-1 0 0,-5 2-80 0 0,2 2 0 0 0,-1 0 0 0 0,0 0-1 0 0,22 3 1 0 0,-30-2 1 0 0,1 1 0 0 0,-1 0 0 0 0,1 1 0 0 0,-1-1 0 0 0,0 1 0 0 0,0 0 0 0 0,0 1 0 0 0,0 0 0 0 0,0 0 0 0 0,0 0-1 0 0,10 8 1 0 0,-14-9-2 0 0,0 1 0 0 0,0-1 0 0 0,0 1-1 0 0,0-1 1 0 0,-1 1 0 0 0,1 0-1 0 0,-1-1 1 0 0,0 1 0 0 0,0 0-1 0 0,0 0 1 0 0,0 0 0 0 0,0 0 0 0 0,-1 0-1 0 0,1 4 1 0 0,0 5-30 0 0,-1 1 0 0 0,-1 14 0 0 0,1-24 38 0 0,-1 2 1 0 0,0 0-1 0 0,0 0 0 0 0,0-1 1 0 0,0 1-1 0 0,-1-1 1 0 0,0 1-1 0 0,0-1 0 0 0,0 0 1 0 0,-4 5-1 0 0,-6 14 0 0 0,2-8 4 0 0,8-13-3 0 0,1 1 1 0 0,-1-1-1 0 0,0 1 1 0 0,1 0-1 0 0,0 0 1 0 0,-2 5-1 0 0,0 0-34 0 0,2-4 443 0 0,9-3-45 0 0,18-1-99 0 0,15 0-563 0 0,64-7 0 0 0,-90 5-807 0 0,30-6-2407 0 0,-31 3-1395 0 0,1-1-3750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8490 0 0,'0'0'13776'0'0,"10"-6"-13875"0"0,35-19 53 0 0,-44 25 43 0 0,1-1 1 0 0,-1 0-1 0 0,1 1 1 0 0,-1-1-1 0 0,1 1 0 0 0,-1 0 1 0 0,1 0-1 0 0,0-1 1 0 0,-1 1-1 0 0,1 0 1 0 0,-1 0-1 0 0,1 0 1 0 0,-1 1-1 0 0,1-1 1 0 0,0 0-1 0 0,-1 1 1 0 0,1-1-1 0 0,-1 1 0 0 0,1-1 1 0 0,-1 1-1 0 0,3 1 1 0 0,2 1-13 0 0,13 5-3 0 0,-2 0 0 0 0,1 1 0 0 0,-1 1 0 0 0,16 13 0 0 0,-19-14 4 0 0,-5-3-28 0 0,1 1 0 0 0,-2 0 0 0 0,16 14 0 0 0,-21-17 13 0 0,0-1 1 0 0,-1 1-1 0 0,1 0 1 0 0,0 0-1 0 0,-1 0 1 0 0,0 0-1 0 0,0 0 1 0 0,0 1-1 0 0,-1-1 1 0 0,0 1-1 0 0,1-1 1 0 0,-1 6-1 0 0,1 9 6 0 0,-2 0-1 0 0,-1 0 0 0 0,0 0 1 0 0,-8 38-1 0 0,5-30 37 0 0,2-8 42 0 0,1 0 0 0 0,1 24 0 0 0,1-10 23 0 0,-1-26-44 0 0,1 0-1 0 0,0 1 1 0 0,0-1 0 0 0,1 0 0 0 0,-1 0 0 0 0,6 12 0 0 0,21 37 251 0 0,-22-46-250 0 0,-2-3-9 0 0,0-1 0 0 0,3 11-1 0 0,-7-16-26 0 0,1-1 0 0 0,-1 0 0 0 0,0 0 0 0 0,0 0-1 0 0,0 0 1 0 0,0 1 0 0 0,1-1 0 0 0,-1 0-1 0 0,0 0 1 0 0,0 0 0 0 0,0 1 0 0 0,0-1 0 0 0,0 0-1 0 0,0 0 1 0 0,0 1 0 0 0,0-1 0 0 0,0 0-1 0 0,0 0 1 0 0,0 1 0 0 0,0-1 0 0 0,0 0 0 0 0,0 0-1 0 0,0 1 1 0 0,-13 2 34 0 0,-44 4-368 0 0,11-1-3132 0 0,3 0-6508 0 0,31-4 1569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16468 0 0,'0'0'11997'0'0,"-2"2"-11984"0"0,-5 8-9 0 0,7-10-6 0 0,0 1-1 0 0,0-1 1 0 0,0 0 0 0 0,0 1-1 0 0,0-1 1 0 0,0 1 0 0 0,1-1-1 0 0,-1 0 1 0 0,0 1-1 0 0,0-1 1 0 0,0 0 0 0 0,0 1-1 0 0,0-1 1 0 0,0 1 0 0 0,1-1-1 0 0,-1 0 1 0 0,0 1 0 0 0,0-1-1 0 0,1 0 1 0 0,-1 0 0 0 0,0 1-1 0 0,0-1 1 0 0,1 0-1 0 0,-1 0 1 0 0,0 1 0 0 0,1-1-1 0 0,-1 0 1 0 0,1 1 0 0 0,4 3-125 0 0,-4-1-116 0 0,0 0-1 0 0,0 0 1 0 0,0 0 0 0 0,0 1-1 0 0,-1-1 1 0 0,1 0-1 0 0,-1 4 1 0 0,1 13-8230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2 108 12283 0 0,'0'0'14191'0'0,"-1"1"-14181"0"0,1 0-9 0 0,0-1-1 0 0,0 1 0 0 0,0 0 1 0 0,0 0-1 0 0,0 0 1 0 0,0 0-1 0 0,0 0 0 0 0,0 0 1 0 0,0 0-1 0 0,0-1 0 0 0,0 1 1 0 0,0 0-1 0 0,1 0 1 0 0,-1 0-1 0 0,1 1 0 0 0,8 17 10 0 0,-2-5 1 0 0,23 54 79 0 0,2-1 0 0 0,54 81-1 0 0,-75-129-76 0 0,2-1 0 0 0,0 0-1 0 0,1-1 1 0 0,1-1 0 0 0,23 19-1 0 0,-29-26-13 0 0,-7-7-5 0 0,-1 0 0 0 0,1-1-1 0 0,0 1 1 0 0,-1-1-1 0 0,1 1 1 0 0,0-1 0 0 0,0 0-1 0 0,0 0 1 0 0,0 0-1 0 0,0 0 1 0 0,0 0 0 0 0,1 0-1 0 0,-1 0 1 0 0,0-1 0 0 0,0 1-1 0 0,1-1 1 0 0,3 1-1 0 0,-6-3-5 0 0,1 1-1 0 0,-1-1 1 0 0,1 1-1 0 0,-1-1 1 0 0,0 1-1 0 0,0-1 1 0 0,1 1-1 0 0,-1-1 0 0 0,0 1 1 0 0,-1-1-1 0 0,1-2 1 0 0,0 1-15 0 0,-1-13-15 0 0,-1 0 0 0 0,-1 0 0 0 0,0 0 0 0 0,-11-30 0 0 0,8 28 28 0 0,3 7 12 0 0,-1 2 0 0 0,1-2 0 0 0,1 1 0 0 0,-1 0 0 0 0,2-1 0 0 0,-1-11 1 0 0,3 22-47 0 0,1 0 0 0 0,0 0 1 0 0,0 0-1 0 0,0 0 0 0 0,-1 0 1 0 0,1 0-1 0 0,3 1 0 0 0,10 5-61 0 0,-1 1-1 0 0,0 0 1 0 0,0 1-1 0 0,16 12 1 0 0,-12-8 89 0 0,16 12 21 0 0,50 29-20 0 0,-75-49 32 0 0,0 1 1 0 0,1-2 0 0 0,-1 1-1 0 0,1-1 1 0 0,-1 0 0 0 0,1-1-1 0 0,17 1 1 0 0,-25-2-1 0 0,-1-1 0 0 0,1 0 0 0 0,-1 0 0 0 0,1 0 0 0 0,0 0-1 0 0,-1-1 1 0 0,1 1 0 0 0,-1 0 0 0 0,1-1 0 0 0,-1 1 0 0 0,1-1 0 0 0,-1 0 0 0 0,1 1-1 0 0,-1-1 1 0 0,1 0 0 0 0,-1 0 0 0 0,0 0 0 0 0,0 0 0 0 0,2-1 0 0 0,-1-1 5 0 0,0 1 0 0 0,-1-1 0 0 0,1 1 0 0 0,-1-1 0 0 0,0 0 0 0 0,1 0 0 0 0,-1 1 0 0 0,-1-1 0 0 0,2-5 0 0 0,0-3 6 0 0,-1-1 0 0 0,0 0 0 0 0,0 0 0 0 0,-2 1 0 0 0,1-1 0 0 0,-1 0 1 0 0,-1 0-1 0 0,0 1 0 0 0,-5-16 0 0 0,-45-115 79 0 0,40 114-300 0 0,-1 0 0 0 0,-34-50 0 0 0,40 68-522 0 0,0 0 1 0 0,-18-17 0 0 0,22 24-220 0 0,-1 1 1 0 0,1-1-1 0 0,-1 0 1 0 0,-6-3 0 0 0,7 5-304 0 0,0 0 0 0 0,0 0 0 0 0,1 0 1 0 0,-1 1-1 0 0,0-1 0 0 0,0 1 0 0 0,0-1 0 0 0,-3 1 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8450 0 0,'0'0'17924'0'0,"0"-4"-17898"0"0,0-5-16 0 0,0 3-59 0 0,-2 16-16 0 0,2 0 63 0 0,0-1-1 0 0,0 0 1 0 0,3 11-1 0 0,0 15-35 0 0,-3 48 62 0 0,0-83-12 0 0,0 1-4 0 0,0-1 0 0 0,0 0 0 0 0,0 1 0 0 0,0-1 0 0 0,0 0 0 0 0,0 1 0 0 0,1-1 0 0 0,-1 0 0 0 0,0 0 0 0 0,0 1 0 0 0,0-1-1 0 0,1 0 1 0 0,-1 1 0 0 0,0-1 0 0 0,0 0 0 0 0,1 0 0 0 0,-1 0 0 0 0,1 1 0 0 0,1 1 23 0 0,1-1 1 0 0,0 1-1 0 0,0-1 1 0 0,0 0-1 0 0,0 1 1 0 0,0-1-1 0 0,0-1 1 0 0,0 1-1 0 0,5 0 0 0 0,34 2 160 0 0,-28-3-139 0 0,-1 1-13 0 0,0 0 7 0 0,1 0 1 0 0,-1-1-1 0 0,1-1 0 0 0,26-4 0 0 0,-29 2-64 0 0,-4 2-129 0 0,-1-1 0 0 0,0 1 1 0 0,1-1-1 0 0,-1-1 1 0 0,0 1-1 0 0,0-1 0 0 0,0 0 1 0 0,7-6-1 0 0,-12 8-168 0 0,0 0 1 0 0,0 0-1 0 0,0 0 0 0 0,0-1 0 0 0,-1 1 0 0 0,1 0 0 0 0,0-1 0 0 0,0 1 1 0 0,-1-1-1 0 0,1 1 0 0 0,-1-1 0 0 0,0 1 0 0 0,1-1 0 0 0,-1-2 1 0 0,0 2-828 0 0,0 0 1 0 0,0 0 0 0 0,0 0-1 0 0,0 0 1 0 0,0 0 0 0 0,0 1-1 0 0,-1-1 1 0 0,1 0 0 0 0,-1 0-1 0 0,1 0 1 0 0,-2-1 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4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2136 0 0,'0'0'20298'0'0,"10"29"-20052"0"0,31 92-66 0 0,-26-79 39 0 0,-12-36-138 0 0,9 21 156 0 0,-5-14-2321 0 0,-2 9-5731 0 0,-4-15 4777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6369 0 0,'0'0'17276'0'0,"7"-10"-16696"0"0,20-30-116 0 0,-26 38-430 0 0,0 1 0 0 0,0-1-1 0 0,1 1 1 0 0,-1-1-1 0 0,0 1 1 0 0,1 0 0 0 0,-1 0-1 0 0,0-1 1 0 0,1 1 0 0 0,-1 0-1 0 0,1 0 1 0 0,0 1 0 0 0,-1-1-1 0 0,1 0 1 0 0,0 1 0 0 0,2-2-1 0 0,2 1 66 0 0,7-4-5 0 0,0 1 0 0 0,1 0 0 0 0,0 1 0 0 0,-1 0 0 0 0,1 2 0 0 0,0-1 0 0 0,0 2 0 0 0,18 1 0 0 0,-29-1-102 0 0,-1 0-1 0 0,0 0 1 0 0,0 1 0 0 0,0-1 0 0 0,0 1 0 0 0,0-1 0 0 0,0 1 0 0 0,1 0 0 0 0,-2 0 0 0 0,1 0 0 0 0,0 0 0 0 0,0 0 0 0 0,0 1 0 0 0,0-1 0 0 0,-1 0 0 0 0,1 1 0 0 0,-1-1 0 0 0,1 1 0 0 0,-1 0-1 0 0,2 2 1 0 0,-2-2-12 0 0,1 1-1 0 0,-1-1 0 0 0,0 1 0 0 0,-1-1 0 0 0,1 1 0 0 0,0 0 0 0 0,-1-1 0 0 0,1 1 1 0 0,-1 0-1 0 0,0-1 0 0 0,0 1 0 0 0,0 0 0 0 0,0-1 0 0 0,0 1 0 0 0,-1 0 0 0 0,0 2 0 0 0,-1 0 11 0 0,0-1 0 0 0,-1 1 0 0 0,1-1 0 0 0,-1 0 0 0 0,0 0 0 0 0,0 0 0 0 0,0 0 0 0 0,-1-1 0 0 0,-6 6 0 0 0,3-2-2 0 0,-51 51-9 0 0,56-55 27 0 0,0-1-1 0 0,0 1 1 0 0,0 0 0 0 0,0-1-1 0 0,0 1 1 0 0,1 0-1 0 0,-1 0 1 0 0,1 0 0 0 0,-1 0-1 0 0,1 1 1 0 0,0-1-1 0 0,1 0 1 0 0,-1 0 0 0 0,0 5-1 0 0,1-7 24 0 0,1 0 0 0 0,-1 0 0 0 0,1-1 0 0 0,-1 1 0 0 0,1 0 0 0 0,0-1 0 0 0,-1 1 0 0 0,1-1 0 0 0,0 1 0 0 0,-1 0 0 0 0,1-1 0 0 0,0 0 0 0 0,0 1 0 0 0,-1-1 0 0 0,3 1 0 0 0,14 7 333 0 0,1-4-228 0 0,0-1 1 0 0,1 0 0 0 0,0-1-1 0 0,-1-1 1 0 0,1 0 0 0 0,26-4 0 0 0,-36 2-97 0 0,-1-1 1 0 0,1 0 0 0 0,-1 0 0 0 0,14-6 0 0 0,-17 6-181 0 0,-1 0 0 0 0,1 0 0 0 0,-1-1 0 0 0,0 1 0 0 0,1-1 0 0 0,-1 0 0 0 0,-1-1 0 0 0,1 1 0 0 0,5-6 0 0 0,-8 8-186 0 0,-1 0 0 0 0,1-1-1 0 0,-1 1 1 0 0,1 0 0 0 0,0 0 0 0 0,-1-1 0 0 0,0 1-1 0 0,1 0 1 0 0,-1-1 0 0 0,0-1 0 0 0,1-8-7332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14155 0 0,'0'0'11553'0'0,"13"23"-11545"0"0,37 71-5 0 0,-19-31 10 0 0,-16-30 11 0 0,61 101-2056 0 0,-75-132 1440 0 0,1 0 0 0 0,-1 0 0 0 0,1 0 0 0 0,-1 0 0 0 0,1 0 0 0 0,0-1 0 0 0,0 1 0 0 0,3 2 0 0 0,-4-4-389 0 0,0 1 0 0 0,1 0-1 0 0,-1-1 1 0 0,0 1-1 0 0,0-1 1 0 0,1 1-1 0 0,-1-1 1 0 0,0 0-1 0 0,1 0 1 0 0,1 1-1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11578 0 0,'0'0'14142'0'0,"-10"3"-14000"0"0,-32 7-12 0 0,41-10-119 0 0,-1 1 1 0 0,1-1-1 0 0,-1 1 0 0 0,1-1 0 0 0,-1 1 0 0 0,1-1 0 0 0,0 1 1 0 0,-1 0-1 0 0,1 0 0 0 0,0 0 0 0 0,-1 0 0 0 0,1 0 0 0 0,0 0 1 0 0,0 0-1 0 0,0 0 0 0 0,-2 3 0 0 0,-2 2 49 0 0,4-4-35 0 0,-1 0 0 0 0,0 0 0 0 0,1 1 0 0 0,-1-1 0 0 0,1 1 0 0 0,0-1 0 0 0,0 1 0 0 0,0-1 0 0 0,0 1 0 0 0,0 0 0 0 0,-1 5 0 0 0,2-6-2 0 0,0 0 0 0 0,0-1 0 0 0,0 1-1 0 0,0 0 1 0 0,0 0 0 0 0,0 0 0 0 0,0 0-1 0 0,0 0 1 0 0,1 0 0 0 0,-1 0 0 0 0,1-1 0 0 0,-1 1-1 0 0,1 0 1 0 0,0 0 0 0 0,0-1 0 0 0,0 1-1 0 0,0 0 1 0 0,0-1 0 0 0,2 3 0 0 0,3 1 26 0 0,0 0 1 0 0,0 0-1 0 0,1 0 0 0 0,0-1 1 0 0,0 0-1 0 0,0-1 1 0 0,0 1-1 0 0,0-1 0 0 0,1 0 1 0 0,0-1-1 0 0,-1 0 1 0 0,1 0-1 0 0,13 0 0 0 0,7 0-182 0 0,1-1 0 0 0,41-5-1 0 0,-45 2-285 0 0,1 1-1864 0 0,0 1-3733 0 0,-17 0-391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7450 0 0,'0'0'14860'0'0,"7"15"-14816"0"0,23 47-9 0 0,7 12 34 0 0,6 14 35 0 0,-40-79-227 0 0,1 0 0 0 0,-2 0 0 0 0,1 0 0 0 0,-1 0 0 0 0,1 11 1 0 0,-2-6-5021 0 0,-1 0-4942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9850 0 0,'0'0'13816'0'0,"-29"-3"-13744"0"0,-91-6-25 0 0,79 8-25 0 0,27 3-15 0 0,5 0-15 0 0,-7 1-742 0 0,-19 8-1 0 0,3 1-7746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9594 0 0,'0'0'14693'0'0,"1"2"-14489"0"0,4 2-132 0 0,0 0 1 0 0,0-1 0 0 0,0 0-1 0 0,0 1 1 0 0,0-2 0 0 0,7 4 0 0 0,-3-2-20 0 0,92 49 252 0 0,66 32-242 0 0,-137-70-279 0 0,-21-10-1008 0 0,1 0 1 0 0,-1-1-1 0 0,15 5 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10346 0 0,'0'0'12595'0'0,"-11"13"-12336"0"0,-33 41-35 0 0,38-47-133 0 0,1 0 0 0 0,-1 0 0 0 0,2 1-1 0 0,-7 11 1 0 0,2 0 60 0 0,-46 85 377 0 0,39-66-2164 0 0,7-17-2046 0 0,5-7-1645 0 0,2-7 606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76 9058 0 0,'0'0'16178'0'0,"-11"-13"-16051"0"0,-35-37-59 0 0,34 39-50 0 0,7 9-6 0 0,2 3-10 0 0,1-1 0 0 0,-1 0 0 0 0,1 1 0 0 0,-1 0-1 0 0,1 0 1 0 0,-1-1 0 0 0,1 1 0 0 0,0 1 0 0 0,0-1-1 0 0,-1 0 1 0 0,1 1 0 0 0,0-1 0 0 0,0 1 0 0 0,0-1-1 0 0,0 1 1 0 0,0 0 0 0 0,-2 3 0 0 0,0 0 4 0 0,1 0 1 0 0,-1 0 0 0 0,1 1-1 0 0,0-1 1 0 0,0 1 0 0 0,-3 9-1 0 0,5-11 0 0 0,0 0-1 0 0,0 0 1 0 0,1 1 0 0 0,-1-1-1 0 0,1 0 1 0 0,0 1-1 0 0,0-1 1 0 0,1 1 0 0 0,1 7-1 0 0,2 3 14 0 0,7 20 1 0 0,-10-34-20 0 0,23 58 38 0 0,-13-36-44 0 0,-1 1 0 0 0,7 31 0 0 0,-14-45 10 0 0,0 4-11 0 0,0 0-1 0 0,1 22 0 0 0,9 60 9 0 0,-12-82 6 0 0,1 0-1 0 0,0 0 0 0 0,9 26 1 0 0,-9-35 31 0 0,1 0 0 0 0,0 0-1 0 0,0 0 1 0 0,0 0 0 0 0,1-1 0 0 0,-1 1 0 0 0,1-1 0 0 0,6 5-1 0 0,-8-6-9 0 0,1-1 29 0 0,0-1 1 0 0,-1 1-1 0 0,1 0 0 0 0,0-1 1 0 0,0 1-1 0 0,0-1 0 0 0,0 0 1 0 0,0 0-1 0 0,0 0 1 0 0,0-1-1 0 0,1 1 0 0 0,-1-1 1 0 0,4 1-1 0 0,6-1 166 0 0,26-2 0 0 0,-14-4-197 0 0,-21 5-55 0 0,1 0 0 0 0,-1 0 0 0 0,1 0 1 0 0,6-1-1 0 0,-10 2-140 0 0,1 0-1 0 0,-1 0 1 0 0,1-1 0 0 0,-1 1-1 0 0,1-1 1 0 0,-1 1 0 0 0,0-1-1 0 0,2 0 1 0 0,5-6-4223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10010 0 0,'0'0'16838'0'0,"8"-10"-16818"0"0,23-28-22 0 0,-29 36 0 0 0,-1 1-1 0 0,0 0 1 0 0,0 0 0 0 0,0 0 0 0 0,1 1 0 0 0,-1-1 0 0 0,1 0-1 0 0,-1 0 1 0 0,0 1 0 0 0,1-1 0 0 0,-1 1 0 0 0,1-1 0 0 0,0 1-1 0 0,-1 0 1 0 0,1-1 0 0 0,-1 1 0 0 0,1 0 0 0 0,-1 0-1 0 0,1 0 1 0 0,0 0 0 0 0,-1 0 0 0 0,4 1 0 0 0,1 0-8 0 0,15 1-14 0 0,0 2 1 0 0,0 0 0 0 0,-1 1 0 0 0,0 1-1 0 0,20 8 1 0 0,27 8-25 0 0,-57-19 23 0 0,-6-2-11 0 0,0 0 0 0 0,1 0 0 0 0,-1 0 0 0 0,0 1 0 0 0,0-1 1 0 0,4 4-1 0 0,-7-5 15 0 0,-1 0 1 0 0,0 1 0 0 0,1-1-1 0 0,-1 1 1 0 0,0-1-1 0 0,1 0 1 0 0,-1 1 0 0 0,0-1-1 0 0,0 0 1 0 0,0 1 0 0 0,1-1-1 0 0,-1 1 1 0 0,0-1-1 0 0,0 1 1 0 0,0-1 0 0 0,0 1-1 0 0,0-1 1 0 0,0 0 0 0 0,0 1-1 0 0,0-1 1 0 0,0 1 0 0 0,0-1-1 0 0,0 1 1 0 0,0-1-1 0 0,0 1 1 0 0,0-1 0 0 0,0 1-1 0 0,0-1 1 0 0,-1 0 0 0 0,1 1-1 0 0,0-1 1 0 0,-1 1 0 0 0,1 1-1 0 0,-1-1 1 0 0,0 0-1 0 0,0 0 1 0 0,0 0-1 0 0,0 0 1 0 0,1 0 0 0 0,-2 0-1 0 0,1 0 1 0 0,-1 1-1 0 0,-15 7-48 0 0,-28 10 0 0 0,29-13 63 0 0,1 0 0 0 0,-28 17-1 0 0,41-22 6 0 0,1 0 1 0 0,0-1-1 0 0,0 1 0 0 0,0 0 0 0 0,0 0 1 0 0,1 0-1 0 0,-1 0 0 0 0,0 0 0 0 0,0 0 1 0 0,0 0-1 0 0,1 0 0 0 0,-1 0 0 0 0,0 1 1 0 0,1-1-1 0 0,-1 0 0 0 0,1 0 0 0 0,0 0 1 0 0,-1 1-1 0 0,1-1 0 0 0,0 0 0 0 0,0 1 1 0 0,0 1-1 0 0,0-1 1 0 0,0 0 0 0 0,1 0 0 0 0,-1 0 0 0 0,1-1 0 0 0,-1 1 0 0 0,1 0 0 0 0,0-1 0 0 0,0 1 0 0 0,0 0 0 0 0,0-1 0 0 0,0 1 0 0 0,0-1 0 0 0,0 0 0 0 0,0 1 0 0 0,0-1 0 0 0,2 2 0 0 0,26 19 12 0 0,57 33 1 0 0,-58-38-27 0 0,0 0 1 0 0,38 34 0 0 0,-65-50-3 0 0,0 0 0 0 0,1 1 0 0 0,-1-1 0 0 0,0 1 0 0 0,0-1 0 0 0,0 1 0 0 0,0 0 1 0 0,0 0-1 0 0,-1-1 0 0 0,1 1 0 0 0,0 0 0 0 0,-1 0 0 0 0,1 0 0 0 0,-1 0 0 0 0,0-1 0 0 0,0 1 0 0 0,1 0 0 0 0,-1 0 0 0 0,-1 0 0 0 0,1 3 0 0 0,0 2-30 0 0,0-6 42 0 0,-1 1 0 0 0,1-1 1 0 0,-1 0-1 0 0,1 0 1 0 0,-1 1-1 0 0,1-1 0 0 0,-1 0 1 0 0,0 0-1 0 0,1 0 0 0 0,-1 0 1 0 0,0 0-1 0 0,0 0 1 0 0,0 0-1 0 0,0 0 0 0 0,0 0 1 0 0,0 0-1 0 0,0 0 1 0 0,0 0-1 0 0,-2 0 0 0 0,-2 3-1 0 0,-1-1 0 0 0,-11 4 0 0 0,6-3-77 0 0,0-1 1 0 0,0-1-1 0 0,0 0 0 0 0,-15 1 1 0 0,-11 2-1752 0 0,3-1-2343 0 0,11-4-2905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7009 0 0,'0'0'18110'0'0,"16"-12"-17998"0"0,49-39-47 0 0,-48 41-45 0 0,-10 8-8 0 0,-3 2-23 0 0,-1 0 1 0 0,1 0-1 0 0,-1 1 0 0 0,1-1 0 0 0,-1 1 1 0 0,1 0-1 0 0,-1 0 0 0 0,0 0 0 0 0,1 0 1 0 0,-1 1-1 0 0,0-1 0 0 0,0 1 1 0 0,0 0-1 0 0,0 0 0 0 0,0 0 0 0 0,-1 0 1 0 0,1 0-1 0 0,0 1 0 0 0,-1-1 0 0 0,4 5 1 0 0,-2-1-27 0 0,0 0 0 0 0,-1-1 0 0 0,0 1 0 0 0,0 0 0 0 0,4 13 0 0 0,0 2-41 0 0,0-3 17 0 0,6 30-1 0 0,-7-20 46 0 0,-2-9-19 0 0,-1 1 0 0 0,2 31 1 0 0,-4-22 4 0 0,10 51 0 0 0,-9-68 38 0 0,15 56-39 0 0,-13-52 34 0 0,1 0-1 0 0,7 17 0 0 0,3 10 1 0 0,-6-13-99 0 0,-2 0 0 0 0,0 0 0 0 0,-3 0-1 0 0,3 49 1 0 0,-7-76 77 0 0,0-1 11 0 0,0 1 1 0 0,0-1-1 0 0,0 1 1 0 0,0-1-1 0 0,-1 0 1 0 0,1 1-1 0 0,-1-1 0 0 0,1 1 1 0 0,-1-1-1 0 0,-2 4 1 0 0,3-5-59 0 0,-1 1-1 0 0,0-1 1 0 0,0 0 0 0 0,1 0-1 0 0,-1 0 1 0 0,0 0 0 0 0,0 1 0 0 0,0-1-1 0 0,-1-1 1 0 0,1 1 0 0 0,0 0 0 0 0,0 0-1 0 0,0 0 1 0 0,-1-1 0 0 0,1 1 0 0 0,-2 0-1 0 0,-1 1-767 0 0,0-1 1 0 0,-1-1-1 0 0,1 1 0 0 0,-5 0 0 0 0,-13 2-8968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7658 0 0,'0'0'19775'0'0,"-1"-7"-19607"0"0,-5-22-40 0 0,7 31-129 0 0,-1 0 0 0 0,1 1 0 0 0,0-1-1 0 0,0 0 1 0 0,-1 0 0 0 0,1 0 0 0 0,3 4 0 0 0,0 2 12 0 0,24 48 27 0 0,54 80 0 0 0,-59-101-15 0 0,-3-4-31 0 0,1 0 0 0 0,2-2 1 0 0,1-1-1 0 0,31 29 0 0 0,-42-44-86 0 0,-6-6-78 0 0,14 12 0 0 0,-19-18 156 0 0,0 1 0 0 0,1-1 0 0 0,-1 0 0 0 0,0 1 0 0 0,0-1 0 0 0,1 0 0 0 0,-1 0 0 0 0,0-1 0 0 0,1 1 0 0 0,-1 0 0 0 0,1-1 0 0 0,3 1-1 0 0,-6-1 17 0 0,1 0-1 0 0,-1 0 1 0 0,0-1-1 0 0,1 1 1 0 0,-1 0-1 0 0,0 0 1 0 0,1 0-1 0 0,-1 0 0 0 0,0-1 1 0 0,0 1-1 0 0,1 0 1 0 0,-1 0-1 0 0,0-1 1 0 0,0 1-1 0 0,1 0 1 0 0,-1 0-1 0 0,0-1 0 0 0,0 1 1 0 0,0 0-1 0 0,1-1 1 0 0,-1 1-1 0 0,0 0 1 0 0,0-1-1 0 0,0 1 1 0 0,0 0-1 0 0,0-1 0 0 0,0 1 1 0 0,0 0-1 0 0,0-1 1 0 0,0 0-1 0 0,1-14-31 0 0,0 9 19 0 0,1-10-52 0 0,-1-25 1 0 0,-1 34 40 0 0,0 0 0 0 0,-1 0-1 0 0,1 0 1 0 0,-2 1 0 0 0,1-1 0 0 0,-4-9 0 0 0,4 14 17 0 0,0-1-1 0 0,1 0 0 0 0,-1 0 1 0 0,1 0-1 0 0,-1 0 1 0 0,1 0-1 0 0,0-4 0 0 0,0 5 1 0 0,0 2-35 0 0,2 0-28 0 0,-1-1 0 0 0,1 1 0 0 0,-1 0 0 0 0,1 0 1 0 0,-1 0-1 0 0,1 1 0 0 0,-1-1 0 0 0,1 0 0 0 0,-1 1 0 0 0,1-1 1 0 0,-1 1-1 0 0,1-1 0 0 0,1 2 0 0 0,34 19-483 0 0,-11-6 411 0 0,8 5 45 0 0,37 18-13 0 0,-63-35 153 0 0,0 0-1 0 0,0 0 0 0 0,0-1 0 0 0,1 0 0 0 0,-1-1 1 0 0,1 1-1 0 0,10-1 0 0 0,-18-1-18 0 0,0 0 1 0 0,0 0-1 0 0,0 0 0 0 0,1 0 1 0 0,-1-1-1 0 0,0 1 1 0 0,0 0-1 0 0,0-1 0 0 0,0 1 1 0 0,0 0-1 0 0,0-1 0 0 0,0 1 1 0 0,-1-1-1 0 0,1 0 0 0 0,0 1 1 0 0,0-1-1 0 0,0 0 0 0 0,0 0 1 0 0,0 0-1 0 0,0-1 21 0 0,1 0 0 0 0,-1 0 0 0 0,0 0 0 0 0,0-1-1 0 0,0 1 1 0 0,0 0 0 0 0,0 0 0 0 0,0-4 0 0 0,1-4 74 0 0,-1 0-1 0 0,0 0 1 0 0,0-12 0 0 0,-1 20-111 0 0,-1-20 147 0 0,-1 1 0 0 0,-8-42 0 0 0,-18-43 6 0 0,13 55-151 0 0,-13-43-692 0 0,28 93 384 0 0,0 0 0 0 0,-1 0 0 0 0,1 0 0 0 0,0-1-1 0 0,-1 1 1 0 0,1 0 0 0 0,-1 1 0 0 0,1-1 0 0 0,-1 0 0 0 0,0 0-1 0 0,1 0 1 0 0,-1 0 0 0 0,0 0 0 0 0,-1-1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10322 0 0,'0'0'16144'0'0,"-1"-3"-16150"0"0,0 0 6 0 0,-3-7-14 0 0,3 27 12 0 0,0 19 40 0 0,0-17-10 0 0,1 1-1 0 0,2 23 0 0 0,-1-40-17 0 0,-1 0 0 0 0,1 0 0 0 0,0 0 0 0 0,0 0 0 0 0,0 0 0 0 0,0-1 0 0 0,0 1 0 0 0,0 0 0 0 0,1-1 0 0 0,3 5 0 0 0,0 0 25 0 0,2 2 23 0 0,-5-8 3 0 0,0 1 1 0 0,0-1-1 0 0,0 0 1 0 0,1 1-1 0 0,-1-1 1 0 0,0 0-1 0 0,1-1 1 0 0,-1 1-1 0 0,0 0 0 0 0,1-1 1 0 0,-1 1-1 0 0,1-1 1 0 0,2 0-1 0 0,8 0 40 0 0,1-1 0 0 0,-1 0-1 0 0,14-4 1 0 0,157-22-100 0 0,-168 26-183 0 0,7 1-179 0 0,-21-1 72 0 0,-1 1 0 0 0,0 0 0 0 0,1 0 0 0 0,-1-1 0 0 0,0 1-1 0 0,1-1 1 0 0,-1 1 0 0 0,0-1 0 0 0,0 0 0 0 0,1 1-1 0 0,-1-1 1 0 0,2-1 0 0 0,-2 1-491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6913 0 0,'0'0'15973'0'0,"8"30"-15823"0"0,23 93-52 0 0,-29-115-79 0 0,0 1-1 0 0,0-1 1 0 0,7 14-1 0 0,-5-14-14 0 0,-3-3-209 0 0,0 0 1 0 0,0-1 0 0 0,0 1-1 0 0,0 0 1 0 0,0 9 0 0 0,-2 2-4891 0 0,1-6-2057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1344 0 0,'0'0'20934'0'0,"16"-9"-20861"0"0,53-24-25 0 0,-65 31-41 0 0,0 0 0 0 0,0 1 0 0 0,0 0 0 0 0,1 0 0 0 0,-1 0 0 0 0,0 0 0 0 0,1 1 0 0 0,-1-1 0 0 0,1 1 0 0 0,-1 0 0 0 0,0 1 0 0 0,7 0 0 0 0,-1 0 9 0 0,75 14 80 0 0,-71-11-96 0 0,-1 0 0 0 0,1 0 0 0 0,-1 1 0 0 0,13 8 0 0 0,-25-13-9 0 0,0 1 0 0 0,0-1 0 0 0,0 1 0 0 0,0 0 0 0 0,0-1 0 0 0,0 1 0 0 0,0 0 0 0 0,0 0-1 0 0,0-1 1 0 0,0 1 0 0 0,-1 0 0 0 0,1 0 0 0 0,0 0 0 0 0,0 0 0 0 0,-1 0 0 0 0,1 0 0 0 0,-1 0 0 0 0,1 0 0 0 0,-1 0 0 0 0,1 0-1 0 0,-1 1 1 0 0,0-1 0 0 0,0 0 0 0 0,1 0 0 0 0,-1 0 0 0 0,0 0 0 0 0,0 1 0 0 0,0-1 0 0 0,0 0 0 0 0,-1 0 0 0 0,1 0 0 0 0,0 0 0 0 0,0 1-1 0 0,-1-1 1 0 0,1 0 0 0 0,0 0 0 0 0,-1 0 0 0 0,1 0 0 0 0,-1 0 0 0 0,0 0 0 0 0,0 2 0 0 0,-3 2 4 0 0,0 0 1 0 0,0-1 0 0 0,0 1-1 0 0,-1-1 1 0 0,1 0-1 0 0,-8 5 1 0 0,-16 10 54 0 0,-20 16 13 0 0,47-35-53 0 0,0 1-1 0 0,0 0 1 0 0,1-1-1 0 0,-1 1 1 0 0,0 0-1 0 0,1 0 1 0 0,-1 0 0 0 0,0 0-1 0 0,1 0 1 0 0,-1 0-1 0 0,1 0 1 0 0,0 0-1 0 0,-1 0 1 0 0,1 0-1 0 0,0 0 1 0 0,0 0-1 0 0,-1 0 1 0 0,1 0-1 0 0,0 0 1 0 0,0 0-1 0 0,0 0 1 0 0,0 0-1 0 0,0 0 1 0 0,1 0-1 0 0,-1 0 1 0 0,0 0-1 0 0,0 0 1 0 0,1 0-1 0 0,0 2 1 0 0,0-1 28 0 0,0 0 0 0 0,0 0 1 0 0,0-1-1 0 0,0 1 0 0 0,1 0 1 0 0,-1 0-1 0 0,1-1 1 0 0,-1 1-1 0 0,1 0 0 0 0,0-1 1 0 0,2 2-1 0 0,105 64 443 0 0,-109-67-492 0 0,1 1 0 0 0,0-1 0 0 0,-1 0-1 0 0,1 1 1 0 0,-1-1 0 0 0,1 1-1 0 0,0-1 1 0 0,-1 1 0 0 0,1-1 0 0 0,-1 1-1 0 0,1 0 1 0 0,-1-1 0 0 0,0 1-1 0 0,1 0 1 0 0,-1-1 0 0 0,0 1 0 0 0,1 0-1 0 0,-1-1 1 0 0,0 1 0 0 0,0 0-1 0 0,0 0 1 0 0,1 1 0 0 0,-1-1 4 0 0,-1-1 1 0 0,1 1 0 0 0,0 0-1 0 0,-1 0 1 0 0,1-1-1 0 0,0 1 1 0 0,-1 0-1 0 0,1-1 1 0 0,-1 1 0 0 0,1 0-1 0 0,-1-1 1 0 0,1 1-1 0 0,-1 0 1 0 0,1-1-1 0 0,-1 1 1 0 0,0-1 0 0 0,0 1-1 0 0,-3 2 7 0 0,0-1 1 0 0,0 0-1 0 0,-1 0 0 0 0,1-1 0 0 0,0 1 1 0 0,-7 1-1 0 0,-15 0-182 0 0,1 0 0 0 0,-1-2 0 0 0,-26-2 0 0 0,10 0-4086 0 0,31 1 1094 0 0,3 0-2248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8970 0 0,'0'0'18117'0'0,"3"-4"-18098"0"0,-1 1-19 0 0,-1 1 0 0 0,0 1-1 0 0,0-1 0 0 0,0 1 1 0 0,1-1-1 0 0,-1 1 1 0 0,3-2-1 0 0,-3 2 1 0 0,-1 1-1 0 0,0 0 1 0 0,1 0 0 0 0,-1 0 0 0 0,1 0-1 0 0,-1-1 1 0 0,0 1 0 0 0,1 0-1 0 0,-1 0 1 0 0,1 0 0 0 0,-1 0-1 0 0,0 0 1 0 0,1 0 0 0 0,-1 0-1 0 0,1 0 1 0 0,-1 0 0 0 0,1 1-1 0 0,-1-1 1 0 0,0 0 0 0 0,1 0-1 0 0,-1 0 1 0 0,0 0 0 0 0,1 0 0 0 0,-1 1-1 0 0,1-1 1 0 0,-1 0 0 0 0,0 0-1 0 0,1 1 1 0 0,-1-1 0 0 0,0 0-1 0 0,0 1 1 0 0,1-1 0 0 0,-1 0-1 0 0,0 1 1 0 0,0-1 0 0 0,1 0-1 0 0,-1 1 1 0 0,0-1 0 0 0,0 0-1 0 0,0 1 1 0 0,0-1 0 0 0,1 1-1 0 0,54 113 4 0 0,-33-66 26 0 0,44 107-90 0 0,-37-87-576 0 0,-25-56-424 0 0,9 15 0 0 0,1 2-6225 0 0,-13-27 5105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9914 0 0,'0'0'15581'0'0,"-7"2"-15487"0"0,-1-1-60 0 0,5-1-18 0 0,-1 0-1 0 0,1 1 0 0 0,0 0 0 0 0,0 0 1 0 0,0-1-1 0 0,0 2 0 0 0,0-1 0 0 0,0 0 1 0 0,0 1-1 0 0,0-1 0 0 0,0 1 0 0 0,-3 3 1 0 0,4-3 19 0 0,0 0 0 0 0,0 1 0 0 0,0-1 0 0 0,0 1 0 0 0,1 0 0 0 0,-1-1 1 0 0,1 1-1 0 0,0 0 0 0 0,0 0 0 0 0,-1 5 0 0 0,2-6-3 0 0,-1 0 0 0 0,1 0 0 0 0,0 0 0 0 0,0 0-1 0 0,1 0 1 0 0,-1 0 0 0 0,0 0 0 0 0,1 0 0 0 0,-1 0-1 0 0,1 0 1 0 0,0 0 0 0 0,-1 0 0 0 0,1 0 0 0 0,0-1-1 0 0,0 1 1 0 0,0 0 0 0 0,3 2 0 0 0,1 1 45 0 0,0 0-1 0 0,0-1 1 0 0,0 0-1 0 0,6 4 1 0 0,-8-7-65 0 0,10 8 34 0 0,1-1 0 0 0,0-1 0 0 0,1 0 0 0 0,0-1-1 0 0,17 5 1 0 0,79 13-253 0 0,-56-18-211 0 0,-31-4-3440 0 0,0 1-9372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0 0 0,'0'-12'21913'0'0,"0"5"-20628"0"0,2-2-223 0 0,-1 5 71 0 0,-1 10-906 0 0,0 2-239 0 0,1-1 1 0 0,0 1-1 0 0,1 0 0 0 0,-1 0 0 0 0,1 0 1 0 0,4 7-1 0 0,21 45 42 0 0,-11-26-19 0 0,13 23 40 0 0,2-1 1 0 0,72 97 0 0 0,-93-140 28 0 0,1 0 0 0 0,1 0 1 0 0,0-1-1 0 0,1-1 0 0 0,0 0 1 0 0,21 14-1 0 0,-33-25-45 0 0,1 1 0 0 0,-1 0 1 0 0,0-1-1 0 0,1 1 0 0 0,-1-1 0 0 0,0 1 0 0 0,1-1 0 0 0,-1 1 0 0 0,1-1 0 0 0,-1 0 0 0 0,1 0 0 0 0,-1 0 0 0 0,1 0 1 0 0,-1 0-1 0 0,1 0 0 0 0,-1 0 0 0 0,0-1 0 0 0,1 1 0 0 0,-1 0 0 0 0,1-1 0 0 0,-1 1 0 0 0,1-1 0 0 0,-1 1 1 0 0,0-1-1 0 0,0 0 0 0 0,1 0 0 0 0,-1 0 0 0 0,0 0 0 0 0,0 1 0 0 0,0-1 0 0 0,0-1 0 0 0,0 1 0 0 0,0 0 0 0 0,1-2 1 0 0,1-2-15 0 0,0-2 1 0 0,0 1 0 0 0,0 0 0 0 0,-1 0 0 0 0,0-1 0 0 0,-1 1 0 0 0,2-12 0 0 0,-1-3-45 0 0,-2-24-1 0 0,0 27 30 0 0,0 4-25 0 0,-2-1 0 0 0,0 1 0 0 0,0 0 0 0 0,-9-26-1 0 0,-24-55-78 0 0,24 70 86 0 0,-7-16 18 0 0,18 40-436 0 0,2 2 291 0 0,3 4 4 0 0,25 36 52 0 0,2-2 1 0 0,1 0-1 0 0,2-3 0 0 0,41 35 1 0 0,-62-60 91 0 0,1 0 1 0 0,0-1 0 0 0,23 10 0 0 0,-30-16 2 0 0,1 0 0 0 0,0-1 0 0 0,1 0 0 0 0,-1 0 0 0 0,0-1 0 0 0,1 0 0 0 0,-1-1 1 0 0,11 0-1 0 0,-19-1-6 0 0,0 0 0 0 0,0 0 0 0 0,0 0 1 0 0,0 0-1 0 0,0-1 0 0 0,0 1 0 0 0,0 0 1 0 0,0-1-1 0 0,0 1 0 0 0,0-1 0 0 0,0 1 1 0 0,0-1-1 0 0,0 1 0 0 0,0-1 0 0 0,-1 1 1 0 0,1-1-1 0 0,0 0 0 0 0,0 0 1 0 0,-1 1-1 0 0,1-1 0 0 0,-1 0 0 0 0,1 0 1 0 0,0 0-1 0 0,-1 0 0 0 0,0 1 0 0 0,1-1 1 0 0,-1 0-1 0 0,1 0 0 0 0,-1 0 0 0 0,0 0 1 0 0,0-2-1 0 0,2-3-1 0 0,-2 0 1 0 0,1-1-1 0 0,-1 1 0 0 0,0-7 1 0 0,-1 4-29 0 0,1-3 8 0 0,-1 1 1 0 0,0 0 0 0 0,-1 0 0 0 0,-7-22-1 0 0,-20-42 6 0 0,15 42-13 0 0,-35-74-4 0 0,40 91-1008 0 0,-14-18 1 0 0,15 24-1473 0 0,0 1 1 0 0,-15-14 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 8498 0 0,'0'0'17549'0'0,"-1"-2"-17278"0"0,1 182-50 0 0,0-180-206 0 0,0 1-1 0 0,0-1 1 0 0,0 1-1 0 0,0-1 1 0 0,0 0 0 0 0,1 1-1 0 0,-1-1 1 0 0,0 0 0 0 0,0 1-1 0 0,0-1 1 0 0,1 0-1 0 0,-1 1 1 0 0,0-1 0 0 0,0 0-1 0 0,1 1 1 0 0,-1-1-1 0 0,0 0 1 0 0,1 0 0 0 0,-1 1-1 0 0,0-1 1 0 0,1 0 0 0 0,-1 0-1 0 0,1 1 1 0 0,12 3 208 0 0,-11-4-157 0 0,22 6 128 0 0,-1-2-1 0 0,39 3 1 0 0,50-5 3 0 0,-91-2-164 0 0,-7 0 9 0 0,1 0 1 0 0,-1-2-1 0 0,16-3 0 0 0,-25 4-89 0 0,0 0 0 0 0,-1 0-1 0 0,1-1 1 0 0,0 0 0 0 0,0 0 0 0 0,-1 0-1 0 0,0-1 1 0 0,1 1 0 0 0,-1-1-1 0 0,0 0 1 0 0,0 0 0 0 0,4-5 0 0 0,-7 7-84 0 0,0 0 1 0 0,-1 0-1 0 0,1 0 1 0 0,0 0 0 0 0,-1-1-1 0 0,1 1 1 0 0,0 0 0 0 0,-1 0-1 0 0,0-1 1 0 0,1 1-1 0 0,0-3 1 0 0,-1 3-257 0 0,0-1 0 0 0,0 0 0 0 0,0 1 0 0 0,0-1 0 0 0,-1 1 0 0 0,1-1 0 0 0,0 0-1 0 0,-1 1 1 0 0,1-1 0 0 0,-1 1 0 0 0,1-1 0 0 0,-1 1 0 0 0,0-1 0 0 0,0 1 0 0 0,0-1 0 0 0,1 1 0 0 0,-1 0 0 0 0,-1 0 0 0 0,1-1 0 0 0,0 1-1 0 0,0 0 1 0 0,0 0 0 0 0,-2-1 0 0 0,-21-14-10452 0 0,13 11 4988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6321 0 0,'0'0'16587'0'0,"-2"16"-16157"0"0,-7 53-60 0 0,8-62-255 0 0,0 1 0 0 0,1-1 0 0 0,0 0 0 0 0,1 9 0 0 0,-1-12-43 0 0,1 0-1 0 0,1 0 1 0 0,-1 0-1 0 0,3 6 1 0 0,3 9 140 0 0,-2-7-83 0 0,1 1 1 0 0,1-1-1 0 0,0 0 0 0 0,12 17 0 0 0,-18-27-524 0 0,1 0 0 0 0,-1 0 1 0 0,0 0-1 0 0,0 0 0 0 0,1 0 0 0 0,-1 1 1 0 0,-1-1-1 0 0,2 3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85 0 0 0,'0'0'18379'0'0,"7"-7"-17378"0"0,19-23-106 0 0,-18 19 106 0 0,-8 7-96 0 0,1 0 68 0 0,1-5 505 0 0,-2 8-1352 0 0,0 0 0 0 0,0 1 0 0 0,1-1 0 0 0,-1 0 0 0 0,0 0 0 0 0,0 1 0 0 0,1-1-1 0 0,-1 0 1 0 0,0 1 0 0 0,1-1 0 0 0,-1 0 0 0 0,1 1 0 0 0,0-2 0 0 0,0 2-114 0 0,0-1 0 0 0,0 1 0 0 0,0-1 0 0 0,0 1 0 0 0,1 0 1 0 0,-1-1-1 0 0,0 1 0 0 0,0 0 0 0 0,0 0 0 0 0,1 0 0 0 0,-1 0 0 0 0,1 0 0 0 0,5 1-43 0 0,-1-1-1 0 0,0 1 1 0 0,1 1-1 0 0,-1-1 1 0 0,0 1-1 0 0,0 0 0 0 0,0 1 1 0 0,-1-1-1 0 0,1 1 1 0 0,7 5-1 0 0,3 3-13 0 0,0 0-1 0 0,16 16 0 0 0,-26-22 19 0 0,0 1-1 0 0,0 0 1 0 0,-1 1-1 0 0,1 0 0 0 0,-1 0 1 0 0,5 10-1 0 0,-7-13 4 0 0,-1 1-1 0 0,-1-1 1 0 0,1 1-1 0 0,0 0 1 0 0,-1 0-1 0 0,0-1 0 0 0,0 1 1 0 0,-1 0-1 0 0,1 0 1 0 0,-1 0-1 0 0,0 0 1 0 0,-1 7-1 0 0,0-10 25 0 0,0 1-1 0 0,0 0 1 0 0,0 0-1 0 0,0-1 1 0 0,0 1-1 0 0,0-1 1 0 0,-1 1 0 0 0,1-1-1 0 0,-1 1 1 0 0,1-1-1 0 0,-1 0 1 0 0,0 0-1 0 0,0 0 1 0 0,0 0-1 0 0,0 0 1 0 0,-1 0-1 0 0,1-1 1 0 0,-1 1 0 0 0,1-1-1 0 0,-1 1 1 0 0,-3 0-1 0 0,-3 2 44 0 0,-1 0 0 0 0,-1-1 0 0 0,1 0-1 0 0,-14 1 1 0 0,11-2 33 0 0,0-1-1 0 0,0 0 1 0 0,0-1 0 0 0,0-1-1 0 0,0 0 1 0 0,0 0 0 0 0,0-1-1 0 0,0-1 1 0 0,1 0 0 0 0,-22-9-1 0 0,22 7-6 0 0,0 0-1 0 0,1 0 1 0 0,-1-1-1 0 0,1-1 1 0 0,-10-8-1 0 0,18 13-30 0 0,-1-1-1 0 0,1 0 1 0 0,1 0-1 0 0,-1 0 1 0 0,0-1-1 0 0,1 1 1 0 0,-1 0-1 0 0,1-1 1 0 0,0 0-1 0 0,0 1 0 0 0,0-1 1 0 0,1 0-1 0 0,0 0 1 0 0,-1 0-1 0 0,1 0 1 0 0,1 0-1 0 0,-1 0 1 0 0,0-1-1 0 0,1-3 1 0 0,0 0 0 0 0,0 0-1 0 0,3-13 1 0 0,-3 18-42 0 0,1 0 0 0 0,0 0-1 0 0,0 0 1 0 0,0-1-1 0 0,1 1 1 0 0,-1 1-1 0 0,1-1 1 0 0,0 0-1 0 0,2-3 1 0 0,0 1-124 0 0,1 0-1 0 0,0 0 1 0 0,0 0-1 0 0,1 0 1 0 0,-1 1 0 0 0,1-1-1 0 0,0 2 1 0 0,0-1 0 0 0,0 1-1 0 0,1-1 1 0 0,-1 2-1 0 0,1-1 1 0 0,0 1 0 0 0,8-2-1 0 0,-9 3-835 0 0,0 0 0 0 0,0 1 1 0 0,0 0-1 0 0,8 0 0 0 0,-9 1-1158 0 0,1-1 0 0 0,0 1 0 0 0,-1 1 0 0 0,10 2 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445 64 10642 0 0,'0'0'13116'0'0,"-31"-6"-12765"0"0,-94-18-53 0 0,57 11 76 0 0,-74 8-225 0 0,102 5-1761 0 0,38 0 980 0 0,0 0-1 0 0,-1 0 1 0 0,1-1-1 0 0,0 1 1 0 0,0-1 0 0 0,0 0-1 0 0,-3-1 1 0 0,-14-8-10572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35 10514 0 0,'0'0'13332'0'0,"-30"-4"-13052"0"0,-95-10-82 0 0,50 4 38 0 0,37 6 45 0 0,-41 2 0 0 0,29 2-2852 0 0,-1 1-6618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29 11995 0 0,'0'0'16354'0'0,"-3"-6"-16302"0"0,-13-15-34 0 0,16 20-18 0 0,0 1 0 0 0,0 0 0 0 0,0 0 0 0 0,0 0-1 0 0,0 0 1 0 0,0 0 0 0 0,0 0 0 0 0,0 0-1 0 0,0 0 1 0 0,0 0 0 0 0,0 0 0 0 0,0 0 0 0 0,0 0-1 0 0,0 0 1 0 0,0 0 0 0 0,0 0 0 0 0,0 0 0 0 0,0 0-1 0 0,0-1 1 0 0,0 1 0 0 0,0 0 0 0 0,0 0 0 0 0,0 0-1 0 0,0 0 1 0 0,-1 0 0 0 0,1 0 0 0 0,0 0-1 0 0,0 0 1 0 0,0 0 0 0 0,0 0 0 0 0,0 0 0 0 0,0 0-1 0 0,0 0 1 0 0,0 0 0 0 0,0 0 0 0 0,0 0 0 0 0,0 0-1 0 0,0 0 1 0 0,0 0 0 0 0,0 0 0 0 0,0 0-1 0 0,-1 0 1 0 0,1 0 0 0 0,0 0 0 0 0,0 0 0 0 0,0 0-1 0 0,0 0 1 0 0,0 1 0 0 0,0-1 0 0 0,0 0 0 0 0,0 0-1 0 0,0 0 1 0 0,0 0 0 0 0,-1 5-9 0 0,1 6-1 0 0,1-7 12 0 0,-1 1 0 0 0,1-1 1 0 0,1 0-1 0 0,1 6 0 0 0,3 8 4 0 0,8 31 25 0 0,40 93 0 0 0,-30-83-21 0 0,15 38 33 0 0,-36-84-37 0 0,-3-11-5 0 0,1 0 0 0 0,-1 0 0 0 0,1 1 0 0 0,-1-1 0 0 0,1 0 0 0 0,0 0 0 0 0,1 2 0 0 0,-2-3 33 0 0,0-1-1 0 0,1 1 0 0 0,-1 0 0 0 0,1-1 0 0 0,-1 1 0 0 0,0-1 0 0 0,1 0 1 0 0,-1 1-1 0 0,1-1 0 0 0,-1 1 0 0 0,1-1 0 0 0,-1 0 0 0 0,1 1 0 0 0,0-1 1 0 0,0 1-1 0 0,0-1-31 0 0,-1 0 0 0 0,1 0 0 0 0,-1 1 0 0 0,1-1 0 0 0,-1 0 0 0 0,1 1 0 0 0,-1-1 1 0 0,1 0-1 0 0,-1 1 0 0 0,1-1 0 0 0,-1 1 0 0 0,0-1 0 0 0,1 1 0 0 0,-1-1 0 0 0,1 1 1 0 0,3 6-651 0 0,2 6-1993 0 0,-6-3-5290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7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0 0 0,'2'-4'0'0'0,"-2"4"0"0"0,0 0 0 0 0,0-1 0 0 0,1 1 0 0 0,-1 0 0 0 0,0 0 0 0 0,0 0 0 0 0,0 0 0 0 0,0 0 0 0 0,0 0 0 0 0,0 0 0 0 0,1-1 0 0 0,-1 1 0 0 0,0 0 0 0 0,0 0 0 0 0,0 0 0 0 0,0 0 0 0 0,1 0 0 0 0,-1 0 0 0 0,0 0 0 0 0,0 0 0 0 0,0 0 0 0 0,0 0 0 0 0,1 0 0 0 0,-1 0 0 0 0,0 0 0 0 0,0 0 0 0 0,0 0 0 0 0,0 0 0 0 0,1 0 0 0 0,-1 0 0 0 0,0 0 0 0 0,0 0 0 0 0,0 0 0 0 0,0 0 0 0 0,1 1 0 0 0,-1-1 0 0 0,0 0 0 0 0,0 0 0 0 0,1 0 0 0 0,-1 0 0 0 0,0 0 0 0 0,0 0 0 0 0,1 0 0 0 0,-1 0 0 0 0,0 0 0 0 0,1 1 0 0 0,-1-1 0 0 0,0 0 0 0 0,0 0 0 0 0,1-1 0 0 0,-1 1 0 0 0,0 0 0 0 0,1 0 0 0 0,-1 0 0 0 0,0 0 0 0 0,0 0 0 0 0,1 0 0 0 0,-1 0 0 0 0,0 0 0 0 0,0 0 0 0 0,1-1 0 0 0,-1 1 0 0 0,0 0 0 0 0,0 0 0 0 0,1 0 0 0 0,-1-1 0 0 0,0 1 0 0 0,0 0 0 0 0,0 0 0 0 0,0 0 0 0 0,1-1 0 0 0,-1 1 0 0 0,0 0 0 0 0,0 0 0 0 0,0-1 0 0 0,0 1 0 0 0,0 0 0 0 0,0-1 0 0 0,1 1 0 0 0,-1-1 0 0 0,1 0 0 0 0,0 0 0 0 0,0 0 0 0 0,0 1 0 0 0,0-1 0 0 0,0 0 0 0 0,0 1 0 0 0,0-1 0 0 0,2 0 0 0 0,-2 1 0 0 0,-1-1 0 0 0,1 1 0 0 0,0 0 0 0 0,0-1 0 0 0,-1 1 0 0 0,1-1 0 0 0,0 1 0 0 0,-1 0 0 0 0,1-1 0 0 0,0 1 0 0 0,-1-1 0 0 0,1 0 0 0 0,-1 1 0 0 0,1-1 0 0 0,-1 1 0 0 0,1-1 0 0 0,0-1 0 0 0,-1 2 317 0 0,0-1 0 0 0,0 0 0 0 0,1 0 0 0 0,-1 1 0 0 0,0-1 0 0 0,1 0 0 0 0,-1 1 0 0 0,0-1 0 0 0,1 1 1 0 0,-1-1-1 0 0,1 1 0 0 0,-1-1 0 0 0,1 1 0 0 0,0-1 0 0 0,-1 1 0 0 0,2-1 0 0 0,3-14 11286 0 0,-9 8-7619 0 0,2 4-3280 0 0,0-5 2335 0 0,2 8-2948 0 0,0 0 0 0 0,0-1-1 0 0,0 1 1 0 0,0-1 0 0 0,-1 1 0 0 0,1 0 0 0 0,0-1 0 0 0,0 1 0 0 0,0 0-1 0 0,0-1 1 0 0,0 1 0 0 0,0 0 0 0 0,-1-1 0 0 0,1 1 0 0 0,0 0 0 0 0,0-1-1 0 0,-1 1 1 0 0,0-2 1399 0 0,1 2-1489 0 0,0 0 0 0 0,0 0 0 0 0,0 0 0 0 0,0 0 0 0 0,1 0 0 0 0,-1 0 0 0 0,0 0 1 0 0,0 0-1 0 0,0 0 0 0 0,0 0 0 0 0,1 0 0 0 0,-1 0 0 0 0,0 1 0 0 0,0-1 0 0 0,0 0 0 0 0,0 0 0 0 0,0 0 1 0 0,0 0-1 0 0,1 0 0 0 0,-1 0 0 0 0,0 0 0 0 0,0 0 0 0 0,0 1 0 0 0,0-1 0 0 0,0 0 0 0 0,0 0 0 0 0,0 0 0 0 0,0 0 1 0 0,0 0-1 0 0,1 0 0 0 0,-1 1 0 0 0,0-1 0 0 0,0 0 0 0 0,0 0 0 0 0,0 0 0 0 0,0 0 0 0 0,0 0 0 0 0,0 1 1 0 0,0-1-1 0 0,1 4-28 0 0,1 0 0 0 0,0-1 0 0 0,0 1 0 0 0,3 3 0 0 0,1 3 7 0 0,71 114 48 0 0,-1-13 13 0 0,6-6-45 0 0,-43-58 8 0 0,-39-47-4 0 0,25 29 1 0 0,-23-26-1 0 0,1-1-1 0 0,0 1 1 0 0,0-1-1 0 0,0 0 1 0 0,0 0 0 0 0,0 0-1 0 0,0 0 1 0 0,4 2 0 0 0,-7-4 0 0 0,1 0 0 0 0,-1 0 1 0 0,1 0-1 0 0,-1 0 0 0 0,0 0 1 0 0,1 0-1 0 0,-1 0 0 0 0,1 0 1 0 0,-1 0-1 0 0,1 0 1 0 0,-1 0-1 0 0,0 0 0 0 0,1 0 1 0 0,-1 0-1 0 0,1 0 0 0 0,-1 0 1 0 0,0 0-1 0 0,1 0 0 0 0,-1-1 1 0 0,1 1-1 0 0,-1 0 0 0 0,0 0 1 0 0,1 0-1 0 0,-1-1 0 0 0,1 1 1 0 0,-1-1 1 0 0,1 0-1 0 0,0 0 1 0 0,-1 0 0 0 0,1 0-1 0 0,-1 0 1 0 0,1 0 0 0 0,-1 0 0 0 0,0 0-1 0 0,1 0 1 0 0,-1-1 0 0 0,2-25 12 0 0,-2 25-19 0 0,0-3-12 0 0,0-14-58 0 0,0 0 0 0 0,-1 0 1 0 0,-7-35-1 0 0,6 49 39 0 0,1 0-35 0 0,0 0 1 0 0,0 0-1 0 0,-1-10 0 0 0,12 22-945 0 0,164 122 218 0 0,-124-103 832 0 0,-34-17-17 0 0,-9-6 10 0 0,0 0 1 0 0,13 3-1 0 0,-17-5 3 0 0,0 0 0 0 0,0-1 1 0 0,0 1-1 0 0,1-1 0 0 0,-1 0 0 0 0,0 0 0 0 0,0 0 1 0 0,0 0-1 0 0,5-1 0 0 0,-6 0-8 0 0,-1 0 0 0 0,0 1 1 0 0,1-1-1 0 0,-1 0 0 0 0,0 0 0 0 0,0 0 0 0 0,0 0 0 0 0,1 0 0 0 0,-1 0 1 0 0,0 0-1 0 0,0-1 0 0 0,-1 1 0 0 0,1 0 0 0 0,0 0 0 0 0,0-1 0 0 0,0 1 1 0 0,-1-1-1 0 0,1 1 0 0 0,-1-1 0 0 0,1 1 0 0 0,-1 0 0 0 0,1-4 1 0 0,0-2 34 0 0,0-1 0 0 0,0-15 1 0 0,-1 22-56 0 0,-1-12 23 0 0,0 1 0 0 0,0 0 0 0 0,-1 0-1 0 0,-1 0 1 0 0,0 0 0 0 0,-7-16-1 0 0,-34-66 105 0 0,18 42-100 0 0,-20-28-16 0 0,6 9-55 0 0,36 66-162 0 0,3 4-316 0 0,0 16-5636 0 0,2 8-2769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2737 0 0,'0'0'21495'0'0,"0"-5"-21035"0"0,1-14-73 0 0,0 15 860 0 0,12 14-1277 0 0,-9-5 38 0 0,-2-3-16 0 0,-1 0 1 0 0,1 0 0 0 0,-1 0-1 0 0,1 0 1 0 0,-1 0 0 0 0,0 1-1 0 0,0-1 1 0 0,1 4 0 0 0,1 6-14 0 0,-1-5 6 0 0,0 1 1 0 0,1 11 0 0 0,-2 49 25 0 0,-2-32-5 0 0,1-33 5 0 0,0 0 0 0 0,0 1 0 0 0,1-1 1 0 0,-1 0-1 0 0,1 0 0 0 0,0 0 0 0 0,0 0 0 0 0,0 0 1 0 0,0 0-1 0 0,1 0 0 0 0,-1 0 0 0 0,3 3 0 0 0,-1-1 26 0 0,-2-4-16 0 0,-1 0 1 0 0,1 0 0 0 0,0 0 0 0 0,-1 0 0 0 0,1 0 0 0 0,0-1 0 0 0,0 1 0 0 0,-1 0 0 0 0,1 0 0 0 0,0 0 0 0 0,0-1-1 0 0,0 1 1 0 0,0 0 0 0 0,0-1 0 0 0,3 2 0 0 0,3 0 136 0 0,1 1 1 0 0,-1-1-1 0 0,1-1 1 0 0,14 2-1 0 0,-18-2-127 0 0,1-1 0 0 0,-1 0 0 0 0,1 0-1 0 0,-1-1 1 0 0,1 1 0 0 0,-1-1 0 0 0,1 0 0 0 0,-1 0-1 0 0,8-4 1 0 0,59-27 168 0 0,-45 23-212 0 0,34-7-1 0 0,-50 13 10 0 0,3 0-350 0 0,26-1-1 0 0,-17 3-5630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8850 0 0,'0'0'12953'0'0,"-2"15"-12507"0"0,-3 48-33 0 0,5-57-321 0 0,-1 1 0 0 0,1-1 0 0 0,1 1 0 0 0,0 0 0 0 0,0-1-1 0 0,0 1 1 0 0,0-1 0 0 0,1 0 0 0 0,0 1 0 0 0,4 6 0 0 0,-1-1 33 0 0,3 5-67 0 0,0 1 0 0 0,2-1 0 0 0,0-1-1 0 0,1 1 1 0 0,0-2 0 0 0,27 28 0 0 0,-37-41-1076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9 100 0 0 0,'0'0'13036'0'0,"-1"-4"-11366"0"0,-2-5-977 0 0,1 4 1395 0 0,1 1 1 0 0,0-1-1 0 0,1 0 1 0 0,-1-5 0 0 0,1 8-2005 0 0,0 0 1 0 0,0 1 0 0 0,1-1-1 0 0,-1 1 1 0 0,0-1 0 0 0,1 1-1 0 0,-1-1 1 0 0,1 1 0 0 0,-1-1 0 0 0,1 1-1 0 0,0-1 1 0 0,0 1 0 0 0,0 0-1 0 0,0-1 1 0 0,0 1 0 0 0,2-2 0 0 0,-1 1-43 0 0,1 0 0 0 0,0 0 1 0 0,-1 0-1 0 0,1 0 0 0 0,0 0 1 0 0,0 1-1 0 0,5-2 1 0 0,3-1-64 0 0,0 1 1 0 0,-1 1 0 0 0,23-2-1 0 0,-19 3-17 0 0,1 0-1 0 0,15 2 0 0 0,-27-1 17 0 0,0 0-1 0 0,1 1 0 0 0,-1-1 1 0 0,0 1-1 0 0,0 0 0 0 0,1 0 1 0 0,-1 0-1 0 0,0 0 0 0 0,0 1 0 0 0,0-1 1 0 0,0 1-1 0 0,0 0 0 0 0,0 0 1 0 0,-1 0-1 0 0,3 2 0 0 0,-3-1-11 0 0,0-1-1 0 0,-1 1 0 0 0,1 0 0 0 0,-1 0 1 0 0,0-1-1 0 0,0 1 0 0 0,0 0 0 0 0,0 0 0 0 0,-1 0 1 0 0,1 0-1 0 0,-1 0 0 0 0,0 0 0 0 0,0 4 1 0 0,0-4 19 0 0,0 1 0 0 0,0 0 1 0 0,-1-1-1 0 0,1 1 0 0 0,-1 0 1 0 0,0-1-1 0 0,0 1 0 0 0,0-1 1 0 0,0 1-1 0 0,-4 4 0 0 0,-21 42 22 0 0,22-43-3 0 0,1 0 0 0 0,0 0 0 0 0,1 1 0 0 0,-1-1 0 0 0,-1 12 0 0 0,-5-5 5 0 0,7-7-352 0 0,-1 3 1533 0 0,4-10-1147 0 0,-1 1 0 0 0,0-1 0 0 0,1 0 1 0 0,-1 0-1 0 0,1 0 0 0 0,-1 0 0 0 0,1 0 0 0 0,-1 1 1 0 0,1-1-1 0 0,-1 0 0 0 0,0 0 0 0 0,1 0 0 0 0,-1 0 1 0 0,1 0-1 0 0,-1 0 0 0 0,1-1 0 0 0,-1 1 0 0 0,1 0 1 0 0,-1 0-1 0 0,1 0 0 0 0,-1 0 0 0 0,0 0 0 0 0,1-1 1 0 0,-1 1-1 0 0,1-1 0 0 0,11-3 112 0 0,2-1-58 0 0,23-4 0 0 0,-17 5 9 0 0,-1 2-1 0 0,22-1 0 0 0,-34 3-640 0 0,0 0 1 0 0,1 1-1 0 0,9 2 0 0 0,-12-1-881 0 0,0-1 0 0 0,0 1 0 0 0,0 0 0 0 0,0 0 0 0 0,7 5 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4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0 0 0,'0'0'14274'0'0,"7"2"-13067"0"0,24 5-206 0 0,-24-5-195 0 0,-8-3-596 0 0,0 1 0 0 0,-1 0 1 0 0,1 1-1 0 0,0-1 0 0 0,-1 0 1 0 0,1 0-1 0 0,0 0 0 0 0,0 1 1 0 0,-3 0-1 0 0,3-1 26 0 0,-66 14 2125 0 0,-11 2-1493 0 0,28-8-464 0 0,45-7-969 0 0,0 0 0 0 0,0-1 0 0 0,0 0 0 0 0,0 1 0 0 0,-8-2 0 0 0,9 1-907 0 0,1-1-1 0 0,-1 0 1 0 0,1 1-1 0 0,0-1 0 0 0,-1 0 1 0 0,1-1-1 0 0,0 1 1 0 0,-5-3-1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5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22 7922 0 0,'0'0'14323'0'0,"-5"-3"-14303"0"0,-16-13-16 0 0,21 16-4 0 0,-1 0 0 0 0,0-1 0 0 0,0 1 0 0 0,1 0 0 0 0,-1-1 1 0 0,0 1-1 0 0,0 0 0 0 0,0 0 0 0 0,0-1 0 0 0,1 1 0 0 0,-1 0 0 0 0,0 0 1 0 0,0 0-1 0 0,0 0 0 0 0,0 0 0 0 0,0 0 0 0 0,1 1 0 0 0,-1-1 0 0 0,0 0 1 0 0,0 0-1 0 0,0 1 0 0 0,0-1 0 0 0,1 0 0 0 0,-1 1 0 0 0,0-1 0 0 0,0 1 1 0 0,1-1-1 0 0,-1 1 0 0 0,0-1 0 0 0,1 1 0 0 0,-1-1 0 0 0,0 1 0 0 0,0 1 0 0 0,-5 2 10 0 0,1-1-2 0 0,-1-1 1 0 0,1 0-1 0 0,-1 0 0 0 0,0 0 0 0 0,0-1 0 0 0,0 0 0 0 0,-10 1 0 0 0,-44-2-3104 0 0,31 0-1298 0 0,14 0-1097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51 178 0 0 0,'0'0'13743'0'0,"6"0"-12980"0"0,-2 0-567 0 0,0 0 59 0 0,1 1 0 0 0,-1-2-1 0 0,0 1 1 0 0,1 0 0 0 0,-1-1-1 0 0,8-2 1 0 0,38-11 1276 0 0,-37 11-1300 0 0,0 0 1 0 0,0-1-1 0 0,-1-1 1 0 0,13-6-1 0 0,-24 11-173 0 0,15-11 885 0 0,-15 11-851 0 0,0-1-1 0 0,-1 0 0 0 0,1 1 1 0 0,-1-1-1 0 0,1 0 1 0 0,0 1-1 0 0,-1-1 0 0 0,1 0 1 0 0,-1 0-1 0 0,1 0 1 0 0,-1 1-1 0 0,0-1 0 0 0,1 0 1 0 0,-1 0-1 0 0,0 0 1 0 0,0 0-1 0 0,1-1 0 0 0,0-9 667 0 0,0 10-724 0 0,-1 0 0 0 0,0-1 0 0 0,1 1 1 0 0,-1 0-1 0 0,0 0 0 0 0,0 0 0 0 0,0-1 1 0 0,0 1-1 0 0,0 0 0 0 0,0 0 0 0 0,0 0 1 0 0,-1 0-1 0 0,1-1 0 0 0,0 1 1 0 0,0 0-1 0 0,-1 0 0 0 0,1 0 0 0 0,-1 0 1 0 0,1 0-1 0 0,-1 0 0 0 0,-1-2 0 0 0,-9-9 81 0 0,0 1-1 0 0,-21-17 0 0 0,27 24-29 0 0,5 4-87 0 0,0-1 1 0 0,-1 1 0 0 0,1-1-1 0 0,-1 1 1 0 0,1 0 0 0 0,-1-1-1 0 0,1 1 1 0 0,-1 0-1 0 0,1-1 1 0 0,-1 1 0 0 0,1 0-1 0 0,-1 0 1 0 0,0 0 0 0 0,1-1-1 0 0,-1 1 1 0 0,1 0 0 0 0,-1 0-1 0 0,1 0 1 0 0,-1 0-1 0 0,0 0 1 0 0,-15-3-180 0 0,-49 3 282 0 0,64 0-76 0 0,0 0 0 0 0,0 0 0 0 0,0 0 0 0 0,0-1 0 0 0,0 1 0 0 0,0 0 1 0 0,0 0-1 0 0,0-1 0 0 0,0 1 0 0 0,0 0 0 0 0,0-1 0 0 0,0 1 0 0 0,0-1 0 0 0,-1 0 0 0 0,0 1-2 0 0,-1-1-1 0 0,0 1 1 0 0,1 0-1 0 0,-1 0 0 0 0,-3 0 1 0 0,3 0-27 0 0,2 1 3 0 0,0-1-1 0 0,0 0 1 0 0,0 0 0 0 0,0 0-1 0 0,0 1 1 0 0,0-1 0 0 0,0 0-1 0 0,1 1 1 0 0,-1-1 0 0 0,0 1-1 0 0,0-1 1 0 0,0 1 0 0 0,1-1-1 0 0,-1 1 1 0 0,0 0 0 0 0,0-1-1 0 0,0 2 1 0 0,-11 15-16 0 0,6-8 4 0 0,-4 11 10 0 0,3-5 0 0 0,6-11 5 0 0,0 1 1 0 0,-1-1 0 0 0,2 1-1 0 0,-1-1 1 0 0,0 1-1 0 0,1-1 1 0 0,0 1 0 0 0,0 5-1 0 0,0-4 9 0 0,0 17 28 0 0,-1-13 6 0 0,1-1-1 0 0,0 0 1 0 0,0 0-1 0 0,3 12 1 0 0,-1-16 35 0 0,0 0 0 0 0,0 0 0 0 0,0 0 0 0 0,0-1 0 0 0,1 1 0 0 0,0-1 0 0 0,0 0 0 0 0,0 0 0 0 0,0 0 0 0 0,1 0 0 0 0,-1 0 0 0 0,1-1 0 0 0,0 1 0 0 0,7 4 0 0 0,6 2 138 0 0,0 0 1 0 0,28 11 0 0 0,-25-12-185 0 0,7 3 37 0 0,0-1 0 0 0,0-1 0 0 0,1-1 0 0 0,43 7 1 0 0,-63-15-403 0 0,1 0 1 0 0,0-1-1 0 0,-1 0 1 0 0,13-2-1 0 0,-21 2 157 0 0,1 0 0 0 0,-1 0 0 0 0,1 0 1 0 0,-1 0-1 0 0,1 0 0 0 0,-1-1 0 0 0,1 1 0 0 0,-1 0 0 0 0,1 0 0 0 0,-1-1 0 0 0,0 1 0 0 0,1 0 0 0 0,-1-1 0 0 0,0 1 0 0 0,1 0 0 0 0,-1-1 0 0 0,1 0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7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58 7130 0 0,'0'0'15764'0'0,"0"-9"-15672"0"0,3-39-126 0 0,-12 50-828 0 0,3 2 858 0 0,0 0 0 0 0,-1-1-1 0 0,1 1 1 0 0,-1-1 0 0 0,0-1 0 0 0,0 1-1 0 0,0-1 1 0 0,0 0 0 0 0,-14 1 0 0 0,-4-1 23 0 0,-40-1 0 0 0,36-1-314 0 0,14-1-1850 0 0,1 0 0 0 0,-16-4 0 0 0,8 1-5328 0 0,12 2-410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 2689 0 0,'0'0'14371'0'0,"0"-2"-14391"0"0,-2-5 1 0 0,2 6-2 0 0,0 7 2 0 0,1-2 22 0 0,1 0 1 0 0,-1 0-1 0 0,1 0 0 0 0,0-1 0 0 0,-1 1 1 0 0,2 0-1 0 0,3 5 0 0 0,-2-4 35 0 0,-1 0 0 0 0,5 11 0 0 0,-4-6 12 0 0,0-1 1 0 0,10 14-1 0 0,-2-2-2 0 0,22 37 109 0 0,15 30-66 0 0,-36-63-58 0 0,13 30 19 0 0,-23-49-48 0 0,-1 1 0 0 0,0 0 0 0 0,0 0 1 0 0,-1 0-1 0 0,0 0 0 0 0,0 11 0 0 0,-1-17 4 0 0,0 0-1 0 0,-1-1 0 0 0,1 1 0 0 0,0 0 1 0 0,0 0-1 0 0,-1 0 0 0 0,1 0 0 0 0,-1 0 1 0 0,1 0-1 0 0,-1-1 0 0 0,1 1 0 0 0,-1 0 0 0 0,0 0 1 0 0,1-1-1 0 0,-1 1 0 0 0,0 0 0 0 0,0-1 1 0 0,1 1-1 0 0,-1-1 0 0 0,0 1 0 0 0,0-1 1 0 0,0 1-1 0 0,0-1 0 0 0,0 0 0 0 0,1 1 0 0 0,-1-1 1 0 0,0 0-1 0 0,0 0 0 0 0,0 0 0 0 0,-2 0 1 0 0,-5 2 200 0 0,0-2 1 0 0,-13 1-1 0 0,17-1-132 0 0,-1 0-2 0 0,0 0 0 0 0,0 0 0 0 0,0-1 0 0 0,0 0 0 0 0,0 1-1 0 0,-9-4 1 0 0,10 2 17 0 0,-1 0-1 0 0,1-1 0 0 0,-1 1 0 0 0,1-1 1 0 0,0 0-1 0 0,0 0 0 0 0,1 0 0 0 0,-1 0 1 0 0,0-1-1 0 0,1 0 0 0 0,0 1 0 0 0,0-1 1 0 0,0 0-1 0 0,-2-5 0 0 0,4 5 20 0 0,-1 0 0 0 0,1 0 0 0 0,1 0 0 0 0,-1 0 0 0 0,0-1 0 0 0,1 1 0 0 0,0 0 0 0 0,0 0 0 0 0,0 0 0 0 0,1 0 0 0 0,-1-1 0 0 0,3-4 0 0 0,-2 6-91 0 0,0 0 0 0 0,1 1 1 0 0,-1 0-1 0 0,1-1 1 0 0,0 1-1 0 0,-1 0 1 0 0,1 0-1 0 0,0 0 0 0 0,4-3 1 0 0,20-15-112 0 0,-25 20 91 0 0,8-6-330 0 0,2 1 1 0 0,-1 0-1 0 0,1 0 1 0 0,-1 1-1 0 0,21-5 1 0 0,-5 2-2985 0 0,-14 4 478 0 0,-3 2-2494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14579 0 0,'0'0'8442'0'0,"18"14"-13331"0"0,-18-3 928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5025 0 0,'0'0'18049'0'0,"11"-9"-17969"0"0,36-26-26 0 0,-45 34-51 0 0,0-1 0 0 0,0 1 0 0 0,1 0 1 0 0,-1 0-1 0 0,1-1 0 0 0,2 1 0 0 0,5 1 4 0 0,-5 0-6 0 0,3 1-10 0 0,1-1 0 0 0,-1 1 0 0 0,0 0 0 0 0,0 1 0 0 0,11 3 0 0 0,-15-4-18 0 0,0 1 1 0 0,0 0-1 0 0,0-1 1 0 0,0 2-1 0 0,0-1 1 0 0,0 0-1 0 0,-1 1 1 0 0,1 0 0 0 0,-1 0-1 0 0,0 0 1 0 0,4 4-1 0 0,-6-5-9 0 0,1 0-1 0 0,-2-1 0 0 0,1 1 1 0 0,0 0-1 0 0,0 0 0 0 0,0 0 1 0 0,-1 0-1 0 0,1 0 0 0 0,-1 0 1 0 0,0 0-1 0 0,0 0 0 0 0,1 0 1 0 0,-1 1-1 0 0,0-1 0 0 0,-1 0 1 0 0,1 0-1 0 0,-1 3 0 0 0,0-2 14 0 0,1 0 0 0 0,-1 0 0 0 0,0 0 0 0 0,-1 0 0 0 0,1 0 0 0 0,0 0 0 0 0,-1 0 0 0 0,0 0 0 0 0,0 0 0 0 0,-2 2 0 0 0,-39 34-73 0 0,8-7 114 0 0,35-32-11 0 0,0 0 0 0 0,-1 1-1 0 0,1-1 1 0 0,0 0-1 0 0,0 1 1 0 0,-1-1 0 0 0,1 0-1 0 0,0 1 1 0 0,0-1 0 0 0,-1 1-1 0 0,1-1 1 0 0,0 0-1 0 0,0 1 1 0 0,0-1 0 0 0,0 1-1 0 0,0-1 1 0 0,0 1 0 0 0,0-1-1 0 0,0 1 1 0 0,0-1-1 0 0,0 0 1 0 0,0 1 0 0 0,0-1-1 0 0,0 1 1 0 0,0-1 0 0 0,0 1-1 0 0,0-1 1 0 0,0 0-1 0 0,1 1 1 0 0,-1-1 0 0 0,0 1-1 0 0,0-1 1 0 0,1 0 0 0 0,-1 1-1 0 0,0-1 1 0 0,0 0-1 0 0,1 1 1 0 0,-1-1 0 0 0,0 0-1 0 0,1 1 1 0 0,-1-1 0 0 0,1 1-1 0 0,2 1 90 0 0,1 0 1 0 0,-1 0-1 0 0,0 0 0 0 0,4 1 0 0 0,-2-1-43 0 0,15 7-177 0 0,0-1-1 0 0,0-1 1 0 0,1-1-1 0 0,0-1 1 0 0,0 0-1 0 0,1-2 1 0 0,-1-1-1 0 0,30 0 1 0 0,-51-2-10 0 0,1 0 0 0 0,-1 1 0 0 0,0-1 0 0 0,0 0 1 0 0,1 0-1 0 0,-1 0 0 0 0,0 0 0 0 0,1 0 0 0 0,-1-1 0 0 0,0 1 0 0 0,0 0 0 0 0,1 0 1 0 0,-1 0-1 0 0,0 0 0 0 0,0 0 0 0 0,0 0 0 0 0,1 0 0 0 0,-1 0 0 0 0,0-1 0 0 0,0 1 0 0 0,1 0 1 0 0,-1 0-1 0 0,0 0 0 0 0,0 0 0 0 0,0-1 0 0 0,0 1 0 0 0,1 0 0 0 0,-1 0 0 0 0,0 0 1 0 0,0-1-1 0 0,0 1 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6913 0 0,'0'0'15233'0'0,"0"-6"-15429"0"0,0 12 202 0 0,1 0 1 0 0,0-1-1 0 0,0 1 0 0 0,0-1 0 0 0,1 1 1 0 0,0-1-1 0 0,0 1 0 0 0,1-1 1 0 0,-1 0-1 0 0,4 5 0 0 0,4 5 57 0 0,0 0 0 0 0,13 13-1 0 0,-7-8-422 0 0,4 4-2023 0 0,-5-10-3441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8058 0 0,'0'0'10695'0'0,"16"18"-10523"0"0,51 54-32 0 0,-29-30 32 0 0,-28-32-2525 0 0,16 16-1 0 0,-15-14-5488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22 10098 0 0,'0'0'11391'0'0,"-30"-4"-11371"0"0,-94-12-3 0 0,83 14-3 0 0,24 5-2 0 0,4 0-7 0 0,-31 5-269 0 0,5-2-1522 0 0,0 3-4045 0 0,21-6-110 0 0,6 0-1794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3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17340 0 0,'0'0'11078'0'0,"4"0"-10564"0"0,-6 6-5794 0 0,1-5 4699 0 0,0 0 0 0 0,0 0 1 0 0,0 0-1 0 0,0-1 0 0 0,0 2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2521 0 0,'0'0'17279'0'0,"5"-9"-16829"0"0,19-25-61 0 0,-22 32-333 0 0,-1 1 1 0 0,0 0-1 0 0,1-1 0 0 0,-1 1 1 0 0,1 0-1 0 0,0 0 0 0 0,-1 0 0 0 0,1 0 1 0 0,0 0-1 0 0,0 0 0 0 0,0 0 1 0 0,0 0-1 0 0,0 1 0 0 0,-1-1 0 0 0,1 1 1 0 0,0-1-1 0 0,0 1 0 0 0,3 0 1 0 0,3-1 135 0 0,17-3 184 0 0,-1 0 1 0 0,1 2 0 0 0,26 1 0 0 0,-50 4-425 0 0,0-1 0 0 0,0 1 0 0 0,0-1 0 0 0,0 1 0 0 0,1 4 0 0 0,-1-4 18 0 0,2 13-17 0 0,0 0 0 0 0,-1 0-1 0 0,-1 1 1 0 0,-1-1 0 0 0,-1 21 0 0 0,0 0 56 0 0,1 14-9 0 0,0-50-5 0 0,0 0 1 0 0,-1 0-1 0 0,1 1 1 0 0,-1-1 0 0 0,1 0-1 0 0,-1 0 1 0 0,1 0-1 0 0,-1 0 1 0 0,1 0 0 0 0,-1 0-1 0 0,0 0 1 0 0,0 0-1 0 0,1 0 1 0 0,-1 0 0 0 0,0 0-1 0 0,0 0 1 0 0,0-1 0 0 0,-2 2-1 0 0,-19 11-108 0 0,21-13 112 0 0,-2 3 1019 0 0,5-2-383 0 0,10 0-179 0 0,15-2-487 0 0,126-8 90 0 0,-138 6-187 0 0,-4 1-2578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15 5769 0 0,'0'0'17144'0'0,"0"-3"-17097"0"0,0-9-30 0 0,2 14-24 0 0,-1-1 0 0 0,0 0 0 0 0,0 0 0 0 0,1 1 0 0 0,-1-1 0 0 0,0 1-1 0 0,0-1 1 0 0,-1 1 0 0 0,2 2 0 0 0,0 5-10 0 0,-1 1 0 0 0,0 0-1 0 0,-1 18 1 0 0,0-12 24 0 0,-1-10-9 0 0,1 0 1 0 0,-1-1-1 0 0,0 1 1 0 0,-1 0-1 0 0,1-1 1 0 0,-1 1-1 0 0,0-1 1 0 0,-6 11-1 0 0,-2 2 70 0 0,-15 18 0 0 0,22-32-49 0 0,-34 46 208 0 0,16-23-25 0 0,-32 55 1 0 0,-24 69 193 0 0,14-30 100 0 0,55-103-418 0 0,7-14-307 0 0,0 0 1 0 0,-1-1-1 0 0,0 1 0 0 0,0 0 1 0 0,0-1-1 0 0,-5 7 0 0 0,3-9-625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8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 1984 0 0,'7'-2'17615'0'0,"-11"2"-14968"0"0,3 35-251 0 0,1-22-2396 0 0,-2 0 1 0 0,0 1-1 0 0,0-1 0 0 0,-6 17 1 0 0,6-24 9 0 0,0-1-1 0 0,1 1 1 0 0,-1 5-1 0 0,0 4 5 0 0,2 4 525 0 0,8-15 162 0 0,6 0-528 0 0,-1 0 0 0 0,1-1 0 0 0,19 2 0 0 0,43 1-18 0 0,-58-5-113 0 0,0-1 0 0 0,0-1 0 0 0,0 0 1 0 0,33-7-1 0 0,-48 7-49 0 0,-1-1-1 0 0,1 1 1 0 0,0 0 0 0 0,0-1 0 0 0,-1 1-1 0 0,1-1 1 0 0,3-4 0 0 0,11-5-819 0 0,-14 6-51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9546 0 0,'0'0'15427'0'0,"1"6"-15403"0"0,1 4 17 0 0,1 0 1 0 0,0-1-1 0 0,0 1 0 0 0,6 10 0 0 0,22 41 225 0 0,-4-10-156 0 0,-25-46-187 0 0,19 43 128 0 0,-19-41-759 0 0,0-1-1 0 0,-1 1 0 0 0,0 0 0 0 0,0 0 0 0 0,0 11 1 0 0,0-14-472 0 0,-1 2-1366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 0 0 0,'0'0'927'0'0,"18"5"-703"0"0,-17-4-123 0 0,0 0 1 0 0,0 0-1 0 0,0 0 1 0 0,0-1-1 0 0,1 1 1 0 0,-1 0-1 0 0,0-1 0 0 0,1 1 1 0 0,1 0-1 0 0,25 3 7231 0 0,-4 2 4127 0 0,-24-6-11294 0 0,-4 6 1132 0 0,3-5-1270 0 0,0 0 1 0 0,-1 0-1 0 0,1 0 0 0 0,-1-1 1 0 0,0 1-1 0 0,1 0 0 0 0,-3 0 1 0 0,-15 2 442 0 0,0 1-81 0 0,0-1 1 0 0,-23 0 0 0 0,33-3-390 0 0,5 0-41 0 0,0 0 0 0 0,-1 0 0 0 0,1-1 0 0 0,-9-1 0 0 0,11 2-258 0 0,1-1 1 0 0,-1 1-1 0 0,1-1 1 0 0,-1 0-1 0 0,0 0 1 0 0,1 0-1 0 0,0 0 1 0 0,-1 0-1 0 0,-1-2 1 0 0,0 1-384 0 0,-6-8-5118 0 0,5-4-5137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17 5449 0 0,'0'0'16605'0'0,"-12"-3"-16509"0"0,-36-9-36 0 0,47 12-55 0 0,0-1 0 0 0,0 1 0 0 0,0 0 0 0 0,0 0-1 0 0,0 0 1 0 0,-1 0 0 0 0,1 0 0 0 0,0 0 0 0 0,0 0 0 0 0,0 0 0 0 0,0 0-1 0 0,-1 1 1 0 0,0 0 0 0 0,-5 6 66 0 0,5-3-46 0 0,-4 2 49 0 0,0 0 0 0 0,-1-1 0 0 0,-8 7 0 0 0,12-11-427 0 0,0 1 0 0 0,0-1 0 0 0,0 1 0 0 0,0-1 0 0 0,0 0 0 0 0,0 0 0 0 0,-1 0 0 0 0,1-1 0 0 0,0 1 1 0 0,0-1-1 0 0,-5 0 0 0 0,-21 0-8800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13 178 0 0 0,'0'0'12155'0'0,"-2"-1"-11799"0"0,-6-4 36 0 0,5 4 108 0 0,14 1 1386 0 0,53 7 409 0 0,-57-7-2123 0 0,3 0 221 0 0,1 0 0 0 0,13-3-1 0 0,-20 3-205 0 0,0-1-1 0 0,-1 0 0 0 0,1-1 0 0 0,0 1 0 0 0,0-1 1 0 0,0 0-1 0 0,-1 0 0 0 0,1 0 0 0 0,4-3 0 0 0,-6 3-45 0 0,-1 0-1 0 0,1 0 1 0 0,0 0-1 0 0,0 0 0 0 0,-1 0 1 0 0,1 0-1 0 0,-1-1 0 0 0,0 1 1 0 0,0 0-1 0 0,0-1 1 0 0,0 1-1 0 0,0-1 0 0 0,0 1 1 0 0,0-1-1 0 0,-1 1 1 0 0,0-1-1 0 0,1 0 0 0 0,-1-4 1 0 0,0 3-71 0 0,0 0 0 0 0,-1 0 0 0 0,1 0 0 0 0,-1 1-1 0 0,0-1 1 0 0,0 0 0 0 0,0 0 0 0 0,-1 0 0 0 0,1 1 0 0 0,-1-1 0 0 0,0 1 0 0 0,-3-5 0 0 0,2 4-38 0 0,0-1-28 0 0,0 1 0 0 0,0-1 0 0 0,-1 1 0 0 0,0 0 1 0 0,0 0-1 0 0,0 0 0 0 0,0 0 0 0 0,0 1 0 0 0,-9-6 1 0 0,11 9-29 0 0,0-1 0 0 0,1 0 0 0 0,-1 1 1 0 0,0-1-1 0 0,0 1 0 0 0,0-1 1 0 0,0 1-1 0 0,-3 0 0 0 0,4 0 15 0 0,0 0-1 0 0,0 0 1 0 0,0 0-1 0 0,0 0 1 0 0,1 0-1 0 0,-1 0 1 0 0,0 1 0 0 0,0-1-1 0 0,0 0 1 0 0,1 1-1 0 0,-1-1 1 0 0,0 0-1 0 0,0 1 1 0 0,1-1-1 0 0,-1 1 1 0 0,0-1-1 0 0,1 1 1 0 0,-1-1-1 0 0,0 1 1 0 0,0 0-1 0 0,-21 26-35 0 0,5-9 22 0 0,13-14 25 0 0,0 1-1 0 0,0-1 1 0 0,0 1 0 0 0,-4 8-1 0 0,6-7 4 0 0,0 0-1 0 0,0 0 0 0 0,0 0 0 0 0,1 0 0 0 0,0 0 1 0 0,1 1-1 0 0,-1-1 0 0 0,1 1 0 0 0,1 7 1 0 0,-1 3-1 0 0,1-14 16 0 0,0 0 1 0 0,0 0-1 0 0,0 0 0 0 0,0 0 0 0 0,0 0 0 0 0,1-1 1 0 0,-1 1-1 0 0,1 0 0 0 0,0-1 0 0 0,0 1 0 0 0,2 1 1 0 0,3 6 54 0 0,-3-5-9 0 0,0-1 0 0 0,0 1 0 0 0,0-1 0 0 0,0 0 0 0 0,1 0 0 0 0,0-1 0 0 0,-1 1 0 0 0,11 4 0 0 0,45 19 428 0 0,-58-27-481 0 0,19 7 159 0 0,0-1 0 0 0,37 5 1 0 0,-53-10-148 0 0,10 0 45 0 0,-1 0 1 0 0,21-1 0 0 0,-13 0-13 0 0,-20 0-168 0 0,-1 0 0 0 0,1 0 0 0 0,-1-1 0 0 0,1 1 1 0 0,-1 0-1 0 0,1-1 0 0 0,-1 1 0 0 0,1 0 0 0 0,-1-1 0 0 0,0 0 0 0 0,1 1 0 0 0,-1-1 0 0 0,0 0 0 0 0,1 0 0 0 0,-1 0 0 0 0,0 0 0 0 0,0 0 0 0 0,0 0 0 0 0,0 0 0 0 0,0 0 0 0 0,0 0 0 0 0,0 0 0 0 0,0-1 0 0 0,1-1 0 0 0,-2 2-551 0 0,1 0 0 0 0,-1-1 0 0 0,0 1 0 0 0,1-1 0 0 0,-1 1 0 0 0,0 0 0 0 0,0-1 0 0 0,1 1 0 0 0,-1-1 0 0 0,-1 1 0 0 0,1 0 0 0 0,0-1 0 0 0,0 1 0 0 0,0-1-1 0 0,-1 1 1 0 0,0-2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17 9306 0 0,'0'0'14538'0'0,"-10"-3"-14481"0"0,-31-7-14 0 0,39 9-39 0 0,0 0 0 0 0,-1 1 0 0 0,1-1 0 0 0,0 1 0 0 0,-1 0 0 0 0,1 0 0 0 0,-1 0 0 0 0,1 0 0 0 0,0 0 0 0 0,-1 0 0 0 0,1 0 0 0 0,0 1 0 0 0,-5 1 0 0 0,-4 1 28 0 0,-20 2-766 0 0,0-2 1 0 0,-45 1-1 0 0,53-4-1339 0 0,-34-1-8308 0 0,40 0 1004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6345 0 0,'0'0'15946'0'0,"0"2"-16070"0"0,1 8 138 0 0,1 0-1 0 0,0 1 0 0 0,0-1 1 0 0,1 0-1 0 0,6 11 0 0 0,-5-8 15 0 0,9 17 81 0 0,2 0-1 0 0,0-1 1 0 0,26 34-1 0 0,-40-61-103 0 0,48 64 205 0 0,-15-20-108 0 0,-33-46-110 0 0,-1 1-1 0 0,1 0 0 0 0,-1-1 1 0 0,1 1-1 0 0,-1 0 0 0 0,0-1 1 0 0,0 1-1 0 0,1 0 0 0 0,-1 0 1 0 0,0-1-1 0 0,0 1 0 0 0,0 0 1 0 0,0 0-1 0 0,0-1 0 0 0,0 1 1 0 0,0 1-1 0 0,0-1 6 0 0,-15-1-104 0 0,11 0 139 0 0,-1-1 1 0 0,0 0-1 0 0,1 1 0 0 0,-1-2 1 0 0,1 1-1 0 0,-1 0 0 0 0,-5-4 1 0 0,-32-18 206 0 0,25 14-196 0 0,11 5 18 0 0,0 1 0 0 0,0-1 0 0 0,0 0 0 0 0,0-1 0 0 0,1 1 0 0 0,0-1 0 0 0,-1 0 0 0 0,2-1 0 0 0,-7-7 0 0 0,10 11-42 0 0,0 1 0 0 0,1 0 0 0 0,-1 0 0 0 0,1-1 0 0 0,-1 1 0 0 0,1 0 1 0 0,0-1-1 0 0,-1 1 0 0 0,1-1 0 0 0,0 1 0 0 0,0 0 0 0 0,0-1 0 0 0,0 1 0 0 0,0-1 0 0 0,0 1 0 0 0,0-1 1 0 0,1 1-1 0 0,-1 0 0 0 0,1-2 0 0 0,0 1-53 0 0,0-1 1 0 0,0 1-1 0 0,1 0 1 0 0,-1 1-1 0 0,0-1 1 0 0,1 0-1 0 0,0 0 1 0 0,-1 1-1 0 0,1-1 1 0 0,3-2 0 0 0,4-1-365 0 0,0 0 0 0 0,1 0 0 0 0,-1 1 0 0 0,12-4 0 0 0,-17 7 216 0 0,8-4-783 0 0,26-9-2423 0 0,-13 1-5831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9994 0 0,'0'0'15142'0'0,"3"-8"-15371"0"0,11-24-166 0 0,-10 24-495 0 0,-23 22-14066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0 0 0,'0'0'7799'0'0,"4"0"-6136"0"0,8-3 61 0 0,-11 3-1480 0 0,-1-1-1 0 0,0 1 0 0 0,1 0 1 0 0,-1 0-1 0 0,0-1 1 0 0,1 1-1 0 0,-1 0 0 0 0,0-1 1 0 0,0 1-1 0 0,1 0 0 0 0,-1-1 1 0 0,0 1-1 0 0,0 0 0 0 0,0-1 1 0 0,0 1-1 0 0,0-1 1 0 0,1 1-1 0 0,-1 0 0 0 0,0-1 1 0 0,0 1-1 0 0,0-1 0 0 0,0 1 1 0 0,0 0-1 0 0,0-1 0 0 0,0 1 1 0 0,0-1-1 0 0,-1 1 0 0 0,1 0 1 0 0,0-1-1 0 0,0 0 1 0 0,0-7 2563 0 0,5 0-856 0 0,-5 7-1860 0 0,0 1 0 0 0,1-1 0 0 0,-1 0 0 0 0,0 1 0 0 0,0-1 0 0 0,1 1 0 0 0,-1-1 0 0 0,1 1 0 0 0,-1-1 0 0 0,0 1-1 0 0,1-1 1 0 0,-1 1 0 0 0,1-1 0 0 0,0 0 0 0 0,11-6 517 0 0,-11 5-579 0 0,1 1 0 0 0,0 0 1 0 0,-1 0-1 0 0,1 0 0 0 0,0 0 0 0 0,0 0 1 0 0,0 1-1 0 0,-1-1 0 0 0,5 0 1 0 0,19-2-60 0 0,33 2 1 0 0,-54 1 21 0 0,1 0-16 0 0,-1 1 0 0 0,0 0 0 0 0,0 0-1 0 0,0 0 1 0 0,0 1 0 0 0,0-1 0 0 0,0 1 0 0 0,0 0 0 0 0,0 0 0 0 0,0 0 0 0 0,-1 0 0 0 0,4 4-1 0 0,-6-5-10 0 0,0 0 0 0 0,-1 0 0 0 0,1 0-1 0 0,0 1 1 0 0,-1-1 0 0 0,1 0 0 0 0,-1 1-1 0 0,1-1 1 0 0,-1 0 0 0 0,0 1 0 0 0,1-1-1 0 0,-1 0 1 0 0,0 3 0 0 0,-1 20-210 0 0,1-19 206 0 0,-1 0 27 0 0,0 0-1 0 0,-1 1 1 0 0,1-1 0 0 0,-1 0 0 0 0,0 0 0 0 0,-1-1-1 0 0,1 1 1 0 0,-1 0 0 0 0,-3 4 0 0 0,-2 4 2 0 0,-7 5-7 0 0,13-16 15 0 0,0 0-1 0 0,0 0 0 0 0,1 0 1 0 0,-1 0-1 0 0,0 0 1 0 0,1 1-1 0 0,-1-1 0 0 0,1 1 1 0 0,-1 2-1 0 0,-3 8 8 0 0,3-8 3 0 0,0 1 1 0 0,0 0-1 0 0,1 0 0 0 0,0-1 0 0 0,0 1 1 0 0,-1 10-1 0 0,2-12 20 0 0,1 5 24 0 0,-1-9-42 0 0,0 0 0 0 0,0 1 0 0 0,0-1 0 0 0,0 0 0 0 0,0 0 1 0 0,0 1-1 0 0,0-1 0 0 0,1 0 0 0 0,-1 0 0 0 0,0 0 0 0 0,0 1 1 0 0,0-1-1 0 0,1 0 0 0 0,-1 0 0 0 0,0 0 0 0 0,0 0 0 0 0,0 0 1 0 0,1 1-1 0 0,-1-1 0 0 0,0 0 0 0 0,0 0 0 0 0,1 0 0 0 0,-1 0 1 0 0,0 0-1 0 0,0 0 0 0 0,1 0 0 0 0,-1 0 0 0 0,0 0 0 0 0,0 0 1 0 0,1 0-1 0 0,16 4 794 0 0,24-6-827 0 0,70-12 0 0 0,-86 14-2406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9098 0 0,'0'0'11301'0'0,"2"5"-11320"0"0,1 6 73 0 0,1-1 0 0 0,0 0-1 0 0,1 1 1 0 0,9 14-1 0 0,-9-18-3 0 0,8 14 121 0 0,2-1 0 0 0,25 28 0 0 0,-31-41 558 0 0,1-3-4219 0 0,-10-4 3175 0 0,1 0 0 0 0,-1 0 0 0 0,1 0 0 0 0,-1 0 0 0 0,1 0 0 0 0,-1 0 0 0 0,1 0 0 0 0,-1 0-1 0 0,0-1 1 0 0,1 1 0 0 0,-1 0 0 0 0,1 0 0 0 0,-1 0 0 0 0,0-1 0 0 0,1 1 0 0 0,-1 0 0 0 0,4-6-4726 0 0,-4 6 4726 0 0,0-1 0 0 0,0 1 0 0 0,0-1 0 0 0,0 1 0 0 0,0 0 0 0 0,0-1 0 0 0,0 1-1 0 0,0-1 1 0 0,0 0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2649 0 0,'0'0'13852'0'0,"12"12"-13632"0"0,55 61 157 0 0,-6-6-2040 0 0,-51-57-2411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45 11795 0 0,'0'0'10344'0'0,"-30"-7"-10282"0"0,-93-22-26 0 0,85 21-14 0 0,26 8-6 0 0,3 1-12 0 0,2-1-298 0 0,-1 1 0 0 0,0 0 0 0 0,1 0 0 0 0,0 0-1 0 0,-13 6 1 0 0,2 0-3301 0 0,2 3-3389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27 0 0 0,'0'0'22487'0'0,"7"-4"-21712"0"0,24-14-100 0 0,-24 14 1948 0 0,-34 40-2895 0 0,19-29 260 0 0,3-2 8 0 0,0 0 0 0 0,0 0 0 0 0,1 0 0 0 0,-5 7 0 0 0,5-6 8 0 0,-1 0 0 0 0,0 0-1 0 0,-9 9 1 0 0,-1 1-7 0 0,11-11 8 0 0,-121 154 88 0 0,-14 58-113 0 0,135-211-139 0 0,1 0 1 0 0,0-1-1 0 0,0 1 0 0 0,0 0 1 0 0,1 1-1 0 0,-2 7 1 0 0,3-7-1520 0 0,-1 0 1 0 0,2 0-1 0 0,-1 9 0 0 0,2-9-3783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30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4953 0 0,'0'0'19736'0'0,"4"-9"-19226"0"0,11-29-125 0 0,-14 37-357 0 0,-1-1-1 0 0,1 1 1 0 0,0 0 0 0 0,0 0-1 0 0,0-1 1 0 0,0 1 0 0 0,0 0-1 0 0,0 0 1 0 0,1 0 0 0 0,-1 0-1 0 0,0 0 1 0 0,1 0-1 0 0,-1 0 1 0 0,0 1 0 0 0,1-1-1 0 0,-1 0 1 0 0,1 1 0 0 0,-1-1-1 0 0,1 1 1 0 0,-1-1 0 0 0,1 1-1 0 0,-1 0 1 0 0,1 0 0 0 0,0 0-1 0 0,-1 0 1 0 0,1 0-1 0 0,-1 0 1 0 0,4 1 0 0 0,0-1-23 0 0,3 0-11 0 0,0 0-1 0 0,0 0 1 0 0,0 1 0 0 0,0 0 0 0 0,0 1-1 0 0,9 2 1 0 0,-13-2 5 0 0,3 0-6 0 0,1 0 0 0 0,-1 1-1 0 0,0 0 1 0 0,0 0 0 0 0,-1 0-1 0 0,1 1 1 0 0,-1 0 0 0 0,8 7-1 0 0,-10-8 3 0 0,-3-2-7 0 0,0 0-1 0 0,-1 0 0 0 0,1-1 1 0 0,0 1-1 0 0,0 0 1 0 0,-1 0-1 0 0,1 0 1 0 0,0 0-1 0 0,-1 0 1 0 0,1 0-1 0 0,-1 0 0 0 0,1 0 1 0 0,-1 0-1 0 0,0 0 1 0 0,1 0-1 0 0,-1 0 1 0 0,0 0-1 0 0,0 0 0 0 0,0 0 1 0 0,0 0-1 0 0,0 0 1 0 0,0 0-1 0 0,0 2 1 0 0,0 3 0 0 0,0 0 0 0 0,0 0 0 0 0,-1 0 0 0 0,0 0 0 0 0,0 0 0 0 0,0 0 0 0 0,-1 0 0 0 0,-2 6 0 0 0,0 1-14 0 0,4-10 22 0 0,-1 0 1 0 0,0 0-1 0 0,0-1 1 0 0,1 1-1 0 0,-3 3 1 0 0,-15 33 5 0 0,13-28-1 0 0,0 0 0 0 0,0 0 0 0 0,-7 9 1 0 0,-10 20-18 0 0,8-17 21 0 0,6-10 2 0 0,5-8-4 0 0,2-5 10 0 0,1 1-1 0 0,-1-1 1 0 0,1 1 0 0 0,-1-1-1 0 0,1 1 1 0 0,0 0 0 0 0,-1-1-1 0 0,1 1 1 0 0,0-1 0 0 0,0 1-1 0 0,-1 0 1 0 0,1-1 0 0 0,0 1-1 0 0,0 0 1 0 0,0-1 0 0 0,0 1-1 0 0,0 0 1 0 0,0-1 0 0 0,0 1-1 0 0,0 1 1 0 0,13 0 499 0 0,275 5 361 0 0,-190-8-6963 0 0,-87 2-930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13 5049 0 0,'0'0'14810'0'0,"6"-1"-14062"0"0,20-3-80 0 0,-25 4-422 0 0,0 0 0 0 0,0 0 0 0 0,0 0-1 0 0,0 0 1 0 0,0-1 0 0 0,1 1 0 0 0,-1 0-1 0 0,0-1 1 0 0,0 1 0 0 0,0-1 0 0 0,0 1-1 0 0,1-2 1 0 0,-2 2-192 0 0,0-1 0 0 0,-1 1-1 0 0,1 0 1 0 0,0 0 0 0 0,-1-1 0 0 0,1 1-1 0 0,-1 0 1 0 0,1 0 0 0 0,0 0-1 0 0,-1 0 1 0 0,1-1 0 0 0,-1 1 0 0 0,1 0-1 0 0,-1 0 1 0 0,1 0 0 0 0,-1 0 0 0 0,1 0-1 0 0,0 0 1 0 0,-1 0 0 0 0,1 0-1 0 0,-1 1 1 0 0,-163 6 1096 0 0,140-6-1539 0 0,0 1 1 0 0,-32 6-1 0 0,41-8-5576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28 7506 0 0,'0'0'19188'0'0,"0"-5"-18960"0"0,1-12-60 0 0,-1 17-151 0 0,0-1 0 0 0,0 1 0 0 0,0 0 0 0 0,0 0 1 0 0,0-1-1 0 0,0 1 0 0 0,0 0 0 0 0,0 0 0 0 0,1-1 0 0 0,-1 1 1 0 0,0 0-1 0 0,0 0 0 0 0,0-1 0 0 0,1 1 0 0 0,-1 0 0 0 0,0 0 0 0 0,0 0 1 0 0,0 0-1 0 0,1-1 0 0 0,-1 1 0 0 0,0 0 0 0 0,0 0 0 0 0,1 0 1 0 0,-1 0-1 0 0,1 0 157 0 0,-6 1-156 0 0,-35 5 169 0 0,-71 3 0 0 0,76-9-447 0 0,-26 0-1372 0 0,22 2-6136 0 0,29-1 497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0 0 0,'0'0'0'0'0,"31"-66"0"0"0,-29 59 0 0 0,5 0 0 0 0,-5 0 0 0 0,0 1 0 0 0,1-1 0 0 0,-1 6 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39 3081 0 0,'0'0'15956'0'0,"-13"1"-13595"0"0,5-1-1934 0 0,1-2 1 0 0,-1 1-1 0 0,1-1 0 0 0,0 0 1 0 0,0 0-1 0 0,-12-6 0 0 0,9 4-220 0 0,0 0 0 0 0,-13-2-1 0 0,9 3-150 0 0,-1 0-1 0 0,0 2 0 0 0,-15-1 1 0 0,-10 5-906 0 0,19-2-3475 0 0,1 0-8360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58 9674 0 0,'0'0'15330'0'0,"-18"-9"-15285"0"0,-54-28-22 0 0,45 26 1 0 0,26 11-23 0 0,1 0 0 0 0,-1 0 0 0 0,0 0 0 0 0,1 0 0 0 0,-1 0-1 0 0,0 0 1 0 0,1 0 0 0 0,-1 0 0 0 0,0 0 0 0 0,1 0 0 0 0,-1 1 0 0 0,1-1 0 0 0,-1 0 0 0 0,0 1 0 0 0,-5 1 4 0 0,-2 0-67 0 0,1 1 1 0 0,0 0-1 0 0,-9 5 1 0 0,-9 3-1239 0 0,-2-2-3308 0 0,9-4-3391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84 24 0 0,'0'0'13755'0'0,"-2"-4"-12508"0"0,-10-16 7543 0 0,12 20-8593 0 0,-2 7 993 0 0,2 10-1985 0 0,15 43 808 0 0,2-2 0 0 0,3 1 0 0 0,51 100 0 0 0,-57-130-16 0 0,-2-4 33 0 0,1 0 0 0 0,0 0 0 0 0,2-2 0 0 0,19 24 0 0 0,-33-45 44 0 0,0-1 1 0 0,0 1 0 0 0,1-1 0 0 0,-1 0-1 0 0,0 0 1 0 0,0 1 0 0 0,0-1 0 0 0,1 0-1 0 0,-1 0 1 0 0,1 0 0 0 0,-1 0-1 0 0,1-1 1 0 0,-1 1 0 0 0,1 0 0 0 0,0-1-1 0 0,-1 1 1 0 0,1-1 0 0 0,0 1 0 0 0,-1-1-1 0 0,1 0 1 0 0,0 0 0 0 0,3 0 0 0 0,-4-1-47 0 0,1 0-1 0 0,-1 0 1 0 0,0 0 0 0 0,1 0 0 0 0,-1 0 0 0 0,0-1 0 0 0,0 1 0 0 0,0 0 0 0 0,0-1 0 0 0,0 1 0 0 0,0-1 0 0 0,-1 1-1 0 0,2-4 1 0 0,2-7-43 0 0,-1 0-1 0 0,0 0 0 0 0,0 0 0 0 0,-2 0 0 0 0,1-1 1 0 0,-2 1-1 0 0,0 0 0 0 0,0-1 0 0 0,-1 1 1 0 0,0-1-1 0 0,-5-14 0 0 0,5 22 142 0 0,-2-7-618 0 0,3 11 107 0 0,4 7 88 0 0,6 13 152 0 0,0 0 0 0 0,2-1 0 0 0,19 23 1 0 0,-23-31 90 0 0,1-1-1 0 0,0 0 1 0 0,0-1 0 0 0,1 1 0 0 0,0-2 0 0 0,1 1 0 0 0,12 5 0 0 0,-16-9 89 0 0,-1-1 0 0 0,0 0 0 0 0,1-1-1 0 0,-1 1 1 0 0,1-1 0 0 0,0-1 0 0 0,0 1 0 0 0,0-1 0 0 0,0 0 0 0 0,0-1 0 0 0,0 0 0 0 0,10-1 0 0 0,-15 1-13 0 0,-1-1-1 0 0,1 1 1 0 0,0-1 0 0 0,-1 0-1 0 0,1 0 1 0 0,-1 0-1 0 0,1 0 1 0 0,-1 0-1 0 0,1 0 1 0 0,-1-1 0 0 0,0 1-1 0 0,1 0 1 0 0,-1-1-1 0 0,0 1 1 0 0,0-1-1 0 0,0 1 1 0 0,0-1-1 0 0,0 1 1 0 0,-1-1 0 0 0,1 0-1 0 0,0 1 1 0 0,0-3-1 0 0,1-3 23 0 0,-1 1 0 0 0,1-1 0 0 0,-1 0-1 0 0,1-11 1 0 0,-1-15 49 0 0,-2 0 0 0 0,0 0 0 0 0,-2 1-1 0 0,-10-41 1 0 0,-33-94 28 0 0,20 75-98 0 0,5 22-759 0 0,21 69-211 0 0,0 9-5681 0 0,0 15-2546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43 3681 0 0,'0'0'20574'0'0,"-4"-7"-20116"0"0,-10-21-112 0 0,11 21 394 0 0,3 8-933 0 0,0 0 183 0 0,0 0 1 0 0,0 1 0 0 0,0-1 0 0 0,0 0-1 0 0,0 1 1 0 0,1-1 0 0 0,-1 0-1 0 0,0 0 1 0 0,2 2 0 0 0,-2-3 8 0 0,2 8 3 0 0,1 0-1 0 0,-1-1 1 0 0,-1 1 0 0 0,1 0-1 0 0,-2 0 1 0 0,1 0 0 0 0,-1 0-1 0 0,0 9 1 0 0,0-10-10 0 0,3 24 54 0 0,-1-18-13 0 0,-2-13-26 0 0,0 0 0 0 0,0 1 0 0 0,0-1 0 0 0,0 0 0 0 0,0 1 0 0 0,0-1 0 0 0,0 1 0 0 0,1-1 0 0 0,-1 0 0 0 0,0 1 0 0 0,0-1 0 0 0,0 0 0 0 0,1 0 0 0 0,-1 1 0 0 0,0-1 0 0 0,0 0 0 0 0,1 0 1 0 0,-1 1-1 0 0,0-1 0 0 0,0 0 0 0 0,1 0 0 0 0,-1 1 0 0 0,0-1 0 0 0,1 0 0 0 0,-1 0 0 0 0,0 0 0 0 0,1 0 0 0 0,11 6 690 0 0,3-4-523 0 0,0-1-1 0 0,1-1 0 0 0,21-1 0 0 0,-28 0-142 0 0,162-12 98 0 0,-165 12-338 0 0,16-1 198 0 0,-12-2-3986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7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5833 0 0,'0'0'15198'0'0,"0"12"-15090"0"0,-1 6-55 0 0,2 43 196 0 0,1-49-102 0 0,0 1 0 0 0,1-1 0 0 0,0 0 0 0 0,1 0 0 0 0,9 21 0 0 0,-1-4 8 0 0,-5-12-394 0 0,3 8-1280 0 0,-7-7-9086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0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3169 0 0,'0'0'14548'0'0,"1"-4"-13528"0"0,0-15-211 0 0,0 27 4623 0 0,5 10-3978 0 0,3 13-1959 0 0,5 12 530 0 0,3 4 63 0 0,-16-45-73 0 0,-1-1-1 0 0,1 1 1 0 0,0-1-1 0 0,-1 1 0 0 0,1-1 1 0 0,0 1-1 0 0,0-1 1 0 0,1 2-1 0 0,6 10 174 0 0,-8-12-133 0 0,1 0 0 0 0,0 0 1 0 0,-1 0-1 0 0,1 0 1 0 0,0-1-1 0 0,0 1 1 0 0,-1 0-1 0 0,1 0 0 0 0,0-1 1 0 0,0 1-1 0 0,0 0 1 0 0,0-1-1 0 0,0 1 1 0 0,0-1-1 0 0,1 1 0 0 0,11 7-3703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34 12219 0 0,'0'0'15098'0'0,"-10"-6"-14956"0"0,-32-16-54 0 0,31 17-9 0 0,12 5-435 0 0,-1 0 117 0 0,1 0 0 0 0,-1 0 1 0 0,1 0-1 0 0,-1 0 0 0 0,1 1 0 0 0,-1-1 1 0 0,1 0-1 0 0,-1 0 0 0 0,1 1 1 0 0,-1-1-1 0 0,1 0 0 0 0,-1 1 0 0 0,1-1 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10306 0 0,'0'0'12971'0'0,"1"11"-13147"0"0,0 4 176 0 0,0-4 7 0 0,1 1-1 0 0,0-1 1 0 0,5 19 0 0 0,8 15 53 0 0,1-1 0 0 0,3-1 1 0 0,1 0-1 0 0,2-1 1 0 0,2-1-1 0 0,35 45 0 0 0,-7-22-273 0 0,-49-60 120 0 0,-3-3 90 0 0,0-1 0 0 0,0 0-1 0 0,1 1 1 0 0,-1-1-1 0 0,0 0 1 0 0,0 1 0 0 0,1-1-1 0 0,-1 0 1 0 0,0 0-1 0 0,0 1 1 0 0,1-1-1 0 0,-1 0 1 0 0,0 0 0 0 0,1 0-1 0 0,-1 1 1 0 0,0-1-1 0 0,1 0 1 0 0,-1 0-1 0 0,1 0 1 0 0,-1 0 0 0 0,0 0-1 0 0,1 0 1 0 0,-1 0-1 0 0,1 1 1 0 0,-1-1 0 0 0,0 0-1 0 0,1-1 1 0 0,-1 1-1 0 0,0 0 1 0 0,1 0-1 0 0,-1 0 1 0 0,1 0 0 0 0,0-2 3 0 0,-1 1 1 0 0,0-1 0 0 0,1 0 0 0 0,-1 1 0 0 0,0-1 0 0 0,0 0-1 0 0,0 1 1 0 0,0-4 0 0 0,-1 1-12 0 0,2-11-51 0 0,-1 7-5 0 0,1 1 0 0 0,-2 0 1 0 0,1 0-1 0 0,-1 0 0 0 0,0 0 0 0 0,0 0 0 0 0,0 0 1 0 0,-5-11-1 0 0,6 18 43 0 0,0 0 0 0 0,0 0 0 0 0,0 0 0 0 0,0 0 0 0 0,0 0-1 0 0,0 0 1 0 0,0 0 0 0 0,0 0 0 0 0,0-1 0 0 0,0 1 0 0 0,0 0 0 0 0,1 0 0 0 0,-1 0 0 0 0,0 0 0 0 0,0 0 0 0 0,0 0 0 0 0,0 0 0 0 0,0 0 0 0 0,0 0 0 0 0,0 0 0 0 0,0 0 0 0 0,0 0 0 0 0,0 0-1 0 0,0 0 1 0 0,0 0 0 0 0,0 0 0 0 0,0 0 0 0 0,0 0 0 0 0,0 0 0 0 0,0 0 0 0 0,0 0 0 0 0,0 0 0 0 0,0 0 0 0 0,0 0 0 0 0,0-1 0 0 0,0 1 0 0 0,0 0 0 0 0,0 0 0 0 0,0 0 0 0 0,0 0 0 0 0,0 0-1 0 0,0 0 1 0 0,0 0 0 0 0,0 0 0 0 0,0 0 0 0 0,0 0 0 0 0,0 0 0 0 0,0 0 0 0 0,0 0 0 0 0,0 0 0 0 0,0 0 0 0 0,0 0 0 0 0,0 0 0 0 0,0 0 0 0 0,0 0 0 0 0,0-1 0 0 0,0 1 0 0 0,0 0-1 0 0,0 0 1 0 0,3 3-301 0 0,9 13-130 0 0,5 8-193 0 0,1-1-1 0 0,41 39 1 0 0,-53-56 668 0 0,1-1-1 0 0,0 1 1 0 0,0-2-1 0 0,0 1 1 0 0,0-1-1 0 0,1 0 0 0 0,0 0 1 0 0,0-1-1 0 0,0 0 1 0 0,0-1-1 0 0,0 0 1 0 0,1 0-1 0 0,-1-1 1 0 0,16 1-1 0 0,-21-1 84 0 0,1-1 0 0 0,-1-1 0 0 0,0 1 1 0 0,1 0-1 0 0,-1-1 0 0 0,0 0 0 0 0,0 0 0 0 0,0 0 0 0 0,0 0 1 0 0,0 0-1 0 0,0 0 0 0 0,0-1 0 0 0,0 1 0 0 0,0-1 0 0 0,-1 0 1 0 0,1 0-1 0 0,0 0 0 0 0,-1 0 0 0 0,0-1 0 0 0,0 1 0 0 0,1-1 1 0 0,-1 1-1 0 0,-1-1 0 0 0,1 0 0 0 0,0 0 0 0 0,-1 1 0 0 0,1-1 0 0 0,-1 0 1 0 0,0-1-1 0 0,1-2 0 0 0,0-8 172 0 0,0 0 0 0 0,-1 1 0 0 0,0-1 1 0 0,-1 0-1 0 0,-2-19 0 0 0,0 15-353 0 0,-1 1 0 0 0,-1 0-1 0 0,0 0 1 0 0,-2 0 0 0 0,1 1 0 0 0,-2-1 0 0 0,-17-29 0 0 0,20 40-519 0 0,0 0 0 0 0,0 0 0 0 0,-1 1 0 0 0,0 0 0 0 0,-10-10 0 0 0,11 12-1369 0 0,0 0 0 0 0,-1 0 0 0 0,1 0 0 0 0,-10-3-1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23 5345 0 0,'0'0'19170'0'0,"-3"-5"-19164"0"0,-9-12-20 0 0,12 17 12 0 0,0 0 0 0 0,0 0 1 0 0,0 0-1 0 0,0 0 1 0 0,0 0-1 0 0,0 0 1 0 0,0 0-1 0 0,0 0 1 0 0,0 0-1 0 0,0 0 0 0 0,0 0 1 0 0,0 0-1 0 0,0 0 1 0 0,0 0-1 0 0,0 0 1 0 0,0 0-1 0 0,0 0 1 0 0,0 1-1 0 0,0-1 0 0 0,0 0 1 0 0,0 0-1 0 0,0 0 1 0 0,0 0-1 0 0,0 0 1 0 0,0 0-1 0 0,0 0 0 0 0,0 0 1 0 0,0 0-1 0 0,0 0 1 0 0,0 0-1 0 0,0 0 1 0 0,0 0-1 0 0,0 0 1 0 0,0 0-1 0 0,0 0 0 0 0,0 0 1 0 0,-1 0-1 0 0,1 0 1 0 0,0 0-1 0 0,0 0 1 0 0,0 0-1 0 0,0 0 1 0 0,0 0-1 0 0,0 0 0 0 0,0 0 1 0 0,0 0-1 0 0,0 0 1 0 0,0-1-1 0 0,0 1 1 0 0,0 0-1 0 0,0 0 1 0 0,0 0-1 0 0,0 0 0 0 0,0 0 1 0 0,0 0-1 0 0,0 0 1 0 0,0 0-1 0 0,0 0 1 0 0,0 0-1 0 0,0 0 1 0 0,0 0-1 0 0,0 0 0 0 0,0 0 1 0 0,0 0-1 0 0,0 0 1 0 0,0 0-1 0 0,0 0 1 0 0,-1 5-35 0 0,3 5 23 0 0,26 66 124 0 0,-24-64-105 0 0,-2-6-7 0 0,0 0 0 0 0,-1-1 0 0 0,0 1 0 0 0,0 0 0 0 0,-1 8 0 0 0,1-12-3 0 0,-1 0 1 0 0,0 0-1 0 0,-1 0 1 0 0,1 0-1 0 0,0 0 1 0 0,0 1-1 0 0,-1-1 1 0 0,0 0-1 0 0,1 0 1 0 0,-1 0-1 0 0,0 0 1 0 0,-2 3-1 0 0,3-5 30 0 0,0 0 0 0 0,0 1 0 0 0,0-1 0 0 0,0 0 0 0 0,0 0 0 0 0,0 0 1 0 0,0 0-1 0 0,0 0 0 0 0,0 1 0 0 0,0-1 0 0 0,0 0 0 0 0,0 0 0 0 0,0 0 0 0 0,0 0 0 0 0,0 1 0 0 0,0-1 0 0 0,0 0 0 0 0,0 0 0 0 0,0 0 0 0 0,0 0 0 0 0,0 0 0 0 0,0 1 0 0 0,0-1 0 0 0,0 0 0 0 0,0 0 0 0 0,0 0 0 0 0,0 0 1 0 0,0 0-1 0 0,1 0 0 0 0,-1 1 0 0 0,0-1 0 0 0,0 0 0 0 0,0 0 0 0 0,0 0 0 0 0,0 0 0 0 0,1 0 0 0 0,7 3 388 0 0,15-3-296 0 0,-18 0-59 0 0,40 1-21 0 0,-18 0-722 0 0,-1-1 1 0 0,41-5 0 0 0,-60 4-496 0 0,0-1 0 0 0,0 0-1 0 0,7-3 1 0 0,7-6-10017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2921 0 0,'0'0'15360'0'0,"-7"21"-14994"0"0,-20 67-36 0 0,20-57-84 0 0,7-30-227 0 0,0 0 0 0 0,0 0 0 0 0,0 0 0 0 0,0 0-1 0 0,0-1 1 0 0,1 1 0 0 0,-1 0 0 0 0,0 0 0 0 0,0 0 0 0 0,1 0-1 0 0,-1 1 1 0 0,3 4 64 0 0,1 6-170 0 0,0 0 0 0 0,8 13 0 0 0,-5-7-1640 0 0,-6-15 1037 0 0,0-1-1 0 0,0 0 1 0 0,0 0 0 0 0,0 0-1 0 0,0 0 1 0 0,0 0 0 0 0,3 4-1 0 0,0 1-4489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1 129 3801 0 0,'0'0'18309'0'0,"9"-20"-18220"0"0,29-63-31 0 0,-27 64-39 0 0,-4 16-8 0 0,3 1-19 0 0,0 1 0 0 0,0 0 0 0 0,1 1 0 0 0,-1 0 0 0 0,0 1 0 0 0,0 0-1 0 0,1 1 1 0 0,-1 0 0 0 0,12 4 0 0 0,53 26 37 0 0,-74-32-39 0 0,-1 1 0 0 0,0-1 0 0 0,1 1-1 0 0,-1 0 1 0 0,0-1 0 0 0,0 1 0 0 0,0-1 0 0 0,1 1-1 0 0,-1 0 1 0 0,0-1 0 0 0,0 1 0 0 0,0 0-1 0 0,0-1 1 0 0,0 1 0 0 0,0 0 0 0 0,0-1-1 0 0,0 1 1 0 0,0-1 0 0 0,-1 1 0 0 0,1 0-1 0 0,0-1 1 0 0,0 1 0 0 0,0-1 0 0 0,-1 1-1 0 0,1 0 1 0 0,0-1 0 0 0,-1 1 0 0 0,1-1 0 0 0,-1 1-1 0 0,0 0 1 0 0,-21 22 19 0 0,17-17 5 0 0,1-1 0 0 0,-1 0-1 0 0,-10 8 1 0 0,11-10-4 0 0,1 0 0 0 0,0-1 0 0 0,0 1 0 0 0,-3 4 0 0 0,3-3 7 0 0,0-1 0 0 0,0 1 1 0 0,0-1-1 0 0,-4 2 0 0 0,6-3-2 0 0,0-1 0 0 0,-1 1 0 0 0,1 0-1 0 0,0-1 1 0 0,0 1 0 0 0,0 0 0 0 0,1-1 0 0 0,-1 1 0 0 0,0 0-1 0 0,1 0 1 0 0,-1 0 0 0 0,1 0 0 0 0,-1 3 0 0 0,1-4 20 0 0,-1 0 0 0 0,1 0 0 0 0,0 0 0 0 0,0 0 0 0 0,0 0 0 0 0,0 1 0 0 0,0-1 0 0 0,0 0 0 0 0,0 0 0 0 0,0 0 0 0 0,1 0 0 0 0,-1 0 0 0 0,0 0 0 0 0,1 0 0 0 0,-1 0 0 0 0,1 0 1 0 0,-1 0-1 0 0,1 0 0 0 0,-1 0 0 0 0,1 0 0 0 0,0 0 0 0 0,-1 0 0 0 0,1 0 0 0 0,0 0 0 0 0,1 1 0 0 0,3 0 198 0 0,-1 0-66 0 0,-1 0 0 0 0,1 0 0 0 0,0-1 0 0 0,0 1-1 0 0,0-1 1 0 0,0 0 0 0 0,0 0 0 0 0,8 1 0 0 0,6-2 16 0 0,0-1 0 0 0,0 0 0 0 0,0-1 0 0 0,22-6 0 0 0,-19 3-293 0 0,-1 2-1 0 0,33-2 1 0 0,2 5-2424 0 0,-54 0 2075 0 0,1 0 0 0 0,0 1 0 0 0,-1-1 0 0 0,1 0 0 0 0,0 1 0 0 0,-1-1 0 0 0,1 1 0 0 0,-1-1 0 0 0,1 1 0 0 0,0 0 0 0 0,2 1 0 0 0,7 7-6877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29 560 0 0,'15'0'22110'0'0,"-23"0"-21076"0"0,-24-1-542 0 0,-1-1 0 0 0,-46-9 0 0 0,52 6-418 0 0,0 1 1 0 0,-39-1-1 0 0,65 5-149 0 0,0 0 0 0 0,0 1 0 0 0,0-1 0 0 0,0 0 0 0 0,0 1 0 0 0,0-1 0 0 0,1 1 0 0 0,-1-1 0 0 0,0 1 0 0 0,0 0 0 0 0,0-1 0 0 0,0 1 0 0 0,1 0 0 0 0,-1-1 0 0 0,0 1 0 0 0,0 0 0 0 0,0 1 0 0 0,-3 3-2059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331 106 4217 0 0,'0'0'20066'0'0,"-11"-17"-19712"0"0,-32-51-56 0 0,30 50-114 0 0,10 16 107 0 0,3 2-128 0 0,-7 0-138 0 0,-1 1-1 0 0,1 0 0 0 0,-12 3 1 0 0,-10 2-19 0 0,-78 3-685 0 0,72-8-3747 0 0,-1 0-5750 0 0,24-1-220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1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61 1488 0 0,'0'0'22844'0'0,"-7"-10"-22416"0"0,-20-31-117 0 0,20 31 322 0 0,8 10-653 0 0,0 1 7 0 0,-1-1 0 0 0,1 0 0 0 0,-1 0 0 0 0,1 0 0 0 0,-1 1 0 0 0,1-1-1 0 0,-1 0 1 0 0,1 1 0 0 0,-1-1 0 0 0,1 0 0 0 0,-1 1 0 0 0,1-1 0 0 0,-1 1-1 0 0,0-1 1 0 0,1 1 0 0 0,-1-1 0 0 0,0 1 0 0 0,1-1 0 0 0,-1 1 0 0 0,8 15-38 0 0,-6-9 24 0 0,24 50 44 0 0,23 74 1 0 0,-13-30-13 0 0,-32-92 4 0 0,2 11-29 0 0,1-1 1 0 0,1-1 0 0 0,20 33 0 0 0,-17-33-11 0 0,-7-11 55 0 0,0 0 0 0 0,1-1 0 0 0,10 12 0 0 0,-13-16-14 0 0,0 0 0 0 0,0-1 1 0 0,0 1-1 0 0,0-1 0 0 0,1 1 0 0 0,-1-1 0 0 0,0 0 1 0 0,1 0-1 0 0,-1 0 0 0 0,1 0 0 0 0,-1 0 0 0 0,1-1 0 0 0,0 1 1 0 0,-1-1-1 0 0,1 0 0 0 0,3 1 0 0 0,-4-2-1 0 0,0 1 1 0 0,0 0-1 0 0,0-1 0 0 0,0 1 1 0 0,0-1-1 0 0,0 0 0 0 0,0 0 0 0 0,0 0 1 0 0,-1 0-1 0 0,1 0 0 0 0,0 0 1 0 0,0 0-1 0 0,-1 0 0 0 0,1-1 0 0 0,-1 1 1 0 0,1-1-1 0 0,-1 1 0 0 0,0-1 0 0 0,1 0 1 0 0,-1 1-1 0 0,0-1 0 0 0,0 0 1 0 0,0 0-1 0 0,0 0 0 0 0,0-2 0 0 0,3-4-6 0 0,-1-1-1 0 0,-1 0 0 0 0,0 0 0 0 0,2-14 0 0 0,-2 11-26 0 0,-1 0 1 0 0,0 0-1 0 0,-1 0 0 0 0,-1 0 1 0 0,0 0-1 0 0,0 0 0 0 0,-1 0 0 0 0,-1 0 1 0 0,-6-17-1 0 0,9 28 21 0 0,-1-1-1 0 0,1 1 0 0 0,0-1 1 0 0,-1 1-1 0 0,1 0 1 0 0,0-1-1 0 0,0 1 0 0 0,0-3 1 0 0,0 3 0 0 0,0 1-36 0 0,1 3-578 0 0,21 26 30 0 0,44 45 0 0 0,-48-56 419 0 0,2-1 0 0 0,0-1 0 0 0,34 22 0 0 0,-49-35 185 0 0,0 0-1 0 0,-1-1 1 0 0,2 0 0 0 0,-1 0-1 0 0,0-1 1 0 0,0 1 0 0 0,0-1 0 0 0,1 0-1 0 0,-1-1 1 0 0,11 1 0 0 0,-15-1-1 0 0,0 0 1 0 0,0 0-1 0 0,0 0 1 0 0,0 0-1 0 0,0-1 1 0 0,0 1 0 0 0,0 0-1 0 0,0-1 1 0 0,-1 1-1 0 0,1 0 1 0 0,0-1-1 0 0,0 1 1 0 0,0-1 0 0 0,0 0-1 0 0,0 1 1 0 0,-1-1-1 0 0,1 0 1 0 0,0 1-1 0 0,0-2 1 0 0,1 0 9 0 0,-1 0-1 0 0,0 0 1 0 0,0 0 0 0 0,0 0-1 0 0,0-1 1 0 0,0 1 0 0 0,1-5-1 0 0,0-2 16 0 0,-1 0 0 0 0,0 0 0 0 0,0-12 0 0 0,-2 9 6 0 0,0 0 0 0 0,-1 0-1 0 0,0 1 1 0 0,0-1 0 0 0,-9-21 0 0 0,-28-55 122 0 0,28 65-143 0 0,-4-7-4 0 0,-10-25 22 0 0,-12-33-97 0 0,31 78-640 0 0,1 9-3746 0 0,4 1 3882 0 0,1 1 0 0 0,-1 0 0 0 0,0 0 0 0 0,1-1 0 0 0,-1 1 0 0 0,1 0 0 0 0,-1 0 0 0 0,1 0 0 0 0,0 0 0 0 0,-1-1 0 0 0,1 1 0 0 0,0 0 0 0 0,-1 0 0 0 0,1 0 0 0 0,0 2 0 0 0,-1 6-4139 0 0,0-2-1124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3433 0 0,'0'0'22335'0'0,"0"-2"-22249"0"0,0-3-67 0 0,0 7-90 0 0,2 19-62 0 0,2-9 99 0 0,7 16-1 0 0,3 12 68 0 0,-12-34-40 0 0,1 0-1 0 0,-1 0 1 0 0,7 10-1 0 0,5 11 53 0 0,-11-18-38 0 0,7 20-41 0 0,-10-28 46 0 0,0-1-1 0 0,0 1 0 0 0,0-1 0 0 0,0 1 0 0 0,1-1 1 0 0,-1 1-1 0 0,0-1 0 0 0,0 1 0 0 0,0-1 0 0 0,1 1 1 0 0,-1-1-1 0 0,0 0 0 0 0,1 1 0 0 0,-1-1 0 0 0,0 1 1 0 0,1-1-1 0 0,-1 0 0 0 0,1 1 0 0 0,-1-1 0 0 0,1 0 0 0 0,-1 0 1 0 0,0 1-1 0 0,1-1 0 0 0,-1 0 0 0 0,2 0 0 0 0,14 1 846 0 0,-7-1-771 0 0,5-1-54 0 0,0-1 0 0 0,0 0-1 0 0,0-1 1 0 0,17-6 0 0 0,15-3 10 0 0,109-28-2647 0 0,-147 38 1055 0 0,2-1-1895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5441 0 0,'0'0'15094'0'0,"-5"18"-14686"0"0,-15 56-76 0 0,19-69-253 0 0,0 0 1 0 0,0 0-1 0 0,0 0 0 0 0,0 11 0 0 0,1-14-40 0 0,1 0 0 0 0,-1 0 0 0 0,1 0 0 0 0,-1 1-1 0 0,1-1 1 0 0,0 0 0 0 0,1 2 0 0 0,3 10 185 0 0,-2-6-142 0 0,0-1 0 0 0,0 1 0 0 0,1-1-1 0 0,6 9 1 0 0,1 1-2460 0 0,-9-14 1534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8938 0 0,'0'0'13177'0'0,"0"-2"-13866"0"0,0 2 688 0 0,0 1 1 0 0,0-1-1 0 0,0 0 1 0 0,0 0-1 0 0,0 0 1 0 0,0 0-1 0 0,0 0 0 0 0,0 0 1 0 0,0 0-1 0 0,0 0 1 0 0,0 0-1 0 0,0 0 1 0 0,0 0-1 0 0,0 0 1 0 0,1 0-1 0 0,-1 0 0 0 0,0 0 1 0 0,0 1-1 0 0,0-1 1 0 0,0 0-1 0 0,0 0 1 0 0,0 0-1 0 0,0 0 1 0 0,0 0-1 0 0,0 0 0 0 0,0 0 1 0 0,0 0-1 0 0,0 0 1 0 0,0 0-1 0 0,1 0 1 0 0,-1 0-1 0 0,0 0 1 0 0,0 0-1 0 0,0 0 0 0 0,0 0 1 0 0,0 0-1 0 0,0 0 1 0 0,0 0-1 0 0,0 0 1 0 0,0 0-1 0 0,0 0 1 0 0,0 0-1 0 0,0 0 0 0 0,0-1 1 0 0,1 1-1 0 0,-1 0 1 0 0,0 0-1 0 0,0 0 1 0 0,0 0-1 0 0,0 0 1 0 0,0 0-1 0 0,0 0 0 0 0,0 0 1 0 0,0 0-1 0 0,0 0 1 0 0,0 0-1 0 0,0 0 1 0 0,0 0-1 0 0,0 0 1 0 0,0 0-1 0 0,0 0 0 0 0,0-1 1 0 0,0 1-1 0 0,0 0 1 0 0,0 0-1 0 0,6 11 1 0 0,9 22 42 0 0,-12-24-34 0 0,68 133 175 0 0,-53-110-332 0 0,-17-30-117 0 0,0 0 1 0 0,0 1 0 0 0,-1-1 0 0 0,1 0 0 0 0,0 0 0 0 0,-1 0-1 0 0,1 4 1 0 0,-1 8-7248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8818 0 0,'0'0'19772'0'0,"-1"0"-19400"0"0,2 0-394 0 0,0 0 0 0 0,-1 0 0 0 0,1 1 0 0 0,0-1 0 0 0,0 0 0 0 0,0 0 0 0 0,-1 1 0 0 0,1-1 0 0 0,0 0 1 0 0,0 1-1 0 0,-1-1 0 0 0,1 1 0 0 0,0-1 0 0 0,-1 1 0 0 0,1-1 0 0 0,-1 1 0 0 0,1-1 0 0 0,0 1 0 0 0,-1 0 0 0 0,1-1 0 0 0,-1 1 0 0 0,0 0 0 0 0,1-1 0 0 0,-1 1 0 0 0,1 0 0 0 0,-1 0 0 0 0,0-1 0 0 0,0 1 0 0 0,1 0 0 0 0,-1 0 0 0 0,0 0 0 0 0,0-1 0 0 0,0 3 0 0 0,0-2-405 0 0,0 0 0 0 0,0 1 0 0 0,0-1-1 0 0,0 1 1 0 0,0-1 0 0 0,-1 0 0 0 0,1 1-1 0 0,-1 2 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7234 0 0,'0'0'15400'0'0,"1"9"-15349"0"0,0 0-33 0 0,0 0 8 0 0,0-1 0 0 0,0 1 0 0 0,1 0 0 0 0,5 11 0 0 0,3 4 138 0 0,1 0 0 0 0,17 28 0 0 0,34 40 253 0 0,-36-59-327 0 0,41 42 1 0 0,-53-60-89 0 0,-5-6-86 0 0,0-1 0 0 0,0 0-1 0 0,1 0 1 0 0,18 11 0 0 0,-27-19 82 0 0,0 1 0 0 0,-1-1 0 0 0,1 0 0 0 0,0 1 0 0 0,0-1 0 0 0,0 0 1 0 0,0 1-1 0 0,0-1 0 0 0,0 0 0 0 0,0 0 0 0 0,-1 0 0 0 0,1 0 0 0 0,0 0 1 0 0,2 0-1 0 0,-3 0 2 0 0,0 0 0 0 0,1 0-1 0 0,-1 0 1 0 0,1-1 0 0 0,-1 1 0 0 0,1 0 0 0 0,-1 0 0 0 0,0-1 0 0 0,1 1 0 0 0,-1 0 0 0 0,0-1 0 0 0,1 1 0 0 0,-1 0 0 0 0,0-1-1 0 0,0 1 1 0 0,1 0 0 0 0,-1-1 0 0 0,0 1 0 0 0,0-1 0 0 0,1 0 0 0 0,0-2-9 0 0,-1-1 1 0 0,1 0-1 0 0,-1 1 0 0 0,1-1 0 0 0,-1 0 1 0 0,-1-3-1 0 0,1 0-43 0 0,-1-4 0 0 0,0 0 0 0 0,-1 0 0 0 0,0 1 0 0 0,-1-1 0 0 0,-6-17 0 0 0,0 3 32 0 0,8 20 82 0 0,0 1 1 0 0,0-1-1 0 0,0 1 1 0 0,1-1-1 0 0,0-8 1 0 0,11 13-374 0 0,-8 1 265 0 0,0-1 0 0 0,1 1 1 0 0,-1 0-1 0 0,0 1 0 0 0,0-1 0 0 0,0 1 0 0 0,0-1 1 0 0,0 1-1 0 0,0 0 0 0 0,0 0 0 0 0,-1 0 0 0 0,1 0 1 0 0,2 3-1 0 0,5 4 1 0 0,8 5 8 0 0,-3-2 25 0 0,2 1-1 0 0,-1-2 1 0 0,25 13 0 0 0,-30-18 2 0 0,-8-5 66 0 0,-1 1-1 0 0,1-1 1 0 0,0 1-1 0 0,-1-1 1 0 0,1 0-1 0 0,5 1 1 0 0,-7-2-34 0 0,0 0 0 0 0,0 0 1 0 0,0 0-1 0 0,0 0 1 0 0,0 0-1 0 0,-1 0 0 0 0,1-1 1 0 0,0 1-1 0 0,0 0 1 0 0,0 0-1 0 0,0-1 0 0 0,-1 1 1 0 0,1-1-1 0 0,0 1 1 0 0,0 0-1 0 0,-1-1 0 0 0,1 1 1 0 0,0-1-1 0 0,-1 0 0 0 0,1 1 1 0 0,-1-1-1 0 0,1 0 1 0 0,-1 1-1 0 0,1-1 0 0 0,-1 0 1 0 0,1 1-1 0 0,-1-1 1 0 0,1-2-1 0 0,1-1 27 0 0,-1 0 1 0 0,1 0-1 0 0,-1 0 0 0 0,0-1 0 0 0,0 1 1 0 0,0-1-1 0 0,-1-4 0 0 0,0-34 113 0 0,-1 18-103 0 0,-1 8-42 0 0,1 0 0 0 0,-2 0 0 0 0,-1 0 0 0 0,-7-22 1 0 0,1 1-34 0 0,7 27-34 0 0,0 0-1 0 0,-1-1 0 0 0,-8-14 1 0 0,9 20-651 0 0,0 1 0 0 0,0 1 1 0 0,-6-8-1 0 0,6 9-917 0 0,0 0 0 0 0,0 1 0 0 0,0-1 0 0 0,0 0 0 0 0,-6-2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5449 0 0,'0'0'17703'0'0,"5"-10"-17458"0"0,16-29-62 0 0,-21 38-171 0 0,1 0 0 0 0,-1 0 0 0 0,1 0 0 0 0,-1 0 0 0 0,1 1 0 0 0,0-1 0 0 0,0 0 0 0 0,-1 0 0 0 0,1 0 0 0 0,0 1 0 0 0,0-1 0 0 0,0 0 0 0 0,0 1 0 0 0,0-1 0 0 0,-1 0 0 0 0,1 1 0 0 0,0 0 0 0 0,1-1 0 0 0,-1 1 0 0 0,0-1 1 0 0,0 1-1 0 0,0 0 0 0 0,0 0 0 0 0,0 0 0 0 0,2 0 0 0 0,2-1 35 0 0,-1 0-33 0 0,0 0 1 0 0,0 1-1 0 0,0-1 0 0 0,0 1 1 0 0,0 0-1 0 0,0 0 1 0 0,0 1-1 0 0,0-1 0 0 0,6 2 1 0 0,-9-1-25 0 0,0 0 1 0 0,0-1-1 0 0,0 1 1 0 0,0 0-1 0 0,0 0 1 0 0,-1 0-1 0 0,1 0 1 0 0,0 0-1 0 0,0 0 1 0 0,-1 0-1 0 0,1 0 1 0 0,-1 1-1 0 0,1-1 1 0 0,-1 0-1 0 0,1 1 1 0 0,4 19-142 0 0,-2 4-21 0 0,-2 42-1 0 0,-1-47 191 0 0,0-11-34 0 0,-1 0 0 0 0,0 0 0 0 0,-4 11-1 0 0,3-12 30 0 0,0 1-1 0 0,1 0 0 0 0,-1 11 0 0 0,2 15 809 0 0,15-35 587 0 0,-12 0-1364 0 0,1-1-1 0 0,0 0 1 0 0,-1 1 0 0 0,1-1 0 0 0,6-3 0 0 0,7-1-4 0 0,8-2-31 0 0,1 2 0 0 0,-1 1 1 0 0,39-1-1 0 0,-34 4-317 0 0,-10 0 427 0 0,23 2 0 0 0,-37 0-698 0 0,-1 0 1 0 0,1 0-1 0 0,-1 0 0 0 0,1 0 0 0 0,0 1 1 0 0,-1 0-1 0 0,0 0 0 0 0,8 5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11370 0 0,'0'0'10292'0'0,"4"-6"-10429"0"0,0 1 129 0 0,-1 1 1 0 0,1-1 0 0 0,4-4-1 0 0,-7 9 8 0 0,-1 0-1 0 0,0 0 1 0 0,1 0-1 0 0,-1 0 1 0 0,0-1-1 0 0,1 1 1 0 0,-1 0-1 0 0,1 0 1 0 0,-1 0-1 0 0,0 0 1 0 0,1 0-1 0 0,-1 0 1 0 0,1 0-1 0 0,-1 0 1 0 0,0 0-1 0 0,1 0 1 0 0,-1 1-1 0 0,0-1 1 0 0,1 0 0 0 0,-1 0-1 0 0,1 0 1 0 0,-1 0-1 0 0,0 1 1 0 0,1-1-1 0 0,-1 0 1 0 0,0 0-1 0 0,0 1 1 0 0,1-1-1 0 0,-1 0 1 0 0,0 0-1 0 0,1 1 1 0 0,-1-1-1 0 0,0 0 1 0 0,0 1-1 0 0,1-1 1 0 0,9 17-5 0 0,-7-12 3 0 0,9 17-151 0 0,0 0-1 0 0,-2 1 0 0 0,9 28 1 0 0,-7-20-3125 0 0,1 0-3532 0 0,-7-17-3751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34 792 0 0,'0'0'14209'0'0,"-5"-4"-13211"0"0,-20-18 9595 0 0,25 22-10542 0 0,0 0 1 0 0,0-1-1 0 0,0 1 0 0 0,0 0 1 0 0,0 0-1 0 0,0 0 0 0 0,0-1 1 0 0,0 1-1 0 0,0 0 0 0 0,0 0 1 0 0,0 0-1 0 0,0-1 0 0 0,0 1 1 0 0,0 0-1 0 0,0 0 0 0 0,0 0 0 0 0,0-1 1 0 0,0 1-1 0 0,0 0 0 0 0,0 0 1 0 0,0 0-1 0 0,0-1 0 0 0,0 1 1 0 0,0 0-1 0 0,1 0 0 0 0,-1 0 1 0 0,0 0-1 0 0,0-1 0 0 0,0 1 1 0 0,0 0-1 0 0,0 0 0 0 0,1 0 1 0 0,-1 0-1 0 0,0 0 0 0 0,0 0 1 0 0,0-1-1 0 0,1 1 0 0 0,-1 0 1 0 0,0 0-1 0 0,0 0 0 0 0,0 0 1 0 0,1 0-1 0 0,-1 0 0 0 0,1 0-54 0 0,0 1 1 0 0,0-1-1 0 0,0 0 0 0 0,0 1 0 0 0,0-1 0 0 0,0 1 0 0 0,0-1 1 0 0,0 1-1 0 0,0-1 0 0 0,-1 1 0 0 0,1 0 0 0 0,0 0 0 0 0,0-1 1 0 0,-1 1-1 0 0,2 2 0 0 0,13 18-38 0 0,-7-10 40 0 0,49 59 40 0 0,-22-27-19 0 0,49 58-24 0 0,36 47 45 0 0,41 45-40 0 0,-75-91 17 0 0,-57-68 4 0 0,25 31-48 0 0,-26-32 60 0 0,-22-30-16 0 0,-6-3-23 0 0,0 0 0 0 0,0 0 0 0 0,0 0 0 0 0,0 0 0 0 0,1 0 0 0 0,-1 0 0 0 0,0 0 0 0 0,0 0 0 0 0,0 0 0 0 0,0-1 0 0 0,0 1 0 0 0,0 0-1 0 0,0 0 1 0 0,0 0 0 0 0,0 0 0 0 0,0 0 0 0 0,0 0 0 0 0,1 0 0 0 0,-1 0 0 0 0,0-1 0 0 0,0 1 0 0 0,0 0 0 0 0,0 0 0 0 0,0 0 0 0 0,0 0 0 0 0,0 0 0 0 0,0 0-1 0 0,0 0 1 0 0,0-1 0 0 0,0 1 0 0 0,0 0 0 0 0,0 0 0 0 0,0 0 0 0 0,0 0 0 0 0,0 0 0 0 0,0 0 0 0 0,0 0 0 0 0,0-1 0 0 0,0 1 0 0 0,-1 0 0 0 0,1 0 0 0 0,0 0 0 0 0,0 0-1 0 0,0 0 1 0 0,0 0 0 0 0,0 0 0 0 0,0 0 0 0 0,0-1 0 0 0,0 1 0 0 0,0 0 0 0 0,0 0 0 0 0,0 0 0 0 0,-1 0 0 0 0,1 0 0 0 0,0 0 0 0 0,0 0 0 0 0,0 0 0 0 0,0 0-1 0 0,-12-15-2346 0 0,-14-15 0 0 0,-1 2-6237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48 9914 0 0,'0'0'17964'0'0,"-1"-8"-17717"0"0,-1-23-59 0 0,1 23 134 0 0,1 17-378 0 0,5 47 43 0 0,-4-28 13 0 0,-2 0 0 0 0,-2 1-1 0 0,0-1 1 0 0,-2 0 0 0 0,-15 52 0 0 0,0-30-26 0 0,5-14 24 0 0,-63 137 50 0 0,36-86-15 0 0,25-56-2 0 0,-1 0 0 0 0,-42 53 0 0 0,9-13 80 0 0,49-68-218 0 0,0 0 0 0 0,1-1 0 0 0,-1 1 0 0 0,0 0 0 0 0,1 0 0 0 0,0 0 0 0 0,0 1 0 0 0,-1 3 0 0 0,1 9-6145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13587 0 0,'0'0'14914'0'0,"0"-2"-14784"0"0,2-5-20 0 0,-2 16-21 0 0,0 10-85 0 0,8 22 66 0 0,0-1-1 0 0,22 60 1 0 0,-14-49-15 0 0,25 105 51 0 0,-36-128-99 0 0,12 76 58 0 0,-14-87-10 0 0,-3-17-60 0 0,0 0 0 0 0,0 0 0 0 0,0 0 0 0 0,0-1 1 0 0,0 1-1 0 0,0 0 0 0 0,0 0 0 0 0,0 0 0 0 0,0 0 0 0 0,0 0 1 0 0,0 0-1 0 0,0 0 0 0 0,0 0 0 0 0,0 0 0 0 0,0 1 1 0 0,0-1-1 0 0,0 0 0 0 0,0 0 0 0 0,0 0 0 0 0,0 0 0 0 0,1 0 1 0 0,-1 0-1 0 0,0 0 0 0 0,0 0 0 0 0,0 0 0 0 0,0 0 0 0 0,0 0 1 0 0,0 0-1 0 0,0 0 0 0 0,0 0 0 0 0,0 0 0 0 0,0 0 1 0 0,0 0-1 0 0,0 0 0 0 0,0 0 0 0 0,0 0 0 0 0,0 0 0 0 0,0 0 1 0 0,0-9-825 0 0,0 4 110 0 0,0 1 0 0 0,-1 0 1 0 0,1 0-1 0 0,-1 0 0 0 0,0 0 0 0 0,0 0 0 0 0,-2-5 1 0 0,-9-16-8627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10354 0 0,'0'0'16758'0'0,"-3"-1"-16545"0"0,0 1-187 0 0,1-1 0 0 0,0 1 0 0 0,-1 0 0 0 0,1 0 0 0 0,-1 1 0 0 0,1-1 0 0 0,0 0 0 0 0,-1 1 0 0 0,1 0 0 0 0,0-1 0 0 0,0 1 0 0 0,-1 0 0 0 0,1 0 0 0 0,0 0 0 0 0,0 0 1 0 0,0 1-1 0 0,0-1 0 0 0,0 0 0 0 0,0 1 0 0 0,1-1 0 0 0,-3 3 0 0 0,-10 10 59 0 0,0 1 1 0 0,1 0-1 0 0,-21 34 0 0 0,14-21 6 0 0,14-20-56 0 0,0 0 0 0 0,-7 12 0 0 0,7-10-99 0 0,2-4 854 0 0,5-6-755 0 0,-1 1-1 0 0,1-1 1 0 0,-1 0 0 0 0,1 0-1 0 0,0 0 1 0 0,-1 1-1 0 0,1-1 1 0 0,-1 0-1 0 0,1 0 1 0 0,0 0 0 0 0,-1 0-1 0 0,1 0 1 0 0,0 0-1 0 0,-1 0 1 0 0,2 0-1 0 0,45 2 20 0 0,66 12 0 0 0,-42-4-60 0 0,-24-3-159 0 0,-2-1-1602 0 0,49 0-1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42 11122 0 0,'0'0'15233'0'0,"-27"-4"-15072"0"0,-85-13-54 0 0,101 15-75 0 0,0 0 1 0 0,-20 0-1 0 0,22 3-14 0 0,-38-1-52 0 0,-34 1-23 0 0,30-6-2842 0 0,47 4 1733 0 0,0 1 1 0 0,0-1-1 0 0,0 0 0 0 0,-5-3 1 0 0,0-1-6354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 13539 0 0,'0'0'12712'0'0,"-11"-3"-12717"0"0,-31-8 19 0 0,41 10-12 0 0,-1 1 1 0 0,1-1-1 0 0,-1 1 0 0 0,1 0 0 0 0,-1 0 0 0 0,1 0 1 0 0,-1 0-1 0 0,1 0 0 0 0,-1 0 0 0 0,1 0 0 0 0,0 0 0 0 0,-1 1 1 0 0,1-1-1 0 0,-1 0 0 0 0,-1 2 0 0 0,-3 0 14 0 0,-35 4 54 0 0,0-1 0 0 0,-44-2-1 0 0,-24-6-7290 0 0,87 0 422 0 0,5 0-4629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0 0 0,'0'0'11065'0'0,"-6"-6"-10050"0"0,-19-19-24 0 0,12 7 6824 0 0,13 18-7652 0 0,0 1 0 0 0,0-1 0 0 0,0 0 0 0 0,-1 1 0 0 0,1-1 0 0 0,0 0 0 0 0,0 1 0 0 0,0-1 0 0 0,0 0 0 0 0,0 1 0 0 0,0-1 0 0 0,0 0 0 0 0,0 1 0 0 0,0-1 0 0 0,0 0 0 0 0,0 1 0 0 0,0-1 0 0 0,0 1 0 0 0,0-1 0 0 0,0 0 0 0 0,0 1 0 0 0,0-1 0 0 0,1 0 0 0 0,-1 1 0 0 0,0-1 0 0 0,1 1 0 0 0,6 11-807 0 0,-3-7 996 0 0,6 9-237 0 0,1 0 1 0 0,1 0 0 0 0,18 16 0 0 0,45 33 224 0 0,-13-12-188 0 0,45 30 112 0 0,-57-46-108 0 0,-39-26-115 0 0,-7-6-21 0 0,-1 0 0 0 0,1-1-1 0 0,-1 1 1 0 0,1-1-1 0 0,0 0 1 0 0,7 3-1 0 0,-11-5-65 0 0,0 0-1 0 0,0 0 0 0 0,0 0 0 0 0,0 0 0 0 0,0 0 1 0 0,0 0-1 0 0,0 1 0 0 0,1-1 0 0 0,-1 0 1 0 0,0 0-1 0 0,0 0 0 0 0,0 0 0 0 0,0 0 0 0 0,0 0 1 0 0,1 0-1 0 0,-1 0 0 0 0,0 0 0 0 0,0 0 0 0 0,0 0 1 0 0,0 0-1 0 0,0 0 0 0 0,1 0 0 0 0,-1 0 1 0 0,0 0-1 0 0,0 0 0 0 0,0-1 0 0 0,0 1 0 0 0,0 0 1 0 0,0 0-1 0 0,1 0 0 0 0,-1 0 0 0 0,0 0 0 0 0,0 0 1 0 0,0 0-1 0 0,0 0 0 0 0,0 0 0 0 0,0 0 1 0 0,0-1-1 0 0,0 1 0 0 0,0 0 0 0 0,1 0 0 0 0,-1 0 1 0 0,0 0-1 0 0,0 0 0 0 0,0 0 0 0 0,0-1 1 0 0,0 1-1 0 0,0 0 0 0 0,0 0 0 0 0,0 0 0 0 0,0-1 1 0 0,-3-9-3183 0 0,-10-11-4475 0 0,5 10 1233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8786 0 0,'0'0'16022'0'0,"-12"2"-15807"0"0,-37 10-43 0 0,48-12-154 0 0,-1 0-1 0 0,0 1 1 0 0,1-1 0 0 0,-1 1 0 0 0,0-1 0 0 0,1 1 0 0 0,-1-1-1 0 0,1 1 1 0 0,-1 0 0 0 0,1 0 0 0 0,-1 0 0 0 0,1 0 0 0 0,0 0-1 0 0,-1 0 1 0 0,1 0 0 0 0,0 1 0 0 0,0-1 0 0 0,-2 2 0 0 0,-1 3 51 0 0,0-2-13 0 0,1 1 0 0 0,-1 0 0 0 0,1 0-1 0 0,0 0 1 0 0,0 0 0 0 0,1 1 0 0 0,-1-1 0 0 0,-2 11 0 0 0,2 0 157 0 0,-4 29 1 0 0,1-2-11 0 0,4-34-202 0 0,0 1-1 0 0,-1 0 0 0 0,0-1 0 0 0,-1 0 0 0 0,0 0 1 0 0,-9 15-1 0 0,-4-7-1845 0 0,10-12-1441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51 10538 0 0,'0'0'15884'0'0,"-19"-8"-15692"0"0,-58-25-51 0 0,49 25-74 0 0,16 8-31 0 0,4 0-22 0 0,-10 0 19 0 0,12-1-23 0 0,0 1 0 0 0,0 0 1 0 0,0 0-1 0 0,0 1 0 0 0,0-1 0 0 0,0 1 0 0 0,0 1 1 0 0,0-1-1 0 0,-7 4 0 0 0,5-2-14 0 0,7-3 4 0 0,0 1 1 0 0,-1-1 0 0 0,1 1 0 0 0,0 0 0 0 0,-1-1-1 0 0,1 1 1 0 0,0 0 0 0 0,0 0 0 0 0,0 0 0 0 0,0-1 0 0 0,-1 1-1 0 0,1 0 1 0 0,1 1 0 0 0,-1-1 0 0 0,0 0 0 0 0,-1 2-1 0 0,1 0-6 0 0,0-1 0 0 0,1 1 0 0 0,-1 0 0 0 0,1 0 0 0 0,0-1-1 0 0,-1 1 1 0 0,2 3 0 0 0,0-2-3 0 0,0 0 0 0 0,1 0 0 0 0,0 0 0 0 0,0 0-1 0 0,0-1 1 0 0,0 1 0 0 0,3 3 0 0 0,-2-3 13 0 0,0 1 1 0 0,0-1-1 0 0,0 1 0 0 0,2 6 0 0 0,0 5-29 0 0,-1-8 19 0 0,-2 0 0 0 0,3 12 0 0 0,11 52 29 0 0,-2 4-34 0 0,-13-63 12 0 0,1 0 0 0 0,0-1 0 0 0,6 17 0 0 0,6 34 22 0 0,6-4 30 0 0,-12-43-47 0 0,-7-13-5 0 0,0-1 1 0 0,1 1-1 0 0,-1-1 1 0 0,0 1-1 0 0,-1 0 1 0 0,2 3-1 0 0,-2-5 2 0 0,0 0-1 0 0,1 0 0 0 0,-1 0 0 0 0,1 0 0 0 0,-1 0 1 0 0,1 0-1 0 0,-1 0 0 0 0,1 0 0 0 0,0 0 0 0 0,0 1 1 0 0,5 7 119 0 0,-6-8-105 0 0,1-1 0 0 0,-1 1 1 0 0,0-1-1 0 0,1 1 0 0 0,-1-1 0 0 0,1 1 0 0 0,-1-1 1 0 0,1 1-1 0 0,-1-1 0 0 0,1 0 0 0 0,-1 1 0 0 0,1-1 0 0 0,-1 0 1 0 0,1 0-1 0 0,-1 1 0 0 0,1-1 0 0 0,-1 0 0 0 0,1 0 0 0 0,-1 0 1 0 0,2 1-1 0 0,15 0 186 0 0,-10 0-133 0 0,26 1 52 0 0,51-2 0 0 0,-33-1-485 0 0,-32 0-269 0 0,-7 1-3082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49 7450 0 0,'0'0'17526'0'0,"0"-8"-17422"0"0,-1-25-116 0 0,1 33 10 0 0,0 0 1 0 0,0-1-1 0 0,0 1 0 0 0,0 0 0 0 0,0-1 1 0 0,0 1-1 0 0,0 0 0 0 0,0-1 1 0 0,0 1-1 0 0,1 0 0 0 0,-1 0 0 0 0,0-1 1 0 0,0 1-1 0 0,0 0 0 0 0,0-1 1 0 0,0 1-1 0 0,1 0 0 0 0,-1 0 0 0 0,0 0 1 0 0,0-1-1 0 0,0 1 0 0 0,1 0 1 0 0,-1 0-1 0 0,0 0 0 0 0,0-1 0 0 0,1 1 1 0 0,-1 0-1 0 0,0 0 0 0 0,0 0 1 0 0,1 0-1 0 0,-1 0 0 0 0,0 0 0 0 0,1-1 1 0 0,-1 1-1 0 0,0 0 0 0 0,1 0 1 0 0,9 4-72 0 0,-7-2 49 0 0,17 8-28 0 0,0 0 1 0 0,0 2-1 0 0,25 20 0 0 0,-38-27 52 0 0,6 5-10 0 0,-1 0 0 0 0,0 1 0 0 0,13 16 0 0 0,-22-24 3 0 0,-1 0 0 0 0,0 0 1 0 0,1 0-1 0 0,-1 0 0 0 0,-1 1 0 0 0,1-1 1 0 0,0 1-1 0 0,-1-1 0 0 0,0 1 1 0 0,0-1-1 0 0,0 1 0 0 0,0 0 1 0 0,-1 0-1 0 0,1-1 0 0 0,-1 1 0 0 0,0 0 1 0 0,0 0-1 0 0,0 0 0 0 0,-2 6 1 0 0,1-7 16 0 0,0 0 0 0 0,0 0 0 0 0,0 0 0 0 0,-1 0 0 0 0,1-1 1 0 0,-1 1-1 0 0,0 0 0 0 0,0-1 0 0 0,0 1 0 0 0,0-1 0 0 0,-1 0 1 0 0,1 1-1 0 0,0-1 0 0 0,-1 0 0 0 0,0-1 0 0 0,1 1 0 0 0,-1 0 0 0 0,0-1 1 0 0,0 1-1 0 0,0-1 0 0 0,-5 1 0 0 0,-3 2 118 0 0,0-2-1 0 0,-1 0 1 0 0,0 0 0 0 0,-19 0-1 0 0,-1-1 189 0 0,-41-4 0 0 0,58 1-219 0 0,1 0-1 0 0,-1-1 0 0 0,0-1 0 0 0,-27-11 1 0 0,38 14-45 0 0,1-1 1 0 0,-1 0-1 0 0,0 0 1 0 0,1-1-1 0 0,-1 1 1 0 0,1-1-1 0 0,0 0 1 0 0,-4-4-1 0 0,5 5-17 0 0,0 0 0 0 0,1 0 1 0 0,0 0-1 0 0,-1-1 0 0 0,1 1 0 0 0,0 0 0 0 0,0-1 0 0 0,0 1 0 0 0,0-1 0 0 0,1 1 0 0 0,-1-1 0 0 0,1 0 0 0 0,-1 1 0 0 0,1-4 1 0 0,0-1-4 0 0,0 4-44 0 0,-1-1 1 0 0,1 1-1 0 0,1 0 1 0 0,-1-1-1 0 0,0 1 1 0 0,1-1-1 0 0,0 1 1 0 0,-1 0-1 0 0,1-1 1 0 0,0 1-1 0 0,1 0 1 0 0,2-6-1 0 0,2 0-166 0 0,1 1 0 0 0,0 0 0 0 0,0 0 0 0 0,0 0 0 0 0,1 1 0 0 0,0 1 0 0 0,14-10 0 0 0,-14 12-474 0 0,-1 0-1 0 0,0 0 1 0 0,1 1-1 0 0,8-3 1 0 0,-9 4-1023 0 0,1 1 0 0 0,-1-1 0 0 0,1 1 1 0 0,12 0-1 0 0,3 1-7342 0 0,-16 0 3711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9954 0 0,'0'0'14855'0'0,"15"-16"-14919"0"0,48-48-17 0 0,-61 62 72 0 0,0 0 0 0 0,0 0 0 0 0,0 0 0 0 0,1 1 1 0 0,-1-1-1 0 0,1 1 0 0 0,-1 0 0 0 0,1-1 0 0 0,3 0 0 0 0,-5 2 0 0 0,1 0 1 0 0,-1 0-1 0 0,0 0 0 0 0,1 0 1 0 0,-1 0-1 0 0,0 0 0 0 0,1 0 1 0 0,-1 0-1 0 0,0 0 0 0 0,3 2 0 0 0,3-1-27 0 0,10 4-4 0 0,1 1 1 0 0,-1 0 0 0 0,0 2 0 0 0,0 0 0 0 0,0 0 0 0 0,-1 2 0 0 0,-1 0 0 0 0,29 24-1 0 0,-36-27 18 0 0,-1 1-1 0 0,0 0 0 0 0,0 0 0 0 0,-1 1 1 0 0,0 0-1 0 0,0 0 0 0 0,-1 1 0 0 0,-1-1 1 0 0,1 1-1 0 0,-1 0 0 0 0,-1 0 0 0 0,4 21 0 0 0,-5-20 11 0 0,-2 0 0 0 0,1 0 0 0 0,-2 15 0 0 0,0 1 2 0 0,-4 57 24 0 0,5-80-11 0 0,-1 3 5 0 0,1-1 0 0 0,1 1 0 0 0,-1 0 0 0 0,1 0 0 0 0,0-1 0 0 0,1 1 0 0 0,2 7 0 0 0,9 17 68 0 0,21 33-1 0 0,-31-60-70 0 0,22 49 46 0 0,-23-49-59 0 0,0 1 0 0 0,0-1 0 0 0,0 1 0 0 0,-1 0 0 0 0,0-1 0 0 0,0 1 1 0 0,0 0-1 0 0,0 0 0 0 0,-1 10 0 0 0,0-13 6 0 0,-1 1-1 0 0,0 0 1 0 0,1-1 0 0 0,-1 1 0 0 0,0 0 0 0 0,0-1-1 0 0,0 1 1 0 0,-1-1 0 0 0,1 1 0 0 0,-1-1-1 0 0,1 0 1 0 0,-1 0 0 0 0,0 0 0 0 0,1 0-1 0 0,-1 0 1 0 0,-1 0 0 0 0,1 0 0 0 0,-4 2-1 0 0,1-1 29 0 0,1 0 0 0 0,-1-1-1 0 0,0 1 1 0 0,-1-2-1 0 0,1 1 1 0 0,0 0 0 0 0,0-1-1 0 0,-1 0 1 0 0,-6 1-1 0 0,-9-1-123 0 0,-22-1-1 0 0,24 0-338 0 0,14 0 107 0 0,-22 0-2832 0 0,10 0-3731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2521 0 0,'0'0'18814'0'0,"1"-4"-17830"0"0,2-1-637 0 0,0-3-22 0 0,0-1 2815 0 0,-4 14-3159 0 0,1 0 1 0 0,0 0-1 0 0,0 0 1 0 0,0 6-1 0 0,1 4 21 0 0,0 26 32 0 0,2 0-1 0 0,2-1 0 0 0,14 57 1 0 0,-12-63-534 0 0,-1-1 1 0 0,2 61 0 0 0,-8-98-504 0 0,-1-1 0 0 0,0 1 0 0 0,0 0-1 0 0,0 0 1 0 0,-1-1 0 0 0,0 1 0 0 0,-3-6 0 0 0,-2-6-3544 0 0,1 2-786 0 0,2 2-1438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26 9626 0 0,'0'0'14374'0'0,"-34"-3"-13575"0"0,-109-10-177 0 0,55 5 172 0 0,1 6-367 0 0,65 2-399 0 0,14 1-113 0 0,0-1 0 0 0,1 1 1 0 0,-1 1-1 0 0,0 0 1 0 0,-11 3-1 0 0,-18 9-6833 0 0,26-9 1964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6305 0 0,'0'0'15256'0'0,"0"1"-15194"0"0,0 1 1 0 0,0-1-1 0 0,0 0 1 0 0,0 0-1 0 0,0 0 1 0 0,0 1 0 0 0,0-1-1 0 0,1 0 1 0 0,-1 0-1 0 0,1 2 1 0 0,6 7 235 0 0,2 0 1 0 0,-1 0-1 0 0,17 15 0 0 0,-6-7-20 0 0,-5-6-54 0 0,0 0 0 0 0,27 18-1 0 0,35 15 59 0 0,-41-26-246 0 0,141 78 219 0 0,-163-93-319 0 0,-13-3-84 0 0,-19-15-7776 0 0,4 2 721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21 12075 0 0,'0'0'13787'0'0,"-7"-3"-13627"0"0,-28-15 34 0 0,33 34-14 0 0,2 8-22 0 0,1-8-55 0 0,-3 29-1 0 0,1-40-94 0 0,0 0 0 0 0,0 1 0 0 0,-1-1 0 0 0,1 0 0 0 0,-1-1-1 0 0,0 1 1 0 0,0 0 0 0 0,-1 0 0 0 0,-5 7 0 0 0,1-3 28 0 0,-1 1 0 0 0,-1-1 0 0 0,0-1 0 0 0,0 0-1 0 0,-17 12 1 0 0,5-7 163 0 0,-43 20 0 0 0,55-29-313 0 0,1 1 0 0 0,0 0 0 0 0,-9 7 0 0 0,2 2-4647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79 7794 0 0,'0'0'17654'0'0,"-19"-12"-17434"0"0,-60-40-53 0 0,53 39-75 0 0,26 12-88 0 0,0 1-1 0 0,-1 0 0 0 0,1 0 1 0 0,-1 0-1 0 0,1 0 1 0 0,-1 0-1 0 0,1 0 0 0 0,-1 0 1 0 0,1 0-1 0 0,-1 0 0 0 0,1 0 1 0 0,-1 0-1 0 0,1 0 0 0 0,0 0 1 0 0,-1 0-1 0 0,1 0 0 0 0,-1 0 1 0 0,-5 2 23 0 0,3-2-22 0 0,0 0 0 0 0,0 0 0 0 0,-1 1 0 0 0,1 0 0 0 0,0-1 0 0 0,0 1 0 0 0,0 0 0 0 0,0 1 0 0 0,0-1 0 0 0,0 1 0 0 0,0-1 0 0 0,0 1 0 0 0,1 0 0 0 0,-1 0 0 0 0,0 0 0 0 0,1 0 0 0 0,0 0 0 0 0,-1 1 0 0 0,1-1 0 0 0,-3 5 0 0 0,-1 1 7 0 0,4-5-7 0 0,-1 0 1 0 0,1 0 0 0 0,0 0 0 0 0,0 0-1 0 0,0 1 1 0 0,1-1 0 0 0,-1 1-1 0 0,-1 6 1 0 0,1-3 9 0 0,1-1 0 0 0,0 1 0 0 0,1 0 0 0 0,-1-1 0 0 0,1 1 0 0 0,1 0 0 0 0,-1 0 1 0 0,1-1-1 0 0,0 1 0 0 0,1 0 0 0 0,-1-1 0 0 0,5 10 0 0 0,26 77 173 0 0,-30-87-191 0 0,0 0 0 0 0,-1 1 0 0 0,1 8 0 0 0,3 11 19 0 0,-1-2-10 0 0,4 36 0 0 0,-3-14-5 0 0,3 58-11 0 0,-6-75-14 0 0,-2 39-1 0 0,-1-24 268 0 0,3-44-95 0 0,0 1-1 0 0,1 0 0 0 0,-1-1 1 0 0,0 0-1 0 0,1 0 0 0 0,-1 0 1 0 0,1 0-1 0 0,3 0 0 0 0,-4 0-95 0 0,46 0 226 0 0,-9 1-582 0 0,0-1 0 0 0,71-11 1 0 0,-110 11 264 0 0,3-1-214 0 0,0 1 1 0 0,-1-1-1 0 0,1 0 1 0 0,-1 0-1 0 0,4-1 0 0 0,0-4-3780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35 8018 0 0,'0'0'18410'0'0,"-6"-6"-18332"0"0,-19-20-34 0 0,21 23 5 0 0,2 6-37 0 0,2 5-21 0 0,0-7 14 0 0,2 8 12 0 0,0 1-1 0 0,0-1 1 0 0,7 16-1 0 0,-4-10 21 0 0,5 10 70 0 0,20 39 0 0 0,-8-20 7 0 0,-12-23-51 0 0,-3-9-27 0 0,6 18 1 0 0,-13-28-33 0 0,0-2-28 0 0,0-8-2349 0 0,0 5 1656 0 0,-1 0 0 0 0,1 0-1 0 0,-1 0 1 0 0,0 0 0 0 0,0 1 0 0 0,0-1-1 0 0,0 0 1 0 0,-2-3 0 0 0,-4-9-6744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10394 0 0,'0'0'11959'0'0,"24"-1"-11931"0"0,79-1 0 0 0,-95 2-16 0 0,0 0 1 0 0,-1 0-1 0 0,1 0 1 0 0,0 1-1 0 0,-1 1 1 0 0,12 2-1 0 0,-1 1 35 0 0,127 17 391 0 0,-144-22-452 0 0,-1 1 0 0 0,0-1 1 0 0,1 0-1 0 0,-1 0 0 0 0,0 0 0 0 0,1 0 1 0 0,-1 0-1 0 0,0 0 0 0 0,0 0 0 0 0,1 0 0 0 0,-1 1 1 0 0,0-1-1 0 0,1 0 0 0 0,-1 0 0 0 0,0 0 1 0 0,0 1-1 0 0,0-1 0 0 0,1 0 0 0 0,-1 0 0 0 0,0 1 1 0 0,0-1-1 0 0,0 0 0 0 0,1 0 0 0 0,-1 1 1 0 0,0-1-1 0 0,0 0 0 0 0,0 1 0 0 0,0-1 0 0 0,0 0 1 0 0,0 0-1 0 0,0 1 0 0 0,0-1 0 0 0,0 0 1 0 0,0 1-1 0 0,0-1 0 0 0,0 0 0 0 0,0 1 1 0 0,0-1-1 0 0,0 0 0 0 0,0 1 0 0 0,0-1 0 0 0,0 0 1 0 0,0 0-1 0 0,0 1 0 0 0,0-1 0 0 0,-1 1 1 0 0,-9 18-205 0 0,6-11 219 0 0,-12 24-27 0 0,10-23 36 0 0,2-1 0 0 0,-1 2 0 0 0,1-1 0 0 0,1 0 1 0 0,0 1-1 0 0,0 0 0 0 0,1-1 0 0 0,-2 14 0 0 0,3 42 112 0 0,2-56-88 0 0,0 0-1 0 0,0 0 0 0 0,1-1 1 0 0,0 1-1 0 0,4 9 1 0 0,10 30 167 0 0,-7-24-102 0 0,12 29 1 0 0,-16-44-85 0 0,-2 1 0 0 0,1 0 0 0 0,-1 1 0 0 0,-1-1 0 0 0,0 0 0 0 0,0 1 0 0 0,-1 0 0 0 0,-1-1 1 0 0,0 13-1 0 0,0-22-6 0 0,0 0 1 0 0,-1-1 0 0 0,1 1 0 0 0,0 0 0 0 0,-1 0 0 0 0,1-1-1 0 0,-1 1 1 0 0,1 0 0 0 0,-1 0 0 0 0,1-1 0 0 0,-1 1-1 0 0,1-1 1 0 0,-1 1 0 0 0,0 0 0 0 0,1-1 0 0 0,-1 1 0 0 0,0-1-1 0 0,0 0 1 0 0,1 1 0 0 0,-1-1 0 0 0,0 1 0 0 0,0-1 0 0 0,0 0-1 0 0,1 0 1 0 0,-1 1 0 0 0,0-1 0 0 0,-1 0 0 0 0,-27 4 150 0 0,28-4-178 0 0,-14 1-1935 0 0,-27-3 0 0 0,5-4-8196 0 0,25 4 731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20564 0 0,'0'0'8406'0'0,"10"3"-7996"0"0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4081 0 0,'0'0'21108'0'0,"0"2"-20802"0"0,-1 1-260 0 0,1 1-1 0 0,1 0 1 0 0,-1 0 0 0 0,1 0 0 0 0,-1 0 0 0 0,1-1-1 0 0,0 1 1 0 0,2 5 0 0 0,40 97 201 0 0,23 38-50 0 0,7 19-149 0 0,-54-121-48 0 0,-6-12-72 0 0,15 43 0 0 0,-28-72 56 0 0,0-1 0 0 0,0 1 1 0 0,0-1-1 0 0,0 1 0 0 0,1-1 1 0 0,-1 1-1 0 0,0-1 0 0 0,0 0 0 0 0,0 1 1 0 0,1-1-1 0 0,-1 1 0 0 0,0-1 0 0 0,1 0 1 0 0,-1 1-1 0 0,0-1 0 0 0,1 0 1 0 0,-1 1-1 0 0,1-1 0 0 0,-1 0 0 0 0,1 1 1 0 0,-1-1 4 0 0,1 0 0 0 0,-1 0 0 0 0,0 0-1 0 0,0 0 1 0 0,1 0 0 0 0,-1-1 0 0 0,0 1 0 0 0,0 0 0 0 0,1 0 0 0 0,-1 0 0 0 0,0 0 0 0 0,0 0 0 0 0,0 0 0 0 0,1-1 0 0 0,-1 1 0 0 0,0 0 0 0 0,0 0 0 0 0,0 0 0 0 0,1-1 0 0 0,-1 1 0 0 0,0 0 0 0 0,0 0 0 0 0,0 0 0 0 0,0-1 0 0 0,0 1 0 0 0,1 0 0 0 0,-1 0 0 0 0,0-1-1 0 0,0 1 1 0 0,0 0 0 0 0,0 0 0 0 0,0-1 0 0 0,0 1 0 0 0,0 0 0 0 0,0-1 0 0 0,0 1 0 0 0,3-23-193 0 0,-1-1 0 0 0,-1-45 0 0 0,-2 34 19 0 0,-1-33-79 0 0,4 68 193 0 0,0-1 0 0 0,0 1 0 0 0,0 0 0 0 0,0 0 0 0 0,0 0 0 0 0,0 0 1 0 0,2 1-1 0 0,9 3-37 0 0,-1 0 0 0 0,-1 1 0 0 0,1 1 0 0 0,-1 0 0 0 0,0 0 0 0 0,19 15 0 0 0,18 10 130 0 0,-31-22 5 0 0,7 5 27 0 0,32 13 0 0 0,-47-24 48 0 0,-1 0 0 0 0,1-1 0 0 0,-1 0 0 0 0,1 0 0 0 0,0-1 0 0 0,0 0 0 0 0,-1 0 0 0 0,12-2-1 0 0,-19 1-63 0 0,0 0-1 0 0,1 0 0 0 0,-1 0 1 0 0,0-1-1 0 0,1 1 0 0 0,-1-1 1 0 0,0 1-1 0 0,0-1 0 0 0,0 1 1 0 0,1-1-1 0 0,-1 0 0 0 0,0 0 1 0 0,0 0-1 0 0,0 1 0 0 0,0-1 1 0 0,0 0-1 0 0,0 0 0 0 0,0 0 1 0 0,-1 0-1 0 0,1-1 0 0 0,0 1 1 0 0,0 0-1 0 0,-1 0 0 0 0,1 0 1 0 0,-1-1-1 0 0,1 1 0 0 0,-1 0 1 0 0,1-3-1 0 0,0-3 94 0 0,0 0-1 0 0,0-1 1 0 0,-1 1 0 0 0,0-9 0 0 0,0 9-82 0 0,0-6 6 0 0,-1 0 0 0 0,-1 1 0 0 0,0-1-1 0 0,-5-14 1 0 0,-18-49 82 0 0,5 20-44 0 0,-4-15-50 0 0,-9-26-114 0 0,29 82-297 0 0,-11-37 338 0 0,2 21-5124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7330 0 0,'0'0'17099'0'0,"0"-3"-16877"0"0,6 141 268 0 0,-1-111-528 0 0,-3-21 45 0 0,-1 1 1 0 0,1-1-1 0 0,0 13 0 0 0,-3-17 17 0 0,1 0 1 0 0,0 0-1 0 0,1 0 0 0 0,-1 0 1 0 0,0 0-1 0 0,1 0 0 0 0,-1 0 0 0 0,1 0 1 0 0,-1 0-1 0 0,1 0 0 0 0,0 0 1 0 0,0 0-1 0 0,0 0 0 0 0,0 0 1 0 0,0 0-1 0 0,0-1 0 0 0,3 4 0 0 0,-2-5 78 0 0,0 1-1 0 0,-1 0 1 0 0,1-1-1 0 0,0 0 1 0 0,0 1-1 0 0,0-1 0 0 0,-1 0 1 0 0,1 0-1 0 0,0 0 1 0 0,0 0-1 0 0,0 0 1 0 0,2-1-1 0 0,5 1 82 0 0,6-1-115 0 0,0-1-1 0 0,0-1 1 0 0,1 0 0 0 0,-2-1 0 0 0,1-1-1 0 0,0 0 1 0 0,17-9 0 0 0,-20 9-116 0 0,-2 0-460 0 0,23-7-1 0 0,-30 10-875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2961 0 0,'0'0'15115'0'0,"-4"10"-11628"0"0,4-3-3401 0 0,0-2 14 0 0,0 1 0 0 0,0 0 0 0 0,1 0 0 0 0,-1-1 1 0 0,1 1-1 0 0,1 0 0 0 0,1 7 0 0 0,9 24 510 0 0,-4-8-294 0 0,-2-7 81 0 0,-1 1 1 0 0,2 30-1 0 0,-6-50-330 0 0,-1 33 616 0 0,0-21-7377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2353 0 0,'0'0'15936'0'0,"-2"-3"-15208"0"0,-7-12 5359 0 0,8 19-5228 0 0,1 5-1351 0 0,6 15 519 0 0,-3-13-13 0 0,-1-1 1 0 0,2 17-1 0 0,-2-12 37 0 0,0 0 0 0 0,2-1 0 0 0,0 1 0 0 0,6 15 0 0 0,0 1 48 0 0,-5-15 0 0 0,0 0 0 0 0,1-1 1 0 0,1 0-1 0 0,10 17 0 0 0,2 3 350 0 0,-16-28-332 0 0,-3-6-110 0 0,0-1-1 0 0,0 0 0 0 0,0 1 0 0 0,0-1 0 0 0,1 0 0 0 0,-1 1 0 0 0,0-1 0 0 0,0 0 0 0 0,0 1 0 0 0,0-1 1 0 0,1 0-1 0 0,-1 0 0 0 0,0 1 0 0 0,0-1 0 0 0,0 0 0 0 0,1 0 0 0 0,-1 1 0 0 0,0-1 0 0 0,0 0 0 0 0,1 0 1 0 0,-1 0-1 0 0,0 1 0 0 0,1-1 0 0 0,-1 0 0 0 0,0 0 0 0 0,0 0 0 0 0,1 0 0 0 0,-1 0 0 0 0,1 0 0 0 0,0 1 12 0 0,-1 0-4 0 0,0-1 0 0 0,-1-2-927 0 0,0 1 200 0 0,1-1 0 0 0,-1 0 0 0 0,0 0 1 0 0,0 1-1 0 0,0-1 0 0 0,-1 0 0 0 0,1 1 0 0 0,0 0 0 0 0,-1-1 1 0 0,-1-1-1 0 0,-4-5-4357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18 6897 0 0,'0'0'19133'0'0,"0"-3"-18864"0"0,0-12 127 0 0,-7 24-411 0 0,-6 3 39 0 0,10-9-22 0 0,0 0 0 0 0,0 0 0 0 0,0 0 0 0 0,-1 0 0 0 0,1-1 0 0 0,-1 1 1 0 0,-6 2-1 0 0,-3 3-16 0 0,1 0 17 0 0,-2-1-1 0 0,1 0 0 0 0,-1-1 1 0 0,0 0-1 0 0,0-1 1 0 0,-23 5-1 0 0,36-10 7 0 0,0 0-1 0 0,0 1 0 0 0,-1-1 0 0 0,1 1 0 0 0,0-1 0 0 0,0 1 0 0 0,0 0 1 0 0,0-1-1 0 0,0 1 0 0 0,0 0 0 0 0,1 0 0 0 0,-1 0 0 0 0,0-1 1 0 0,0 1-1 0 0,0 0 0 0 0,0 2 0 0 0,14 4 220 0 0,8 1-38 0 0,0-1-1 0 0,0 0 1 0 0,1-2-1 0 0,28 4 1 0 0,92 3-191 0 0,-113-10-80 0 0,1-2-2232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4969 0 0,'0'0'13707'0'0,"1"23"-11809"0"0,2-16-1590 0 0,-1-5-281 0 0,-1 0-1 0 0,0 0 0 0 0,0 1 0 0 0,-1-1 1 0 0,1 0-1 0 0,0 1 0 0 0,-1-1 0 0 0,1 0 1 0 0,-1 1-1 0 0,0-1 0 0 0,0 1 0 0 0,0-1 1 0 0,0 5-1 0 0,-2-7-333 0 0,0 1 0 0 0,1-1 0 0 0,-1 1 0 0 0,0-1 0 0 0,0 0 1 0 0,1 1-1 0 0,-1-1 0 0 0,0 0 0 0 0,0 0 0 0 0,0-1 0 0 0,-2 1 0 0 0,0 0-1939 0 0,-3 0-3582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9058 0 0,'0'0'15529'0'0,"-1"-5"-15209"0"0,1 8-311 0 0,1 1 1 0 0,0 0-1 0 0,0 0 1 0 0,1-1-1 0 0,-1 1 1 0 0,1-1-1 0 0,0 1 1 0 0,0-1-1 0 0,0 0 1 0 0,3 3-1 0 0,3 7 8 0 0,63 128 172 0 0,-68-134-186 0 0,16 42 50 0 0,-10-24 6 0 0,-7-19-54 0 0,0 0 1 0 0,1-1 0 0 0,-1 1-1 0 0,1 0 1 0 0,4 5-1 0 0,-6-9-90 0 0,-1-2 7 0 0,0 1 0 0 0,0-1-1 0 0,0 1 1 0 0,0-1 0 0 0,0 1 0 0 0,0-1-1 0 0,1 1 1 0 0,-1-1 0 0 0,0 0-1 0 0,0 1 1 0 0,0-1 0 0 0,1 0-1 0 0,-1 1 1 0 0,0-1 0 0 0,0 1 0 0 0,1-1-1 0 0,-1 0 1 0 0,0 0 0 0 0,1 1-1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 12019 0 0,'0'0'12302'0'0,"-30"-2"-11659"0"0,-92-9-126 0 0,104 9-402 0 0,1 0 250 0 0,-22 0 0 0 0,27 2-225 0 0,3 0-42 0 0,-4 0-36 0 0,0 0 0 0 0,0 0 0 0 0,0 1 1 0 0,0 1-1 0 0,1 0 0 0 0,-17 6 0 0 0,-44 15-2566 0 0,43-14-6162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2200 0 0,'0'0'17099'0'0,"-2"-7"-11206"0"0,16 20-5545 0 0,21 10-190 0 0,52 36 126 0 0,47 35-91 0 0,2-11-2 0 0,-60-39-130 0 0,-58-33-52 0 0,-10-7-2 0 0,0 1 0 0 0,0 0 0 0 0,10 9 0 0 0,-17-14-13 0 0,0 0-57 0 0,-2-2-829 0 0,0 1 453 0 0,0-1 0 0 0,0 0 0 0 0,0 1 0 0 0,0-1 0 0 0,0 1 0 0 0,0-1 1 0 0,0 1-1 0 0,-1 0 0 0 0,1-1 0 0 0,-2 0 0 0 0,-4-5-1917 0 0,-16-14-6885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7538 0 0,'0'0'17498'0'0,"-7"-4"-17281"0"0,-19-14-57 0 0,26 18-150 0 0,0 0 0 0 0,-1-1-1 0 0,1 1 1 0 0,-1 0-1 0 0,1-1 1 0 0,0 1 0 0 0,-1 0-1 0 0,1 0 1 0 0,-1 0-1 0 0,1 0 1 0 0,-1-1 0 0 0,1 1-1 0 0,-1 0 1 0 0,1 0-1 0 0,-1 0 1 0 0,1 0-1 0 0,-1 0 1 0 0,1 0 0 0 0,-1 0-1 0 0,1 0 1 0 0,-1 0-1 0 0,1 0 1 0 0,0 0 0 0 0,-1 1-1 0 0,1-1 1 0 0,-1 0-1 0 0,1 0 1 0 0,-1 0 0 0 0,1 1-1 0 0,-1-1 1 0 0,1 0-1 0 0,0 0 1 0 0,-1 1-1 0 0,-5 12 31 0 0,5-11-11 0 0,-5 9 42 0 0,5-10-61 0 0,0 0 0 0 0,0 0 1 0 0,1 1-1 0 0,-1-1 0 0 0,1 0 1 0 0,-1 0-1 0 0,0 0 0 0 0,1 1 1 0 0,0-1-1 0 0,-1 0 1 0 0,1 2-1 0 0,-3 12 190 0 0,-6 17 0 0 0,0 0-68 0 0,6-24-111 0 0,1 0 0 0 0,-1 0 0 0 0,-1 0 0 0 0,1-1-1 0 0,-9 13 1 0 0,2-5 40 0 0,-20 21 0 0 0,24-30-126 0 0,0-1 1 0 0,0 0-1 0 0,-1-1 1 0 0,0 0-1 0 0,0 0 0 0 0,0 0 1 0 0,0-1-1 0 0,0 0 1 0 0,-12 3-1 0 0,14-5-857 0 0,1 0 0 0 0,-1-1 0 0 0,1 1 0 0 0,-1-1-1 0 0,-4-1 1 0 0,-2 1-6355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9306 0 0,'0'0'15511'0'0,"-30"1"-15197"0"0,-97 3-65 0 0,124-4-242 0 0,-62 3 294 0 0,59-2-270 0 0,-8 1 49 0 0,-114 16 340 0 0,127-17-397 0 0,1-1-1 0 0,0 0 1 0 0,0 0-1 0 0,0 0 1 0 0,0 0 0 0 0,-1 0-1 0 0,1 0 1 0 0,0 1-1 0 0,0-1 1 0 0,0 0 0 0 0,0 0-1 0 0,0 0 1 0 0,0 1 0 0 0,-1-1-1 0 0,1 0 1 0 0,0 0-1 0 0,0 0 1 0 0,0 1 0 0 0,0-1-1 0 0,0 0 1 0 0,0 0 0 0 0,0 0-1 0 0,0 1 1 0 0,0-1-1 0 0,0 0 1 0 0,0 0 0 0 0,0 0-1 0 0,0 1 1 0 0,0-1-1 0 0,0 0 1 0 0,0 0 0 0 0,0 1-1 0 0,0-1 1 0 0,0 0 0 0 0,0 0-1 0 0,0 0 1 0 0,1 0-1 0 0,-1 1 1 0 0,5 12-84 0 0,-1-5 79 0 0,1 9-7 0 0,0-4-7 0 0,3 23-1 0 0,12 43 12 0 0,5 32-10 0 0,-10-52-10 0 0,7 15 56 0 0,1 9-42 0 0,-15-49 0 0 0,-4-19-2 0 0,0 1 0 0 0,-2-1 0 0 0,2 23 0 0 0,1-10 35 0 0,-5-24-56 0 0,0-4 27 0 0,0 1 0 0 0,0-1 0 0 0,0 0 0 0 0,0 1 0 0 0,0-1 0 0 0,0 0-1 0 0,0 1 1 0 0,0-1 0 0 0,0 0 0 0 0,0 1 0 0 0,0-1 0 0 0,1 0 0 0 0,-1 1 0 0 0,0-1 0 0 0,0 0 0 0 0,0 0 0 0 0,0 1 0 0 0,0-1 0 0 0,1 0 0 0 0,-1 1 0 0 0,0-1 0 0 0,0 0 0 0 0,0 0 0 0 0,1 0 0 0 0,-1 1 0 0 0,0-1 0 0 0,0 0 0 0 0,1 0 0 0 0,-1 1 0 0 0,1-1 139 0 0,13 0 1325 0 0,-5-1-1389 0 0,-1 0-1 0 0,1 0 0 0 0,0-1 1 0 0,-1 0-1 0 0,11-4 0 0 0,-2 0-535 0 0,27-14-1 0 0,-40 17-196 0 0,28-16-2252 0 0,-23 12-1400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9410 0 0,'0'0'18339'0'0,"0"-9"-18085"0"0,1-27-72 0 0,-1 36-176 0 0,0-1 0 0 0,0 0 0 0 0,0 0 0 0 0,0 1 0 0 0,1-1 0 0 0,-1 0 0 0 0,0 1 0 0 0,0-1 0 0 0,1 0 0 0 0,-1 1 0 0 0,0-1 0 0 0,1 0 0 0 0,-1 1 0 0 0,1-1 0 0 0,-1 1 0 0 0,1-1 0 0 0,-1 1 0 0 0,1-1 0 0 0,-1 1 0 0 0,1-1 0 0 0,0 1 0 0 0,-1-1 0 0 0,1 1 0 0 0,-1 0 0 0 0,1-1 0 0 0,0 1 0 0 0,-1 0 0 0 0,1 0 0 0 0,0-1 0 0 0,0 1 0 0 0,-1 0 0 0 0,1 0 0 0 0,0 0 0 0 0,1 0 0 0 0,2-1 10 0 0,12-2-14 0 0,1 1-1 0 0,-1 0 1 0 0,1 1-1 0 0,27 2 0 0 0,-10-1-46 0 0,-30 1 43 0 0,0-1-1 0 0,0 0 1 0 0,0 1 0 0 0,0 0 0 0 0,0 0-1 0 0,-1 0 1 0 0,1 0 0 0 0,7 4 0 0 0,-11-4-19 0 0,1 1 0 0 0,-1-1 1 0 0,1 1-1 0 0,-1-1 1 0 0,0 1-1 0 0,1-1 0 0 0,-1 1 1 0 0,0-1-1 0 0,0 1 0 0 0,0 0 1 0 0,0-1-1 0 0,-1 2 0 0 0,1 0 6 0 0,0 4 4 0 0,-1-1 0 0 0,-1 0 1 0 0,1 0-1 0 0,-1 1 0 0 0,0-1 1 0 0,0 0-1 0 0,-6 9 0 0 0,-1 7-1 0 0,-3 1 37 0 0,10-19-25 0 0,-1 0 0 0 0,1 0 0 0 0,0 0 0 0 0,1 1 1 0 0,-1-1-1 0 0,-1 8 0 0 0,1 0 17 0 0,1 13 17 0 0,1-23-33 0 0,0 0 1 0 0,0-1 0 0 0,0 1-1 0 0,1-1 1 0 0,-1 1 0 0 0,1 0-1 0 0,-1-1 1 0 0,1 1 0 0 0,0-1 0 0 0,0 0-1 0 0,-1 1 1 0 0,1-1 0 0 0,1 2-1 0 0,1 0 29 0 0,-1-1-1 0 0,1 1 0 0 0,0-1 1 0 0,0 1-1 0 0,0-1 0 0 0,0 0 1 0 0,0 0-1 0 0,0-1 0 0 0,0 1 1 0 0,0-1-1 0 0,1 1 1 0 0,6 0-1 0 0,0 0 64 0 0,0 0 1 0 0,0-2-1 0 0,14 1 0 0 0,-8-1-62 0 0,0-1 1 0 0,31-5-1 0 0,-40 4-255 0 0,0 0 0 0 0,0 0 0 0 0,-1 0 0 0 0,1-1 0 0 0,-1 0 0 0 0,1 0 0 0 0,-1-1 0 0 0,11-8 0 0 0,-8 6-984 0 0,-8 5 943 0 0,0 1 0 0 0,0-1 0 0 0,0 0 1 0 0,0 1-1 0 0,0-1 0 0 0,0 0 0 0 0,0 0 0 0 0,0 1 0 0 0,0-1 0 0 0,-1 0 0 0 0,1 0 0 0 0,0 0 0 0 0,-1 0 0 0 0,1 0 0 0 0,0-2 0 0 0,4-9-9827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8130 0 0,'0'0'12440'0'0,"31"-6"-12212"0"0,98-17 5 0 0,-124 22-194 0 0,1 0-1 0 0,-1 0 1 0 0,1 1 0 0 0,0-1-1 0 0,10 2 1 0 0,-16-1-33 0 0,23 4 285 0 0,-8-1-50 0 0,-1 0-1 0 0,19 0 1 0 0,-32-3-243 0 0,0 0-1 0 0,-1 0 1 0 0,1 0-1 0 0,-1 0 1 0 0,1 0 0 0 0,-1 0-1 0 0,1 1 1 0 0,-1-1-1 0 0,1 0 1 0 0,0 0 0 0 0,-1 1-1 0 0,1-1 1 0 0,-1 0-1 0 0,0 1 1 0 0,1-1 0 0 0,-1 0-1 0 0,1 1 1 0 0,-1-1-1 0 0,0 1 1 0 0,1-1 0 0 0,-1 1-1 0 0,0-1 1 0 0,1 1-1 0 0,-1-1 1 0 0,0 1 0 0 0,0-1-1 0 0,1 1 1 0 0,-1-1-1 0 0,0 1 1 0 0,0 0-1 0 0,0-1 1 0 0,0 1 0 0 0,0 0-1 0 0,0 24-203 0 0,0-16 227 0 0,-1 7 48 0 0,-5 30-1 0 0,3-29 95 0 0,-1 30-1 0 0,4-21 29 0 0,0 1-1 0 0,2-1 1 0 0,1 0 0 0 0,8 31-1 0 0,1-12 104 0 0,30 74-1 0 0,-32-95-200 0 0,-7-17-60 0 0,0 1 1 0 0,0 0-1 0 0,6 7 1 0 0,7 17 111 0 0,-8-14-61 0 0,-3-10-32 0 0,1 5 109 0 0,-6-13-157 0 0,0 1-1 0 0,0-1 0 0 0,0 1 1 0 0,0-1-1 0 0,0 1 0 0 0,0-1 1 0 0,0 1-1 0 0,-1-1 0 0 0,1 0 1 0 0,0 1-1 0 0,0-1 0 0 0,0 1 1 0 0,-1-1-1 0 0,1 0 0 0 0,0 1 1 0 0,0-1-1 0 0,-1 0 0 0 0,1 1 1 0 0,0-1-1 0 0,-1 0 1 0 0,1 1-1 0 0,0-1 0 0 0,-1 0 1 0 0,1 0-1 0 0,-1 1 0 0 0,1-1 1 0 0,0 0-1 0 0,-1 0 0 0 0,1 0 1 0 0,-1 1-1 0 0,0-1 0 0 0,-16 7 115 0 0,8-3-336 0 0,-1 0 0 0 0,1 0 1 0 0,-11 1-1 0 0,-8 1-1929 0 0,3-1-1777 0 0,1 0-4392 0 0,12-3-1337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13651 0 0,'0'0'17477'0'0,"0"1"-17282"0"0,0 1 973 0 0,1 2-3625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73 6033 0 0,'0'0'16683'0'0,"-11"-11"-15683"0"0,-31-31-151 0 0,33 32 2356 0 0,9 6-2153 0 0,8 5-1740 0 0,-8-1 933 0 0,2 2-260 0 0,-1-1 0 0 0,-1 1-1 0 0,1 0 1 0 0,0-1-1 0 0,0 1 1 0 0,-1 0 0 0 0,1 0-1 0 0,0 2 1 0 0,1 4-21 0 0,22 50 25 0 0,23 55 43 0 0,-23-61-18 0 0,16 31-4 0 0,-4-25 31 0 0,62 75-1 0 0,-89-122 2 0 0,1 0-1 0 0,-1 0 0 0 0,17 12 0 0 0,-23-21-29 0 0,0 1 0 0 0,1-1 0 0 0,-1 1-1 0 0,1-1 1 0 0,0 0 0 0 0,-1-1 0 0 0,1 1 0 0 0,0-1-1 0 0,0 1 1 0 0,0-1 0 0 0,0 0 0 0 0,0-1 0 0 0,0 1-1 0 0,1-1 1 0 0,-1 0 0 0 0,5 0 0 0 0,-8 0-4 0 0,1-1 1 0 0,-1 1-1 0 0,0-1 1 0 0,1 0-1 0 0,-1 1 1 0 0,0-1-1 0 0,1 0 1 0 0,-1 0 0 0 0,0 0-1 0 0,0 0 1 0 0,0 0-1 0 0,0 0 1 0 0,0 0-1 0 0,0-1 1 0 0,0 1-1 0 0,0 0 1 0 0,0-1-1 0 0,-1 1 1 0 0,1 0-1 0 0,0-1 1 0 0,0-1-1 0 0,1-3 9 0 0,0 0-1 0 0,0-1 0 0 0,1-10 0 0 0,0-8-15 0 0,-2 0 1 0 0,-4-46-1 0 0,1 55 1 0 0,-2 0 0 0 0,0 1 0 0 0,-1-1 0 0 0,-11-24 0 0 0,11 28 3 0 0,-24-49-15 0 0,17 37 46 0 0,-12-35 0 0 0,24 59-40 0 0,0 0 0 0 0,0 0-1 0 0,0 0 1 0 0,0 0 0 0 0,0 1-1 0 0,1-1 1 0 0,-1 0 0 0 0,0 0-1 0 0,0 0 1 0 0,0 0 0 0 0,0 0-1 0 0,0 0 1 0 0,1 0 0 0 0,-1 0-1 0 0,0 0 1 0 0,0 0 0 0 0,0 0-1 0 0,0 0 1 0 0,1 0 0 0 0,-1 0-1 0 0,0 0 1 0 0,0 0 0 0 0,0 0-1 0 0,0 0 1 0 0,0 0 0 0 0,0-1-1 0 0,1 1 1 0 0,-1 0 0 0 0,0 0-1 0 0,0 0 1 0 0,0 0 0 0 0,0 0-1 0 0,0 0 1 0 0,0 0 0 0 0,1 0-1 0 0,-1 0 1 0 0,0-1 0 0 0,0 1-1 0 0,0 0 1 0 0,0 0 0 0 0,0 0 0 0 0,0 0-1 0 0,0 0 1 0 0,0-1 0 0 0,0 1-1 0 0,0 0 1 0 0,0 0 0 0 0,0 0-1 0 0,0 0 1 0 0,0 0 0 0 0,0-1-1 0 0,0 1 1 0 0,0 0 0 0 0,0 0-1 0 0,0 0 1 0 0,0 0 0 0 0,0 0-1 0 0,0-1 1 0 0,0 1 0 0 0,0 0-1 0 0,0 0 1 0 0,11 8-277 0 0,75 66-13 0 0,-38-36 292 0 0,1-3-1 0 0,2-2 0 0 0,67 32 1 0 0,-115-63 5 0 0,1 0 24 0 0,0 0 1 0 0,1 0 0 0 0,-1 0 0 0 0,1-1-1 0 0,-1 0 1 0 0,9 2 0 0 0,-12-4-16 0 0,-1 0 0 0 0,0 0 0 0 0,0 0-1 0 0,1 0 1 0 0,-1 0 0 0 0,0 0 0 0 0,0 0 0 0 0,0 0 0 0 0,0 0 0 0 0,0 0-1 0 0,0 0 1 0 0,0-1 0 0 0,0 0-5 0 0,-1-5-34 0 0,0 0 0 0 0,-1 0 0 0 0,0 0-1 0 0,0 0 1 0 0,0 1 0 0 0,-1-1 0 0 0,1 1-1 0 0,-8-12 1 0 0,-4-10-36 0 0,-18-37-142 0 0,19 40-666 0 0,1 0-1 0 0,2-1 1 0 0,-15-51 0 0 0,21 59-1089 0 0,2 0 0 0 0,-1-34 0 0 0,3 51 1890 0 0,1-9-3195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45 7666 0 0,'0'0'18680'0'0,"-5"-8"-18255"0"0,-16-21-57 0 0,16 22 194 0 0,15 7-62 0 0,-9 0-504 0 0,12-1-20 0 0,0 1-1 0 0,0 1 1 0 0,0 0 0 0 0,0 1 0 0 0,-1 0 0 0 0,22 7-1 0 0,-23-5 18 0 0,-1 0 0 0 0,0 1 0 0 0,18 12 0 0 0,-27-16-2 0 0,-1-1-1 0 0,1 1 0 0 0,0 0 1 0 0,-1 0-1 0 0,1 0 0 0 0,0 0 1 0 0,-1 0-1 0 0,1 0 0 0 0,-1 0 0 0 0,0 0 1 0 0,1 0-1 0 0,-1 0 0 0 0,0 0 1 0 0,0 0-1 0 0,1 1 0 0 0,-1 0 1 0 0,0 22-92 0 0,0-17 100 0 0,0-2-1 0 0,-1 0 0 0 0,1 0 1 0 0,-1 0-1 0 0,0 0 1 0 0,-1 0-1 0 0,1 0 0 0 0,-1-1 1 0 0,0 1-1 0 0,-3 6 1 0 0,-2 2 9 0 0,-18 25 1 0 0,20-30-5 0 0,-1 1 1 0 0,1 0 0 0 0,0 1-1 0 0,-4 12 1 0 0,9-22 17 0 0,-1 1 0 0 0,1-1 0 0 0,0 1 0 0 0,0-1 0 0 0,-1 0-1 0 0,1 1 1 0 0,0-1 0 0 0,0 1 0 0 0,0-1 0 0 0,0 1 0 0 0,0-1 0 0 0,0 1 0 0 0,0-1 0 0 0,0 0 0 0 0,0 1 0 0 0,0-1 0 0 0,0 1 0 0 0,0-1 0 0 0,0 1 0 0 0,0-1 0 0 0,0 1 0 0 0,0-1 0 0 0,0 0 0 0 0,1 1 0 0 0,-1-1 0 0 0,0 1 0 0 0,0-1 0 0 0,1 0 0 0 0,-1 1 0 0 0,0-1 0 0 0,0 0 0 0 0,1 1 0 0 0,-1-1 0 0 0,0 0 0 0 0,1 1 0 0 0,-1-1 0 0 0,0 0 0 0 0,1 1 0 0 0,-1-1 0 0 0,1 0 0 0 0,-1 0 0 0 0,0 0 0 0 0,1 0 0 0 0,-1 1 0 0 0,1-1 0 0 0,-1 0 0 0 0,1 0 0 0 0,-1 0 0 0 0,1 0 0 0 0,-1 0 0 0 0,0 0 0 0 0,1 0 0 0 0,2 0 73 0 0,0 0 1 0 0,0-1 0 0 0,0 1 0 0 0,0-1-1 0 0,0 1 1 0 0,-1-1 0 0 0,6-2 0 0 0,28-11-95 0 0,42-9 1 0 0,-36 11-1452 0 0,-32 10-897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51 9594 0 0,'0'0'17783'0'0,"-1"-8"-17651"0"0,-5-26-94 0 0,4 26-63 0 0,5 12-127 0 0,60 234 49 0 0,-38-63 135 0 0,-22-156-19 0 0,1 1 0 0 0,1-1 0 0 0,8 22 0 0 0,-9-31-19 0 0,-3-8-25 0 0,1 1 0 0 0,-1-1 0 0 0,1 0 0 0 0,-1 0 0 0 0,1 0 0 0 0,0 0 1 0 0,2 2-1 0 0,-3-2-211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10594 0 0,'0'0'15568'0'0,"-25"0"-15455"0"0,-75 0-26 0 0,92 0-77 0 0,-14 1 37 0 0,21-1-46 0 0,1-1 0 0 0,0 1 0 0 0,0 0-1 0 0,0 0 1 0 0,0 0 0 0 0,0 0 0 0 0,0 0 0 0 0,-1 0 0 0 0,1 0 0 0 0,0 0 0 0 0,0 0 0 0 0,0 0 0 0 0,0 0-1 0 0,0 0 1 0 0,0 1 0 0 0,0-1 0 0 0,-1 0 0 0 0,1 0 0 0 0,0 0 0 0 0,0 0 0 0 0,0 0 0 0 0,0 0 0 0 0,0 0 0 0 0,0 0-1 0 0,0 0 1 0 0,0 0 0 0 0,-1 0 0 0 0,1 0 0 0 0,0 1 0 0 0,0-1 0 0 0,0 0 0 0 0,0 0 0 0 0,0 0 0 0 0,0 0-1 0 0,0 0 1 0 0,0 0 0 0 0,0 1 0 0 0,-1 1 16 0 0,-1 1-5 0 0,0-2 4 0 0,1 0 1 0 0,0 0-1 0 0,0 1 1 0 0,0-1 0 0 0,0 1-1 0 0,0-1 1 0 0,0 1-1 0 0,1-1 1 0 0,-1 1-1 0 0,0-1 1 0 0,1 1-1 0 0,-1 0 1 0 0,1-1 0 0 0,0 1-1 0 0,-1 0 1 0 0,1-1-1 0 0,0 1 1 0 0,0 1-1 0 0,-2 45 675 0 0,12-46 160 0 0,80 14-651 0 0,-25-3-175 0 0,-54-11-78 0 0,33 5-408 0 0,-1 2 0 0 0,50 16 0 0 0,-91-25 65 0 0,0 1 0 0 0,0 0 1 0 0,-1 0-1 0 0,1 0 0 0 0,0 0 0 0 0,-1 0 0 0 0,3 2 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52 2417 0 0,'0'0'15211'0'0,"-3"-7"-14095"0"0,-7-20-69 0 0,1 9 5198 0 0,15 20-5139 0 0,-3 0-1122 0 0,-1 0 0 0 0,0 0 1 0 0,0 1-1 0 0,0-1 0 0 0,0 1 1 0 0,0 0-1 0 0,2 4 0 0 0,6 13 21 0 0,-2-1 0 0 0,13 41-1 0 0,-6-14-6 0 0,10 39 69 0 0,7 8-47 0 0,-10-42-48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10434 0 0,'0'0'13971'0'0,"-33"1"-13255"0"0,-101 2-160 0 0,29-2 499 0 0,81-1-874 0 0,14-1-207 0 0,0 1 1 0 0,0 0 0 0 0,0 0-1 0 0,0 1 1 0 0,1 1-1 0 0,-1-1 1 0 0,-12 5 0 0 0,-6 6-3595 0 0,11-4-6773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5553 0 0,'0'0'19252'0'0,"1"-1"-19098"0"0,-1 0-152 0 0,0 1 1 0 0,0-1-1 0 0,0 1 1 0 0,1 0 0 0 0,-1-1-1 0 0,0 1 1 0 0,0 0-1 0 0,1 0 1 0 0,-1-1-1 0 0,0 1 1 0 0,0 0 0 0 0,1 0-1 0 0,-1-1 1 0 0,0 1-1 0 0,1 0 1 0 0,-1 0-1 0 0,1 0 1 0 0,-1-1 0 0 0,0 1-1 0 0,1 0 1 0 0,-1 0-1 0 0,0 0 1 0 0,1 0-1 0 0,-1 0 1 0 0,1 0 0 0 0,-1 0-1 0 0,0 0 1 0 0,1 0-1 0 0,-1 0 1 0 0,1 0 0 0 0,-1 0-1 0 0,0 0 1 0 0,1 0-1 0 0,-1 0 1 0 0,1 1-1 0 0,-1-1 1 0 0,1 0 0 0 0,14 12-18 0 0,-6-3 16 0 0,221 156 92 0 0,-139-113-34 0 0,-45-28-27 0 0,-28-16-37 0 0,-15-7-64 0 0,1 1 0 0 0,-1-1 0 0 0,1 1 0 0 0,-1 0 0 0 0,0 0 0 0 0,6 4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8370 0 0,'0'0'16733'0'0,"-4"-1"-16492"0"0,-12-1-32 0 0,15 2-193 0 0,0 0 0 0 0,0 0 0 0 0,1 0-1 0 0,-1 0 1 0 0,0 0 0 0 0,1 0-1 0 0,-1 1 1 0 0,0-1 0 0 0,0 0 0 0 0,1 0-1 0 0,-1 1 1 0 0,0-1 0 0 0,1 0 0 0 0,-1 1-1 0 0,1-1 1 0 0,-1 1 0 0 0,1-1-1 0 0,-1 1 1 0 0,1-1 0 0 0,-1 1 0 0 0,1-1-1 0 0,-1 1 1 0 0,1-1 0 0 0,-1 1-1 0 0,1 0 1 0 0,0-1 0 0 0,-1 1 0 0 0,1 0-1 0 0,0-1 1 0 0,0 1 0 0 0,-1 0-1 0 0,1-1 1 0 0,0 2 0 0 0,-2 4 110 0 0,-1-1-33 0 0,1 0 1 0 0,0 0 0 0 0,0 0-1 0 0,1 0 1 0 0,0 1 0 0 0,-2 7-1 0 0,0 34 400 0 0,3-34-416 0 0,-1 0 0 0 0,-4 25 0 0 0,4-34-115 0 0,-1 0 0 0 0,1 0 0 0 0,-1 0 1 0 0,0 0-1 0 0,0-1 0 0 0,0 1 0 0 0,0-1 0 0 0,-1 1 1 0 0,0-1-1 0 0,1 0 0 0 0,-1 0 0 0 0,0 0 1 0 0,-1 0-1 0 0,1 0 0 0 0,0-1 0 0 0,-7 4 1 0 0,-5 1-3736 0 0,-2-2-3531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46 9058 0 0,'0'0'16740'0'0,"-12"-7"-16706"0"0,-39-24 2 0 0,49 30-33 0 0,1 0 0 0 0,0 1 0 0 0,-1-1 1 0 0,1 0-1 0 0,-1 0 0 0 0,1 1 0 0 0,-1-1 0 0 0,0 1 0 0 0,1-1 0 0 0,-1 1 0 0 0,1 0 0 0 0,-1 0 0 0 0,0 0 0 0 0,1-1 1 0 0,-1 2-1 0 0,0-1 0 0 0,1 0 0 0 0,-1 0 0 0 0,0 0 0 0 0,1 1 0 0 0,-1-1 0 0 0,1 1 0 0 0,-1-1 0 0 0,1 1 0 0 0,-3 1 0 0 0,-4 1 13 0 0,-56 24 92 0 0,41-17-32 0 0,-38 12 0 0 0,47-18 57 0 0,-23 12 0 0 0,37-14-114 0 0,-1-1 1 0 0,1 0-1 0 0,-1 0 0 0 0,1 1 1 0 0,0-1-1 0 0,0 0 1 0 0,0 1-1 0 0,0-1 1 0 0,0 1-1 0 0,0-1 1 0 0,0 0-1 0 0,0 2 0 0 0,0 1 22 0 0,4 28-79 0 0,-1-12 48 0 0,0-4 8 0 0,1 0 1 0 0,1 0-1 0 0,10 26 0 0 0,-2-8-4 0 0,6 19-25 0 0,-5-17 17 0 0,-2-1 1 0 0,10 53-1 0 0,-14-51-21 0 0,1 18 39 0 0,-6-35-6 0 0,3 70 88 0 0,-6-88-102 0 0,0 1 0 0 0,0-1 1 0 0,0 0-1 0 0,1 1 0 0 0,-1-1 0 0 0,1 0 0 0 0,-1 1 0 0 0,1-1 1 0 0,0 0-1 0 0,1 3 0 0 0,-1-4 22 0 0,0 0 1 0 0,0 1-1 0 0,0-1 0 0 0,0 0 1 0 0,0 0-1 0 0,0 0 0 0 0,0-1 1 0 0,0 1-1 0 0,0 0 0 0 0,1 0 1 0 0,-1 0-1 0 0,0-1 0 0 0,1 1 1 0 0,-1-1-1 0 0,0 1 0 0 0,3-1 1 0 0,26 6 71 0 0,1-2 0 0 0,-1-1 0 0 0,52-2 1 0 0,-68-1-91 0 0,-11 0-65 0 0,0 0 1 0 0,1 0-1 0 0,-1-1 1 0 0,1 0-1 0 0,-1 0 1 0 0,0 0-1 0 0,4-1 1 0 0,6-6-2883 0 0,-5-4-5999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6857 0 0,'0'0'20349'0'0,"-1"-6"-20034"0"0,-2-17-71 0 0,3 22-233 0 0,0 1 0 0 0,0 0 0 0 0,0-1 0 0 0,0 1-1 0 0,0 0 1 0 0,1-1 0 0 0,-1 1 0 0 0,0 0 0 0 0,0-1 0 0 0,0 1 0 0 0,0 0 0 0 0,0 0 0 0 0,0-1 0 0 0,1 1 0 0 0,-1 0 0 0 0,0-1 0 0 0,0 1 0 0 0,1 0 0 0 0,-1 0 0 0 0,0-1 0 0 0,0 1 0 0 0,1 0 0 0 0,-1 0 0 0 0,0 0 0 0 0,0 0 0 0 0,1-1 0 0 0,-1 1 0 0 0,0 0 0 0 0,1 0 0 0 0,-1 0 0 0 0,1 0 0 0 0,10-1 55 0 0,-9 1-58 0 0,16-1-55 0 0,0 0 0 0 0,-1 2 1 0 0,1 0-1 0 0,20 5 0 0 0,68 19 40 0 0,-35-6-37 0 0,-60-18 52 0 0,-9-1-15 0 0,0 0 0 0 0,0 1-1 0 0,-1-1 1 0 0,1 0 0 0 0,0 0 0 0 0,-1 1-1 0 0,1-1 1 0 0,0 1 0 0 0,-1 0-1 0 0,1-1 1 0 0,1 2 0 0 0,-29 14-895 0 0,14-11 880 0 0,-30 15 23 0 0,38-17-6 0 0,-1 0 0 0 0,1 0-1 0 0,-1 0 1 0 0,1 1-1 0 0,0-1 1 0 0,-4 5 0 0 0,8-7 1 0 0,-1 0 1 0 0,1 0-1 0 0,-1 0 0 0 0,1-1 1 0 0,-1 1-1 0 0,1 0 1 0 0,0 0-1 0 0,-1 0 1 0 0,1 0-1 0 0,0 0 0 0 0,0 0 1 0 0,0 0-1 0 0,0 0 1 0 0,0 0-1 0 0,0 0 1 0 0,0 0-1 0 0,0 0 0 0 0,0 0 1 0 0,0 0-1 0 0,1 0 1 0 0,-1 1-1 0 0,1 0 0 0 0,0 0-1 0 0,-1-1 1 0 0,1 1-1 0 0,0 0 0 0 0,0 0 1 0 0,0-1-1 0 0,0 1 1 0 0,0-1-1 0 0,2 2 1 0 0,24 19 19 0 0,0-2 1 0 0,1-1 0 0 0,50 25-1 0 0,-44-25-11 0 0,-16-10 3 0 0,-13-7-8 0 0,0 0 0 0 0,-1 0 0 0 0,1 1 0 0 0,0 0 0 0 0,-1 0 0 0 0,0 0 0 0 0,0 0 0 0 0,0 1 0 0 0,0 0 0 0 0,5 5 0 0 0,-9-8-4 0 0,1 0 1 0 0,0 0-1 0 0,-1 0 0 0 0,1 0 0 0 0,-1 0 0 0 0,1 1 0 0 0,-1-1 0 0 0,1 0 0 0 0,-1 0 0 0 0,0 0 0 0 0,0 1 0 0 0,0-1 0 0 0,0 0 1 0 0,0 0-1 0 0,0 1 0 0 0,0-1 0 0 0,0 0 0 0 0,0 0 0 0 0,0 0 0 0 0,-1 1 0 0 0,0 1 0 0 0,0-1 4 0 0,0-1 0 0 0,0 0 0 0 0,0 1 0 0 0,0-1 0 0 0,0 1-1 0 0,0-1 1 0 0,0 0 0 0 0,-1 0 0 0 0,1 0 0 0 0,-1 0 0 0 0,1 0 0 0 0,-1 0-1 0 0,-2 1 1 0 0,-6 2 24 0 0,0 0 0 0 0,-1-1 0 0 0,1 0 0 0 0,-1-1 0 0 0,-14 2-1 0 0,-55 0 126 0 0,17-2-1257 0 0,31-2-4822 0 0,19 0-3410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2216 0 0,'0'0'22097'0'0,"24"-21"-21761"0"0,72-63-74 0 0,-68 61-124 0 0,-27 23-133 0 0,-1-1 1 0 0,0 1 0 0 0,1 0 0 0 0,-1 0-1 0 0,0-1 1 0 0,1 1 0 0 0,-1 0 0 0 0,0 0-1 0 0,1 0 1 0 0,-1 0 0 0 0,1 0 0 0 0,-1-1-1 0 0,0 1 1 0 0,1 0 0 0 0,-1 0 0 0 0,0 0-1 0 0,1 0 1 0 0,-1 0 0 0 0,1 0 0 0 0,0 0-1 0 0,4 1 53 0 0,1-2-28 0 0,0 1 0 0 0,0 0 1 0 0,0 0-1 0 0,9 2 1 0 0,-12-2-33 0 0,0 1 0 0 0,0 0 1 0 0,0 0-1 0 0,0 0 1 0 0,0 1-1 0 0,-1-1 1 0 0,1 1-1 0 0,0-1 1 0 0,-1 1-1 0 0,5 4 0 0 0,2 4-3 0 0,0 0-1 0 0,0 1 0 0 0,-2 0 0 0 0,1 0 0 0 0,9 20 0 0 0,1 2 4 0 0,-4-7 2 0 0,-1 2 0 0 0,-2-1 0 0 0,8 31 1 0 0,-2-8-18 0 0,3 9 22 0 0,6 20 10 0 0,-13-47-11 0 0,18 44 55 0 0,-26-66-61 0 0,0 1 0 0 0,-1 0 0 0 0,-1 0 0 0 0,3 12 0 0 0,1 0-6 0 0,-6-19 9 0 0,1 0 0 0 0,-1 0-1 0 0,0 0 1 0 0,0-1-1 0 0,-1 1 1 0 0,1 6-1 0 0,-1-6 4 0 0,1 0-1 0 0,0 0 0 0 0,-1 0 0 0 0,3 4 0 0 0,-2-5-9 0 0,0-1 1 0 0,0 0 0 0 0,-1 1-1 0 0,1-1 1 0 0,-1 1-1 0 0,1-1 1 0 0,-1 1 0 0 0,0 0-1 0 0,0-1 1 0 0,0 1 0 0 0,-1-1-1 0 0,0 5 1 0 0,0-5-33 0 0,0 0 0 0 0,0 0 0 0 0,-1 0 0 0 0,1 0 0 0 0,-1-1 0 0 0,1 1 0 0 0,-1-1 0 0 0,1 1 0 0 0,-1-1 0 0 0,0 1 0 0 0,0-1 0 0 0,0 0 0 0 0,0 0 0 0 0,0 0 0 0 0,0 0 0 0 0,0 0 0 0 0,0 0 0 0 0,0-1 0 0 0,-1 1-1 0 0,-3 0 1 0 0,-5 1-1260 0 0,0-1 0 0 0,-21 0 0 0 0,28-1 699 0 0,-17 0-3808 0 0,6 0-1332 0 0,2 0-4146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18004 0 0,'0'0'12475'0'0,"-2"0"-12302"0"0,-15 1-1996 0 0,4-1-7232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4121 0 0,'0'0'17325'0'0,"-3"-4"-16828"0"0,-8-11-94 0 0,8 12 1009 0 0,13 14-1185 0 0,-5 0-208 0 0,8 13 23 0 0,15 45 0 0 0,-14-30-5 0 0,5 13-22 0 0,-5-5 36 0 0,25 55-1 0 0,-2-23 18 0 0,-24-54-5 0 0,-9-18-29 0 0,0 0 1 0 0,9 10-1 0 0,4 6 52 0 0,-15-20-35 0 0,0 0 0 0 0,0 0 1 0 0,0 0-1 0 0,1 0 0 0 0,-1-1 0 0 0,1 1 0 0 0,0-1 0 0 0,0 1 0 0 0,0-1 0 0 0,0 0 1 0 0,0-1-1 0 0,0 1 0 0 0,1 0 0 0 0,-1-1 0 0 0,0 0 0 0 0,1 0 0 0 0,-1 0 0 0 0,1 0 1 0 0,0 0-1 0 0,-1-1 0 0 0,1 1 0 0 0,0-1 0 0 0,4 0 0 0 0,-7 0-43 0 0,-1-1 1 0 0,1 1-1 0 0,0 0 0 0 0,-1 0 0 0 0,1 0 0 0 0,0 0 0 0 0,-1-1 0 0 0,1 1 1 0 0,0 0-1 0 0,-1-1 0 0 0,1 1 0 0 0,0 0 0 0 0,-1-1 0 0 0,1 1 1 0 0,-1-1-1 0 0,1 1 0 0 0,-1-1 0 0 0,1 1 0 0 0,-1-1 0 0 0,1 1 1 0 0,-1-1-1 0 0,0 0 0 0 0,1 1 0 0 0,-1-1 0 0 0,0 1 0 0 0,1-1 1 0 0,-1 0-1 0 0,0 1 0 0 0,0-1 0 0 0,0 0 0 0 0,0 0 0 0 0,1 1 1 0 0,-1-2-1 0 0,0-4-13 0 0,0 0 0 0 0,1 0-1 0 0,-2-8 1 0 0,0 1-12 0 0,0 3 13 0 0,0-1 0 0 0,-3-17 0 0 0,-3-14 15 0 0,6 20-12 0 0,-1 8 38 0 0,2 0-1 0 0,1-19 0 0 0,-1 32-39 0 0,0 0-1 0 0,0 0 1 0 0,0 0 0 0 0,0 0-1 0 0,0 0 1 0 0,1 1 0 0 0,-1-1-1 0 0,0 0 1 0 0,1 0 0 0 0,-1 0-1 0 0,0 0 1 0 0,1 1 0 0 0,-1-1 0 0 0,1 0-1 0 0,0 0 1 0 0,-1 1 0 0 0,1-1-1 0 0,0 0 1 0 0,-1 1 0 0 0,1-1-1 0 0,0 1 1 0 0,0-1 0 0 0,-1 1-1 0 0,1-1 1 0 0,0 1 0 0 0,0-1-1 0 0,0 1 1 0 0,0 0 0 0 0,-1-1 0 0 0,1 1-1 0 0,0 0 1 0 0,0 0 0 0 0,0 0-1 0 0,0 0 1 0 0,0 0 0 0 0,2 0-1 0 0,0 0-31 0 0,-1 1-1 0 0,1-1 0 0 0,0 1 1 0 0,0 0-1 0 0,0 0 0 0 0,0 0 1 0 0,-1 0-1 0 0,1 0 0 0 0,0 0 1 0 0,2 3-1 0 0,105 83-152 0 0,-38-29 205 0 0,-50-41-9 0 0,-14-11 36 0 0,1 0 0 0 0,-1-1 0 0 0,1 0 0 0 0,0-1 0 0 0,0 1 0 0 0,0-2 0 0 0,1 1 0 0 0,-1-1 0 0 0,1-1 0 0 0,0 0-1 0 0,0 0 1 0 0,0-1 0 0 0,17 0 0 0 0,-26-1-25 0 0,0 0 0 0 0,0 0 0 0 0,0 0 0 0 0,0-1-1 0 0,0 1 1 0 0,0 0 0 0 0,0-1 0 0 0,0 1 0 0 0,0-1 0 0 0,0 1-1 0 0,0-1 1 0 0,0 1 0 0 0,0-1 0 0 0,-1 0 0 0 0,1 0 0 0 0,0 1 0 0 0,0-1-1 0 0,-1 0 1 0 0,1 0 0 0 0,0 0 0 0 0,-1 0 0 0 0,1 0 0 0 0,-1 0-1 0 0,1 0 1 0 0,-1 0 0 0 0,1 0 0 0 0,-1 0 0 0 0,0 0 0 0 0,0 0-1 0 0,1 0 1 0 0,-1-2 0 0 0,1-4 19 0 0,0-1 0 0 0,-1 0-1 0 0,0-11 1 0 0,0 10 2 0 0,-1 0-33 0 0,1 1 0 0 0,-2-1 1 0 0,1 0-1 0 0,-1 1 0 0 0,-4-13 1 0 0,-20-41-18 0 0,9 25 24 0 0,-26-62-23 0 0,-8-17-429 0 0,39 88-993 0 0,-16-24 0 0 0,26 49 1124 0 0,2 3 145 0 0,-5-7-1546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7866 0 0,'0'0'18576'0'0,"-2"4"-18408"0"0,3 0-169 0 0,-1 1 1 0 0,1-1-1 0 0,0 1 1 0 0,0-1-1 0 0,0 0 1 0 0,3 6-1 0 0,3 13 27 0 0,-5-17-19 0 0,0 1 0 0 0,0-1-1 0 0,5 8 1 0 0,0 2 4 0 0,-2-6 2 0 0,2 6 15 0 0,-7-15-25 0 0,0 0 0 0 0,1 1 0 0 0,-1-1-1 0 0,1 0 1 0 0,0 0 0 0 0,-1 0 0 0 0,1 0 0 0 0,1 2 0 0 0,-1-3-3 0 0,0 1-1 0 0,-1 0 1 0 0,1 0 0 0 0,0 0 0 0 0,-1-1 0 0 0,1 1 0 0 0,-1 0 0 0 0,1 0 0 0 0,-1 0 0 0 0,0 0 0 0 0,1 0 0 0 0,-1 0 0 0 0,0 0 0 0 0,1 2 0 0 0,-1-3 12 0 0,0 1 0 0 0,0-1 0 0 0,0 1 0 0 0,0-1 0 0 0,0 1 0 0 0,0-1 0 0 0,1 1 0 0 0,-1-1 0 0 0,0 0 0 0 0,0 1 0 0 0,1-1 0 0 0,-1 1 0 0 0,0-1 0 0 0,1 0-1 0 0,-1 1 1 0 0,0-1 0 0 0,1 1 0 0 0,-1-1 0 0 0,1 0 0 0 0,-1 0 0 0 0,0 1 0 0 0,1-1 0 0 0,-1 0 0 0 0,1 0 0 0 0,-1 1 0 0 0,1-1 0 0 0,-1 0 0 0 0,1 0 0 0 0,-1 0 0 0 0,1 0 0 0 0,1 1 70 0 0,0-1 0 0 0,-1 0 0 0 0,1 0 0 0 0,-1 0 0 0 0,1 0 0 0 0,0 0 0 0 0,-1 0 0 0 0,4-1 0 0 0,31-11-94 0 0,-1-1 0 0 0,64-35 0 0 0,-55 18-5017 0 0,-44 30 4643 0 0,1 0 1 0 0,4-9-6547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8794 0 0,'0'0'12820'0'0,"-6"19"-12469"0"0,-16 58-58 0 0,17-48-97 0 0,7-17-33 0 0,1-5-86 0 0,0 2 1 0 0,1 1 0 0 0,0-1 0 0 0,1 0 0 0 0,10 16 0 0 0,-8-15-1180 0 0,0 1 0 0 0,6 15 0 0 0,-4-8-6470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4753 0 0,'0'0'19447'0'0,"-4"-12"-19470"0"0,-11-36-34 0 0,13 46 13 0 0,2 3 15 0 0,0 8 10 0 0,2 16 56 0 0,16 51 178 0 0,3 14-100 0 0,-11-46-19 0 0,1-2 1 0 0,26 63 0 0 0,-14-56-79 0 0,-12-27-640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7498 0 0,'0'0'16222'0'0,"-7"4"-15841"0"0,-1 0-317 0 0,-58 35 696 0 0,61-35-714 0 0,0 1 0 0 0,0-1 0 0 0,0 1 0 0 0,-6 9 0 0 0,7-9-21 0 0,3-4-8 0 0,0 0 0 0 0,0 0 0 0 0,0 0 1 0 0,1 0-1 0 0,-1 0 0 0 0,0 0 0 0 0,1 0 0 0 0,-1 0 0 0 0,1 0 0 0 0,-1 0 1 0 0,1 1-1 0 0,0-1 0 0 0,0 0 0 0 0,-1 0 0 0 0,1 0 0 0 0,0 1 0 0 0,0-1 1 0 0,0 0-1 0 0,0 0 0 0 0,1 3 0 0 0,-1-3 24 0 0,1 0 0 0 0,-1 0 1 0 0,1 0-1 0 0,-1-1 0 0 0,1 1 0 0 0,0 0 0 0 0,-1 0 1 0 0,1-1-1 0 0,0 1 0 0 0,-1 0 0 0 0,1-1 0 0 0,0 1 1 0 0,0-1-1 0 0,0 1 0 0 0,0-1 0 0 0,0 1 0 0 0,0-1 0 0 0,0 1 1 0 0,0-1-1 0 0,0 0 0 0 0,0 0 0 0 0,0 1 0 0 0,0-1 1 0 0,0 0-1 0 0,1 0 0 0 0,98 3 561 0 0,-61-2-684 0 0,66 8-1 0 0,-83-3-783 0 0,-21-5 492 0 0,0-1-1 0 0,0 1 0 0 0,0-1 1 0 0,0 1-1 0 0,0-1 0 0 0,0 1 1 0 0,0 0-1 0 0,0-1 1 0 0,0 1-1 0 0,0 0 0 0 0,-1 0 1 0 0,1 0-1 0 0,0 0 0 0 0,-1 0 1 0 0,1 0-1 0 0,0 0 0 0 0,0 2 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20124 0 0,'0'0'8337'0'0,"-1"1"-8175"0"0,-1 2-240 0 0,1-1 0 0 0,0 0 0 0 0,0 1-1 0 0,0-1 1 0 0,1 1 0 0 0,-1-1 0 0 0,1 1-1 0 0,-1-1 1 0 0,1 1 0 0 0,0-1-1 0 0,0 1 1 0 0,0 4 0 0 0,0 3-2790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9514 0 0,'0'0'16824'0'0,"-1"-2"-16692"0"0,-4-2-27 0 0,13 13-9 0 0,14 12-18 0 0,-6-7-68 0 0,-8-4-8 0 0,0-1 0 0 0,-1 1 0 0 0,9 15 0 0 0,-4-6-1 0 0,33 62 27 0 0,-7-17-27 0 0,10 15 20 0 0,-37-61-29 0 0,-4-7 17 0 0,1 0 0 0 0,0 0 0 0 0,10 10 0 0 0,-15-18 0 0 0,0-1 1 0 0,-1 0 0 0 0,1 1-1 0 0,0-1 1 0 0,0 0-1 0 0,0-1 1 0 0,1 1-1 0 0,-1 0 1 0 0,0-1-1 0 0,1 0 1 0 0,-1 0 0 0 0,1 0-1 0 0,-1 0 1 0 0,1 0-1 0 0,-1-1 1 0 0,5 1-1 0 0,-4-1-15 0 0,-1 0 0 0 0,0 0 0 0 0,1 0-1 0 0,-1-1 1 0 0,0 1 0 0 0,1-1 0 0 0,5-2 0 0 0,-7 2-1 0 0,0 0 1 0 0,0 0-1 0 0,-1-1 1 0 0,1 1-1 0 0,0-1 1 0 0,-1 1 0 0 0,1-1-1 0 0,-1 1 1 0 0,1-1-1 0 0,-1 0 1 0 0,0 0 0 0 0,2-3-1 0 0,1-2-33 0 0,-1 0 0 0 0,0 0 0 0 0,-1-1 0 0 0,0 1 0 0 0,0-1 0 0 0,0 1 0 0 0,-1-1 0 0 0,1-10-1 0 0,-2 3-35 0 0,0 1-1 0 0,-1-1 0 0 0,-4-21 0 0 0,1 21 41 0 0,4 14 49 0 0,0 5-565 0 0,8 11 228 0 0,14 21 0 0 0,-19-31 317 0 0,8 10 21 0 0,1-1-1 0 0,0 0 0 0 0,1 0 1 0 0,0-1-1 0 0,1-1 0 0 0,1 0 1 0 0,0-1-1 0 0,1-1 0 0 0,0 0 1 0 0,21 9-1 0 0,-29-16 28 0 0,0 0 0 0 0,1 0 0 0 0,-1-1-1 0 0,0 0 1 0 0,1-1 0 0 0,-1 0 0 0 0,16 0 0 0 0,-22-1-21 0 0,0 0 0 0 0,-1 0 0 0 0,1-1 1 0 0,0 1-1 0 0,-1 0 0 0 0,1-1 0 0 0,0 1 0 0 0,-1-1 0 0 0,1 0 1 0 0,-1 1-1 0 0,1-1 0 0 0,-1 0 0 0 0,1 0 0 0 0,-1 0 1 0 0,0 0-1 0 0,0 0 0 0 0,1-1 0 0 0,-1 1 0 0 0,0 0 1 0 0,0 0-1 0 0,0-1 0 0 0,0 1 0 0 0,0-1 0 0 0,0 1 0 0 0,-1-1 1 0 0,1 1-1 0 0,0-1 0 0 0,-1 1 0 0 0,1-1 0 0 0,-1 0 1 0 0,1-1-1 0 0,0-8 11 0 0,1 1-1 0 0,-1 0 1 0 0,-1 0 0 0 0,0-11 0 0 0,0 9-23 0 0,-1 1-9 0 0,0 1 0 0 0,0 0 0 0 0,-1-1 0 0 0,0 1 0 0 0,-1 0 0 0 0,0 0 0 0 0,-1 0 0 0 0,-5-10 0 0 0,-5-7-190 0 0,-27-38 0 0 0,31 50-764 0 0,-1 1 0 0 0,-1 1 0 0 0,-19-20-1 0 0,28 31 7 0 0,0 0 0 0 0,0 0-1 0 0,0 0 1 0 0,0 0 0 0 0,-5-2-1 0 0,-9-1-8549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5281 0 0,'0'0'18740'0'0,"16"-4"-18635"0"0,50-10-7 0 0,-63 13-80 0 0,1 0 0 0 0,-1 0 0 0 0,1 1 0 0 0,-1-1 0 0 0,1 1 0 0 0,6 0 0 0 0,-3 1 19 0 0,64 4 904 0 0,-71-5-930 0 0,0 0 0 0 0,0 0 0 0 0,1 0 0 0 0,-1 0 0 0 0,0 0 0 0 0,0 0 0 0 0,0 0 0 0 0,1 0 0 0 0,-1 1 0 0 0,0-1 0 0 0,0 0 0 0 0,1 0 0 0 0,-1 0 0 0 0,0 0 0 0 0,0 0 0 0 0,0 0 0 0 0,0 1 0 0 0,1-1 0 0 0,-1 0 0 0 0,0 0 0 0 0,0 0 0 0 0,0 1 0 0 0,0-1 0 0 0,0 0 0 0 0,0 0 0 0 0,1 0 0 0 0,-1 1 0 0 0,0-1 0 0 0,0 0 0 0 0,0 0 0 0 0,0 1 0 0 0,0 10-96 0 0,-6 12-95 0 0,-13 27 192 0 0,4-6 14 0 0,11-34 10 0 0,3-7-34 0 0,0 0 0 0 0,0 0-1 0 0,1 1 1 0 0,-1-1 0 0 0,0 0 0 0 0,1 5-1 0 0,0-7-2 0 0,0 0-1 0 0,0 0 0 0 0,-1 0 0 0 0,1 0 1 0 0,0-1-1 0 0,0 1 0 0 0,-1 0 0 0 0,1 0 0 0 0,-1 0 1 0 0,1 0-1 0 0,-1 0 0 0 0,1-1 0 0 0,-1 1 0 0 0,1 0 1 0 0,-1 0-1 0 0,0-1 0 0 0,1 1 0 0 0,-2 1 1 0 0,-1 0-35 0 0,3-2 40 0 0,-1 0 1 0 0,1 0-1 0 0,0 1 0 0 0,0-1 0 0 0,0 0 1 0 0,-1 0-1 0 0,1 0 0 0 0,0 1 0 0 0,0-1 0 0 0,0 0 1 0 0,-1 0-1 0 0,1 1 0 0 0,0-1 0 0 0,0 0 1 0 0,0 0-1 0 0,0 1 0 0 0,0-1 0 0 0,-1 0 1 0 0,1 1-1 0 0,0-1 0 0 0,0 0 0 0 0,0 1 0 0 0,0-1 1 0 0,0 0-1 0 0,0 0 0 0 0,0 1 0 0 0,0-1 1 0 0,7 3 106 0 0,1 1 134 0 0,-5-2-173 0 0,0-1 1 0 0,0 1-1 0 0,0-1 1 0 0,0 1 0 0 0,0-1-1 0 0,0 0 1 0 0,1 0-1 0 0,-1-1 1 0 0,0 1-1 0 0,6 0 1 0 0,-2 0 24 0 0,34 5 127 0 0,0-2 1 0 0,1-1 0 0 0,52-4 0 0 0,-88 0-945 0 0,19-1 1247 0 0,-18 0-3680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6105 0 0,'0'0'19295'0'0,"0"-4"-19200"0"0,3-14-69 0 0,-2 15-123 0 0,1 7 24 0 0,1 4-27 0 0,11 37 96 0 0,33 74 0 0 0,-34-90 1 0 0,-2-3 23 0 0,-1 0-1 0 0,8 30 1 0 0,-15-44-164 0 0,-1-1-282 0 0,1 0 1 0 0,-1 1-1 0 0,0 19 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 8490 0 0,'0'0'16626'0'0,"-5"0"-16562"0"0,3-1-59 0 0,-23 0 78 0 0,23 1-76 0 0,1 0 0 0 0,-1 1 1 0 0,0-1-1 0 0,0 0 0 0 0,1 1 0 0 0,-1-1 0 0 0,0 1 1 0 0,0 0-1 0 0,1 0 0 0 0,-1 0 0 0 0,1-1 0 0 0,-1 2 1 0 0,1-1-1 0 0,-2 1 0 0 0,-11 11 68 0 0,10-11-54 0 0,1 1 0 0 0,0 0-1 0 0,-1 1 1 0 0,1-1 0 0 0,0 0-1 0 0,1 1 1 0 0,-1 0 0 0 0,-4 7-1 0 0,-1 9 58 0 0,4-10-17 0 0,4-9-51 0 0,-1 0 0 0 0,1 1 1 0 0,-1-1-1 0 0,1 1 0 0 0,-1-1 0 0 0,1 1 1 0 0,0-1-1 0 0,0 2 772 0 0,25-1-332 0 0,50 9-1 0 0,-52-6-385 0 0,141 30-715 0 0,-159-34 151 0 0,0 1 0 0 0,-1 0 0 0 0,8 4 0 0 0,-11-6 39 0 0,0 1-1 0 0,0 0 1 0 0,1-1 0 0 0,-1 1-1 0 0,-1 0 1 0 0,1 0-1 0 0,0 0 1 0 0,0 0-1 0 0,0 0 1 0 0,1 2-1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5369 0 0,'0'0'15953'0'0,"6"2"-12666"0"0,-26-3-2443 0 0,-20-3-1 0 0,15 0-529 0 0,-28-1 78 0 0,0 1 1 0 0,-57 5-1 0 0,80 3-949 0 0,13-1-3273 0 0,0-2-8753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30 10330 0 0,'0'0'16545'0'0,"-6"-3"-16357"0"0,-18-10-43 0 0,18 10 45 0 0,3 3-151 0 0,1-1 1 0 0,0 1-1 0 0,-1 0 0 0 0,1 0 1 0 0,0 0-1 0 0,0 0 0 0 0,-4 0 1 0 0,-2 1 33 0 0,-57 0 508 0 0,22 0-389 0 0,0-1 1 0 0,-57-9 0 0 0,86 8-214 0 0,0-1 0 0 0,-16 2 1 0 0,6 1-2612 0 0,-7-1-9637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23 2056 0 0,'0'0'18424'0'0,"-6"-3"-17622"0"0,-20-13-117 0 0,20 13 2741 0 0,6 3-3421 0 0,1 0-1 0 0,0 0 0 0 0,0 0 0 0 0,-1 0 0 0 0,1 1 0 0 0,0-1 0 0 0,0 0 1 0 0,-1 1-1 0 0,1-1 0 0 0,0 0 0 0 0,-1 1 0 0 0,1-1 0 0 0,0 1 1 0 0,-1-1-1 0 0,1 1 0 0 0,-1-1 0 0 0,1 2 0 0 0,12 10-17 0 0,7 9 57 0 0,2-1 0 0 0,35 25 1 0 0,-15-12 46 0 0,-17-13-37 0 0,11 10 70 0 0,2-1 0 0 0,42 24 1 0 0,-47-32-56 0 0,6 2 15 0 0,-34-19-70 0 0,-4-4-11 0 0,-1 1 1 0 0,1-1 0 0 0,-1 0-1 0 0,1 0 1 0 0,-1 1 0 0 0,1-1-1 0 0,-1 0 1 0 0,1 0 0 0 0,-1 1-1 0 0,1-1 1 0 0,-1 0 0 0 0,1 0 0 0 0,1 0-1 0 0,-2 0 1 0 0,-11-12-3906 0 0,-6-3 59 0 0,0-1-3844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21 10930 0 0,'0'0'17221'0'0,"-8"-3"-16989"0"0,-24-11-56 0 0,25 10 59 0 0,6 7-228 0 0,1-1 0 0 0,0 1-1 0 0,-1-1 1 0 0,0 1 0 0 0,1-1 0 0 0,-1 0-1 0 0,-2 4 1 0 0,-1 6 18 0 0,-4 8-3 0 0,0 0 0 0 0,-2-1-1 0 0,0 0 1 0 0,-21 29 0 0 0,-26 25 38 0 0,51-65-49 0 0,0 0 0 0 0,-9 8 1 0 0,8-8-377 0 0,-3 4-2432 0 0,1-8-3282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47 14995 0 0,'0'0'11776'0'0,"-21"-8"-11749"0"0,-63-22-7 0 0,59 22-16 0 0,17 8 0 0 0,3 0 1 0 0,2 0-4 0 0,0 1 0 0 0,0-1-1 0 0,0 0 1 0 0,0 1 0 0 0,1 0 0 0 0,-1 0 0 0 0,0-1-1 0 0,0 2 1 0 0,-4 1 0 0 0,-21 17-10 0 0,21-14 21 0 0,6-5-13 0 0,1 0 1 0 0,-1 0 0 0 0,1-1-1 0 0,-1 1 1 0 0,1 0 0 0 0,-1 0-1 0 0,1 0 1 0 0,-1 0 0 0 0,1 0-1 0 0,0 0 1 0 0,0 0 0 0 0,-1 0 0 0 0,1 0-1 0 0,0 0 1 0 0,0 1 0 0 0,0 18-7 0 0,0-12 23 0 0,2 29 9 0 0,7 39 0 0 0,-1-9-13 0 0,6 14 0 0 0,-11-60 8 0 0,0 1-1 0 0,1-1 0 0 0,2 0 0 0 0,0-1 1 0 0,1 1-1 0 0,12 24 0 0 0,-9-29 61 0 0,0-1-1 0 0,18 22 1 0 0,4 6 15 0 0,-18-22-27 0 0,-13-20 2 0 0,0-1 1 0 0,0 1-1 0 0,-1-1 1 0 0,1 0-1 0 0,0 1 1 0 0,0-1 0 0 0,0 0-1 0 0,0 0 1 0 0,0 0-1 0 0,0 0 1 0 0,0 0-1 0 0,0 0 1 0 0,1 0 0 0 0,17-1 171 0 0,3-2-196 0 0,44-2-52 0 0,-40 5-251 0 0,41 0-118 0 0,-22 0-4524 0 0,-37-2-287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77 7362 0 0,'0'0'18854'0'0,"0"-12"-18716"0"0,1-37-30 0 0,-1 48-102 0 0,0 0 0 0 0,0 1 0 0 0,0-1 0 0 0,0 0 0 0 0,0 1 0 0 0,0-1 0 0 0,0 0 0 0 0,0 1 0 0 0,0-1 0 0 0,1 0 0 0 0,-1 1 0 0 0,0-1 0 0 0,0 0 0 0 0,1 1 0 0 0,-1-1 0 0 0,0 1 0 0 0,1-1 0 0 0,-1 0 0 0 0,1 1 0 0 0,-1-1 0 0 0,1 1 0 0 0,0-1 0 0 0,-1 1-4 0 0,1 0-1 0 0,-1 0 0 0 0,1-1 0 0 0,-1 1 0 0 0,1 0 0 0 0,-1 0 0 0 0,1 0 0 0 0,-1 0 0 0 0,1 0 0 0 0,-1 0 0 0 0,1 1 0 0 0,-1-1 0 0 0,1 0 0 0 0,-1 0 0 0 0,1 0 0 0 0,2 1-34 0 0,6 0-12 0 0,0 0 0 0 0,0 0 0 0 0,0 1 0 0 0,0 0 0 0 0,0 0 0 0 0,0 1 0 0 0,0 0 0 0 0,-1 1 0 0 0,11 6 0 0 0,49 25-16 0 0,-57-28 58 0 0,1 0 0 0 0,-1 1-1 0 0,16 16 1 0 0,-24-22-8 0 0,-1 1-1 0 0,1 0 1 0 0,-1-1-1 0 0,0 1 1 0 0,0 1-1 0 0,0-1 1 0 0,-1 0 0 0 0,1 0-1 0 0,-1 1 1 0 0,1-1-1 0 0,-1 1 1 0 0,0-1-1 0 0,0 1 1 0 0,-1-1-1 0 0,1 1 1 0 0,-1-1-1 0 0,0 1 1 0 0,0 0 0 0 0,0-1-1 0 0,0 1 1 0 0,-1 4-1 0 0,0-5 15 0 0,0-1 0 0 0,0 1-1 0 0,0-1 1 0 0,-1 1 0 0 0,1-1-1 0 0,-1 0 1 0 0,1 0 0 0 0,-1 0 0 0 0,0 1-1 0 0,0-1 1 0 0,0-1 0 0 0,0 1 0 0 0,0 0-1 0 0,0 0 1 0 0,0-1 0 0 0,0 1-1 0 0,-4 0 1 0 0,-5 6 40 0 0,5-4 10 0 0,-1 0-1 0 0,0 0 0 0 0,0-1 1 0 0,0 0-1 0 0,0 0 1 0 0,-1-1-1 0 0,1 0 0 0 0,-1 0 1 0 0,1-1-1 0 0,-9 1 1 0 0,-11 0 259 0 0,-40-3 1 0 0,63 1-296 0 0,-4-1 37 0 0,-1-1 0 0 0,1 1 0 0 0,-1-1 0 0 0,1-1 0 0 0,0 1-1 0 0,0-1 1 0 0,0-1 0 0 0,0 1 0 0 0,1-2 0 0 0,-1 1 0 0 0,1-1 0 0 0,0 0 0 0 0,0 0-1 0 0,-8-9 1 0 0,12 10-29 0 0,1 0-1 0 0,-1 0 0 0 0,1-1 1 0 0,0 1-1 0 0,0 0 1 0 0,1-1-1 0 0,-1 1 0 0 0,1-1 1 0 0,0 1-1 0 0,1-1 0 0 0,-1 0 1 0 0,1 1-1 0 0,-1-1 1 0 0,1 0-1 0 0,1 1 0 0 0,-1-1 1 0 0,2-5-1 0 0,-1 7-67 0 0,-1-1 0 0 0,1 1 1 0 0,1 0-1 0 0,-1 0 0 0 0,0 0 0 0 0,1 0 0 0 0,0 0 0 0 0,-1 0 1 0 0,1 0-1 0 0,0 1 0 0 0,1-1 0 0 0,-1 1 0 0 0,0-1 0 0 0,4-2 1 0 0,0 0-151 0 0,0 0 0 0 0,1 1 0 0 0,0 0 0 0 0,13-7 0 0 0,-14 9-369 0 0,0 0 0 0 0,1 0 0 0 0,-1 0 0 0 0,0 1 0 0 0,0 0 0 0 0,7 0 0 0 0,4 0-3410 0 0,0 3-3400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13659 0 0,'0'0'11968'0'0,"16"-5"-11972"0"0,50-17 2 0 0,-63 21 2 0 0,1 0 0 0 0,-1 0 0 0 0,1 1 0 0 0,-1-1 0 0 0,1 1 0 0 0,3 0 0 0 0,8 5-5 0 0,-7-2 1 0 0,19 7-5 0 0,0 0-1 0 0,0 1 1 0 0,-2 2 0 0 0,45 29-1 0 0,-65-39-7 0 0,-1 1-1 0 0,1 0 1 0 0,-1 0-1 0 0,6 7 0 0 0,-9-9-4 0 0,1 0 1 0 0,-1 0-1 0 0,0 0 0 0 0,0 0 0 0 0,1 0 0 0 0,-1 0 0 0 0,-1 1 0 0 0,1-1 0 0 0,0 0 0 0 0,0 1 0 0 0,-1-1 1 0 0,0 0-1 0 0,1 3 0 0 0,2 46-192 0 0,1 22 206 0 0,-3-50 18 0 0,0-16-13 0 0,0-1 1 0 0,1 0-1 0 0,2 9 1 0 0,2 8 24 0 0,-1-3 12 0 0,1 0 1 0 0,14 32-1 0 0,-13-33-9 0 0,-2-5-24 0 0,-1 1 0 0 0,0 0 0 0 0,1 18 0 0 0,-4-1 30 0 0,-2-16-24 0 0,1-15-22 0 0,0 0 0 0 0,0 0 0 0 0,-1 0 0 0 0,1 0 0 0 0,-1 1 0 0 0,1-1 0 0 0,-1 0-1 0 0,1 0 1 0 0,-1 0 0 0 0,0 0 0 0 0,1 0 0 0 0,-1 0 0 0 0,0-1 0 0 0,0 1 0 0 0,0 0-1 0 0,0 0 1 0 0,0 0 0 0 0,0-1 0 0 0,0 1 0 0 0,0 0 0 0 0,0-1 0 0 0,-2 1 0 0 0,-2 2-161 0 0,0-1 1 0 0,0 0-1 0 0,-9 2 1 0 0,1-2-1343 0 0,0 0 0 0 0,-16 1 1 0 0,-7-3-7644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10690 0 0,'0'0'12671'0'0,"-1"-2"-12612"0"0,-4-6-80 0 0,6 13-108 0 0,9 18 84 0 0,-5-14 77 0 0,0 1 0 0 0,-1 0 1 0 0,4 16-1 0 0,1 2 67 0 0,-6-17-20 0 0,0 0 1 0 0,2 15-1 0 0,-2-7-21 0 0,4 42 246 0 0,-6-31-1183 0 0,-1-23-4465 0 0,-1-21-4751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6289 0 0,'0'0'19232'0'0,"-32"1"-18922"0"0,-104 3-94 0 0,61-3 21 0 0,25-2-148 0 0,-12 1-909 0 0,22 1-3710 0 0,27 0-1971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42 3049 0 0,'0'0'19985'0'0,"-8"-7"-19694"0"0,-26-21-122 0 0,26 21 154 0 0,8 9-304 0 0,1 0 0 0 0,0-1 0 0 0,0 1 0 0 0,-1-1 1 0 0,1 1-1 0 0,0-1 0 0 0,0 0 0 0 0,1 1 0 0 0,-1-1 0 0 0,0 0 0 0 0,2 2 0 0 0,0-1 27 0 0,17 16 292 0 0,0-2 0 0 0,44 27 0 0 0,-34-24-219 0 0,99 60 184 0 0,9 7-179 0 0,-133-83-153 0 0,0 0-1 0 0,0 1 0 0 0,0 0 1 0 0,0 0-1 0 0,5 7 1 0 0,-37-10-17374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6705 0 0,'0'0'18186'0'0,"-6"4"-17972"0"0,2-1-179 0 0,-2 0 18 0 0,0 1 1 0 0,0 0 0 0 0,0 0 0 0 0,0 1 0 0 0,1-1-1 0 0,-7 9 1 0 0,-8 13 153 0 0,2 1 0 0 0,-16 32 1 0 0,5-9-1274 0 0,25-43-414 0 0,0 0 0 0 0,-9 12 0 0 0,-4-2-8570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158 126 4873 0 0,'0'0'21395'0'0,"-10"-21"-21176"0"0,-30-63-86 0 0,30 64-81 0 0,1 20-61 0 0,0 0-1 0 0,-1 1 1 0 0,1 1-1 0 0,0 0 1 0 0,0 0-1 0 0,-11 4 1 0 0,14-4 45 0 0,5-2-40 0 0,1 0 0 0 0,-1 0 0 0 0,1 0 0 0 0,-1 0 0 0 0,1 0 0 0 0,-1 0 0 0 0,1 0 0 0 0,-1 0 0 0 0,1 0 0 0 0,-1 1 1 0 0,1-1-1 0 0,-1 0 0 0 0,1 0 0 0 0,-1 0 0 0 0,1 1 0 0 0,0-1 0 0 0,-1 0 0 0 0,1 1 0 0 0,-1-1 0 0 0,1 0 0 0 0,0 1 0 0 0,-1-1 0 0 0,1 1 0 0 0,0-1 0 0 0,0 0 0 0 0,-1 1 1 0 0,1-1-1 0 0,0 1 0 0 0,0-1 0 0 0,0 1 0 0 0,-1-1 0 0 0,1 1 0 0 0,0-1 0 0 0,0 1 0 0 0,0-1 0 0 0,0 1 0 0 0,0-1 0 0 0,0 1 0 0 0,0 0 0 0 0,-3 91-140 0 0,3-71 156 0 0,1 0 0 0 0,1 0 0 0 0,1 0-1 0 0,6 20 1 0 0,4 34 20 0 0,-1-14-12 0 0,5 78 0 0 0,-5-41 33 0 0,-11-90-41 0 0,-1-6-2 0 0,0-1 1 0 0,0 1 0 0 0,0-1-1 0 0,0 0 1 0 0,0 1-1 0 0,0-1 1 0 0,1 0 0 0 0,-1 1-1 0 0,0-1 1 0 0,1 0 0 0 0,-1 1-1 0 0,1-1 1 0 0,0 0 0 0 0,-1 0-1 0 0,1 0 1 0 0,0 0-1 0 0,1 2 1 0 0,-1-2 82 0 0,0-1 0 0 0,0 1-1 0 0,0-1 1 0 0,0 1 0 0 0,0-1 0 0 0,0 1-1 0 0,0-1 1 0 0,0 0 0 0 0,0 1 0 0 0,1-1 0 0 0,-1 0-1 0 0,0 0 1 0 0,0 0 0 0 0,0 0 0 0 0,0 0-1 0 0,0 0 1 0 0,2-1 0 0 0,23-4-85 0 0,-16 3 77 0 0,69-14-922 0 0,-59 14-1636 0 0,-5 2-4668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10634 0 0,'0'0'16076'0'0,"2"-12"-15966"0"0,4-39-50 0 0,-6 50-58 0 0,0 0 0 0 0,0 0 0 0 0,1 0 0 0 0,-1 0 0 0 0,0 0 0 0 0,0 0-1 0 0,1 0 1 0 0,-1 0 0 0 0,0 1 0 0 0,1-1 0 0 0,-1 0 0 0 0,1 0 0 0 0,-1 0-1 0 0,1 0 1 0 0,-1 1 0 0 0,1-1 0 0 0,0-1 0 0 0,0 2-3 0 0,-1 0 0 0 0,1 0-1 0 0,-1 0 1 0 0,0 0 0 0 0,1 0 0 0 0,-1 0 0 0 0,0 0 0 0 0,1 0 0 0 0,-1 0 0 0 0,1 0 0 0 0,-1 0 0 0 0,0 0-1 0 0,1 0 1 0 0,-1 0 0 0 0,1 0 0 0 0,-1 0 0 0 0,0 0 0 0 0,1 0 0 0 0,-1 1 0 0 0,3-1-9 0 0,15 0-120 0 0,-11 0 105 0 0,0-1-1 0 0,-1 1 1 0 0,1 1 0 0 0,-1-1 0 0 0,1 1-1 0 0,-1 1 1 0 0,1-1 0 0 0,9 4-1 0 0,-3 1 12 0 0,42 20-33 0 0,-53-25 37 0 0,-1-1 1 0 0,0 1-1 0 0,0 0 1 0 0,0 1-1 0 0,0-1 1 0 0,0 0-1 0 0,0 0 1 0 0,0 0-1 0 0,0 1 0 0 0,0-1 1 0 0,-1 0-1 0 0,1 1 1 0 0,0-1-1 0 0,-1 1 1 0 0,1-1-1 0 0,-1 0 1 0 0,1 1-1 0 0,-1-1 0 0 0,0 1 1 0 0,0 0-1 0 0,0-1 1 0 0,0 1-1 0 0,0-1 1 0 0,0 1-1 0 0,0-1 1 0 0,0 1-1 0 0,-1-1 1 0 0,0 4-1 0 0,-1 3 8 0 0,-1 1 0 0 0,0-1 0 0 0,-8 13 0 0 0,9-17-1 0 0,-11 24 24 0 0,7-15-21 0 0,0 0 0 0 0,-15 22 0 0 0,15-26 4 0 0,1 0 0 0 0,-5 11-1 0 0,-2 3-2 0 0,12-22 3 0 0,-1 1 1 0 0,0 0-1 0 0,1 0 0 0 0,-1 0 0 0 0,1 0 0 0 0,0-1 0 0 0,-1 1 0 0 0,1 0 0 0 0,0 4 807 0 0,5-7-317 0 0,158-20-653 0 0,-125 20-1543 0 0,-26 1-2286 0 0,0 0-4941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11090 0 0,'0'0'11167'0'0,"10"-7"-11147"0"0,31-20-8 0 0,-39 26-14 0 0,0 0 1 0 0,0 0 0 0 0,1 0-1 0 0,-1 0 1 0 0,0 0-1 0 0,0 0 1 0 0,1 1 0 0 0,-1-1-1 0 0,0 1 1 0 0,1 0 0 0 0,-1 0-1 0 0,0-1 1 0 0,1 2-1 0 0,-1-1 1 0 0,4 1 0 0 0,4-1-5 0 0,-1 1 29 0 0,1 0 1 0 0,-1 1 0 0 0,0 0-1 0 0,0 0 1 0 0,11 5-1 0 0,17 3 311 0 0,30 8 1458 0 0,-66-18-1791 0 0,1 1 0 0 0,-1 0-1 0 0,0 0 1 0 0,1 0 0 0 0,-1 0 0 0 0,0 0 0 0 0,0 0 0 0 0,0 0 0 0 0,0 0-1 0 0,0 1 1 0 0,0-1 0 0 0,1 2 0 0 0,11 22-43 0 0,-7-13 30 0 0,52 118-39 0 0,-22-42 90 0 0,-22-55-46 0 0,-2 0 0 0 0,-2 1-1 0 0,12 62 1 0 0,-20-79 32 0 0,1 32 1 0 0,-3-49-5 0 0,0 1-5 0 0,0 0-8 0 0,0 0-2 0 0,0 0 0 0 0,-1 0-1 0 0,1-1 1 0 0,0 1 0 0 0,0 0 0 0 0,-1 0 0 0 0,1-1 0 0 0,-1 1 0 0 0,1 0 0 0 0,-1-1-1 0 0,1 1 1 0 0,-1 0 0 0 0,1-1 0 0 0,-1 1 0 0 0,0-1 0 0 0,1 1 0 0 0,-1-1-1 0 0,0 1 1 0 0,1-1 0 0 0,-1 1 0 0 0,0-1 0 0 0,1 0 0 0 0,-3 1 0 0 0,-21 6-276 0 0,21-6 164 0 0,-66 11-3799 0 0,23-8-5509 0 0,33-3-1044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5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2240 0 0,'0'0'11362'0'0,"16"2"-10644"0"0,5 1-471 0 0,46 6 771 0 0,-54-5-121 0 0,-11-3-437 0 0,0-1 0 0 0,0 1 0 0 0,0-1 0 0 0,0 1 0 0 0,7 0 7391 0 0,-14 2-6471 0 0,-4 2-1946 0 0,-1-1 604 0 0,0-1-1 0 0,0-1 0 0 0,-1 0 1 0 0,1 0-1 0 0,-13 0 1 0 0,-56-2 332 0 0,38-1-245 0 0,-6-3 688 0 0,25 2-3498 0 0,1 1-9414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53 6225 0 0,'0'0'21824'0'0,"-7"-9"-21566"0"0,-21-26-68 0 0,21 26 82 0 0,6 12-284 0 0,1-1 1 0 0,0 1-1 0 0,0 0 1 0 0,-1-1-1 0 0,2 1 0 0 0,-1-1 1 0 0,1 5-1 0 0,-1-1 5 0 0,7 26-4 0 0,-2-7 39 0 0,-1-8-19 0 0,8 22 0 0 0,-7-22-6 0 0,5 24 0 0 0,-4-16 44 0 0,13 36 1 0 0,-17-54-35 0 0,-1-3-189 0 0,3 7 417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10570 0 0,'0'0'10757'0'0,"32"9"-10731"0"0,102 30 10 0 0,-128-37-32 0 0,-1 0 0 0 0,1 0 1 0 0,-1 0-1 0 0,1 1 0 0 0,-1 0 1 0 0,0 0-1 0 0,0 0 0 0 0,-1 0 1 0 0,5 5-1 0 0,-8-8-3 0 0,27 29 73 0 0,-1 1 0 0 0,-1 1 1 0 0,-2 1-1 0 0,33 57 1 0 0,-48-73-34 0 0,-1 0 0 0 0,0 1 0 0 0,-1 0 1 0 0,-1 0-1 0 0,4 23 0 0 0,-7-26 4 0 0,-1 0 0 0 0,0 0 0 0 0,-1 0 0 0 0,0 1 0 0 0,-2-1 1 0 0,1 0-1 0 0,-4 17 0 0 0,2-25-4 0 0,0 0-1 0 0,0 0 1 0 0,0 0 0 0 0,-1-1 0 0 0,1 1 0 0 0,-1-1 0 0 0,-1 0 0 0 0,1 1-1 0 0,-1-1 1 0 0,0-1 0 0 0,-8 9 0 0 0,6-8-12 0 0,0 1 1 0 0,-1-1 0 0 0,0 0-1 0 0,0 0 1 0 0,-1 0-1 0 0,0-1 1 0 0,-14 5 0 0 0,-1-1-882 0 0,-29 5 0 0 0,1-6-6408 0 0,29-5-3603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97 2377 0 0,'0'0'21919'0'0,"-5"-13"-21182"0"0,-15-42-109 0 0,7 27 2776 0 0,12 36-3436 0 0,0 0-1 0 0,0 0 1 0 0,-1 0 0 0 0,-4 13 0 0 0,-1 1-4 0 0,-13 42 7 0 0,-1 6-3 0 0,14-39 45 0 0,1-1 0 0 0,-2 48 0 0 0,8-75-9 0 0,0 59 37 0 0,0-53-30 0 0,2 0 0 0 0,-1 0 0 0 0,1-1 0 0 0,5 18 0 0 0,3-3 120 0 0,1 0-1 0 0,1-1 0 0 0,1 0 1 0 0,1-1-1 0 0,1 0 0 0 0,0-1 1 0 0,27 26-1 0 0,-18-24-1277 0 0,44 34 0 0 0,-39-36-4563 0 0,42 22 0 0 0,-53-33-6356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5825 0 0,'0'0'17639'0'0,"2"-3"-16251"0"0,-2 10-1364 0 0,1 1 1 0 0,0-1-1 0 0,0 0 0 0 0,1 0 1 0 0,0 1-1 0 0,0-1 0 0 0,6 11 1 0 0,28 47 238 0 0,-32-59-217 0 0,59 93 334 0 0,-25-25-210 0 0,-33-63-152 0 0,-1-3 6 0 0,0 1-1 0 0,-1 0 1 0 0,0-1-1 0 0,-1 1 1 0 0,0 0-1 0 0,0 1 1 0 0,0 10-1 0 0,-2-20-5 0 0,0 1-93 0 0,0-1 49 0 0,-1 0 0 0 0,1 0 0 0 0,0 0 1 0 0,0 0-1 0 0,0 0 0 0 0,0 0 0 0 0,0 0 1 0 0,-1 0-1 0 0,1 1 0 0 0,0-1 1 0 0,0 0-1 0 0,0 0 0 0 0,-1 0 0 0 0,1 0 1 0 0,0 0-1 0 0,0 0 0 0 0,0 0 0 0 0,-1 0 1 0 0,1 0-1 0 0,0 0 0 0 0,0 0 1 0 0,0 0-1 0 0,0 0 0 0 0,-1 0 0 0 0,1-1 1 0 0,0 1-1 0 0,0 0 0 0 0,0 0 1 0 0,-1 0-1 0 0,1 0 0 0 0,0 0 0 0 0,0 0 1 0 0,0 0-1 0 0,0 0 0 0 0,0-1 0 0 0,-1 1 1 0 0,-4-5-1077 0 0,-8-17-2926 0 0,7 13-536 0 0,0 0 0 0 0,-8-20 0 0 0,11 21-1717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10 3825 0 0,'0'0'21411'0'0,"-31"0"-20720"0"0,-99 0-147 0 0,48-1 133 0 0,74 1-611 0 0,-58-5 276 0 0,11 1-1081 0 0,-86 4 1 0 0,119 4-1970 0 0,8-1-2947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1072 0 0,'0'0'14027'0'0,"0"-9"-12474"0"0,0-23-378 0 0,0 6 2761 0 0,0 26-3899 0 0,0 0 0 0 0,0 0-1 0 0,0-1 1 0 0,0 1 0 0 0,1 0-1 0 0,-1 0 1 0 0,0-1 0 0 0,0 1-1 0 0,0 0 1 0 0,0 0 0 0 0,0 0-1 0 0,0-1 1 0 0,1 1 0 0 0,-1 0-1 0 0,0 0 1 0 0,0 0 0 0 0,0-1-1 0 0,0 1 1 0 0,1 0 0 0 0,-1 0-1 0 0,0 0 1 0 0,0 0 0 0 0,1 0-1 0 0,-1 0 1 0 0,0 0 0 0 0,0-1-1 0 0,1 1 1 0 0,-1 0-1 0 0,0 0 1 0 0,6-3 3023 0 0,-16 3-2161 0 0,-4 14-629 0 0,10-12-242 0 0,0 1 0 0 0,0 0 0 0 0,1 1 1 0 0,-1-1-1 0 0,-4 6 0 0 0,-12 12 30 0 0,9-10-19 0 0,0 0 0 0 0,0 1 0 0 0,1 1 0 0 0,1-1-1 0 0,0 2 1 0 0,0-1 0 0 0,-11 29 0 0 0,13-27 6 0 0,0 1-1 0 0,2 0 1 0 0,0 1 0 0 0,-4 27 0 0 0,5-12 87 0 0,1 50 1 0 0,3-10-26 0 0,3 0 0 0 0,16 89-1 0 0,-15-138-80 0 0,8 33 19 0 0,-4-29-27 0 0,-3-6 39 0 0,2 0-1 0 0,11 25 1 0 0,15 15 156 0 0,-27-51-149 0 0,0-1 0 0 0,1 0 0 0 0,0-1 0 0 0,9 10 1 0 0,8 7 130 0 0,-17-17-136 0 0,1 0 0 0 0,-1-1 1 0 0,13 9-1 0 0,31 20 81 0 0,-47-33-334 0 0,0 0 0 0 0,1 0 0 0 0,-1 1 0 0 0,0-1 0 0 0,4 7 0 0 0,-1 1-3418 0 0,-2 0-4511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22 2280 0 0,'0'0'21038'0'0,"-4"-4"-20312"0"0,-17-13 423 0 0,32 28 1005 0 0,-4-3-2142 0 0,0 0-1 0 0,11 7 1 0 0,258 180 348 0 0,-215-151-323 0 0,-58-42-38 0 0,0 0-1 0 0,0 0 1 0 0,0 1-1 0 0,3 3 1 0 0,7 7 27 0 0,-47-42-11572 0 0,13 10 2674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14 10514 0 0,'0'0'17964'0'0,"-4"-2"-17625"0"0,-15-8-80 0 0,18 10-242 0 0,1 0 1 0 0,-1 0 0 0 0,1-1 0 0 0,-1 1-1 0 0,1 0 1 0 0,-1 0 0 0 0,1 0 0 0 0,-1 0 0 0 0,1-1-1 0 0,-1 1 1 0 0,1 0 0 0 0,-1 0 0 0 0,1 0-1 0 0,-1 0 1 0 0,1 0 0 0 0,-1 0 0 0 0,1 0 0 0 0,-1 0-1 0 0,1 1 1 0 0,-1-1 0 0 0,1 0 0 0 0,-1 0 0 0 0,1 0-1 0 0,-1 1 1 0 0,1-1 0 0 0,-1 0 0 0 0,1 0-1 0 0,0 1 1 0 0,-1-1 0 0 0,1 0 0 0 0,-1 1 0 0 0,0 0-1 0 0,0 0-27 0 0,1 1 1 0 0,-1 0-1 0 0,0 0 0 0 0,0-1 0 0 0,1 1 0 0 0,-2 4 0 0 0,0 0 66 0 0,0 0-33 0 0,0 0 0 0 0,0 0 0 0 0,0 0 0 0 0,-2 11 0 0 0,-7 24 65 0 0,8-23-10 0 0,0 0 1 0 0,0 0 0 0 0,-8 20 0 0 0,8-30-303 0 0,-1 0 0 0 0,1-1 1 0 0,-1 1-1 0 0,0-1 1 0 0,-1 0-1 0 0,1-1 1 0 0,-1 1-1 0 0,-1-1 1 0 0,-8 9-1 0 0,2-5-3037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52 6465 0 0,'0'0'18812'0'0,"-6"-9"-18734"0"0,-20-26-29 0 0,26 34-46 0 0,-1 1 0 0 0,1-1 0 0 0,-1 1 0 0 0,0-1 0 0 0,1 1 0 0 0,-1-1 1 0 0,1 1-1 0 0,-1-1 0 0 0,0 1 0 0 0,0-1 0 0 0,1 1 0 0 0,-1 0 0 0 0,0-1 0 0 0,1 1 0 0 0,-1 0 0 0 0,0 0 0 0 0,0 0 0 0 0,0-1 0 0 0,1 1 0 0 0,-1 0 0 0 0,0 0 0 0 0,0 0 0 0 0,0 0 1 0 0,1 0-1 0 0,-1 1 0 0 0,-1-1 0 0 0,0 1 5 0 0,0 0 0 0 0,0-1 0 0 0,1 1 0 0 0,-1 1 0 0 0,0-1 1 0 0,0 0-1 0 0,-1 2 0 0 0,0-1-1 0 0,-9 5 55 0 0,1-1 0 0 0,-1 0 1 0 0,-19 6-1 0 0,-13 6 252 0 0,36-16-135 0 0,7-2-161 0 0,1 0 0 0 0,-1 0-1 0 0,1 0 1 0 0,0 0 0 0 0,-1 0 0 0 0,1 0-1 0 0,0 0 1 0 0,-1 0 0 0 0,1 0-1 0 0,0 0 1 0 0,-1 1 0 0 0,1-1-1 0 0,0 0 1 0 0,-1 0 0 0 0,1 0 0 0 0,0 0-1 0 0,-1 1 1 0 0,1-1 0 0 0,0 0-1 0 0,-1 0 1 0 0,1 1 0 0 0,0-1-1 0 0,0 0 1 0 0,-1 0 0 0 0,1 1-1 0 0,0-1 1 0 0,0 0 0 0 0,0 1 0 0 0,-1-1-1 0 0,1 0 1 0 0,0 1 0 0 0,0-1-1 0 0,0 1 265 0 0,0 0-272 0 0,0 1 1 0 0,0-1-1 0 0,0 1 0 0 0,-1-1 1 0 0,1 0-1 0 0,0 1 0 0 0,-1-1 1 0 0,0 2-1 0 0,1-3-5 0 0,-1 8 2 0 0,-1 0 1 0 0,2-1 0 0 0,-1 1 0 0 0,2 15 0 0 0,0-3 31 0 0,1 26 64 0 0,2 1 0 0 0,13 58-1 0 0,22 56-19 0 0,-30-125-64 0 0,5 43 1 0 0,-10-58-11 0 0,-2-16 3 0 0,-1 0 0 0 0,0 0 0 0 0,0 10 0 0 0,-1-14 21 0 0,0 0-1 0 0,0-1 1 0 0,0 1 0 0 0,1 0 0 0 0,-1 0-1 0 0,0 0 1 0 0,0 0 0 0 0,1 0-1 0 0,-1-1 1 0 0,1 1 0 0 0,-1 0 0 0 0,0 0-1 0 0,1-1 1 0 0,-1 1 0 0 0,1 0-1 0 0,1 0 1 0 0,-2-1 178 0 0,19 0 1290 0 0,-14 0-1459 0 0,-1-1-1 0 0,1 0 1 0 0,0 0-1 0 0,-1-1 0 0 0,7-2 1 0 0,2-1-8 0 0,6 0-35 0 0,25-3 0 0 0,-13 3-108 0 0,-24 4-230 0 0,-1 0-1 0 0,1 1 0 0 0,10 1 0 0 0,-1-1-4192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59 11338 0 0,'0'0'17248'0'0,"-6"-10"-17184"0"0,-17-34-35 0 0,19 39-28 0 0,2 8-7 0 0,2 10-8 0 0,0-12 13 0 0,3 11 31 0 0,-1 0-1 0 0,1 1 1 0 0,1-1-1 0 0,9 20 0 0 0,-7-18-9 0 0,1 3 35 0 0,1-2 0 0 0,1 1-1 0 0,0-1 1 0 0,19 23 0 0 0,-21-28-35 0 0,1-1 0 0 0,8 17 0 0 0,1-8-2365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7714 0 0,'0'0'17879'0'0,"10"-14"-17756"0"0,33-45-47 0 0,-42 58-74 0 0,0 0 1 0 0,0 0-1 0 0,0-1 0 0 0,0 1 0 0 0,0 0 0 0 0,1 0 1 0 0,-1 0-1 0 0,0 0 0 0 0,1 0 0 0 0,-1 1 0 0 0,0-1 1 0 0,1 0-1 0 0,-1 0 0 0 0,1 1 0 0 0,-1-1 0 0 0,1 1 1 0 0,0 0-1 0 0,-1-1 0 0 0,1 1 0 0 0,-1 0 0 0 0,1 0 1 0 0,0 0-1 0 0,-1 0 0 0 0,1 0 0 0 0,-1 0 0 0 0,3 1 1 0 0,3 0 3 0 0,5 0-5 0 0,0 1-1 0 0,0 0 1 0 0,20 7 0 0 0,-11-3 2 0 0,95 35 44 0 0,-75-25-50 0 0,-35-13 4 0 0,0 0-1 0 0,1 0 1 0 0,7 6 0 0 0,-1 0-25 0 0,-13-9 16 0 0,1 1 0 0 0,-1 0 1 0 0,1 0-1 0 0,-1 0 0 0 0,1-1 1 0 0,-1 1-1 0 0,0 0 0 0 0,1 0 0 0 0,-1 0 1 0 0,0 0-1 0 0,1 0 0 0 0,-1 0 1 0 0,0 0-1 0 0,0 0 0 0 0,0-1 0 0 0,0 1 1 0 0,0 0-1 0 0,0 0 0 0 0,0 0 1 0 0,0 0-1 0 0,-1 1 0 0 0,-5 21-21 0 0,2-13 20 0 0,-3 3 22 0 0,1 0 0 0 0,1 0 0 0 0,0 1 0 0 0,1 0 0 0 0,-3 17 1 0 0,4-13 6 0 0,-1 30 50 0 0,4-43-51 0 0,0 0 1 0 0,0 0-1 0 0,1 0 0 0 0,-1 0 1 0 0,1 0-1 0 0,1 0 1 0 0,1 6-1 0 0,35 66 260 0 0,38 36-10 0 0,-74-110-268 0 0,-1-1-1 0 0,1 1 1 0 0,-1 0-1 0 0,0-1 1 0 0,0 1 0 0 0,-1 0-1 0 0,1 0 1 0 0,0 0 0 0 0,-1 0-1 0 0,0 0 1 0 0,0-1-1 0 0,1 1 1 0 0,-2 6 0 0 0,1-1 7 0 0,-1-7-8 0 0,1 0-1 0 0,0 1 0 0 0,-1-1 1 0 0,1 0-1 0 0,-1 0 0 0 0,0 0 0 0 0,1 1 1 0 0,-1-1-1 0 0,0 0 0 0 0,0 0 1 0 0,1 0-1 0 0,-1 0 0 0 0,0 0 1 0 0,0 0-1 0 0,0 0 0 0 0,0-1 1 0 0,-1 1-1 0 0,-1 1 0 0 0,-22 11-2 0 0,5-5-608 0 0,-1-1 0 0 0,-24 4-1 0 0,16-5-3408 0 0,1-1-4045 0 0,14-3-3112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6081 0 0,'0'0'15512'0'0,"-5"0"-14886"0"0,-14 0-212 0 0,14 0 86 0 0,5 15-117 0 0,0-7-248 0 0,1 0 1 0 0,0 1 0 0 0,0-1 0 0 0,1 0-1 0 0,4 12 1 0 0,17 37 507 0 0,-22-54-631 0 0,3 3 37 0 0,7 19 119 0 0,11 34-1 0 0,-20-50-161 0 0,0 0-1 0 0,-1 1 0 0 0,0-1 0 0 0,-1 1 0 0 0,1-1 0 0 0,-2 0 1 0 0,-2 18-1 0 0,2-26-36 0 0,1 1 0 0 0,-1-1 0 0 0,1 0 0 0 0,-1 1-1 0 0,0-1 1 0 0,1 0 0 0 0,-1 1 0 0 0,0-1 0 0 0,0 0 0 0 0,0 0 0 0 0,0 0 0 0 0,0 0 0 0 0,0 0 0 0 0,0 0 0 0 0,-1 0 0 0 0,1 0 0 0 0,0 0 0 0 0,0-1 0 0 0,-1 1 0 0 0,1-1-1 0 0,-2 2 1 0 0,2-2-265 0 0,-1 0 0 0 0,1 1 0 0 0,-1-1 0 0 0,1 0 0 0 0,0 0 0 0 0,-1 1 0 0 0,1-1 0 0 0,-1 0 0 0 0,1-1 0 0 0,-1 1 0 0 0,1 0 0 0 0,0 0 0 0 0,-3-1 0 0 0,2-1-1093 0 0,-1 0 0 0 0,1-1 1 0 0,0 1-1 0 0,0 0 0 0 0,0-1 0 0 0,0 1 0 0 0,1-1 0 0 0,-1 0 1 0 0,-1-4-1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30 9082 0 0,'0'0'12868'0'0,"-30"-3"-11809"0"0,-99-6-316 0 0,28 0 290 0 0,33 3-453 0 0,-81 3 1 0 0,142 4-782 0 0,0 0 1 0 0,1 0-1 0 0,-1 1 1 0 0,0 0-1 0 0,-9 3 1 0 0,0 3-3295 0 0,2 0-4181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13483 0 0,'0'0'12140'0'0,"7"6"-12028"0"0,44 37 47 0 0,-13-11-27 0 0,1-1 1 0 0,49 29-1 0 0,93 39 111 0 0,-178-97 1242 0 0,4 1-7448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11594 0 0,'0'0'14696'0'0,"-14"0"-14599"0"0,-44 1-20 0 0,57-1-74 0 0,0 0 0 0 0,0 0-1 0 0,0 0 1 0 0,0 0 0 0 0,1 1-1 0 0,-1-1 1 0 0,0 0 0 0 0,0 0 0 0 0,0 0-1 0 0,0 1 1 0 0,0-1 0 0 0,1 0-1 0 0,-1 1 1 0 0,0-1 0 0 0,0 1-1 0 0,1-1 1 0 0,-1 1 0 0 0,0-1 0 0 0,0 1-1 0 0,1 0 1 0 0,-1-1 0 0 0,1 1-1 0 0,-1 0 1 0 0,1-1 0 0 0,-1 1-1 0 0,1 0 1 0 0,-1 0 0 0 0,1 0-1 0 0,0-1 1 0 0,-1 1 0 0 0,1 0 0 0 0,0 0-1 0 0,-1 1 1 0 0,0 1 16 0 0,-4 19 85 0 0,1-3 5 0 0,1-9-35 0 0,1 1 0 0 0,0-1 0 0 0,0 22 0 0 0,1-18-16 0 0,-4 23-1 0 0,4-33-50 0 0,0 1-1 0 0,-1-1 0 0 0,1 1 0 0 0,-1-1 1 0 0,0 0-1 0 0,0 0 0 0 0,0 0 0 0 0,-1 0 1 0 0,-3 4-1 0 0,2-4-56 0 0,1 0 0 0 0,-1 0 0 0 0,0-1 0 0 0,0 1 0 0 0,-1-1 0 0 0,1 0 0 0 0,-1-1 1 0 0,0 1-1 0 0,1-1 0 0 0,-1 1 0 0 0,-9 1 0 0 0,5-2-1201 0 0,1 0 0 0 0,-11 1 0 0 0,-18-1-9708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421 114 5097 0 0,'0'0'19099'0'0,"-32"-17"-18622"0"0,-99-49-43 0 0,82 45-162 0 0,47 20-233 0 0,-1 0 0 0 0,0 1 0 0 0,0-1-1 0 0,0 1 1 0 0,-4-1 0 0 0,-4 1 58 0 0,-10-3 10 0 0,1 2-1 0 0,-1 0 1 0 0,-27 3-1 0 0,43-2-97 0 0,-1 1-1 0 0,1 0 1 0 0,0 1-1 0 0,0-1 1 0 0,0 1 0 0 0,0 0-1 0 0,0 1 1 0 0,0-1-1 0 0,0 1 1 0 0,-7 5 0 0 0,11-7-8 0 0,1-1 1 0 0,0 1-1 0 0,-1-1 1 0 0,1 1-1 0 0,0-1 1 0 0,0 1-1 0 0,-1-1 1 0 0,1 1 0 0 0,0-1-1 0 0,0 1 1 0 0,0-1-1 0 0,0 1 1 0 0,0-1-1 0 0,0 1 1 0 0,0 0-1 0 0,0-1 1 0 0,0 1 0 0 0,0-1-1 0 0,0 1 1 0 0,0-1-1 0 0,0 1 1 0 0,0-1-1 0 0,0 1 1 0 0,0-1-1 0 0,1 2 1 0 0,7 13 88 0 0,-4-10-40 0 0,17 31 75 0 0,11 20-69 0 0,-19-30-30 0 0,7 13-5 0 0,-5 4-36 0 0,20 86 0 0 0,-19-38 11 0 0,26 103-2 0 0,-34-156 30 0 0,-6-26-32 0 0,5 17 0 0 0,-3-8-5 0 0,-4-18 17 0 0,1 0 0 0 0,-1-1 1 0 0,1 1-1 0 0,0 0 1 0 0,0 0-1 0 0,0 0 0 0 0,0-1 1 0 0,0 1-1 0 0,2 3 0 0 0,-3-6 30 0 0,1 1-1 0 0,-1 0 1 0 0,1 0 0 0 0,0-1-1 0 0,-1 1 1 0 0,1 0-1 0 0,0-1 1 0 0,-1 1-1 0 0,1 0 1 0 0,0-1-1 0 0,-1 1 1 0 0,1-1 0 0 0,0 0-1 0 0,0 1 1 0 0,0-1-1 0 0,0 1 1 0 0,0-1-1 0 0,-1 0 1 0 0,1 0-1 0 0,0 0 1 0 0,0 1-1 0 0,0-1 1 0 0,0 0 0 0 0,0 0-1 0 0,0 0 1 0 0,0 0-1 0 0,0-1 1 0 0,0 1-1 0 0,3 0 9 0 0,3-1-19 0 0,0 0-1 0 0,-1 0 0 0 0,1-1 1 0 0,0 0-1 0 0,-1 0 0 0 0,1 0 1 0 0,6-4-1 0 0,8-3-407 0 0,15-6-2602 0 0,-14 4-6621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10034 0 0,'0'0'16369'0'0,"8"-10"-16324"0"0,25-31-23 0 0,-33 40-21 0 0,1 0 0 0 0,0 0 0 0 0,0 0 0 0 0,0 0 0 0 0,0 0 0 0 0,0 1 0 0 0,0-1 0 0 0,1 0 0 0 0,-1 1 0 0 0,0-1 0 0 0,0 0 0 0 0,0 1 0 0 0,1 0 0 0 0,-1-1 0 0 0,0 1 0 0 0,0 0 0 0 0,1 0 0 0 0,-1-1 0 0 0,0 1 0 0 0,1 0 0 0 0,-1 0 0 0 0,0 1 0 0 0,1-1 0 0 0,0 0 0 0 0,4 1 4 0 0,18 2-1 0 0,-1 0-1 0 0,30 10 1 0 0,-23-6 5 0 0,45 16 16 0 0,-55-17-47 0 0,-19-6 11 0 0,0 1-1 0 0,0-1 1 0 0,-1 0-1 0 0,1 0 1 0 0,0 1-1 0 0,0-1 1 0 0,-1 1-1 0 0,1-1 1 0 0,0 0-1 0 0,-1 1 1 0 0,1 0-1 0 0,0-1 1 0 0,-1 1-1 0 0,1-1 1 0 0,0 2-1 0 0,-1-2-2 0 0,0 1 1 0 0,1-1-1 0 0,-1 0 0 0 0,0 1 0 0 0,0-1 1 0 0,0 0-1 0 0,0 0 0 0 0,-1 1 0 0 0,1-1 1 0 0,0 0-1 0 0,0 1 0 0 0,0-1 0 0 0,0 0 1 0 0,0 1-1 0 0,0-1 0 0 0,0 0 1 0 0,0 0-1 0 0,-1 1 0 0 0,1-1 0 0 0,0 0 1 0 0,0 0-1 0 0,0 1 0 0 0,-1-1 0 0 0,1 0 1 0 0,0 0-1 0 0,0 0 0 0 0,-1 1 0 0 0,-3 2-84 0 0,0-1-1 0 0,0 0 0 0 0,0 0 0 0 0,-6 2 0 0 0,4-1 200 0 0,-27 12-105 0 0,-41 26-1 0 0,73-40 5 0 0,-1 0 0 0 0,1 0 0 0 0,-1 1 0 0 0,1-1 0 0 0,0 0 0 0 0,0 1 0 0 0,0-1 0 0 0,0 0 0 0 0,0 1 0 0 0,0-1 0 0 0,0 1 0 0 0,0 0 0 0 0,0-1 0 0 0,1 1 0 0 0,-1 0 0 0 0,1-1 0 0 0,-1 1-1 0 0,1 0 1 0 0,0 0 0 0 0,-1-1 0 0 0,1 1 0 0 0,0 0 0 0 0,0 0 0 0 0,0 0 0 0 0,1-1 0 0 0,-1 1 0 0 0,0 0 0 0 0,1 0 0 0 0,-1-1 0 0 0,1 1 0 0 0,-1 0 0 0 0,1 0 0 0 0,0-1 0 0 0,0 1 0 0 0,0-1 0 0 0,2 3 0 0 0,7 5 25 0 0,1 0 0 0 0,0-1 0 0 0,1-1 0 0 0,0 0 0 0 0,0 0 0 0 0,16 5 0 0 0,-8-2 4 0 0,20 12 0 0 0,-38-21-29 0 0,0 0-1 0 0,-1 0 1 0 0,1 0-1 0 0,0 1 1 0 0,-1-1-1 0 0,1 1 1 0 0,-1-1-1 0 0,1 1 1 0 0,0 2-1 0 0,-1-3-7 0 0,0 0 0 0 0,-1 1 0 0 0,0-1 0 0 0,1 0 1 0 0,-1 1-1 0 0,0-1 0 0 0,1 0 0 0 0,-1 1 0 0 0,0-1 0 0 0,0 0 0 0 0,0 1 0 0 0,0-1 0 0 0,0 0 0 0 0,-1 3 0 0 0,0-3 11 0 0,1 0 0 0 0,0 0 1 0 0,-1 0-1 0 0,0 0 0 0 0,1 0 0 0 0,-1 0 0 0 0,1 0 0 0 0,-1-1 1 0 0,0 1-1 0 0,0 0 0 0 0,1 0 0 0 0,-1-1 0 0 0,0 1 0 0 0,0 0 1 0 0,-1 0-1 0 0,-17 9 62 0 0,13-7-42 0 0,-5 1 57 0 0,0 1 1 0 0,-1-1-1 0 0,1-1 0 0 0,-15 3 1 0 0,-49 3-3525 0 0,56-9-2696 0 0,10 0-616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9802 0 0,'0'0'13126'0'0,"15"-8"-13162"0"0,50-24 8 0 0,-63 31 26 0 0,1 0 1 0 0,-1 1-1 0 0,1-1 0 0 0,-1 0 1 0 0,1 1-1 0 0,-1-1 1 0 0,1 1-1 0 0,4 0 1 0 0,-5 0 1 0 0,0 0 0 0 0,-1 1 0 0 0,1-1 0 0 0,-1 1 0 0 0,1-1 0 0 0,-1 1 0 0 0,1 0 0 0 0,1 1 0 0 0,3 1 4 0 0,121 56 44 0 0,-83-32 59 0 0,-43-27-111 0 0,-1 1 0 0 0,1 0 1 0 0,0-1-1 0 0,-1 1 0 0 0,1 0 1 0 0,-1 0-1 0 0,1 0 0 0 0,-1 0 0 0 0,0 0 1 0 0,1 0-1 0 0,-1 0 0 0 0,0-1 0 0 0,0 1 1 0 0,1 0-1 0 0,-1 0 0 0 0,0 0 1 0 0,0 0-1 0 0,0 2 0 0 0,-1 21-91 0 0,0-19 86 0 0,-14 117 63 0 0,10 7 106 0 0,6-103-106 0 0,1-1 1 0 0,1 1 0 0 0,6 24-1 0 0,-3-24-24 0 0,21 76 148 0 0,-10-48-66 0 0,-6-22 62 0 0,-11-32-159 0 0,0 1 0 0 0,0 0 0 0 0,0-1 0 0 0,0 1 0 0 0,0-1 0 0 0,0 1 0 0 0,0-1 0 0 0,0 1 0 0 0,0-1 0 0 0,-1 1 0 0 0,1-1 0 0 0,0 1 0 0 0,0-1 0 0 0,-1 1 0 0 0,1-1 0 0 0,0 1 1 0 0,-1-1-1 0 0,1 1 0 0 0,0-1 0 0 0,-1 0 0 0 0,1 1 0 0 0,-1-1 0 0 0,1 0 0 0 0,0 1 0 0 0,-1-1 0 0 0,1 0 0 0 0,-1 1 0 0 0,1-1 0 0 0,-1 0 0 0 0,1 0 0 0 0,-1 0 0 0 0,1 0 0 0 0,-1 1 0 0 0,0-1 0 0 0,1 0 0 0 0,-1 0 0 0 0,0 0 1 0 0,-28 3 38 0 0,23-3 0 0 0,-64 5-1694 0 0,23-1-6597 0 0,33-2-2557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48 136 0 0,'0'0'11948'0'0,"1"-5"-10868"0"0,0-1-649 0 0,0 4-126 0 0,-1-1 0 0 0,0 1 0 0 0,1 0 0 0 0,0 0 0 0 0,0-1 0 0 0,-1 1 0 0 0,3-2 0 0 0,-3 3 146 0 0,1-1 0 0 0,-1 1 0 0 0,1 0-1 0 0,0-1 1 0 0,0 1 0 0 0,0 0 0 0 0,0 0 0 0 0,0 0-1 0 0,0 0 1 0 0,0 0 0 0 0,0 0 0 0 0,2-1-1 0 0,-2 2-260 0 0,-1 0-148 0 0,1 0-44 0 0,-1 0 0 0 0,1 0 0 0 0,0 0 0 0 0,-1 0 0 0 0,1 1 0 0 0,0-1 0 0 0,-1 0 0 0 0,1 1-1 0 0,0-1 1 0 0,-1 0 0 0 0,1 1 0 0 0,-1-1 0 0 0,1 1 0 0 0,-1-1 0 0 0,1 1 0 0 0,-1-1 0 0 0,1 1-1 0 0,-1-1 1 0 0,1 2 0 0 0,8 14 41 0 0,-4-7-21 0 0,-1-2 15 0 0,0 0-1 0 0,-1 0 1 0 0,5 14 0 0 0,2 4 91 0 0,-3-10-39 0 0,4 19 0 0 0,1 2 2 0 0,52 128 401 0 0,-50-131-387 0 0,-4-11-20 0 0,-1 2 1 0 0,8 30 0 0 0,-15-32 102 0 0,-2-22-295 0 0,1 0 0 0 0,-1 0 1 0 0,1 0-1 0 0,0-1 0 0 0,-1 1 1 0 0,1 0-1 0 0,-1-1 0 0 0,1 1 1 0 0,-1 0-1 0 0,1-1 0 0 0,-1 1 0 0 0,0-1 1 0 0,1 1-1 0 0,0-1 0 0 0,-1-2-1029 0 0,1 0-1 0 0,-1 1 1 0 0,1-1 0 0 0,-1 0-1 0 0,0 0 1 0 0,0 0-1 0 0,-1-4 1 0 0,0-1-3682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24 4105 0 0,'0'0'21706'0'0,"-2"-5"-21342"0"0,2 3-268 0 0,-4-11-45 0 0,2 9 146 0 0,1 7 387 0 0,1-1-587 0 0,0 0 1 0 0,1 0-1 0 0,-1 0 0 0 0,-1 0 1 0 0,1-1-1 0 0,0 1 0 0 0,0 0 1 0 0,-1 0-1 0 0,1 0 0 0 0,-1 0 1 0 0,1-1-1 0 0,-1 1 0 0 0,0 0 1 0 0,0 0-1 0 0,0-1 0 0 0,0 1 1 0 0,-2 2-1 0 0,-5 4 18 0 0,-1 0 1 0 0,1 0-1 0 0,-2-1 0 0 0,1 0 1 0 0,-15 7-1 0 0,12-7-4 0 0,10-5-8 0 0,-4 1 10 0 0,0 1 1 0 0,0 0 0 0 0,-10 10-1 0 0,12-11 22 0 0,-5 6 12 0 0,9-8-28 0 0,0-1 0 0 0,0 0 1 0 0,0 1-1 0 0,0-1 1 0 0,0 1-1 0 0,0-1 1 0 0,0 0-1 0 0,0 1 0 0 0,0-1 1 0 0,0 0-1 0 0,0 1 1 0 0,0-1-1 0 0,0 1 1 0 0,0-1-1 0 0,0 0 0 0 0,0 1 1 0 0,0-1-1 0 0,0 1 1 0 0,1-1-1 0 0,-1 0 1 0 0,0 1-1 0 0,0-1 0 0 0,1 0 1 0 0,-1 1-1 0 0,0-1 1 0 0,0 0-1 0 0,1 0 1 0 0,-1 1-1 0 0,0-1 0 0 0,1 0 1 0 0,-1 0-1 0 0,0 1 1 0 0,1-1-1 0 0,0 0 1 0 0,10 6 134 0 0,0-1 1 0 0,0 0 0 0 0,0-1 0 0 0,1 0 0 0 0,0-1 0 0 0,20 3-1 0 0,-6 0-78 0 0,97 15 66 0 0,-23-4-1369 0 0,-97-17 563 0 0,14 5-550 0 0,-11 0-2866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 0 0 0,'0'0'17164'0'0,"2"-2"-15359"0"0,1-6 2994 0 0,-4 8-4707 0 0,1 0-83 0 0,-1 0-4 0 0,-5 7 10 0 0,-29 30 403 0 0,31-32-355 0 0,0 0 0 0 0,1 0 0 0 0,-1 0 0 0 0,1 1 0 0 0,-4 10 0 0 0,-2 8 67 0 0,4-13-55 0 0,1 0 0 0 0,0 1 1 0 0,1 0-1 0 0,-2 12 0 0 0,2 6 54 0 0,-6 74 224 0 0,9-91-329 0 0,0 4 32 0 0,0 1 1 0 0,1-1 0 0 0,1 0-1 0 0,0 1 1 0 0,6 17-1 0 0,-3-17 108 0 0,2 0 0 0 0,17 33 0 0 0,-18-40-81 0 0,1-1 0 0 0,0 0 0 0 0,0 0 0 0 0,1-1 0 0 0,15 14 0 0 0,-14-15 1 0 0,0-1 1 0 0,0 1-1 0 0,1-2 1 0 0,16 9 0 0 0,-19-12-97 0 0,-1 0 1 0 0,1-1-1 0 0,0 0 1 0 0,0 0-1 0 0,0-1 1 0 0,1 1 0 0 0,-1-2-1 0 0,10 1 1 0 0,-15-1-154 0 0,-1 0 0 0 0,1 0 0 0 0,-1 0 1 0 0,1-1-1 0 0,-1 1 0 0 0,1-1 0 0 0,-1 1 1 0 0,0-1-1 0 0,1 1 0 0 0,-1-1 0 0 0,0 0 0 0 0,1 0 1 0 0,-1 1-1 0 0,0-1 0 0 0,0 0 0 0 0,1 0 1 0 0,-1 0-1 0 0,0-1 0 0 0,0 1 0 0 0,0 0 0 0 0,-1 0 1 0 0,1 0-1 0 0,0-1 0 0 0,0 1 0 0 0,-1-1 1 0 0,1 1-1 0 0,0 0 0 0 0,-1-1 0 0 0,0 1 0 0 0,1-4 1 0 0,0 1-1632 0 0,0-1 0 0 0,-1 0 1 0 0,1 0-1 0 0,-1 0 1 0 0,0 0-1 0 0,-1 0 0 0 0,1 0 1 0 0,-2-6-1 0 0,0 1-4281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 1848 0 0,'0'0'23447'0'0,"-7"-1"-23163"0"0,-128-5 599 0 0,124 7-884 0 0,-1 1 1 0 0,1-1-1 0 0,-1 2 1 0 0,1 0-1 0 0,-13 5 1 0 0,-2 0-4222 0 0,-1-2-6474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9634 0 0,'0'0'14178'0'0,"-2"9"-14060"0"0,-2 3-63 0 0,2-7-15 0 0,1 1 1 0 0,-1 0-1 0 0,1-1 0 0 0,0 1 1 0 0,1 0-1 0 0,-1 11 1 0 0,1-5 78 0 0,0-3-13 0 0,0-1 0 0 0,0 1 0 0 0,1 0 0 0 0,0-1 0 0 0,0 1 0 0 0,5 12 0 0 0,-2-8-1 0 0,0-2 28 0 0,1 1 1 0 0,0-1 0 0 0,10 17-1 0 0,-8-18-52 0 0,19 26 124 0 0,-5-8-105 0 0,-16-20-611 0 0,0-1 1 0 0,10 11 0 0 0,-13-15-964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12067 0 0,'0'0'11957'0'0,"19"1"-12005"0"0,62 4 29 0 0,-76-5 18 0 0,-1 1-1 0 0,1 1 1 0 0,0-1-1 0 0,-1 1 1 0 0,0-1-1 0 0,1 1 1 0 0,-1 1-1 0 0,0-1 1 0 0,0 1-1 0 0,0-1 1 0 0,0 1-1 0 0,0 0 1 0 0,4 6-1 0 0,5 2-1 0 0,25 24-5 0 0,-1 0 0 0 0,-2 3 0 0 0,36 49 0 0 0,-58-70 0 0 0,-1 1 1 0 0,0 0-1 0 0,-1 0 0 0 0,-1 1 1 0 0,-1 0-1 0 0,-1 1 0 0 0,-1 0 0 0 0,6 23 1 0 0,-10-30-8 0 0,1 28 0 0 0,-4-37 15 0 0,0 1-1 0 0,0 0 1 0 0,0 0 0 0 0,-1-1 0 0 0,0 1 0 0 0,0 0-1 0 0,0-1 1 0 0,0 1 0 0 0,-4 7 0 0 0,1-6 25 0 0,0 1-1 0 0,0-1 1 0 0,-1 0 0 0 0,0 0 0 0 0,0 0 0 0 0,-1-1 0 0 0,0 1 0 0 0,0-1 0 0 0,0-1-1 0 0,0 1 1 0 0,-1-1 0 0 0,0 0 0 0 0,0-1 0 0 0,0 0 0 0 0,-8 3 0 0 0,-1-1-436 0 0,-1-1 1 0 0,1 0 0 0 0,-1-2-1 0 0,0 0 1 0 0,-31 0-1 0 0,23-2-2907 0 0,9 0-1756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9882 0 0,'0'0'14075'0'0,"-3"-5"-14179"0"0,2 4 101 0 0,-9-11-17 0 0,10 11 20 0 0,0 1 0 0 0,0 0 0 0 0,0 0 0 0 0,0 0 0 0 0,0 0 0 0 0,0 0-1 0 0,0 0 1 0 0,-1 0 0 0 0,1 0 0 0 0,0 0 0 0 0,0 0 0 0 0,0 0 0 0 0,0 0 0 0 0,0 0 0 0 0,0-1 0 0 0,0 1 0 0 0,0 0 0 0 0,0 0-1 0 0,0 0 1 0 0,0 0 0 0 0,-1 0 0 0 0,1 0 0 0 0,0 0 0 0 0,0 0 0 0 0,0 0 0 0 0,0 0 0 0 0,0 0 0 0 0,0 0 0 0 0,0 0-1 0 0,0 0 1 0 0,-1 0 0 0 0,1 0 0 0 0,0 0 0 0 0,0 0 0 0 0,0 0 0 0 0,0 0 0 0 0,0 0 0 0 0,0 1 0 0 0,0-1 0 0 0,0 0-1 0 0,0 0 1 0 0,0 9 6 0 0,44 137 142 0 0,-10-40-80 0 0,-2-11-13 0 0,-28-78-83 0 0,0 0 1 0 0,-2 0 0 0 0,2 31-1 0 0,-6-48-817 0 0,1 0-1 0 0,0 0 1 0 0,0 0-1 0 0,-1 0 1 0 0,1 0-1 0 0,0 0 1 0 0,0-1-1 0 0,0 1 1 0 0,-2-1-1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11026 0 0,'0'0'13981'0'0,"-22"1"-13733"0"0,-68 4-83 0 0,84-5-138 0 0,1 0-1 0 0,-1 1 0 0 0,1 0 1 0 0,-10 3-1 0 0,14-4-16 0 0,0 1 0 0 0,0 0 0 0 0,0-1-1 0 0,-1 1 1 0 0,1 0 0 0 0,0-1 0 0 0,0 1-1 0 0,1 0 1 0 0,-1 0 0 0 0,0 0 0 0 0,-1 1-1 0 0,-8 8 64 0 0,5-6-44 0 0,0 0 0 0 0,0 0 1 0 0,0 1-1 0 0,1-1 1 0 0,-5 7-1 0 0,7-9-5 0 0,0 1 0 0 0,0 0-1 0 0,1 0 1 0 0,-1 0 0 0 0,1 0-1 0 0,0 0 1 0 0,0 0-1 0 0,0 0 1 0 0,0 0 0 0 0,1 0-1 0 0,-1 0 1 0 0,0 6 0 0 0,1-7-5 0 0,0 0 0 0 0,0 0 1 0 0,0 0-1 0 0,1 0 0 0 0,-1 0 1 0 0,0 0-1 0 0,1 0 0 0 0,-1 0 1 0 0,1 0-1 0 0,0 0 0 0 0,-1 0 1 0 0,2 2-1 0 0,0-3 4 0 0,-1 0-1 0 0,1 1 1 0 0,-1-1 0 0 0,1 0-1 0 0,-1 1 1 0 0,1-1-1 0 0,0 0 1 0 0,0 0 0 0 0,-1-1-1 0 0,1 1 1 0 0,0 0-1 0 0,0 0 1 0 0,3 0 0 0 0,26 6 76 0 0,1-2 0 0 0,0-1-1 0 0,46 0 1 0 0,31 4-34 0 0,-86-6-184 0 0,-15-2-270 0 0,0 1 0 0 0,0 0 0 0 0,-1 0 0 0 0,1 1-1 0 0,-1-1 1 0 0,1 2 0 0 0,-1-1 0 0 0,8 4 0 0 0,-14-5 26 0 0,-1-1-1 0 0,1 0 0 0 0,-1 1 1 0 0,1-1-1 0 0,-1 1 1 0 0,1-1-1 0 0,-1 1 1 0 0,0-1-1 0 0,1 1 1 0 0,-1 0-1 0 0,0-1 1 0 0,1 1-1 0 0,-1-1 1 0 0,0 1-1 0 0,1 0 1 0 0,-1-1-1 0 0,0 1 1 0 0,0 0-1 0 0,0-1 0 0 0,0 1 1 0 0,0 0-1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 0 0,'0'0'16229'0'0,"10"5"-16242"0"0,-3-3 12 0 0,-1 1 4 0 0,1-1 0 0 0,-1 1 0 0 0,1 1 0 0 0,-1-1 0 0 0,0 1 0 0 0,0 0 0 0 0,-1 1 0 0 0,1-1 0 0 0,8 11 0 0 0,25 29 46 0 0,4 5 27 0 0,51 75-1 0 0,-11 24 74 0 0,-72-124-127 0 0,0 1 0 0 0,-2 1 1 0 0,-1 0-1 0 0,6 32 0 0 0,-12-47-15 0 0,-1 0-1 0 0,0 0 1 0 0,0 0-1 0 0,-2 1 1 0 0,1-1-1 0 0,-3 12 0 0 0,2-17 1 0 0,-1 1-1 0 0,1-1 0 0 0,-2 0 0 0 0,1 1 1 0 0,-1-1-1 0 0,0 0 0 0 0,0-1 0 0 0,0 1 1 0 0,-1-1-1 0 0,0 1 0 0 0,-6 6 0 0 0,1-3 29 0 0,-1-1-1 0 0,1 1 1 0 0,-2-2-1 0 0,1 1 1 0 0,-1-2-1 0 0,0 1 1 0 0,0-2-1 0 0,-18 8 0 0 0,12-7-1155 0 0,-20 4-1 0 0,15-4-2368 0 0,7-2-2785 0 0,2-2-4773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85 0 0 0,'0'0'7202'0'0,"-1"-6"-6553"0"0,-2-5 848 0 0,1 0 0 0 0,0-22-1 0 0,1 32-1364 0 0,1 0-1 0 0,0 0 0 0 0,0 0 1 0 0,0 1-1 0 0,-1-1 0 0 0,1 0 0 0 0,0 0 1 0 0,-1 0-1 0 0,1 0 0 0 0,-1 0 1 0 0,1 1-1 0 0,-1-1 0 0 0,1 0 1 0 0,-1 0-1 0 0,0 1 0 0 0,1-1 0 0 0,-1 0 1 0 0,0 1-1 0 0,1-1 0 0 0,-1 1 1 0 0,-1-1-1 0 0,-2-3 1066 0 0,6 2 668 0 0,7 1-1113 0 0,-3 4-759 0 0,-1-1 1 0 0,1 1-1 0 0,-1 0 0 0 0,0 0 1 0 0,0 1-1 0 0,0-1 0 0 0,0 1 1 0 0,4 5-1 0 0,4 2 11 0 0,127 108 97 0 0,-106-85-15 0 0,-2 2 0 0 0,0 1-1 0 0,-3 1 1 0 0,40 67 0 0 0,-16-30 472 0 0,-46-64-457 0 0,-3-6-58 0 0,-1-1 0 0 0,0 1 1 0 0,0 0-1 0 0,0-1 0 0 0,-1 2 1 0 0,0-1-1 0 0,3 8 0 0 0,1 9 53 0 0,-4-18-83 0 0,-1 1 0 0 0,1-1-1 0 0,-1 1 1 0 0,0 0 0 0 0,-1-1 0 0 0,1 6-1 0 0,-1-5 3 0 0,1 0 0 0 0,0 0-1 0 0,0 0 1 0 0,1 5 0 0 0,0-6 10 0 0,-1 1 1 0 0,0 0 0 0 0,0 0-1 0 0,0 6 1 0 0,-1-3 46 0 0,1-1 1 0 0,2 12-1 0 0,0-8 11 0 0,-2-2-36 0 0,3 17 101 0 0,-1 30 50 0 0,-3-51-184 0 0,0 0 0 0 0,0 0 0 0 0,-1-1 0 0 0,0 1 0 0 0,0 0 0 0 0,-2 6 0 0 0,0-2 19 0 0,2-5-1 0 0,0 0 0 0 0,-1 0 0 0 0,0 0 0 0 0,0 0 0 0 0,-3 6 0 0 0,-12 21 392 0 0,11-20-218 0 0,5-9-181 0 0,1-1-1 0 0,-1 0 0 0 0,1 0 1 0 0,-1 1-1 0 0,0-1 0 0 0,1 0 0 0 0,-1 0 1 0 0,0 0-1 0 0,0 0 0 0 0,0 0 0 0 0,-1 1 1 0 0,1-1 20 0 0,0 0 0 0 0,0 0 1 0 0,0 0-1 0 0,0 1 0 0 0,0-1 1 0 0,0 0-1 0 0,1 0 0 0 0,-2 3 1 0 0,-5 7 214 0 0,5-6-120 0 0,2-4-133 0 0,0-1 1 0 0,0 0-1 0 0,-1 1 1 0 0,1-1-1 0 0,0 0 1 0 0,0 1-1 0 0,0-1 0 0 0,0 0 1 0 0,0 1-1 0 0,0-1 1 0 0,-1 0-1 0 0,1 0 1 0 0,0 1-1 0 0,0-1 1 0 0,0 0-1 0 0,-1 0 1 0 0,1 1-1 0 0,0-1 0 0 0,0 0 1 0 0,-1 0-1 0 0,1 0 1 0 0,-2 1 20 0 0,1 0 1 0 0,0 0 0 0 0,0 0 0 0 0,0 0-1 0 0,1 0 1 0 0,-1 1 0 0 0,0-1-1 0 0,0 0 1 0 0,0 0 0 0 0,0 2 0 0 0,0-2-4 0 0,1 1 0 0 0,-1-1 0 0 0,0 0 1 0 0,1 0-1 0 0,-1 1 0 0 0,0-1 0 0 0,0 0 1 0 0,0 0-1 0 0,0 0 0 0 0,0 0 0 0 0,0 0 1 0 0,-2 1-1 0 0,-21 14-292 0 0,23-16 150 0 0,-11 4-2438 0 0,4-2-3332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0 0 0,'0'0'4462'0'0,"6"-7"-3818"0"0,17-21 9 0 0,-23 27-500 0 0,1 0 1 0 0,0 0 0 0 0,0 0 0 0 0,0 0 0 0 0,0 0 0 0 0,0 0 0 0 0,0 0 0 0 0,0 0 0 0 0,0 1 0 0 0,0-1-1 0 0,1 0 1 0 0,-1 1 0 0 0,2-1 0 0 0,3-2 1736 0 0,-5 2-1511 0 0,-1 1-1 0 0,1 0 1 0 0,-1-1-1 0 0,0 1 1 0 0,1 0-1 0 0,-1-1 1 0 0,1 1-1 0 0,0 0 1 0 0,-1 0 0 0 0,1 0-1 0 0,-1 0 1 0 0,1 0-1 0 0,-1 0 1 0 0,1-1-1 0 0,-1 1 1 0 0,1 0-1 0 0,0 1 1 0 0,-1-1-1 0 0,1 0 1 0 0,-1 0-1 0 0,1 0 1 0 0,-1 0-1 0 0,1 0 1 0 0,-1 0-1 0 0,1 1 1 0 0,-1-1 0 0 0,1 0-1 0 0,-1 0 1 0 0,1 1-1 0 0,-1-1 1 0 0,2 1-1 0 0,5 7 4212 0 0,-1 2-3363 0 0,-2-3-2932 0 0,20 34 1779 0 0,20 47-1 0 0,-1-1-21 0 0,10 20 49 0 0,25 43-6 0 0,-59-117-47 0 0,29 42 293 0 0,-48-74-307 0 0,1-1 0 0 0,-1 1 0 0 0,1-1-1 0 0,-1 1 1 0 0,1-1 0 0 0,-1 1 0 0 0,1-1 0 0 0,-1 0-1 0 0,1 1 1 0 0,0-1 0 0 0,-1 0 0 0 0,1 1-1 0 0,0-1 1 0 0,-1 0 0 0 0,1 0 0 0 0,0 0 0 0 0,-1 0-1 0 0,1 1 1 0 0,0-1 0 0 0,-1 0 0 0 0,1 0-1 0 0,0 0 1 0 0,0 0 0 0 0,-1-1 0 0 0,1 1 0 0 0,0 0-1 0 0,-1 0 1 0 0,1 0 0 0 0,0 0 0 0 0,-1-1-1 0 0,1 1 1 0 0,0 0 0 0 0,-1-1 0 0 0,1 1 0 0 0,-1 0-1 0 0,1-1 1 0 0,0 1 0 0 0,-1-1 0 0 0,1 0-1 0 0,2-2 7 0 0,1 0 0 0 0,-2 0 0 0 0,1 0 0 0 0,0-1-1 0 0,2-4 1 0 0,0-1-43 0 0,0 0 0 0 0,-1-1 0 0 0,-1 1 1 0 0,0-1-1 0 0,0 0 0 0 0,0 0 0 0 0,-2 0 0 0 0,2-17 0 0 0,-3-83-78 0 0,0 105 73 0 0,-3-19-37 0 0,-1 0-1 0 0,-1 0 1 0 0,-1 1-1 0 0,-13-36 0 0 0,2 9 46 0 0,15 43-7 0 0,-1-5-4 0 0,3 12-40 0 0,1 5-272 0 0,9 14 216 0 0,2-1 0 0 0,0 0 0 0 0,21 25 0 0 0,51 44 154 0 0,6-8-57 0 0,-76-69 9 0 0,1 0 0 0 0,1 0 0 0 0,-1-2 0 0 0,27 11 0 0 0,-39-18 13 0 0,0 0-1 0 0,0 0 1 0 0,0 0-1 0 0,0-1 1 0 0,0 1-1 0 0,0-1 0 0 0,0 1 1 0 0,0-1-1 0 0,0 0 1 0 0,0-1-1 0 0,0 1 1 0 0,3-1-1 0 0,-5 1-1 0 0,1-1-1 0 0,-1 1 1 0 0,0-1 0 0 0,1 0-1 0 0,-1 0 1 0 0,0 1-1 0 0,1-1 1 0 0,-1 0-1 0 0,0 0 1 0 0,0 0-1 0 0,0 0 1 0 0,0 0 0 0 0,0-1-1 0 0,0 1 1 0 0,0 0-1 0 0,0 0 1 0 0,0-1-1 0 0,-1 1 1 0 0,1 0-1 0 0,-1-1 1 0 0,1 1 0 0 0,-1-1-1 0 0,1 1 1 0 0,-1-3-1 0 0,3-14-3 0 0,0-1-1 0 0,-2 0 1 0 0,0 1 0 0 0,-4-38-1 0 0,-1 33-19 0 0,0 0 0 0 0,-1 0 0 0 0,-9-22 0 0 0,-28-65-72 0 0,23 65-8 0 0,17 39 23 0 0,-7-17-901 0 0,-1 0 0 0 0,-1 1 1 0 0,-15-25-1 0 0,16 36-3334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2489 0 0,'0'0'20185'0'0,"2"-3"-19793"0"0,7-12 1427 0 0,-9 15-1817 0 0,0 0-1 0 0,0 0 0 0 0,0 0 1 0 0,0 0-1 0 0,0 0 1 0 0,0 0-1 0 0,0 0 0 0 0,0 0 1 0 0,0-1-1 0 0,0 1 0 0 0,0 0 1 0 0,0 0-1 0 0,0 0 1 0 0,0 0-1 0 0,0 0 0 0 0,0 0 1 0 0,1 0-1 0 0,-1 0 0 0 0,0 0 1 0 0,0 0-1 0 0,0 0 0 0 0,0 0 1 0 0,0 0-1 0 0,0 0 1 0 0,0 0-1 0 0,0 0 0 0 0,0 0 1 0 0,0 0-1 0 0,1 0 0 0 0,-1 0 1 0 0,0 0-1 0 0,0 0 1 0 0,0 0-1 0 0,0 0 0 0 0,0 0 1 0 0,0 0-1 0 0,0 0 0 0 0,0 0 1 0 0,0 0-1 0 0,0 0 1 0 0,0 0-1 0 0,1 0 0 0 0,-1 0 1 0 0,0 0-1 0 0,0 0 0 0 0,0 0 1 0 0,0 0-1 0 0,0 0 0 0 0,0 1 1 0 0,0-1-1 0 0,0 0 1 0 0,0 0-1 0 0,0 0 0 0 0,0 0 1 0 0,0 0-1 0 0,0 0 0 0 0,0 0 1 0 0,0 0-1 0 0,0 0 1 0 0,0 0-1 0 0,0 0 0 0 0,0 1 1 0 0,0-1-1 0 0,0 0 0 0 0,0 0 1 0 0,0 0-1 0 0,0 0 1 0 0,0 0-1 0 0,0 0 0 0 0,2 6 34 0 0,-2-6-44 0 0,6 21-15 0 0,-3-15 22 0 0,-1 1 0 0 0,-1-1 0 0 0,2 11 0 0 0,0 7-6 0 0,6 27 1 0 0,-4-31 4 0 0,11 60 33 0 0,-2-31 48 0 0,-13-48-48 0 0,-1-1 0 0 0,0 1 0 0 0,1-1 0 0 0,-1 1 0 0 0,1-1 0 0 0,-1 1 0 0 0,1-1 0 0 0,-1 1 0 0 0,1-1 0 0 0,-1 1 0 0 0,1-1 0 0 0,-1 0 0 0 0,1 1-1 0 0,0-1 1 0 0,-1 0 0 0 0,1 1 0 0 0,-1-1 0 0 0,2 0 0 0 0,12 3 692 0 0,-11-3-632 0 0,15 0 164 0 0,1 0-1 0 0,0-1 1 0 0,31-7 0 0 0,56-20-125 0 0,-85 23-252 0 0,1 1 0 0 0,-1 1 0 0 0,39 0 0 0 0,-52 2-870 0 0,8 1 570 0 0,-9 2-3897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9650 0 0,'0'0'11312'0'0,"3"18"-10968"0"0,14 57-44 0 0,-15-67-216 0 0,0 0 1 0 0,0 0-1 0 0,1 0 0 0 0,1 0 0 0 0,7 14 1 0 0,-1-4 70 0 0,60 108 803 0 0,-60-111-881 0 0,-6-9-34 0 0,0 0 0 0 0,0 1-1 0 0,5 11 1 0 0,-9-13-1035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84 5977 0 0,'0'0'13703'0'0,"-3"-10"-12871"0"0,-9-29-121 0 0,2 18 1397 0 0,10 20-1869 0 0,-1 0 0 0 0,1 1 1 0 0,-1-1-1 0 0,1 0 0 0 0,0 0 0 0 0,-1 0 1 0 0,1 1-1 0 0,0-1 0 0 0,0 0 1 0 0,0 0-1 0 0,0 0 0 0 0,0 0 1 0 0,0 1-1 0 0,0-3 0 0 0,13 4 308 0 0,-8 9-640 0 0,-1 0 0 0 0,2 14 0 0 0,2 3 80 0 0,25 88 37 0 0,-21-68-10 0 0,18 46 0 0 0,-21-67-11 0 0,3 7 5 0 0,-1-5 12 0 0,-3-4-46 0 0,-7-23 187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6 13235 0 0,'0'0'12366'0'0,"-12"-1"-12208"0"0,-39-3-47 0 0,49 4-103 0 0,0 0 0 0 0,-1 0 1 0 0,1 0-1 0 0,-1 0 0 0 0,1 0 1 0 0,-1 0-1 0 0,1 1 0 0 0,-1-1 1 0 0,1 1-1 0 0,0 0 0 0 0,-1-1 1 0 0,1 1-1 0 0,0 0 0 0 0,0 1 1 0 0,-1-1-1 0 0,1 0 0 0 0,0 0 1 0 0,0 1-1 0 0,0 0 0 0 0,-2 2 1 0 0,-7 5 5 0 0,1-1 33 0 0,1 0-1 0 0,0 0 1 0 0,-12 15 0 0 0,0-1 10 0 0,-31 21 364 0 0,52-43-382 0 0,0 0-1 0 0,0 1 0 0 0,0-1 1 0 0,0 0-1 0 0,0 0 0 0 0,0 0 1 0 0,0 0-1 0 0,0 0 1 0 0,0 0-1 0 0,0 1 0 0 0,0-1 1 0 0,0 0-1 0 0,0 0 0 0 0,0 0 1 0 0,0 0-1 0 0,0 0 0 0 0,0 0 1 0 0,0 0-1 0 0,0 0 0 0 0,0 1 1 0 0,0-1-1 0 0,0 0 0 0 0,0 0 1 0 0,0 0-1 0 0,1 0 1 0 0,-1 0-1 0 0,0 0 0 0 0,0 0 1 0 0,0 0-1 0 0,0 0 0 0 0,0 0 1 0 0,0 0-1 0 0,0 1 0 0 0,0-1 1 0 0,1 0-1 0 0,-1 0 0 0 0,0 0 1 0 0,0 0-1 0 0,0 0 0 0 0,0 0 1 0 0,0 0-1 0 0,0 0 1 0 0,0 0-1 0 0,1 0 0 0 0,-1 0 1 0 0,0 0-1 0 0,0 0 0 0 0,0 0 1 0 0,0 0-1 0 0,0 0 0 0 0,0 0 1 0 0,0 0-1 0 0,1 0 0 0 0,-1-1 1 0 0,0 1-1 0 0,12 1-186 0 0,-9-1 316 0 0,49 7-128 0 0,74 19 0 0 0,-30-5-48 0 0,-34-9-394 0 0,-26-5-6209 0 0,-33-6 4004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104 141 0 0 0,'0'0'14619'0'0,"-7"-7"-13587"0"0,-2-3-606 0 0,-22-24 2800 0 0,21 18-488 0 0,1 1-1139 0 0,-3-6-399 0 0,-7-2-108 0 0,13 12 341 0 0,6 8-518 0 0,2 6-504 0 0,0 0-406 0 0,1 1 0 0 0,0-1 0 0 0,0 0 0 0 0,0 0 0 0 0,4 3 0 0 0,2 2 8 0 0,50 53 70 0 0,123 116 294 0 0,-83-77-274 0 0,-68-66-70 0 0,72 77 19 0 0,-36-24-12 0 0,-63-83-33 0 0,9 12 92 0 0,1-2-1 0 0,25 22 1 0 0,-28-34 290 0 0,-11-2-394 0 0,1 0 1 0 0,-1 0 0 0 0,0 0-1 0 0,1 0 1 0 0,-1 1 0 0 0,0-1-1 0 0,1 0 1 0 0,-1 0 0 0 0,0-1-1 0 0,1 1 1 0 0,-1 0 0 0 0,0 0 0 0 0,1 0-1 0 0,-1 0 1 0 0,0 0 0 0 0,0 0-1 0 0,1 0 1 0 0,-1 0 0 0 0,0-1-1 0 0,1 1 1 0 0,-1 0 0 0 0,0 0-1 0 0,0 0 1 0 0,1-1 0 0 0,-1 1-1 0 0,0-1 1 0 0,1-7-502 0 0,-1 7 227 0 0,0-1 1 0 0,0 0-1 0 0,0 0 0 0 0,0 0 1 0 0,0 0-1 0 0,0 0 0 0 0,0 0 0 0 0,-1 0 1 0 0,1 1-1 0 0,-1-1 0 0 0,1 0 1 0 0,-1 0-1 0 0,0 0 0 0 0,0 1 1 0 0,0-1-1 0 0,0 0 0 0 0,0 1 0 0 0,0-1 1 0 0,0 1-1 0 0,-2-2 0 0 0,-22-21-5379 0 0,9 9-1934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392 107 8458 0 0,'0'0'19573'0'0,"-9"-17"-19203"0"0,-26-51-45 0 0,26 51-178 0 0,6 13 849 0 0,3 6-1075 0 0,-5 18 63 0 0,1-5 11 0 0,-6 23 26 0 0,-16 42-1 0 0,7-21 0 0 0,-6 17-13 0 0,-29 104 56 0 0,46-146-105 0 0,-17 68 82 0 0,19-85-31 0 0,0 0 0 0 0,-1 0-1 0 0,-15 27 1 0 0,18-39 0 0 0,0 1 1 0 0,0-1-1 0 0,-1 1 0 0 0,0-1 1 0 0,0 0-1 0 0,0-1 0 0 0,-7 6 1 0 0,1-3-137 0 0,-1 0 0 0 0,-20 9 1 0 0,18-11-903 0 0,8-4-2150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9450 0 0,'0'0'14846'0'0,"-24"9"-14683"0"0,-71 30 26 0 0,92-38-174 0 0,1 0-1 0 0,0 0 1 0 0,0 0-1 0 0,0 0 1 0 0,0 1 0 0 0,0-1-1 0 0,1 1 1 0 0,-1-1 0 0 0,0 1-1 0 0,-3 3 1 0 0,5-4-4 0 0,0-1-1 0 0,0 1 1 0 0,-1 0 0 0 0,1-1 0 0 0,0 1 0 0 0,0 0-1 0 0,0-1 1 0 0,0 1 0 0 0,0 0 0 0 0,0-1 0 0 0,0 1-1 0 0,0 0 1 0 0,0-1 0 0 0,0 1 0 0 0,0 0 0 0 0,0-1-1 0 0,1 2 1 0 0,0 4 91 0 0,0-2-29 0 0,0 1 0 0 0,0 0 0 0 0,0 0 0 0 0,1 0-1 0 0,-1-1 1 0 0,1 1 0 0 0,0 0 0 0 0,1-1 0 0 0,-1 0-1 0 0,1 0 1 0 0,0 0 0 0 0,0 0 0 0 0,5 6 0 0 0,3 1 105 0 0,1-1 1 0 0,24 19-1 0 0,-24-21-112 0 0,0-1-1 0 0,0 0 0 0 0,0-1 0 0 0,1-1 0 0 0,0 0 1 0 0,17 5-1 0 0,-12-6 46 0 0,1 0 0 0 0,0-2 0 0 0,37 1 0 0 0,-53-3-89 0 0,0 0 1 0 0,0 0 0 0 0,0 0 0 0 0,0-1 0 0 0,0 1-1 0 0,0-1 1 0 0,0 0 0 0 0,-1 0 0 0 0,1 0-1 0 0,0 0 1 0 0,-1 0 0 0 0,1 0 0 0 0,0-1 0 0 0,-1 0-1 0 0,0 1 1 0 0,1-1 0 0 0,3-4 0 0 0,-4 3 9 0 0,0 0 1 0 0,0 0 0 0 0,0 0-1 0 0,0 0 1 0 0,-1 0-1 0 0,0 0 1 0 0,1-1-1 0 0,-1 1 1 0 0,0 0 0 0 0,-1-1-1 0 0,1 1 1 0 0,0-1-1 0 0,-1 1 1 0 0,0-6-1 0 0,0 1-2 0 0,-1 1 1 0 0,0 0-1 0 0,0 0 0 0 0,-1 0 0 0 0,0 0 0 0 0,0 0 0 0 0,0 0 0 0 0,-1 0 0 0 0,0 0 0 0 0,0 1 0 0 0,-1 0 0 0 0,0-1 0 0 0,0 1 0 0 0,-6-6 0 0 0,1 2-13 0 0,-1 0 0 0 0,-1 0-1 0 0,1 1 1 0 0,-2 1 0 0 0,1-1 0 0 0,-19-8 0 0 0,24 13-58 0 0,0 2 0 0 0,-1-1 0 0 0,0 1 1 0 0,0 0-1 0 0,1 0 0 0 0,-1 0 1 0 0,0 1-1 0 0,0 1 0 0 0,-1-1 1 0 0,1 1-1 0 0,-7 0 0 0 0,7 1-379 0 0,1 0-1 0 0,-1 0 1 0 0,0 1 0 0 0,1-1-1 0 0,0 1 1 0 0,-1 1-1 0 0,-6 3 1 0 0,5-2-626 0 0,-16 9-6115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6633 0 0,'0'0'20483'0'0,"-14"-5"-20273"0"0,-47-13-46 0 0,49 15-123 0 0,1 0 0 0 0,0 1 1 0 0,-1 0-1 0 0,0 1 0 0 0,1 0 0 0 0,-24 2 0 0 0,6-1-29 0 0,7 2 79 0 0,-32 4 0 0 0,16 0-2590 0 0,1-4-6360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29 9914 0 0,'0'0'15602'0'0,"-11"-5"-15598"0"0,-35-15-17 0 0,31 17 13 0 0,8 6 5 0 0,2 1 2 0 0,-7 2 30 0 0,0-1 0 0 0,-1 0 0 0 0,1 0 0 0 0,-1-1 1 0 0,-1-1-1 0 0,1 0 0 0 0,-26 1 0 0 0,-85-4-2055 0 0,84-2-2772 0 0,-1-3-5284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7930 0 0,'0'0'14687'0'0,"-5"5"-14566"0"0,-16 21 29 0 0,20-25-134 0 0,1 0 0 0 0,-1 1 0 0 0,0-1 0 0 0,1 0 0 0 0,-1 1 0 0 0,0-1 1 0 0,1 1-1 0 0,0-1 0 0 0,-1 1 0 0 0,1-1 0 0 0,0 1 0 0 0,0-1 0 0 0,0 1 1 0 0,0-1-1 0 0,0 1 0 0 0,0 2 0 0 0,1 2 55 0 0,-1 3 17 0 0,0-1 0 0 0,0 0 0 0 0,1 0 0 0 0,0 1 0 0 0,1-1 0 0 0,0 0 0 0 0,3 10 0 0 0,21 42 287 0 0,10 28-1439 0 0,-35-85 293 0 0,1 1 0 0 0,-1 0 1 0 0,1 0-1 0 0,0-1 1 0 0,0 1-1 0 0,4 4 0 0 0,-5-6-617 0 0,1-1-1 0 0,0 1 1 0 0,-1 0-1 0 0,1-1 1 0 0,0 0-1 0 0,0 1 1 0 0,3 1-1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 10882 0 0,'0'0'12770'0'0,"-31"-1"-12650"0"0,-98 1-51 0 0,120 0-60 0 0,0 0 0 0 0,0 0 0 0 0,1 1 1 0 0,-16 3-1 0 0,11-1-35 0 0,-38 9-1570 0 0,19-1-5626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86 2048 0 0,'0'0'14211'0'0,"-5"-13"-13629"0"0,-13-40-111 0 0,14 43-172 0 0,2 3 11 0 0,3 4 161 0 0,12 3-579 0 0,-10 0 80 0 0,0 1 1 0 0,0-1-1 0 0,0 1 1 0 0,0 0-1 0 0,-1 0 0 0 0,1 0 1 0 0,0 0-1 0 0,0 0 1 0 0,-1 1-1 0 0,1-1 0 0 0,3 3 1 0 0,27 24-4 0 0,-27-22 13 0 0,23 20 101 0 0,-1 2 1 0 0,41 51-1 0 0,-59-64 24 0 0,0 0-1 0 0,0 0 1 0 0,-2 1-1 0 0,0 0 1 0 0,0 0 0 0 0,-2 1-1 0 0,0 0 1 0 0,5 22-1 0 0,-8-23-13 0 0,2 10 149 0 0,-1 1 0 0 0,1 34 0 0 0,-5-35-75 0 0,1 6 172 0 0,-8 62 1 0 0,6-84-287 0 0,-1 0 0 0 0,-1-1 1 0 0,0 1-1 0 0,0 0 0 0 0,-1-1 1 0 0,0 0-1 0 0,0 0 1 0 0,-1 0-1 0 0,-1 0 0 0 0,-8 10 1 0 0,9-13-418 0 0,0-1 0 0 0,0 0 1 0 0,-1 0-1 0 0,-12 8 1 0 0,-11 2-7710 0 0,14-11-2609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4089 0 0,'0'0'17253'0'0,"-9"-8"-16214"0"0,-26-23-154 0 0,27 23 1480 0 0,18 18-2273 0 0,-2-2-98 0 0,41 37 9 0 0,-8-13 65 0 0,3 1 29 0 0,54 33 1 0 0,-46-38-28 0 0,23 13-128 0 0,-56-33-468 0 0,-15-7-2848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12371 0 0,'0'0'13338'0'0,"-20"11"-13223"0"0,-60 32-28 0 0,62-31-45 0 0,14-5 0 0 0,-3 23 120 0 0,-9 53 88 0 0,5-35-1940 0 0,11-46 1194 0 0,-1 0-1 0 0,1 0 1 0 0,-1 1-1 0 0,0-1 0 0 0,0 0 1 0 0,0 0-1 0 0,-2 2 1 0 0,-3 10-9209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40 2993 0 0,'0'0'19205'0'0,"-8"-6"-19086"0"0,-29-20-41 0 0,36 25-70 0 0,-1 0-1 0 0,0 0 0 0 0,1 0 1 0 0,-1 0-1 0 0,0 1 0 0 0,0-1 1 0 0,0 1-1 0 0,0-1 0 0 0,0 1 1 0 0,0-1-1 0 0,0 1 0 0 0,0 0 1 0 0,0 0-1 0 0,0 0 0 0 0,0 0 1 0 0,-2 1-1 0 0,-6 0 36 0 0,6-1-32 0 0,0 0-1 0 0,0 0 0 0 0,0 1 0 0 0,0 0 0 0 0,0 0 0 0 0,0 0 0 0 0,0 0 0 0 0,-5 3 1 0 0,7-4-9 0 0,0 1 0 0 0,0 1 0 0 0,0-1 0 0 0,1 0 0 0 0,-1 0 0 0 0,0 1 0 0 0,1-1 1 0 0,-1 1-1 0 0,1-1 0 0 0,-1 1 0 0 0,1 0 0 0 0,0 0 0 0 0,0 0 0 0 0,0-1 0 0 0,0 1 1 0 0,0 0-1 0 0,-1 4 0 0 0,1-3 13 0 0,0 0 0 0 0,1 1 1 0 0,0-1-1 0 0,-1 0 0 0 0,1 1 1 0 0,0-1-1 0 0,1 0 0 0 0,-1 1 0 0 0,0-1 1 0 0,1 0-1 0 0,2 6 0 0 0,1 1 64 0 0,0 1-1 0 0,7 10 1 0 0,2 5 11 0 0,30 70 24 0 0,-38-81-109 0 0,0 0 0 0 0,-1 0 0 0 0,3 31 0 0 0,-2 46 5 0 0,-1-16 9 0 0,-4-70 49 0 0,1-1-1 0 0,1 1 1 0 0,-1-1-1 0 0,1 0 1 0 0,0 0-1 0 0,0 1 1 0 0,0-1-1 0 0,1-1 1 0 0,-1 1-1 0 0,1 0 1 0 0,0-1-1 0 0,1 1 1 0 0,-1-1-1 0 0,1 0 1 0 0,0 0-1 0 0,0 0 1 0 0,0-1-1 0 0,1 1 1 0 0,-1-1-1 0 0,1 0 1 0 0,0 0-1 0 0,0-1 1 0 0,0 1-1 0 0,0-1 1 0 0,0 0 0 0 0,10 2-1 0 0,-2-1 33 0 0,0-1 1 0 0,0 0-1 0 0,0-1 0 0 0,0 0 0 0 0,20-2 1 0 0,-32 1-210 0 0,1-1 1 0 0,-1 1 0 0 0,1 0 0 0 0,-1-1 0 0 0,0 1 0 0 0,1-1-1 0 0,-1 1 1 0 0,0-1 0 0 0,1 0 0 0 0,-1 1 0 0 0,0-1 0 0 0,0 0 0 0 0,1 0-1 0 0,-1 0 1 0 0,0 0 0 0 0,0 0 0 0 0,0 0 0 0 0,0-1 0 0 0,0 1-1 0 0,-1 0 1 0 0,1 0 0 0 0,0-1 0 0 0,-1 1 0 0 0,1 0 0 0 0,0-1 0 0 0,-1 1-1 0 0,1-2 1 0 0,0-3-2279 0 0,0-1 0 0 0,0 0 0 0 0,0 1 0 0 0,-1-12-1 0 0,0 13-490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89 5961 0 0,'0'0'16996'0'0,"2"-15"-16684"0"0,2-44-93 0 0,-2 44-81 0 0,-1 15-145 0 0,1 0-1 0 0,0 0 0 0 0,-1 0 1 0 0,1 0-1 0 0,-1 1 0 0 0,1-1 1 0 0,-1 0-1 0 0,1 1 0 0 0,-1-1 1 0 0,1 1-1 0 0,-1 0 0 0 0,1-1 1 0 0,-1 1-1 0 0,1 0 0 0 0,-1 0 1 0 0,0 0-1 0 0,0 0 0 0 0,1 0 1 0 0,-1 0-1 0 0,0 0 0 0 0,0 1 1 0 0,2 1-1 0 0,0 1 18 0 0,19 18-39 0 0,-10-9 15 0 0,14 17 1 0 0,-17-19-12 0 0,-2-2 20 0 0,-1-1 0 0 0,9 16 0 0 0,-14-22 3 0 0,0 1 1 0 0,0-1-1 0 0,0 1 0 0 0,0-1 0 0 0,0 1 0 0 0,0-1 1 0 0,-1 1-1 0 0,1 0 0 0 0,-1 0 0 0 0,0-1 1 0 0,0 1-1 0 0,0 0 0 0 0,0-1 0 0 0,0 1 0 0 0,-2 3 1 0 0,2-5 13 0 0,-1 0 0 0 0,1 0 1 0 0,-1 0-1 0 0,0 0 1 0 0,1 0-1 0 0,-1-1 0 0 0,0 1 1 0 0,0 0-1 0 0,0-1 1 0 0,0 1-1 0 0,0 0 0 0 0,1-1 1 0 0,-1 1-1 0 0,0-1 1 0 0,0 0-1 0 0,0 1 0 0 0,0-1 1 0 0,0 0-1 0 0,-1 1 1 0 0,0-1-1 0 0,-25 3 502 0 0,27-3-487 0 0,-19 1 207 0 0,1-1 0 0 0,0 0-1 0 0,0-2 1 0 0,0 0 0 0 0,0-1 0 0 0,-20-6 0 0 0,28 6-174 0 0,4 2 2 0 0,1-1 1 0 0,-1 1-1 0 0,0-1 1 0 0,1 0-1 0 0,-1-1 1 0 0,1 0-1 0 0,0 0 1 0 0,0 0-1 0 0,-8-6 1 0 0,12 8-63 0 0,0-1 0 0 0,-1 0-1 0 0,1 0 1 0 0,0 0 0 0 0,0 0 0 0 0,0 0 0 0 0,0 0 0 0 0,1 0-1 0 0,-1 0 1 0 0,1 0 0 0 0,-1 0 0 0 0,1 0 0 0 0,-1 0 0 0 0,1 0-1 0 0,0 0 1 0 0,0-1 0 0 0,0 1 0 0 0,0 0 0 0 0,1 0 0 0 0,-1 0-1 0 0,1 0 1 0 0,0-4 0 0 0,0 2-349 0 0,1 1 1 0 0,-1 0-1 0 0,0 0 0 0 0,1 0 0 0 0,0-1 1 0 0,0 1-1 0 0,0 1 0 0 0,0-1 0 0 0,0 0 1 0 0,0 0-1 0 0,1 1 0 0 0,-1 0 0 0 0,5-4 1 0 0,-3 4-699 0 0,0 0 1 0 0,1 0 0 0 0,-1 0-1 0 0,5-1 1 0 0,10-2-6917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3809 0 0,'0'0'19359'0'0,"7"-6"-19339"0"0,24-20-15 0 0,-30 25-8 0 0,1 0 0 0 0,-1 0 1 0 0,0 1-1 0 0,0-1 0 0 0,1 0 0 0 0,-1 1 0 0 0,1-1 0 0 0,-1 1 1 0 0,1-1-1 0 0,-1 1 0 0 0,1 0 0 0 0,-1-1 0 0 0,1 1 0 0 0,-1 0 1 0 0,1 0-1 0 0,-1 0 0 0 0,1 0 0 0 0,-1 1 0 0 0,1-1 1 0 0,-1 0-1 0 0,1 1 0 0 0,-1-1 0 0 0,1 1 0 0 0,-1-1 0 0 0,2 2 1 0 0,-1-2-2 0 0,9 5-13 0 0,-1-1 0 0 0,1 2 0 0 0,-1 0 1 0 0,0 0-1 0 0,-1 0 0 0 0,1 1 0 0 0,-1 1 1 0 0,0 0-1 0 0,-1 0 0 0 0,11 14 1 0 0,-17-19-2 0 0,0 0 1 0 0,-1 0 0 0 0,1 0-1 0 0,1 6 1 0 0,1 1-27 0 0,-2-4 28 0 0,-1-1 0 0 0,0 0 0 0 0,0 0 0 0 0,0 1 0 0 0,-1-1 0 0 0,0 0 0 0 0,0 1 0 0 0,-1 7 0 0 0,0 7-7 0 0,2-8 24 0 0,-1-4 0 0 0,0-1 0 0 0,0 0 0 0 0,-1 0 1 0 0,-2 11-1 0 0,-2 8 8 0 0,1 0 0 0 0,1 1 0 0 0,1 0-1 0 0,2-1 1 0 0,2 28 0 0 0,-1-45 14 0 0,1-1 1 0 0,0 0-1 0 0,0 1 0 0 0,1-1 1 0 0,0 0-1 0 0,0 0 0 0 0,7 11 0 0 0,-8-15-5 0 0,0 1 14 0 0,3 3 89 0 0,-5-8-119 0 0,0 1-1 0 0,0-1 0 0 0,0 0 1 0 0,0 0-1 0 0,0 0 1 0 0,0 0-1 0 0,0 0 1 0 0,0 1-1 0 0,0-1 1 0 0,0 0-1 0 0,0 0 0 0 0,0 0 1 0 0,0 0-1 0 0,0 0 1 0 0,0 0-1 0 0,0 1 1 0 0,0-1-1 0 0,0 0 1 0 0,0 0-1 0 0,0 0 1 0 0,0 0-1 0 0,0 0 0 0 0,-1 0 1 0 0,1 1-1 0 0,0-1 1 0 0,0 0-1 0 0,0 0 1 0 0,0 0-1 0 0,0 0 1 0 0,0 0-1 0 0,0 0 0 0 0,0 0 1 0 0,-1 0-1 0 0,1 0 1 0 0,0 0-1 0 0,0 0 1 0 0,0 1-1 0 0,0-1 1 0 0,0 0-1 0 0,0 0 0 0 0,-1 0 1 0 0,1 0-1 0 0,0 0 1 0 0,0 0-1 0 0,0 0 1 0 0,0 0-1 0 0,0 0 1 0 0,0 0-1 0 0,-1 0 1 0 0,1 0-1 0 0,-18 0-623 0 0,-18 5 0 0 0,9-2-407 0 0,-2 2-2364 0 0,6-2-1689 0 0,6-2-1945 0 0,6-1 1677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55 1608 0 0,'0'0'21017'0'0,"-4"-9"-20336"0"0,-11-26-95 0 0,9 24 995 0 0,-10 12-686 0 0,10 1-882 0 0,-1 1 0 0 0,1 0-1 0 0,0 0 1 0 0,0 0 0 0 0,0 1 0 0 0,-8 7-1 0 0,1-1 18 0 0,-18 21 1 0 0,14-13-9 0 0,2 1 0 0 0,0 1 1 0 0,-22 41-1 0 0,32-50-7 0 0,1 0 1 0 0,0 0-1 0 0,0 0 1 0 0,1 0-1 0 0,0 1 0 0 0,-1 14 1 0 0,-1 73 100 0 0,5-78-79 0 0,1 0 0 0 0,1 0 0 0 0,0-1-1 0 0,2 1 1 0 0,0 0 0 0 0,2-1 0 0 0,12 32 0 0 0,-2-16 37 0 0,25 43 1 0 0,-23-49-437 0 0,1-1 0 0 0,2-1 0 0 0,44 47 0 0 0,-55-66-260 0 0,27 27-2555 0 0,-12-14-3706 0 0,-10-9-4549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16-809 0 0,1-1 0 0 0,0 0 0 0 0,1 1 0 0 0,0-1 1 0 0,1 0-1 0 0,0 0 0 0 0,7 14 0 0 0,13 40 120 0 0,-15-48-116 0 0,-1 1-1 0 0,6 24 1 0 0,-11-32-23 0 0,-1 0 1 0 0,0 1 0 0 0,-1-1 0 0 0,0 13-1 0 0,0-7-7 0 0,-1-14-116 0 0,1-1 1 0 0,0 1-1 0 0,0-1 0 0 0,-1 0 1 0 0,1 0-1 0 0,0 1 1 0 0,-1-1-1 0 0,1 0 1 0 0,0 1-1 0 0,-1-1 0 0 0,1 0 1 0 0,0 0-1 0 0,-1 0 1 0 0,1 1-1 0 0,-1-1 0 0 0,1 0 1 0 0,0 0-1 0 0,-1 0 1 0 0,1 0-1 0 0,-1 0 1 0 0,1 0-1 0 0,0 0 0 0 0,-1 0 1 0 0,1 0-1 0 0,-1 0 1 0 0,0 0-1 0 0,-15 0-5531 0 0,14 0 3747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49 7610 0 0,'0'0'15591'0'0,"-32"-8"-15280"0"0,-100-24-129 0 0,90 24-103 0 0,28 8-22 0 0,3 1-23 0 0,5-2-44 0 0,-1 1 0 0 0,1 1-1 0 0,-1 0 1 0 0,1 0 0 0 0,-1 0 0 0 0,1 0 0 0 0,-1 1 0 0 0,1 0 0 0 0,-11 6 0 0 0,12-5-738 0 0,0 0 0 0 0,0 1 0 0 0,-8 6 0 0 0,3-2-4296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85 0 0 0,'0'0'18965'0'0,"8"-11"-17754"0"0,26-32-162 0 0,-33 43-947 0 0,0-1 1 0 0,-1 0-1 0 0,1 0 1 0 0,0 0-1 0 0,-1 0 1 0 0,1 0-1 0 0,0 0 1 0 0,-1 0 0 0 0,1 0-1 0 0,-1-1 1 0 0,0 1-1 0 0,1 0 1 0 0,-1 0-1 0 0,0 0 1 0 0,0 0-1 0 0,0-3 1 0 0,0 3-36 0 0,0 1 0 0 0,0 0 1 0 0,-1-1-1 0 0,1 1 0 0 0,0-1 0 0 0,0 1 1 0 0,-1-1-1 0 0,1 1 0 0 0,-1 0 0 0 0,1-1 1 0 0,0 1-1 0 0,-1-1 0 0 0,1 1 0 0 0,-1 0 1 0 0,1 0-1 0 0,-1-1 0 0 0,1 1 0 0 0,-1 0 1 0 0,-4-3 1139 0 0,-3 3-749 0 0,7 1-456 0 0,0-1 0 0 0,0 1 1 0 0,0 0-1 0 0,0-1 0 0 0,-1 1 0 0 0,1 0 1 0 0,0 0-1 0 0,1 0 0 0 0,-1 0 0 0 0,0 0 1 0 0,0 0-1 0 0,0 0 0 0 0,-1 2 0 0 0,-10 19 22 0 0,9-18-23 0 0,-15 35 27 0 0,16-35-27 0 0,0 1 1 0 0,0 0-1 0 0,-1 7 1 0 0,-2 8 13 0 0,-34 114 37 0 0,27-86-56 0 0,6-27 22 0 0,1 0 0 0 0,1 1-1 0 0,-1 29 1 0 0,4-31 9 0 0,1 0 0 0 0,4 22-1 0 0,-3-32 12 0 0,1 0-1 0 0,1 0 1 0 0,-1 0-1 0 0,2 0 1 0 0,-1-1-1 0 0,7 12 1 0 0,0-4 34 0 0,1-1-1 0 0,0 0 1 0 0,1 0 0 0 0,15 14 0 0 0,61 52 135 0 0,-73-68-184 0 0,-5-6-109 0 0,-1-1-1 0 0,1 0 1 0 0,0 0 0 0 0,15 6-1 0 0,-15-8-1712 0 0,0-1 0 0 0,17 4 0 0 0,-15-7-3111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34 1440 0 0,'0'0'14159'0'0,"-9"-5"-12960"0"0,-25-16-127 0 0,25 15-69 0 0,2 5 3018 0 0,14 10-4066 0 0,2-1 106 0 0,-1 1 1 0 0,1-1-1 0 0,18 12 1 0 0,-19-14-32 0 0,203 132 418 0 0,-182-120-417 0 0,-11-6-62 0 0,1-2 0 0 0,34 16-1 0 0,-37-22-421 0 0,-6-3-2709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7690 0 0,'0'0'16039'0'0,"-24"8"-15791"0"0,-71 24-79 0 0,64-19-73 0 0,23-8-34 0 0,4 0-33 0 0,-2 1 81 0 0,0 0-1 0 0,0 1 1 0 0,1-1-1 0 0,0 1 1 0 0,0 0-1 0 0,0 1 1 0 0,-3 9-1 0 0,-7 20-1417 0 0,3 1-6124 0 0,9-31 1369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306 127 3129 0 0,'0'0'19122'0'0,"-23"-19"-18794"0"0,-71-56-54 0 0,91 71-242 0 0,-1 1-1 0 0,-1 0 1 0 0,1 0-1 0 0,0 0 1 0 0,-1 0 0 0 0,-7-3-1 0 0,4 4 25 0 0,0 0 0 0 0,0 1-1 0 0,1 0 1 0 0,-1 0-1 0 0,-10 0 1 0 0,14 1-51 0 0,-1 0 1 0 0,1 1-1 0 0,0-1 0 0 0,0 1 1 0 0,0 0-1 0 0,0 0 0 0 0,0 0 0 0 0,0 1 1 0 0,0-1-1 0 0,0 1 0 0 0,-5 3 1 0 0,3-1 3 0 0,4-3-6 0 0,0 1-1 0 0,-1-1 1 0 0,1 1-1 0 0,0 0 1 0 0,0-1-1 0 0,1 1 1 0 0,-4 4-1 0 0,0 1 3 0 0,4-6 5 0 0,0 0-1 0 0,1 0 1 0 0,-1 0-1 0 0,0 0 1 0 0,1 0-1 0 0,-1 0 1 0 0,1 0-1 0 0,-1 0 1 0 0,1 0-1 0 0,0 1 1 0 0,-1-1-1 0 0,1 0 1 0 0,0 0-1 0 0,0 0 1 0 0,0 1-1 0 0,0-1 1 0 0,0 1-1 0 0,-4 178 38 0 0,4-164-42 0 0,0 0 0 0 0,2 0-1 0 0,-1 0 1 0 0,2 0 0 0 0,5 18 0 0 0,-2-9-13 0 0,-4-14 18 0 0,2 1 1 0 0,4 13-1 0 0,10 13 222 0 0,40 65 1 0 0,-57-102-181 0 0,0 1 0 0 0,0-1 1 0 0,0 0-1 0 0,1 0 0 0 0,-1 0 0 0 0,0 0 0 0 0,0 0 0 0 0,1 0 0 0 0,-1 0 0 0 0,1-1 0 0 0,-1 1 1 0 0,1 0-1 0 0,-1-1 0 0 0,1 1 0 0 0,-1-1 0 0 0,1 0 0 0 0,-1 1 0 0 0,1-1 0 0 0,-1 0 1 0 0,1 0-1 0 0,0 0 0 0 0,-1 0 0 0 0,1 0 0 0 0,2-1 0 0 0,4 0 87 0 0,0-1-1 0 0,0 0 1 0 0,12-6-1 0 0,-10 4-170 0 0,0 1 84 0 0,1 0 1 0 0,0 1 0 0 0,0 0 0 0 0,-1 1 0 0 0,20-1 0 0 0,6 3-2365 0 0,-9-1-2582 0 0,-15 2-4736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2961 0 0,'2'-7'17206'0'0,"4"6"-16507"0"0,-1 0 0 0 0,1 0-1 0 0,-1-1 1 0 0,0 1 0 0 0,9-5 0 0 0,-9 3-231 0 0,7-3 280 0 0,26-9-1 0 0,-30 13-739 0 0,0 1 1 0 0,0 0-1 0 0,0 0 1 0 0,1 1-1 0 0,8 1 1 0 0,2-1-1 0 0,13 2 5 0 0,-30-2-12 0 0,0 1 0 0 0,0-1 0 0 0,0 1 0 0 0,0-1 0 0 0,0 1 0 0 0,0 0 0 0 0,0 0 0 0 0,0 0 0 0 0,0 0 0 0 0,0 0 0 0 0,0 0 0 0 0,1 2 0 0 0,-2-2-4 0 0,0-1 0 0 0,-1 1 0 0 0,1-1 0 0 0,-1 1 0 0 0,1-1 0 0 0,-1 1 0 0 0,1 0 0 0 0,-1-1 0 0 0,0 1 0 0 0,1 0 0 0 0,-1-1 0 0 0,0 1 0 0 0,1 0 0 0 0,-1 0 0 0 0,0-1 0 0 0,0 1 0 0 0,0 0 0 0 0,0 0 0 0 0,0 0 0 0 0,0-1 0 0 0,0 2 0 0 0,10 25-13 0 0,1 13 34 0 0,-9-33-27 0 0,-1 0 0 0 0,0 0 0 0 0,0 0 0 0 0,-1 0-1 0 0,0 0 1 0 0,0 1 0 0 0,-2 7 0 0 0,1-12 8 0 0,0-1 0 0 0,0 1-1 0 0,0-1 1 0 0,0 0 0 0 0,-1 1 0 0 0,0-1-1 0 0,1 0 1 0 0,-1 0 0 0 0,-3 3 0 0 0,-7 10 1 0 0,-4 4 21 0 0,12-13-10 0 0,3-5-10 0 0,0 1 1 0 0,0-1 0 0 0,0 0 0 0 0,0 1 0 0 0,1-1-1 0 0,-1 1 1 0 0,0-1 0 0 0,1 1 0 0 0,-1-1-1 0 0,1 1 1 0 0,-1-1 0 0 0,1 1 0 0 0,0-1-1 0 0,-1 1 1 0 0,1 2 0 0 0,0-4 19 0 0,0 0 0 0 0,0 1-1 0 0,0-1 1 0 0,0 1 0 0 0,0-1 0 0 0,0 1 0 0 0,0-1-1 0 0,0 1 1 0 0,0-1 0 0 0,0 1 0 0 0,1-1 0 0 0,-1 0 0 0 0,0 1-1 0 0,0-1 1 0 0,0 1 0 0 0,0-1 0 0 0,1 1 0 0 0,-1-1-1 0 0,0 0 1 0 0,1 1 0 0 0,-1-1 0 0 0,0 0 0 0 0,1 1-1 0 0,14 1 490 0 0,-15-2-508 0 0,20-1 171 0 0,28-5 0 0 0,-26 3-143 0 0,29-1-1 0 0,64 4-1024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0,'0'0'11915'0'0,"21"-1"-11821"0"0,68-3-10 0 0,-86 4-74 0 0,1 0 0 0 0,0 0 0 0 0,0 0-1 0 0,0 0 1 0 0,0 1 0 0 0,-1-1 0 0 0,1 1 0 0 0,0 0-1 0 0,6 3 1 0 0,-1-1 30 0 0,-4-1-18 0 0,14 4 100 0 0,18 9 0 0 0,-33-12-13 0 0,0-1-1 0 0,0 0 1 0 0,8 7-1 0 0,-12-8-30 0 0,1-1-1 0 0,-1 1 1 0 0,0 0-1 0 0,1 0 1 0 0,-1-1 0 0 0,0 1-1 0 0,0 0 1 0 0,0 0-1 0 0,1-1 1 0 0,-1 1 0 0 0,0 0-1 0 0,0 0 1 0 0,0-1 0 0 0,-1 3-1 0 0,1-2-69 0 0,0 0 0 0 0,0 0 0 0 0,0 0 0 0 0,0 0 0 0 0,0 1 0 0 0,1-1-1 0 0,-1 0 1 0 0,0 0 0 0 0,1 0 0 0 0,-1 0 0 0 0,1 2 0 0 0,35 58 582 0 0,-3-4-284 0 0,-17-29-159 0 0,25 57-1 0 0,-36-72-145 0 0,-2 1 0 0 0,4 14 0 0 0,-7-24-4 0 0,3 14 3 0 0,-2 0-1 0 0,0 1 0 0 0,-2 23 0 0 0,0-3 50 0 0,1-37-43 0 0,0 0-1 0 0,0 0 1 0 0,0 0 0 0 0,0 1 0 0 0,1-1-1 0 0,-1 0 1 0 0,1 0 0 0 0,-1 0 0 0 0,1 0-1 0 0,0 0 1 0 0,0 0 0 0 0,0 0 0 0 0,0 0-1 0 0,0-1 1 0 0,2 4 0 0 0,-3-5-7 0 0,1 0 1 0 0,-1 0-1 0 0,0 1 1 0 0,0-1-1 0 0,1 0 1 0 0,-1 0-1 0 0,0 0 1 0 0,0 0-1 0 0,0 1 1 0 0,0-1-1 0 0,1 0 1 0 0,-1 0-1 0 0,0 0 1 0 0,0 1-1 0 0,0-1 1 0 0,0 0-1 0 0,0 0 1 0 0,1 0 0 0 0,-1 1-1 0 0,0-1 1 0 0,0 0-1 0 0,0 0 1 0 0,0 1-1 0 0,0-1 1 0 0,0 0-1 0 0,0 0 1 0 0,0 1-1 0 0,0-1 1 0 0,0 0-1 0 0,0 0 1 0 0,0 1-1 0 0,0-1 1 0 0,0 0-1 0 0,0 0 1 0 0,0 1-1 0 0,-1-1 1 0 0,1 0-1 0 0,0 0 1 0 0,0 1-1 0 0,0-1 1 0 0,0 0-1 0 0,-8 5-17 0 0,-15-2-354 0 0,-26 1-1 0 0,2-4-8048 0 0,40 0 5649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2465 0 0,'0'0'15445'0'0,"-3"-3"-14322"0"0,-10-13 2877 0 0,26 22-3995 0 0,104 86 136 0 0,-90-74-94 0 0,0-1 1 0 0,50 21 0 0 0,-20-9-57 0 0,5 2-315 0 0,-54-27 230 0 0,-2-1-677 0 0,-1-2-2978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5441 0 0,'0'0'17384'0'0,"-13"0"-17020"0"0,-42-1-81 0 0,36 3-77 0 0,14 2-92 0 0,4-1-70 0 0,-2-1 7 0 0,0 1-1 0 0,1 0 1 0 0,0 0 0 0 0,-1 0 0 0 0,1 0 0 0 0,0 0-1 0 0,1 1 1 0 0,-1-1 0 0 0,1 1 0 0 0,-2 4 0 0 0,0 6 77 0 0,0 0 1 0 0,1-1 0 0 0,0 1 0 0 0,1 0 0 0 0,1 17 0 0 0,0-27-118 0 0,0-2-26 0 0,0 1 1 0 0,0 0 0 0 0,0 0 0 0 0,-1-1-1 0 0,1 1 1 0 0,-1 0 0 0 0,0-1-1 0 0,0 1 1 0 0,0-1 0 0 0,0 1-1 0 0,0-1 1 0 0,-1 1 0 0 0,1-1 0 0 0,-1 0-1 0 0,1 1 1 0 0,-1-1 0 0 0,0 0-1 0 0,-3 3 1 0 0,-11 4-3715 0 0,-3-4-5304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59 8538 0 0,'0'0'15139'0'0,"-20"-9"-15102"0"0,-58-30-14 0 0,53 29-18 0 0,25 10-5 0 0,0 0 0 0 0,-1 0 0 0 0,1 0 1 0 0,0 0-1 0 0,-1 0 0 0 0,1 0 0 0 0,0 0 0 0 0,-1 0 1 0 0,1 0-1 0 0,0 0 0 0 0,0 0 0 0 0,-1 0 0 0 0,1 0 0 0 0,0 0 1 0 0,-1 0-1 0 0,1 0 0 0 0,0 0 0 0 0,-1 0 0 0 0,1 1 1 0 0,0-1-1 0 0,-1 0 0 0 0,-2 2 4 0 0,-5 1 3 0 0,0 0 0 0 0,-9 5-1 0 0,0 1 21 0 0,13-7-23 0 0,0 1 0 0 0,0-1 1 0 0,0 1-1 0 0,0 0 0 0 0,0 0 0 0 0,-4 6 0 0 0,2-3 14 0 0,6-6-16 0 0,-1 1-1 0 0,1-1 1 0 0,-1 1-1 0 0,1-1 1 0 0,0 1-1 0 0,-1-1 1 0 0,1 1-1 0 0,0-1 0 0 0,-1 1 1 0 0,1-1-1 0 0,0 1 1 0 0,0-1-1 0 0,-1 1 1 0 0,1 0-1 0 0,0-1 1 0 0,0 1-1 0 0,0-1 1 0 0,0 1-1 0 0,0 0 1 0 0,0-1-1 0 0,0 1 1 0 0,0-1-1 0 0,0 2 1 0 0,0 13 7 0 0,-1-10 0 0 0,1 1-1 0 0,0 0 1 0 0,0 0-1 0 0,1-1 1 0 0,0 1 0 0 0,2 9-1 0 0,32 107 29 0 0,-18-57-10 0 0,-1 10-18 0 0,-4-12 6 0 0,-6-32 15 0 0,-1 0 1 0 0,-1 1-1 0 0,-2 53 0 0 0,-1-84 25 0 0,-1-1-1 0 0,1 1 0 0 0,-1-1 0 0 0,0 1 0 0 0,1-1 1 0 0,-1 1-1 0 0,1-1 0 0 0,-1 0 0 0 0,1 1 0 0 0,-1-1 1 0 0,1 0-1 0 0,0 1 0 0 0,-1-1 0 0 0,1 0 0 0 0,-1 0 1 0 0,1 1-1 0 0,0-1 0 0 0,-1 0 0 0 0,1 0 0 0 0,-1 0 1 0 0,1 0-1 0 0,0 0 0 0 0,-1 0 0 0 0,1 0 0 0 0,1 0 1 0 0,23 0 224 0 0,-19 0-244 0 0,35-7-14 0 0,-34 6-197 0 0,0 1-1 0 0,0-1 1 0 0,0 0 0 0 0,-1-1 0 0 0,1 0-1 0 0,10-4 1 0 0,1-3-4541 0 0,-3-2-6253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 7842 0 0,'0'0'16663'0'0,"-2"-3"-16663"0"0,-6-3 11 0 0,6 8 3 0 0,3 8 8 0 0,2 4 55 0 0,1 0 0 0 0,1 0 0 0 0,0 0 1 0 0,1-1-1 0 0,1 0 0 0 0,0 0 0 0 0,15 21 0 0 0,-3-13 43 0 0,-15-17-108 0 0,0 0-1 0 0,0 0 1 0 0,-1 0 0 0 0,0 0 0 0 0,4 6 0 0 0,-6-7-371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6145 0 0,'0'0'15662'0'0,"10"-8"-15666"0"0,33-22-10 0 0,-42 29 13 0 0,0 1 0 0 0,0-1 1 0 0,0 0-1 0 0,1 1 1 0 0,-1-1-1 0 0,0 1 0 0 0,1-1 1 0 0,-1 1-1 0 0,0 0 1 0 0,1-1-1 0 0,-1 1 0 0 0,1 0 1 0 0,-1 0-1 0 0,0 0 0 0 0,1 0 1 0 0,-1 0-1 0 0,1 0 1 0 0,-1 0-1 0 0,0 1 0 0 0,1-1 1 0 0,-1 0-1 0 0,1 1 1 0 0,-1 0-1 0 0,2 0 0 0 0,4 2 1 0 0,106 30 67 0 0,-37-19-20 0 0,-69-14 4 0 0,-6 0-35 0 0,-1 0-1 0 0,0 0 0 0 0,1 0 1 0 0,-1 0-1 0 0,0-1 0 0 0,1 1 1 0 0,-1 0-1 0 0,1 0 0 0 0,-1 0 1 0 0,0 0-1 0 0,1 0 0 0 0,-1 0 0 0 0,1 1 1 0 0,-1-1-1 0 0,0 0 0 0 0,1 0 1 0 0,-1 0-1 0 0,1 0 0 0 0,-1 0 1 0 0,0 1-1 0 0,1-1 0 0 0,-1 0 1 0 0,0 0-1 0 0,1 0 0 0 0,-1 1 1 0 0,0-1-1 0 0,1 0 0 0 0,-1 1 1 0 0,0 0 686 0 0,0-1-781 0 0,-1 0 66 0 0,0 1 0 0 0,1-1 0 0 0,-1 0-1 0 0,0 1 1 0 0,1-1 0 0 0,-1 0-1 0 0,1 1 1 0 0,-1-1 0 0 0,1 1 0 0 0,-1-1-1 0 0,0 1 1 0 0,1-1 0 0 0,0 1 0 0 0,-1 0-1 0 0,1-1 1 0 0,-1 1 0 0 0,1-1 0 0 0,-1 2-1 0 0,-7 15-13 0 0,7-13 28 0 0,-1 3 6 0 0,0-1 0 0 0,0 1 1 0 0,1 0-1 0 0,0-1 0 0 0,1 1 1 0 0,0 0-1 0 0,0 11 0 0 0,0-4 4 0 0,0-14-11 0 0,0 10 12 0 0,0-1 0 0 0,0 0 0 0 0,1 0 0 0 0,0 0 0 0 0,1 0 0 0 0,0 0 0 0 0,4 14 0 0 0,57 128 85 0 0,-56-129-98 0 0,0 3 12 0 0,-6-22-9 0 0,0 0 0 0 0,0 1 0 0 0,0-1 1 0 0,0 1-1 0 0,-1-1 0 0 0,1 1 1 0 0,-1 6-1 0 0,0-6 2 0 0,0 0 0 0 0,0 0 0 0 0,1 1 0 0 0,1 5 0 0 0,-2-9-19 0 0,1 0-1 0 0,-1 0 1 0 0,0 0-1 0 0,1-1 1 0 0,-1 1-1 0 0,0 0 1 0 0,0 0 0 0 0,0 0-1 0 0,0 0 1 0 0,0-1-1 0 0,0 1 1 0 0,0 0-1 0 0,0 0 1 0 0,0 0-1 0 0,0 0 1 0 0,0 0-1 0 0,0-1 1 0 0,-1 1-1 0 0,1 0 1 0 0,0 0 0 0 0,-1 0-1 0 0,1-1 1 0 0,-1 1-1 0 0,1 0 1 0 0,-1 0-1 0 0,1-1 1 0 0,-1 1-1 0 0,1 0 1 0 0,-1-1-1 0 0,0 1 1 0 0,1-1-1 0 0,-1 1 1 0 0,0-1-1 0 0,1 1 1 0 0,-1-1 0 0 0,0 1-1 0 0,0-1 1 0 0,1 0-1 0 0,-1 1 1 0 0,0-1-1 0 0,-2 0 1 0 0,-14 3-1991 0 0,-6-1-2287 0 0,7-1-2368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2473 0 0,'0'0'16670'0'0,"-2"-6"-15619"0"0,-8-17-119 0 0,10 22-869 0 0,0 1 1 0 0,0 0-1 0 0,0-1 0 0 0,0 1 0 0 0,0 0 1 0 0,0 0-1 0 0,0-1 0 0 0,0 1 1 0 0,-1 0-1 0 0,1 0 0 0 0,0-1 1 0 0,0 1-1 0 0,0 0 0 0 0,0 0 1 0 0,0-1-1 0 0,-1 1 0 0 0,1 0 1 0 0,0 0-1 0 0,0 0 0 0 0,0-1 1 0 0,-1 1-1 0 0,1 0 0 0 0,0 0 1 0 0,0 0-1 0 0,-1 0 0 0 0,1-1 1 0 0,0 1-1 0 0,0 0 0 0 0,-1 0 1 0 0,1 0-1 0 0,0 0 0 0 0,-1 0 1 0 0,1 0-1 0 0,0 0 0 0 0,0 0 1 0 0,-1 0-1 0 0,1 0 0 0 0,0 0 1 0 0,-1 0-1 0 0,1 0 0 0 0,0 0 1 0 0,0 0-1 0 0,-1 0 0 0 0,1 0 1 0 0,0 1-1 0 0,0-1 0 0 0,-1 0 1 0 0,1 0-1 0 0,0 0 0 0 0,0 0 1 0 0,-1 0-1 0 0,1 1 0 0 0,0-1 1 0 0,0 0-1 0 0,0 0 0 0 0,-1 0 1 0 0,1 1-1 0 0,0-1 0 0 0,0 0 1 0 0,0 0-1 0 0,0 1 0 0 0,-1-1 1 0 0,1 0-1 0 0,0 0 0 0 0,0 1 1 0 0,0-1-1 0 0,0 0 0 0 0,0 1 0 0 0,0-1 1 0 0,0 3-63 0 0,1 0 0 0 0,0-1 0 0 0,-1 1 1 0 0,1-1-1 0 0,0 1 0 0 0,1-1 0 0 0,-1 0 1 0 0,0 1-1 0 0,2 1 0 0 0,5 10 24 0 0,20 39 100 0 0,-7-18-20 0 0,-11-18-68 0 0,-7-11-22 0 0,1 0 0 0 0,4 12 0 0 0,12 19 28 0 0,-17-30-34 0 0,-2-5-7 0 0,-1 0-1 0 0,1-1 1 0 0,0 1 0 0 0,-1 0-1 0 0,1 0 1 0 0,-1 0 0 0 0,1 0-1 0 0,-1 2 1 0 0,2 7 93 0 0,-2-11-214 0 0,0 1-1 0 0,0 0 1 0 0,0-1-1 0 0,0 1 1 0 0,0-1-1 0 0,0 1 1 0 0,0-1-1 0 0,0 1 1 0 0,0-1-1 0 0,0 1 1 0 0,0 0-1 0 0,0-1 1 0 0,0 1-1 0 0,0 0 1 0 0,-1-1-65 0 0,1 1 0 0 0,-1-1 0 0 0,1 0 0 0 0,-1 1 1 0 0,1-1-1 0 0,-1 0 0 0 0,1 0 0 0 0,-1 1 0 0 0,1-1 0 0 0,-1 0 0 0 0,0 0 0 0 0,1 0 1 0 0,-1 0-1 0 0,1 0 0 0 0,-1 0 0 0 0,0 0 0 0 0,1 0 0 0 0,-1 0 0 0 0,0 0 0 0 0,-1 0-552 0 0,1 0 0 0 0,-1-1 0 0 0,1 1 0 0 0,-1 0 0 0 0,1-1 0 0 0,-1 0-1 0 0,1 1 1 0 0,0-1 0 0 0,-1 0 0 0 0,1 0 0 0 0,0 1 0 0 0,-1-1 0 0 0,1 0-1 0 0,0 0 1 0 0,-1-2 0 0 0,-2 0-2171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23 11554 0 0,'0'0'11939'0'0,"-31"-3"-11524"0"0,-96-10-80 0 0,57 6 86 0 0,-16 7-452 0 0,65 5-1716 0 0,9 1-2859 0 0,5-3-395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6433 0 0,'0'0'14861'0'0,"4"-3"-14864"0"0,-2 0 0 0 0,-1 3 2 0 0,-1-1 0 0 0,0 0 1 0 0,1 0-1 0 0,-1 1 0 0 0,1-1 0 0 0,0 1 1 0 0,-1-1-1 0 0,1 1 0 0 0,-1-1 0 0 0,1 1 1 0 0,0-1-1 0 0,-1 1 0 0 0,1-1 0 0 0,0 1 0 0 0,0 0 1 0 0,-1-1-1 0 0,1 1 0 0 0,0 0 0 0 0,0 0 1 0 0,-1 0-1 0 0,1-1 0 0 0,0 1 0 0 0,0 0 1 0 0,0 0-1 0 0,-1 0 0 0 0,1 0 0 0 0,0 0 1 0 0,0 1-1 0 0,0-1 0 0 0,-1 0 0 0 0,1 0 0 0 0,0 0 1 0 0,1 1-1 0 0,81 48 16 0 0,15 7 63 0 0,-53-32-35 0 0,56 27 172 0 0,-92-47-197 0 0,9 4 53 0 0,25 15 0 0 0,-44-23-86 0 0,1 0 1 0 0,0 0-1 0 0,0 0 0 0 0,0 0 1 0 0,0 0-1 0 0,0 0 1 0 0,0 0-1 0 0,-1 0 1 0 0,1 0-1 0 0,0 0 0 0 0,0 1 1 0 0,0-1-1 0 0,0 0 1 0 0,0 0-1 0 0,0 0 1 0 0,-1 0-1 0 0,1 0 0 0 0,0 0 1 0 0,0 0-1 0 0,0 0 1 0 0,0 0-1 0 0,0 0 1 0 0,0 0-1 0 0,0 0 0 0 0,0 1 1 0 0,-1-1-1 0 0,1 0 1 0 0,0 0-1 0 0,0 0 1 0 0,0 0-1 0 0,0 0 0 0 0,0 0 1 0 0,0 1-1 0 0,0-1 1 0 0,0 0-1 0 0,0 0 1 0 0,0 0-1 0 0,0 0 0 0 0,0 0 1 0 0,0 0-1 0 0,0 1 1 0 0,0-1-1 0 0,0 0 1 0 0,0 0-1 0 0,0 0 0 0 0,0 0 1 0 0,0 0-1 0 0,0 0 1 0 0,0 1-1 0 0,0-1 1 0 0,0 0-1 0 0,0 0 0 0 0,0 0 1 0 0,1 0-1 0 0,-1 0 1 0 0,0 0-1 0 0,0 0 1 0 0,0 1-1 0 0,0-1 0 0 0,0 0 1 0 0,0 0-1 0 0,0 0 1 0 0,0 0-1 0 0,0 0 1 0 0,1 0-1 0 0,-1 0 0 0 0,-10 1-1937 0 0,-13-4-5469 0 0,16 1 3753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6433 0 0,'0'0'17365'0'0,"-20"5"-17051"0"0,-64 17-82 0 0,82-22-217 0 0,-1 1 1 0 0,0 0 0 0 0,0 0-1 0 0,0 0 1 0 0,1 0 0 0 0,-1 0-1 0 0,1 1 1 0 0,-1-1-1 0 0,-2 3 1 0 0,5-4-11 0 0,-5 5 47 0 0,0 0-1 0 0,0 1 1 0 0,1-1-1 0 0,0 1 1 0 0,0 0-1 0 0,1 0 1 0 0,-1 0-1 0 0,1 0 1 0 0,-2 8-1 0 0,-1 3 51 0 0,1 1 1 0 0,-4 22-1 0 0,-5 5 120 0 0,13-43-560 0 0,0 0 0 0 0,1 0 0 0 0,-1-1 0 0 0,0 1 0 0 0,0 0 0 0 0,0-1 0 0 0,0 1 0 0 0,0-1 0 0 0,0 1 0 0 0,-1-1-1 0 0,1 1 1 0 0,0-1 0 0 0,-1 0 0 0 0,1 0 0 0 0,-1 0 0 0 0,1 0 0 0 0,-4 2 0 0 0,2-2-775 0 0,0 1 1 0 0,-1-1-1 0 0,1 0 1 0 0,0 0-1 0 0,-1-1 1 0 0,1 1-1 0 0,-1-1 1 0 0,-5 1-1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56 2873 0 0,'0'0'18896'0'0,"-9"-9"-18730"0"0,-31-29-71 0 0,40 38-92 0 0,-1-1 0 0 0,1 0-1 0 0,-1 1 1 0 0,0-1 0 0 0,1 0-1 0 0,-1 1 1 0 0,0-1 0 0 0,0 1 0 0 0,1-1-1 0 0,-1 1 1 0 0,0-1 0 0 0,0 1 0 0 0,0-1-1 0 0,0 1 1 0 0,1 0 0 0 0,-1 0 0 0 0,0-1-1 0 0,-1 1 1 0 0,-10 0 12 0 0,1 1-1 0 0,0 0 0 0 0,-1 1 1 0 0,1 0-1 0 0,0 1 1 0 0,-16 6-1 0 0,14-4 10 0 0,0 0-1 0 0,0 1 0 0 0,-19 11 1 0 0,32-17-22 0 0,0 1 0 0 0,0-1 0 0 0,0 1 0 0 0,-1-1 0 0 0,1 1 0 0 0,0-1 0 0 0,0 1 0 0 0,0-1 0 0 0,0 1 0 0 0,0-1 0 0 0,0 1 0 0 0,0-1 0 0 0,0 1 0 0 0,0-1 0 0 0,0 1 0 0 0,0-1 0 0 0,0 2 0 0 0,1-1-8 0 0,-1 4-9 0 0,-1 2 11 0 0,1 1 1 0 0,1-1 0 0 0,0 1 0 0 0,2 11-1 0 0,1-1 8 0 0,4 35-1 0 0,-6-32 6 0 0,6 23-1 0 0,-5-30-11 0 0,8 23 30 0 0,18 57-23 0 0,-14-37 27 0 0,0-4 5 0 0,-14-46-29 0 0,0-1 0 0 0,0 1 1 0 0,1 6-1 0 0,1 13-13 0 0,1-14 17 0 0,-4-10-7 0 0,1-1 0 0 0,0 1 0 0 0,-1 0 0 0 0,1 0 0 0 0,-1 0 0 0 0,1 0 0 0 0,-1 3-1 0 0,0-5 26 0 0,0 1 0 0 0,0-1 0 0 0,0 1 0 0 0,0 0 0 0 0,0-1 0 0 0,0 1 0 0 0,0-1 0 0 0,1 1 0 0 0,-1-1 0 0 0,0 1 0 0 0,0 0 0 0 0,1-1 0 0 0,-1 1 0 0 0,0-1 0 0 0,1 1 0 0 0,-1-1 0 0 0,0 1-1 0 0,1-1 1 0 0,-1 0 0 0 0,1 1 0 0 0,-1-1 0 0 0,1 1 0 0 0,-1-1 0 0 0,1 0 0 0 0,-1 1 0 0 0,1-1 0 0 0,-1 0 0 0 0,1 0 0 0 0,-1 0 0 0 0,1 1 0 0 0,-1-1 0 0 0,1 0 0 0 0,0 0 0 0 0,-1 0 0 0 0,1 0-1 0 0,-1 0 1 0 0,1 0 0 0 0,0 0 0 0 0,-1 0 0 0 0,1 0 0 0 0,-1 0 0 0 0,1 0 0 0 0,0-1 0 0 0,5 0 86 0 0,0 0 1 0 0,-1 0-1 0 0,10-5 0 0 0,-8 4-151 0 0,18-6-140 0 0,0 2 0 0 0,30-3-1 0 0,-46 8-877 0 0,0-1-1 0 0,12-5 1 0 0,-1 1-4848 0 0,-11 3 459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4473 0 0,'0'0'18323'0'0,"3"-7"-18233"0"0,12-21-39 0 0,-15 28-50 0 0,1-1 1 0 0,-1 0-1 0 0,1 1 0 0 0,-1-1 1 0 0,1 1-1 0 0,0-1 0 0 0,-1 1 1 0 0,1-1-1 0 0,-1 1 0 0 0,1 0 1 0 0,0-1-1 0 0,0 1 0 0 0,-1 0 1 0 0,1-1-1 0 0,0 1 1 0 0,0 0-1 0 0,-1 0 0 0 0,1 0 1 0 0,0-1-1 0 0,0 1 0 0 0,-1 0 1 0 0,1 0-1 0 0,0 0 0 0 0,0 0 1 0 0,0 0-1 0 0,-1 1 0 0 0,2-1 1 0 0,2 0 4 0 0,132 7 97 0 0,-116-4-90 0 0,34 1-18 0 0,-54-3-7 0 0,0-1 1 0 0,0 0 0 0 0,-1 0 0 0 0,1 1-1 0 0,0-1 1 0 0,0 0 0 0 0,0 0 0 0 0,0 0-1 0 0,0 1 1 0 0,0-1 0 0 0,-1 0 0 0 0,1 0-1 0 0,0 0 1 0 0,0 0 0 0 0,0 1 0 0 0,0-1-1 0 0,-1 0 1 0 0,1 0 0 0 0,0 0-1 0 0,0 0 1 0 0,-1 0 0 0 0,1 0 0 0 0,0 1-1 0 0,-1-1 1 0 0,-2 2-4 0 0,0 0 0 0 0,-1 1 0 0 0,1 0 0 0 0,0 0 0 0 0,0 0 0 0 0,-4 5 0 0 0,1 0 12 0 0,4-6 6 0 0,0 0 0 0 0,1 0 0 0 0,-1 0 0 0 0,1 0 0 0 0,-1 0 0 0 0,1 0 0 0 0,0 1 1 0 0,0-1-1 0 0,0 1 0 0 0,0-1 0 0 0,0 1 0 0 0,0-1 0 0 0,1 1 0 0 0,-1-1 0 0 0,1 1 0 0 0,0 0 0 0 0,0-1 0 0 0,0 1 0 0 0,0-1 0 0 0,0 1 0 0 0,0 0 0 0 0,1-1 0 0 0,-1 1 0 0 0,1-1 0 0 0,0 1 0 0 0,0-1 0 0 0,0 1 0 0 0,0-1 0 0 0,0 0 0 0 0,1 1 1 0 0,-1-1-1 0 0,0 0 0 0 0,1 0 0 0 0,0 0 0 0 0,0 0 0 0 0,-1 0 0 0 0,1 0 0 0 0,3 1 0 0 0,3 3 12 0 0,1-1-1 0 0,18 9 1 0 0,4 2 12 0 0,-31-16-32 0 0,1 0 1 0 0,-1 0 0 0 0,0 0 0 0 0,1 1 0 0 0,-1-1 0 0 0,0 0 0 0 0,1 0 0 0 0,-1 1 0 0 0,0-1 0 0 0,0 0 0 0 0,1 1 0 0 0,-1-1 0 0 0,0 0 0 0 0,0 1-1 0 0,0-1 1 0 0,1 0 0 0 0,-1 1 0 0 0,0-1 0 0 0,0 0 0 0 0,0 1 0 0 0,0-1 0 0 0,0 0 0 0 0,0 1 0 0 0,0-1 0 0 0,0 1 0 0 0,0-1 0 0 0,0 0 0 0 0,0 1-1 0 0,0-1 1 0 0,0 1 0 0 0,0-1 0 0 0,0 0 0 0 0,0 1 0 0 0,0-1 0 0 0,0 0 0 0 0,-1 1 0 0 0,1-1 0 0 0,0 1 0 0 0,0-1 0 0 0,0 0 0 0 0,-1 0 0 0 0,1 1-1 0 0,0-1 1 0 0,0 0 0 0 0,-1 1 0 0 0,1-1 0 0 0,0 0 0 0 0,-1 1 0 0 0,-16 11 21 0 0,-4-3 86 0 0,0 0 1 0 0,0-1-1 0 0,-1-1 1 0 0,-41 7-1 0 0,2 3-3014 0 0,52-15 686 0 0,1 0-777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80 0 0,'0'0'14664'0'0,"15"-8"-13842"0"0,45-27-85 0 0,-38 24-109 0 0,-13 9 24 0 0,0 1-192 0 0,1-1-87 0 0,1 1 0 0 0,-1 1 0 0 0,20 1 0 0 0,-28-1-372 0 0,0 1 0 0 0,0 0 0 0 0,0-1 0 0 0,0 1 0 0 0,0 0 0 0 0,0 0 0 0 0,-1 0 0 0 0,1 0 0 0 0,0 0 0 0 0,-1 0 0 0 0,1 0 0 0 0,-1 1 0 0 0,1-1 0 0 0,-1 0 0 0 0,1 1 0 0 0,-1 0 0 0 0,0-1 0 0 0,0 1 0 0 0,0 0 1 0 0,1 2-1 0 0,3 5-41 0 0,-2 0 1 0 0,6 19 0 0 0,-6-17 59 0 0,13 54-48 0 0,-2-7 29 0 0,3 6 32 0 0,-12-44-29 0 0,0 0 0 0 0,1-1 0 0 0,1 1 0 0 0,14 28 0 0 0,-15-38 3 0 0,-2 0 0 0 0,6 15 0 0 0,14 33 27 0 0,-13-35 13 0 0,5 2 49 0 0,2 4-8 0 0,-16-24-69 0 0,1 0 0 0 0,-1 1 1 0 0,1-2-1 0 0,4 7 0 0 0,-5-9-14 0 0,3 5 23 0 0,-5-6-1 0 0,0-1 0 0 0,0 1 1 0 0,0 0-1 0 0,1-1 0 0 0,-1 1 0 0 0,0-1 0 0 0,0 1 0 0 0,0 0 0 0 0,0-1 0 0 0,0 1 1 0 0,-1-1-1 0 0,1 1 0 0 0,0 0 0 0 0,0-1 0 0 0,0 1 0 0 0,0-1 0 0 0,-1 1 0 0 0,1 0 0 0 0,0-1 1 0 0,0 1-1 0 0,-1-1 0 0 0,1 1 0 0 0,-1-1 0 0 0,0 1 0 0 0,0 0 34 0 0,0 1 0 0 0,-1-1 0 0 0,1 0 0 0 0,-1 0 0 0 0,0 0-1 0 0,1 0 1 0 0,-1 0 0 0 0,-2 0 0 0 0,-6 2 154 0 0,0-1-1 0 0,-14 2 1 0 0,19-3-174 0 0,-24 2 176 0 0,-33 0-1 0 0,-13 0-2506 0 0,50-1-452 0 0,7-1-2318 0 0,5 0-5324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3089 0 0,'0'0'12649'0'0,"-1"-2"-12449"0"0,-3-9-49 0 0,3 9 272 0 0,3 2-270 0 0,2 0 29 0 0,0-1 1 0 0,0 2-1 0 0,0-1 0 0 0,0 0 0 0 0,0 1 0 0 0,0 0 0 0 0,0 0 0 0 0,0 0 0 0 0,5 2 1 0 0,4 4-21 0 0,0 1 0 0 0,-1 0 0 0 0,15 12 0 0 0,-4-2-20 0 0,-2-2 6 0 0,0 2-1 0 0,22 23 1 0 0,32 45 252 0 0,-73-84-386 0 0,18 24 134 0 0,-1 0-1 0 0,-1 2 1 0 0,-2 0 0 0 0,0 1 0 0 0,-2 0 0 0 0,-2 1 0 0 0,11 37 0 0 0,-16-42-10 0 0,-1 1 1 0 0,-2 0 0 0 0,0 1 0 0 0,-2-1 0 0 0,-2 51 0 0 0,-1-72-85 0 0,1 1 1 0 0,-1-1-1 0 0,-1 1 1 0 0,1-1-1 0 0,-1 0 1 0 0,0 0-1 0 0,0 1 0 0 0,-5 7 1 0 0,-1 0 231 0 0,-19 22 0 0 0,24-31-211 0 0,-1 0 0 0 0,0 0 0 0 0,0-1 0 0 0,-1 0 0 0 0,1 0 0 0 0,-1 0 1 0 0,-5 3-1 0 0,-1-1-385 0 0,0-1-1 0 0,-15 5 1 0 0,3-4-3215 0 0,7-4-3593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3881 0 0,'0'0'16826'0'0,"-1"-3"-15963"0"0,1 2-347 0 0,-1-12 4912 0 0,23 28-5089 0 0,-7-6-250 0 0,18 16 78 0 0,-1 2 0 0 0,39 42 1 0 0,47 71 154 0 0,-6-8-4 0 0,31 39-43 0 0,-129-155-242 0 0,67 76 136 0 0,-18-16-14 0 0,-55-68-175 0 0,-8-8 19 0 0,1 0 0 0 0,-1 0-1 0 0,0 0 1 0 0,0 0 0 0 0,0 0 0 0 0,0 0-1 0 0,0 0 1 0 0,0 0 0 0 0,0-1 0 0 0,0 1 0 0 0,0 0-1 0 0,0 0 1 0 0,1 0 0 0 0,-1 0 0 0 0,0 0-1 0 0,0 0 1 0 0,0 0 0 0 0,0 0 0 0 0,0 0 0 0 0,0 0-1 0 0,0 0 1 0 0,0-1 0 0 0,0 1 0 0 0,0 0-1 0 0,0 0 1 0 0,0 0 0 0 0,0 0 0 0 0,0 0 0 0 0,0 0-1 0 0,0 0 1 0 0,0 0 0 0 0,0-1 0 0 0,0 1-1 0 0,0 0 1 0 0,0 0 0 0 0,0 0 0 0 0,0 0 0 0 0,0 0-1 0 0,0 0 1 0 0,0 0 0 0 0,0 0 0 0 0,0 0-1 0 0,0-1 1 0 0,0 1 0 0 0,0 0 0 0 0,0 0 0 0 0,-1 0-1 0 0,-7-22-228 0 0,5 15 91 0 0,-2-5-484 0 0,0 1 0 0 0,-1-1 0 0 0,-1 1 0 0 0,-10-14 0 0 0,-35-38-5793 0 0,32 39 2272 0 0,2 6-1942 0 0,5 5-3421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46 9170 0 0,'0'0'19524'0'0,"-5"-8"-19205"0"0,-12-22-56 0 0,13 23 330 0 0,4 23-541 0 0,-1-9-54 0 0,0-1 1 0 0,0 1-1 0 0,-4 12 0 0 0,0-3 14 0 0,4-10 4 0 0,-1-1 0 0 0,-5 11-1 0 0,-1 3-3 0 0,0 1 13 0 0,-2 0 1 0 0,0 0-1 0 0,-1-1 0 0 0,-21 28 1 0 0,-48 73 327 0 0,45-65-239 0 0,2 1 0 0 0,-33 78 0 0 0,63-127-76 0 0,-1 0 1 0 0,0 0-1 0 0,0 0 1 0 0,-1 0-1 0 0,-8 9 1 0 0,10-13-426 0 0,1 0 0 0 0,-1-1 0 0 0,0 1 0 0 0,0-1 1 0 0,-7 4-1 0 0,8-5-625 0 0,-1 0-1 0 0,1 0 1 0 0,-1 0 0 0 0,0 0 0 0 0,0-1 0 0 0,1 1-1 0 0,-1-1 1 0 0,-5 1 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0,'0'0'15525'0'0,"0"1"-15443"0"0,-1 3-61 0 0,0 1 1 0 0,0-1-1 0 0,0 0 0 0 0,1 0 0 0 0,0 1 1 0 0,0-1-1 0 0,0 0 0 0 0,0 0 0 0 0,1 1 1 0 0,-1-1-1 0 0,3 8 0 0 0,1-1 44 0 0,-1 0-1 0 0,2-1 1 0 0,6 15 0 0 0,15 21 54 0 0,32 67 11 0 0,-48-95-189 0 0,-9-16-47 0 0,1 1-1 0 0,0 0 1 0 0,-1 0 0 0 0,0-1-1 0 0,1 1 1 0 0,-1 0 0 0 0,0 0-1 0 0,-1 0 1 0 0,1 0 0 0 0,0 0-1 0 0,-1 0 1 0 0,0 0 0 0 0,1 1-1 0 0,-1-1 1 0 0,-1 5 0 0 0,1-8-99 0 0,0 0 1 0 0,-1 1 0 0 0,1-1-1 0 0,0 0 1 0 0,0 0 0 0 0,0 1-1 0 0,-1-1-408 0 0,1 1 409 0 0,-1-1-1 0 0,1 0 1 0 0,0 0 0 0 0,0 0-1 0 0,-1 0 1 0 0,1 1 0 0 0,0-1-1 0 0,-1 0 1 0 0,1 0-1 0 0,0 0 1 0 0,-1 0 0 0 0,1 0-1 0 0,0 0 1 0 0,-1 0 0 0 0,1 0-1 0 0,0 0 1 0 0,0 0 0 0 0,-1 0-1 0 0,1 0 1 0 0,0 0 0 0 0,-1 0-1 0 0,1-1 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 3929 0 0,'0'0'21859'0'0,"-2"1"-21245"0"0,-5 0-365 0 0,0-1 1 0 0,1 1-1 0 0,-1-1 1 0 0,0 0-1 0 0,-9-2 1 0 0,-16 0 246 0 0,11 1-256 0 0,9 1-193 0 0,-1 0 0 0 0,1 0 1 0 0,0 1-1 0 0,0 0 0 0 0,-1 1 1 0 0,-13 4-1 0 0,-7 3-99 0 0,2-2-1714 0 0,29-6 1149 0 0,0 0-1 0 0,1-1 0 0 0,-1 0 0 0 0,0 1 0 0 0,0-1 1 0 0,0 0-1 0 0,-3 0 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51 11955 0 0,'0'0'15111'0'0,"-31"-9"-14899"0"0,-96-23-59 0 0,90 23-74 0 0,29 9-21 0 0,0 1-27 0 0,-8 0-108 0 0,0 1-1 0 0,0 0 1 0 0,0 2 0 0 0,1 0-1 0 0,-1 1 1 0 0,-17 7 0 0 0,1 0-4127 0 0,-1-2-4680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55 5665 0 0,'0'0'21289'0'0,"0"-9"-20825"0"0,0-27-116 0 0,0 27 555 0 0,-8 12-947 0 0,1 9 63 0 0,0-1 1 0 0,-12 14-1 0 0,0 1 28 0 0,4-5-23 0 0,8-12-5 0 0,0 0 0 0 0,1 0 1 0 0,0 1-1 0 0,0 0 1 0 0,-3 11-1 0 0,0 6 23 0 0,2-1-1 0 0,1 1 0 0 0,1 0 1 0 0,1 1-1 0 0,-1 32 0 0 0,4-30 12 0 0,2 0-1 0 0,0 0 0 0 0,2 0 0 0 0,12 53 1 0 0,-4-45 14 0 0,2 1 0 0 0,25 52 0 0 0,-31-76-41 0 0,1 0 0 0 0,1 0 0 0 0,1-1 0 0 0,0-1 0 0 0,0 0 0 0 0,1 0 1 0 0,1-1-1 0 0,21 17 0 0 0,-26-23 0 0 0,1-2-1 0 0,-1 1 1 0 0,1-1 0 0 0,0 0 0 0 0,1 0-1 0 0,-1-1 1 0 0,1-1 0 0 0,14 4 0 0 0,-1-3-1274 0 0,0-1 1 0 0,29-1 0 0 0,-34-3-3001 0 0,-5-3-4878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0,'0'0'14273'0'0,"8"8"-14157"0"0,1 2-70 0 0,-2-3-3 0 0,0 1 1 0 0,0-1-1 0 0,1-1 1 0 0,11 9-1 0 0,57 33 349 0 0,104 50 0 0 0,-158-86-459 0 0,-1-2-824 0 0,34 14 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10114 0 0,'0'0'15531'0'0,"-13"7"-15309"0"0,-41 21-67 0 0,50-26-137 0 0,0 0 1 0 0,0 1 0 0 0,0-1 0 0 0,0 1 0 0 0,1 0 0 0 0,-1 0 0 0 0,1 0 0 0 0,0 0 0 0 0,0 0 0 0 0,0 1 0 0 0,1 0 0 0 0,-1-1 0 0 0,1 1 0 0 0,-3 6 0 0 0,-3 4 11 0 0,-14 27 58 0 0,-1 2-1537 0 0,19-37-714 0 0,0 0 0 0 0,-9 9-1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71 3049 0 0,'0'0'16557'0'0,"-6"-12"-16052"0"0,-3-2-349 0 0,-16-30 771 0 0,25 44-916 0 0,0 0 1 0 0,0 1-1 0 0,0-1 0 0 0,0 0 1 0 0,0 0-1 0 0,0 1 0 0 0,0-1 1 0 0,0 0-1 0 0,-1 0 0 0 0,1 1 1 0 0,0-1-1 0 0,0 0 0 0 0,0 0 1 0 0,0 0-1 0 0,-1 1 0 0 0,1-1 1 0 0,0 0-1 0 0,0 0 0 0 0,0 0 1 0 0,-1 0-1 0 0,1 1 0 0 0,0-1 1 0 0,0 0-1 0 0,-1 0 0 0 0,1 0 1 0 0,0 0-1 0 0,-1 0 0 0 0,1 0 1 0 0,0 0-1 0 0,0 0 0 0 0,-1 0 1 0 0,1 0-1 0 0,0 0 0 0 0,0 0 1 0 0,-1 0-1 0 0,1 0 0 0 0,0 0 1 0 0,-1 0-1 0 0,-16 1 497 0 0,13-1-387 0 0,-55 1 756 0 0,30-1-634 0 0,29 0-242 0 0,-1 0-1 0 0,1 0 1 0 0,0 0-1 0 0,0 0 1 0 0,0 0 0 0 0,-1 0-1 0 0,1 0 1 0 0,0 0-1 0 0,0 0 1 0 0,0 0 0 0 0,-1 0-1 0 0,1 1 1 0 0,0-1 0 0 0,0 0-1 0 0,0 0 1 0 0,-1 0-1 0 0,1 0 1 0 0,0 1 0 0 0,0-1-1 0 0,0 0 1 0 0,0 0-1 0 0,0 0 1 0 0,-1 0 0 0 0,1 1-1 0 0,0-1 1 0 0,0 0-1 0 0,0 0 1 0 0,0 0 0 0 0,0 1-1 0 0,0-1 1 0 0,0 11 12 0 0,0-9-1 0 0,0 1 0 0 0,1 0-1 0 0,0-1 1 0 0,0 1 0 0 0,1 4 0 0 0,13 17 65 0 0,-1 1 0 0 0,-1 0 1 0 0,17 49-1 0 0,-26-62-77 0 0,-1-1 0 0 0,0-1-1 0 0,3 22 1 0 0,1 103-30 0 0,-8-95 46 0 0,0-13 7 0 0,3 33 0 0 0,0-49 21 0 0,-1 1 1 0 0,2-1 0 0 0,0 0 0 0 0,0-1-1 0 0,1 1 1 0 0,5 11 0 0 0,-5-15 36 0 0,0 0 0 0 0,0 0 0 0 0,1 0 0 0 0,0 0 0 0 0,0-1 0 0 0,1 0 1 0 0,0 0-1 0 0,0 0 0 0 0,7 4 0 0 0,-8-6-42 0 0,0-1 0 0 0,0 0 0 0 0,0-1 0 0 0,0 1 0 0 0,0-1 0 0 0,0 0 0 0 0,1 0 0 0 0,-1 0-1 0 0,1-1 1 0 0,0 0 0 0 0,-1 0 0 0 0,1-1 0 0 0,0 1 0 0 0,9-2 0 0 0,-14 1-172 0 0,0 0 1 0 0,0 0-1 0 0,0-1 0 0 0,0 1 1 0 0,-1 0-1 0 0,1-1 0 0 0,0 1 1 0 0,0 0-1 0 0,-1-1 0 0 0,1 1 1 0 0,0-1-1 0 0,-1 0 0 0 0,1 1 1 0 0,-1-1-1 0 0,1 1 0 0 0,-1-1 1 0 0,1 0-1 0 0,-1 1 0 0 0,1-1 1 0 0,-1 0-1 0 0,1 0 0 0 0,-1 1 1 0 0,0-1-1 0 0,1 0 0 0 0,-1-1 1 0 0,2-10-3983 0 0,-1 1-3696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7690 0 0,'0'0'15728'0'0,"8"-13"-15670"0"0,25-42-54 0 0,-24 43-16 0 0,-4 10-6 0 0,-3 2 5 0 0,1 1 0 0 0,-1 0 0 0 0,0-1-1 0 0,1 1 1 0 0,-1 0 0 0 0,0 0-1 0 0,0 0 1 0 0,0 0 0 0 0,0 0 0 0 0,0 1-1 0 0,0-1 1 0 0,3 3 0 0 0,21 22-56 0 0,-26-26 69 0 0,13 14-17 0 0,0 1 1 0 0,-2 1-1 0 0,0 0 1 0 0,16 30-1 0 0,-13-7-48 0 0,-13-37 67 0 0,-1-1 1 0 0,1 1-1 0 0,-1-1 0 0 0,1 1 1 0 0,-1-1-1 0 0,0 1 0 0 0,0-1 1 0 0,1 1-1 0 0,-1-1 0 0 0,0 1 1 0 0,-1 0-1 0 0,1-1 0 0 0,0 1 1 0 0,0-1-1 0 0,-1 1 0 0 0,1-1 1 0 0,-1 1-1 0 0,1-1 0 0 0,-1 1 1 0 0,1-1-1 0 0,-1 1 0 0 0,0-1 1 0 0,0 0-1 0 0,0 1 0 0 0,0-1 1 0 0,-1 1-1 0 0,-1 0 48 0 0,1 0 0 0 0,-1-1-1 0 0,1 1 1 0 0,-1-1 0 0 0,0 0 0 0 0,0 1 0 0 0,0-1-1 0 0,0-1 1 0 0,1 1 0 0 0,-1 0 0 0 0,0-1 0 0 0,0 0-1 0 0,-4 1 1 0 0,-5-1 121 0 0,1 0 0 0 0,0-1 0 0 0,0 0 0 0 0,0-1 0 0 0,0 0 0 0 0,-20-7 0 0 0,11 1 53 0 0,1-1 1 0 0,-31-18 0 0 0,45 24-167 0 0,0 0 0 0 0,1-1-1 0 0,-1 1 1 0 0,1-1 0 0 0,0 0 0 0 0,0 0 0 0 0,-4-6-1 0 0,7 8-58 0 0,-1 0-1 0 0,1 0 0 0 0,0 0 0 0 0,0 0 0 0 0,0 0 1 0 0,0 0-1 0 0,1 0 0 0 0,-1 0 0 0 0,0 0 0 0 0,1 0 1 0 0,-1 0-1 0 0,1-1 0 0 0,0 1 0 0 0,0 0 0 0 0,0 0 1 0 0,0 0-1 0 0,0-1 0 0 0,0 1 0 0 0,1 0 0 0 0,-1 0 1 0 0,2-3-1 0 0,-1 3-172 0 0,0-1 1 0 0,1 1-1 0 0,-1 0 0 0 0,0 0 1 0 0,1 1-1 0 0,0-1 0 0 0,-1 0 1 0 0,1 0-1 0 0,0 1 0 0 0,0-1 1 0 0,0 1-1 0 0,0 0 0 0 0,0 0 1 0 0,0-1-1 0 0,1 1 0 0 0,1 0 1 0 0,1-1-971 0 0,0 0 1 0 0,0 1 0 0 0,0 0-1 0 0,0 0 1 0 0,1 0 0 0 0,6 0-1 0 0,14 1-7323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7650 0 0,'0'0'13389'0'0,"21"-11"-13354"0"0,67-33-8 0 0,-85 42-26 0 0,0 1 1 0 0,0 0 0 0 0,0 0 0 0 0,0 0 0 0 0,1 1 0 0 0,-1-1 0 0 0,0 1 0 0 0,6 0-1 0 0,-7 0 1 0 0,0 0 0 0 0,-1 1-1 0 0,1-1 1 0 0,0 1 0 0 0,0 0 0 0 0,-1-1-1 0 0,1 1 1 0 0,3 2 0 0 0,3 1 3 0 0,0 0-4 0 0,79 37 35 0 0,-74-34-30 0 0,-1 0 0 0 0,1 2 0 0 0,-1-1 0 0 0,16 17 0 0 0,-26-23 0 0 0,1 1 1 0 0,-1 0 0 0 0,0-1-1 0 0,0 1 1 0 0,0 0 0 0 0,0 0 0 0 0,-1 0-1 0 0,1 0 1 0 0,-1 1 0 0 0,0-1-1 0 0,0 0 1 0 0,0 1 0 0 0,0-1 0 0 0,-1 0-1 0 0,1 1 1 0 0,-1-1 0 0 0,0 1-1 0 0,0-1 1 0 0,0 1 0 0 0,-1-1 0 0 0,1 1-1 0 0,-1-1 1 0 0,0 0 0 0 0,0 1 0 0 0,-2 4-1 0 0,-1 2 59 0 0,-1-1 7 0 0,1 0 0 0 0,1 0 0 0 0,-4 12-1 0 0,3-6 3 0 0,3-12-52 0 0,-1 1 1 0 0,1-1 0 0 0,1 0-1 0 0,-1 1 1 0 0,0 6 0 0 0,1-3 25 0 0,0 1 1 0 0,0-1 0 0 0,0 1-1 0 0,1-1 1 0 0,1 0 0 0 0,-1 1-1 0 0,1-1 1 0 0,0 0 0 0 0,4 9-1 0 0,5 4 92 0 0,22 32 0 0 0,-15-25-51 0 0,33 41 49 0 0,-41-56-123 0 0,-5-6-10 0 0,-4-5-4 0 0,0 0 0 0 0,0 0-1 0 0,0 1 1 0 0,0-1 0 0 0,0 0 0 0 0,0 0 0 0 0,0 1 0 0 0,-1-1-1 0 0,2 3 1 0 0,3 5-1 0 0,-1-1 3 0 0,-4-7-3 0 0,0-1 0 0 0,0 0 1 0 0,-1 0-1 0 0,1 0 0 0 0,0 1 1 0 0,0-1-1 0 0,0 0 1 0 0,0 0-1 0 0,0 0 0 0 0,0 1 1 0 0,0-1-1 0 0,0 0 0 0 0,-1 0 1 0 0,1 0-1 0 0,0 1 0 0 0,0-1 1 0 0,0 0-1 0 0,-1 0 0 0 0,1 0 1 0 0,0 0-1 0 0,0 0 0 0 0,0 1 1 0 0,-1-1-1 0 0,1 0 0 0 0,0 0 1 0 0,0 0-1 0 0,0 0 0 0 0,-1 0 1 0 0,1 0-1 0 0,0 0 1 0 0,0 0-1 0 0,-1 0 0 0 0,1 0 1 0 0,0 0-1 0 0,-29 4 144 0 0,-47 2 0 0 0,-14 1-6207 0 0,53-3-3381 0 0,27-3 1686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18 6145 0 0,'0'0'19411'0'0,"-11"-3"-19152"0"0,-39-7-47 0 0,40 8-144 0 0,-1 1 0 0 0,0 0 0 0 0,0 1 1 0 0,-14 0-1 0 0,1 1-37 0 0,8 1-479 0 0,0 0 0 0 0,0 1-1 0 0,0 0 1 0 0,-25 10 0 0 0,29-9-1289 0 0,-4 2-2224 0 0,6-2-2527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15 280 0 0,'0'0'21922'0'0,"-3"-2"-21386"0"0,-13-10 192 0 0,17 12-705 0 0,-1 0-1 0 0,1 0 0 0 0,-1 0 0 0 0,1 0 0 0 0,-1-1 0 0 0,1 1 0 0 0,0 0 1 0 0,-1 0-1 0 0,1 0 0 0 0,-1 0 0 0 0,1 1 0 0 0,-1-1 0 0 0,1 0 1 0 0,0 0-1 0 0,-1 0 0 0 0,1 0 0 0 0,-1 0 0 0 0,1 1 0 0 0,11 4-49 0 0,9 8 39 0 0,37 30 0 0 0,-29-21-6 0 0,41 26-186 0 0,119 59-1 0 0,-132-77 30 0 0,-53-27 1605 0 0,5 2-9079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9666 0 0,'0'0'13540'0'0,"-18"17"-13372"0"0,-55 51-46 0 0,50-45-48 0 0,19-16-18 0 0,1-1-22 0 0,-9 12-480 0 0,-13 28 0 0 0,25-44 18 0 0,-1-1 1 0 0,0 1-1 0 0,0-1 1 0 0,0 1-1 0 0,0-1 1 0 0,0 0-1 0 0,-1 1 1 0 0,1-1-1 0 0,0 0 1 0 0,0 0-1 0 0,-3 1 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83 9018 0 0,'0'0'15249'0'0,"-25"-14"-15156"0"0,-78-40-33 0 0,77 42-35 0 0,15 10-2 0 0,5 2-18 0 0,0 1 1 0 0,0 0-1 0 0,-1 0 1 0 0,1 0-1 0 0,0 1 0 0 0,0-1 1 0 0,0 2-1 0 0,0-1 1 0 0,1 1-1 0 0,-1 0 1 0 0,1 0-1 0 0,-1 0 0 0 0,-8 8 1 0 0,13-10-4 0 0,0 0 0 0 0,0 0 0 0 0,0 0 0 0 0,0 0 0 0 0,0 0 0 0 0,0 0 0 0 0,0 1 0 0 0,1-1 1 0 0,-1 0-1 0 0,0 0 0 0 0,1 1 0 0 0,-1-1 0 0 0,1 1 0 0 0,0-1 0 0 0,-1 0 0 0 0,1 1 0 0 0,0-1 0 0 0,0 1 0 0 0,0-1 0 0 0,0 1 0 0 0,0-1 0 0 0,0 0 0 0 0,0 1 1 0 0,0-1-1 0 0,1 1 0 0 0,-1-1 0 0 0,0 0 0 0 0,1 1 0 0 0,-1-1 0 0 0,2 3 0 0 0,2 2 34 0 0,0 0 1 0 0,0 1-1 0 0,0-1 1 0 0,9 9-1 0 0,-10-12-17 0 0,13 15 25 0 0,-1-3-39 0 0,0 2 0 0 0,-2-1 0 0 0,0 2 0 0 0,-1 0 0 0 0,10 19 0 0 0,-10-5-21 0 0,0 0 1 0 0,13 63-1 0 0,-11 3 36 0 0,1-2-17 0 0,-12-77 11 0 0,-2-12-9 0 0,0-1 0 0 0,0 0 0 0 0,1 0 0 0 0,0 0 0 0 0,0 0 0 0 0,3 6 0 0 0,1 1 27 0 0,-3-7-11 0 0,-1-1 0 0 0,1 0-1 0 0,0 0 1 0 0,5 5 0 0 0,-7-9 36 0 0,0 1 0 0 0,0-1 1 0 0,1 0-1 0 0,-1 0 1 0 0,0 0-1 0 0,1 0 1 0 0,-1 0-1 0 0,1 0 0 0 0,-1 0 1 0 0,1-1-1 0 0,0 1 1 0 0,-1-1-1 0 0,1 1 1 0 0,0-1-1 0 0,-1 1 1 0 0,1-1-1 0 0,0 0 0 0 0,2 0 1 0 0,2 0-28 0 0,-1-1-1 0 0,1 1 1 0 0,-1-1 0 0 0,0 0 0 0 0,1-1-1 0 0,-1 0 1 0 0,0 0 0 0 0,0 0 0 0 0,0 0-1 0 0,0-1 1 0 0,0 1 0 0 0,6-6 0 0 0,-7 5-616 0 0,0 0 0 0 0,-1-1 0 0 0,1 1 1 0 0,5-8-1 0 0,-4-1-3055 0 0,-4 6-772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4833 0 0,'0'0'17093'0'0,"11"-9"-17060"0"0,37-26 3 0 0,-47 34-32 0 0,1 0-1 0 0,0 0 0 0 0,0 0 0 0 0,0 0 1 0 0,0 1-1 0 0,0-1 0 0 0,0 0 0 0 0,0 1 1 0 0,0-1-1 0 0,0 1 0 0 0,0 0 1 0 0,0 0-1 0 0,0 0 0 0 0,0 0 0 0 0,0 0 1 0 0,0 0-1 0 0,0 1 0 0 0,0-1 0 0 0,0 1 1 0 0,0-1-1 0 0,0 1 0 0 0,0 0 0 0 0,0 0 1 0 0,2 1-1 0 0,8 3 31 0 0,83 27 43 0 0,-61-19-32 0 0,-31-13-43 0 0,-1 1 1 0 0,1 0 0 0 0,-1 0 0 0 0,0 0-1 0 0,0 1 1 0 0,0-1 0 0 0,1 0 0 0 0,-1 1-1 0 0,0 0 1 0 0,3 3 0 0 0,-4-4 10 0 0,0 1 1 0 0,-1-1 0 0 0,1 1-1 0 0,0-1 1 0 0,-1 1 0 0 0,1-1-1 0 0,-1 1 1 0 0,1-1 0 0 0,-1 1-1 0 0,0 0 1 0 0,0-1 0 0 0,1 1-1 0 0,-1 0 1 0 0,-1-1 0 0 0,1 1-1 0 0,0 0 1 0 0,0-1-1 0 0,-1 3 1 0 0,0-1 26 0 0,0-1-1 0 0,-1 1 1 0 0,1 0-1 0 0,0-1 1 0 0,-1 1-1 0 0,0-1 1 0 0,0 0-1 0 0,1 0 1 0 0,-1 1-1 0 0,-1-1 1 0 0,1 0-1 0 0,0-1 1 0 0,-3 3-1 0 0,-10 9 184 0 0,-7 7 110 0 0,17-15-263 0 0,-1-1 0 0 0,1 1 0 0 0,-7 8 0 0 0,11-11-52 0 0,-1 0 1 0 0,1 0-1 0 0,0 1 1 0 0,-1-1-1 0 0,1 0 1 0 0,0 1-1 0 0,1-1 0 0 0,-1 1 1 0 0,0-1-1 0 0,1 1 1 0 0,-1 0-1 0 0,1-1 1 0 0,0 4-1 0 0,0-3 22 0 0,0 0-1 0 0,0 0 1 0 0,0 0 0 0 0,1 0-1 0 0,-1-1 1 0 0,1 1 0 0 0,0 0-1 0 0,0-1 1 0 0,0 1 0 0 0,1 3-1 0 0,-1-5-2 0 0,0 1-1 0 0,0-1 0 0 0,0 0 1 0 0,1 1-1 0 0,-1-1 0 0 0,0 0 0 0 0,1 0 1 0 0,-1 0-1 0 0,0 0 0 0 0,1 0 1 0 0,0 0-1 0 0,-1 0 0 0 0,1 0 1 0 0,-1 0-1 0 0,1-1 0 0 0,0 1 0 0 0,2 0 1 0 0,13 1 200 0 0,-1 0 0 0 0,1 0 0 0 0,27-3 0 0 0,-16 1-145 0 0,-8-1-61 0 0,-1-1 0 0 0,1-1 0 0 0,0 0 0 0 0,34-12 0 0 0,-19 0-3573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9514 0 0,'0'0'12624'0'0,"24"-11"-12629"0"0,78-32-11 0 0,-99 42 14 0 0,1 0 1 0 0,0-1-1 0 0,-1 1 0 0 0,8 0 1 0 0,-10 1 1 0 0,-1 0-1 0 0,1 0 1 0 0,-1 0-1 0 0,1 0 1 0 0,-1 0 0 0 0,1 0-1 0 0,-1 0 1 0 0,1 0-1 0 0,-1 0 1 0 0,1 0 0 0 0,-1 1-1 0 0,1-1 1 0 0,-1 0 0 0 0,0 0-1 0 0,1 1 1 0 0,-1-1-1 0 0,1 1 1 0 0,11 9-22 0 0,-1 1-1 0 0,0 1 1 0 0,0-1 0 0 0,-2 2-1 0 0,1-1 1 0 0,-2 2 0 0 0,14 24-1 0 0,-20-31-22 0 0,0 0-1 0 0,-1-1 1 0 0,0 1-1 0 0,0 0 0 0 0,0 0 1 0 0,-1 0-1 0 0,0 0 0 0 0,0 0 1 0 0,-2 11-1 0 0,0-12 42 0 0,0-1-1 0 0,0 1 1 0 0,0 0-1 0 0,0-1 1 0 0,-1 0-1 0 0,0 1 1 0 0,0-1-1 0 0,-5 6 1 0 0,2-3 3 0 0,-8 17 1 0 0,12-20 24 0 0,1 0 1 0 0,-1-1 0 0 0,1 1-1 0 0,0 0 1 0 0,0 0-1 0 0,1 0 1 0 0,-1 0-1 0 0,1 0 1 0 0,0 0 0 0 0,1 0-1 0 0,-1-1 1 0 0,1 1-1 0 0,0 0 1 0 0,0 0-1 0 0,1 0 1 0 0,2 7 0 0 0,3 2 41 0 0,0 0 1 0 0,0-1 0 0 0,2 0 0 0 0,9 13 0 0 0,9 6-18 0 0,-16-19-30 0 0,-1 1 0 0 0,13 19 1 0 0,-16-23-20 0 0,-5-7 0 0 0,0 1 0 0 0,0-1 0 0 0,0 0 1 0 0,-1 1-1 0 0,1-1 0 0 0,1 8 0 0 0,2 2 4 0 0,-4-12-5 0 0,-1 1 1 0 0,1-1-1 0 0,-1 0 1 0 0,1 1 0 0 0,-1 0-1 0 0,1-1 1 0 0,-1 1-1 0 0,0 2 1 0 0,0-2 1 0 0,0-1 0 0 0,0 1 0 0 0,0-1 0 0 0,0 1 0 0 0,0-1 0 0 0,0 0 1 0 0,-1 1-1 0 0,1-1 0 0 0,0 1 0 0 0,-1-1 0 0 0,1 0 0 0 0,-1 1 0 0 0,0-1 0 0 0,0 2 0 0 0,-1-2 12 0 0,0 1-1 0 0,0-1 1 0 0,1 1 0 0 0,-1-1-1 0 0,0 0 1 0 0,0 0 0 0 0,0 0-1 0 0,-1 0 1 0 0,-1 1 0 0 0,-7 0-33 0 0,1 1 1 0 0,0-2-1 0 0,-1 1 1 0 0,0-1-1 0 0,1-1 0 0 0,-13-1 1 0 0,10 1-320 0 0,-13 0-1117 0 0,-3 0-2285 0 0,2 0-4716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0,'0'0'13802'0'0,"3"5"-14011"0"0,100 169 639 0 0,-8 13 129 0 0,-58-111 110 0 0,48 139 0 0 0,-79-191-570 0 0,0 0 0 0 0,-1 0 0 0 0,-2 1 0 0 0,0-1 0 0 0,-2 49 1 0 0,-1-68-105 0 0,-1 0 0 0 0,0 0 0 0 0,0 0 0 0 0,0 0 0 0 0,0 0 0 0 0,-1-1 0 0 0,0 1 0 0 0,0 0 0 0 0,0-1 0 0 0,-1 1 0 0 0,1-1 0 0 0,-5 6 0 0 0,2-5 74 0 0,1-1 0 0 0,-1 1 0 0 0,-1 0 0 0 0,1-1 1 0 0,0 0-1 0 0,-1-1 0 0 0,0 1 0 0 0,-7 3 0 0 0,-9 1-815 0 0,-1 0 0 0 0,0-2 0 0 0,0 0 0 0 0,-28 2 0 0 0,25-3-1847 0 0,5-2-3131 0 0,6-2-4774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20 4881 0 0,'0'0'14758'0'0,"0"-3"-14181"0"0,0-13 1847 0 0,16 16-1284 0 0,-12 0-149 0 0,-5 1-351 0 0,-12 2-89 0 0,-20 2-115 0 0,-101-3 491 0 0,34-2-831 0 0,91 0-222 0 0,0 1 0 0 0,0 1 0 0 0,0-1 0 0 0,0 2 1 0 0,-11 3-1 0 0,0 2-3124 0 0,0 2-4305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26 8866 0 0,'0'0'15248'0'0,"-4"-5"-15212"0"0,4 5-3 0 0,-10-17-150 0 0,6 13-27 0 0,7 15 54 0 0,-1-6 96 0 0,1 0 1 0 0,-1-1-1 0 0,6 8 1 0 0,6 10 73 0 0,-10-13-57 0 0,12 17 0 0 0,-12-20-12 0 0,1 1-1 0 0,-1 0 1 0 0,-1 0 0 0 0,4 9-1 0 0,3 12 49 0 0,1-1-1 0 0,23 42 1 0 0,-10-29-14 0 0,49 63 0 0 0,-8-10-19 0 0,-44-61-20 0 0,-13-19-7 0 0,0 0 0 0 0,10 22 0 0 0,-16-30-2 0 0,0-1 1 0 0,-1 1-1 0 0,1 0 1 0 0,-1 0 0 0 0,0 0-1 0 0,0 1 1 0 0,-1-1-1 0 0,1 0 1 0 0,-1 0-1 0 0,-1 0 1 0 0,0 7 0 0 0,1-11 5 0 0,0-1 1 0 0,-1 1-1 0 0,1-1 1 0 0,0 1 0 0 0,-1-1-1 0 0,1 1 1 0 0,-1-1-1 0 0,1 0 1 0 0,0 1 0 0 0,-1-1-1 0 0,1 1 1 0 0,-1-1 0 0 0,0 0-1 0 0,1 1 1 0 0,-1-1-1 0 0,1 0 1 0 0,-1 0 0 0 0,1 0-1 0 0,-1 1 1 0 0,0-1-1 0 0,1 0 1 0 0,-1 0 0 0 0,1 0-1 0 0,-1 0 1 0 0,0 0 0 0 0,0 0-1 0 0,-21 0 306 0 0,15-1-198 0 0,0 1-54 0 0,0-1 0 0 0,1 0 1 0 0,-1 0-1 0 0,0 0 0 0 0,1-1 0 0 0,0 0 0 0 0,-1-1 0 0 0,-6-2 1 0 0,-8-6 30 0 0,-18-14 1 0 0,18 12-24 0 0,2 0-23 0 0,0-2 0 0 0,0 0 0 0 0,2-1 0 0 0,0-1 0 0 0,1-1 0 0 0,-25-34 0 0 0,38 48-136 0 0,1 0 0 0 0,0 0 0 0 0,0 0 1 0 0,0 0-1 0 0,0 0 0 0 0,1 0 0 0 0,0 0 0 0 0,0-1 0 0 0,0 1 1 0 0,0 0-1 0 0,1-1 0 0 0,-1-8 0 0 0,1 10-393 0 0,1-1-1 0 0,-1 1 1 0 0,1 0-1 0 0,0-1 0 0 0,-1 1 1 0 0,2 0-1 0 0,-1-1 1 0 0,0 1-1 0 0,0 0 1 0 0,4-5-1 0 0,12-13-9725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17940 0 0,'0'0'8978'0'0,"-14"16"-13123"0"0,14 1 576 0 0,0-1-2400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83 5913 0 0,'0'0'20781'0'0,"-4"-13"-20345"0"0,-11-41-65 0 0,10 39 63 0 0,5 15-412 0 0,0 0 1 0 0,0 0-1 0 0,0 0 1 0 0,0 0-1 0 0,1 0 0 0 0,-1 0 1 0 0,0 0-1 0 0,0 0 0 0 0,0 0 1 0 0,0 0-1 0 0,0 0 1 0 0,0 0-1 0 0,0 0 0 0 0,0 0 1 0 0,0 0-1 0 0,0 0 0 0 0,0 0 1 0 0,0 0-1 0 0,0 0 1 0 0,0 0-1 0 0,0 0 0 0 0,0 0 1 0 0,0 0 133 0 0,0 0-133 0 0,0 0-24 0 0,0 0 0 0 0,0 0 0 0 0,0 0 0 0 0,0 0 0 0 0,0 0 0 0 0,0 0 0 0 0,0 0 0 0 0,-1 0-1 0 0,1 0 1 0 0,0 0 0 0 0,0 0 0 0 0,0 0 0 0 0,0 0 0 0 0,0 0 0 0 0,0 0 0 0 0,0 0 0 0 0,0 0 0 0 0,0 0 0 0 0,-1 0 0 0 0,1 0 0 0 0,0 0 0 0 0,0 0 0 0 0,0 0 0 0 0,0 0 0 0 0,0 0 0 0 0,0 0 0 0 0,0 0 0 0 0,0 0 0 0 0,-1 0 0 0 0,1 0 0 0 0,0 0 0 0 0,0 0 0 0 0,0 0 0 0 0,0 1 0 0 0,0-1 0 0 0,0 0-1 0 0,0 0 1 0 0,0 0 0 0 0,0 0 0 0 0,0 0 0 0 0,0 0 0 0 0,0 0 0 0 0,0 0 0 0 0,0 0 0 0 0,0 1 0 0 0,0-1 0 0 0,0 0 0 0 0,-5 5 14 0 0,5-5-10 0 0,-11 9 41 0 0,-6 16-12 0 0,10-13-21 0 0,-2 7-12 0 0,3 0-17 0 0,3-13 25 0 0,1 1 0 0 0,-3 11-1 0 0,-3 30 58 0 0,-1 60-1 0 0,8-83-44 0 0,2 1-1 0 0,0-1 0 0 0,2 1 1 0 0,7 27-1 0 0,25 67 68 0 0,-26-97-59 0 0,1 0 0 0 0,25 42 0 0 0,-20-43 10 0 0,17 21-1 0 0,-24-35-19 0 0,-1 0 0 0 0,1 0 1 0 0,1 0-1 0 0,-1-1 0 0 0,12 7 0 0 0,-8-7-240 0 0,0 1 1 0 0,1-2-1 0 0,0 0 1 0 0,0 0-1 0 0,1-1 1 0 0,27 6-1 0 0,-16-8-4512 0 0,-9-3-6260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0,'0'0'12915'0'0,"26"11"-12885"0"0,82 36-3 0 0,-65-26-2 0 0,-27-9-6 0 0,-5-2-10 0 0,56 36 21 0 0,-11-8 6 0 0,-39-27-221 0 0,0 0 0 0 0,0 0 0 0 0,25 9 0 0 0,-34-16-444 0 0,3 1-3484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9258 0 0,'0'0'14239'0'0,"-15"18"-14064"0"0,-45 57-42 0 0,57-72-116 0 0,0 1-1 0 0,0-1 1 0 0,1 1-1 0 0,0 0 1 0 0,0-1-1 0 0,0 1 1 0 0,-3 7-1 0 0,2-3 33 0 0,-9 30 191 0 0,9-26-697 0 0,-8 21 0 0 0,10-30-598 0 0,-1 0 1 0 0,0 0 0 0 0,0 0-1 0 0,0 0 1 0 0,0 0 0 0 0,-3 3-1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55 9410 0 0,'0'0'13219'0'0,"-33"-7"-12655"0"0,-103-19-76 0 0,55 12 300 0 0,61 10-610 0 0,0 2-1 0 0,0 1 0 0 0,-22 1 1 0 0,27 0-120 0 0,15 0-55 0 0,0 0-11 0 0,0 0 13 0 0,0 1-1 0 0,0-1 1 0 0,0 0-1 0 0,0 1 1 0 0,0-1-1 0 0,0 1 0 0 0,0-1 1 0 0,0 0-1 0 0,1 1 1 0 0,-1-1-1 0 0,0 0 1 0 0,0 1-1 0 0,0-1 0 0 0,1 0 1 0 0,-1 1-1 0 0,0-1 1 0 0,1 1-1 0 0,23 24 131 0 0,32 41 1 0 0,-44-49-148 0 0,-1 1 0 0 0,-1-1 1 0 0,17 39-1 0 0,-15-23 13 0 0,-1 0-1 0 0,-1 1 1 0 0,-3 0 0 0 0,0 0-1 0 0,2 61 1 0 0,-4-3 6 0 0,-4-83 4 0 0,0 0 0 0 0,0 0 1 0 0,0 0-1 0 0,1 0 0 0 0,1 0 0 0 0,5 15 0 0 0,-7-23 34 0 0,0 1-1 0 0,0 0 1 0 0,1 0-1 0 0,-1-1 1 0 0,0 1-1 0 0,1 0 0 0 0,-1-1 1 0 0,1 0-1 0 0,0 1 1 0 0,-1-1-1 0 0,1 0 1 0 0,0 0-1 0 0,0 0 1 0 0,-1 0-1 0 0,1 0 0 0 0,0 0 1 0 0,0 0-1 0 0,4 0 1 0 0,3 0 155 0 0,1 0 1 0 0,0 0-1 0 0,0-1 1 0 0,-1 0-1 0 0,1-1 1 0 0,15-3 0 0 0,-19 2-610 0 0,0 0 1 0 0,0 0-1 0 0,1 0 1 0 0,5-4 0 0 0,-6 3-1400 0 0,-1-1 1 0 0,0 1 0 0 0,0-1 0 0 0,8-7 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0,'0'0'13202'0'0,"-1"14"-12826"0"0,-3 48-53 0 0,3-54-213 0 0,1 0 1 0 0,0 0-1 0 0,0 0 1 0 0,2 9-1 0 0,-1-12-21 0 0,1 0 1 0 0,0 1-1 0 0,5 9 0 0 0,-2-3 51 0 0,4 4 73 0 0,1 0 1 0 0,0 0-1 0 0,1-1 0 0 0,23 24 0 0 0,-22-26-173 0 0,-8-8-47 0 0,-3-3-55 0 0,0-1 0 0 0,0 0 0 0 0,1 1 0 0 0,-1-1 0 0 0,0 0 0 0 0,1 0 0 0 0,1 2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10778 0 0,'0'0'9798'0'0,"13"-10"-9870"0"0,43-27 14 0 0,-55 36 53 0 0,1-1 0 0 0,0 1 1 0 0,0 0-1 0 0,0 0 0 0 0,-1 1 1 0 0,1-1-1 0 0,0 0 0 0 0,0 0 1 0 0,0 1-1 0 0,0-1 0 0 0,0 1 1 0 0,0 0-1 0 0,0 0 0 0 0,0 0 1 0 0,0 0-1 0 0,5 0 0 0 0,0 1-11 0 0,18 1 5 0 0,35 9 0 0 0,-6-1 30 0 0,-35-7-7 0 0,4 0 125 0 0,-7-1 2869 0 0,-17 12-3622 0 0,-5 58 576 0 0,6-58 50 0 0,0 0 0 0 0,1 0 0 0 0,1 0-1 0 0,5 19 1 0 0,19 52 37 0 0,-20-65-28 0 0,18 37 14 0 0,-4-11-10 0 0,-2-3 3 0 0,7 21 0 0 0,-17-43-20 0 0,2 10 4 0 0,-7-7-2 0 0,-3-24 3 0 0,0 1-5 0 0,0-1 0 0 0,0 0-1 0 0,0 0 1 0 0,0 0 0 0 0,-1 1 0 0 0,1-1 0 0 0,0 0 0 0 0,0 0 0 0 0,0 0 0 0 0,0 0 0 0 0,-1 1 0 0 0,1-1 0 0 0,0 0 0 0 0,0 0 0 0 0,0 0 0 0 0,0 0 0 0 0,-1 0 0 0 0,1 0 0 0 0,0 1 0 0 0,0-1 0 0 0,-1 0 0 0 0,1 0 0 0 0,0 0 0 0 0,0 0 0 0 0,0 0 0 0 0,-1 0-1 0 0,1 0 1 0 0,0 0 0 0 0,0 0 0 0 0,-1 0 0 0 0,1 0 0 0 0,-105 1 435 0 0,52-1-3528 0 0,1 1-8263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24 9842 0 0,'0'0'13643'0'0,"-25"-3"-13095"0"0,-81-10-125 0 0,86 10-69 0 0,-36 0 1 0 0,44 3-280 0 0,-9-1-30 0 0,6 1 68 0 0,-20 1 0 0 0,30 0-225 0 0,1 0 1 0 0,-1 0 0 0 0,0 0 0 0 0,1 0-1 0 0,-1 1 1 0 0,1-1 0 0 0,0 1 0 0 0,-7 4-1 0 0,-1 0-1835 0 0,-2 1-1714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9018 0 0,'0'0'15969'0'0,"0"0"-15969"0"0,0-1 1 0 0,0 1-1 0 0,0 0 0 0 0,0 0 1 0 0,-1 0-1 0 0,1 0 1 0 0,0 0-1 0 0,0 0 0 0 0,0-1 1 0 0,0 1-1 0 0,0 0 1 0 0,0 0-1 0 0,0 0 0 0 0,0 0 1 0 0,0 0-1 0 0,0-1 1 0 0,0 1-1 0 0,0 0 1 0 0,0 0-1 0 0,0 0 0 0 0,0 0 1 0 0,0 0-1 0 0,0-1 1 0 0,0 1-1 0 0,0 0 0 0 0,0 0 1 0 0,0 0-1 0 0,0 0 1 0 0,0 0-1 0 0,0 0 1 0 0,0-1-1 0 0,0 1 0 0 0,1 0 1 0 0,-1 0-1 0 0,0 0 1 0 0,0 0-1 0 0,0 0 0 0 0,0 0 1 0 0,0 0-1 0 0,0-1 1 0 0,0 1-1 0 0,0 0 0 0 0,1 0 1 0 0,-1 0-1 0 0,4 2 5 0 0,0 0-1 0 0,0 0 0 0 0,-1 1 0 0 0,1-1 1 0 0,0 1-1 0 0,5 6 0 0 0,6 4 14 0 0,236 150 187 0 0,-122-84-182 0 0,-98-56-118 0 0,-20-15-705 0 0,14 9 0 0 0,-20-15-56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5977 0 0,'0'0'17673'0'0,"-23"7"-17473"0"0,-75 23-68 0 0,62-17-56 0 0,23-4-24 0 0,7-6-37 0 0,-6 8-16 0 0,-1-1 0 0 0,2 2 0 0 0,-1-1 0 0 0,2 2-1 0 0,-1-1 1 0 0,-12 22 0 0 0,9-5-1579 0 0,4-8-1829 0 0,-3-2-3483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7778 0 0,'0'0'15839'0'0,"-15"-6"-15838"0"0,-49-16 13 0 0,62 21-14 0 0,0 1-1 0 0,0-1 1 0 0,0 1 0 0 0,0 0 0 0 0,0-1 0 0 0,-1 1 0 0 0,1 0 0 0 0,0 0 0 0 0,-2 1 0 0 0,3-1-1 0 0,0 1 1 0 0,0-1-1 0 0,0 0 0 0 0,0 1 1 0 0,0-1-1 0 0,0 1 1 0 0,1-1-1 0 0,-1 1 1 0 0,0-1-1 0 0,-1 2 1 0 0,-2 1 0 0 0,-11 7 17 0 0,-1-2 0 0 0,-32 14 0 0 0,30-14 1 0 0,17-8-14 0 0,-4 2 9 0 0,0 0 1 0 0,0 1-1 0 0,0-1 0 0 0,0 1 1 0 0,-6 5-1 0 0,20 7 1285 0 0,-4-8-1307 0 0,-1 0 0 0 0,-1 0 0 0 0,1 0-1 0 0,-1 1 1 0 0,0-1 0 0 0,1 10 0 0 0,13 58-14 0 0,-16-67 23 0 0,16 145 0 0 0,-2-49 22 0 0,-13-92-14 0 0,0 1 0 0 0,1-1 0 0 0,0 0 1 0 0,8 19-1 0 0,25 45 39 0 0,-35-74-47 0 0,2 3 17 0 0,0 0-1 0 0,0 0 1 0 0,1-1 0 0 0,5 7 0 0 0,4 4 24 0 0,-11-13 1 0 0,0 0 0 0 0,0 0-1 0 0,0-1 1 0 0,0 1 0 0 0,1-1 0 0 0,-1 1 0 0 0,0-1-1 0 0,1 0 1 0 0,-1 0 0 0 0,4 1 0 0 0,-5-1 0 0 0,0-1 0 0 0,0 1 0 0 0,1-1 0 0 0,-1 0 0 0 0,0 0 0 0 0,0 1 0 0 0,0-1 0 0 0,1 0 0 0 0,-1 0 0 0 0,0 0 0 0 0,0 0 0 0 0,0 0 0 0 0,1 0 0 0 0,-1-1 0 0 0,0 1 0 0 0,0 0 0 0 0,0-1 0 0 0,0 1 0 0 0,1-1 0 0 0,-1 1 0 0 0,0-1 0 0 0,0 1 0 0 0,0-1 0 0 0,0 0 0 0 0,1 0 0 0 0,2-2-20 0 0,0 0 0 0 0,0 0 0 0 0,0 1 0 0 0,1 0 0 0 0,-1 0-1 0 0,1 0 1 0 0,7-2 0 0 0,5-1-330 0 0,35-5 0 0 0,-28 8-3920 0 0,1 2-5750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9690 0 0,'0'0'14236'0'0,"2"-7"-14148"0"0,9-18-36 0 0,-11 24-50 0 0,1 0-1 0 0,-1 1 1 0 0,1-1-1 0 0,-1 1 1 0 0,1-1-1 0 0,-1 1 0 0 0,1-1 1 0 0,-1 1-1 0 0,1-1 1 0 0,0 1-1 0 0,-1-1 1 0 0,1 1-1 0 0,0 0 1 0 0,0-1-1 0 0,-1 1 0 0 0,1 0 1 0 0,0-1-1 0 0,0 1 1 0 0,-1 0-1 0 0,1 0 1 0 0,0 0-1 0 0,0 0 0 0 0,0 0 1 0 0,-1 0-1 0 0,1 0 1 0 0,1 0-1 0 0,3 0-6 0 0,23-1-7 0 0,0 1 1 0 0,38 5-1 0 0,-26-2 25 0 0,8 3 181 0 0,-46-5-177 0 0,-1 1 0 0 0,1 0 0 0 0,0-1 0 0 0,0 1 0 0 0,-1 0 0 0 0,1 0 0 0 0,-1 0 0 0 0,1 0 0 0 0,1 3 0 0 0,1 2-3 0 0,12 14-26 0 0,-8-8 15 0 0,17 15 1 0 0,-25-26-13 0 0,1-1 1 0 0,-1 0 0 0 0,0 1 0 0 0,1-1 0 0 0,-1 0 0 0 0,0 1 0 0 0,0-1 0 0 0,0 0 0 0 0,0 1 0 0 0,0-1 0 0 0,0 1 0 0 0,0-1 0 0 0,0 0 0 0 0,0 1 0 0 0,-1-1-1 0 0,1 0 1 0 0,-1 1 0 0 0,1-1 0 0 0,-1 1 0 0 0,-2 0 10 0 0,1 0 0 0 0,-1 0 1 0 0,0-1-1 0 0,0 0 0 0 0,0 1 0 0 0,0-1 0 0 0,0 0 0 0 0,0-1 0 0 0,-3 2 0 0 0,-33 2 120 0 0,22-2-107 0 0,-43 5 103 0 0,59-7-123 0 0,-1 0 1 0 0,1 1-1 0 0,0-1 0 0 0,0 0 0 0 0,0 1 1 0 0,0-1-1 0 0,0 1 0 0 0,0-1 0 0 0,-2 2 0 0 0,3-1 6 0 0,0-1 0 0 0,-1 0-1 0 0,1 0 1 0 0,0 0 0 0 0,0 1-1 0 0,0-1 1 0 0,0 0-1 0 0,0 0 1 0 0,-1 1 0 0 0,1-1-1 0 0,0 0 1 0 0,0 0-1 0 0,0 1 1 0 0,0-1 0 0 0,0 0-1 0 0,0 0 1 0 0,0 1-1 0 0,0-1 1 0 0,0 0 0 0 0,0 1-1 0 0,0-1 1 0 0,0 0 0 0 0,0 0-1 0 0,0 1 1 0 0,0-1-1 0 0,0 0 1 0 0,0 0 0 0 0,1 1-1 0 0,-1-1 1 0 0,0 0-1 0 0,0 0 1 0 0,0 1 0 0 0,0-1-1 0 0,0 0 1 0 0,1 0-1 0 0,-1 0 1 0 0,0 1 0 0 0,0-1-1 0 0,0 0 1 0 0,1 0 0 0 0,-1 0-1 0 0,0 0 1 0 0,0 1-1 0 0,1-1 1 0 0,-1 0 0 0 0,0 0-1 0 0,0 0 1 0 0,1 0-1 0 0,-1 0 1 0 0,0 0 0 0 0,1 0-1 0 0,98 49 112 0 0,1 0-129 0 0,-95-47 6 0 0,-1 1 1 0 0,1 0-1 0 0,-1 0 1 0 0,0 0-1 0 0,4 5 1 0 0,-7-7-2 0 0,1 1 0 0 0,-1-1 0 0 0,0 1 0 0 0,0 0 1 0 0,0-1-1 0 0,0 1 0 0 0,0 0 0 0 0,0 0 0 0 0,-1 0 1 0 0,1 0-1 0 0,0 0 0 0 0,-1 0 0 0 0,0 0 0 0 0,1 0 1 0 0,-1 3-1 0 0,0-4 12 0 0,0 1 1 0 0,0 0-1 0 0,-1-1 1 0 0,1 1-1 0 0,0-1 0 0 0,-1 1 1 0 0,1 0-1 0 0,-1-1 1 0 0,0 1-1 0 0,1-1 1 0 0,-1 1-1 0 0,0-1 0 0 0,0 0 1 0 0,0 1-1 0 0,-2 1 1 0 0,1-1 9 0 0,0 0 0 0 0,-1 0 1 0 0,1 0-1 0 0,-1 0 0 0 0,1-1 0 0 0,-1 1 1 0 0,-5 1-1 0 0,0 0 23 0 0,-1 0 0 0 0,0-1 0 0 0,1-1 0 0 0,-18 2 1 0 0,-57 1-697 0 0,29-3-6939 0 0,44-1 1890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7410 0 0,'0'0'14145'0'0,"20"-9"-14089"0"0,63-26-8 0 0,-52 25-14 0 0,-30 10-31 0 0,0 0-1 0 0,0 0 1 0 0,0 0-1 0 0,0 0 1 0 0,0 0 0 0 0,0 0-1 0 0,0 1 1 0 0,0-1-1 0 0,0 0 1 0 0,1 1 0 0 0,4 1 8 0 0,4 0 29 0 0,1 1 1 0 0,20 8-1 0 0,-20-7-9 0 0,-8-3-18 0 0,0 0 1 0 0,0 1-1 0 0,0-1 1 0 0,5 3-1 0 0,-7-3-23 0 0,0-1 0 0 0,-1 1 0 0 0,1 0 0 0 0,0-1 0 0 0,-1 1 0 0 0,1 0 0 0 0,0-1 0 0 0,-1 1 0 0 0,1 0 0 0 0,-1 0 0 0 0,1 0 0 0 0,-1 0 0 0 0,0-1 0 0 0,1 1 0 0 0,-1 0 0 0 0,0 0 0 0 0,0 0-1 0 0,0 0 1 0 0,1 0 0 0 0,-1 0 0 0 0,0 1 0 0 0,-1 1-6 0 0,0 0 1 0 0,1 1-1 0 0,-1-1 0 0 0,0 0 0 0 0,-1 0 0 0 0,1 0 0 0 0,0 0 0 0 0,-1 0 1 0 0,-3 5-1 0 0,0-1 2 0 0,1-1 20 0 0,1 0 0 0 0,0 0-1 0 0,0 0 1 0 0,1 0 0 0 0,-1 0-1 0 0,1 1 1 0 0,1 0 0 0 0,-1-1-1 0 0,1 1 1 0 0,0 0 0 0 0,0 9-1 0 0,1-5 14 0 0,1 0 0 0 0,0 0 0 0 0,0 0 0 0 0,1 0-1 0 0,0-1 1 0 0,1 1 0 0 0,0 0 0 0 0,1-1 0 0 0,6 12-1 0 0,89 159 173 0 0,-89-162-181 0 0,14 33-1 0 0,-18-39 5 0 0,-5-8-17 0 0,1 0-1 0 0,-1 1 0 0 0,0-1 0 0 0,-1 1 0 0 0,1-1 1 0 0,-2 10-1 0 0,1-14 6 0 0,-1-1 16 0 0,-1 1-1 0 0,1-1 0 0 0,-1 1 0 0 0,0-1 0 0 0,1 0 0 0 0,-1 1 1 0 0,-2-1-1 0 0,2 0 11 0 0,-11 1-641 0 0,-1 0 1 0 0,-23-2 0 0 0,9 0-7365 0 0,22 1 3384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1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5529 0 0,'0'0'12340'0'0,"5"-3"-12313"0"0,14-8-15 0 0,-18 11-12 0 0,0 0 1 0 0,0 0-1 0 0,0 0 1 0 0,0 0 0 0 0,-1 0-1 0 0,1 0 1 0 0,0 0-1 0 0,0 0 1 0 0,0 0-1 0 0,0 1 1 0 0,-1-1-1 0 0,1 0 1 0 0,0 0-1 0 0,0 1 1 0 0,0-1-1 0 0,-1 1 1 0 0,1-1-1 0 0,0 0 1 0 0,-1 1 0 0 0,1 0-1 0 0,0-1 1 0 0,-1 1-1 0 0,2 0 1 0 0,2 3 0 0 0,15 10 127 0 0,-1 0 0 0 0,20 22 0 0 0,31 38 593 0 0,-62-66-653 0 0,17 21 269 0 0,0 1 1 0 0,-2 0-1 0 0,18 34 1 0 0,-29-43-146 0 0,0 1-1 0 0,-1 1 1 0 0,-2 0-1 0 0,0 0 0 0 0,7 40 1 0 0,-11-41-61 0 0,-1 0-1 0 0,-2 0 1 0 0,0 0-1 0 0,-1 0 1 0 0,-1 0-1 0 0,-6 29 1 0 0,4-34-88 0 0,-1-1 1 0 0,-1 0-1 0 0,-1 0 0 0 0,0-1 1 0 0,-1 1-1 0 0,0-2 0 0 0,-2 1 1 0 0,-18 26-1 0 0,18-31-485 0 0,1 0-1 0 0,-2-1 0 0 0,1 0 1 0 0,-13 9-1 0 0,0-3-3397 0 0,0-3-3386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2777 0 0,'0'0'12077'0'0,"-5"-7"-11420"0"0,-16-23-159 0 0,20 29-388 0 0,0 0 0 0 0,0 0-1 0 0,0 0 1 0 0,0 0 0 0 0,0 0 0 0 0,0 0 0 0 0,0 0 0 0 0,0 0 0 0 0,0 0 0 0 0,-3-1 0 0 0,-6 2 1627 0 0,5 0-892 0 0,4 0-655 0 0,-12 11 3985 0 0,15-7-4074 0 0,0-1 0 0 0,1 1 0 0 0,-1-1-1 0 0,1 0 1 0 0,0 1 0 0 0,0-1 0 0 0,4 2-1 0 0,-5-3-38 0 0,179 194 1583 0 0,-24-24-1075 0 0,-55-68-252 0 0,-85-86-262 0 0,32 28 63 0 0,-21-22-38 0 0,-12-9-3 0 0,0-1 0 0 0,1-1 0 0 0,0-1 0 0 0,33 17-1 0 0,-48-28-39 0 0,1 1-1 0 0,0-1 0 0 0,0 0 0 0 0,0 0 0 0 0,0-1 0 0 0,5 1 0 0 0,-9-10-878 0 0,-5 0-145 0 0,-1-1 0 0 0,1 2 0 0 0,-2-1 0 0 0,1 1 0 0 0,-16-13 0 0 0,10 8-554 0 0,-30-26-7672 0 0,31 26-1238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41 9530 0 0,'0'0'18423'0'0,"-2"-7"-18058"0"0,-6-19-88 0 0,6 19 261 0 0,2 12-535 0 0,0 0 0 0 0,0 0 1 0 0,0 0-1 0 0,0 0 0 0 0,-1 0 1 0 0,0 0-1 0 0,0 0 0 0 0,0-1 1 0 0,-3 7-1 0 0,0 4 19 0 0,-7 29 19 0 0,-26 64 0 0 0,15-51 24 0 0,-8 20-46 0 0,-22 62 97 0 0,7-16-53 0 0,34-96-182 0 0,-27 44-1 0 0,30-56-773 0 0,0-1-3256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7098 0 0,'0'0'18303'0'0,"1"-2"-18097"0"0,0 1-191 0 0,0 0 0 0 0,0 0 0 0 0,0 0 0 0 0,1 0 0 0 0,-1 0 0 0 0,0 0 0 0 0,1 0 0 0 0,-1 0 0 0 0,1 1 0 0 0,-1-1 0 0 0,1 1 0 0 0,-1-1 0 0 0,1 1 0 0 0,0-1 0 0 0,-1 1 0 0 0,1 0 0 0 0,0 0 0 0 0,1 0 1 0 0,41 0 103 0 0,-26 0-59 0 0,-5 1-9 0 0,1 1-1 0 0,-1 0 1 0 0,0 0-1 0 0,-1 2 1 0 0,1-1-1 0 0,17 9 1 0 0,-28-12-46 0 0,-1 1 0 0 0,1 0 0 0 0,-1 0 1 0 0,1 0-1 0 0,-1 0 0 0 0,1 0 1 0 0,-1 0-1 0 0,0 0 0 0 0,0 0 0 0 0,1 1 1 0 0,-1-1-1 0 0,0 0 0 0 0,0 1 0 0 0,0-1 1 0 0,0 1-1 0 0,-1-1 0 0 0,1 1 1 0 0,0 0-1 0 0,0 2 0 0 0,0-1-8 0 0,-1 0-1 0 0,1 1 1 0 0,-1-1 0 0 0,0 1-1 0 0,0-1 1 0 0,0 1 0 0 0,0-1-1 0 0,0 1 1 0 0,-2 3 0 0 0,0-1 3 0 0,-1 1 0 0 0,1-1 0 0 0,-1 0-1 0 0,-1 0 1 0 0,1-1 0 0 0,-1 1 0 0 0,-4 5 0 0 0,-3 3 26 0 0,-2 6 30 0 0,0 1 0 0 0,-12 25 0 0 0,24-45-36 0 0,1 1 1 0 0,-1 0-1 0 0,1-1 0 0 0,-1 1 1 0 0,1 0-1 0 0,0-1 0 0 0,0 1 1 0 0,0 0-1 0 0,0 0 0 0 0,0 1 0 0 0,0-2 14 0 0,0 0 0 0 0,0 0 0 0 0,0 0 0 0 0,0-1 0 0 0,1 1-1 0 0,-1 0 1 0 0,0 0 0 0 0,1-1 0 0 0,-1 1 0 0 0,0 0-1 0 0,1-1 1 0 0,-1 1 0 0 0,1 0 0 0 0,-1-1 0 0 0,1 1 0 0 0,-1 0-1 0 0,1-1 1 0 0,-1 1 0 0 0,1-1 0 0 0,1 1 0 0 0,4 1 79 0 0,0 0 1 0 0,0 0 0 0 0,0-1 0 0 0,0 1-1 0 0,0-2 1 0 0,1 1 0 0 0,-1-1 0 0 0,0 0-1 0 0,11-1 1 0 0,4 1-16 0 0,1-2-483 0 0,0-1 0 0 0,1 0 0 0 0,-1-2 1 0 0,-1 0-1 0 0,26-11 0 0 0,-38 11-1887 0 0,-4 2-1090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54 10010 0 0,'0'0'16104'0'0,"-30"-9"-15867"0"0,-93-26-80 0 0,84 26-80 0 0,28 9-30 0 0,3 1-29 0 0,-5-2-5 0 0,7 1-17 0 0,1 0 0 0 0,0 0 0 0 0,-1 0 1 0 0,1 1-1 0 0,0-1 0 0 0,0 1 0 0 0,0 0 0 0 0,-7 3 0 0 0,8-3-606 0 0,0 1 1 0 0,0-1-1 0 0,-1-1 0 0 0,1 1 0 0 0,0-1 0 0 0,-1 1 0 0 0,-5-1 0 0 0,7-1-1092 0 0,1 1-1 0 0,-1 0 1 0 0,0 0 0 0 0,1-1-1 0 0,-1 0 1 0 0,1 1-1 0 0,-5-3 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67 14067 0 0,'0'0'12415'0'0,"-28"-11"-12403"0"0,-86-34-3 0 0,82 35-1 0 0,32 10-8 0 0,-1 0 0 0 0,1 0 0 0 0,-1 0 1 0 0,1 0-1 0 0,0 0 0 0 0,-1 0 0 0 0,1 0 0 0 0,-1 0 0 0 0,1 0 0 0 0,0 0 0 0 0,-1 0 0 0 0,1 0 0 0 0,-1 0 0 0 0,1 0 0 0 0,0 0 1 0 0,-1 1-1 0 0,1-1 0 0 0,0 0 0 0 0,-1 0 0 0 0,1 0 0 0 0,-1 1 0 0 0,-3 1-5 0 0,-12 7-74 0 0,10-6-389 0 0,0 1 0 0 0,-1-1 0 0 0,1-1 0 0 0,-8 3 0 0 0,-13 0-4654 0 0,10-2-3131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26 3721 0 0,'0'0'20728'0'0,"-3"-4"-20097"0"0,-9-12-116 0 0,12 15-455 0 0,-1 1 1 0 0,1-1-1 0 0,-1 1 1 0 0,1-1-1 0 0,-1 1 1 0 0,1 0-1 0 0,-1 0 1 0 0,1-1-1 0 0,-1 1 1 0 0,0 0-1 0 0,1 0 1 0 0,-1-1-1 0 0,1 1 1 0 0,-1 0-1 0 0,1 0 1 0 0,-1 0-1 0 0,0 0 1 0 0,1 0-1 0 0,-1 0 1 0 0,0 0-1 0 0,1 0 1 0 0,-1 0-1 0 0,1 0 1 0 0,-1 0-1 0 0,0 0 1 0 0,1 1-1 0 0,-1-1 1 0 0,1 0-1 0 0,-1 0 1 0 0,1 1-1 0 0,-1-1 1 0 0,1 0-1 0 0,-1 1 1 0 0,1-1-1 0 0,-1 0 1 0 0,1 1-1 0 0,-1 0 1 0 0,-5 5-52 0 0,0 0-1 0 0,0 1 1 0 0,0-1 0 0 0,1 1-1 0 0,1 1 1 0 0,-1-1 0 0 0,1 1-1 0 0,0 0 1 0 0,-5 15 0 0 0,0 5 41 0 0,-8 46 1 0 0,12-39-37 0 0,2-1 0 0 0,2 57 0 0 0,1-57 20 0 0,1-5 32 0 0,8 54 0 0 0,14 27 14 0 0,-15-72-85 0 0,2 0 43 0 0,2 0 0 0 0,1 0 0 0 0,2-2 0 0 0,20 37 0 0 0,-12-37-6 0 0,-21-33-71 0 0,0 1 0 0 0,1-1 0 0 0,0 0 0 0 0,0 0 0 0 0,0-1 0 0 0,0 1 0 0 0,0 0 1 0 0,4 1-1 0 0,-6-3-92 0 0,0-1 1 0 0,0 1 0 0 0,0-1-1 0 0,0 0 1 0 0,0 0-1 0 0,0 1 1 0 0,0-1 0 0 0,0 0-1 0 0,0 0 1 0 0,0 0 0 0 0,0 0-1 0 0,0 0 1 0 0,0 0 0 0 0,0 0-1 0 0,0 0 1 0 0,-1-1-1 0 0,1 1 1 0 0,0 0 0 0 0,0 0-1 0 0,0-1 1 0 0,0 1 0 0 0,0-1-1 0 0,1 0 1 0 0,7-7-3721 0 0,-1-1-3796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7026 0 0,'0'0'10929'0'0,"-2"0"-10729"0"0,2 0-189 0 0,0 0 1 0 0,-1 0 0 0 0,1 0 0 0 0,-1 0-1 0 0,1 1 1 0 0,0-1 0 0 0,-1 0 0 0 0,1 0 0 0 0,0 0-1 0 0,-1 0 1 0 0,1 0 0 0 0,0 1 0 0 0,-1-1-1 0 0,1 0 1 0 0,0 0 0 0 0,-1 0 0 0 0,1 1 0 0 0,0-1-1 0 0,0 0 1 0 0,-1 0 0 0 0,1 1 0 0 0,0-1-1 0 0,0 0 1 0 0,-1 1 0 0 0,1-1 0 0 0,0 0 0 0 0,0 1-1 0 0,0-1 1 0 0,0 0 0 0 0,0 1 0 0 0,-1-1-1 0 0,1 1 1 0 0,0-1 0 0 0,0 1 0 0 0,0 1 48 0 0,1-1 1 0 0,-1 1-1 0 0,0-1 0 0 0,1 1 1 0 0,-1-1-1 0 0,1 1 1 0 0,0-1-1 0 0,-1 1 0 0 0,3 1 1 0 0,3 7 153 0 0,1-1-1 0 0,0 0 1 0 0,1 0 0 0 0,0-1 0 0 0,0 0 0 0 0,14 11-1 0 0,62 36 482 0 0,-56-38-520 0 0,192 111 594 0 0,-212-123-767 0 0,-8-4-35 0 0,1 0-1 0 0,0-1 1 0 0,0 1 0 0 0,0-1-1 0 0,0 1 1 0 0,-1-1 0 0 0,1 1 0 0 0,0-1-1 0 0,0 0 1 0 0,0 1 0 0 0,0-1 0 0 0,1 0-1 0 0,-12-4-7711 0 0,1-2 1607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10554 0 0,'0'0'14010'0'0,"-23"13"-13795"0"0,-69 42-69 0 0,64-36-68 0 0,28-19-75 0 0,-1 0 0 0 0,1 1 0 0 0,0-1 0 0 0,-1 0 0 0 0,1 1 0 0 0,0-1 1 0 0,-1 1-1 0 0,1-1 0 0 0,0 0 0 0 0,-1 1 0 0 0,1-1 0 0 0,0 1 0 0 0,0-1 0 0 0,-1 1 1 0 0,1 0-1 0 0,-3 5 24 0 0,0 1 24 0 0,-1-1 1 0 0,1 0-1 0 0,1 0 1 0 0,-1 1-1 0 0,-2 13 0 0 0,-4 36-1781 0 0,5-42-2136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39 9050 0 0,'0'0'13448'0'0,"-31"-6"-13108"0"0,-99-20-93 0 0,87 19-125 0 0,27 7-33 0 0,4 1-43 0 0,8-2-42 0 0,0 1-1 0 0,0 0 0 0 0,0 1 0 0 0,0-1 0 0 0,0 1 0 0 0,0 0 1 0 0,0 0-1 0 0,0 0 0 0 0,1 0 0 0 0,-1 1 0 0 0,0-1 0 0 0,-5 4 1 0 0,7-4-3 0 0,0 0 1 0 0,0 0 0 0 0,1 0-1 0 0,-1 0 1 0 0,1 0 0 0 0,-1 1-1 0 0,1-1 1 0 0,-1 0 0 0 0,1 1-1 0 0,0-1 1 0 0,0 1 0 0 0,0 0-1 0 0,0-1 1 0 0,0 1 0 0 0,0 0-1 0 0,0-1 1 0 0,0 1-1 0 0,0 0 1 0 0,1 0 0 0 0,-1 0-1 0 0,1 0 1 0 0,0 0 0 0 0,-1-1-1 0 0,1 1 1 0 0,0 0 0 0 0,0 0-1 0 0,0 0 1 0 0,1 4 0 0 0,-1-3 19 0 0,1-1 0 0 0,0 1 0 0 0,0 0 0 0 0,-1-1 0 0 0,1 1 0 0 0,1-1 0 0 0,-1 1 0 0 0,0-1 0 0 0,4 5 0 0 0,18 20 150 0 0,-12-15-124 0 0,4 5 2 0 0,67 84 65 0 0,-70-85-112 0 0,-2 1-1 0 0,0 0 0 0 0,-1 0 0 0 0,11 31 0 0 0,-13-27-6 0 0,-2 0-1 0 0,0 1 0 0 0,-2 0 1 0 0,0-1-1 0 0,-1 41 1 0 0,-2-24 0 0 0,1 47-16 0 0,0-69 37 0 0,1 1-1 0 0,0-2 0 0 0,6 20 1 0 0,-5-23-3 0 0,-2-8-6 0 0,0-1 0 0 0,0 0-1 0 0,0 0 1 0 0,0 1 0 0 0,0-1-1 0 0,1 0 1 0 0,3 5-1 0 0,-3-5 9 0 0,-1-2 11 0 0,-1 0 0 0 0,1 0 0 0 0,0 0 0 0 0,0 0 0 0 0,0 0 0 0 0,0 0 0 0 0,0 0 0 0 0,0 0 0 0 0,3 1 0 0 0,2 2 160 0 0,-4-2-121 0 0,0-1-1 0 0,0 0 0 0 0,0 0 0 0 0,1 0 1 0 0,-1 0-1 0 0,4 1 0 0 0,7 0 86 0 0,-1-1 0 0 0,0 0-1 0 0,24-3 1 0 0,-31 1-192 0 0,0 0 0 0 0,0 0-1 0 0,0 0 1 0 0,0-1 0 0 0,0 0-1 0 0,8-4 1 0 0,8-8-3060 0 0,-19 13 1396 0 0,0-1 1 0 0,8-10-5117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28 11658 0 0,'0'0'12008'0'0,"21"-6"-12057"0"0,64-15 10 0 0,-83 21 38 0 0,1 0 0 0 0,-1 0-1 0 0,0-1 1 0 0,0 1-1 0 0,0 1 1 0 0,1-1 0 0 0,-1 0-1 0 0,4 1 1 0 0,-5 0 0 0 0,0-1 0 0 0,0 1 1 0 0,0 0-1 0 0,0-1 0 0 0,0 1 0 0 0,0-1 1 0 0,-1 1-1 0 0,1 0 0 0 0,1 1 0 0 0,-2-2 1 0 0,19 21-12 0 0,-1 1-1 0 0,-2 1 0 0 0,20 32 1 0 0,-31-45 0 0 0,0 1 1 0 0,-1 0 0 0 0,0-1 0 0 0,4 16-1 0 0,-7-21 14 0 0,0 1 0 0 0,0-1 0 0 0,-1 0 0 0 0,0 1 0 0 0,1-1 0 0 0,-2 1 0 0 0,1-1 0 0 0,-1 0 0 0 0,0 1 0 0 0,0-1-1 0 0,-2 7 1 0 0,2-9 19 0 0,-1 0 0 0 0,1-1 0 0 0,-1 1 0 0 0,1 0 0 0 0,-1-1 0 0 0,0 0 0 0 0,0 1-1 0 0,0-1 1 0 0,0 0 0 0 0,0 0 0 0 0,-1 0 0 0 0,1 0 0 0 0,-4 2 0 0 0,1-2 35 0 0,1 0 0 0 0,0 0 0 0 0,-1 0 0 0 0,0-1 0 0 0,0 1-1 0 0,1-1 1 0 0,-10 1 0 0 0,5-2 21 0 0,0 0 1 0 0,0 0-1 0 0,0 0 0 0 0,0-1 0 0 0,0-1 0 0 0,0 0 0 0 0,0 0 0 0 0,-12-5 0 0 0,15 5-38 0 0,-74-33 422 0 0,70 30-389 0 0,-1-1 0 0 0,1 0 0 0 0,0-1-1 0 0,0-1 1 0 0,-9-8 0 0 0,17 13-46 0 0,-1-1 0 0 0,1 1 1 0 0,-1 0-1 0 0,1-1 0 0 0,0 0 1 0 0,0 1-1 0 0,1-1 0 0 0,-1 0 0 0 0,1 0 1 0 0,0 0-1 0 0,0 0 0 0 0,0 0 1 0 0,0 0-1 0 0,1 0 0 0 0,-1 0 1 0 0,1-1-1 0 0,0 1 0 0 0,1 0 0 0 0,-1 0 1 0 0,2-6-1 0 0,-2 8-56 0 0,1 1 1 0 0,0-1-1 0 0,0 0 0 0 0,-1 0 1 0 0,1 1-1 0 0,0-1 0 0 0,0 0 1 0 0,0 1-1 0 0,1-1 0 0 0,-1 1 1 0 0,0 0-1 0 0,0-1 0 0 0,1 1 0 0 0,-1 0 1 0 0,4-2-1 0 0,2-2-398 0 0,0 1 0 0 0,11-4-1 0 0,-6 3-406 0 0,-5 2-213 0 0,1 0 1 0 0,0 1-1 0 0,-1-1 1 0 0,1 2 0 0 0,15-2-1 0 0,18 1-10094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9954 0 0,'0'0'12728'0'0,"17"-8"-12710"0"0,53-25-13 0 0,-67 31-6 0 0,1 1-1 0 0,-1 0 1 0 0,0 0 0 0 0,1 0 0 0 0,-1 0 0 0 0,5 0 0 0 0,-7 1 0 0 0,0 0 0 0 0,0 0 0 0 0,0 0 0 0 0,0 0 0 0 0,0 1 1 0 0,0-1-1 0 0,0 0 0 0 0,0 1 0 0 0,0-1 0 0 0,2 1 1 0 0,2 2-3 0 0,20 6-17 0 0,45 24 0 0 0,-62-28-11 0 0,0 0 1 0 0,-1 0-1 0 0,0 0 1 0 0,0 1-1 0 0,0 0 1 0 0,0 0-1 0 0,-1 1 0 0 0,0-1 1 0 0,7 12-1 0 0,-10-13 11 0 0,-1 0 0 0 0,0 0 0 0 0,0 0 0 0 0,-1 0 0 0 0,1 0 0 0 0,-1 0 0 0 0,0 0 0 0 0,0 9 0 0 0,0 5-13 0 0,-3 20 0 0 0,2-31 35 0 0,-2 7 28 0 0,0 0 0 0 0,-1 1 0 0 0,0-2 0 0 0,-11 29 0 0 0,12-37-11 0 0,0 0 1 0 0,0 1-1 0 0,1 0 0 0 0,0-1 1 0 0,-1 12-1 0 0,3 33 158 0 0,-1-48-165 0 0,2 9 30 0 0,0-1 0 0 0,1 1 0 0 0,1-1 0 0 0,-1 0 0 0 0,2 0 0 0 0,7 14 0 0 0,1 5 31 0 0,-9-20-48 0 0,1 3 21 0 0,1 1 0 0 0,0-1 0 0 0,1 0 0 0 0,0 0 0 0 0,15 19 0 0 0,-20-31-42 0 0,0 1-1 0 0,0 0 1 0 0,0 0 0 0 0,-1 0-1 0 0,1 1 1 0 0,0-1-1 0 0,-1 0 1 0 0,0 1-1 0 0,0-1 1 0 0,0 0-1 0 0,0 1 1 0 0,0 0 0 0 0,0-1-1 0 0,0 6 1 0 0,-1-8-2 0 0,0 0 0 0 0,-1 1 1 0 0,1-1-1 0 0,0 0 0 0 0,-1 1 0 0 0,1-1 1 0 0,0 0-1 0 0,-1 0 0 0 0,1 1 1 0 0,-1-1-1 0 0,1 0 0 0 0,0 0 0 0 0,-1 0 1 0 0,1 1-1 0 0,-1-1 0 0 0,1 0 1 0 0,-1 0-1 0 0,1 0 0 0 0,-1 0 0 0 0,1 0 1 0 0,-1 0-1 0 0,1 0 0 0 0,-1 0 1 0 0,1 0-1 0 0,-1 0 0 0 0,0-1 0 0 0,-4 2 30 0 0,-12 2-223 0 0,-1 0 0 0 0,0-1 0 0 0,0 0 0 0 0,-27-3 0 0 0,-19 3-6441 0 0,47-2 772 0 0,2 0-4058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8890 0 0,'0'0'14518'0'0,"-2"3"-14476"0"0,0-1-25 0 0,1 1-1 0 0,-1-1 0 0 0,1 1 0 0 0,0 0 0 0 0,-1-1 1 0 0,1 1-1 0 0,0 0 0 0 0,1 0 0 0 0,-1 0 1 0 0,0 0-1 0 0,1 0 0 0 0,0 0 0 0 0,0 0 0 0 0,0 0 1 0 0,0 0-1 0 0,0-1 0 0 0,1 7 0 0 0,1 2 57 0 0,0 0-1 0 0,1-1 0 0 0,7 20 1 0 0,10 21 97 0 0,19 45-57 0 0,-29-76-330 0 0,7 19-1232 0 0,-5-13-4246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10986 0 0,'0'0'11533'0'0,"-29"2"-11356"0"0,-93 5-72 0 0,81-3-51 0 0,29-2-36 0 0,3 1-33 0 0,-14 3-382 0 0,-12 2-2295 0 0,14 0-5284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0,'0'0'14042'0'0,"28"18"-13902"0"0,89 54-39 0 0,-56-31-24 0 0,-50-32-67 0 0,6 3-183 0 0,0 2 0 0 0,-1 0-1 0 0,-1 1 1 0 0,0 0 0 0 0,23 32 0 0 0,-33-36-1130 0 0,-5-10 753 0 0,1 0 1 0 0,-1 0-1 0 0,1 0 0 0 0,-1 0 0 0 0,1 0 1 0 0,0 0-1 0 0,-1 0 0 0 0,1 0 1 0 0,0 0-1 0 0,0 0 0 0 0,-1 0 0 0 0,1 0 1 0 0,0-1-1 0 0,2 2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9706 0 0,'0'0'13094'0'0,"-22"26"-13004"0"0,-70 81-16 0 0,86-100-54 0 0,0 0 0 0 0,-9 15 0 0 0,14-21-18 0 0,-5 11-348 0 0,-1 1 1 0 0,-1-2-1 0 0,-9 13 0 0 0,13-20-2317 0 0,0 0 0 0 0,0 0 0 0 0,-7 4 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38 10618 0 0,'0'0'12858'0'0,"-25"-6"-12836"0"0,-80-19-2 0 0,70 18 3 0 0,26 8 4 0 0,2 1-11 0 0,-14 3-5 0 0,-28 10 0 0 0,49-15-11 0 0,-1 0 0 0 0,1 0 0 0 0,-1 0-1 0 0,1 0 1 0 0,-1 0 0 0 0,1 0 0 0 0,0 0 0 0 0,-1 1-1 0 0,1-1 1 0 0,-1 0 0 0 0,1 0 0 0 0,-1 1-1 0 0,1-1 1 0 0,0 0 0 0 0,-1 0 0 0 0,1 1 0 0 0,0-1-1 0 0,-1 0 1 0 0,1 1 0 0 0,0-1 0 0 0,0 1-1 0 0,-1-1 1 0 0,1 0 0 0 0,0 1 0 0 0,0-1 0 0 0,0 1-1 0 0,-1-1 1 0 0,1 1 0 0 0,0-1 0 0 0,0 0-1 0 0,0 1 1 0 0,0-1 0 0 0,0 1 0 0 0,0-1 0 0 0,0 1-1 0 0,0-1 1 0 0,0 1 0 0 0,0-1 0 0 0,0 1-1 0 0,0-1 1 0 0,1 1 0 0 0,-1-1 0 0 0,0 0-1 0 0,0 1 1 0 0,0-1 0 0 0,1 1 0 0 0,1 3 39 0 0,1-1 0 0 0,-1 0 0 0 0,1 1 0 0 0,5 3 1 0 0,0 1 2 0 0,1 3-53 0 0,-1 0-1 0 0,0 1 0 0 0,0 0 0 0 0,-1 0 0 0 0,-1 1 0 0 0,0 0 0 0 0,0 0 1 0 0,3 16-1 0 0,-4-9 12 0 0,5 31 1 0 0,-6-26 14 0 0,-1-5 0 0 0,-1 28-1 0 0,0-11-5 0 0,1 17-2 0 0,-2-16 78 0 0,8 39-1 0 0,-7-65 20 0 0,1-1 0 0 0,0 1-1 0 0,1-1 1 0 0,1 0-1 0 0,8 17 1 0 0,-12-26-35 0 0,1 0 0 0 0,-1-1 0 0 0,1 1 0 0 0,-1 0 0 0 0,1-1 0 0 0,0 1 0 0 0,0-1 0 0 0,-1 1 0 0 0,1-1 0 0 0,0 0 0 0 0,0 0 0 0 0,0 0 0 0 0,0 0 0 0 0,1 0 0 0 0,-1 0 0 0 0,0 0-1 0 0,0-1 1 0 0,4 1 0 0 0,4 0 154 0 0,0 0 0 0 0,0-1 0 0 0,11 0-1 0 0,-3-1-219 0 0,-3 1-18 0 0,-8 1-108 0 0,-1-1 0 0 0,1 0 0 0 0,0 0 0 0 0,-1-1 0 0 0,1 0-1 0 0,-1 0 1 0 0,10-4 0 0 0,-6 2-1145 0 0,4-2-2819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9506 0 0,'0'0'14360'0'0,"9"-13"-14296"0"0,29-41-18 0 0,-37 53-44 0 0,1-1-1 0 0,-1 1 1 0 0,0-1 0 0 0,0 1 0 0 0,1 0 0 0 0,-1-1 0 0 0,1 1-1 0 0,-1 0 1 0 0,3-1 0 0 0,-3 2-2 0 0,-1 0 1 0 0,1-1-1 0 0,-1 1 1 0 0,1 0-1 0 0,0 0 1 0 0,-1 0-1 0 0,1 0 1 0 0,0 0-1 0 0,-1 0 1 0 0,1 0-1 0 0,-1 0 0 0 0,1 0 1 0 0,0 1-1 0 0,0-1 1 0 0,4 1-1 0 0,4-1-10 0 0,-1 1 1 0 0,1 0-1 0 0,0 1 0 0 0,-1 0 0 0 0,1 1 0 0 0,-1-1 1 0 0,0 2-1 0 0,16 7 0 0 0,-16-7 4 0 0,1 1 0 0 0,-1 0 1 0 0,0 0-1 0 0,9 8 0 0 0,-15-11 2 0 0,1 0 0 0 0,-1 0 0 0 0,0 1 0 0 0,0-1 0 0 0,-1 0 0 0 0,1 1-1 0 0,0-1 1 0 0,-1 1 0 0 0,0 0 0 0 0,1-1 0 0 0,-1 1 0 0 0,0 0 0 0 0,0 0 0 0 0,-1 0 0 0 0,1 0 0 0 0,-1 0 0 0 0,1 5-1 0 0,-1-5 10 0 0,-1 0-1 0 0,1-1 0 0 0,-1 1 0 0 0,1 0 0 0 0,-1 0 0 0 0,0-1 0 0 0,0 1 0 0 0,0 0 0 0 0,0-1 0 0 0,-1 1 1 0 0,1-1-1 0 0,-1 1 0 0 0,0-1 0 0 0,0 0 0 0 0,-2 3 0 0 0,-6 4 59 0 0,1 0-1 0 0,-15 9 1 0 0,-5 4 118 0 0,20-14-124 0 0,5-5-32 0 0,0 0 0 0 0,1 0 1 0 0,0 0-1 0 0,-1 0 0 0 0,1 1 0 0 0,0 0 1 0 0,1-1-1 0 0,-1 1 0 0 0,-3 7 1 0 0,6-10 2 0 0,0 0 0 0 0,0-1-1 0 0,-1 1 1 0 0,1 0 0 0 0,0 0 0 0 0,0-1 0 0 0,1 1 0 0 0,-1 0 0 0 0,0 0 0 0 0,0-1 0 0 0,0 1 0 0 0,0 0 0 0 0,1 0 0 0 0,-1-1 0 0 0,0 1 0 0 0,1 0 0 0 0,-1-1 0 0 0,0 1 0 0 0,1 0 0 0 0,-1-1 0 0 0,1 1 0 0 0,-1-1 0 0 0,1 1 0 0 0,-1-1 0 0 0,1 1 0 0 0,-1-1 0 0 0,1 1 0 0 0,0-1 0 0 0,-1 1 0 0 0,1-1 0 0 0,0 0 0 0 0,-1 1 0 0 0,1-1 0 0 0,0 0-1 0 0,-1 0 1 0 0,1 0 0 0 0,0 1 0 0 0,0-1 0 0 0,1 0 0 0 0,4 1 109 0 0,1 0-1 0 0,-1-1 0 0 0,12 0 0 0 0,-11 0-95 0 0,26-1-159 0 0,0-1 1 0 0,0-2-1 0 0,37-8 0 0 0,-48 7-866 0 0,12-2-2648 0 0,-12 1-3700 0 0,-14 4 1514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0,'0'0'10468'0'0,"31"4"-10209"0"0,93 9 18 0 0,-82-7 9 0 0,42 17 1226 0 0,-82-23-1473 0 0,0 0 1 0 0,-1 1-1 0 0,1-1 1 0 0,-1 1 0 0 0,1-1-1 0 0,-1 1 1 0 0,0 0-1 0 0,1-1 1 0 0,-1 1-1 0 0,0 0 1 0 0,1 0-1 0 0,-1 0 1 0 0,0 0-1 0 0,2 2 1 0 0,-2-2-48 0 0,0 1 0 0 0,-1-1 0 0 0,1 0 0 0 0,-1 1 0 0 0,1-1 1 0 0,-1 1-1 0 0,0-1 0 0 0,1 0 0 0 0,-1 1 0 0 0,0-1 0 0 0,0 1 0 0 0,0-1 0 0 0,0 1 0 0 0,0-1 1 0 0,-1 3-1 0 0,0 2 13 0 0,-7 95 292 0 0,8-85-207 0 0,1 0-1 0 0,1 0 0 0 0,6 25 1 0 0,5 26 72 0 0,5 22 176 0 0,-4-22-115 0 0,-8-34-144 0 0,-4-19 6 0 0,5 17 0 0 0,-1-12-8 0 0,-5-11-23 0 0,2 0-1 0 0,5 12 0 0 0,-6-15 108 0 0,0-1 0 0 0,0 1-1 0 0,-1 0 1 0 0,1 0-1 0 0,-1 0 1 0 0,0 0 0 0 0,0 0-1 0 0,0 6 1 0 0,-13-4-20 0 0,4-3-446 0 0,0-1 0 0 0,0-1 0 0 0,0 0 0 0 0,-14 3 0 0 0,-36 1-6053 0 0,48-5 4549 0 0,-8-1-3806 0 0,4 0-2604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0,'0'0'9636'0'0,"10"7"-9353"0"0,2 1-131 0 0,-3-1 49 0 0,0-1 0 0 0,-1 1-1 0 0,0 1 1 0 0,11 11 0 0 0,14 19 1381 0 0,-1 1 0 0 0,39 62 0 0 0,-54-71-1130 0 0,-1-1-1 0 0,-2 2 0 0 0,0 0 1 0 0,14 54-1 0 0,-18-49-183 0 0,-1 1 1 0 0,-3 0-1 0 0,5 74 1 0 0,-11-95-222 0 0,0-2 22 0 0,-1 18 0 0 0,0-27-54 0 0,0 0 0 0 0,0 0 0 0 0,-1 0 0 0 0,1-1 1 0 0,-1 1-1 0 0,0 0 0 0 0,-3 5 0 0 0,-2 2 209 0 0,0-1 0 0 0,-11 13-1 0 0,-2-5-2758 0 0,17-17 690 0 0,0 0 1 0 0,0 0 0 0 0,0 0-1 0 0,0-1 1 0 0,-5 3 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80 113 496 0 0,'0'0'22420'0'0,"4"-18"-21988"0"0,11-52-99 0 0,-9 51-126 0 0,-6 19-202 0 0,0 0 0 0 0,0 0 0 0 0,0 0 0 0 0,0 0-1 0 0,0 0 1 0 0,1-1 0 0 0,-1 1 0 0 0,0 0 0 0 0,0 0-1 0 0,0 0 1 0 0,0 0 0 0 0,0 0 0 0 0,0 0 0 0 0,1 0 0 0 0,-1 0-1 0 0,0-1 1 0 0,0 1 0 0 0,0 0 0 0 0,0 0 0 0 0,0 0 0 0 0,1 0-1 0 0,-1 0 1 0 0,0 0 0 0 0,0 0 0 0 0,0 0 0 0 0,0 0 0 0 0,0 0-1 0 0,1 0 1 0 0,-1 0 0 0 0,0 0 0 0 0,0 0 0 0 0,0 0-1 0 0,3 0 62 0 0,0-1-49 0 0,0 1 0 0 0,1-1 0 0 0,-1 0 0 0 0,1 1 0 0 0,-1 0 0 0 0,5 0 0 0 0,-8 1-51 0 0,1 1-1 0 0,-1-1 1 0 0,0 0 0 0 0,1 1 0 0 0,-1-1-1 0 0,0 1 1 0 0,0-1 0 0 0,0 0 0 0 0,0 1 0 0 0,0 1-1 0 0,-1-1 14 0 0,1-1 21 0 0,0 0 0 0 0,0 0 0 0 0,0 0 0 0 0,0 0-1 0 0,-1 0 1 0 0,1-1 0 0 0,-1 1 0 0 0,1 0 0 0 0,0 0-1 0 0,-1 0 1 0 0,0 0 0 0 0,1 0 0 0 0,-1-1 0 0 0,1 1-1 0 0,-1 0 1 0 0,-1 0 0 0 0,-14 12 123 0 0,7-6 1 0 0,0 0-6 0 0,1-1 58 0 0,-15 16 1 0 0,20-18-163 0 0,1-1 0 0 0,-1 1 0 0 0,0 0 0 0 0,1 0 0 0 0,0 0 0 0 0,0 0 0 0 0,-2 8 0 0 0,-7 23 25 0 0,1 0 1 0 0,2 1-1 0 0,2 1 0 0 0,1-1 0 0 0,0 44 0 0 0,4 80 101 0 0,2-137-103 0 0,1 1 0 0 0,1 0 1 0 0,1-1-1 0 0,1 0 0 0 0,1 0 0 0 0,1-1 0 0 0,1 1 1 0 0,18 34-1 0 0,-17-43 10 0 0,0 0 1 0 0,1 0-1 0 0,0-1 1 0 0,1 0 0 0 0,1-1-1 0 0,-1-1 1 0 0,2 0-1 0 0,24 17 1 0 0,-30-23-72 0 0,1-1 0 0 0,0 1 0 0 0,0-1 0 0 0,0-1 0 0 0,1 1 0 0 0,-1-2 0 0 0,17 4 0 0 0,-14-4-817 0 0,0-1 0 0 0,0 0 0 0 0,15-1 0 0 0,-23-1 212 0 0,0 1-1 0 0,0-1 1 0 0,0 1-1 0 0,0-1 1 0 0,5-2-1 0 0,7-4-5496 0 0,-13 6 4779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7538 0 0,'0'0'18312'0'0,"2"-7"-18307"0"0,-1 3-6 0 0,-1 2 0 0 0,0 0 1 0 0,1 0-1 0 0,-1 1 1 0 0,1-1-1 0 0,0 0 1 0 0,-1 0 0 0 0,3-2-1 0 0,-3 4 1 0 0,1-1 0 0 0,-1 1 0 0 0,0 0 0 0 0,1-1 0 0 0,-1 1 0 0 0,1 0 0 0 0,-1 0 0 0 0,1 0 0 0 0,-1-1 0 0 0,1 1 0 0 0,-1 0-1 0 0,0 0 1 0 0,1 0 0 0 0,-1 0 0 0 0,1 0 0 0 0,-1 0 0 0 0,1 0 0 0 0,-1 0 0 0 0,1 0 0 0 0,-1 0 0 0 0,1 0 0 0 0,-1 0 0 0 0,1 0 0 0 0,-1 0 0 0 0,1 0 0 0 0,-1 0 0 0 0,1 1 0 0 0,-1-1 0 0 0,1 0 0 0 0,-1 0 0 0 0,0 1 0 0 0,1-1 0 0 0,-1 0-1 0 0,1 1 1 0 0,-1-1 0 0 0,0 0 0 0 0,1 1 0 0 0,-1 0 0 0 0,44 35 0 0 0,26 20 2 0 0,-13-15 5 0 0,64 44 46 0 0,-89-65-35 0 0,67 30 1 0 0,-82-43-202 0 0,-3 0 125 0 0,20 5 1 0 0,-29-10-626 0 0,1-1-1 0 0,-1 0 1 0 0,1-1 0 0 0,6 1 0 0 0,-10-9-5948 0 0,-4-1 2266 0 0,-2 2-468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10946 0 0,'0'0'13799'0'0,"-22"7"-13555"0"0,-71 22-45 0 0,64-17-91 0 0,28-11-97 0 0,1-1 0 0 0,-1 1-1 0 0,0-1 1 0 0,0 1 0 0 0,0 0 0 0 0,1 0-1 0 0,-1-1 1 0 0,1 1 0 0 0,-1 0-1 0 0,0 1 1 0 0,-2 3 42 0 0,-12 17 109 0 0,-20 41 0 0 0,17-16-350 0 0,17-44-222 0 0,0-1 0 0 0,0 1 0 0 0,-1-1 0 0 0,1 1 0 0 0,-3 2 0 0 0,-3 0-3707 0 0,-4-1-4421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87 9058 0 0,'0'0'16346'0'0,"-13"-14"-16294"0"0,-40-43-35 0 0,36 43-19 0 0,17 13 2 0 0,0 1-1 0 0,0 0 1 0 0,-1 0-1 0 0,1 0 1 0 0,0 0-1 0 0,-1 0 1 0 0,1-1-1 0 0,0 1 1 0 0,-1 0-1 0 0,1 0 1 0 0,0 0-1 0 0,-1 0 1 0 0,1 0-1 0 0,0 0 1 0 0,-1 0-1 0 0,1 0 1 0 0,0 0-1 0 0,-1 0 1 0 0,1 1-1 0 0,-4-1-5 0 0,-10 0-1 0 0,1 1 1 0 0,-1 0 0 0 0,-25 7-1 0 0,29-5 4 0 0,6-2 2 0 0,1 0 0 0 0,-1 0 0 0 0,0-1 0 0 0,-6 1 0 0 0,10 1-5 0 0,-1-1 1 0 0,1 0-1 0 0,-1 0 0 0 0,1 1 0 0 0,0-1 0 0 0,0 0 0 0 0,0 0 0 0 0,0 1 0 0 0,-1-1 0 0 0,2 0 0 0 0,-1 1 0 0 0,0 1 0 0 0,0-1 14 0 0,1 21 0 0 0,8 38 0 0 0,-3-17-16 0 0,14 61 52 0 0,-9-51-56 0 0,-3-12 30 0 0,24 75 0 0 0,-20-82-4 0 0,6 15 40 0 0,-12-34-34 0 0,4 7 0 0 0,-6-13-28 0 0,-4-9 27 0 0,1-1-1 0 0,-1 1 1 0 0,0 0-1 0 0,0 0 1 0 0,1-1-1 0 0,-1 1 1 0 0,0 0-1 0 0,1 0 1 0 0,-1-1-1 0 0,1 1 1 0 0,-1 0-1 0 0,1-1 1 0 0,-1 1-1 0 0,1-1 1 0 0,-1 1-1 0 0,1-1 1 0 0,0 1-1 0 0,-1-1 1 0 0,1 1-1 0 0,0-1 1 0 0,0 1-1 0 0,1-1 1 0 0,14 2 258 0 0,0 0 0 0 0,0-2 1 0 0,33-2-1 0 0,-33 1-229 0 0,61-7-8 0 0,-70 7-461 0 0,0 0 0 0 0,0-1 0 0 0,-1 0 0 0 0,11-4 0 0 0,-15 5-8 0 0,-1 0 43 0 0,0 1-1 0 0,-1 0 0 0 0,1 0 1 0 0,0-1-1 0 0,-1 1 0 0 0,1-1 1 0 0,0 1-1 0 0,-1-1 0 0 0,1 1 1 0 0,-1-1-1 0 0,1 1 0 0 0,-1-1 1 0 0,1 0-1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8546 0 0,'0'0'15977'0'0,"-2"-2"-15927"0"0,-7-1-44 0 0,9 3-5 0 0,0 0 0 0 0,0 0 0 0 0,0 0-1 0 0,-1 0 1 0 0,1 0 0 0 0,0 0 0 0 0,0 0-1 0 0,0 0 1 0 0,-1 0 0 0 0,1 1 0 0 0,0-1 0 0 0,0 0-1 0 0,0 0 1 0 0,0 0 0 0 0,0 0 0 0 0,-1 0-1 0 0,1 1 1 0 0,0-1 0 0 0,0 0 0 0 0,0 0-1 0 0,0 0 1 0 0,0 0 0 0 0,0 1 0 0 0,0-1 0 0 0,-1 0-1 0 0,1 0 1 0 0,0 3 13 0 0,-1 0 0 0 0,1 0-1 0 0,0 1 1 0 0,0 5 0 0 0,0-1 13 0 0,0 9 37 0 0,1 0 0 0 0,1 0-1 0 0,4 23 1 0 0,-3-30-15 0 0,0 0-1 0 0,0-1 1 0 0,1 0-1 0 0,0 0 0 0 0,1 0 1 0 0,-1 0-1 0 0,9 10 1 0 0,-12-18-46 0 0,12 17 88 0 0,0-1-1 0 0,30 28 0 0 0,-42-43-143 0 0,11 6-4613 0 0,-8-19-1207 0 0,-9-10-4111 0 0,1 14 4947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6233 0 0,'0'0'16013'0'0,"3"-17"-15956"0"0,13-50-31 0 0,-16 65-26 0 0,0 1 0 0 0,0 0 1 0 0,1 0-1 0 0,-1 0 0 0 0,1 0 1 0 0,-1-1-1 0 0,1 1 1 0 0,-1 0-1 0 0,1 0 0 0 0,0 0 1 0 0,-1 0-1 0 0,1 0 0 0 0,0 0 1 0 0,0 1-1 0 0,1-2 0 0 0,-2 2 0 0 0,1-1 1 0 0,-1 1-1 0 0,1 0 0 0 0,-1 0 0 0 0,1 0 0 0 0,-1 0 0 0 0,1 0 1 0 0,-1 0-1 0 0,1 0 0 0 0,-1 0 0 0 0,1 0 0 0 0,-1 0 1 0 0,0 0-1 0 0,1 0 0 0 0,-1 0 0 0 0,1 0 0 0 0,-1 1 0 0 0,1-1 1 0 0,2 1 0 0 0,13 0 0 0 0,1 1 0 0 0,-1 1-1 0 0,0 1 1 0 0,-1 0 0 0 0,23 9-1 0 0,6 1 12 0 0,58 11 116 0 0,-92-24 18 0 0,-9-1 265 0 0,-2 2-123 0 0,-2 1-318 0 0,0 0 24 0 0,0 0 1 0 0,1 0-1 0 0,-1 1 0 0 0,1 0 0 0 0,0-1 0 0 0,0 1 1 0 0,0 0-1 0 0,1 0 0 0 0,-1 0 0 0 0,1 0 0 0 0,0 0 0 0 0,0 4 1 0 0,-1 7 16 0 0,0-1 1 0 0,2 16 0 0 0,0-20-4 0 0,1 0-1 0 0,1 0 1 0 0,-1 0 0 0 0,5 11-1 0 0,14 39 66 0 0,-14-42-70 0 0,24 51-2 0 0,-15-28 22 0 0,-8-22-10 0 0,0 0 0 0 0,3 20-1 0 0,-8-30-13 0 0,1 7 21 0 0,-1-1 0 0 0,1 31 0 0 0,-3-45 97 0 0,-15 3-409 0 0,1 0-168 0 0,-10-1-4362 0 0,-46-2 0 0 0,41-1-2464 0 0,15 0 1358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7394 0 0,'0'0'14552'0'0,"-1"0"-14547"0"0,0 1 0 0 0,1-1 0 0 0,-1 0 0 0 0,1 1 0 0 0,-1-1 0 0 0,1 0 0 0 0,-1 1 0 0 0,1-1 0 0 0,-1 0 0 0 0,1 1 0 0 0,-1-1-1 0 0,1 1 1 0 0,-1 0 0 0 0,-2 12 14 0 0,1-1 0 0 0,0 1-1 0 0,1 0 1 0 0,0-1 0 0 0,2 1-1 0 0,0 14 1 0 0,0-15-6 0 0,1 3 32 0 0,0-1-1 0 0,1 1 0 0 0,9 26 0 0 0,-5-20-9 0 0,-2-7-125 0 0,0-1 0 0 0,1 0-1 0 0,13 20 1 0 0,10 12-4402 0 0,-28-44 4250 0 0,1 2-1291 0 0,0 0 0 0 0,1 0 0 0 0,-1 0 0 0 0,1 0 0 0 0,0-1 0 0 0,3 4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47 9634 0 0,'0'0'13128'0'0,"-31"-8"-12874"0"0,-98-22-64 0 0,88 22-101 0 0,28 8-20 0 0,4 0-29 0 0,1 0-229 0 0,0 0 1 0 0,-1 0-1 0 0,1 1 1 0 0,0 0-1 0 0,0 1 1 0 0,0-1-1 0 0,0 1 1 0 0,-14 7-1 0 0,1 1-4433 0 0,9-3-2545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 3801 0 0,'0'0'12941'0'0,"-3"-4"-12970"0"0,-3-3 9 0 0,0 0 71 0 0,17 16 186 0 0,4 4 55 0 0,1-2-1 0 0,23 13 1 0 0,-12-7-63 0 0,19 11 78 0 0,1-2 0 0 0,2-3-1 0 0,65 24 1 0 0,-93-39-401 0 0,0 0 1 0 0,26 16-1 0 0,-39-22-944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9050 0 0,'0'0'12457'0'0,"-17"13"-12339"0"0,-52 43-33 0 0,65-53-73 0 0,1 0 1 0 0,-1 0-1 0 0,0 1 0 0 0,1-1 0 0 0,0 1 1 0 0,-5 7-1 0 0,3-4 18 0 0,-17 30 141 0 0,13-21-110 0 0,-7 23-105 0 0,9-22-521 0 0,-6 8-3657 0 0,2-10-4326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33 2417 0 0,'0'0'17791'0'0,"6"-5"-17656"0"0,15-17-31 0 0,-16 16 1 0 0,-5 8-88 0 0,-1 0 0 0 0,1 0 0 0 0,-1 0 0 0 0,0 0 0 0 0,1-1-1 0 0,-1 1 1 0 0,0 0 0 0 0,0 0 0 0 0,0-1 0 0 0,0 1 0 0 0,0-1 0 0 0,-1 1-1 0 0,1-1 1 0 0,0 1 0 0 0,-1-1 0 0 0,1 0 0 0 0,-1 0 0 0 0,1 0-1 0 0,-4 2 1 0 0,-2 1 94 0 0,0 0-1 0 0,0 0 1 0 0,-13 4-1 0 0,1-4 56 0 0,1 0 0 0 0,-1-1-1 0 0,0-1 1 0 0,0-1 0 0 0,-27-1-1 0 0,26 0 12 0 0,-1-4 1938 0 0,30 5-2265 0 0,-5 5 93 0 0,0 0 0 0 0,-1-1 0 0 0,1 1 0 0 0,-1 0 0 0 0,3 10 1 0 0,-2-6 41 0 0,3 6-1 0 0,-1 1 0 0 0,-1 0 0 0 0,4 22 0 0 0,4 54-102 0 0,-5-28 67 0 0,-2-13 25 0 0,3 23-2 0 0,-6-62 19 0 0,0 4 7 0 0,6 16-1 0 0,-5-15 6 0 0,-3-13 2 0 0,0-1 0 0 0,1 1 0 0 0,-1-1 1 0 0,1 0-1 0 0,3 7 0 0 0,3 4 12 0 0,-7-11-4 0 0,1-1-1 0 0,0 0 0 0 0,0 1 0 0 0,0-1 1 0 0,0 0-1 0 0,0 0 0 0 0,1 0 0 0 0,0-1 1 0 0,3 4-1 0 0,0-2 33 0 0,-5-2-6 0 0,1-1-1 0 0,0 1 0 0 0,0-1 1 0 0,0 0-1 0 0,0 1 0 0 0,0-1 1 0 0,0 0-1 0 0,0 0 0 0 0,0-1 1 0 0,1 1-1 0 0,-1 0 1 0 0,3 0-1 0 0,7 0 137 0 0,1 0 0 0 0,-1-1 0 0 0,18-1 0 0 0,-23 0-487 0 0,0 0 0 0 0,-1 0 0 0 0,1-1 0 0 0,0 0 0 0 0,-1 0 1 0 0,0-1-1 0 0,12-6 0 0 0,-13 6-603 0 0,10-6-3598 0 0,-2 0-4288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9298 0 0,'0'0'14548'0'0,"7"-8"-14548"0"0,19-22-6 0 0,-24 29 5 0 0,-1 0-1 0 0,0 0 1 0 0,0 0 0 0 0,1 0 0 0 0,-1 1 0 0 0,1-1-1 0 0,-1 0 1 0 0,0 1 0 0 0,1-1 0 0 0,-1 1 0 0 0,1 0-1 0 0,0-1 1 0 0,-1 1 0 0 0,1 0 0 0 0,-1 0 0 0 0,1 0-1 0 0,-1 0 1 0 0,1 0 0 0 0,-1 0 0 0 0,1 1 0 0 0,0-1-1 0 0,-1 0 1 0 0,1 1 0 0 0,-1-1 0 0 0,0 1 0 0 0,3 1-1 0 0,1 0-1 0 0,165 60-55 0 0,-157-57 42 0 0,-8-3 8 0 0,-1 0-1 0 0,1 0 0 0 0,-1 0 0 0 0,1 0 0 0 0,6 6 0 0 0,-10-7-12 0 0,0-1 0 0 0,0 1 0 0 0,0 0 0 0 0,0 0 0 0 0,-1 0 0 0 0,1-1 0 0 0,0 1 0 0 0,0 0 0 0 0,-1 0 0 0 0,1 0 0 0 0,0 3 0 0 0,-1-4 12 0 0,0 1 1 0 0,0-1-1 0 0,0 1 0 0 0,0-1 0 0 0,0 1 0 0 0,0-1 0 0 0,0 1 1 0 0,0-1-1 0 0,-1 1 0 0 0,1-1 0 0 0,0 1 0 0 0,0-1 0 0 0,-1 1 0 0 0,1-1 1 0 0,0 1-1 0 0,0-1 0 0 0,-1 0 0 0 0,1 1 0 0 0,-1-1 0 0 0,1 1 0 0 0,0-1 1 0 0,-1 0-1 0 0,1 0 0 0 0,-1 1 0 0 0,1-1 0 0 0,-1 1 0 0 0,-6 2 11 0 0,0 1 0 0 0,0-1 0 0 0,-1 0 0 0 0,1-1 0 0 0,-1 1 1 0 0,-10 1-1 0 0,10-3-1 0 0,0 1 1 0 0,0 0-1 0 0,1 1 1 0 0,-1-1 0 0 0,-12 8-1 0 0,19-9-2 0 0,0 0-1 0 0,0 0 0 0 0,0 0 1 0 0,0 0-1 0 0,0 0 1 0 0,0 1-1 0 0,1-1 1 0 0,-1 0-1 0 0,0 1 0 0 0,1-1 1 0 0,-1 0-1 0 0,1 1 1 0 0,-1-1-1 0 0,1 1 0 0 0,0-1 1 0 0,-1 1-1 0 0,1-1 1 0 0,0 0-1 0 0,0 1 0 0 0,0-1 1 0 0,0 1-1 0 0,0-1 1 0 0,1 1-1 0 0,-1-1 0 0 0,0 1 1 0 0,1-1-1 0 0,-1 1 1 0 0,1-1-1 0 0,-1 0 0 0 0,1 1 1 0 0,0-1-1 0 0,0 0 1 0 0,-1 1-1 0 0,2 0 0 0 0,66 45 79 0 0,-40-29-79 0 0,-27-17-5 0 0,0 0-1 0 0,0 0 1 0 0,0 0-1 0 0,0 1 1 0 0,0-1-1 0 0,0 0 1 0 0,0 0 0 0 0,-1 1-1 0 0,1-1 1 0 0,0 1-1 0 0,-1-1 1 0 0,0 0 0 0 0,1 1-1 0 0,-1-1 1 0 0,0 1-1 0 0,1-1 1 0 0,-1 1-1 0 0,0-1 1 0 0,0 1 0 0 0,0-1-1 0 0,0 1 1 0 0,-1-1-1 0 0,1 1 1 0 0,0-1 0 0 0,-1 1-1 0 0,1-1 1 0 0,-1 0-1 0 0,1 1 1 0 0,-1-1-1 0 0,0 0 1 0 0,-1 3 0 0 0,-12 12 8 0 0,12-12-2 0 0,0-1 0 0 0,-1 0 0 0 0,0 0 0 0 0,0 0 1 0 0,0 0-1 0 0,0-1 0 0 0,-5 4 0 0 0,1-2-456 0 0,0-1 0 0 0,0 1 0 0 0,-1-1 0 0 0,1-1 0 0 0,-14 3 1 0 0,11-3-2662 0 0,1-1 0 0 0,-13 0 1 0 0,10-1-2143 0 0,1 0-372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8010 0 0,'0'0'16871'0'0,"7"-11"-16876"0"0,24-35-11 0 0,-30 45 15 0 0,0 0 0 0 0,0 0 0 0 0,-1 1-1 0 0,1-1 1 0 0,0 0 0 0 0,0 0 0 0 0,0 0 0 0 0,0 1 0 0 0,0-1-1 0 0,0 1 1 0 0,0-1 0 0 0,0 1 0 0 0,0-1 0 0 0,0 1 0 0 0,0-1 0 0 0,1 1-1 0 0,-1 0 1 0 0,0 0-1 0 0,0 0 0 0 0,0 0 1 0 0,0 0-1 0 0,0 1 0 0 0,0-1 1 0 0,0 0-1 0 0,0 0 0 0 0,0 1 1 0 0,0-1-1 0 0,1 1 0 0 0,2 1-5 0 0,116 56-18 0 0,9 2 60 0 0,-123-57-11 0 0,0-1 0 0 0,0 0 0 0 0,12 2 0 0 0,-17-4 54 0 0,-17 2-913 0 0,13 0 824 0 0,0 0-1 0 0,1 0 0 0 0,-1 0 0 0 0,0 0 0 0 0,1 0 0 0 0,0 1 0 0 0,-1-1 0 0 0,1 1 0 0 0,0-1 0 0 0,0 1 0 0 0,1 0 0 0 0,-1 0 1 0 0,1 0-1 0 0,-1 0 0 0 0,-1 4 0 0 0,-1 6-36 0 0,0 1 1 0 0,-4 17-1 0 0,6-11 16 0 0,1-1 1 0 0,0 1-1 0 0,3 24 0 0 0,-2-29 27 0 0,2 1 9 0 0,0 0-1 0 0,2 0 1 0 0,7 27-1 0 0,-2-13-12 0 0,8 16 56 0 0,-8-25-49 0 0,0 1-37 0 0,-4-12 53 0 0,-4-9-12 0 0,-1 0 0 0 0,1 0 0 0 0,-1 0-1 0 0,1 0 1 0 0,-1 0 0 0 0,1 0 0 0 0,-1 0 0 0 0,1 0 0 0 0,-1 0 0 0 0,0 0 0 0 0,0 0 0 0 0,0 2-1 0 0,1 6-44 0 0,0-8 36 0 0,-1 0 0 0 0,0 0 0 0 0,1 0 0 0 0,-1 0 1 0 0,0 0-1 0 0,0 0 0 0 0,0 0 0 0 0,0 0 0 0 0,0 1 1 0 0,0-1-1 0 0,0 0 0 0 0,0 0 0 0 0,-1 0 0 0 0,1 0 1 0 0,0 0-1 0 0,-1 0 0 0 0,1 0 0 0 0,-1 0 0 0 0,1 0 1 0 0,-2 2-1 0 0,-2 0-547 0 0,0 0 1 0 0,-1 0 0 0 0,1 0 0 0 0,-1-1 0 0 0,1 0-1 0 0,-1 0 1 0 0,0 0 0 0 0,-7 2 0 0 0,5-3-1972 0 0,1 0 0 0 0,-1 0 1 0 0,-8 0-1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 0 0,'0'0'9661'0'0,"35"17"-9432"0"0,-35-17-229 0 0,141 75 280 0 0,-133-71-226 0 0,1 1 1 0 0,-1 1-1 0 0,0-1 0 0 0,0 1 0 0 0,10 10 1 0 0,73 88 1001 0 0,-75-82-820 0 0,-1 0-1 0 0,-1 2 0 0 0,12 25 0 0 0,-15-25-37 0 0,-1 0 0 0 0,-2 0 0 0 0,0 0-1 0 0,-2 1 1 0 0,0 1 0 0 0,-2-1-1 0 0,2 46 1 0 0,-7-2 36 0 0,0-60-219 0 0,0-1 0 0 0,-1 1-1 0 0,0-1 1 0 0,0 1 0 0 0,-1-1 0 0 0,-4 9 0 0 0,1-6 7 0 0,0 0 1 0 0,-1-1-1 0 0,-1 1 1 0 0,1-2 0 0 0,-1 1-1 0 0,-1-1 1 0 0,0 0 0 0 0,0-1-1 0 0,-18 13 1 0 0,11-11-795 0 0,0 0-1 0 0,0-2 1 0 0,-1 1 0 0 0,0-2-1 0 0,-33 10 1 0 0,4-5-7160 0 0,30-8 770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66 3449 0 0,'0'0'15368'0'0,"-9"-9"-14526"0"0,-26-29-107 0 0,34 38-675 0 0,0-1 0 0 0,0 0 0 0 0,0 1 0 0 0,1-1 0 0 0,-1 0 0 0 0,0 0 0 0 0,1 0 0 0 0,-1 0 0 0 0,0 0 0 0 0,1 1 0 0 0,-1-1 0 0 0,1 0 0 0 0,0 0 0 0 0,-1 0 0 0 0,1 0 0 0 0,0 0 0 0 0,0 0 0 0 0,-2-3 2034 0 0,8 11-2193 0 0,1 0 137 0 0,0 1 0 0 0,1-1-1 0 0,9 7 1 0 0,6 4 56 0 0,47 52 244 0 0,31 35-7 0 0,25 24-59 0 0,126 117-88 0 0,-231-225-179 0 0,-1 0 1 0 0,25 37 0 0 0,-34-45 20 0 0,-8-10-26 0 0,-1-1-1 0 0,0 1 0 0 0,0-1 1 0 0,-1 1-1 0 0,1 0 1 0 0,0-1-1 0 0,-1 1 1 0 0,2 4-1 0 0,-2-5-434 0 0,-2-8-342 0 0,-6-5-1895 0 0,-17-20 0 0 0,13 17 693 0 0,-18-20-6501 0 0,18 23 618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72 4385 0 0,'0'0'20642'0'0,"-1"-12"-20229"0"0,-1-4-281 0 0,-1-8 15 0 0,2 5 720 0 0,0 25-827 0 0,0-1 1 0 0,-1 1-1 0 0,1-1 1 0 0,-1 0 0 0 0,-1 0-1 0 0,1 1 1 0 0,-1-1-1 0 0,-5 8 1 0 0,-4 8 163 0 0,-11 26 1 0 0,12-23-99 0 0,-10 27 139 0 0,-22 80 1 0 0,31-90-224 0 0,-55 187 230 0 0,46-163-180 0 0,19-60-176 0 0,0 1 0 0 0,-1-1 0 0 0,0 0 0 0 0,0 0 0 0 0,0 0 0 0 0,-1-1 0 0 0,1 1 0 0 0,-1-1 0 0 0,0 0 0 0 0,0 0 0 0 0,-7 6 0 0 0,9-10-399 0 0,1 1 0 0 0,-1 0 0 0 0,1-1 0 0 0,-1 1 1 0 0,1 0-1 0 0,-1-1 0 0 0,1 0 0 0 0,-1 1 0 0 0,-2-1 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 2865 0 0,'0'0'21418'0'0,"-2"-3"-20868"0"0,-9-11-76 0 0,11 14-457 0 0,0 0 1 0 0,0-1-1 0 0,0 1 1 0 0,0 0-1 0 0,0 0 0 0 0,0 0 1 0 0,0 0-1 0 0,0 0 1 0 0,0 0-1 0 0,0 0 1 0 0,0 0-1 0 0,0-1 1 0 0,0 1-1 0 0,0 0 1 0 0,0 0-1 0 0,0 0 0 0 0,0 0 1 0 0,0 0-1 0 0,0 0 1 0 0,0 0-1 0 0,0 0 1 0 0,0-1-1 0 0,0 1 1 0 0,0 0-1 0 0,0 0 1 0 0,0 0-1 0 0,0 0 0 0 0,0 0 1 0 0,0 0-1 0 0,1 0 1 0 0,-1 0-1 0 0,0 0 1 0 0,0 0-1 0 0,0-1 1 0 0,0 1-1 0 0,0 0 1 0 0,0 0-1 0 0,0 0 0 0 0,0 0 1 0 0,0 0-1 0 0,0 0 1 0 0,1 0-1 0 0,-1 0 1 0 0,0 0-1 0 0,0 0 1 0 0,0 0-1 0 0,0 0 1 0 0,0 0-1 0 0,0 0 0 0 0,0 0 1 0 0,1 0-1 0 0,-1 0 1 0 0,0 0-1 0 0,0 0 1 0 0,0 0-1 0 0,0 0 1 0 0,0 0-1 0 0,7 0-6 0 0,1 0 7 0 0,1 0 0 0 0,-1 1 0 0 0,1 0 0 0 0,-1 1 0 0 0,1-1 0 0 0,9 4 0 0 0,33 12-47 0 0,38 14 46 0 0,-75-25-5 0 0,-10-5-20 0 0,1 0-1 0 0,-1 1 0 0 0,0 0 0 0 0,0 0 0 0 0,0 0 1 0 0,0 1-1 0 0,0-1 0 0 0,0 1 0 0 0,0 0 1 0 0,-1 0-1 0 0,5 6 0 0 0,-7-9 5 0 0,-1 1 1 0 0,0-1-1 0 0,0 1 0 0 0,0-1 0 0 0,1 1 1 0 0,-1 0-1 0 0,0-1 0 0 0,0 1 1 0 0,0-1-1 0 0,0 1 0 0 0,0 0 1 0 0,0-1-1 0 0,0 1 0 0 0,0-1 0 0 0,0 1 1 0 0,-1 0-1 0 0,1-1 0 0 0,0 1 1 0 0,0-1-1 0 0,0 1 0 0 0,-1-1 1 0 0,1 1-1 0 0,0-1 0 0 0,-1 1 1 0 0,1-1-1 0 0,0 1 0 0 0,-1-1 0 0 0,1 1 1 0 0,-1-1-1 0 0,1 1 0 0 0,-1-1 1 0 0,-15 12-54 0 0,-1-3 77 0 0,0-2 0 0 0,0 0-1 0 0,-26 7 1 0 0,38-13-18 0 0,0 0-1 0 0,0 0 1 0 0,0 1-1 0 0,0-1 0 0 0,0 1 1 0 0,1 0-1 0 0,-1 0 1 0 0,1 1-1 0 0,-1 0 1 0 0,-6 5-1 0 0,10-7-2 0 0,1 0 0 0 0,-1 0 0 0 0,1 0 1 0 0,0 0-1 0 0,-1 0 0 0 0,1 0 0 0 0,0 0 0 0 0,-1 0 1 0 0,1 0-1 0 0,0 1 0 0 0,0-1 0 0 0,0 0 0 0 0,0 0 1 0 0,0 0-1 0 0,0 0 0 0 0,1 2 0 0 0,-1 0 7 0 0,0 0 0 0 0,1-1 0 0 0,0 1 0 0 0,0 0-1 0 0,1 4 1 0 0,2-1 11 0 0,0 0 0 0 0,1 0-1 0 0,-1 0 1 0 0,1 0 0 0 0,1 0-1 0 0,10 8 1 0 0,41 27 12 0 0,-30-23-8 0 0,-11-8-11 0 0,-10-6-10 0 0,0-1 0 0 0,-1 1-1 0 0,1 0 1 0 0,-1 1 0 0 0,0-1 0 0 0,0 1-1 0 0,0 0 1 0 0,4 7 0 0 0,-8-11-5 0 0,0-1 0 0 0,-1 1 0 0 0,0 0 0 0 0,1-1 0 0 0,-1 1 0 0 0,1 0 1 0 0,-1 0-1 0 0,0 0 0 0 0,1-1 0 0 0,-1 1 0 0 0,0 0 0 0 0,0 0 0 0 0,0 0 0 0 0,0 0 0 0 0,0-1 0 0 0,0 1 0 0 0,0 0 0 0 0,0 0 0 0 0,0 0 0 0 0,0 0 1 0 0,0 0-1 0 0,-1-1 0 0 0,1 1 0 0 0,0 0 0 0 0,0 0 0 0 0,-1 0 0 0 0,1-1 0 0 0,-1 1 0 0 0,1 0 0 0 0,-1-1 0 0 0,1 1 0 0 0,-1 0 0 0 0,1-1 0 0 0,-1 1 1 0 0,1 0-1 0 0,-1-1 0 0 0,0 1 0 0 0,1-1 0 0 0,-1 1 0 0 0,0-1 0 0 0,0 0 0 0 0,1 1 0 0 0,-1-1 0 0 0,0 0 0 0 0,0 1 0 0 0,0-1 0 0 0,1 0 0 0 0,-3 0 1 0 0,-3 2-1 0 0,-1-1 1 0 0,0 0 0 0 0,0 0 0 0 0,-11-1 0 0 0,17 0 2 0 0,-30-1-435 0 0,-1 0-1 0 0,1-3 1 0 0,0 0-1 0 0,-53-15 1 0 0,44 6-3278 0 0,14 4-2758 0 0,16 6 2652 0 0,-2-1-6186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42 4921 0 0,'0'0'17885'0'0,"-9"0"-17422"0"0,-62 0 316 0 0,-4 6-528 0 0,56-3-606 0 0,0-1 0 0 0,0-1 0 0 0,-31-2 1 0 0,45 0-272 0 0,-1 0 0 0 0,1 0 0 0 0,0 0 1 0 0,0-1-1 0 0,0 0 0 0 0,0 0 0 0 0,0 0 0 0 0,-7-5 1 0 0,7 3-872 0 0,1 1 1 0 0,0 0 0 0 0,0-1-1 0 0,-7-7 1 0 0,3 3-2593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66 4729 0 0,'0'0'18472'0'0,"-10"-11"-18443"0"0,-32-33-1 0 0,30 34-11 0 0,12 9-16 0 0,0 1-1 0 0,0 0 1 0 0,0 0-1 0 0,-1 0 1 0 0,1 0 0 0 0,0 0-1 0 0,0 0 1 0 0,0 0-1 0 0,0 0 1 0 0,0 0-1 0 0,0 0 1 0 0,0 0-1 0 0,-1 0 1 0 0,1 0-1 0 0,0 0 1 0 0,0 0-1 0 0,0 0 1 0 0,0 0-1 0 0,0 0 1 0 0,0 0-1 0 0,0 0 1 0 0,0 1 0 0 0,-1-1-1 0 0,1 0 1 0 0,0 0-1 0 0,0 0 1 0 0,0 0-1 0 0,0 0 1 0 0,0 0-1 0 0,0 0 1 0 0,0 0-1 0 0,0 0 1 0 0,0 0-1 0 0,0 0 1 0 0,0 0-1 0 0,0 1 1 0 0,-1-1-1 0 0,1 0 1 0 0,-1 1 12 0 0,-14 10 61 0 0,11-7-51 0 0,-1-1 0 0 0,1 0 0 0 0,-1 0 0 0 0,0 0 0 0 0,0-1 0 0 0,-9 4 0 0 0,-2-2 2 0 0,0 0 0 0 0,0-1 0 0 0,0-1 0 0 0,-30 1 0 0 0,26-4-1305 0 0,-27-3-1 0 0,35 2-1309 0 0,-18-5-1 0 0,12 2-2996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86 0 0 0,'0'0'11524'0'0,"5"-8"-10411"0"0,15-24 44 0 0,-20 31-889 0 0,1 0 0 0 0,0 1 0 0 0,-1-1 0 0 0,1-1 0 0 0,0 1 0 0 0,-1 0 1 0 0,0 0-1 0 0,1 0 0 0 0,-1 0 0 0 0,0 0 0 0 0,1 0 0 0 0,-1-1 0 0 0,0 1 0 0 0,0 0 1 0 0,0 0-1 0 0,0 0 0 0 0,0 0 0 0 0,0-1 0 0 0,0 1 0 0 0,0 0 0 0 0,-1 0 0 0 0,1 0 1 0 0,0 0-1 0 0,-1 0 0 0 0,1-1 0 0 0,-1 1 0 0 0,1 0 0 0 0,-1 0 0 0 0,0 0 1 0 0,1 0-1 0 0,-1 0 0 0 0,0 0 0 0 0,0 1 0 0 0,0-1 0 0 0,-1-1 0 0 0,1 1 316 0 0,0 0-558 0 0,1 1-1 0 0,-1-1 0 0 0,1 1 0 0 0,-1-1 1 0 0,0 1-1 0 0,1 0 0 0 0,-1-1 0 0 0,0 1 1 0 0,1 0-1 0 0,-1 0 0 0 0,0-1 0 0 0,1 1 1 0 0,-1 0-1 0 0,0 0 0 0 0,1 0 0 0 0,-1 0 0 0 0,0 0 1 0 0,0 0-1 0 0,1 0 0 0 0,-1 0 0 0 0,0 0 1 0 0,0 0-1 0 0,1 0 0 0 0,-1 1 0 0 0,0-1 1 0 0,1 0-1 0 0,-1 0 0 0 0,0 1 0 0 0,1-1 1 0 0,-1 0-1 0 0,1 1 0 0 0,-1-1 0 0 0,0 1 0 0 0,-2 2 116 0 0,0-1-1 0 0,0 1 0 0 0,1-1 0 0 0,-4 5 1 0 0,6-6-139 0 0,-13 24 31 0 0,4-8-12 0 0,1-1-1 0 0,1 1 0 0 0,-8 25 0 0 0,10-27-9 0 0,-3 7 1 0 0,2-7-2 0 0,1 0 1 0 0,-5 24-1 0 0,5-10 17 0 0,1-10 14 0 0,1 0-1 0 0,0 25 0 0 0,3-27-4 0 0,2 76 181 0 0,-1-77-170 0 0,2 1 1 0 0,0-1-1 0 0,8 26 1 0 0,1-8-12 0 0,3-1 1 0 0,0-1-1 0 0,2 0 0 0 0,2-1 1 0 0,1 0-1 0 0,1-2 1 0 0,1-1-1 0 0,2 0 0 0 0,1-2 1 0 0,48 40-1 0 0,-66-60-462 0 0,1-1 0 0 0,-1 0 0 0 0,1 0 0 0 0,0-1 0 0 0,1 0 0 0 0,10 3 0 0 0,5-1-4236 0 0,0-4-4510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40 1384 0 0,'0'0'20498'0'0,"-9"-6"-19871"0"0,-30-21-179 0 0,30 20-17 0 0,22 17-381 0 0,18 16 42 0 0,25 19-8 0 0,-14-15-34 0 0,116 78 80 0 0,-134-93-171 0 0,66 38 195 0 0,-70-42-396 0 0,0-1 1 0 0,33 10-1 0 0,-36-17-2052 0 0,-19-13-4730 0 0,0 7 5711 0 0,1 0 0 0 0,-1 0-1 0 0,0 0 1 0 0,0 1-1 0 0,0-1 1 0 0,-5-4 0 0 0,6 5 280 0 0,-8-4-2605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7170 0 0,'0'0'15385'0'0,"-21"9"-14924"0"0,-62 30-124 0 0,55-24-134 0 0,22-7-80 0 0,3-3-72 0 0,-2 2-15 0 0,2-1-1 0 0,-1 0 0 0 0,1 1 1 0 0,0 0-1 0 0,0 0 1 0 0,1 0-1 0 0,0 0 0 0 0,-1 8 1 0 0,0 7-60 0 0,-1 31 1 0 0,3-22-435 0 0,0-24-718 0 0,0 1 0 0 0,-4 10 0 0 0,-2 3-8320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65 4793 0 0,'0'0'19394'0'0,"-10"-11"-19197"0"0,-30-32-85 0 0,28 32-72 0 0,-3 12-39 0 0,1 0 1 0 0,0 1-1 0 0,0 1 0 0 0,-16 4 1 0 0,-5-1 19 0 0,25-5-5 0 0,1 0-1 0 0,-10 3 1 0 0,14-3 9 0 0,1 0 1 0 0,-1 0 0 0 0,1-1 0 0 0,-8 1 835 0 0,13 1-827 0 0,0 0 0 0 0,1 0 0 0 0,-1 0-1 0 0,1 0 1 0 0,-1-1 0 0 0,3 3 0 0 0,0 0-6 0 0,8 9-21 0 0,-3-3 8 0 0,12 16 1 0 0,3 8-18 0 0,-11-18 3 0 0,-1 1-1 0 0,14 29 1 0 0,-17-26-8 0 0,-1 1 0 0 0,0 0 0 0 0,-2 1 0 0 0,-1-1 0 0 0,0 1 0 0 0,1 28 1 0 0,-4-31-10 0 0,1 27-71 0 0,-2-33 95 0 0,0 0-1 0 0,0 0 1 0 0,5 17 0 0 0,-5-28 6 0 0,0 1 0 0 0,0 0 0 0 0,0-1 0 0 0,0 1 0 0 0,1-1 0 0 0,-1 1 0 0 0,1-1 0 0 0,0 0 0 0 0,0 0 0 0 0,0 0 0 0 0,0 0 0 0 0,2 2 0 0 0,15 8 134 0 0,-7-8-19 0 0,-6-1-55 0 0,0-1 0 0 0,12 3 0 0 0,20 5-56 0 0,-28-7-82 0 0,0-1 0 0 0,1 0 0 0 0,-1 0-1 0 0,15 0 1 0 0,-21-2-155 0 0,-1 1-352 0 0,0-1-1 0 0,1-1 1 0 0,-1 1 0 0 0,6-1-1 0 0,-8 0 77 0 0,1 1 0 0 0,-1-1 0 0 0,0 0 0 0 0,0 1 0 0 0,0-1 0 0 0,1 0 0 0 0,-1 1 0 0 0,0-1 0 0 0,0 0 0 0 0,0 0 0 0 0,0 0 0 0 0,0 0 0 0 0,-1 0 0 0 0,3-2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86 2633 0 0,'0'0'19949'0'0,"0"-14"-19583"0"0,0-43-97 0 0,0 42 8 0 0,6 17-347 0 0,-2 1 27 0 0,-1 1 0 0 0,0 0 1 0 0,0 0-1 0 0,0 0 0 0 0,3 5 1 0 0,4 7 7 0 0,11 13 32 0 0,-2-5-30 0 0,-1 2 1 0 0,-1 0-1 0 0,18 40 1 0 0,-34-64 29 0 0,0 1 1 0 0,-1-1 0 0 0,1 1-1 0 0,-1 0 1 0 0,1-1 0 0 0,-1 1 0 0 0,0 0-1 0 0,0 3 1 0 0,0 1-24 0 0,-1-7 27 0 0,1 1-1 0 0,0-1 1 0 0,-1 1-1 0 0,1 0 1 0 0,0-1 0 0 0,-1 1-1 0 0,1-1 1 0 0,-1 1-1 0 0,1-1 1 0 0,-1 1 0 0 0,1-1-1 0 0,-1 0 1 0 0,1 1 0 0 0,-1-1-1 0 0,0 0 1 0 0,1 1-1 0 0,-1-1 1 0 0,1 0 0 0 0,-1 0-1 0 0,0 1 1 0 0,1-1-1 0 0,-1 0 1 0 0,0 0 0 0 0,1 0-1 0 0,-2 0 1 0 0,-19 3 211 0 0,10-4-111 0 0,0 0 1 0 0,0 0-1 0 0,0-1 0 0 0,0-1 1 0 0,0 0-1 0 0,1 0 0 0 0,-1-1 1 0 0,1 0-1 0 0,-15-9 1 0 0,-40-23 235 0 0,58 32-273 0 0,0-1 0 0 0,0 0 0 0 0,1-1 0 0 0,0 0 0 0 0,0 1 0 0 0,-9-13 0 0 0,13 15-22 0 0,1 0 0 0 0,-1 0 1 0 0,1 0-1 0 0,0 0 0 0 0,0 0 0 0 0,0-1 0 0 0,0 1 1 0 0,1 0-1 0 0,-1-6 0 0 0,1 7-50 0 0,0 1 0 0 0,0-1 0 0 0,0 0 0 0 0,0 0 0 0 0,0 1 0 0 0,0-1 0 0 0,0 0 0 0 0,1 1 0 0 0,-1-1 0 0 0,1 0 0 0 0,-1 1 0 0 0,1-1 1 0 0,0 0-1 0 0,-1 1 0 0 0,1-1 0 0 0,0 1 0 0 0,0-1 0 0 0,0 1 0 0 0,2-2 0 0 0,2 0-436 0 0,0-1 0 0 0,1 1 1 0 0,0 0-1 0 0,-1 0 0 0 0,1 1 1 0 0,0-1-1 0 0,1 1 0 0 0,-1 1 1 0 0,11-3-1 0 0,21 1-4517 0 0,0 3-3494 0 0,-29 0 5978 0 0,0 0-2436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6409 0 0,'0'0'16929'0'0,"8"-15"-16858"0"0,24-46-34 0 0,-23 48-32 0 0,-5 11-10 0 0,0 2-6 0 0,0 1 0 0 0,0-1 0 0 0,-1 1 0 0 0,1-1-1 0 0,0 1 1 0 0,0 0 0 0 0,-1 0 0 0 0,1 1 0 0 0,0-1 0 0 0,-1 1-1 0 0,0 0 1 0 0,1 0 0 0 0,-1 0 0 0 0,0 0 0 0 0,4 3 0 0 0,7 7-20 0 0,1 0 0 0 0,-1 1 1 0 0,-1 1-1 0 0,-1 0 0 0 0,13 17 1 0 0,1 10-96 0 0,-24-36 115 0 0,1-1-1 0 0,-1 1 1 0 0,0 0 0 0 0,0 0-1 0 0,-1 0 1 0 0,0 0 0 0 0,1 6 0 0 0,-1-6-1 0 0,0 0 0 0 0,0-1 0 0 0,0 1 0 0 0,3 5 0 0 0,-3-6 9 0 0,1 0 1 0 0,-1 1-1 0 0,0-1 0 0 0,0 1 0 0 0,0-1 1 0 0,0 6-1 0 0,0 5 11 0 0,5 30 0 0 0,1 5 15 0 0,-5-39-27 0 0,-1 1 1 0 0,6 14 0 0 0,-1-2 6 0 0,-1-7-8 0 0,0-1-1 0 0,10 19 1 0 0,-8-19-8 0 0,-2-3 4 0 0,5 8 10 0 0,-2 0 1 0 0,-1 1-1 0 0,7 30 1 0 0,-14-52-2 0 0,0 0 1 0 0,1 1-1 0 0,-1-1 1 0 0,0 1-1 0 0,0-1 1 0 0,0 1 0 0 0,0-1-1 0 0,0 1 1 0 0,0-1-1 0 0,0 1 1 0 0,0-1-1 0 0,0 0 1 0 0,0 1-1 0 0,0-1 1 0 0,-1 1-1 0 0,1-1 1 0 0,0 1-1 0 0,0-1 1 0 0,0 0-1 0 0,-1 1 1 0 0,1-1-1 0 0,0 1 1 0 0,-10 1-38 0 0,1-2-29 0 0,-74 3-3333 0 0,22-2-7071 0 0,49 1 1641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 11771 0 0,'0'0'13394'0'0,"-19"0"-13292"0"0,-61-1-36 0 0,71 0-49 0 0,0 1-1 0 0,0 0 1 0 0,0 1-1 0 0,0 0 1 0 0,-9 3-1 0 0,0-1-109 0 0,8-1-295 0 0,-43 5-4965 0 0,47-7 3176 0 0,1 0 1 0 0,-1 0-1 0 0,1-1 1 0 0,-7-1-1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3569 0 0,'0'0'18588'0'0,"-5"-2"-18532"0"0,20 18-16 0 0,1 0 1 0 0,1-1 0 0 0,27 20-1 0 0,-25-21-10 0 0,32 25 96 0 0,86 51 1 0 0,-104-70-158 0 0,-26-14-104 0 0,0-1-1 0 0,1-1 1 0 0,0 1 0 0 0,0-1 0 0 0,0-1 0 0 0,0 0-1 0 0,0 0 1 0 0,10 2 0 0 0,-18-5 23 0 0,0 0-1 0 0,1 0 1 0 0,-1 0 0 0 0,0 0-1 0 0,0 0 1 0 0,0 0 0 0 0,1 0-1 0 0,-1 0 1 0 0,0 0 0 0 0,0 0-1 0 0,1 0 1 0 0,-1 0 0 0 0,0 0-1 0 0,0 0 1 0 0,0 0 0 0 0,1 0-1 0 0,-1 0 1 0 0,0 0 0 0 0,0 0-1 0 0,0 0 1 0 0,1 0 0 0 0,-1 0-1 0 0,0 0 1 0 0,0-1 0 0 0,0 1-1 0 0,0 0 1 0 0,1 0 0 0 0,-1 0-1 0 0,0 0 1 0 0,0-1 0 0 0,-1-6-2514 0 0,-12-11-1402 0 0,9 14 2236 0 0,-4-9-2189 0 0,0 7-1520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7258 0 0,'0'0'15811'0'0,"-12"11"-15343"0"0,-38 37-119 0 0,45-44-276 0 0,1 0-1 0 0,0 1 0 0 0,0-1 1 0 0,0 1-1 0 0,0 0 0 0 0,1 0 0 0 0,-6 11 1 0 0,2-3 33 0 0,-39 76 220 0 0,34-67-329 0 0,11-18-124 0 0,-1 0 0 0 0,0 0 1 0 0,0 0-1 0 0,0 0 1 0 0,-1-1-1 0 0,0 1 0 0 0,1-1 1 0 0,-1 1-1 0 0,0-1 0 0 0,-1 0 1 0 0,1 0-1 0 0,-7 4 1 0 0,-17 6-4971 0 0,9-7-3265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28 8458 0 0,'0'0'12931'0'0,"-29"-5"-12751"0"0,-91-14-34 0 0,83 15-68 0 0,26 7-18 0 0,4-1-24 0 0,-4 1 20 0 0,1-1 0 0 0,-1 2 0 0 0,-17 6 0 0 0,28-9 8 0 0,0-1 1 0 0,0 0-1 0 0,0 0 1 0 0,0 0-1 0 0,0 0 1 0 0,0 0-1 0 0,0 0 1 0 0,0 1-1 0 0,0-1 1 0 0,0 0-1 0 0,0 0 1 0 0,0 0-1 0 0,0 0 1 0 0,0 0-1 0 0,0 0 1 0 0,0 1-1 0 0,0-1 0 0 0,1 0 1 0 0,-1 0-1 0 0,0 0 1 0 0,0 0-1 0 0,0 0 1 0 0,0 0-1 0 0,0 0 1 0 0,0 1-1 0 0,0-1 1 0 0,0 0-1 0 0,0 0 1 0 0,0 0-1 0 0,1 0 1 0 0,-1 0-1 0 0,0 0 1 0 0,0 0-1 0 0,0 0 1 0 0,0 0-1 0 0,0 0 1 0 0,0 0-1 0 0,1 0 1 0 0,-1 0-1 0 0,0 0 1 0 0,0 0-1 0 0,0 0 1 0 0,0 0-1 0 0,0 0 1 0 0,0 0-1 0 0,1 0 1 0 0,-1 0-1 0 0,12 5-92 0 0,-4-2 151 0 0,-4-1-129 0 0,0 1 0 0 0,0-1 0 0 0,-1 1 0 0 0,1 0 0 0 0,-1 0 0 0 0,1 0 0 0 0,4 7 0 0 0,18 28-43 0 0,-19-27 52 0 0,0 2-8 0 0,0 0-1 0 0,-1 1 1 0 0,-1 0-1 0 0,0 0 1 0 0,-1 0-1 0 0,5 28 1 0 0,11 45 1 0 0,-10-45-10 0 0,-7-28 12 0 0,4 17-12 0 0,2 1-1 0 0,14 36 1 0 0,-15-48-9 0 0,-7-15 33 0 0,1 0-1 0 0,0 0 1 0 0,0 0 0 0 0,4 5-1 0 0,-3-4 25 0 0,-2-5-30 0 0,-1-1 1 0 0,1 1-1 0 0,-1 0 0 0 0,1 0 0 0 0,-1-1 1 0 0,1 1-1 0 0,0 0 0 0 0,-1-1 1 0 0,1 1-1 0 0,0 0 0 0 0,0-1 0 0 0,0 1 1 0 0,6 2 78 0 0,-1 0 0 0 0,1-1 1 0 0,0 0-1 0 0,0 0 0 0 0,0 0 1 0 0,0-1-1 0 0,0 0 0 0 0,14 0 1 0 0,21 3-46 0 0,35 15-67 0 0,-54-16-322 0 0,-8-2-4793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3361 0 0,'0'0'21272'0'0,"1"-17"-21009"0"0,7-52-75 0 0,-5 50-76 0 0,-3 19-110 0 0,0 0-1 0 0,0 0 1 0 0,0 0 0 0 0,1 0-1 0 0,-1-1 1 0 0,0 1 0 0 0,0 0-1 0 0,0 0 1 0 0,0 0 0 0 0,0 0-1 0 0,0 0 1 0 0,0 0 0 0 0,0 0-1 0 0,0 0 1 0 0,0-1 0 0 0,0 1-1 0 0,0 0 1 0 0,0 0 0 0 0,0 0-1 0 0,1 0 1 0 0,-1 0 0 0 0,0 0-1 0 0,0 0 1 0 0,0 0 0 0 0,0 0-1 0 0,0 0 1 0 0,0 0 0 0 0,0 0-1 0 0,0 0 1 0 0,1 0 0 0 0,-1 0-1 0 0,0 0 1 0 0,0 0 0 0 0,0 0-1 0 0,0 0 1 0 0,0 0 0 0 0,3-1 21 0 0,-1-1-19 0 0,1 0 0 0 0,0 1 0 0 0,-1-1 0 0 0,1 1 0 0 0,0-1 0 0 0,0 1 0 0 0,0 0 0 0 0,0 0 0 0 0,0 0 0 0 0,0 1-1 0 0,0-1 1 0 0,0 1 0 0 0,0-1 0 0 0,5 1 0 0 0,8 0-28 0 0,0 1 0 0 0,0 0 1 0 0,0 1-1 0 0,0 1 0 0 0,-1 1 0 0 0,1 0 0 0 0,-1 1 0 0 0,23 10 0 0 0,-29-11 10 0 0,0 1 0 0 0,0 0 0 0 0,0 0 0 0 0,8 8 0 0 0,-14-11 2 0 0,-1-1 0 0 0,0 2 0 0 0,0-1-1 0 0,0 0 1 0 0,0 0 0 0 0,-1 1 0 0 0,1-1-1 0 0,-1 1 1 0 0,1-1 0 0 0,-1 1 0 0 0,0 0-1 0 0,0-1 1 0 0,0 1 0 0 0,0 0 0 0 0,0 0-1 0 0,-1 0 1 0 0,1 0 0 0 0,-1 4 0 0 0,0-3 6 0 0,0-1 1 0 0,-1 0 0 0 0,1 1 0 0 0,-1-1 0 0 0,0 1 0 0 0,0-1 0 0 0,0 0-1 0 0,0 0 1 0 0,-2 4 0 0 0,-2 1-3 0 0,0 0 1 0 0,-8 9-1 0 0,-48 54 83 0 0,54-63-92 0 0,6-7 27 0 0,0 0-1 0 0,-1 0 0 0 0,1 1 1 0 0,0-1-1 0 0,0 1 0 0 0,0-1 1 0 0,0 1-1 0 0,0-1 1 0 0,0 1-1 0 0,0 0 0 0 0,0-1 1 0 0,1 1-1 0 0,-1 0 0 0 0,1 0 1 0 0,-1 0-1 0 0,1-1 0 0 0,0 1 1 0 0,0 0-1 0 0,0 3 0 0 0,0-5 18 0 0,0 1 0 0 0,0-1-1 0 0,1 0 1 0 0,-1 1 0 0 0,0-1 0 0 0,1 1-1 0 0,-1-1 1 0 0,0 0 0 0 0,1 1-1 0 0,-1-1 1 0 0,0 0 0 0 0,1 1-1 0 0,-1-1 1 0 0,1 0 0 0 0,-1 0-1 0 0,1 1 1 0 0,-1-1 0 0 0,0 0 0 0 0,1 0-1 0 0,-1 0 1 0 0,1 0 0 0 0,-1 0-1 0 0,1 1 1 0 0,-1-1 0 0 0,1 0-1 0 0,-1 0 1 0 0,1 0 0 0 0,0-1 0 0 0,22 2 285 0 0,-18-1-262 0 0,29-2-330 0 0,-1-1 1 0 0,0-1-1 0 0,48-14 1 0 0,-53 9-3097 0 0,-15 3-1357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5089 0 0,'0'0'12946'0'0,"21"-14"-12906"0"0,-21 14-40 0 0,87-52 33 0 0,-84 50-31 0 0,0 1 1 0 0,0-1 0 0 0,1 1-1 0 0,-1 0 1 0 0,5-1 0 0 0,-7 2-2 0 0,-1-1 0 0 0,1 1 0 0 0,0 0 0 0 0,0 0 0 0 0,-1 1 0 0 0,1-1 1 0 0,0 0-1 0 0,0 0 0 0 0,-1 0 0 0 0,1 0 0 0 0,0 1 0 0 0,0-1 0 0 0,-1 0 0 0 0,19 8 53 0 0,0 1 0 0 0,0 0 0 0 0,-2 2 0 0 0,27 18 0 0 0,-42-27-43 0 0,1 1 0 0 0,-1-1 0 0 0,1 1 1 0 0,-1 0-1 0 0,0-1 0 0 0,0 1 0 0 0,2 4 0 0 0,-3-6-8 0 0,-1 0 1 0 0,1-1 0 0 0,-1 1-1 0 0,0 0 1 0 0,1 0 0 0 0,-1 0-1 0 0,0 0 1 0 0,0 0 0 0 0,0 0-1 0 0,0 0 1 0 0,0 0-1 0 0,0 0 1 0 0,0 0 0 0 0,0 0-1 0 0,0 0 1 0 0,0-1 0 0 0,0 1-1 0 0,0 0 1 0 0,-1 0 0 0 0,1 0-1 0 0,0 0 1 0 0,-1 0 0 0 0,1 0-1 0 0,-1 0 1 0 0,1-1-1 0 0,-1 1 1 0 0,1 0 0 0 0,-1 0-1 0 0,1-1 1 0 0,-2 2 0 0 0,-5 3 167 0 0,-1 0-1 0 0,1-1 1 0 0,-1 1 0 0 0,1-2 0 0 0,-12 5 0 0 0,18-8-136 0 0,0 1 0 0 0,0-1 0 0 0,0 1 0 0 0,0-1 0 0 0,0 1 0 0 0,0 0 0 0 0,0-1 0 0 0,0 1-1 0 0,0 0 1 0 0,0 0 0 0 0,1 0 0 0 0,-1 0 0 0 0,0 0 0 0 0,0 0 0 0 0,1-1 0 0 0,-1 2 0 0 0,1-1 0 0 0,-1 1 0 0 0,0 0 3 0 0,1 1 1 0 0,-1-1-1 0 0,1 0 1 0 0,0 0-1 0 0,0 0 0 0 0,0 0 1 0 0,0 1-1 0 0,0-1 1 0 0,1 3-1 0 0,1 3 63 0 0,0 0 0 0 0,1 0 0 0 0,6 14 0 0 0,-9-22-100 0 0,46 103 262 0 0,-17-34-212 0 0,-6-11-31 0 0,-9-27-49 0 0,15 54 0 0 0,-20-35 23 0 0,-9-46 5 0 0,1-1-1 0 0,-1 0 1 0 0,0 0-1 0 0,0 0 1 0 0,0 4-1 0 0,-1 2-18 0 0,1-8 19 0 0,0 0 1 0 0,-1-1-1 0 0,1 1 1 0 0,0 0-1 0 0,-1-1 1 0 0,1 1-1 0 0,0-1 1 0 0,-1 1-1 0 0,1 0 0 0 0,-1-1 1 0 0,1 1-1 0 0,-1-1 1 0 0,0 1-1 0 0,1-1 1 0 0,-1 0-1 0 0,1 1 1 0 0,-1-1-1 0 0,0 1 1 0 0,1-1-1 0 0,-1 0 0 0 0,0 0 1 0 0,-1 1-1 0 0,-17 3 86 0 0,-6-4-1487 0 0,-43-7 0 0 0,37 0-2927 0 0,2-1-3289 0 0,19 6 967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7001 0 0,'0'0'12383'0'0,"29"-2"-12379"0"0,90-6 3 0 0,-114 8-7 0 0,0 1 0 0 0,0-1 0 0 0,-1 1 1 0 0,1 0-1 0 0,5 1 0 0 0,-8-1 0 0 0,0 0 1 0 0,0 0-1 0 0,0 0 0 0 0,0 0 0 0 0,-1 0 0 0 0,4 2 0 0 0,21 22 6 0 0,-2 0 0 0 0,0 1 0 0 0,22 34 0 0 0,-28-37 16 0 0,17 25 302 0 0,-2 1 0 0 0,-3 2 0 0 0,-1 1 0 0 0,26 68 0 0 0,-43-86-131 0 0,-1 0 0 0 0,-3 0-1 0 0,0 1 1 0 0,-2 0 0 0 0,-2 0-1 0 0,-1 1 1 0 0,-3 57 0 0 0,-1-83-205 0 0,0-1 1 0 0,-1 0 0 0 0,0 0-1 0 0,0 0 1 0 0,-1 0-1 0 0,0 0 1 0 0,0-1-1 0 0,-1 1 1 0 0,0-1-1 0 0,-9 12 1 0 0,8-12-814 0 0,-1 0-1 0 0,0-1 1 0 0,-9 8-1 0 0,8-6-1365 0 0,-2 1-4069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49 9290 0 0,'0'0'13979'0'0,"-5"-8"-13460"0"0,-14-25-162 0 0,15 25 79 0 0,9 11-424 0 0,14 26-64 0 0,-5-6 62 0 0,-1 1 0 0 0,-1 0 0 0 0,-1 1 0 0 0,-1 0 0 0 0,7 29 0 0 0,-2 13 49 0 0,-6-22-126 0 0,-7-33 138 0 0,0 23 0 0 0,-2-29-4801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13 5265 0 0,'0'0'16088'0'0,"-33"1"-15382"0"0,-105 3-100 0 0,117-3-331 0 0,1-1 0 0 0,-21-3 0 0 0,29 2-159 0 0,1 0-40 0 0,-148-10-253 0 0,114 10-3663 0 0,16 0-5693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8362 0 0,'0'0'12446'0'0,"2"11"-12418"0"0,1 5-15 0 0,0-4 2 0 0,0 1 1 0 0,1 0-1 0 0,5 13 1 0 0,13 26 55 0 0,39 65-1 0 0,17 15-48 0 0,-61-102-21 0 0,-6-12 13 0 0,-1 1 0 0 0,10 24 0 0 0,-16-33-14 0 0,-1-1-10 0 0,1 1-1 0 0,-1-1 1 0 0,-1 1-1 0 0,0 0 0 0 0,0-1 1 0 0,0 16-1 0 0,-2-23 13 0 0,1 0-8 0 0,-1 1 0 0 0,0-1-1 0 0,-1 0 1 0 0,1 0 0 0 0,0 0 0 0 0,-1 1 0 0 0,0 2 0 0 0,0-4 5 0 0,1 0 0 0 0,-1 0 1 0 0,1-1-1 0 0,-1 1 0 0 0,0 0 0 0 0,1 0 0 0 0,-1-1 0 0 0,0 1 1 0 0,1-1-1 0 0,-1 1 0 0 0,0-1 0 0 0,0 1 0 0 0,0-1 1 0 0,1 1-1 0 0,-1-1 0 0 0,0 0 0 0 0,0 1 0 0 0,0-1 1 0 0,0 0-1 0 0,0 0 0 0 0,0 0 0 0 0,0 0 0 0 0,-1 0 0 0 0,-2 1 40 0 0,0-1-1 0 0,0-1 0 0 0,0 1 0 0 0,0-1 0 0 0,0 1 1 0 0,0-1-1 0 0,0 0 0 0 0,0 0 0 0 0,0-1 0 0 0,0 1 1 0 0,0-1-1 0 0,-6-4 0 0 0,-3-3 65 0 0,1 0 0 0 0,-13-12 1 0 0,16 13-84 0 0,-6-6 81 0 0,0 1 0 0 0,-19-26 0 0 0,27 30-51 0 0,1 0 1 0 0,0-1-1 0 0,1 1 1 0 0,0-1-1 0 0,0 0 1 0 0,-3-14-1 0 0,6 20-66 0 0,1-1-1 0 0,0 1 0 0 0,0 0 0 0 0,1-1 0 0 0,-1 1 0 0 0,1-1 0 0 0,0 1 1 0 0,0 0-1 0 0,1-1 0 0 0,-1 1 0 0 0,1-1 0 0 0,0 1 0 0 0,0 0 0 0 0,1-1 1 0 0,-1 1-1 0 0,4-6 0 0 0,-2 5-389 0 0,0 1 0 0 0,0-1 0 0 0,1 1 1 0 0,-1 0-1 0 0,1 0 0 0 0,0 1 0 0 0,0-1 0 0 0,0 1 1 0 0,1 0-1 0 0,-1 0 0 0 0,1 0 0 0 0,0 0 0 0 0,7-2 1 0 0,13-5-4345 0 0,-7 5-1530 0 0,-10 3 818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16644 0 0,'0'0'9224'0'0,"2"-4"-10759"0"0,3-6 864 0 0,-2 5-162 0 0,-7 19-10959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7058 0 0,'0'0'16856'0'0,"-5"-11"-16841"0"0,-17-33-18 0 0,22 43 3 0 0,0 1 0 0 0,0 0 0 0 0,-1-1 0 0 0,1 1 0 0 0,0 0-1 0 0,0 0 1 0 0,0-1 0 0 0,0 1 0 0 0,0 0 0 0 0,-1-1-1 0 0,1 1 1 0 0,0 0 0 0 0,0 0 0 0 0,0 0 0 0 0,-1-1 0 0 0,1 1-1 0 0,0 0 1 0 0,0 0 0 0 0,-1 0 0 0 0,1 0 0 0 0,0-1-1 0 0,0 1 1 0 0,-1 0 0 0 0,1 0 0 0 0,0 0 0 0 0,-1 0 0 0 0,1 0-1 0 0,0 0 1 0 0,-1 0 0 0 0,1 0 0 0 0,0 0 0 0 0,0 0 0 0 0,-1 0-1 0 0,1 0 1 0 0,0 0 0 0 0,-1 0 0 0 0,1 0 0 0 0,0 0-1 0 0,-1 0 1 0 0,1 0 0 0 0,0 1 0 0 0,0-1 0 0 0,-1 0 0 0 0,1 0-1 0 0,0 0 1 0 0,0 0 0 0 0,-1 1 0 0 0,1-1 0 0 0,0 0-1 0 0,0 0 1 0 0,0 0 0 0 0,-1 1 0 0 0,1-1 0 0 0,0 1 0 0 0,-9 15-8 0 0,8-13 9 0 0,-13 29 12 0 0,1 1 0 0 0,2 0 0 0 0,-8 40 0 0 0,11-40 17 0 0,1-9-21 0 0,2 0 0 0 0,0 1 1 0 0,-1 28-1 0 0,6-50-9 0 0,0 65 36 0 0,1-59-14 0 0,1 0 0 0 0,-1 0 0 0 0,1 0 0 0 0,1 0 0 0 0,4 12 0 0 0,0-6 31 0 0,0 0-1 0 0,1 0 0 0 0,1-1 1 0 0,0 0-1 0 0,1 0 0 0 0,0-1 1 0 0,20 19-1 0 0,6-2-11 0 0,0-1 0 0 0,2-2 0 0 0,1-2 0 0 0,43 21 0 0 0,-56-33-2109 0 0,-9-5-5934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23 760 0 0,'0'0'16449'0'0,"-3"-4"-15491"0"0,-11-15 3525 0 0,14 19-4478 0 0,1 0-1 0 0,-1 0 1 0 0,1 0 0 0 0,-1 0-1 0 0,0 0 1 0 0,1 0 0 0 0,-1 0-1 0 0,1 0 1 0 0,-1 0-1 0 0,1 0 1 0 0,-1 1 0 0 0,0-1-1 0 0,1 0 1 0 0,-1 0 0 0 0,1 0-1 0 0,-1 1 1 0 0,23 29-2 0 0,21 13 193 0 0,-30-30-103 0 0,-1-1-1 0 0,2 0 1 0 0,16 9 0 0 0,3 4 80 0 0,-12-10-87 0 0,2-1-1 0 0,35 17 1 0 0,18 10 143 0 0,-71-37 990 0 0,0-2-4380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3993 0 0,'0'0'18879'0'0,"-14"11"-18474"0"0,-48 36-85 0 0,60-45-281 0 0,-1 0 0 0 0,0 0 0 0 0,0 0-1 0 0,1 0 1 0 0,-1 1 0 0 0,1 0 0 0 0,0-1 0 0 0,-3 6 0 0 0,1-2 63 0 0,1 0-53 0 0,0-1 0 0 0,0 0 0 0 0,1 1 0 0 0,0 0 0 0 0,0 0 0 0 0,-2 11 0 0 0,-2 38 248 0 0,5-38-220 0 0,-6 30 1 0 0,7-44-254 0 0,-1-1-1 0 0,0 0 1 0 0,0 1-1 0 0,0-1 1 0 0,0 1 0 0 0,0-1-1 0 0,-1 0 1 0 0,1 0-1 0 0,-1 0 1 0 0,1 0-1 0 0,-1 0 1 0 0,0 0 0 0 0,0 0-1 0 0,0 0 1 0 0,0-1-1 0 0,0 1 1 0 0,-3 1 0 0 0,-10 4-4691 0 0,-2-4-3584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 7570 0 0,'0'0'13205'0'0,"-25"-1"-13168"0"0,-79-4-6 0 0,79 6-18 0 0,18 2-2 0 0,7-2-11 0 0,-7 3 16 0 0,-14 13 22 0 0,20-16-28 0 0,0 0 0 0 0,0 0 0 0 0,0 1 0 0 0,1-1 0 0 0,-1 0 0 0 0,0 1 0 0 0,0-1 0 0 0,1 1 0 0 0,-1-1 0 0 0,1 0 0 0 0,-1 1 0 0 0,1-1 0 0 0,0 1 0 0 0,-1 0 0 0 0,1 1-1 0 0,0-1 40 0 0,0 0 0 0 0,0 0-1 0 0,0 0 1 0 0,0 0 0 0 0,0 0-1 0 0,1 0 1 0 0,-1 0 0 0 0,0 0-1 0 0,1 0 1 0 0,0 0 0 0 0,-1 0-1 0 0,1 0 1 0 0,0 0-1 0 0,0-1 1 0 0,0 1 0 0 0,2 2-1 0 0,2 2 48 0 0,33 46 247 0 0,-33-44-330 0 0,-1 0 1 0 0,0 0 0 0 0,0 1-1 0 0,5 15 1 0 0,-5-8-12 0 0,0-1 0 0 0,2 25-1 0 0,9 78 79 0 0,-13-108-71 0 0,5 19 0 0 0,0 2 7 0 0,-6-28 0 0 0,0 0-1 0 0,0 0 1 0 0,0 0 0 0 0,0-1 0 0 0,3 5-1 0 0,1 3 74 0 0,-5-9-24 0 0,1 1 0 0 0,-1-1 1 0 0,0 0-1 0 0,1 0 1 0 0,-1 0-1 0 0,1 0 1 0 0,0 0-1 0 0,-1 0 1 0 0,1 0-1 0 0,0 0 1 0 0,0 0-1 0 0,0 0 1 0 0,-1 0-1 0 0,1-1 1 0 0,0 1-1 0 0,0 0 1 0 0,0 0-1 0 0,0-1 1 0 0,1 1-1 0 0,-1-1 1 0 0,0 1-1 0 0,0-1 0 0 0,0 0 1 0 0,0 1-1 0 0,0-1 1 0 0,1 0-1 0 0,-1 0 1 0 0,0 1-1 0 0,0-1 1 0 0,3-1-1 0 0,2 1 30 0 0,1-1 0 0 0,-1 0-1 0 0,0 0 1 0 0,0 0 0 0 0,10-5-1 0 0,-8 4-81 0 0,-1-1 0 0 0,0 1-1 0 0,14-1 1 0 0,51-3-948 0 0,-62 2-1856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0,'0'0'12854'0'0,"2"11"-12813"0"0,20 86 64 0 0,14 29 131 0 0,-35-121-203 0 0,1 0-1 0 0,0-1 0 0 0,4 8 0 0 0,0-1 47 0 0,-8-41-14956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5017 0 0,'0'0'13754'0'0,"15"-3"-13689"0"0,47-8-5 0 0,-60 11-55 0 0,0-1 0 0 0,1 1 0 0 0,-1 0 0 0 0,1-1 0 0 0,-1 1 0 0 0,0 1 0 0 0,1-1 1 0 0,-1 0-1 0 0,0 1 0 0 0,1-1 0 0 0,-1 1 0 0 0,0-1 0 0 0,5 3 0 0 0,-1 0 17 0 0,6 1 42 0 0,7 3 79 0 0,-1-1 1 0 0,1-1 0 0 0,23 4 0 0 0,-34-9-471 0 0,-8 0 451 0 0,1 0 0 0 0,-1 0 0 0 0,1 0 0 0 0,-1 0 0 0 0,1 0 0 0 0,-1 0 0 0 0,1 0 0 0 0,-1 1 0 0 0,1-1 0 0 0,-1 0 0 0 0,0 0 0 0 0,1 0 0 0 0,-1 0 0 0 0,1 1 0 0 0,-1-1 0 0 0,1 0-1 0 0,0 1-27 0 0,-1 0-1 0 0,0 0 0 0 0,0 0 0 0 0,1 0 0 0 0,-1 0 0 0 0,0 0 0 0 0,0-1 1 0 0,0 1-1 0 0,0 0 0 0 0,0 0 0 0 0,0 1 0 0 0,0 7-107 0 0,0 1 17 0 0,0 1-1 0 0,0-1 1 0 0,1 0-1 0 0,4 15 1 0 0,2-1-5 0 0,7 24 10 0 0,-6-27-10 0 0,5 15 15 0 0,2-1 0 0 0,20 35 1 0 0,-25-51 3 0 0,-1 0 0 0 0,14 39 0 0 0,-20-49-18 0 0,-2-6-3 0 0,0 0-1 0 0,0 0 0 0 0,0 0 0 0 0,0 1 1 0 0,0-1-1 0 0,-1 0 0 0 0,1 1 0 0 0,-1-1 1 0 0,0 0-1 0 0,0 1 0 0 0,0-1 0 0 0,-1 4 1 0 0,0 4 18 0 0,2-10-14 0 0,-1-1 0 0 0,0 1-1 0 0,0 0 1 0 0,0-1 0 0 0,0 1-1 0 0,0 0 1 0 0,0-1-1 0 0,0 1 1 0 0,0 0 0 0 0,-1-1-1 0 0,1 1 1 0 0,0 0 0 0 0,0-1-1 0 0,0 1 1 0 0,-1 0 0 0 0,1-1-1 0 0,0 1 1 0 0,-1-1 0 0 0,1 1-1 0 0,0 0 1 0 0,-1-1 0 0 0,0 1-1 0 0,-5 4 73 0 0,-4 2 58 0 0,2-4-137 0 0,1-1 1 0 0,-1-1 0 0 0,1 1 0 0 0,-1-1 0 0 0,0 0 0 0 0,-11-1 0 0 0,-10-1-3648 0 0,4 1-5046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8570 0 0,'0'0'15016'0'0,"-23"5"-14745"0"0,-73 15-76 0 0,81-17-71 0 0,-23 8 0 0 0,16-5-28 0 0,-9 1-512 0 0,-38 2 0 0 0,34-8-3671 0 0,3-3-4961 0 0,19-1-1381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 0 0 0 0,1 0 0 0 0,0-1 0 0 0,0 1 1 0 0,0 0-1 0 0,0-1 0 0 0,0 1 0 0 0,0-1 0 0 0,1 0 1 0 0,0 1-1 0 0,-1-1 0 0 0,1 0 0 0 0,0 0 0 0 0,0 0 1 0 0,3 3-1 0 0,7 6 134 0 0,19 13-1 0 0,-21-17-127 0 0,83 59 174 0 0,110 58 1 0 0,-106-79-1326 0 0,-95-44 642 0 0,0 0 0 0 0,1-1 0 0 0,-1 1 0 0 0,1-1 0 0 0,-1 1 0 0 0,1-1 0 0 0,-1 0 0 0 0,3 0 0 0 0,-3 0-517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5617 0 0,'0'0'15430'0'0,"-22"17"-15170"0"0,-68 57-61 0 0,84-69-161 0 0,-1 1 0 0 0,-6 9 1 0 0,12-15-33 0 0,1 1 0 0 0,-1-1 1 0 0,1 1-1 0 0,0 0 1 0 0,-1-1-1 0 0,1 1 0 0 0,0-1 1 0 0,-1 1-1 0 0,1 0 1 0 0,0 0-1 0 0,0-1 0 0 0,0 1 1 0 0,0 0-1 0 0,0-1 1 0 0,0 2-1 0 0,-1 4 44 0 0,-3 18-354 0 0,2 1 1 0 0,1 42 0 0 0,1-48-2204 0 0,-2-11-1632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59 4993 0 0,'0'0'17637'0'0,"-23"-10"-17555"0"0,-72-28-41 0 0,66 28-25 0 0,20 10-26 0 0,4 0 14 0 0,0-1 1 0 0,-1 1 0 0 0,1 1 0 0 0,0-1 0 0 0,0 1-1 0 0,0 0 1 0 0,0 0 0 0 0,0 0 0 0 0,0 1 0 0 0,-5 2 0 0 0,-1 1 1 0 0,10-5-5 0 0,0 1 0 0 0,-1-1 0 0 0,1 1 0 0 0,0 0 0 0 0,-1 0 0 0 0,1-1-1 0 0,0 1 1 0 0,-2 2 0 0 0,3-3-4 0 0,-1 1 0 0 0,0 0 0 0 0,1 0 0 0 0,-1 1 0 0 0,0-1 0 0 0,1 0 0 0 0,-1 0 0 0 0,1 0 0 0 0,0 0 0 0 0,-1 0 0 0 0,1 1 0 0 0,0-1 0 0 0,0 0-1 0 0,-1 0 1 0 0,1 0 0 0 0,0 1 0 0 0,0-1 0 0 0,0 0 0 0 0,1 0 0 0 0,-1 1 0 0 0,0 0 0 0 0,1 3 20 0 0,-1 11 34 0 0,2 0 1 0 0,0 0 0 0 0,6 26-1 0 0,19 45 106 0 0,-17-57-95 0 0,-1-6-22 0 0,24 87 28 0 0,-13 32-64 0 0,-19-101-41 0 0,-1-32 52 0 0,0 1 1 0 0,1-1 0 0 0,3 21-1 0 0,-4-29 50 0 0,1 0 1 0 0,-1 0-1 0 0,1 1 0 0 0,0-2 0 0 0,0 1 0 0 0,-1 0 0 0 0,1 0 0 0 0,2 2 0 0 0,-2-3-2 0 0,-1 0 0 0 0,1-1 0 0 0,0 1 0 0 0,0-1 0 0 0,0 1 0 0 0,0-1 0 0 0,0 1 0 0 0,0-1 0 0 0,0 1 0 0 0,0-1 0 0 0,0 0 0 0 0,0 0 0 0 0,0 0 0 0 0,0 1 0 0 0,0-1 0 0 0,0 0 0 0 0,0 0 0 0 0,2-1 0 0 0,4 1 33 0 0,1-1 0 0 0,-1 0 0 0 0,1-1 0 0 0,13-4 0 0 0,12-2-41 0 0,-7 4 355 0 0,44 0-1 0 0,-29 4-6990 0 0,-18 0-3307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5185 0 0,'0'0'18984'0'0,"-2"-7"-18882"0"0,-4-21-72 0 0,6 28-30 0 0,0 0 0 0 0,0-1 0 0 0,0 1 0 0 0,0 0 0 0 0,0 0-1 0 0,0-1 1 0 0,0 1 0 0 0,0 0 0 0 0,1-1 0 0 0,-1 1 0 0 0,0 0 0 0 0,0 0 0 0 0,0-1-1 0 0,0 1 1 0 0,0 0 0 0 0,0 0 0 0 0,1-1 0 0 0,-1 1 0 0 0,0 0 0 0 0,0 0-1 0 0,0-1 1 0 0,1 1 0 0 0,-1 0 0 0 0,0 0 0 0 0,0 0 0 0 0,1 0 0 0 0,-1-1 0 0 0,0 1-1 0 0,0 0 1 0 0,1 0 0 0 0,-1 0 0 0 0,0 0 0 0 0,1 0 0 0 0,-1 0 0 0 0,0 0 0 0 0,0 0-1 0 0,1 0 1 0 0,12 0-42 0 0,-11 1 33 0 0,8 0-5 0 0,-1 1 0 0 0,0 0 0 0 0,0 1 0 0 0,15 6 0 0 0,-11-3 8 0 0,165 66 20 0 0,-167-67-28 0 0,0 0 0 0 0,-1 1 1 0 0,0 0-1 0 0,13 11 0 0 0,-23-17 8 0 0,1 0 0 0 0,-1 1 0 0 0,1-1 0 0 0,-1 0 0 0 0,1 1 0 0 0,-1-1 0 0 0,0 0 0 0 0,1 1 0 0 0,-1-1-1 0 0,1 1 1 0 0,-1-1 0 0 0,0 1 0 0 0,0-1 0 0 0,1 1 0 0 0,-1-1 0 0 0,0 1 0 0 0,0-1 0 0 0,1 1 0 0 0,-1-1-1 0 0,0 1 1 0 0,0-1 0 0 0,0 1 0 0 0,0-1 0 0 0,0 1 0 0 0,0-1 0 0 0,0 1 0 0 0,0 0 0 0 0,0-1 0 0 0,0 1 0 0 0,0-1-1 0 0,0 1 1 0 0,0-1 0 0 0,-1 1 0 0 0,1-1 0 0 0,0 1 0 0 0,0-1 0 0 0,-1 1 0 0 0,1-1 0 0 0,0 1 0 0 0,0-1-1 0 0,-1 1 1 0 0,1-1 0 0 0,-1 0 0 0 0,1 1 0 0 0,0-1 0 0 0,-1 1 0 0 0,1-1 0 0 0,-1 0 0 0 0,0 1 0 0 0,-3 2 10 0 0,0-1 0 0 0,-1 1 0 0 0,1-1 0 0 0,-7 3 0 0 0,6-3 12 0 0,-10 4 32 0 0,0 0 0 0 0,-1-2 0 0 0,-18 4 0 0 0,17-4-27 0 0,-1 0 0 0 0,-21 9 0 0 0,38-13-22 0 0,0 1 0 0 0,1-1 0 0 0,-1 0 0 0 0,1 0 0 0 0,-1 0 0 0 0,1 1-1 0 0,-1-1 1 0 0,1 0 0 0 0,-1 1 0 0 0,1-1 0 0 0,-1 1 0 0 0,1-1 0 0 0,0 0 0 0 0,-1 1 0 0 0,1-1-1 0 0,0 1 1 0 0,-1-1 0 0 0,1 1 0 0 0,0-1 0 0 0,-1 1 0 0 0,1-1 0 0 0,0 1 0 0 0,0 0 0 0 0,0-1-1 0 0,0 1 1 0 0,0-1 0 0 0,-1 1 0 0 0,1-1 0 0 0,0 1 0 0 0,0 0 0 0 0,0-1 0 0 0,0 1 0 0 0,1-1-1 0 0,-1 1 1 0 0,0-1 0 0 0,0 1 0 0 0,0 0 0 0 0,0-1 0 0 0,1 1 0 0 0,0 1-8 0 0,0 0-1 0 0,0 0 1 0 0,0-1 0 0 0,0 1-1 0 0,0-1 1 0 0,1 1 0 0 0,-1-1-1 0 0,0 0 1 0 0,1 1 0 0 0,1 0-1 0 0,13 7-72 0 0,0-1 0 0 0,0 0 0 0 0,33 10 0 0 0,-35-14 54 0 0,0 1 0 0 0,0 0 1 0 0,-1 1-1 0 0,1 1 0 0 0,-1 0 0 0 0,16 12 1 0 0,-28-18 3 0 0,0 1 1 0 0,0-1 0 0 0,0 1 0 0 0,0-1-1 0 0,0 1 1 0 0,0 0 0 0 0,-1-1 0 0 0,1 1-1 0 0,0 0 1 0 0,-1 0 0 0 0,1-1 0 0 0,-1 1-1 0 0,0 0 1 0 0,0 0 0 0 0,0 0-1 0 0,0 2 1 0 0,1-3 6 0 0,-1 1 0 0 0,0 0 0 0 0,-1 0 0 0 0,1 0 0 0 0,0 0 0 0 0,-1 0-1 0 0,1 0 1 0 0,-1 0 0 0 0,1 0 0 0 0,-1 0 0 0 0,0-1 0 0 0,0 1 0 0 0,0 0 0 0 0,-2 2 0 0 0,0-1-114 0 0,0 0 1 0 0,-1 0 0 0 0,1-1-1 0 0,-1 1 1 0 0,0-1 0 0 0,0 0-1 0 0,1 0 1 0 0,-2-1 0 0 0,1 1 0 0 0,0-1-1 0 0,0 0 1 0 0,-5 1 0 0 0,-6 0-2965 0 0,1-1 0 0 0,-19-1 0 0 0,18 0-1312 0 0,4 0-2987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9810 0 0,'0'0'12745'0'0,"5"-9"-12822"0"0,18-24 29 0 0,-23 33 47 0 0,1-1-1 0 0,-1 1 1 0 0,0-1-1 0 0,1 1 1 0 0,0-1-1 0 0,-1 1 1 0 0,1-1-1 0 0,-1 1 1 0 0,1 0-1 0 0,-1-1 0 0 0,1 1 1 0 0,0 0-1 0 0,-1 0 1 0 0,1-1-1 0 0,0 1 1 0 0,-1 0-1 0 0,1 0 1 0 0,0 0-1 0 0,-1 0 1 0 0,1 0-1 0 0,0 0 1 0 0,-1 0-1 0 0,1 0 1 0 0,0 0-1 0 0,-1 0 1 0 0,1 0-1 0 0,0 0 1 0 0,-1 1-1 0 0,1-1 1 0 0,0 0-1 0 0,-1 1 1 0 0,1-1-1 0 0,-1 0 1 0 0,1 1-1 0 0,0-1 1 0 0,-1 0-1 0 0,1 1 1 0 0,2 1-5 0 0,54 25-35 0 0,28 12 30 0 0,-67-30-50 0 0,-17-9 36 0 0,-2 1-373 0 0,0 1 342 0 0,1 0 1 0 0,-1-1 0 0 0,0 0 0 0 0,0 1-1 0 0,0-1 1 0 0,-1 0 0 0 0,1 1-1 0 0,0-1 1 0 0,-3 2 0 0 0,-2 3 32 0 0,3-2 24 0 0,0-1 1 0 0,1 1-1 0 0,0 0 0 0 0,-1 0 0 0 0,2 0 0 0 0,-1 1 1 0 0,0-1-1 0 0,1 0 0 0 0,0 1 0 0 0,0-1 0 0 0,0 1 1 0 0,0 4-1 0 0,0 8 23 0 0,3 33 0 0 0,-1-48-24 0 0,2 23 22 0 0,2 0-1 0 0,1 0 1 0 0,1-1-1 0 0,11 25 1 0 0,1 6-11 0 0,12 31 55 0 0,8 25 27 0 0,-38-109-88 0 0,-1-1 0 0 0,1 1 1 0 0,-1 0-1 0 0,0 0 0 0 0,1 0 0 0 0,-1-1 1 0 0,0 1-1 0 0,0 0 0 0 0,0 0 1 0 0,-1 0-1 0 0,0 3 0 0 0,1-4-1 0 0,0 0-1 0 0,-1 0 1 0 0,1-1-1 0 0,-1 1 1 0 0,0 0 0 0 0,1 0-1 0 0,-1 0 1 0 0,0 0-1 0 0,1-1 1 0 0,-1 1-1 0 0,0 0 1 0 0,0-1-1 0 0,0 1 1 0 0,1-1 0 0 0,-1 1-1 0 0,0-1 1 0 0,0 1-1 0 0,0-1 1 0 0,0 1-1 0 0,0-1 1 0 0,0 0-1 0 0,-1 1 1 0 0,-10 1-641 0 0,1-1 1 0 0,-1 0-1 0 0,-22-1 0 0 0,14-1-2283 0 0,-12 1-5883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8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1808 0 0,'0'0'19267'0'0,"1"-13"-18967"0"0,2-38-73 0 0,-3 50-216 0 0,0 0 0 0 0,0 0 1 0 0,0 0-1 0 0,1 1 0 0 0,-1-1 0 0 0,0 0 0 0 0,0 0 1 0 0,1 0-1 0 0,-1 0 0 0 0,0 1 0 0 0,1-1 1 0 0,-1 0-1 0 0,1 0 0 0 0,0-1 0 0 0,-1 2-5 0 0,0 0-1 0 0,1 0 0 0 0,-1 0 1 0 0,0 0-1 0 0,0 0 0 0 0,1 0 1 0 0,-1 0-1 0 0,0 0 0 0 0,1 0 1 0 0,-1 0-1 0 0,0 0 0 0 0,1 0 1 0 0,-1 0-1 0 0,0 0 0 0 0,0 0 1 0 0,1 0-1 0 0,-1 0 0 0 0,0 0 1 0 0,1 0-1 0 0,-1 0 0 0 0,4 1 42 0 0,6 0-47 0 0,-1 0 0 0 0,1 0 1 0 0,-1 1-1 0 0,0 1 0 0 0,1-1 0 0 0,-1 1 1 0 0,0 1-1 0 0,-1 0 0 0 0,1 0 0 0 0,-1 1 1 0 0,16 10-1 0 0,2 6 40 0 0,0 0 0 0 0,24 27-1 0 0,-4-1 262 0 0,-3 1-1 0 0,-2 2 1 0 0,57 91-1 0 0,-81-111-150 0 0,-1 1-1 0 0,-2 1 1 0 0,0 0-1 0 0,-3 0 1 0 0,0 2 0 0 0,-3-1-1 0 0,0 1 1 0 0,-2 0 0 0 0,2 54-1 0 0,-10 31 214 0 0,0-99-319 0 0,-1 0 1 0 0,-1 1-1 0 0,-11 34 0 0 0,12-44-229 0 0,-1-1-1 0 0,-1 0 1 0 0,1 1-1 0 0,-2-2 0 0 0,1 1 1 0 0,-1-1-1 0 0,-1 0 0 0 0,0 0 1 0 0,0 0-1 0 0,-12 10 1 0 0,11-12-1046 0 0,-11 7-5463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4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46 0 0 0,'0'0'3510'0'0,"0"-3"-2995"0"0,0 2-455 0 0,0 1 0 0 0,0-1 0 0 0,0 0 1 0 0,0 1-1 0 0,1-1 0 0 0,-1 0 0 0 0,0 0 0 0 0,0 1 1 0 0,1-1-1 0 0,-1 0 0 0 0,0 1 0 0 0,1-1 0 0 0,-1 0 1 0 0,0 1-1 0 0,1-1 0 0 0,-1 1 0 0 0,1-1 0 0 0,0 0 1 0 0,0 0 106 0 0,1 1 1 0 0,-1-1-1 0 0,0 1 1 0 0,1-1-1 0 0,-1 1 1 0 0,0 0-1 0 0,1 0 1 0 0,-1-1-1 0 0,1 1 1 0 0,-1 0-1 0 0,3 1 1 0 0,35-5 4362 0 0,35 4 6266 0 0,-63-3-6882 0 0,-19 3-3695 0 0,-176 3 794 0 0,111 1-905 0 0,39-1-56 0 0,-122-2 392 0 0,81-2-305 0 0,42 6 101 0 0,33-5-167 0 0,35 0 1346 0 0,-30 0-1400 0 0,-1-1 0 0 0,0 0 0 0 0,1 0 0 0 0,5-2 0 0 0,9-3 18 0 0,19-2-26 0 0,1 2 0 0 0,68-3-1 0 0,-91 9-116 0 0,13 0 189 0 0,29 4-1 0 0,-48-3-309 0 0,-1 1-1 0 0,1 0 0 0 0,-1 0 0 0 0,0 1 1 0 0,0 0-1 0 0,0 1 0 0 0,9 5 0 0 0,1 3-2251 0 0,-9-2-4148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0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152 240 0 0 0,'1'-4'1035'0'0,"-7"-16"16441"0"0,6 20-17430 0 0,0 0 1 0 0,0 0 0 0 0,0 1-1 0 0,0-1 1 0 0,0 0 0 0 0,0 1 0 0 0,0-1-1 0 0,0 0 1 0 0,0 0 0 0 0,-1 1 0 0 0,1-1-1 0 0,1 0 1 0 0,-1 1 0 0 0,0-1-1 0 0,0 0 1 0 0,0 0 0 0 0,0 1 0 0 0,0-1-1 0 0,0 0 1 0 0,0 0 0 0 0,0 1-1 0 0,0-1 1 0 0,1 0 0 0 0,-1 0 0 0 0,0 1-1 0 0,0-1 1 0 0,4 9 225 0 0,-4-9-265 0 0,6 9 241 0 0,0 0-1 0 0,11 12 1 0 0,-9-12-72 0 0,11 18 0 0 0,-4-6 10 0 0,0-1 0 0 0,29 31 1 0 0,7 7 14 0 0,-21-19-112 0 0,4 3 39 0 0,36 63 0 0 0,-42-60-103 0 0,21 42 145 0 0,-23-44-15 0 0,-20-32-44 0 0,1 0 0 0 0,0-1 0 0 0,1 1 0 0 0,12 11 0 0 0,11 7 132 0 0,-6-7-77 0 0,-35-36 386 0 0,-7-12-980 0 0,10 14 272 0 0,-11-15 0 0 0,6 8 4 0 0,-58-76-638 0 0,-8-14 157 0 0,-25-82 373 0 0,103 191 260 0 0,-50-102-13 0 0,37 79-35 0 0,-2 1 1 0 0,-20-27 0 0 0,21 31 9 0 0,8 10 28 0 0,0 0 1 0 0,0 1 0 0 0,-8-8-1 0 0,8 9 10 0 0,0 0 0 0 0,0-1 0 0 0,-6-9 0 0 0,6 7 32 0 0,-13-13 0 0 0,17 19-9 0 0,0 0 0 0 0,-1 0-1 0 0,1 0 1 0 0,0-1 0 0 0,1 1 0 0 0,-3-5-1 0 0,-7-13 155 0 0,10 20-153 0 0,1 0 0 0 0,0 0 0 0 0,0 1 0 0 0,-1-1-1 0 0,1 0 1 0 0,0 0 0 0 0,0 0 0 0 0,0 0 0 0 0,0 1 0 0 0,0-1 0 0 0,0-1-1 0 0,0 1-6 0 0,0 1-1 0 0,0 0 1 0 0,0 0-1 0 0,0-1 0 0 0,0 1 1 0 0,0 0-1 0 0,1-1 0 0 0,-1 1 1 0 0,0 0-1 0 0,0-1 1 0 0,-1 1-1 0 0,1 0 0 0 0,0 0 1 0 0,0-1-1 0 0,0 1 1 0 0,0 0-1 0 0,0-1 0 0 0,0 1 1 0 0,0 0-1 0 0,0 0 1 0 0,0-1-1 0 0,-1 1 0 0 0,1 0 1 0 0,0 0-1 0 0,0-1 0 0 0,0 1 1 0 0,-1 0-1 0 0,1 0 1 0 0,0 0-1 0 0,0-1 0 0 0,-1 1 1 0 0,0 0 957 0 0,19 4-804 0 0,31 15-456 0 0,50 27 0 0 0,-8-3 108 0 0,-85-41 153 0 0,7 3 74 0 0,-10-3-151 0 0,-5-1-193 0 0,0-1 265 0 0,1 0 0 0 0,0-1-1 0 0,-1 1 1 0 0,1-1 0 0 0,0 1-1 0 0,-1-1 1 0 0,1 1 0 0 0,0-1-1 0 0,-2-1 1 0 0,-2-1-9 0 0,-116-59 35 0 0,114 58 37 0 0,-1-1 0 0 0,-7-5 1 0 0,-9-7 42 0 0,16 12-49 0 0,1 0 1 0 0,-9-8 0 0 0,9 8-23 0 0,1 0 0 0 0,-1 0 1 0 0,-9-5-1 0 0,6 3-22 0 0,-3 0-9 0 0,9 5-34 0 0,-4 0-113 0 0,7 2 169 0 0,-6 0-107 0 0,-76-3 1995 0 0,86 23-2334 0 0,1-2 456 0 0,-1 0 0 0 0,-1 0 0 0 0,-1 0 1 0 0,-1 20-1 0 0,2 25 15 0 0,2 56-2300 0 0,-3-105-306 0 0,1-6-1927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43 0 0 0,'0'0'17025'0'0,"-3"-2"-16709"0"0,0 0-250 0 0,1-1 35 0 0,-1 1 1 0 0,0-1 0 0 0,0 1-1 0 0,0 0 1 0 0,0 0 0 0 0,-6-3 0 0 0,-4-2 186 0 0,-15-2-82 0 0,1 6-133 0 0,-50 3 0 0 0,33 1-20 0 0,41-2-53 0 0,2 1-4 0 0,1 0 0 0 0,-1 0 0 0 0,1 0 0 0 0,0 0 0 0 0,-1 0 0 0 0,1 0 0 0 0,-1 0 0 0 0,1 0 0 0 0,-1 0-1 0 0,1 0 1 0 0,-1 0 0 0 0,1 0 0 0 0,0 0 0 0 0,-1 0 0 0 0,1 0 0 0 0,-1 0 0 0 0,1 1 0 0 0,-1-1 0 0 0,1 0 0 0 0,0 0 0 0 0,-1 1 0 0 0,1-1 0 0 0,0 0 0 0 0,-1 0 0 0 0,1 1 0 0 0,0-1 0 0 0,-1 0 0 0 0,1 1 0 0 0,0-1 0 0 0,-1 0 0 0 0,1 1 0 0 0,0-1 0 0 0,0 1 0 0 0,0-1 0 0 0,-1 0 0 0 0,1 1 0 0 0,0-1 0 0 0,0 1 0 0 0,0-1 0 0 0,0 1 0 0 0,0-1 0 0 0,0 0 0 0 0,0 1 0 0 0,0-1 0 0 0,0 1 0 0 0,0-1 0 0 0,0 1 0 0 0,0 56 1705 0 0,0-56-1647 0 0,1 0-1 0 0,-1 0 0 0 0,1-1 0 0 0,-1 1 1 0 0,1 0-1 0 0,-1 0 0 0 0,1 0 0 0 0,-1-1 1 0 0,1 1-1 0 0,0 0 0 0 0,-1-1 0 0 0,1 1 1 0 0,0 0-1 0 0,-1-1 0 0 0,1 1 0 0 0,2 0 1 0 0,4 5 207 0 0,-5-4-218 0 0,0-1-1 0 0,0 1 0 0 0,0 0 1 0 0,0-1-1 0 0,0 1 0 0 0,1-1 1 0 0,2 2-1 0 0,-2-2-23 0 0,0 1 0 0 0,-1 0 0 0 0,1 0 0 0 0,4 3 0 0 0,37 30-47 0 0,-15-10-232 0 0,-20-18 199 0 0,-1 0 0 0 0,0 0 1 0 0,8 10-1 0 0,-13-14 47 0 0,0 0 0 0 0,0 0 0 0 0,7 5 0 0 0,7 5 25 0 0,-14-10-30 0 0,-2-3 11 0 0,-1 0-1 0 0,1 1 1 0 0,-1-1-1 0 0,1 0 1 0 0,-1 1 0 0 0,0-1-1 0 0,1 1 1 0 0,-1-1-1 0 0,0 0 1 0 0,1 1-1 0 0,-1-1 1 0 0,0 1-1 0 0,1-1 1 0 0,-1 1 0 0 0,0-1-1 0 0,0 1 1 0 0,0-1-1 0 0,0 1 1 0 0,1-1-1 0 0,-1 1 1 0 0,0 0 0 0 0,0 0-78 0 0,0 0-64 0 0,0 1 86 0 0,0-1 0 0 0,-1 1-1 0 0,1-1 1 0 0,0 1 0 0 0,0-1-1 0 0,-2 3 1 0 0,0-3 50 0 0,0 1 0 0 0,-1 0-1 0 0,1-1 1 0 0,-1 1 0 0 0,1-1 0 0 0,-1 0-1 0 0,0 0 1 0 0,0 0 0 0 0,1 0 0 0 0,-6 0 0 0 0,-30 4 58 0 0,13-5-227 0 0,-1 0-1 0 0,1-1 1 0 0,-43-8 0 0 0,61 8-432 0 0,-24-4-848 0 0,21 4-1970 0 0,0 0-3394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0 736 0 0,'0'0'18484'0'0,"0"2"-18437"0"0,1 2-45 0 0,0 0 0 0 0,0 0 0 0 0,0-1 0 0 0,1 1 0 0 0,-1-1 0 0 0,1 1 0 0 0,0-1 0 0 0,0 0 0 0 0,0 0 0 0 0,5 5 0 0 0,10 20 12 0 0,-10-11-6 0 0,0 0 1 0 0,0 1 0 0 0,-2 0-1 0 0,0 0 1 0 0,4 35 0 0 0,2 55-57 0 0,-10-77 34 0 0,3 32 77 0 0,-4-59-50 0 0,1 1-1 0 0,0-1 1 0 0,0 0 0 0 0,0 0-1 0 0,1 0 1 0 0,0 0-1 0 0,-1 0 1 0 0,1-1 0 0 0,1 1-1 0 0,-1 0 1 0 0,0-1 0 0 0,5 4-1 0 0,9 14-393 0 0,-1-2-3647 0 0,-13-16 1610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32 3633 0 0,'0'0'15728'0'0,"-19"-5"-15704"0"0,-59-15-14 0 0,72 19-13 0 0,1-1 1 0 0,0 1 0 0 0,-1 0-1 0 0,1 1 1 0 0,-1-1-1 0 0,0 1 1 0 0,-8 1 0 0 0,4 0-11 0 0,-6 0-329 0 0,-29 8 0 0 0,30-6-825 0 0,1 0 0 0 0,-21 1 0 0 0,-5-4-7008 0 0,28 0 1172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4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29 183 0 0 0,'0'0'11250'0'0,"1"9"-10635"0"0,6 26-95 0 0,-4-23-27 0 0,0-9-206 0 0,0 1 103 0 0,-2-3-264 0 0,0 0-1 0 0,0 0 1 0 0,0 1-1 0 0,0-1 1 0 0,0 0 0 0 0,0 0-1 0 0,0 0 1 0 0,0 0 0 0 0,0 0-1 0 0,1-1 1 0 0,-1 1-1 0 0,0 0 1 0 0,3 1 0 0 0,-1-1 11 0 0,-4-5 3152 0 0,-6-10-3516 0 0,3 7 242 0 0,-13-28-172 0 0,-8-21 750 0 0,22 49-282 0 0,1-1 0 0 0,0 1 1 0 0,0 0-1 0 0,1-1 0 0 0,0 1 0 0 0,0-10 0 0 0,1 15-247 0 0,0 0 0 0 0,0 0 0 0 0,0 0 0 0 0,0-1 0 0 0,1 1 0 0 0,-1 0 0 0 0,1 0 0 0 0,-1 0-1 0 0,1 0 1 0 0,0 0 0 0 0,0 0 0 0 0,0 0 0 0 0,0 0 0 0 0,0 0 0 0 0,0 1 0 0 0,1-1 0 0 0,-1 0 0 0 0,0 1 0 0 0,1-1 0 0 0,0 1 0 0 0,-1-1 0 0 0,1 1 0 0 0,2-2 0 0 0,3-2-80 0 0,0 1 0 0 0,0 0-1 0 0,1 0 1 0 0,0 0 0 0 0,0 1 0 0 0,0 0 0 0 0,0 1 0 0 0,0-1 0 0 0,0 2-1 0 0,14-2 1 0 0,9 0-464 0 0,48 4-1 0 0,-60-1 213 0 0,-6 1-437 0 0,0 1 1 0 0,0 0-1 0 0,0 1 1 0 0,0 0-1 0 0,-1 1 1 0 0,18 8-1 0 0,-21-7-1893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5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75 169 0 0 0,'0'0'18688'0'0,"15"-5"-18116"0"0,47-16-58 0 0,-43 13 20 0 0,-16 4 37 0 0,0-1-193 0 0,-1 3-242 0 0,0 0 0 0 0,0 0 0 0 0,-1-1 0 0 0,1 1 1 0 0,0-1-1 0 0,-1 1 0 0 0,0-1 0 0 0,0 0 1 0 0,1 0-1 0 0,-2 1 0 0 0,1-1 0 0 0,1-3 1 0 0,-1-4 169 0 0,0 1 0 0 0,-1-15 1 0 0,0 13-196 0 0,-1 9-110 0 0,0 0-1 0 0,0 0 0 0 0,-1 0 1 0 0,1 0-1 0 0,0 1 0 0 0,-1-1 1 0 0,-2-2-1 0 0,-11 1-175 0 0,6 2 153 0 0,0 0-1 0 0,-1 0 1 0 0,-13 0-1 0 0,14 2 31 0 0,1-2 0 0 0,-1 1-1 0 0,1-1 1 0 0,-1 0 0 0 0,-9-3-1 0 0,15 3-18 0 0,0 0 0 0 0,0 0 0 0 0,-1 0 0 0 0,1 1 0 0 0,0-1 0 0 0,-4 1 0 0 0,7 0-6 0 0,-1 2-163 0 0,1-1 173 0 0,0 1 0 0 0,0 0 0 0 0,-1 0 0 0 0,1-1 1 0 0,-1 1-1 0 0,0 0 0 0 0,0-1 0 0 0,1 1 1 0 0,-1 0-1 0 0,-1 1 0 0 0,0-1 10 0 0,1 0 0 0 0,0 0 1 0 0,0 0-1 0 0,0 0 0 0 0,0 0 0 0 0,1 0 0 0 0,-1 2 0 0 0,0-2-3 0 0,1 0 0 0 0,-1 1 0 0 0,0-1 0 0 0,0 0 0 0 0,0 0-1 0 0,-1 2 1 0 0,1-2 2 0 0,0-1-1 0 0,0 1 1 0 0,0 0 0 0 0,1 0-1 0 0,-1 0 1 0 0,0-1-1 0 0,1 1 1 0 0,0 0-1 0 0,-1 0 1 0 0,1 3-1 0 0,0 4-34 0 0,-1-7 70 0 0,1 0 1 0 0,0 0-1 0 0,0 0 0 0 0,-1-1 1 0 0,2 1-1 0 0,-1 0 1 0 0,0 0-1 0 0,0 0 1 0 0,0-1-1 0 0,1 1 0 0 0,-1 0 1 0 0,1-1-1 0 0,-1 1 1 0 0,1 0-1 0 0,0-1 1 0 0,0 1-1 0 0,0 0 0 0 0,0-1 1 0 0,1 3-1 0 0,17 11 164 0 0,0-1 0 0 0,1 0 0 0 0,22 11 0 0 0,76 28 45 0 0,-102-48-185 0 0,-1 0 0 0 0,1-1 0 0 0,0-1-1 0 0,0 0 1 0 0,31 1 0 0 0,-37-4-165 0 0,20-1 219 0 0,-29 1-331 0 0,1 0 1 0 0,0-1 0 0 0,0 1 0 0 0,-1 0 0 0 0,1-1 0 0 0,0 0 0 0 0,-1 1 0 0 0,1-1 0 0 0,0 0 0 0 0,-1 0-1 0 0,1 0 1 0 0,2-2 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83 456 0 0,'0'0'20302'0'0,"-19"-14"-19969"0"0,-61-41-106 0 0,61 42 28 0 0,2 14-323 0 0,-3 6 30 0 0,8-4 56 0 0,0 1 0 0 0,1 0 0 0 0,0 1 0 0 0,-17 9 0 0 0,25-12-2 0 0,0 0 1 0 0,0 0 0 0 0,0 0-1 0 0,-1-1 1 0 0,-4 3 0 0 0,8-4-13 0 0,-1 0 1 0 0,0 0-1 0 0,0 1 0 0 0,1-1 1 0 0,-1 0-1 0 0,0 1 1 0 0,1-1-1 0 0,-1 1 1 0 0,1-1-1 0 0,-1 1 1 0 0,0-1-1 0 0,1 1 1 0 0,-1 0-1 0 0,1-1 1 0 0,0 1-1 0 0,-1-1 0 0 0,1 1 1 0 0,-1 0-1 0 0,1 0 1 0 0,0-1-1 0 0,0 1 1 0 0,-1 0-1 0 0,1 0 1 0 0,0-1-1 0 0,0 2 1 0 0,-4 14 335 0 0,4-14-267 0 0,0 1 0 0 0,0-1 0 0 0,1 1 0 0 0,-1-1 0 0 0,1 0 0 0 0,-1 1 0 0 0,1-1 0 0 0,0 0 0 0 0,0 1 0 0 0,0-1 0 0 0,0 0 0 0 0,0 0 0 0 0,0 0 0 0 0,1 1 0 0 0,-1-1 0 0 0,1-1 0 0 0,-1 1 0 0 0,1 0 0 0 0,0 0 0 0 0,0-1 0 0 0,-1 1 0 0 0,5 1 0 0 0,7 7-4 0 0,1-1 0 0 0,0-1 0 0 0,0-1 1 0 0,1 0-1 0 0,0 0 0 0 0,1-2 0 0 0,-1 0 0 0 0,30 6 1 0 0,-14-8 22 0 0,-29-3-77 0 0,0 0 0 0 0,0-1 0 0 0,0 1 0 0 0,1 0 0 0 0,-1-1-1 0 0,0 1 1 0 0,0-1 0 0 0,0 0 0 0 0,0 1 0 0 0,0-1 0 0 0,0 0 0 0 0,2-2 0 0 0,-1 1-2 0 0,0 0-1 0 0,0-1 0 0 0,0 1 1 0 0,-1-1-1 0 0,1 1 1 0 0,-1-1-1 0 0,0 0 1 0 0,1 0-1 0 0,-1 0 0 0 0,-1 0 1 0 0,1 0-1 0 0,0-1 1 0 0,-1 1-1 0 0,0 0 0 0 0,1-1 1 0 0,-2 1-1 0 0,1-1 1 0 0,0 1-1 0 0,0-6 0 0 0,2-24 142 0 0,-3 32-48 0 0,5 10-1449 0 0,9 13 1145 0 0,-8-12 204 0 0,13 15 0 0 0,10 13-360 0 0,0-6-780 0 0,-17-14-1537 0 0,-5 0-3869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 3265 0 0,'0'0'20500'0'0,"-1"-2"-20329"0"0,-5-6-109 0 0,12 15-292 0 0,15 20 199 0 0,-2 0 0 0 0,21 37-1 0 0,-12-20-36 0 0,-11-20 32 0 0,-15-21-2 0 0,-1-1 0 0 0,0 1 0 0 0,1-1-1 0 0,0 0 1 0 0,3 4 0 0 0,8-39 750 0 0,6-39-1041 0 0,-17 66 341 0 0,0-1 0 0 0,5-10 0 0 0,-6 15 5 0 0,0 0 1 0 0,-1 1-1 0 0,1-1 1 0 0,0 0 0 0 0,1 1-1 0 0,-1-1 1 0 0,0 0 0 0 0,0 1-1 0 0,1 0 1 0 0,-1-1 0 0 0,0 1-1 0 0,1 0 1 0 0,2-2-1 0 0,-1 2-31 0 0,-1 1-1 0 0,0-1 0 0 0,0 1 0 0 0,1 0 0 0 0,-1-1 0 0 0,0 1 1 0 0,0 0-1 0 0,1 1 0 0 0,-1-1 0 0 0,0 0 0 0 0,0 1 0 0 0,1-1 1 0 0,-1 1-1 0 0,0 0 0 0 0,0 0 0 0 0,0-1 0 0 0,0 1 0 0 0,2 2 1 0 0,4 2-54 0 0,-1 0 0 0 0,1 1 1 0 0,7 8-1 0 0,4 3-42 0 0,-4-2-4 0 0,-13-12 78 0 0,0-1-1 0 0,0 0 0 0 0,0 0 0 0 0,1 0 0 0 0,-1 0 1 0 0,3 2-1 0 0,18 12-546 0 0,-22-16 579 0 0,-1 0-1 0 0,0 0 1 0 0,0 0-1 0 0,1 0 1 0 0,-1 1-1 0 0,0-1 1 0 0,1 0-1 0 0,-1 0 1 0 0,0 0-1 0 0,0 0 1 0 0,1 0-1 0 0,-1-1 0 0 0,0 1 1 0 0,1 0-1 0 0,-1 0 1 0 0,0 0-1 0 0,0 0 1 0 0,1 0-1 0 0,-1 0 1 0 0,0 0-1 0 0,0 0 1 0 0,1-1-1 0 0,-1 1 1 0 0,0 0-1 0 0,0 0 1 0 0,1 0-1 0 0,-1-1 1 0 0,0 1-1 0 0,0 0 1 0 0,0 0-1 0 0,0 0 1 0 0,1-1-1 0 0,-1 1 1 0 0,0 0-1 0 0,0 0 1 0 0,0-1-1 0 0,0 1 1 0 0,0 0-1 0 0,0-1 1 0 0,0 1-1 0 0,0 0 1 0 0,1 0-1 0 0,-1-1 1 0 0,0 1-1 0 0,0 0 1 0 0,-1-1-1 0 0,3-17-440 0 0,-2 15 302 0 0,1-4 61 0 0,-1 0 1 0 0,2 0-1 0 0,-1 1 1 0 0,1-1-1 0 0,0 1 1 0 0,0-1-1 0 0,5-9 1 0 0,-6 15 95 0 0,0 0 0 0 0,0 0 0 0 0,-1 0 0 0 0,1-1 0 0 0,0 1-1 0 0,0 0 1 0 0,0 0 0 0 0,0 1 0 0 0,1-1 0 0 0,-1 0 0 0 0,0 0 0 0 0,0 0 0 0 0,0 1 0 0 0,1-1 0 0 0,-1 1 0 0 0,0-1 0 0 0,1 1 0 0 0,-1-1 0 0 0,0 1 0 0 0,1 0 0 0 0,-1 0 0 0 0,0 0 0 0 0,1 0-1 0 0,-1 0 1 0 0,1 0 0 0 0,-1 0 0 0 0,0 0 0 0 0,1 0 0 0 0,-1 0 0 0 0,1 1 0 0 0,1 0 0 0 0,3 1-52 0 0,-1 0 1 0 0,1 1-1 0 0,-1 0 0 0 0,1 0 1 0 0,9 7-1 0 0,10 9 1 0 0,60 48-265 0 0,-82-64 212 0 0,0 0 0 0 0,0 0 0 0 0,-1 0-1 0 0,1 1 1 0 0,2 5 0 0 0,0 6-3630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142 678 0 0 0,'0'0'12835'0'0,"7"-2"-12003"0"0,20-6-40 0 0,-25 8-675 0 0,-1-1-1 0 0,0 0 1 0 0,1 0 0 0 0,-1 0-1 0 0,0 0 1 0 0,1 0 0 0 0,-1 0-1 0 0,0 0 1 0 0,0 0 0 0 0,0 0-1 0 0,0 0 1 0 0,0-1 0 0 0,0 1-1 0 0,-1 0 1 0 0,1-1 0 0 0,0 1-1 0 0,-1-1 1 0 0,1 1-1 0 0,-1-1 1 0 0,1 1 0 0 0,-1-1-1 0 0,0 1 1 0 0,1-4 0 0 0,-1 3-11 0 0,3-18 369 0 0,-2 1 1 0 0,0-1-1 0 0,-3-21 1 0 0,1 29-285 0 0,-1 0 1 0 0,-5-18-1 0 0,2 7-18 0 0,-13-42 356 0 0,4-3 115 0 0,-5-23 198 0 0,14 60-657 0 0,2 15-13 0 0,-1-32 0 0 0,4 44-163 0 0,-1-1 1 0 0,0 1-1 0 0,1-1 0 0 0,-2 1 1 0 0,-2-8-1 0 0,-2-12-25 0 0,5 22 18 0 0,0-1 1 0 0,0 1-1 0 0,0-1 0 0 0,0 1 1 0 0,0-1-1 0 0,-3-2 0 0 0,-5-12 32 0 0,9 15-21 0 0,-1 0 1 0 0,0 0 0 0 0,0-1-1 0 0,0 1 1 0 0,-1 0 0 0 0,1 0-1 0 0,-2-2 1 0 0,2 2-42 0 0,0 0 1 0 0,0 0-1 0 0,0-1 1 0 0,1 1-1 0 0,-1-1 0 0 0,1 1 1 0 0,-1 0-1 0 0,1-4 1 0 0,-8 10-1392 0 0,1 2 1411 0 0,0 1 1 0 0,1 1 0 0 0,0-1-1 0 0,1 1 1 0 0,0 0-1 0 0,-7 14 1 0 0,9-15 37 0 0,0 0 1 0 0,1 0-1 0 0,-1 0 0 0 0,2 0 1 0 0,-1 0-1 0 0,1 1 1 0 0,0-1-1 0 0,0 0 0 0 0,1 13 1 0 0,-1-9 9 0 0,1-1-1 0 0,1 1 1 0 0,0-1 0 0 0,1 1-1 0 0,0-1 1 0 0,0 1 0 0 0,5 11-1 0 0,33 62 155 0 0,-29-63-174 0 0,4 4-26 0 0,2 0-1 0 0,0-1 1 0 0,25 25 0 0 0,-9-10-55 0 0,-22-25 38 0 0,1-2 0 0 0,0 0 0 0 0,1 0 0 0 0,16 9-1 0 0,-24-18 56 0 0,0 0 0 0 0,0-1-1 0 0,0 0 1 0 0,0 0 0 0 0,1-1-1 0 0,-1 1 1 0 0,1-1 0 0 0,-1-1 0 0 0,1 1-1 0 0,0-1 1 0 0,-1 0 0 0 0,10 0-1 0 0,-11-1-12 0 0,0 0 0 0 0,0 0 0 0 0,0 0 0 0 0,0 0 0 0 0,-1-1 1 0 0,1 0-1 0 0,-1 1 0 0 0,1-1 0 0 0,-1 0 0 0 0,4-4 0 0 0,0 1-3 0 0,0-1 0 0 0,0 0 1 0 0,7-10-1 0 0,-8 8-6 0 0,0-1-1 0 0,0 1 1 0 0,-1-2 0 0 0,4-9-1 0 0,-8 16-52 0 0,-1 3 11 0 0,1-1 0 0 0,-1 1 0 0 0,0-1 0 0 0,0 1-1 0 0,0-1 1 0 0,1 1 0 0 0,-1 0 0 0 0,0-1 0 0 0,0 1 0 0 0,1-1 0 0 0,-1 1-1 0 0,1 0 1 0 0,-1-1 0 0 0,0 1 0 0 0,1-1 0 0 0,0 1 0 0 0,-1 1-66 0 0,0 0 1 0 0,0 0-1 0 0,0 0 0 0 0,0 0 1 0 0,0 0-1 0 0,0 0 1 0 0,0 0-1 0 0,0 0 0 0 0,1 0 1 0 0,-1 0-1 0 0,1 2 1 0 0,9 21 110 0 0,-8-17 71 0 0,1 0 0 0 0,5 11 0 0 0,-3-11-44 0 0,1 0 0 0 0,-1 0 0 0 0,1 0 0 0 0,0 0 0 0 0,12 9 0 0 0,-17-15-452 0 0,1 0 335 0 0,-1 0-1 0 0,0 0 1 0 0,0 0-1 0 0,1 0 1 0 0,-1 0-1 0 0,0-1 1 0 0,4 2-1 0 0,-5-2-380 0 0,1 1-1 0 0,-1-1 0 0 0,1 0 1 0 0,0 0-1 0 0,-1 0 0 0 0,1 0 1 0 0,-1 0-1 0 0,1 0 1 0 0,-1 0-1 0 0,1 0 0 0 0,-1-1 1 0 0,1 1-1 0 0,0 0 0 0 0,-1 0 1 0 0,3-2-1377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8146 0 0,'0'0'13679'0'0,"4"1"-16385"0"0,-3 0 2619 0 0,0-1 1 0 0,0 1 0 0 0,0 0 0 0 0,0-1-1 0 0,0 1 1 0 0,0 0 0 0 0,0 0 0 0 0,0 0-1 0 0,0 0 1 0 0,0 0 0 0 0,0 0 0 0 0,-1 0-1 0 0,1 0 1 0 0,0 0 0 0 0,-1 0 0 0 0,1 0-1 0 0,0 2 1 0 0,0 0-432 0 0,1 1-1 0 0,-1 0 1 0 0,0 0-1 0 0,-1 0 1 0 0,1 8-1 0 0,0 18-6800 0 0,-1-19 183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5177 0 0,'0'0'17664'0'0,"-1"1"-17463"0"0,1 0-197 0 0,-1-1-1 0 0,1 0 0 0 0,-1 1 1 0 0,1-1-1 0 0,0 1 0 0 0,-1-1 1 0 0,1 1-1 0 0,0-1 0 0 0,0 0 1 0 0,-1 1-1 0 0,1-1 0 0 0,0 1 1 0 0,0-1-1 0 0,0 1 0 0 0,-1-1 1 0 0,1 1-1 0 0,0-1 0 0 0,0 1 1 0 0,0 0-1 0 0,0-1 0 0 0,0 1 1 0 0,0-1-1 0 0,0 1 0 0 0,0-1 1 0 0,0 1-1 0 0,1-1 0 0 0,-1 1 1 0 0,0-1-1 0 0,0 1 0 0 0,0-1 1 0 0,0 1-1 0 0,1-1 0 0 0,-1 1 1 0 0,0-1-1 0 0,1 1 0 0 0,-1-1 1 0 0,0 0-1 0 0,1 1 0 0 0,-1-1 1 0 0,0 1-1 0 0,1-1 0 0 0,-1 0 1 0 0,1 1-1 0 0,72 86-214 0 0,-50-57 126 0 0,-5-8-4 0 0,-5-6-145 0 0,22 32-1 0 0,-35-47 202 0 0,1 0 0 0 0,0 0 0 0 0,0 0 0 0 0,0 0-1 0 0,0 0 1 0 0,0 0 0 0 0,0 0 0 0 0,0 0-1 0 0,0-1 1 0 0,2 2 0 0 0,-2-2 441 0 0,0-2-345 0 0,0-1-1 0 0,-1 0 0 0 0,1 1 1 0 0,-1-1-1 0 0,0 0 1 0 0,1-3-1 0 0,0-10-160 0 0,3-1 45 0 0,-1 0 1 0 0,0-28 0 0 0,0 6 118 0 0,-3 35-21 0 0,1 0 0 0 0,0 1 0 0 0,-1-1 1 0 0,1 0-1 0 0,1 0 0 0 0,-1 0 0 0 0,0 1 0 0 0,1-1 0 0 0,0 0 0 0 0,2-3 0 0 0,-3 7-29 0 0,-1 0 0 0 0,1-1 0 0 0,0 1 0 0 0,0 0-1 0 0,-1-1 1 0 0,1 1 0 0 0,0 0 0 0 0,-1 0 0 0 0,1-1 0 0 0,0 1-1 0 0,0 0 1 0 0,-1 0 0 0 0,1 0 0 0 0,0 0 0 0 0,0 0-1 0 0,0 0 1 0 0,-1 0 0 0 0,2 1 0 0 0,1-1-73 0 0,-1 0-1 0 0,0 1 1 0 0,0-1-1 0 0,0 1 1 0 0,0 0-1 0 0,3 1 1 0 0,3 3-60 0 0,-1 1-1 0 0,1 0 1 0 0,-1 0-1 0 0,0 1 1 0 0,-1 0 0 0 0,7 8-1 0 0,30 49-2033 0 0,-43-64 1849 0 0,7 13-2313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92 255 0 0 0,'0'0'19567'0'0,"8"-14"-19198"0"0,37-60 133 0 0,-41 68-352 0 0,0-1-1 0 0,-1 0 1 0 0,1 0 0 0 0,2-10 0 0 0,-5 13-110 0 0,0 0 0 0 0,0 0 0 0 0,-1 0 0 0 0,1 1 0 0 0,-1-1-1 0 0,0 0 1 0 0,0 0 0 0 0,0 0 0 0 0,-1 0 0 0 0,-1-7 0 0 0,0 6-37 0 0,-1 1 1 0 0,1-1-1 0 0,-1 1 1 0 0,0 0-1 0 0,0-1 0 0 0,0 1 1 0 0,-4-3-1 0 0,-1-2 5 0 0,7 7-13 0 0,-1 0 0 0 0,1 0 0 0 0,-1 0 0 0 0,1 0 0 0 0,-1 1 0 0 0,0-1 0 0 0,0 1 0 0 0,0-1 0 0 0,0 1 0 0 0,0 0 0 0 0,0 0 0 0 0,0 0 0 0 0,0 0 0 0 0,-1 0 0 0 0,1 0 1 0 0,0 0-1 0 0,0 1 0 0 0,-1-1 0 0 0,1 1 0 0 0,-1 0 0 0 0,1 0 0 0 0,0 0 0 0 0,-4 0 0 0 0,2 0-19 0 0,0 0 0 0 0,-1 0 1 0 0,1 1-1 0 0,-8 1 0 0 0,11-1 16 0 0,-1-1 0 0 0,1 1 0 0 0,-1 0-1 0 0,1-1 1 0 0,-1 1 0 0 0,1 0 0 0 0,0 0 0 0 0,-1 0 0 0 0,1 0-1 0 0,0 0 1 0 0,0 0 0 0 0,0 1 0 0 0,0-1 0 0 0,0 0 0 0 0,-2 3 0 0 0,-2 1-10 0 0,5-4 18 0 0,-1-1 1 0 0,1 1-1 0 0,-1-1 1 0 0,1 1-1 0 0,0-1 1 0 0,-1 1-1 0 0,1-1 1 0 0,-1 1-1 0 0,1 0 1 0 0,0-1-1 0 0,0 1 1 0 0,-1-1-1 0 0,1 2 1 0 0,-1-1-2 0 0,1 0 0 0 0,0 0 0 0 0,-1-1 1 0 0,1 1-1 0 0,-1 0 0 0 0,1 0 0 0 0,-1-1 0 0 0,1 1 0 0 0,-1 0 1 0 0,-1 0-1 0 0,2 0 0 0 0,-1-1 0 0 0,1 1-1 0 0,0-1 1 0 0,-1 1 0 0 0,1-1 0 0 0,-1 0 0 0 0,1 1 0 0 0,0-1 0 0 0,-1 1 0 0 0,1-1 0 0 0,0 1-1 0 0,0 0 1 0 0,-1-1 0 0 0,1 1 0 0 0,0-1 0 0 0,0 2 0 0 0,-3 13 27 0 0,2-14-15 0 0,0 1 0 0 0,1 0 0 0 0,-1 0 0 0 0,1 0 0 0 0,-1 0 0 0 0,1 0 0 0 0,0 2 1 0 0,0-1 49 0 0,0-1 0 0 0,0 0 0 0 0,0 1 0 0 0,1-1 1 0 0,-1 1-1 0 0,1-1 0 0 0,0 1 0 0 0,0-1 0 0 0,0 0 1 0 0,2 5-1 0 0,0-2 62 0 0,1 0 0 0 0,0-1 0 0 0,7 8 0 0 0,11 10 51 0 0,44 35 0 0 0,-39-37-695 0 0,-9-7 673 0 0,28 17-1 0 0,-39-26-912 0 0,0 0 1 0 0,14 3-1 0 0,-16-5-463 0 0,0-1 1 0 0,1 0-1 0 0,-1 0 1 0 0,11 0-1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00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49 480 800 0 0,'0'0'19180'0'0,"-4"-2"-19069"0"0,-12-9-52 0 0,15 11-70 0 0,1 0 0 0 0,0-1 0 0 0,-1 1 0 0 0,1 0 1 0 0,0-1-1 0 0,-1 1 0 0 0,1 0 0 0 0,-1 0 0 0 0,1-1 0 0 0,-1 1 1 0 0,1 0-1 0 0,-1 0 0 0 0,1 0 0 0 0,0 0 0 0 0,-1 0 0 0 0,1 0 1 0 0,-1 0-1 0 0,1 0 0 0 0,-1 0 0 0 0,1 0 0 0 0,-1 0 0 0 0,1 0 1 0 0,-1 0-1 0 0,1 0 0 0 0,-1 0 0 0 0,1 0 0 0 0,-1 0 1 0 0,1 1-1 0 0,-1-1 0 0 0,1 0 0 0 0,-1 1 0 0 0,0 0-2 0 0,1 0 1 0 0,-1 0-1 0 0,1 0 0 0 0,-1 0 0 0 0,1 0 0 0 0,-1 0 1 0 0,1 0-1 0 0,-1 0 0 0 0,1 2 0 0 0,-2 4-50 0 0,1-5 71 0 0,0 0-1 0 0,0 0 0 0 0,0 0 1 0 0,1 0-1 0 0,-1 0 0 0 0,1 0 1 0 0,-1 1-1 0 0,1-1 0 0 0,0 0 1 0 0,0 0-1 0 0,0 0 0 0 0,0 3 1 0 0,7 26 245 0 0,-2-13-107 0 0,-4-14-108 0 0,1 0 1 0 0,-1 0-1 0 0,1 0 1 0 0,0 0-1 0 0,0 0 1 0 0,1-1-1 0 0,-1 1 1 0 0,5 4-1 0 0,2 4 47 0 0,-8-11-47 0 0,0 0-1 0 0,1 0 1 0 0,-1-1 0 0 0,0 1 0 0 0,0 0 0 0 0,1 0 0 0 0,-1-1-1 0 0,0 1 1 0 0,1 0 0 0 0,-1-1 0 0 0,0 0 0 0 0,1 1 0 0 0,-1-1 0 0 0,1 0-1 0 0,-1 0 1 0 0,1 0 0 0 0,-1 1 0 0 0,1-2 0 0 0,-1 1 0 0 0,1 0-1 0 0,-1 0 1 0 0,1 0 0 0 0,-1-1 0 0 0,0 1 0 0 0,1-1 0 0 0,-1 1-1 0 0,1-1 1 0 0,-1 1 0 0 0,0-1 0 0 0,0 0 0 0 0,2-1 0 0 0,3-5-43 0 0,-1 0 1 0 0,0-1 0 0 0,-1 0-1 0 0,0 0 1 0 0,0 0 0 0 0,0 0 0 0 0,-1 0-1 0 0,-1-1 1 0 0,1 1 0 0 0,-1-1-1 0 0,1-11 1 0 0,-1-10-356 0 0,-1-59-1 0 0,-2 73 307 0 0,0 1-23 0 0,-1 0 0 0 0,-4-19-1 0 0,0 7 15 0 0,0-6 19 0 0,1 5 154 0 0,0 0 1 0 0,0-38-1 0 0,5-16 1073 0 0,0 81-1143 0 0,-5 2-3310 0 0,5 0 3278 0 0,-1-1 1 0 0,0 0-1 0 0,0 0 1 0 0,1 0-1 0 0,-1 0 1 0 0,0 0 0 0 0,0 0-1 0 0,1 0 1 0 0,-1 0-1 0 0,0 0 1 0 0,0 0-1 0 0,0 0 1 0 0,1-1-1 0 0,-1 1 1 0 0,0 0-1 0 0,0 0 1 0 0,1-1 0 0 0,-1 1-1 0 0,0 0 1 0 0,1-1-1 0 0,-1 1 1 0 0,0-1-1 0 0,1 1 1 0 0,-1-1-1 0 0,1 1 1 0 0,-2-2-1 0 0,-4-9 319 0 0,5 10-275 0 0,-1-1 0 0 0,1 0 0 0 0,0 0 0 0 0,0 0 0 0 0,0 0-1 0 0,0 0 1 0 0,1-1 0 0 0,-2-2 0 0 0,1-3 453 0 0,2 14-837 0 0,3 15-41 0 0,7 7 407 0 0,24 81 95 0 0,-23-69 5 0 0,33 75 1 0 0,-23-64-84 0 0,26 43 38 0 0,-19-43-112 0 0,-9-15-115 0 0,9 19-2364 0 0,-28-53 1504 0 0,-1 0 0 0 0,1 0 0 0 0,-1 1 0 0 0,1-1 0 0 0,-1 0 0 0 0,0 0 0 0 0,0 4 0 0 0,0-1-2517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3561 0 0,'0'0'20484'0'0,"1"-3"-20248"0"0,5-8 158 0 0,-8 13-404 0 0,2-2 8 0 0,0 0 1 0 0,-1 1 0 0 0,1-1-1 0 0,0 0 1 0 0,0 0-1 0 0,0 1 1 0 0,0-1-1 0 0,0 0 1 0 0,-1 1 0 0 0,1-1-1 0 0,0 0 1 0 0,0 1-1 0 0,0-1 1 0 0,0 0-1 0 0,0 1 1 0 0,0-1-1 0 0,0 0 1 0 0,0 1 0 0 0,0-1-1 0 0,0 0 1 0 0,0 1-1 0 0,-3 46 32 0 0,3-42-18 0 0,0 0 1 0 0,0 0 0 0 0,1 0 0 0 0,-1-1-1 0 0,1 1 1 0 0,1 0 0 0 0,-1 0 0 0 0,1 0-1 0 0,0-1 1 0 0,0 1 0 0 0,0-1 0 0 0,0 1 0 0 0,5 5-1 0 0,-4-6 5 0 0,0 1 0 0 0,0 0 1 0 0,4 10-1 0 0,-1-1 52 0 0,-6-14 2 0 0,1 1 0 0 0,0-1 1 0 0,-1 1-1 0 0,1-1 0 0 0,0 1 1 0 0,-1-1-1 0 0,1 0 0 0 0,0 1 0 0 0,-1-1 1 0 0,1 0-1 0 0,0 0 0 0 0,0 1 1 0 0,-1-1-1 0 0,1 0 0 0 0,0 0 1 0 0,0 0-1 0 0,0 0 0 0 0,-1 0 1 0 0,1 0-1 0 0,0 0 0 0 0,0-1 0 0 0,1 1 1 0 0,18-4 102 0 0,-20 4-169 0 0,47-14 75 0 0,88-19-1501 0 0,-133 33 1098 0 0,32-8-3075 0 0,-31 7 1675 0 0,-1 0 0 0 0,1 0 0 0 0,-1 0 0 0 0,1 0 0 0 0,3-4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3321 0 0,'0'0'17087'0'0,"-6"28"-16763"0"0,-18 88-53 0 0,17-78-105 0 0,7-26-26 0 0,1-3-52 0 0,-1-1 13 0 0,1 0 1 0 0,0 0-1 0 0,0 0 1 0 0,1-1-1 0 0,4 12 1 0 0,2 6-6135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7754 0 0,'0'0'12561'0'0,"23"-2"-12202"0"0,69-7-18 0 0,-80 7-143 0 0,1 1 1 0 0,15 1-1 0 0,-12 0 15 0 0,2 0-11 0 0,0 1-1 0 0,0 0 0 0 0,0 2 1 0 0,-1 0-1 0 0,31 9 1 0 0,-47-12-203 0 0,1 0 1 0 0,-1 1 0 0 0,1-1 0 0 0,-1 1 0 0 0,0 0 0 0 0,1-1-1 0 0,-1 1 1 0 0,0 0 0 0 0,0 0 0 0 0,0 0 0 0 0,0 0 0 0 0,1 0 0 0 0,-1 0-1 0 0,0 0 1 0 0,-1 0 0 0 0,1 1 0 0 0,0-1 0 0 0,0 0 0 0 0,0 0-1 0 0,-1 1 1 0 0,1-1 0 0 0,-1 1 0 0 0,1-1 0 0 0,-1 0 0 0 0,1 1-1 0 0,-1-1 1 0 0,0 3 0 0 0,0-1-16 0 0,0 0 0 0 0,-1 0 0 0 0,1-1 0 0 0,-1 1 0 0 0,0 0 0 0 0,0 0 0 0 0,0-1 0 0 0,0 1 0 0 0,0-1 0 0 0,-1 1 0 0 0,1-1 0 0 0,-1 1 0 0 0,-3 3 1 0 0,1-2 19 0 0,-1 1 1 0 0,0-1 0 0 0,1 0 0 0 0,-2-1-1 0 0,1 1 1 0 0,0-1 0 0 0,-10 4 0 0 0,-13 10 34 0 0,27-17-37 0 0,0 1 1 0 0,1-1-1 0 0,-1 1 1 0 0,0-1-1 0 0,0 1 1 0 0,0 0-1 0 0,0 0 1 0 0,1-1-1 0 0,-1 1 1 0 0,0 0-1 0 0,1 0 1 0 0,-1 0-1 0 0,1 0 0 0 0,-1 0 1 0 0,1 0-1 0 0,-1 0 1 0 0,1 0-1 0 0,0 0 1 0 0,-1 0-1 0 0,1 0 1 0 0,0 0-1 0 0,0 0 1 0 0,0 1-1 0 0,0 0 3 0 0,0-1 0 0 0,1 0 1 0 0,-1 1-1 0 0,1-1 0 0 0,-1 0 0 0 0,1 0 0 0 0,-1 0 0 0 0,1 0 1 0 0,0 1-1 0 0,0-1 0 0 0,0 0 0 0 0,0 0 0 0 0,-1-1 0 0 0,1 1 1 0 0,0 0-1 0 0,1 0 0 0 0,-1 0 0 0 0,2 1 0 0 0,34 19 123 0 0,44 18-1 0 0,-14-8-80 0 0,-65-30-52 0 0,0 0 1 0 0,0 1-1 0 0,0-1 1 0 0,1 0-1 0 0,-1 1 1 0 0,3 3-1 0 0,-5-5 0 0 0,1 1 0 0 0,-1-1 0 0 0,0 1-1 0 0,1 0 1 0 0,-1-1 0 0 0,1 1 0 0 0,-1 0-1 0 0,0-1 1 0 0,1 1 0 0 0,-1 0 0 0 0,0 0 0 0 0,0-1-1 0 0,0 1 1 0 0,0 0 0 0 0,1 0 0 0 0,-1-1-1 0 0,0 1 1 0 0,0 0 0 0 0,0 0 0 0 0,-1-1 0 0 0,1 1-1 0 0,0 0 1 0 0,0 0 0 0 0,0-1 0 0 0,0 1 0 0 0,-1 0-1 0 0,1 0 1 0 0,0-1 0 0 0,-1 2 0 0 0,-2 0 54 0 0,1-1 0 0 0,0 1 1 0 0,-1 0-1 0 0,1-1 1 0 0,-1 0-1 0 0,0 0 0 0 0,1 0 1 0 0,-1 0-1 0 0,-5 1 0 0 0,3 0 56 0 0,-18 4 79 0 0,0-1-1 0 0,1-1 0 0 0,-40 1 0 0 0,25-2-592 0 0,-7-1-2668 0 0,9 0-7014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3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6 215 0 0 0,'0'0'5018'0'0,"0"-3"-3047"0"0,0-8 240 0 0,0 1 4240 0 0,0 10-6372 0 0,1 0 0 0 0,-1 0-1 0 0,0-1 1 0 0,0 1 0 0 0,0 0-1 0 0,1 0 1 0 0,-1 0-1 0 0,0 0 1 0 0,0 0 0 0 0,0 0-1 0 0,0-1 1 0 0,1 1 0 0 0,-1 0-1 0 0,0 0 1 0 0,0 0 0 0 0,0-1-1 0 0,0 1 1 0 0,0 0 0 0 0,0 0-1 0 0,0 0 1 0 0,0-1-1 0 0,1 1 1 0 0,-1 0 0 0 0,0 0-1 0 0,0 0 1 0 0,0-1 0 0 0,0 1-1 0 0,0 0 1 0 0,0 0 0 0 0,0-1-1 0 0,0-85 6583 0 0,0 76-6938 0 0,-1 4 185 0 0,-5-5-2 0 0,5 7 110 0 0,1 0 0 0 0,-1 0 1 0 0,1-1-1 0 0,-1 1 0 0 0,2-6 1 0 0,-1 2 1283 0 0,16 21-642 0 0,-5-3-611 0 0,-7-6-13 0 0,1 1 0 0 0,-1-1 0 0 0,0 1 0 0 0,0-1 0 0 0,0 1 0 0 0,-1 0 0 0 0,5 9 0 0 0,11 27 217 0 0,14 32 66 0 0,-16-20-112 0 0,-1-4-51 0 0,5 20 36 0 0,-15-46-68 0 0,13 32 0 0 0,-2-6 20 0 0,0 4-34 0 0,-12-38-68 0 0,-4-11-35 0 0,0 0-1 0 0,1 0 1 0 0,-1 0 0 0 0,1-1-1 0 0,4 8 1 0 0,-1-2 14 0 0,1 1 8 0 0,-3-5-23 0 0,-3-4-1 0 0,0 0-1 0 0,0 0 1 0 0,1 0-1 0 0,-1 0 1 0 0,1-1-1 0 0,-1 1 0 0 0,0 0 1 0 0,1 0-1 0 0,-1-1 1 0 0,1 1-1 0 0,1 1 1 0 0,7-2 213 0 0,2 1-129 0 0,-10 0-83 0 0,1-1 1 0 0,-1 0 0 0 0,1 1 0 0 0,0-1 0 0 0,-1 0 0 0 0,1 0 0 0 0,0 0 0 0 0,-1 0-1 0 0,1 0 1 0 0,-1-1 0 0 0,1 1 0 0 0,0 0 0 0 0,-1-1 0 0 0,1 1 0 0 0,-1-1 0 0 0,1 0 0 0 0,1 0 0 0 0,0-2-11 0 0,-2 2 4 0 0,-1 1 0 0 0,1 0 0 0 0,0-1 0 0 0,-1 1 0 0 0,1-1 0 0 0,-1 0 0 0 0,0 1 0 0 0,1-1 0 0 0,-1 1 0 0 0,1-1 0 0 0,-1 0 0 0 0,0 1 0 0 0,1-1 0 0 0,-1 0-1 0 0,0 1 1 0 0,0-2 0 0 0,9-19-175 0 0,-5-10-11 0 0,-2 0 0 0 0,-3-41 0 0 0,0 21 68 0 0,3 9 304 0 0,-2 41-179 0 0,0 1 0 0 0,1-1 0 0 0,-1 1 1 0 0,1-1-1 0 0,-1 1 0 0 0,0-1 0 0 0,1 1 0 0 0,-1-1 0 0 0,1 1 1 0 0,0-1-1 0 0,-1 1 0 0 0,1 0 0 0 0,-1-1 0 0 0,1 1 0 0 0,0 0 1 0 0,-1 0-1 0 0,1-1 0 0 0,-1 1 0 0 0,1 0 0 0 0,0 0 0 0 0,-1 0 0 0 0,2 0 1 0 0,0-1-4 0 0,-1 1 0 0 0,1 0 1 0 0,-1 0-1 0 0,1-1 0 0 0,-1 1 1 0 0,1 0-1 0 0,-1 0 0 0 0,1 1 1 0 0,-1-1-1 0 0,1 0 0 0 0,1 1 1 0 0,3 3-41 0 0,0 0 0 0 0,0 1-1 0 0,-1 0 1 0 0,7 7 0 0 0,-5-5 33 0 0,4 5-5 0 0,14 21-1 0 0,0-1 1 0 0,-16-19 4 0 0,13 19-1 0 0,-15-19-4 0 0,18 21 0 0 0,-12-17 6 0 0,-6-9 2 0 0,-1 0 0 0 0,12 9 0 0 0,0 3 12 0 0,-15-16-5 0 0,1 0 0 0 0,0 1 0 0 0,8 6 0 0 0,-6-6-5 0 0,-6-4 6 0 0,1-1 1 0 0,-1 1 0 0 0,1-1 0 0 0,-1 1 0 0 0,1-1 0 0 0,-1 1-1 0 0,1-1 1 0 0,-1 1 0 0 0,1-1 0 0 0,0 0 0 0 0,-1 1 0 0 0,1-1-1 0 0,-1 0 1 0 0,1 1 0 0 0,1-1 0 0 0,-2 0 375 0 0,4-11-243 0 0,-2 7-153 0 0,0 0 1 0 0,-1 0-1 0 0,1-1 1 0 0,-1 1-1 0 0,0-1 1 0 0,0 1 0 0 0,1-9-1 0 0,1-7-24 0 0,-2 11 22 0 0,0-1 0 0 0,-1 1 0 0 0,-1-20-1 0 0,1 4 0 0 0,0 10 11 0 0,-1-1 0 0 0,-4-27 0 0 0,-11-71-17 0 0,10 59 73 0 0,4-1-1 0 0,4-62 0 0 0,-1 105-38 0 0,1 0-1 0 0,1 0 0 0 0,0 0 1 0 0,6-15-1 0 0,4 4-21 0 0,-13 23-41 0 0,0 0-1 0 0,0 1 1 0 0,1-1-1 0 0,-1 1 1 0 0,0-1-1 0 0,0 1 1 0 0,1-1 0 0 0,-1 1-1 0 0,0-1 1 0 0,1 1-1 0 0,-1 0 1 0 0,1-1-1 0 0,-1 1 1 0 0,0-1 0 0 0,1 1-1 0 0,-1 0 1 0 0,1-1-1 0 0,-1 1 1 0 0,1-1-1 0 0,0 1-65 0 0,-1 0-1 0 0,0 0 1 0 0,0 0-1 0 0,1 1 1 0 0,-1-1-1 0 0,0 0 1 0 0,0 0-1 0 0,1 0 1 0 0,-1 0-1 0 0,0 0 1 0 0,0 0-1 0 0,0 0 1 0 0,1 0-1 0 0,-1 1 1 0 0,0-1-1 0 0,0 0 1 0 0,0 0-1 0 0,0 0 1 0 0,1 0-1 0 0,-1 1 0 0 0,0-1 1 0 0,0 0-1 0 0,0 0 1 0 0,0 0-1 0 0,0 1 1 0 0,0-1-1 0 0,0 0 1 0 0,0 0-1 0 0,1 1 1 0 0,-1-1-1 0 0,0 0 1 0 0,0 0-1 0 0,0 0 1 0 0,0 1-1 0 0,0-1 1 0 0,0 0-1 0 0,0 0 1 0 0,0 1-1 0 0,0-1 1 0 0,0 0-1 0 0,-1 0 1 0 0,1 1-1 0 0,0 9-2280 0 0,0 15-7553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4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165 110 0 0 0,'0'0'22051'0'0,"2"-5"-21452"0"0,5-26 660 0 0,-6 28-1170 0 0,0 1 1 0 0,0-1-1 0 0,1 1 0 0 0,-1-1 0 0 0,0 1 0 0 0,1 0 1 0 0,0 0-1 0 0,-1-1 0 0 0,1 1 0 0 0,0 0 1 0 0,3-2-1 0 0,2-3-142 0 0,-7 7 17 0 0,1 0 1 0 0,-1 0-1 0 0,0 0 1 0 0,1-1 0 0 0,-1 1-1 0 0,0 0 1 0 0,0 0-1 0 0,1-1 1 0 0,-1 1 0 0 0,0 0-1 0 0,0 0 1 0 0,1-1-1 0 0,-1 1 1 0 0,0 0 0 0 0,0-1-1 0 0,0 1 1 0 0,0 0-1 0 0,0-1 1 0 0,0 1 0 0 0,1 0-1 0 0,-1-1 1 0 0,0 1-1 0 0,0-1 1 0 0,-9-1-1257 0 0,2 2 1439 0 0,-12-2-219 0 0,-20-6 1 0 0,-15-2-871 0 0,38 8 280 0 0,-15-2-1775 0 0,12 3-2489 0 0,7 0-5431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5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25 0 0 0,'0'0'12493'0'0,"7"1"-11380"0"0,33 1 5883 0 0,-106-18-5847 0 0,49 12-1829 0 0,-21-2-1 0 0,15 4-8333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1472 0 0,'0'0'14825'0'0,"0"-2"-13964"0"0,0-83 9048 0 0,2 92-10601 0 0,4 15 605 0 0,0-1-1 0 0,11 27 1 0 0,24 42 128 0 0,-24-54-55 0 0,79 140 78 0 0,-77-143-53 0 0,-7-11 13 0 0,1 0 0 0 0,32 39 0 0 0,-25-38-4 0 0,-12-13 0 0 0,0-1 1 0 0,19 17-1 0 0,-25-24-109 0 0,-1-1 156 0 0,0 0 0 0 0,0-1-1 0 0,0 1 1 0 0,0 0 0 0 0,1 0 0 0 0,-1-1-1 0 0,0 1 1 0 0,0 0 0 0 0,3 0 0 0 0,-3-1-34 0 0,-1 0-1 0 0,1-1 1 0 0,0 1 0 0 0,-1 0 0 0 0,1 0-1 0 0,-1 0 1 0 0,1-1 0 0 0,0 1 0 0 0,-1 0 0 0 0,1-1-1 0 0,-1 1 1 0 0,1 0 0 0 0,-1-1 0 0 0,1 1-1 0 0,-1-1 1 0 0,1 1 0 0 0,-1-1 0 0 0,1 1 0 0 0,-1-1-1 0 0,0 1 1 0 0,1-1 0 0 0,-1-1 0 0 0,4-3-16 0 0,-1-1 1 0 0,0 0-1 0 0,-1 0 1 0 0,0 0-1 0 0,0 0 1 0 0,0 0-1 0 0,0-1 1 0 0,-1 1-1 0 0,0-7 1 0 0,1-10-59 0 0,-3-27 1 0 0,1 38 22 0 0,-2-2-24 0 0,0 0 1 0 0,0 1-1 0 0,-2-1 1 0 0,-5-16 0 0 0,-4-12 32 0 0,10 34 24 0 0,0-3-431 0 0,3 11 342 0 0,0 1-1 0 0,1 0 0 0 0,-1 0 0 0 0,1-1 1 0 0,-1 1-1 0 0,1 0 0 0 0,-1-1 0 0 0,1 1 0 0 0,0 0 1 0 0,-1-1-1 0 0,2 2 0 0 0,1 0-56 0 0,18 19-93 0 0,74 69 25 0 0,-81-78 211 0 0,2 0 0 0 0,-1-1-1 0 0,2-1 1 0 0,30 14 0 0 0,-42-22 23 0 0,-1 0 0 0 0,1-1-1 0 0,0 0 1 0 0,-1 0 0 0 0,9 1 0 0 0,-11-2-13 0 0,-1 0 0 0 0,1 0 0 0 0,-1 0 0 0 0,1 0 0 0 0,-1 0 0 0 0,0 0 0 0 0,1 0 0 0 0,-1-1 0 0 0,1 1 0 0 0,-1-1 0 0 0,1 1-1 0 0,-1-1 1 0 0,0 1 0 0 0,1-1 0 0 0,-1 0 0 0 0,0 1 0 0 0,0-1 0 0 0,1 0 0 0 0,-1 0 0 0 0,0 0 0 0 0,2-2 0 0 0,-1-1-3 0 0,0-1 0 0 0,0 1 1 0 0,0 0-1 0 0,-1-1 0 0 0,0 1 0 0 0,1-1 0 0 0,-2 0 0 0 0,1 1 0 0 0,0-9 0 0 0,-1-2-18 0 0,-2-27 1 0 0,1 34-16 0 0,-1 0 1 0 0,0 0 0 0 0,0 0-1 0 0,-1 1 1 0 0,-5-12 0 0 0,-22-37-97 0 0,16 32 64 0 0,3 4-338 0 0,0 1 1 0 0,-2 0 0 0 0,0 1 0 0 0,-1 0 0 0 0,-20-18-1 0 0,32 34-114 0 0,0 0-1 0 0,0 1 1 0 0,0-1-1 0 0,-1 1 1 0 0,1 0-1 0 0,-4-2 0 0 0,-6 0-4045 0 0,1 6-3944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20 10946 0 0,'0'0'14950'0'0,"-2"-3"-14700"0"0,-8-13 178 0 0,11 19-474 0 0,-1-1 0 0 0,0 1 1 0 0,1-1-1 0 0,-1 1 0 0 0,0 0 1 0 0,-1 5-1 0 0,0-1 35 0 0,1 156-34 0 0,0-163 68 0 0,0 1 1 0 0,0 0-1 0 0,0 0 1 0 0,0 0-1 0 0,0 0 1 0 0,0-1-1 0 0,0 1 1 0 0,0 0-1 0 0,0 0 1 0 0,1 0-1 0 0,-1-1 1 0 0,0 1-1 0 0,1 0 1 0 0,-1 0-1 0 0,0-1 1 0 0,1 1-1 0 0,-1 0 1 0 0,1-1-1 0 0,-1 1 1 0 0,1 0-1 0 0,-1-1 1 0 0,1 1-1 0 0,-1-1 1 0 0,1 1-1 0 0,0-1 1 0 0,-1 1-1 0 0,1-1 1 0 0,1 1-1 0 0,1 0 126 0 0,-1-1 0 0 0,1 1-1 0 0,0-1 1 0 0,0 0 0 0 0,0 0 0 0 0,0 0-1 0 0,3-1 1 0 0,-1 1-217 0 0,5-2 134 0 0,-1 0 0 0 0,1 0 0 0 0,-1 0 0 0 0,14-7 0 0 0,-10 4-30 0 0,18-5 0 0 0,-26 9-52 0 0,19-4-215 0 0,27-10 1 0 0,-41 11-731 0 0,1-1-2635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11346 0 0,'0'0'9975'0'0,"0"20"-9681"0"0,0 63-39 0 0,2-48-6 0 0,2-21-26 0 0,0-2-50 0 0,18 53 514 0 0,-18-50-1173 0 0,1 0-2358 0 0,-4-4-4480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40 3105 0 0,'0'0'16200'0'0,"-3"-1"-15349"0"0,-7-2-474 0 0,1 0-1 0 0,-2 0 1 0 0,1 1 0 0 0,0 0-1 0 0,0 0 1 0 0,-1 1-1 0 0,-10 1 1 0 0,-127-2-1864 0 0,146 2 909 0 0,0 0-1 0 0,-1 0 1 0 0,1 0-1 0 0,0-1 1 0 0,0 1-1 0 0,0-1 1 0 0,0 0-1 0 0,-1 1 1 0 0,-2-3 0 0 0,3 2-1581 0 0,-1-1 1 0 0,0 0-1 0 0,0 0 1 0 0,-4-5-1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45 8618 0 0,'0'0'13464'0'0,"-32"-8"-13441"0"0,-98-21-17 0 0,88 22 1 0 0,29 6-19 0 0,3 2-41 0 0,3-1-361 0 0,0 1 0 0 0,-12 1 1 0 0,-1 3-3677 0 0,11-2 159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0 194 2144 0 0,'0'0'17642'0'0,"4"-6"-17312"0"0,0 0-237 0 0,-3 4-63 0 0,0 0 1 0 0,1 0 0 0 0,-1 0-1 0 0,0 0 1 0 0,1 1-1 0 0,0-1 1 0 0,-1 0-1 0 0,1 1 1 0 0,0-1-1 0 0,0 1 1 0 0,0 0-1 0 0,4-3 1 0 0,3-1 160 0 0,-6 3-170 0 0,1 0 0 0 0,-1 1 1 0 0,1-1-1 0 0,-1 1 0 0 0,1 0 0 0 0,6-2 1 0 0,51-12 51 0 0,-17 4 135 0 0,-42 10-148 0 0,1 1 1 0 0,-1-1-1 0 0,1 1 0 0 0,-1-1 0 0 0,0 0 1 0 0,1 0-1 0 0,-1 0 0 0 0,0 0 0 0 0,0-1 0 0 0,1 1 1 0 0,-1-1-1 0 0,2-1 0 0 0,3-5 399 0 0,-6 7-373 0 0,0 0 0 0 0,0 0 0 0 0,0 1 0 0 0,-1-1 0 0 0,1 0 1 0 0,0 0-1 0 0,-1 0 0 0 0,1 0 0 0 0,-1 0 0 0 0,1 0 0 0 0,-1 0 0 0 0,1 0 0 0 0,-1 0 0 0 0,1 0 1 0 0,-1 0-1 0 0,0 0 0 0 0,0 0 0 0 0,0 0 0 0 0,0 0 0 0 0,0-2 0 0 0,0 0 88 0 0,1 1-142 0 0,-1 0 1 0 0,0 1-1 0 0,0-1 0 0 0,0 0 1 0 0,0 1-1 0 0,0-1 0 0 0,0 0 1 0 0,-1 1-1 0 0,1-1 0 0 0,0 0 1 0 0,-1 1-1 0 0,1-1 0 0 0,-1 1 1 0 0,0-1-1 0 0,0 1 0 0 0,1-1 1 0 0,-1 1-1 0 0,0-1 0 0 0,0 1 1 0 0,0 0-1 0 0,0-1 0 0 0,-3-1 1 0 0,-4-4-47 0 0,4 4 8 0 0,1 0 1 0 0,-1 0-1 0 0,0 0 0 0 0,-4-2 0 0 0,6 4-30 0 0,0 0 0 0 0,0 0 0 0 0,0 1 0 0 0,0-1 0 0 0,-1 1 0 0 0,1-1 0 0 0,0 1 1 0 0,0 0-1 0 0,0 0 0 0 0,0 0 0 0 0,0 0 0 0 0,0 0 0 0 0,0 1 0 0 0,-4 0 0 0 0,-1 1 11 0 0,-1 1-1 0 0,-11 5 1 0 0,-5 3 27 0 0,-19 4 11 0 0,40-14-8 0 0,2-1-1 0 0,0 0 0 0 0,1 1 0 0 0,-1-1 0 0 0,1 0 0 0 0,-1 0 0 0 0,1 0 0 0 0,-1 1 0 0 0,0-1 0 0 0,1 0 0 0 0,-1 0 0 0 0,1 1 0 0 0,0-1 0 0 0,-1 0 0 0 0,0 2 0 0 0,-4 0-4 0 0,5-1-1 0 0,0-1 0 0 0,-1 0 0 0 0,1 0 0 0 0,0 0 0 0 0,-1 0 1 0 0,1 0-1 0 0,0 1 0 0 0,-1-1 0 0 0,1 0 0 0 0,0 0 0 0 0,0 0 0 0 0,-1 1 0 0 0,1-1 0 0 0,0 0 0 0 0,0 0 0 0 0,-1 1 0 0 0,1-1 0 0 0,0 0 1 0 0,0 1-1 0 0,-1 1-4 0 0,1 0 0 0 0,0-1 0 0 0,0 1 0 0 0,-1 0 0 0 0,1-1 0 0 0,-1 1 0 0 0,0-1 0 0 0,1 1 0 0 0,-1-1 0 0 0,-1 3 0 0 0,1-3 7 0 0,0 1-1 0 0,0-1 1 0 0,0 1-1 0 0,1 0 0 0 0,-1-1 1 0 0,0 1-1 0 0,1 0 1 0 0,-1-1-1 0 0,1 1 1 0 0,0 2-1 0 0,0 53 322 0 0,0-54-307 0 0,0-1 0 0 0,1 0 0 0 0,-1 0 0 0 0,1 0 0 0 0,0 0 0 0 0,-1 0 0 0 0,1-1 0 0 0,0 1 0 0 0,0 0 0 0 0,0 0 0 0 0,1 0 1 0 0,-1-1-1 0 0,3 3 0 0 0,21 20 345 0 0,-22-21-322 0 0,10 7 73 0 0,1 0 1 0 0,0 0-1 0 0,1-2 0 0 0,-1 0 1 0 0,2 0-1 0 0,-1-1 0 0 0,22 6 1 0 0,-14-7-167 0 0,-1-1 1 0 0,1 0 0 0 0,0-2 0 0 0,42 1-1 0 0,-63-4-116 0 0,-1 0-1 0 0,1 0 1 0 0,0 0-1 0 0,0-1 1 0 0,-1 1-1 0 0,1 0 1 0 0,0-1-1 0 0,-1 1 1 0 0,1-1-1 0 0,-1 1 1 0 0,1-1 0 0 0,1-1-1 0 0,9-9-8978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8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0 0 0,'0'0'19804'0'0,"3"-3"-19124"0"0,9-6-136 0 0,-9 7 1312 0 0,-23 5-1766 0 0,-2 1 305 0 0,-1-2 0 0 0,1 0 0 0 0,-38-3-1 0 0,15 0-264 0 0,29 0-702 0 0,-9 1-2815 0 0,10 2-5562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10618 0 0,'0'0'10053'0'0,"4"16"-10525"0"0,16 53 483 0 0,-13-47 37 0 0,14 32 0 0 0,-9-27 1 0 0,57 112 139 0 0,-55-115-159 0 0,-2-4-7 0 0,-8-14-26 0 0,-1-1 1 0 0,1 1-1 0 0,-1 0 0 0 0,0 1 1 0 0,0-1-1 0 0,2 13 0 0 0,-4-19-6 0 0,-1 0 0 0 0,0 1 0 0 0,0-1 0 0 0,0 1 0 0 0,0-1 0 0 0,0 1 0 0 0,0-1 0 0 0,0 1 0 0 0,0-1 0 0 0,0 0 0 0 0,0 1 0 0 0,0-1-1 0 0,-1 1 1 0 0,1-1 0 0 0,0 1 0 0 0,0-1 0 0 0,0 0 0 0 0,-1 1 0 0 0,1-1 0 0 0,0 0 0 0 0,0 1 0 0 0,-1-1 0 0 0,1 0 0 0 0,0 1 0 0 0,-1-1-1 0 0,1 0 1 0 0,0 1 0 0 0,-1-1 0 0 0,1 0 0 0 0,-1 1 0 0 0,0-1 15 0 0,-1 1-1 0 0,1-1 0 0 0,-1 0 1 0 0,1 1-1 0 0,0-1 1 0 0,-1 0-1 0 0,1 0 1 0 0,-1 0-1 0 0,-2-1 1 0 0,-2 1 88 0 0,1-2 1 0 0,-1 1-1 0 0,1 0 1 0 0,-8-4-1 0 0,1-1 25 0 0,1 0 0 0 0,-1-1-1 0 0,1 0 1 0 0,1 0 0 0 0,-1-1-1 0 0,2-1 1 0 0,-1 0-1 0 0,1 0 1 0 0,-14-18 0 0 0,21 23-25 0 0,0 0-1 0 0,0 0 1 0 0,0 0 0 0 0,1 0 0 0 0,0 0 0 0 0,-1-1 0 0 0,1 1 0 0 0,1 0 0 0 0,-1-1-1 0 0,0-7 1 0 0,1 11-100 0 0,0 1 1 0 0,1-1-1 0 0,-1 0 0 0 0,0 0 0 0 0,0 0 0 0 0,1 0 0 0 0,-1 0 0 0 0,0 0 0 0 0,1 0 1 0 0,-1 1-1 0 0,1-1 0 0 0,-1 0 0 0 0,1 0 0 0 0,-1 1 0 0 0,1-1 0 0 0,0 0 0 0 0,-1 0 1 0 0,1 1-1 0 0,0-1 0 0 0,0 1 0 0 0,-1-1 0 0 0,1 1 0 0 0,0-1 0 0 0,0 1 1 0 0,0-1-1 0 0,0 1 0 0 0,1-1 0 0 0,3 0-187 0 0,0-1 1 0 0,1 1-1 0 0,8-1 0 0 0,-8 2-11 0 0,46-4-2218 0 0,-17 4-2135 0 0,-15 0-878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16379 0 0,'0'0'9114'0'0,"7"-2"-13771"0"0,-3 20 1321 0 0,1-1-2097 0 0,-3-3-6506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7258 0 0,'0'0'16847'0'0,"20"-12"-16757"0"0,62-38-24 0 0,-55 37-40 0 0,-17 12-8 0 0,-4 2-7 0 0,-3-1-16 0 0,-1 0 0 0 0,1 0 1 0 0,0 0-1 0 0,-1 0 0 0 0,1 0 0 0 0,-1 1 1 0 0,1-1-1 0 0,0 1 0 0 0,-1 0 0 0 0,1 0 1 0 0,-1 0-1 0 0,1 0 0 0 0,-1 0 0 0 0,0 1 1 0 0,3 1-1 0 0,-4-1-47 0 0,0 0-1 0 0,0 1 1 0 0,-1-1 0 0 0,0 0 0 0 0,1 1 0 0 0,-1-1-1 0 0,0 0 1 0 0,0 1 0 0 0,0-1 0 0 0,0 0 0 0 0,-1 5 0 0 0,1-4 6 0 0,-1 1 12 0 0,0 0 0 0 0,0 0 0 0 0,0 0 0 0 0,0 0 0 0 0,-1 0 1 0 0,1 0-1 0 0,-1-1 0 0 0,-3 6 0 0 0,-21 27-49 0 0,20-28 92 0 0,0-2 4 0 0,1 0 1 0 0,-9 7-1 0 0,10-10-1 0 0,-1 1 0 0 0,1 0 0 0 0,0 1 0 0 0,0-1 0 0 0,-3 7 0 0 0,6-9 7 0 0,0 0 1 0 0,0 0-1 0 0,0 0 1 0 0,0 0-1 0 0,1 0 1 0 0,-1 0-1 0 0,1 0 1 0 0,0 0-1 0 0,-1 1 0 0 0,1-1 1 0 0,0 3-1 0 0,1-5 6 0 0,-1 1 0 0 0,0-1-1 0 0,0 1 1 0 0,1-1 0 0 0,-1 1-1 0 0,0-1 1 0 0,1 0 0 0 0,-1 1-1 0 0,0-1 1 0 0,1 0-1 0 0,-1 1 1 0 0,1-1 0 0 0,-1 0-1 0 0,0 0 1 0 0,1 1 0 0 0,-1-1-1 0 0,1 0 1 0 0,-1 0 0 0 0,1 0-1 0 0,-1 0 1 0 0,2 1 0 0 0,12 2 436 0 0,-13-3-402 0 0,23 5 9 0 0,0-2-1 0 0,0-1 1 0 0,0-1-1 0 0,36-3 1 0 0,-57 1-347 0 0,0 1 0 0 0,0-1 0 0 0,0 1 0 0 0,0-1 0 0 0,0 0 0 0 0,0 0 0 0 0,0-1 0 0 0,4-1 0 0 0,1-3-3766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5433 0 0,'0'0'18887'0'0,"0"-2"-18916"0"0,0-8-45 0 0,0 8 1 0 0,-1 3 55 0 0,1 0 0 0 0,0-1 1 0 0,0 1-1 0 0,0 0 0 0 0,0 0 1 0 0,0-1-1 0 0,0 1 0 0 0,1 0 0 0 0,-1 0 1 0 0,0-1-1 0 0,0 1 0 0 0,0 0 0 0 0,1 0 1 0 0,15 27-106 0 0,0-2 1 0 0,29 34-1 0 0,-5-17-3421 0 0,-26-31 655 0 0,9 10-7805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8378 0 0,'0'0'11530'0'0,"11"15"-11755"0"0,36 48 137 0 0,-33-43-358 0 0,30 38-3810 0 0,-14-26-6950 0 0,-24-26 7519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483 48 11787 0 0,'0'0'12111'0'0,"-32"-9"-12123"0"0,-98-24 15 0 0,96 28 5 0 0,21 6 1 0 0,13-1-9 0 0,-147 31-1035 0 0,97-23-2401 0 0,2 0-3948 0 0,33-6 4147 0 0,1 0-5577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65 0 0 0,'0'0'19225'0'0,"-2"-10"-17860"0"0,0-2-866 0 0,1 4 335 0 0,0 0 1 0 0,0 0-1 0 0,1-11 1360 0 0,-7 35-2831 0 0,-11 34 612 0 0,-3-1-1 0 0,-2-1 0 0 0,-43 67 1 0 0,-26 44 28 0 0,82-140-73 0 0,7-14-480 0 0,1 1 0 0 0,-1-1 0 0 0,1 1 0 0 0,-2 10 0 0 0,1 11-8104 0 0,3-26 8279 0 0,0-1 0 0 0,0 1 0 0 0,0 0 0 0 0,1-1-1 0 0,-1 1 1 0 0,0 0 0 0 0,0-1 0 0 0,0 1 0 0 0,1-1 0 0 0,-1 1 0 0 0,0 0-1 0 0,1-1 1 0 0,-1 1 0 0 0,0-1 0 0 0,1 1 0 0 0,-1-1 0 0 0,1 1-1 0 0,-1-1 1 0 0,1 1 0 0 0,-1-1 0 0 0,1 0 0 0 0,0 1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37 9242 0 0,'0'0'15154'0'0,"-2"-6"-15093"0"0,-9-19-50 0 0,9 19-18 0 0,2 24-450 0 0,5-3 435 0 0,-5-13 23 0 0,0 4-1 0 0,0 0-1 0 0,0 0 1 0 0,-1 0 0 0 0,0 0-1 0 0,-1 8 1 0 0,-3 12-9 0 0,2-5 33 0 0,2-16-10 0 0,0 0-1 0 0,1 0 1 0 0,0 0 0 0 0,0 6 0 0 0,0-1 257 0 0,1-10-173 0 0,0 1 1 0 0,0 0-1 0 0,1-1 1 0 0,-1 1-1 0 0,0-1 1 0 0,0 0-1 0 0,1 1 1 0 0,-1-1-1 0 0,0 0 1 0 0,0 0-1 0 0,1 1 1 0 0,2-1-1 0 0,7 0 137 0 0,16 0 8 0 0,-1-1 1 0 0,50-7 0 0 0,75-23-160 0 0,-127 26-240 0 0,-13 3-2058 0 0,21-7 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10010 0 0,'0'0'11476'0'0,"-1"17"-11273"0"0,0 57 19 0 0,1-66-151 0 0,0-1 0 0 0,1 1 0 0 0,-1 0 0 0 0,1-1 0 0 0,1 1 0 0 0,0-1 0 0 0,0 1-1 0 0,0-1 1 0 0,6 12 0 0 0,0 1 38 0 0,22 64-2311 0 0,-20-56-1870 0 0,-2-1-3557 0 0,-5-16-1197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2953 0 0,'0'0'16076'0'0,"-2"0"-15561"0"0,-107 1 2357 0 0,-2 0-4462 0 0,106-1 523 0 0,1-1 0 0 0,-1 1 1 0 0,1-1-1 0 0,-8-2 0 0 0,-6-5-7166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60 6329 0 0,'0'0'16452'0'0,"-10"-10"-16419"0"0,-34-28-7 0 0,27 26-22 0 0,17 12-4 0 0,0 0-1 0 0,0 0 1 0 0,0 0-1 0 0,-1 0 1 0 0,1 0 0 0 0,0 0-1 0 0,0 0 1 0 0,-1 0 0 0 0,1 0-1 0 0,0 0 1 0 0,0 0-1 0 0,0 0 1 0 0,-1 0 0 0 0,1 0-1 0 0,0 0 1 0 0,0 0-1 0 0,-1 0 1 0 0,1 1 0 0 0,0-1-1 0 0,0 0 1 0 0,0 0 0 0 0,-1 0-1 0 0,1 0 1 0 0,0 0-1 0 0,-2 2-4 0 0,-2-1 2 0 0,0 1 1 0 0,0 1 0 0 0,0-1-1 0 0,0 0 1 0 0,0 1-1 0 0,1 0 1 0 0,-6 5-1 0 0,4-3-2 0 0,2-2-377 0 0,-1 0 1 0 0,0-1 0 0 0,0 1 0 0 0,0-1 0 0 0,0 1 0 0 0,0-1 0 0 0,0 0 0 0 0,-1-1 0 0 0,-5 2 0 0 0,-25 3-10357 0 0,24-5 2483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6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64 0 0 0,'0'0'20806'0'0,"-3"-4"-20351"0"0,1 0-336 0 0,1 3-85 0 0,0-1 0 0 0,1 1 0 0 0,-1-1 0 0 0,0 1 0 0 0,0-1 0 0 0,0 1 0 0 0,0 0 0 0 0,0-1 0 0 0,-1 1 0 0 0,1 0 0 0 0,0 0 1 0 0,0 0-1 0 0,-1 0 0 0 0,1 0 0 0 0,-4-1 0 0 0,-9-5 526 0 0,-22-13 0 0 0,33 18-539 0 0,1 1 0 0 0,0 0 0 0 0,-1 0-1 0 0,1 1 1 0 0,-1-1 0 0 0,1 1 0 0 0,-1-1 0 0 0,1 1 0 0 0,-1 0 0 0 0,0 0 0 0 0,1 0 0 0 0,-5 0-1 0 0,-7 0-24 0 0,1 1 20 0 0,-23 4 1 0 0,23-3 12 0 0,-24 1 1 0 0,-74-10-328 0 0,85 5-2046 0 0,10 2-7353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1 226 864 0 0,'0'0'14314'0'0,"7"-4"-14077"0"0,24-13-25 0 0,-26 15-61 0 0,-1 0 0 0 0,1 0-1 0 0,-1 1 1 0 0,1-1 0 0 0,0 1-1 0 0,0 0 1 0 0,0 0 0 0 0,5 0-1 0 0,10-2 677 0 0,-18 2-754 0 0,7-1 454 0 0,0 0 1 0 0,-1-1-1 0 0,13-5 1 0 0,-19 7-382 0 0,0 0 1 0 0,0 0-1 0 0,0 0 1 0 0,-1-1-1 0 0,1 1 1 0 0,0 0 0 0 0,-1-1-1 0 0,1 1 1 0 0,-1-1-1 0 0,0 0 1 0 0,1 1-1 0 0,-1-1 1 0 0,0 0-1 0 0,0 0 1 0 0,0 1 0 0 0,0-1-1 0 0,0 0 1 0 0,0 0-1 0 0,-1 0 1 0 0,1-3-1 0 0,0 0-76 0 0,0 1 0 0 0,-1 0 0 0 0,0-1 1 0 0,0 1-1 0 0,0 0 0 0 0,-1-1 0 0 0,1 1 0 0 0,-1 0 0 0 0,0 0 0 0 0,0 0 0 0 0,-1-1 0 0 0,1 1 0 0 0,-1 0 0 0 0,0 1 0 0 0,0-1 0 0 0,0 0 1 0 0,0 0-1 0 0,-1 1 0 0 0,0-1 0 0 0,1 1 0 0 0,-7-5 0 0 0,0-1-37 0 0,7 5-26 0 0,-1 1 1 0 0,0 0 0 0 0,-1-1 0 0 0,1 2 0 0 0,-1-1 0 0 0,1 0-1 0 0,-1 1 1 0 0,0-1 0 0 0,0 1 0 0 0,-8-3 0 0 0,11 5-29 0 0,1 0 1 0 0,-1-1 0 0 0,0 1 0 0 0,0 0-1 0 0,0 0 1 0 0,0 1 0 0 0,1-1-1 0 0,-1 0 1 0 0,0 0 0 0 0,0 0 0 0 0,0 0-1 0 0,1 1 1 0 0,-1-1 0 0 0,0 0-1 0 0,0 1 1 0 0,1-1 0 0 0,-1 1 0 0 0,0-1-1 0 0,1 1 1 0 0,-2 0 0 0 0,-11 14-1 0 0,9-9-2 0 0,0-1 27 0 0,1-1 0 0 0,0 1-1 0 0,1 0 1 0 0,-1 0 0 0 0,1 0-1 0 0,0 0 1 0 0,-2 6 0 0 0,0-5-25 0 0,4-6 20 0 0,0 0-1 0 0,-1 0 1 0 0,1 1 0 0 0,0-1-1 0 0,0 0 1 0 0,-1 1-1 0 0,1-1 1 0 0,0 0 0 0 0,0 1-1 0 0,-1-1 1 0 0,1 0 0 0 0,0 1-1 0 0,0-1 1 0 0,0 0-1 0 0,-1 1 1 0 0,1-1 0 0 0,0 1-1 0 0,0-1 1 0 0,0 0 0 0 0,0 1-1 0 0,0 0 1 0 0,0 27 22 0 0,-1-10 20 0 0,3 32 1 0 0,-1-48-39 0 0,0 0 0 0 0,-1 0 0 0 0,1 0 0 0 0,0 0-1 0 0,0-1 1 0 0,1 4 0 0 0,0-3 1 0 0,-1 0-1 0 0,0 0 0 0 0,0 0 1 0 0,0 0-1 0 0,0 0 1 0 0,0 3-1 0 0,0-3 5 0 0,0 0-1 0 0,0 0 1 0 0,0-1 0 0 0,0 1 0 0 0,0 0-1 0 0,0-1 1 0 0,3 3 0 0 0,3 3 67 0 0,-6-5-45 0 0,1 0 0 0 0,0 0 0 0 0,1 0 0 0 0,-1 0 0 0 0,0 0 0 0 0,1 0 0 0 0,-1-1 0 0 0,1 1 0 0 0,3 1 0 0 0,28 9 167 0 0,-25-9-159 0 0,22 6 73 0 0,1-2-1 0 0,59 6 1 0 0,-52-9-192 0 0,17-1-1143 0 0,-19-4-3143 0 0,-25-1-1082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24 9442 0 0,'0'0'14302'0'0,"-11"-4"-14270"0"0,-36-10-27 0 0,42 13-3 0 0,-1-1 1 0 0,1 1-1 0 0,0 1 1 0 0,0-1-1 0 0,-1 1 0 0 0,1 0 1 0 0,-10 1-1 0 0,3 0 3 0 0,5 0-268 0 0,0 0 0 0 0,-1 1-1 0 0,1 0 1 0 0,0 1 0 0 0,0-1 0 0 0,0 1-1 0 0,-8 6 1 0 0,-19 6-7418 0 0,24-11 2174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8922 0 0,'0'0'11824'0'0,"-1"6"-12958"0"0,0 6 1140 0 0,0 0 1 0 0,1 0-1 0 0,1 0 0 0 0,0 0 1 0 0,1 0-1 0 0,5 22 0 0 0,6 7 103 0 0,2-1-1 0 0,1 0 0 0 0,24 40 1 0 0,-12-26 13 0 0,-27-52-128 0 0,0 0-1 0 0,-1-1 0 0 0,1 1 0 0 0,-1 0 0 0 0,0-1 1 0 0,1 1-1 0 0,-1 0 0 0 0,0 0 0 0 0,0 2 0 0 0,-15-3 226 0 0,8-1-119 0 0,1-1 0 0 0,-1 0-1 0 0,1 0 1 0 0,0-1 0 0 0,0 1 0 0 0,0-1 0 0 0,0-1-1 0 0,-11-4 1 0 0,1-3 81 0 0,-25-17-1 0 0,38 25-140 0 0,1 0 1 0 0,0 0-1 0 0,0 0 0 0 0,0 0 1 0 0,0-1-1 0 0,0 1 0 0 0,0 0 1 0 0,-2-5-1 0 0,4 6-43 0 0,0 0-1 0 0,-1 1 1 0 0,1-1 0 0 0,-1 0 0 0 0,1 0-1 0 0,0 0 1 0 0,0 0 0 0 0,0 0 0 0 0,-1 1-1 0 0,1-1 1 0 0,0 0 0 0 0,0 0-1 0 0,0 0 1 0 0,0 0 0 0 0,0 0 0 0 0,1 0-1 0 0,-1 0 1 0 0,0 1 0 0 0,0-1 0 0 0,1 0-1 0 0,-1 0 1 0 0,0 0 0 0 0,1 0 0 0 0,-1 1-1 0 0,1-1 1 0 0,-1 0 0 0 0,1 0 0 0 0,-1 1-1 0 0,1-1 1 0 0,-1 0 0 0 0,2 0 0 0 0,3-3-301 0 0,0 1 0 0 0,0 0 0 0 0,0 1 0 0 0,0-1 0 0 0,0 1 0 0 0,0 0 0 0 0,7-1 0 0 0,39-7-4435 0 0,-11 3-3168 0 0,-26 5 1104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11715 0 0,'0'0'10426'0'0,"14"-5"-16476"0"0,-9 12 1569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 5241 0 0,'0'0'16434'0'0,"-3"-6"-16718"0"0,3 11 282 0 0,1 0 1 0 0,-1 0-1 0 0,1 0 0 0 0,1 0 0 0 0,-1 0 0 0 0,1 0 1 0 0,-1 0-1 0 0,1 0 0 0 0,1-1 0 0 0,-1 1 0 0 0,1-1 1 0 0,0 1-1 0 0,4 4 0 0 0,8 11 76 0 0,-5-5-552 0 0,1 0 1 0 0,1-1 0 0 0,18 16 0 0 0,-23-23-530 0 0,14 10-3611 0 0,-7-8-3388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8002 0 0,'0'0'8583'0'0,"-1"10"-8342"0"0,0 32 35 0 0,1-39-224 0 0,0 0 0 0 0,0 0 0 0 0,0 0 0 0 0,1-1 0 0 0,0 1 0 0 0,-1 0 0 0 0,1 0 0 0 0,0 0 0 0 0,0-1 0 0 0,1 1 0 0 0,-1 0 0 0 0,3 3 0 0 0,2 4 125 0 0,-2-4-132 0 0,0 0 0 0 0,1 0 1 0 0,0 0-1 0 0,6 6 1 0 0,8 10-1056 0 0,1-1-2531 0 0,-4-5-4749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44 12083 0 0,'0'0'11906'0'0,"-32"-7"-11869"0"0,-97-21-13 0 0,85 20-14 0 0,28 8 6 0 0,4 1-4 0 0,-61 2-770 0 0,62-2-374 0 0,0 1 1 0 0,-13 4-1 0 0,4 0-2854 0 0,6-3-1928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40 0 0 0,'0'0'23246'0'0,"1"-8"-22754"0"0,6-24-113 0 0,-8 39-396 0 0,0-1 1 0 0,0 1-1 0 0,-1-1 1 0 0,0 1-1 0 0,-1-1 0 0 0,1 0 1 0 0,-1 0-1 0 0,-6 9 0 0 0,-4 9 19 0 0,-99 181-102 0 0,47-105 197 0 0,63-98-359 0 0,1 1 0 0 0,-1-1 0 0 0,0 1-1 0 0,1 0 1 0 0,0-1 0 0 0,0 1-1 0 0,-2 5 1 0 0,2-2-4602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52 9634 0 0,'0'0'15994'0'0,"-6"-9"-15794"0"0,-18-25-53 0 0,18 26 72 0 0,13 8-274 0 0,0 1 17 0 0,0 0 1 0 0,-1 1-1 0 0,1-1 0 0 0,-1 1 1 0 0,0 1-1 0 0,0-1 1 0 0,8 5-1 0 0,9 4 23 0 0,0-3 12 0 0,0 2 0 0 0,42 24 0 0 0,-61-31-11 0 0,-2-2-42 0 0,0 0-1 0 0,0 1 0 0 0,0-1 1 0 0,0 1-1 0 0,0-1 1 0 0,0 1-1 0 0,2 3 0 0 0,-4-4 35 0 0,1 0-1 0 0,-1 0 1 0 0,1 0 0 0 0,-1 1-1 0 0,0-1 1 0 0,1 0-1 0 0,-1 0 1 0 0,0 1 0 0 0,0-1-1 0 0,0 0 1 0 0,0 1-1 0 0,0-1 1 0 0,0 0 0 0 0,0 0-1 0 0,-1 1 1 0 0,1-1-1 0 0,-1 2 1 0 0,0 0 11 0 0,0-1 0 0 0,0 0-1 0 0,0 0 1 0 0,0 1 0 0 0,-1-1 0 0 0,1 0 0 0 0,-1 0 0 0 0,1 0-1 0 0,-1-1 1 0 0,-3 4 0 0 0,-22 16-28 0 0,18-16 38 0 0,-15 11 17 0 0,14-9-11 0 0,0 0 1 0 0,-16 14-1 0 0,25-20 10 0 0,0 1 0 0 0,0-1 0 0 0,0 1 0 0 0,0-1 0 0 0,1 0 0 0 0,-1 1 0 0 0,0-1 0 0 0,1 1 0 0 0,-1 0 0 0 0,1-1 0 0 0,0 1 0 0 0,0-1 0 0 0,-1 1 0 0 0,1 0 0 0 0,0 2 0 0 0,1-3 7 0 0,-1-1 0 0 0,0 1 0 0 0,0-1 0 0 0,0 1 0 0 0,0-1-1 0 0,1 0 1 0 0,-1 1 0 0 0,0-1 0 0 0,0 0 0 0 0,1 1 0 0 0,-1-1 0 0 0,0 0-1 0 0,1 1 1 0 0,-1-1 0 0 0,0 0 0 0 0,1 1 0 0 0,-1-1 0 0 0,0 0 0 0 0,1 0-1 0 0,-1 0 1 0 0,1 1 0 0 0,-1-1 0 0 0,0 0 0 0 0,1 0 0 0 0,-1 0 0 0 0,1 0-1 0 0,15 3 320 0 0,-13-2-246 0 0,32 2 322 0 0,42-1-1 0 0,-30-2-3186 0 0,0 3-6271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60 5649 0 0,'0'0'16809'0'0,"-18"-9"-16666"0"0,-57-27-55 0 0,68 33-69 0 0,0 0 1 0 0,0 1-1 0 0,-11-3 0 0 0,14 4-13 0 0,1 1-1 0 0,0 0 0 0 0,0 0 0 0 0,0 0 0 0 0,-4 0 0 0 0,-8 1 8 0 0,-69 0 602 0 0,43 0-4077 0 0,1-1-10064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85 12731 0 0,'0'0'10625'0'0,"-31"-13"-10600"0"0,-96-40-5 0 0,83 37-16 0 0,42 15-4 0 0,1 1 0 0 0,-1 0-1 0 0,0-1 1 0 0,1 1-1 0 0,-1 0 1 0 0,0 0-1 0 0,-2 0 1 0 0,-7 1-10 0 0,-56-3-1857 0 0,23 4-8052 0 0,29-1-1127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6665 0 0,'0'0'18182'0'0,"-7"-7"-18065"0"0,-21-20-56 0 0,27 25-58 0 0,0 1-1 0 0,0 0 0 0 0,0 0 0 0 0,-1 1 0 0 0,1-1 0 0 0,0 0 1 0 0,-1 0-1 0 0,1 0 0 0 0,0 1 0 0 0,-1-1 0 0 0,1 1 1 0 0,-1-1-1 0 0,1 1 0 0 0,-1 0 0 0 0,1-1 0 0 0,-1 1 0 0 0,1 0 1 0 0,-1 0-1 0 0,1 0 0 0 0,-1 0 0 0 0,1 0 0 0 0,-3 1 1 0 0,-4 0-4 0 0,-87 6-29 0 0,18-1-2515 0 0,26-5-7275 0 0,40-1 653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37 7554 0 0,'0'0'14785'0'0,"1"-7"-14974"0"0,3-19 89 0 0,-4 26 97 0 0,0-1 1 0 0,0 1-1 0 0,0 0 1 0 0,1 0-1 0 0,-1 0 0 0 0,0 0 1 0 0,0 0-1 0 0,0-1 0 0 0,0 1 1 0 0,0 0-1 0 0,0 0 0 0 0,0 0 1 0 0,0 0-1 0 0,0 0 1 0 0,0 0-1 0 0,1 0 0 0 0,-1-1 1 0 0,0 1-1 0 0,0 0 0 0 0,0 0 1 0 0,0 0-1 0 0,0 0 0 0 0,0 0 1 0 0,1 0-1 0 0,-1 0 1 0 0,0 0-1 0 0,0 0 0 0 0,0 0 1 0 0,0 0-1 0 0,1 0 0 0 0,-1 0 1 0 0,0 0-1 0 0,0 0 1 0 0,0 0-1 0 0,0 0 0 0 0,0 0 1 0 0,1 0-1 0 0,-1 0 0 0 0,0 0 1 0 0,0 0-1 0 0,0 0 0 0 0,0 0 1 0 0,0 0-1 0 0,1 0 1 0 0,-1 0-1 0 0,0 0 0 0 0,0 1 1 0 0,0-1-1 0 0,0 0 0 0 0,0 0 1 0 0,0 0-1 0 0,0 0 1 0 0,1 0-1 0 0,-1 0 0 0 0,0 0 1 0 0,0 1-1 0 0,0-1 0 0 0,0 0 1 0 0,0 0-1 0 0,0 0 0 0 0,0 0 1 0 0,0 0-1 0 0,0 1 1 0 0,7 8-72 0 0,-7-8 64 0 0,12 22-62 0 0,0 3 67 0 0,-9-21 12 0 0,-1 0 1 0 0,0 0-1 0 0,2 8 1 0 0,3 6 6 0 0,-4-12-13 0 0,-1 0 0 0 0,0 0 0 0 0,-1 1 1 0 0,2 14-1 0 0,0-2 1 0 0,-2-5 0 0 0,0 0 1 0 0,-2 27-1 0 0,1-10 8 0 0,-1 6 26 0 0,1 6 21 0 0,1-1 1 0 0,7 44-1 0 0,-6-67-53 0 0,0 36 0 0 0,-2-44 0 0 0,0-10-4 0 0,0-1-1 0 0,-1 1 0 0 0,1-1 1 0 0,0 1-1 0 0,-1-1 1 0 0,1 1-1 0 0,-1-1 1 0 0,1 0-1 0 0,-1 1 1 0 0,0-1-1 0 0,0 0 1 0 0,1 0-1 0 0,-1 1 0 0 0,0-1 1 0 0,0 0-1 0 0,0 0 1 0 0,0 0-1 0 0,0 0 1 0 0,0 0-1 0 0,-1 0 1 0 0,1-1-1 0 0,0 1 1 0 0,0 0-1 0 0,-1 0 0 0 0,1-1 1 0 0,0 1-1 0 0,-1-1 1 0 0,1 1-1 0 0,-1-1 1 0 0,-1 1-1 0 0,-6 0 58 0 0,0 1 0 0 0,0-1 0 0 0,-16-1 0 0 0,23 0-41 0 0,-6 0 34 0 0,1 0 0 0 0,0-1 0 0 0,0 1 0 0 0,0-2 0 0 0,0 1 1 0 0,0-1-1 0 0,1 0 0 0 0,-1 0 0 0 0,0-1 0 0 0,1 0 0 0 0,0 0 0 0 0,-1 0 0 0 0,1-1 1 0 0,0 0-1 0 0,1 0 0 0 0,-1-1 0 0 0,1 0 0 0 0,0 0 0 0 0,0 0 0 0 0,0 0 1 0 0,-6-11-1 0 0,9 11 26 0 0,0 1 1 0 0,1 0 0 0 0,-1-1 0 0 0,1 1 0 0 0,0-1-1 0 0,1 1 1 0 0,-1-1 0 0 0,1 0 0 0 0,0 1 0 0 0,0-1-1 0 0,1-8 1 0 0,-1 11-65 0 0,1 1 1 0 0,-1-1-1 0 0,1 0 0 0 0,-1 0 0 0 0,1 1 0 0 0,0-1 1 0 0,0 1-1 0 0,0-1 0 0 0,-1 1 0 0 0,1-1 0 0 0,1 1 1 0 0,-1-1-1 0 0,0 1 0 0 0,3-2 0 0 0,21-17-6 0 0,-19 16-5 0 0,6-3-22 0 0,1 0 0 0 0,0 0 0 0 0,0 2 0 0 0,0-1 0 0 0,24-5 0 0 0,72-10-231 0 0,-28 14-382 0 0,-19 3-3257 0 0,-57 4 2877 0 0,3-2-685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63 8810 0 0,'0'0'11133'0'0,"-1"-1"-11245"0"0,1 1 111 0 0,0 0 1 0 0,0 0-1 0 0,0 0 0 0 0,0 0 1 0 0,0-1-1 0 0,0 1 0 0 0,-1 0 0 0 0,1 0 1 0 0,0 0-1 0 0,0 0 0 0 0,0 0 1 0 0,0 0-1 0 0,0 0 0 0 0,0 0 1 0 0,-1 0-1 0 0,1 0 0 0 0,0-1 1 0 0,0 1-1 0 0,0 0 0 0 0,0 0 1 0 0,0 0-1 0 0,0 0 0 0 0,-1 0 1 0 0,1 0-1 0 0,0 0 0 0 0,0 0 1 0 0,0 0-1 0 0,0 0 0 0 0,0 0 1 0 0,-1 0-1 0 0,1 0 0 0 0,0 0 0 0 0,0 1 1 0 0,0-1-1 0 0,0 0 0 0 0,0 0 1 0 0,-1 0-1 0 0,1 0 0 0 0,0 0 1 0 0,0 0-1 0 0,0 0 0 0 0,0 0 1 0 0,0 0-1 0 0,0 0 0 0 0,0 1 1 0 0,0-1-1 0 0,-1 0 0 0 0,1 0 1 0 0,0 0-1 0 0,0 0 0 0 0,0 0 1 0 0,0 0-1 0 0,0 1 0 0 0,0-1 1 0 0,0 0-1 0 0,0 0 0 0 0,0 0 0 0 0,0 0 1 0 0,0 13 195 0 0,1-7 2581 0 0,-1-6-2757 0 0,0 0-1 0 0,0 0 0 0 0,0-1 1 0 0,0 1-1 0 0,0 0 1 0 0,0 0-1 0 0,0-1 1 0 0,0 1-1 0 0,0 0 0 0 0,0-1 1 0 0,0 1-1 0 0,0 0 1 0 0,0 0-1 0 0,0-1 1 0 0,0 1-1 0 0,0 0 1 0 0,0 0-1 0 0,0-1 0 0 0,0 1 1 0 0,0 0-1 0 0,0 0 1 0 0,-1 0-1 0 0,1-1 1 0 0,0 1-1 0 0,0 0 0 0 0,0 0 1 0 0,-1-1-1 0 0,-1-2 18 0 0,0 0-1 0 0,0-1 1 0 0,0 1-1 0 0,-1-6 0 0 0,-7-10 24 0 0,8 15 3 0 0,-1 1 104 0 0,1 0-1 0 0,0-1 1 0 0,0 1 0 0 0,0 0 0 0 0,1-1-1 0 0,-3-6 950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22 0 0 0,'0'0'16861'0'0,"-4"-2"-15820"0"0,2 1-860 0 0,-2-1 298 0 0,0 0-1 0 0,0 0 1 0 0,0 0-1 0 0,1-1 0 0 0,-7-4 1413 0 0,-3 14-2155 0 0,6-4 216 0 0,0-1-1 0 0,0 0 1 0 0,0 0-1 0 0,0-1 1 0 0,-12 2 0 0 0,-36-2-5787 0 0,38-1 659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29 0 0 0,'0'0'16214'0'0,"-8"-4"-15872"0"0,-25-15-101 0 0,25 15 2 0 0,7 3-262 0 0,0 1 1 0 0,0 0-1 0 0,0 0 1 0 0,0 0-1 0 0,0 0 1 0 0,0 0-1 0 0,0 0 1 0 0,0 0-1 0 0,-2 0 1 0 0,-1 1-51 0 0,-42-1-1733 0 0,16 0-4870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38 0 0 0,'0'0'18099'0'0,"-17"-5"-17395"0"0,-51-13-59 0 0,48 12-208 0 0,16 3-10 0 0,-1 1 132 0 0,1 1-563 0 0,-1 0 0 0 0,1 0 1 0 0,-1 1-1 0 0,0 0 0 0 0,1-1 0 0 0,-1 2 0 0 0,0-1 0 0 0,0 0 0 0 0,-4 2 0 0 0,-7 2-2940 0 0,0 1-3762 0 0,10-3 3599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41 0 0 0,'0'0'17781'0'0,"-17"-6"-17574"0"0,-53-18-90 0 0,66 22-109 0 0,-1 1-1 0 0,0-1 0 0 0,0 1 1 0 0,0-1-1 0 0,-8 1 1 0 0,4 0-121 0 0,-25 0-2972 0 0,20 2-2702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47 0 0 0,'0'0'7883'0'0,"4"-3"-6900"0"0,0 0-650 0 0,-2 3-179 0 0,-1-1 0 0 0,0 0 1 0 0,1 0-1 0 0,-1 0 0 0 0,1-1 0 0 0,-1 1 0 0 0,3-11 9497 0 0,-11 13-10465 0 0,-16-1 1376 0 0,14 1-479 0 0,0-1-1 0 0,-1 0 0 0 0,1 0 0 0 0,0-1 1 0 0,-10-3-1 0 0,9 2-559 0 0,-33-9-544 0 0,13 5-8307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0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26 0 0 0,'0'0'13290'0'0,"-11"-2"-12964"0"0,-5 0-212 0 0,4 0 37 0 0,0 0 1 0 0,-15-5-1 0 0,22 6-126 0 0,1 0 0 0 0,-1 1 0 0 0,-8 0 0 0 0,-12-2-685 0 0,11 0-304 0 0,-1-1-1133 0 0,4 1-2069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38 4169 0 0,'0'0'20263'0'0,"-3"-3"-19680"0"0,-6-11-99 0 0,7 10 844 0 0,2 9-1321 0 0,1-1 0 0 0,0 1-1 0 0,0-1 1 0 0,1 1 0 0 0,-1-1 0 0 0,1 0 0 0 0,0 0-1 0 0,0 0 1 0 0,5 7 0 0 0,6 11 14 0 0,4 16-5 0 0,31 74-16 0 0,-1 0-16 0 0,-18-46 26 0 0,-3-12 15 0 0,-20-41 11 0 0,1 0 0 0 0,14 19 1 0 0,-13-20 81 0 0,-7-11-92 0 0,-1-1 1 0 0,1 1-1 0 0,-1 0 0 0 0,1-1 1 0 0,0 1-1 0 0,-1 0 0 0 0,1-1 1 0 0,0 1-1 0 0,0-1 0 0 0,-1 1 1 0 0,1-1-1 0 0,0 0 1 0 0,0 1-1 0 0,-1-1 0 0 0,1 0 1 0 0,0 1-1 0 0,0-1 0 0 0,0 0 1 0 0,0 0-1 0 0,0 0 1 0 0,-1 0-1 0 0,1 0 0 0 0,0 0 1 0 0,0 0-1 0 0,0 0 0 0 0,1 0 1 0 0,0-1 2 0 0,-1 1 1 0 0,1-1 0 0 0,0 1 0 0 0,-1-1 0 0 0,1 0-1 0 0,-1 0 1 0 0,1 0 0 0 0,-1 0 0 0 0,1 0-1 0 0,-1 0 1 0 0,0 0 0 0 0,2-2 0 0 0,2-2-26 0 0,-1-1 1 0 0,0 0-1 0 0,0 0 1 0 0,-1 0-1 0 0,0 0 1 0 0,0-1-1 0 0,0 1 1 0 0,-1-1-1 0 0,0 0 1 0 0,0 0-1 0 0,0-7 1 0 0,1-10-131 0 0,-1-45 0 0 0,-2 61 110 0 0,-3-107-42 0 0,12 116-333 0 0,-5 2 289 0 0,1 1 0 0 0,-1 0 1 0 0,0 0-1 0 0,5 7 0 0 0,0-1 28 0 0,70 82-61 0 0,-58-67 138 0 0,0-1-1 0 0,2-1 0 0 0,39 30 1 0 0,-56-48 1 0 0,0-1 0 0 0,11 5 0 0 0,-15-8 25 0 0,0 0 1 0 0,0 0 0 0 0,0-1-1 0 0,0 1 1 0 0,0 0-1 0 0,0-1 1 0 0,0 0 0 0 0,0 1-1 0 0,0-1 1 0 0,0 0-1 0 0,0 0 1 0 0,0 0 0 0 0,0 0-1 0 0,4-1 1 0 0,-5 0-16 0 0,0 0 1 0 0,0 0-1 0 0,0 0 0 0 0,0 1 1 0 0,0-1-1 0 0,0 0 1 0 0,0-1-1 0 0,0 1 0 0 0,-1 0 1 0 0,1 0-1 0 0,0 0 1 0 0,-1 0-1 0 0,1-1 0 0 0,0 1 1 0 0,-1 0-1 0 0,0-1 0 0 0,1 1 1 0 0,-1 0-1 0 0,0-1 1 0 0,1-1-1 0 0,1-29 47 0 0,-2 7-20 0 0,-1-1 0 0 0,-1 1 1 0 0,-8-36-1 0 0,-34-111 21 0 0,8 38-180 0 0,35 131 1109 0 0,-2-8-5035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5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79 1288 0 0,'0'0'22541'0'0,"-2"-5"-21878"0"0,-6-13-112 0 0,7 17-480 0 0,1 0 1 0 0,-1 0 0 0 0,1 0 0 0 0,-1 0 0 0 0,1 0-1 0 0,-1 0 1 0 0,1-1 0 0 0,0 1 0 0 0,0 0-1 0 0,0 0 1 0 0,0 0 0 0 0,0-1 0 0 0,0 1-1 0 0,0 0 1 0 0,0 0 0 0 0,0-1 0 0 0,1 1 0 0 0,-1 0-1 0 0,0 0 1 0 0,1 0 0 0 0,-1 0 0 0 0,1 0-1 0 0,-1 0 1 0 0,1-1 0 0 0,0 1 0 0 0,-1 0-1 0 0,1 1 1 0 0,0-1 0 0 0,0 0 0 0 0,-1 0 0 0 0,1 0-1 0 0,0 0 1 0 0,0 1 0 0 0,2-2 0 0 0,2-1-92 0 0,0 1 1 0 0,0 0-1 0 0,0 0 0 0 0,0 0 1 0 0,10-1-1 0 0,-7 1 176 0 0,-2 1-150 0 0,0 1-1 0 0,0-1 1 0 0,0 1 0 0 0,10 1 0 0 0,2 0 19 0 0,-17-1-25 0 0,0 0 0 0 0,0 0 0 0 0,0 0 0 0 0,0 1 0 0 0,0-1 0 0 0,0 0-1 0 0,0 1 1 0 0,0-1 0 0 0,0 1 0 0 0,0-1 0 0 0,0 1 0 0 0,0-1 0 0 0,0 1 0 0 0,0 0 0 0 0,0-1-1 0 0,0 1 1 0 0,0 0 0 0 0,-1 0 0 0 0,1 0 0 0 0,0 0 0 0 0,-1 0 0 0 0,1 1 0 0 0,10 20-122 0 0,-9-13 108 0 0,-1 0 0 0 0,0 0 0 0 0,0-1-1 0 0,0 1 1 0 0,-1 0 0 0 0,-2 9 0 0 0,1 7-5 0 0,1-23 18 0 0,0 0 0 0 0,0 0 0 0 0,0 0 1 0 0,-1 0-1 0 0,1-1 0 0 0,-1 1 1 0 0,0 0-1 0 0,1 0 0 0 0,-1 0 1 0 0,0-1-1 0 0,-2 4 0 0 0,-5 11-5 0 0,6-11 4 0 0,-1 1 1 0 0,0-1-1 0 0,0 1 1 0 0,-4 5-1 0 0,-6 9-11 0 0,7-12 26 0 0,6-8-12 0 0,-1 0-1 0 0,1 1 0 0 0,0-1 1 0 0,-1 1-1 0 0,1-1 1 0 0,0 0-1 0 0,-1 1 1 0 0,1-1-1 0 0,0 1 1 0 0,0-1-1 0 0,-1 1 1 0 0,1-1-1 0 0,0 1 0 0 0,0-1 1 0 0,0 1-1 0 0,-1 0 1 0 0,1 0-1 0 0,0 0 1 0 0,-1 0-1 0 0,1 0 1 0 0,-1 0-1 0 0,1 0 0 0 0,-1 0 1 0 0,1 0-1 0 0,-1 0 1 0 0,0 0-1 0 0,0 0 0 0 0,-1 1 1 0 0,2-2 0 0 0,-1 1 1 0 0,1-1-1 0 0,-1 1 1 0 0,0 0-1 0 0,1-1 1 0 0,-1 1-1 0 0,1 0 1 0 0,-1 0 0 0 0,1-1-1 0 0,0 1 1 0 0,-1 0-1 0 0,1 0 1 0 0,0 0-1 0 0,-1-1 1 0 0,1 2-1 0 0,-5 30 1580 0 0,12-32-1063 0 0,-3-1-443 0 0,-1 0-1 0 0,1 0 0 0 0,-1 1 0 0 0,0-2 1 0 0,5-1-1 0 0,5-2 39 0 0,12 0-71 0 0,0 1-1 0 0,0 1 0 0 0,0 1 1 0 0,42 2-1 0 0,-34 0-104 0 0,-31 0-52 0 0,-1 0 0 0 0,0 0-1 0 0,0 0 1 0 0,0 0 0 0 0,0 0-1 0 0,0 1 1 0 0,1-1 0 0 0,-1 0 0 0 0,0 1-1 0 0,0-1 1 0 0,0 0 0 0 0,0 1-1 0 0,0 0 1 0 0,2 0 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14 0 0 0,'0'0'4452'0'0,"4"0"-3029"0"0,15 0 525 0 0,-10 0 1380 0 0,-1 0 3339 0 0,-8-1-6181 0 0,1 0-1 0 0,-1-1 0 0 0,0 1 1 0 0,1 0-1 0 0,-1 0 0 0 0,1-1 1 0 0,-1 1-1 0 0,1 0 0 0 0,1-2 342 0 0,-16 4-962 0 0,6 0-241 0 0,0 0 0 0 0,0-1 0 0 0,0 0-1 0 0,-10 0 1 0 0,-3-1-11238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51 0 0 0,'0'0'12301'0'0,"-4"-2"-11573"0"0,-13-6-74 0 0,7 1 2253 0 0,8 6-2902 0 0,1 0 0 0 0,0 0 0 0 0,-1 0 0 0 0,1 0 0 0 0,-1 0-1 0 0,1 1 1 0 0,-1-1 0 0 0,0 1 0 0 0,1-1 0 0 0,-1 1 0 0 0,1-1 0 0 0,-1 1-1 0 0,-2 0 1 0 0,-1-1 37 0 0,0 1 1 0 0,0-1-1 0 0,0-1 0 0 0,1 1 0 0 0,-1-1 1 0 0,0 1-1 0 0,-6-5 0 0 0,-2 1 250 0 0,9 3-463 0 0,1 2 1 0 0,0-1-1 0 0,0 0 1 0 0,0 1-1 0 0,-1-1 1 0 0,1 1-1 0 0,-4 0 1 0 0,-5 3-9195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4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38 0 0 0,'0'0'16572'0'0,"-4"-2"-14435"0"0,-17 3-2214 0 0,16 0 113 0 0,0-1 1 0 0,0 0-1 0 0,0 0 1 0 0,0 0-1 0 0,0-1 1 0 0,0 1-1 0 0,0-1 1 0 0,-8-3-1 0 0,13 4 56 0 0,0-1-1 0 0,-1 1 0 0 0,1-1 1 0 0,0 1-1 0 0,-1-1 1 0 0,1 1-1 0 0,0-1 1 0 0,0 0-1 0 0,0 1 1 0 0,-1-1-1 0 0,1 0 1 0 0,0 1-1 0 0,0-1 0 0 0,0 1 1 0 0,0-1-1 0 0,0 0 1 0 0,0 1-1 0 0,0-1 1 0 0,0 0-1 0 0,1 1 1 0 0,-1-1-1 0 0,0 0 1 0 0,0 1-1 0 0,0-1 1 0 0,1 1-1 0 0,-1-1 0 0 0,0 1 1 0 0,1-1-1 0 0,-1 0 1 0 0,1 0-1 0 0,4-1-53 0 0,1 0 0 0 0,-1 0 0 0 0,1 0-1 0 0,0 1 1 0 0,-1-1 0 0 0,1 1 0 0 0,0 1-1 0 0,0-1 1 0 0,0 1 0 0 0,0 0 0 0 0,5 1 0 0 0,6 1-317 0 0,-1 0 0 0 0,26 8 1 0 0,-42-10 200 0 0,1 0 1 0 0,-1 0 0 0 0,0 0 0 0 0,0 0 0 0 0,0 0-1 0 0,1 0 1 0 0,-1 0 0 0 0,0 0 0 0 0,0 0 0 0 0,0 0-1 0 0,1 0 1 0 0,-1 1 0 0 0,0-1 0 0 0,0 0 0 0 0,0 0 0 0 0,1 0-1 0 0,-1 0 1 0 0,0 0 0 0 0,0 0 0 0 0,0 1 0 0 0,0-1-1 0 0,0 0 1 0 0,1 0 0 0 0,-1 0 0 0 0,0 0 0 0 0,0 1-1 0 0,0-1 1 0 0,0 0 0 0 0,0 0 0 0 0,0 0 0 0 0,0 1 0 0 0,0-1-1 0 0,0 0 1 0 0,0 0 0 0 0,0 0 0 0 0,0 1 0 0 0,0-1-1 0 0,0 0 1 0 0,0 0 0 0 0,0 1 0 0 0,0-1 0 0 0,0 0-1 0 0,0 0 1 0 0,0 0 0 0 0,0 1 0 0 0,0-1-211 0 0,-1 1 1 0 0,1-1 0 0 0,0 0-1 0 0,0 1 1 0 0,-1-1 0 0 0,1 0-1 0 0,0 1 1 0 0,-1-1 0 0 0,1 0-1 0 0,-1 0 1 0 0,1 1 0 0 0,0-1-1 0 0,-1 0 1 0 0,1 0-1 0 0,-1 1 1 0 0,1-1 0 0 0,-1 0-1 0 0,-5 1-4535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42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0 0 0,'0'0'24088'0'0,"0"12"-22421"0"0,0-9-1664 0 0,1-1-1 0 0,-1 0 1 0 0,1 0 0 0 0,-1 0 0 0 0,1 0-1 0 0,0 0 1 0 0,0 0 0 0 0,1 2 0 0 0,5 12 23 0 0,7 28-6 0 0,3 36 9 0 0,-11-50 4 0 0,-3-18-24 0 0,-1 0 0 0 0,1 23 0 0 0,2-15 43 0 0,-1-4-69 0 0,1 49 527 0 0,-5-65-510 0 0,1-9-55 0 0,-1 1 0 0 0,-1 0 0 0 0,0 0 0 0 0,0 0 0 0 0,-4-16 0 0 0,-2 3-19 0 0,1 1-15 0 0,-11-22 0 0 0,8 18 66 0 0,0 0 0 0 0,-8-39 1 0 0,14 51 66 0 0,1-1 0 0 0,1 1 0 0 0,1-25 0 0 0,0 25 137 0 0,0 11-8 0 0,-1 7-386 0 0,0-1 186 0 0,1 1 1 0 0,0 0-1 0 0,1 10 1 0 0,0 1 76 0 0,-1-13-242 0 0,-1-1 0 0 0,1 1-1 0 0,-1 0 1 0 0,0-1 0 0 0,0 1 0 0 0,0 0-1 0 0,0-1 1 0 0,-2 5 0 0 0,2-7 23 0 0,-1 9-6018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56 0 0 0,'-10'-2'27731'0'0,"11"-11"-26566"0"0,-1 13-1093 0 0,1 1-16 0 0,-1 1 1 0 0,0-1 0 0 0,1 1 0 0 0,-1 0 0 0 0,1-1 0 0 0,-1 1 0 0 0,1-1 0 0 0,0 1 0 0 0,1 1 0 0 0,0 0-53 0 0,-1 1 0 0 0,1-1 1 0 0,-1 1-1 0 0,0-1 0 0 0,0 1 0 0 0,1 6 0 0 0,4 12 14 0 0,1 8-16 0 0,-4-14-10 0 0,-3-15 7 0 0,0 0 0 0 0,0 1-1 0 0,1-1 1 0 0,-1 0 0 0 0,0 0 0 0 0,0 0 0 0 0,1 0 0 0 0,-1 1 0 0 0,1-1 0 0 0,-1 0 0 0 0,1 0 0 0 0,0 1 0 0 0,0-1 2 0 0,-1 0-1 0 0,0 0 1 0 0,1 0 0 0 0,-1 0 0 0 0,0 0 0 0 0,0 0 0 0 0,0 0-1 0 0,1 0 1 0 0,-1-1 0 0 0,-1 3 0 0 0,2 5 0 0 0,1-3-12 0 0,-1-3 12 0 0,0 0 1 0 0,-1-1-1 0 0,1 1 1 0 0,-1 0-1 0 0,1 0 0 0 0,-1 0 1 0 0,1 3-1 0 0,-1-1 7 0 0,1-1-1 0 0,1 1 0 0 0,-1-1 0 0 0,0 0 0 0 0,3 5 0 0 0,2 5-23 0 0,9 20 36 0 0,-12-28-32 0 0,0 4 17 0 0,1 3-13 0 0,-3-11 6 0 0,0 1 1 0 0,-1-1-1 0 0,1 1 1 0 0,-1-1-1 0 0,1 1 1 0 0,-1 0-1 0 0,0-1 0 0 0,1 1 1 0 0,-1 2-1 0 0,1-1 2 0 0,-1 1 0 0 0,1-1 0 0 0,0 0 0 0 0,0 1 0 0 0,2 2 0 0 0,1 5 0 0 0,-3-5-4 0 0,2 4-9 0 0,-1-7-40 0 0,-1-4-23 0 0,-1-3 76 0 0,-1-5-65 0 0,-1 0 0 0 0,1 1 0 0 0,-1-1 0 0 0,-1 0 0 0 0,0 1 0 0 0,-5-13 0 0 0,1 5 1 0 0,-7-19-71 0 0,-17-50-137 0 0,27 72 260 0 0,1 0 0 0 0,0-1 1 0 0,1 1-1 0 0,0-23 0 0 0,2-15 59 0 0,0 51-36 0 0,0-1-12 0 0,-1 0 0 0 0,1 0 1 0 0,0 0-1 0 0,0 0 0 0 0,0 0 0 0 0,-1 0 1 0 0,1 0-1 0 0,0 0 0 0 0,1 0 0 0 0,-1 0 1 0 0,0 0-1 0 0,0-1 0 0 0,1 1 1 0 0,-1 1-1 0 0,0-1 0 0 0,0 1 0 0 0,0 0 1 0 0,0-1-1 0 0,0 1 0 0 0,1-1 1 0 0,-1 1-1 0 0,0 0 0 0 0,0-1 1 0 0,0 1-1 0 0,0-1 0 0 0,0 1 1 0 0,0 0-1 0 0,0-1 0 0 0,0 1 1 0 0,-1-1-1 0 0,1 1 0 0 0,0 0 1 0 0,0-1-1 0 0,0 1 0 0 0,0-1 1 0 0,0 1-1 0 0,-1 0 0 0 0,1-1 1 0 0,0 1-1 0 0,0 0 0 0 0,-1-1 1 0 0,1 1-1 0 0,0 0 0 0 0,-1-1 1 0 0,1 1-1 0 0,0 0 0 0 0,-1 0 0 0 0,1 0 1 0 0,0-1-1 0 0,-1 1 0 0 0,1 0 1 0 0,-2-1 1 0 0,2 1-5 0 0,0 0-1 0 0,0 0 1 0 0,0 0 0 0 0,0 0-1 0 0,0 0 1 0 0,0 0 0 0 0,-1 0-1 0 0,1 0 1 0 0,0 0 0 0 0,0 0-1 0 0,0 0 1 0 0,0 0 0 0 0,0 0-1 0 0,0 0 1 0 0,0 0 0 0 0,-1 0-1 0 0,1 0 1 0 0,0 0 0 0 0,0 0-1 0 0,0 0 1 0 0,0 0 0 0 0,0 0-1 0 0,0 0 1 0 0,0 0 0 0 0,-1 0-1 0 0,1 0 1 0 0,0 0 0 0 0,0 0-1 0 0,0 0 1 0 0,0 0 0 0 0,0 0-1 0 0,0 0 1 0 0,0 0 0 0 0,0 0-1 0 0,-1 0 1 0 0,1 0 0 0 0,0 1-1 0 0,0-1 1 0 0,0 0 0 0 0,0 0-1 0 0,0 0 1 0 0,0 0 0 0 0,0 0-1 0 0,0 0 1 0 0,0 0 0 0 0,0 0-1 0 0,0 1 1 0 0,0-1 0 0 0,0 0-1 0 0,0 0 1 0 0,0 0 0 0 0,0 0-1 0 0,0 0 1 0 0,0 0 0 0 0,0 0-1 0 0,0 1 1 0 0,0-1 0 0 0,0 0-1 0 0,0 0 1 0 0,0 0 0 0 0,0 0-1 0 0,0 0 1 0 0,0 0 0 0 0,0 0-1 0 0,0 1 1 0 0,0-1 0 0 0,0 0-1 0 0,0 0 1 0 0,0 0 0 0 0,0 2 50 0 0,-1 73 320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47 100 8834 0 0,'0'0'13653'0'0,"-7"-4"-13234"0"0,-24-13-24 0 0,22 13 2361 0 0,11 3-2397 0 0,-2 0-307 0 0,0-11 416 0 0,1-49 491 0 0,0 66-979 0 0,-1 0-1 0 0,1-1 1 0 0,0 1-1 0 0,0 0 1 0 0,1-1 0 0 0,-1 1-1 0 0,4 5 1 0 0,2 10 19 0 0,5 12 9 0 0,16 29-1 0 0,3 11-27 0 0,-14-33 69 0 0,-17-38-93 0 0,0 0 0 0 0,1 0 0 0 0,-1 0-1 0 0,1 0 1 0 0,-1 0 0 0 0,1 0 0 0 0,-1 0 0 0 0,1 0-1 0 0,0 0 1 0 0,-1-1 0 0 0,1 1 0 0 0,0 0-1 0 0,0 0 1 0 0,0-1 0 0 0,-1 1 0 0 0,1-1 0 0 0,0 1-1 0 0,2 0 1 0 0,-3-13-3962 0 0,0-8-1426 0 0,0 7-1527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7434 0 0,'0'0'17070'0'0,"0"0"-17070"0"0,0 1 1 0 0,1-1-1 0 0,-1 0 1 0 0,0 1-1 0 0,0-1 0 0 0,1 0 1 0 0,-1 0-1 0 0,0 1 1 0 0,0-1-1 0 0,0 0 0 0 0,0 1 1 0 0,1-1-1 0 0,-1 0 1 0 0,0 1-1 0 0,0-1 0 0 0,0 1 1 0 0,0-1-1 0 0,0 0 1 0 0,0 1-1 0 0,1 9 36 0 0,0 0-1 0 0,1 0 1 0 0,0-1 0 0 0,0 1 0 0 0,5 12 0 0 0,-2-9 20 0 0,1 4 61 0 0,12 22-1 0 0,-8-17-33 0 0,4 7 105 0 0,18 27 1 0 0,6 1 195 0 0,-33-50-963 0 0,-13-32-17210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3617 0 0,'0'0'21519'0'0,"3"0"-21282"0"0,11 0 95 0 0,-17 0-265 0 0,0 1 0 0 0,0-1 0 0 0,0 1 0 0 0,0 0 0 0 0,0 0 0 0 0,0 0 0 0 0,-4 3 0 0 0,-21 12 288 0 0,24-14-308 0 0,2 0-31 0 0,0-1-1 0 0,0 0 1 0 0,-1 1-1 0 0,1-1 1 0 0,0 1-1 0 0,0 0 1 0 0,0 0-1 0 0,1 0 1 0 0,-1 0-1 0 0,0 0 1 0 0,1 0-1 0 0,-1 0 1 0 0,-1 4-1 0 0,-3 5 59 0 0,5-10-67 0 0,1 0 1 0 0,-1 0-1 0 0,0 0 0 0 0,1 0 1 0 0,-1 0-1 0 0,0 0 1 0 0,1 0-1 0 0,-1 1 1 0 0,1-1-1 0 0,0 0 1 0 0,0 0-1 0 0,-1 0 1 0 0,1 1-1 0 0,0 0 1 0 0,0 0 22 0 0,0-1 1 0 0,0 0 0 0 0,0 0-1 0 0,0 0 1 0 0,0 0-1 0 0,0 0 1 0 0,0 1 0 0 0,1-1-1 0 0,-1 0 1 0 0,0 0-1 0 0,1 0 1 0 0,-1 0-1 0 0,1 0 1 0 0,-1 0 0 0 0,1 0-1 0 0,-1 0 1 0 0,1 0-1 0 0,1 1 1 0 0,-1-1 35 0 0,1 0 0 0 0,-1-1 0 0 0,1 1 0 0 0,0 0 0 0 0,0 0 0 0 0,-1-1-1 0 0,1 1 1 0 0,0-1 0 0 0,0 0 0 0 0,0 0 0 0 0,3 1 0 0 0,101 1 468 0 0,4 0-387 0 0,-94 0-596 0 0,-1 0-1 0 0,1 1 0 0 0,0 1 0 0 0,28 10 0 0 0,-41-12-13 0 0,0-1 1 0 0,0 1 0 0 0,0 0 0 0 0,0-1-1 0 0,0 1 1 0 0,3 4 0 0 0,7 8-8362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0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0 0 0,'13'-3'0'0'0,"-12"3"142"0"0,-1 0 0 0 0,0 0 0 0 0,0-1 0 0 0,1 1 0 0 0,-1 0 0 0 0,0 0 0 0 0,0-1 0 0 0,0 1 0 0 0,1 0 0 0 0,-1 0 0 0 0,0-1 0 0 0,0 1 0 0 0,0 0-1 0 0,0-1 1 0 0,0 1 0 0 0,1 0 0 0 0,-1-1 0 0 0,0 1 0 0 0,0 0 0 0 0,0-1 0 0 0,0 1 0 0 0,0 0 0 0 0,0-1 0 0 0,0 1 0 0 0,0 0 0 0 0,0 0 0 0 0,0-1 0 0 0,0 1 0 0 0,-1 0 0 0 0,1-1 0 0 0,0 1 0 0 0,0-1 0 0 0,0 1-11 0 0,0 0-1 0 0,0 0 1 0 0,-1-1 0 0 0,1 1 0 0 0,0 0 0 0 0,0-1-1 0 0,0 1 1 0 0,0 0 0 0 0,0 0 0 0 0,0-1 0 0 0,0 1 0 0 0,0 0-1 0 0,0 0 1 0 0,0-1 0 0 0,0 1 0 0 0,0 0 0 0 0,1 0-1 0 0,-1-1 1 0 0,0 1 0 0 0,0 0 0 0 0,0 0 0 0 0,0-1 0 0 0,0 1-1 0 0,1-1 220 0 0,0-1 0 0 0,0 1 0 0 0,-1-1 0 0 0,1 0-1 0 0,-1 1 1 0 0,1-1 0 0 0,-1 1 0 0 0,0-1 0 0 0,0 0 0 0 0,1 1-1 0 0,-1-1 1 0 0,0 1 0 0 0,-1-4 0 0 0,1 2 125 0 0,0 2-187 0 0,0 0-1 0 0,0 1 1 0 0,0-1-1 0 0,0 0 1 0 0,1 0-1 0 0,-1 0 1 0 0,0 0-1 0 0,0 0 0 0 0,1 0 1 0 0,-1 0-1 0 0,1 1 1 0 0,-1-1-1 0 0,1 0 1 0 0,0-1-1 0 0,-1 2-220 0 0,0 0 0 0 0,1 0-1 0 0,-1 0 1 0 0,0-1 0 0 0,0 1-1 0 0,1 0 1 0 0,-1 0 0 0 0,0-1 0 0 0,0 1-1 0 0,0 0 1 0 0,1 0 0 0 0,-1-1-1 0 0,0 1 1 0 0,0 0 0 0 0,0-1 0 0 0,0 1-1 0 0,0 0 1 0 0,1 0 0 0 0,-1-1-1 0 0,0 1 1 0 0,0-1 0 0 0,1-2 981 0 0,2 9-694 0 0,-3-4-306 0 0,1 0 0 0 0,0 1 0 0 0,0-1 0 0 0,0 0 1 0 0,0 0-1 0 0,3 3 0 0 0,4 10 260 0 0,-8-14-279 0 0,0-1 0 0 0,0 1 0 0 0,1-1 0 0 0,-1 1 0 0 0,0-1 0 0 0,0 1-1 0 0,0-1 1 0 0,1 1 0 0 0,-1-1 0 0 0,0 1 0 0 0,1-1 0 0 0,-1 1-1 0 0,0-1 1 0 0,1 0 0 0 0,-1 1 0 0 0,1-1 0 0 0,0 1 0 0 0,-1-1 10 0 0,0-1 0 0 0,0 1 0 0 0,1 0 0 0 0,-1 0 0 0 0,0-1 0 0 0,0 1 1 0 0,1 0-1 0 0,-1 0 0 0 0,0-1 0 0 0,0 1 0 0 0,0 0 0 0 0,0-1 0 0 0,1 1 0 0 0,-1 0 0 0 0,0-1 1 0 0,0 1-1 0 0,0 0 0 0 0,0-1 0 0 0,0 1 0 0 0,0 0 0 0 0,0-1 0 0 0,0 1 0 0 0,0 0 1 0 0,0-1-1 0 0,0 1 0 0 0,0 0 0 0 0,0-1 0 0 0,0 0 0 0 0,1-66 295 0 0,0 74-1012 0 0,-1-5 599 0 0,0 0 0 0 0,0 1 0 0 0,0-1 0 0 0,0 0 0 0 0,0 0 0 0 0,0 0 0 0 0,-1 0 0 0 0,1 0 0 0 0,-1 0 0 0 0,0 3 0 0 0,-4 5-732 0 0,-3 5-1856 0 0,4-6-3504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62 0 0 0,'13'-11'14'0'0,"-8"8"89"0"0,-1 0 1084 0 0,3-2 1327 0 0,7-3 8993 0 0,-17 1-7278 0 0,1 7-4067 0 0,-1-1 0 0 0,1 1 0 0 0,0-1 0 0 0,0 0 0 0 0,-1 1 0 0 0,1-1 0 0 0,0 0 1 0 0,0 0-1 0 0,-2-2 0 0 0,-14-5 304 0 0,4 5 32 0 0,1 1 0 0 0,-1 0 0 0 0,-26 2 1 0 0,39 0-499 0 0,0 0 32 0 0,-1 0 0 0 0,1 0-1 0 0,-1 0 1 0 0,0 1 0 0 0,1-1-1 0 0,-1 1 1 0 0,1 0 0 0 0,-1-1-1 0 0,1 1 1 0 0,-3 1-1 0 0,-10 4 318 0 0,3 2-246 0 0,10-8-97 0 0,1 1-1 0 0,-1-1 1 0 0,1 0-1 0 0,-1 0 0 0 0,0 1 1 0 0,1-1-1 0 0,-1 1 1 0 0,1-1-1 0 0,0 0 1 0 0,-1 1-1 0 0,1-1 0 0 0,-1 1 1 0 0,1-1-1 0 0,0 1 1 0 0,-1-1-1 0 0,1 1 1 0 0,-14 13 79 0 0,1 11 52 0 0,8-13-65 0 0,1 1 0 0 0,-1-1-1 0 0,-1 16 1 0 0,2-14-21 0 0,3-8 14 0 0,-1 0 1 0 0,1 0 0 0 0,1 0-1 0 0,-1 8 1 0 0,1-12-62 0 0,0-1 8 0 0,0 0 0 0 0,-1 0 0 0 0,1 0-1 0 0,1 0 1 0 0,-1 0 0 0 0,0 0 0 0 0,0-1-1 0 0,0 1 1 0 0,0 0 0 0 0,1 0 0 0 0,-1 0-1 0 0,0 0 1 0 0,1 0 0 0 0,-1 0 0 0 0,1 0-1 0 0,-1 0 1 0 0,1 0 0 0 0,6 9 188 0 0,-7-10-181 0 0,0 1 0 0 0,0 0-1 0 0,1-1 1 0 0,-1 1 0 0 0,0-1 0 0 0,0 1-1 0 0,1-1 1 0 0,-1 1 0 0 0,1-1-1 0 0,-1 1 1 0 0,1-1 0 0 0,-1 1 0 0 0,0-1-1 0 0,1 0 1 0 0,0 1 0 0 0,-1-1-1 0 0,1 0 1 0 0,-1 1 0 0 0,1-1 0 0 0,0 0-1 0 0,1 1 22 0 0,-1 0 0 0 0,1 0 0 0 0,-1 0 0 0 0,0 0 0 0 0,1 0-1 0 0,-1 0 1 0 0,0 0 0 0 0,2 1 0 0 0,8 7 132 0 0,-1-4-101 0 0,0-2-1 0 0,1 1 1 0 0,11 1 0 0 0,-14-3-62 0 0,26 5-173 0 0,-1-1 1 0 0,1-2-1 0 0,59-1 0 0 0,-93-3 71 0 0,0 0-1 0 0,1 0 0 0 0,-1 0 0 0 0,0 0 0 0 0,0 0 1 0 0,0 0-1 0 0,1 0 0 0 0,-1 0 0 0 0,0-1 0 0 0,0 1 1 0 0,1 0-1 0 0,-1 0 0 0 0,0 0 0 0 0,0 0 1 0 0,0 0-1 0 0,1-1 0 0 0,-1 1 0 0 0,0 0 0 0 0,0 0 1 0 0,0 0-1 0 0,0-1 0 0 0,0 1 0 0 0,1 0 0 0 0,-1 0 1 0 0,0-1-1 0 0,0 1 0 0 0,0 0 0 0 0,0 0 1 0 0,0 0-1 0 0,0-1 0 0 0,0 1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8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28 0 0 0,'0'0'19132'0'0,"15"-5"-18945"0"0,46-12-33 0 0,-56 15-105 0 0,-1 1-1 0 0,1 0 1 0 0,0 1-1 0 0,0-1 1 0 0,0 1-1 0 0,7 0 0 0 0,-9 0-25 0 0,-1 1 0 0 0,1 0 0 0 0,0-1 0 0 0,-1 1 0 0 0,1 0 0 0 0,-1 1 0 0 0,3 0 0 0 0,5 3 35 0 0,-1-1-26 0 0,0 1 0 0 0,-1-1 1 0 0,0 2-1 0 0,1-1 1 0 0,-2 1-1 0 0,1 0 0 0 0,-1 1 1 0 0,0 0-1 0 0,11 13 1 0 0,-17-18-35 0 0,0 1-1 0 0,1-1 1 0 0,-1 1 0 0 0,0 0 0 0 0,0-1 0 0 0,-1 1 0 0 0,1 0-1 0 0,-1 0 1 0 0,1 0 0 0 0,-1 0 0 0 0,0 0 0 0 0,0 3-1 0 0,0-1 10 0 0,-1 1 0 0 0,0-1 0 0 0,0 0 0 0 0,0 1 0 0 0,-3 6 0 0 0,2-8 52 0 0,-1-1 0 0 0,1 0 0 0 0,-1 0 0 0 0,0 0 0 0 0,0 0 0 0 0,0 0 0 0 0,0 0 0 0 0,0-1 0 0 0,-1 1 0 0 0,1-1 0 0 0,-6 2 0 0 0,4-1 78 0 0,0-1-1 0 0,0-1 0 0 0,-1 1 1 0 0,1-1-1 0 0,0 1 1 0 0,-1-1-1 0 0,1-1 1 0 0,0 1-1 0 0,-1-1 0 0 0,1 0 1 0 0,-1-1-1 0 0,1 1 1 0 0,-1-1-1 0 0,1 0 1 0 0,0 0-1 0 0,-11-4 0 0 0,8 2-1 0 0,0-1 0 0 0,1 0 0 0 0,-1-1 0 0 0,1 1 0 0 0,0-2 0 0 0,-12-9 0 0 0,12 7 10 0 0,4 5-74 0 0,0 0 1 0 0,1 0-1 0 0,-1 0 0 0 0,1 0 0 0 0,0-1 1 0 0,0 1-1 0 0,0-1 0 0 0,-2-5 0 0 0,3 6-23 0 0,-1 0 7 0 0,1-1-1 0 0,0 1 1 0 0,0-1-1 0 0,0 1 1 0 0,1-1-1 0 0,-1-6 1 0 0,1 7-54 0 0,0 0 0 0 0,0 0 0 0 0,1 0 0 0 0,0 1 0 0 0,-1-1 1 0 0,1 0-1 0 0,0 1 0 0 0,0-1 0 0 0,1 0 0 0 0,-1 1 0 0 0,0 0 0 0 0,1-1 1 0 0,-1 1-1 0 0,1 0 0 0 0,0 0 0 0 0,0-1 0 0 0,0 2 0 0 0,0-1 0 0 0,0 0 0 0 0,3-2 1 0 0,-1 2-146 0 0,0-1 0 0 0,0 1 0 0 0,0 0 0 0 0,1 0 0 0 0,-1 0 0 0 0,0 1 0 0 0,1 0 0 0 0,-1-1 0 0 0,1 2 1 0 0,-1-1-1 0 0,9 0 0 0 0,3 0-1042 0 0,13 1-1789 0 0,-12 2-7841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0 0 0,'0'0'21987'0'0,"-2"1"-21747"0"0,2-1-204 0 0,0 0-3 0 0,-1 1 0 0 0,1-1-1 0 0,-1 0 1 0 0,0 1-1 0 0,1-1 1 0 0,-1 0-1 0 0,0 0 1 0 0,1 1 0 0 0,-1-1-1 0 0,0 0 1 0 0,1 0-1 0 0,-1 0 1 0 0,-1 0 0 0 0,2 17 505 0 0,0-11-454 0 0,0 0 0 0 0,0-1 0 0 0,1 1 0 0 0,0-1 0 0 0,0 1 0 0 0,0-1 0 0 0,1 1 0 0 0,0-1 0 0 0,0 0-1 0 0,0 0 1 0 0,1 0 0 0 0,5 9 0 0 0,-5-10-55 0 0,1 3-14 0 0,0 0 0 0 0,1-1 0 0 0,-1 1 0 0 0,1-1 0 0 0,8 7 0 0 0,-7-5 1 0 0,-5-8-18 0 0,-1 1 1 0 0,1 0-1 0 0,-1 0 0 0 0,1-1 0 0 0,-1 1 1 0 0,1 0-1 0 0,0-1 0 0 0,-1 1 0 0 0,1-1 1 0 0,0 1-1 0 0,-1-1 0 0 0,2 1 0 0 0,-2 0 25 0 0,0-1 0 0 0,1 0 0 0 0,-1 0 0 0 0,0 0 0 0 0,1 0 0 0 0,-1 1 0 0 0,0-1 0 0 0,0 0 0 0 0,1 0 0 0 0,-1 0 0 0 0,0 0 0 0 0,1 0 0 0 0,-1 0 0 0 0,0 0-1 0 0,0 0 1 0 0,1 0 0 0 0,-1 0 0 0 0,0 0 0 0 0,1 0 0 0 0,-1 0 0 0 0,0 0 0 0 0,1 0 0 0 0,-1 0 0 0 0,0 0 0 0 0,0 0 0 0 0,1 0 0 0 0,-1-1 0 0 0,0 1 0 0 0,1 0 0 0 0,-1 0 0 0 0,0 0 0 0 0,0-1 0 0 0,1 1 0 0 0,-1 0 0 0 0,0 0-1 0 0,0 0 1 0 0,0-1 0 0 0,1 1 0 0 0,1-2-135 0 0,0-1 114 0 0,0-1 0 0 0,-1 1 0 0 0,1 0 0 0 0,-1-1 0 0 0,0 1 0 0 0,0-1 0 0 0,0 1 0 0 0,0-1 0 0 0,0-3-1 0 0,2-4-40 0 0,0-5 67 0 0,1-17 1 0 0,-1 9 62 0 0,-3 23-74 0 0,1 0 1 0 0,-1 0-1 0 0,0 0 1 0 0,1 0-1 0 0,-1 0 1 0 0,1 0-1 0 0,-1 0 0 0 0,1 0 1 0 0,-1 1-1 0 0,1-1 1 0 0,0 0-1 0 0,-1 0 0 0 0,1 1 1 0 0,0-1-1 0 0,0 0 1 0 0,-1 1-1 0 0,1-1 0 0 0,1 0 1 0 0,-1 1 77 0 0,-1 0-111 0 0,1 0 0 0 0,0 0 0 0 0,0 0 0 0 0,0 1-1 0 0,0-1 1 0 0,0 0 0 0 0,0 1 0 0 0,0-1 0 0 0,0 0 0 0 0,0 1 0 0 0,1 0 0 0 0,22 20-158 0 0,38 43 0 0 0,-54-54 123 0 0,1 0-1 0 0,0 0 0 0 0,1-1 0 0 0,13 10 1 0 0,-21-18 38 0 0,-1 0-1 0 0,0-1 1 0 0,0 1 0 0 0,1 0 0 0 0,-1 0 0 0 0,1-1 0 0 0,-1 1 0 0 0,0-1 0 0 0,3 1 0 0 0,-3-1 12 0 0,-1 0 0 0 0,1 0-1 0 0,-1 0 1 0 0,1-1 0 0 0,-1 1 0 0 0,1 0 0 0 0,-1 0 0 0 0,1-1 0 0 0,-1 1 0 0 0,1 0 0 0 0,-1-1-1 0 0,0 1 1 0 0,1 0 0 0 0,-1-1 0 0 0,0 1 0 0 0,1-1 0 0 0,-1 1 0 0 0,0-1 0 0 0,1 1 0 0 0,-1-1-1 0 0,0 1 1 0 0,0-1 0 0 0,0 1 0 0 0,1-1 0 0 0,-1 1 0 0 0,0-1 0 0 0,0 1 0 0 0,0-1 0 0 0,0 1-1 0 0,0-2 1 0 0,5-33-389 0 0,-4 26 292 0 0,0-1-1 0 0,4-13 1 0 0,1-14 150 0 0,-6 36-50 0 0,0 1 0 0 0,0 0 0 0 0,0 0 0 0 0,1 0-1 0 0,-1-1 1 0 0,0 1 0 0 0,0 0 0 0 0,0 0 0 0 0,1 0 0 0 0,-1-1 0 0 0,0 1 0 0 0,0 0 0 0 0,1 0 0 0 0,-1 0 0 0 0,0 0 0 0 0,1 0 0 0 0,-1 0 0 0 0,0 0-1 0 0,0 0 1 0 0,1 0 0 0 0,-1 0 0 0 0,0 0 0 0 0,0 0 0 0 0,1 0 0 0 0,-1 0 0 0 0,0 0 0 0 0,1 0 0 0 0,-1 0 0 0 0,0 0 0 0 0,0 0 0 0 0,1 0 0 0 0,-1 0-1 0 0,0 0 1 0 0,0 0 0 0 0,1 0 0 0 0,-1 1 0 0 0,0-1 0 0 0,0 0 0 0 0,1 0 0 0 0,-1 0 0 0 0,0 0 0 0 0,0 1 0 0 0,15 9-199 0 0,-13-9 176 0 0,14 11-78 0 0,23 22 1 0 0,-11-9 10 0 0,-20-19-184 0 0,0 0 0 0 0,-1 1 0 0 0,9 9 0 0 0,-2-7-2980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50 1608 0 0,'0'0'19363'0'0,"4"2"-19252"0"0,-2 0-87 0 0,0 0 1 0 0,0 0-1 0 0,0 0 1 0 0,0 0 0 0 0,0 0-1 0 0,-1 1 1 0 0,1-1-1 0 0,0 0 1 0 0,-1 1-1 0 0,0-1 1 0 0,0 1-1 0 0,0-1 1 0 0,0 1-1 0 0,1 3 1 0 0,43 143 543 0 0,-14-52-528 0 0,-18-58-13 0 0,1-3 6 0 0,-10-28-91 0 0,0 1 1 0 0,-1-1-1 0 0,0 1 0 0 0,0 0 1 0 0,-1 0-1 0 0,-1 0 0 0 0,2 13 1 0 0,-4-22 91 0 0,1 0 0 0 0,0-1 1 0 0,-1 1-1 0 0,1 0 0 0 0,-1 0 0 0 0,1 0 1 0 0,-1-1-1 0 0,1 1 0 0 0,0 0 1 0 0,-1 0-1 0 0,1-1 0 0 0,-1 1 1 0 0,1 0-1 0 0,0-1 0 0 0,-1 1 0 0 0,1-1 1 0 0,-1 0-1 0 0,-19-24 194 0 0,0-1 1 0 0,1-1-1 0 0,2-1 0 0 0,-16-33 1 0 0,22 34-199 0 0,-9-33 0 0 0,16 45-20 0 0,1 1 0 0 0,1-1 1 0 0,0 0-1 0 0,0-17 1 0 0,2 27-14 0 0,0 0 0 0 0,0 0 0 0 0,0 0 0 0 0,1 1 0 0 0,0-1 1 0 0,0 0-1 0 0,0 0 0 0 0,0 1 0 0 0,1-1 0 0 0,0 1 0 0 0,0-1 1 0 0,0 1-1 0 0,0 0 0 0 0,5-7 0 0 0,-2 6-25 0 0,0-1 0 0 0,0 1-1 0 0,0 0 1 0 0,0 0 0 0 0,1 0 0 0 0,0 1 0 0 0,0 0-1 0 0,0 0 1 0 0,1 0 0 0 0,-1 1 0 0 0,1 0 0 0 0,0 0-1 0 0,-1 1 1 0 0,1 0 0 0 0,1 0 0 0 0,-1 1 0 0 0,0-1-1 0 0,0 2 1 0 0,0-1 0 0 0,9 1 0 0 0,-4 0-4 0 0,-1 0 0 0 0,0 0 0 0 0,0 2 1 0 0,1-1-1 0 0,-1 1 0 0 0,14 5 0 0 0,-12-2 11 0 0,1 0 0 0 0,-1 1-1 0 0,0 0 1 0 0,-1 1-1 0 0,21 15 1 0 0,-32-22 2 0 0,0 1 0 0 0,-1 0-1 0 0,1-1 1 0 0,0 1 0 0 0,-1 0 0 0 0,1 0 0 0 0,-1-1-1 0 0,1 1 1 0 0,-1 0 0 0 0,0 0 0 0 0,1 0-1 0 0,-1 0 1 0 0,0 0 0 0 0,0 0 0 0 0,1 0-1 0 0,-1-1 1 0 0,0 1 0 0 0,0 0 0 0 0,0 0 0 0 0,0 0-1 0 0,0 0 1 0 0,0 0 0 0 0,-1 0 0 0 0,1 0-1 0 0,-1 2 1 0 0,1-2 0 0 0,-1 1-1 0 0,1-1 0 0 0,-1 0 1 0 0,0 1-1 0 0,0-1 1 0 0,0 0-1 0 0,0 1 1 0 0,0-1-1 0 0,0 0 0 0 0,0 0 1 0 0,0 0-1 0 0,0 0 1 0 0,0 0-1 0 0,-3 2 1 0 0,-12 6-94 0 0,9-4 57 0 0,1-2 0 0 0,-12 6 1 0 0,2-3-50 0 0,2 0-380 0 0,-24 7 0 0 0,29-11-21 0 0,-31 8-2927 0 0,14-2-6870 0 0,17-6 4151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0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5113 0 0,'0'0'15719'0'0,"-1"2"-15691"0"0,0 1 4 0 0,1 0-1 0 0,-1 0 0 0 0,1 0 1 0 0,0 0-1 0 0,-1 0 0 0 0,1 0 0 0 0,1 0 1 0 0,-1 0-1 0 0,0 0 0 0 0,1 0 0 0 0,1 5 1 0 0,0-2 40 0 0,0 0 1 0 0,1 0 0 0 0,0-1-1 0 0,0 1 1 0 0,4 4-1 0 0,3 7 72 0 0,-9-14-115 0 0,1 1-1 0 0,0-1 1 0 0,0 1-1 0 0,5 4 1 0 0,4 5 34 0 0,-9-9-52 0 0,1-1-1 0 0,-1 0 1 0 0,1 0 0 0 0,0 0-1 0 0,0 0 1 0 0,0 0-1 0 0,0-1 1 0 0,5 3 0 0 0,1 1-52 0 0,-7-5 118 0 0,-1 0-1 0 0,1 0 1 0 0,0 0-1 0 0,0 0 1 0 0,0 0 0 0 0,3 1-1 0 0,-5-2-58 0 0,1 0-1 0 0,-1 0 1 0 0,1 0 0 0 0,0 0-1 0 0,-1 0 1 0 0,1 0 0 0 0,-1 0-1 0 0,1 0 1 0 0,-1 0-1 0 0,1 0 1 0 0,-1-1 0 0 0,1 1-1 0 0,-1 0 1 0 0,1 0 0 0 0,-1 0-1 0 0,1-1 1 0 0,-1 1 0 0 0,1 0-1 0 0,-1-1 1 0 0,1 1-1 0 0,-1 0 1 0 0,1-1 0 0 0,-1 1-1 0 0,0-1 1 0 0,1 1 0 0 0,-1 0-1 0 0,0-1 1 0 0,1 0 0 0 0,8-13 170 0 0,-6 11-163 0 0,-1 0 1 0 0,1-1-1 0 0,-1 1 0 0 0,0-1 1 0 0,0 0-1 0 0,-1 0 0 0 0,2-4 0 0 0,-1 2 19 0 0,2-11 127 0 0,0-1 0 0 0,-1 0 0 0 0,1-27 1 0 0,-4 45-181 0 0,0 0 1 0 0,0 0 0 0 0,1-1 0 0 0,-1 1-1 0 0,0 0 1 0 0,0 0 0 0 0,1 0 0 0 0,-1 0-1 0 0,0 0 1 0 0,1 0 0 0 0,-1-1 0 0 0,0 1 0 0 0,1 0-1 0 0,-1 0 1 0 0,0 0 0 0 0,0 0 0 0 0,1 0-1 0 0,-1 0 1 0 0,0 0 0 0 0,1 1 0 0 0,-1-1 0 0 0,0 0-1 0 0,1 0 1 0 0,-1 0 0 0 0,0 0 0 0 0,0 0-1 0 0,1 0 1 0 0,-1 0 0 0 0,0 1 0 0 0,1-1 0 0 0,-1 0-1 0 0,0 0 1 0 0,0 0 0 0 0,0 1 0 0 0,1-1-1 0 0,5 15-90 0 0,0-1 1 0 0,1 1-1 0 0,0-2 0 0 0,10 15 0 0 0,-12-21-193 0 0,-1-1 0 0 0,0 1-1 0 0,0 0 1 0 0,4 11 0 0 0,-1-6-2944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41 2136 0 0,'0'0'19723'0'0,"0"-7"-19451"0"0,0-20-24 0 0,0 20 343 0 0,5 22-2094 0 0,0 6 1443 0 0,1 9 26 0 0,8 65 163 0 0,0-30 40 0 0,5 32 77 0 0,1 17 40 0 0,-18-95-231 0 0,-1-11-24 0 0,1 0-1 0 0,-1 0 0 0 0,5 11 0 0 0,-5-17 26 0 0,0 0 1 0 0,0 0-1 0 0,1 0 0 0 0,-1 0 0 0 0,1-1 0 0 0,-1 1 0 0 0,1 0 0 0 0,0-1 0 0 0,-1 1 0 0 0,1-1 0 0 0,0 1 0 0 0,0-1 0 0 0,0 0 0 0 0,0 0 0 0 0,1 0 0 0 0,-1 0 0 0 0,0 0 0 0 0,0-1 0 0 0,0 1 0 0 0,5 0 0 0 0,6 1-302 0 0,-1-1 1 0 0,22 0-1 0 0,-26-1-86 0 0,-3 0-104 0 0,-1 0-1 0 0,0 0 0 0 0,1-1 0 0 0,-1 1 0 0 0,0-1 0 0 0,7-2 0 0 0,4-4-7747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52 4817 0 0,'0'0'17760'0'0,"-22"-9"-17774"0"0,-69-25-15 0 0,88 33 20 0 0,-1-1 0 0 0,0 1 0 0 0,1 0 0 0 0,-1 0 0 0 0,0 0 0 0 0,-7 0 0 0 0,-78 2-1206 0 0,45-1-1683 0 0,1 1-4534 0 0,28-1-2566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2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69 5345 0 0,'0'0'17645'0'0,"-8"-11"-17475"0"0,-23-35-74 0 0,22 35-50 0 0,6 12-56 0 0,0 0 0 0 0,0 0-1 0 0,0 0 1 0 0,0 1 0 0 0,1-1 0 0 0,-1 1-1 0 0,0 0 1 0 0,1 0 0 0 0,-1 0-1 0 0,-1 2 1 0 0,-6 4 25 0 0,-22 14 89 0 0,32-21-102 0 0,-2 0 8 0 0,0 0 0 0 0,0 0 0 0 0,1 0 0 0 0,-1 1-1 0 0,1-1 1 0 0,-1 1 0 0 0,1 0 0 0 0,0-1 0 0 0,-1 1 0 0 0,0 2-1 0 0,1 0 3 0 0,0-2 55 0 0,0 0-1 0 0,0 0 1 0 0,1 0-1 0 0,-1 0 1 0 0,1 0-1 0 0,-1 0 1 0 0,1 0-1 0 0,0 0 1 0 0,0 0-1 0 0,0 0 1 0 0,0 0-1 0 0,0 0 1 0 0,1 4-1 0 0,1-2-7 0 0,1-1-1 0 0,-1 1 0 0 0,1 0 1 0 0,-1-1-1 0 0,1 1 1 0 0,0-1-1 0 0,5 5 0 0 0,-6-6-35 0 0,4 3-8 0 0,-1-1 1 0 0,1 0 0 0 0,0 0-1 0 0,0-1 1 0 0,11 5 0 0 0,8 6-52 0 0,-23-13 45 0 0,-1-1 0 0 0,0 1 0 0 0,0 0 0 0 0,0-1 0 0 0,1 1-1 0 0,-1-1 1 0 0,0 0 0 0 0,1 1 0 0 0,-1-1 0 0 0,0 0 0 0 0,1 0-1 0 0,-1 1 1 0 0,0-1 0 0 0,1 0 0 0 0,-1 0 0 0 0,0-1 0 0 0,1 1 0 0 0,-1 0-1 0 0,0 0 1 0 0,1-1 0 0 0,-1 1 0 0 0,0-1 0 0 0,1 1 0 0 0,-1-1-1 0 0,0 1 1 0 0,0-1 0 0 0,0 0 0 0 0,0 0 0 0 0,0 0 0 0 0,2 0-1 0 0,-1-2 11 0 0,0 1-1 0 0,0-1 0 0 0,0 1 0 0 0,0-1 0 0 0,0 0 0 0 0,0 0 0 0 0,-1 0 0 0 0,0 0 0 0 0,1 0 0 0 0,-1 0 0 0 0,1-5 0 0 0,3-8 51 0 0,-4 11-9 0 0,1-1 1 0 0,-1 1 0 0 0,0-1-1 0 0,1-7 1 0 0,-2 12 6 0 0,9 18-770 0 0,0-3 684 0 0,17 20 1 0 0,1 1-170 0 0,-6-12-591 0 0,-3-4-3106 0 0,-16-16 2379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32 1248 0 0,'0'0'20674'0'0,"-3"-5"-20385"0"0,-7-16-62 0 0,7 16 328 0 0,3 21-1537 0 0,0 3 1022 0 0,-1-10 16 0 0,1-1 0 0 0,0 0 0 0 0,1 1 0 0 0,0-1 0 0 0,2 10 0 0 0,0-4 32 0 0,2 21 0 0 0,3 10 47 0 0,25 113 97 0 0,-32-139-221 0 0,-1-15 6 0 0,0 1 0 0 0,1-1 0 0 0,-1 0-1 0 0,1 1 1 0 0,0-1 0 0 0,3 9-1 0 0,-4-13 84 0 0,1 0 0 0 0,-1 1 0 0 0,1-1 0 0 0,-1 0 0 0 0,1 0 0 0 0,-1 1 0 0 0,1-1 0 0 0,-1 0-1 0 0,1 0 1 0 0,-1 0 0 0 0,1 0 0 0 0,0 1 0 0 0,-1-1 0 0 0,1 0 0 0 0,-1 0 0 0 0,1 0 0 0 0,-1 0 0 0 0,1-1 0 0 0,-1 1 0 0 0,2 0-1 0 0,15-3-643 0 0,-13 3 409 0 0,28-9-2054 0 0,-12 2-5648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243 6 1312 0 0,'0'0'13146'0'0,"-2"-1"-12809"0"0,-7-3 39 0 0,6 3 1325 0 0,-10 5-783 0 0,3-2-434 0 0,1 0 0 0 0,0-1 0 0 0,-1 0 0 0 0,-15 0 0 0 0,-40-5-346 0 0,1-1-2447 0 0,40 5-3862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3457 0 0,'0'0'13761'0'0,"-1"5"-13302"0"0,0-4-456 0 0,-5 25 716 0 0,5-24-681 0 0,1-1 0 0 0,0 1-1 0 0,0 0 1 0 0,0 0 0 0 0,0 0-1 0 0,0-1 1 0 0,0 1-1 0 0,1 0 1 0 0,-1 0 0 0 0,1-1-1 0 0,-1 1 1 0 0,1 0 0 0 0,-1-1-1 0 0,1 1 1 0 0,1 1-1 0 0,5 6-497 0 0,10 14-921 0 0,-3-11-7335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5593 0 0,'0'0'18525'0'0,"2"0"-20508"0"0,-2 0 1946 0 0,1 0 0 0 0,-1 0 0 0 0,0 0 1 0 0,1 0-1 0 0,-1 0 0 0 0,0 0 1 0 0,1 0-1 0 0,-1 0 0 0 0,0 0 0 0 0,1 0 1 0 0,-1 0-1 0 0,0 1 0 0 0,0-1 1 0 0,1 0-1 0 0,-1 0 0 0 0,0 0 0 0 0,1 0 1 0 0,-1 1-1 0 0,0-1 0 0 0,0 0 1 0 0,0 0-1 0 0,1 1 0 0 0,-1-1 0 0 0,0 1 1 0 0,4 11-946 0 0,-3 19-1864 0 0,-1-24 1459 0 0,0 5-3707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43 1680 0 0,'0'0'19522'0'0,"4"-7"-19305"0"0,13-21-90 0 0,-17 28-127 0 0,0-1 1 0 0,0 1-1 0 0,1-1 0 0 0,-1 1 1 0 0,0-1-1 0 0,1 1 0 0 0,-1 0 0 0 0,0-1 1 0 0,1 1-1 0 0,-1-1 0 0 0,1 1 1 0 0,-1 0-1 0 0,1-1 0 0 0,-1 1 1 0 0,1 0-1 0 0,-1-1 0 0 0,1 1 1 0 0,-1 0-1 0 0,1 0 0 0 0,-1 0 1 0 0,1-1-1 0 0,-1 1 0 0 0,1 0 1 0 0,-1 0-1 0 0,1 0 0 0 0,0 0 1 0 0,-1 0-1 0 0,1 0 0 0 0,-1 0 0 0 0,1 0 1 0 0,-1 0-1 0 0,1 0 0 0 0,0 1 1 0 0,2-1-33 0 0,-2 1 13 0 0,1-1-1 0 0,-1 0 1 0 0,0 1 0 0 0,1-1 0 0 0,-1 0 0 0 0,0 1 0 0 0,1 0 0 0 0,-1-1 0 0 0,0 1 0 0 0,0 0 0 0 0,0 0-1 0 0,2 1 1 0 0,14 14-126 0 0,-7-7 84 0 0,-1-1 15 0 0,0 1 0 0 0,0 0 1 0 0,-1 1-1 0 0,0 0 0 0 0,-1 0 1 0 0,0 0-1 0 0,8 17 0 0 0,-13-21-9 0 0,-1-1 0 0 0,1 1 0 0 0,-1 0 0 0 0,0 0-1 0 0,0 1 1 0 0,-1-1 0 0 0,0 0 0 0 0,0 0 0 0 0,-1 9-1 0 0,1-14 60 0 0,-1 0 0 0 0,1 0 0 0 0,0 0 0 0 0,0-1-1 0 0,-1 1 1 0 0,1 0 0 0 0,0 0 0 0 0,-1-1 0 0 0,1 1 0 0 0,-1 0-1 0 0,1 0 1 0 0,-1-1 0 0 0,0 1 0 0 0,1 0 0 0 0,-1-1-1 0 0,1 1 1 0 0,-1-1 0 0 0,0 1 0 0 0,0-1 0 0 0,1 1 0 0 0,-1-1-1 0 0,0 1 1 0 0,0-1 0 0 0,0 0 0 0 0,1 0 0 0 0,-1 1 0 0 0,0-1-1 0 0,-2 0 1 0 0,-2 1 178 0 0,0-1-1 0 0,0 1 1 0 0,-10-2 0 0 0,4 1 149 0 0,5-1-159 0 0,-1 0 1 0 0,1 0 0 0 0,-1 0-1 0 0,1-1 1 0 0,0 0 0 0 0,-1 0-1 0 0,1 0 1 0 0,0-1 0 0 0,1 0 0 0 0,-1 0-1 0 0,-9-7 1 0 0,6 3-28 0 0,1 1 0 0 0,0-1 0 0 0,1-1 1 0 0,-1 1-1 0 0,1-1 0 0 0,-9-15 0 0 0,13 19-229 0 0,1-1 1 0 0,0 1-1 0 0,0-1 0 0 0,1 1 0 0 0,-1-1 0 0 0,1 0 0 0 0,0 0 0 0 0,0 1 1 0 0,1-1-1 0 0,-1 0 0 0 0,1 0 0 0 0,0 0 0 0 0,1 0 0 0 0,0-7 1 0 0,0 10-154 0 0,-1 1 1 0 0,1 0-1 0 0,-1-1 1 0 0,1 1-1 0 0,0 0 1 0 0,-1 0-1 0 0,1-1 1 0 0,0 1-1 0 0,0 0 1 0 0,0 0-1 0 0,0 0 1 0 0,0 0-1 0 0,0 0 1 0 0,0 0-1 0 0,0 0 1 0 0,2-1-1 0 0,0 1-1195 0 0,-1 0 0 0 0,1-1 0 0 0,0 1 0 0 0,-1 0 0 0 0,1 0 0 0 0,0 1 0 0 0,3-2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5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6737 0 0,'0'0'17762'0'0,"-1"9"-17894"0"0,2-7 125 0 0,-1-1-1 0 0,1 1 1 0 0,0 0 0 0 0,0 0 0 0 0,1 0 0 0 0,1 2 0 0 0,4 7 6 0 0,-4-6-51 0 0,0 0-1 0 0,8 9 1 0 0,1 2-181 0 0,-10-12 138 0 0,1 0-1 0 0,-1 0 1 0 0,1-1-1 0 0,0 1 1 0 0,1-1-1 0 0,-1 0 1 0 0,6 5-1 0 0,-7-7 17 0 0,-1 0 67 0 0,1 0-1 0 0,-1 0 1 0 0,1 0-1 0 0,-1-1 1 0 0,1 1-1 0 0,-1 0 0 0 0,1-1 1 0 0,0 1-1 0 0,-1-1 1 0 0,1 1-1 0 0,0-1 1 0 0,-1 0-1 0 0,1 0 1 0 0,0 0-1 0 0,0 0 1 0 0,-1 0-1 0 0,1 0 0 0 0,2-1 1 0 0,6-11 92 0 0,-8 10-69 0 0,12-27 117 0 0,-12 26-94 0 0,-1 0 1 0 0,1 0-1 0 0,-1 0 1 0 0,1-5 0 0 0,4-10 165 0 0,-1 7-145 0 0,-4 9 26 0 0,0 1-1 0 0,0-1 1 0 0,0 0 0 0 0,0 0 0 0 0,0 1-1 0 0,0-1 1 0 0,2-2 0 0 0,-2 3-79 0 0,0 1 0 0 0,-1-1 0 0 0,1 1 0 0 0,0 0 0 0 0,0-1 0 0 0,-1 1 0 0 0,1 0 0 0 0,0-1 0 0 0,0 1 0 0 0,0 0 0 0 0,-1 0 0 0 0,1 0 0 0 0,0 0 0 0 0,0 0 0 0 0,0 0 0 0 0,0 0 0 0 0,-1 0 0 0 0,1 0 0 0 0,0 0 0 0 0,0 0 0 0 0,0 1 0 0 0,-1-1 0 0 0,2 1 0 0 0,2 0-60 0 0,-1 1 0 0 0,0 0 0 0 0,0-1 0 0 0,0 1 0 0 0,0 1-1 0 0,4 2 1 0 0,5 5-75 0 0,78 65-668 0 0,-33-25-794 0 0,-40-34-633 0 0,-14-9-1847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0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71 0 0 0,'0'0'14803'0'0,"0"-1"-13953"0"0,0 1-832 0 0,0 0 1 0 0,0-1-1 0 0,0 1 1 0 0,0 0-1 0 0,0 0 0 0 0,0 0 1 0 0,0 0-1 0 0,0 0 1 0 0,0-1-1 0 0,0 1 1 0 0,0 0-1 0 0,1 0 1 0 0,-1 0-1 0 0,0 0 1 0 0,0 0-1 0 0,0 0 1 0 0,0-1-1 0 0,0 1 1 0 0,0 0-1 0 0,0 0 0 0 0,0 0 1 0 0,0 0-1 0 0,0 0 1 0 0,1 0-1 0 0,-1 0 1 0 0,0 0-1 0 0,0-1 1 0 0,0 1-1 0 0,0 0 1 0 0,0 0-1 0 0,0 0 1 0 0,1 0-1 0 0,-1 0 1 0 0,0 0-1 0 0,0 0 0 0 0,0 0 1 0 0,0 0-1 0 0,0 0 1 0 0,1 0-1 0 0,-1 0 1 0 0,0 0-1 0 0,0 0 1 0 0,0 0-1 0 0,4 7 414 0 0,1 3-313 0 0,0-3 262 0 0,1-1 1 0 0,-1 0-1 0 0,1 0 1 0 0,0 0-1 0 0,1-1 1 0 0,-1 0 0 0 0,1 0-1 0 0,8 4 1 0 0,-11-7-334 0 0,-1 1 1 0 0,1-1-1 0 0,-1 1 1 0 0,0 0 0 0 0,3 3-1 0 0,11 10 55 0 0,0-1-75 0 0,0 1 0 0 0,-1 0-1 0 0,14 20 1 0 0,-10-12-16 0 0,91 102 55 0 0,-95-109-28 0 0,2 0-1 0 0,37 28 1 0 0,-47-40-17 0 0,-7-4-21 0 0,0-1 0 0 0,1 1 0 0 0,-1 0 0 0 0,0-1 0 0 0,0 1 0 0 0,0 0 0 0 0,0 0 1 0 0,0 0-1 0 0,0 0 0 0 0,0 0 0 0 0,0 0 0 0 0,0 0 0 0 0,1 3 0 0 0,-14-15-891 0 0,-1 1-1 0 0,-13-8 1 0 0,14 10 329 0 0,-31-25-3327 0 0,1-1 1 0 0,1-1-1 0 0,-38-45 1 0 0,69 67 3842 0 0,-15-24 0 0 0,17 24 376 0 0,-1 1 0 0 0,1 0 0 0 0,-12-11 0 0 0,-61-52 4709 0 0,58 52-3095 0 0,19 18-1142 0 0,-1 0-1 0 0,0 0 0 0 0,-7-5 1 0 0,11 8-431 0 0,0 0 1 0 0,1 0 0 0 0,-1 0-1 0 0,1-1 1 0 0,0 1 0 0 0,-1 0-1 0 0,1 0 1 0 0,0 0 0 0 0,0 0-1 0 0,1 0 1 0 0,-1-3 0 0 0,1-1 700 0 0,-1 6-1051 0 0,0-1 0 0 0,0 1 0 0 0,1 0 0 0 0,-1-1 0 0 0,0 1 0 0 0,0 0 0 0 0,1-1-1 0 0,-1 1 1 0 0,0 0 0 0 0,1 0 0 0 0,-1-1 0 0 0,0 1 0 0 0,1 0 0 0 0,-1 0 0 0 0,1 0 0 0 0,-1 0 0 0 0,0-1 0 0 0,1 1 0 0 0,-1 0 0 0 0,1 0 0 0 0,10-2-59 0 0,-5 1-84 0 0,1 1 1 0 0,-1 0 0 0 0,0 0-1 0 0,0 0 1 0 0,1 1 0 0 0,-1 0-1 0 0,0 0 1 0 0,0 1-1 0 0,8 2 1 0 0,8 5-106 0 0,24 13 0 0 0,-17-8-95 0 0,9 3-20 0 0,58 30-394 0 0,-97-47 715 0 0,1 0-1 0 0,0 0 1 0 0,0 0 0 0 0,0 0-1 0 0,0 0 1 0 0,0 0 0 0 0,0 0-1 0 0,0 0 1 0 0,0 0-1 0 0,0 0 1 0 0,0 0 0 0 0,0 0-1 0 0,0 0 1 0 0,-1 0-1 0 0,1 0 1 0 0,0 0 0 0 0,0 1-1 0 0,0-1 1 0 0,0 0 0 0 0,0 0-1 0 0,0 0 1 0 0,0 0-1 0 0,0 0 1 0 0,0 0 0 0 0,0 0-1 0 0,0 0 1 0 0,0 0-1 0 0,0 0 1 0 0,0 1 0 0 0,0-1-1 0 0,0 0 1 0 0,0 0 0 0 0,0 0-1 0 0,0 0 1 0 0,0 0-1 0 0,0 0 1 0 0,0 0 0 0 0,0 0-1 0 0,0 0 1 0 0,0 0-1 0 0,0 0 1 0 0,0 1 0 0 0,1-1-1 0 0,-1 0 1 0 0,0 0 0 0 0,0 0-1 0 0,0 0 1 0 0,0 0-1 0 0,0 0 1 0 0,0 0 0 0 0,0 0-1 0 0,0 0 1 0 0,0 0-1 0 0,0 0 1 0 0,0 0 0 0 0,0 0-1 0 0,0 0 1 0 0,1 0 0 0 0,-1 0-1 0 0,0 0 1 0 0,0 0-1 0 0,0 0 1 0 0,0 0 0 0 0,0 0-1 0 0,0 0 1 0 0,0 0-1 0 0,0 0 1 0 0,1 0 0 0 0,-13 1 88 0 0,-14-2 847 0 0,-22-11-22 0 0,-10-3-110 0 0,19 5-249 0 0,35 10-492 0 0,0-1-1 0 0,0 0 1 0 0,0-1 0 0 0,0 1-1 0 0,-5-4 1 0 0,6 5-54 0 0,1-1 0 0 0,0 1 0 0 0,-1 0 0 0 0,1-1 0 0 0,0 1 0 0 0,-1 0 0 0 0,1 1 0 0 0,-4-1 0 0 0,-2 1 54 0 0,8-1-19 0 0,-1 0-1 0 0,1 0 1 0 0,0 0-1 0 0,-1 0 0 0 0,1 0 1 0 0,-1 0-1 0 0,1 0 1 0 0,0 0-1 0 0,-1 0 1 0 0,1 0-1 0 0,0 0 0 0 0,-1 0 1 0 0,1 0-1 0 0,0 1 1 0 0,-1-1-1 0 0,1 0 0 0 0,0 0 1 0 0,-1 0-1 0 0,1 1 1 0 0,0-1-1 0 0,0 0 1 0 0,-1 0-1 0 0,1 1 0 0 0,0-1 1 0 0,-1 1-1 0 0,1 8 781 0 0,0-3-1010 0 0,0 47-505 0 0,0-30-6724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60 0 0 0,'0'0'21151'0'0,"-4"-10"-20541"0"0,-10-27-77 0 0,12 27 215 0 0,4 8-41 0 0,-1 2-702 0 0,-1 0 0 0 0,0 0 0 0 0,0 0 0 0 0,1 0-1 0 0,-1 0 1 0 0,0 0 0 0 0,0 0 0 0 0,1 1 0 0 0,-1-1 0 0 0,0 0 0 0 0,0 0 0 0 0,1 0-1 0 0,-1 0 1 0 0,0 1 0 0 0,0-1 0 0 0,0 0 0 0 0,0 0 0 0 0,1 0 0 0 0,-1 1 0 0 0,0-1-1 0 0,0 0 1 0 0,0 0 0 0 0,0 1 0 0 0,0-1 0 0 0,1 0 0 0 0,-2 33-9 0 0,5 81 12 0 0,-3-105 2 0 0,1 10 23 0 0,5 20 0 0 0,10 27-20 0 0,3-3 50 0 0,-18-52-63 0 0,-1-8 0 0 0,0 1-1 0 0,0 0 0 0 0,0-1 1 0 0,3 6-1 0 0,-3-4-20 0 0,0-1 0 0 0,1 1 0 0 0,-2 0 1 0 0,1 7-1 0 0,0-9 449 0 0,-1-7 664 0 0,1-1-1091 0 0,1 0 0 0 0,-1 0-1 0 0,1 0 1 0 0,0 1-1 0 0,1-1 1 0 0,4-7-1 0 0,-5 9-22 0 0,0 1-1 0 0,-1 0 0 0 0,1-1 0 0 0,0 1 0 0 0,1 0 0 0 0,-1 1 0 0 0,0-1 0 0 0,0 0 0 0 0,1 0 0 0 0,-1 1 0 0 0,1 0 1 0 0,-1-1-1 0 0,1 1 0 0 0,0 0 0 0 0,-1 0 0 0 0,6-1 0 0 0,2 1-119 0 0,0-1 0 0 0,0 2 0 0 0,14-1 1 0 0,-16 1 89 0 0,0 1 1 0 0,1 0 0 0 0,-1 0 0 0 0,0 0 0 0 0,0 1 1 0 0,0 1-1 0 0,0-1 0 0 0,0 1 0 0 0,10 5 0 0 0,-4-1-1 0 0,-1 1 0 0 0,0 1 0 0 0,19 15 1 0 0,-30-23 42 0 0,0 1 0 0 0,-1-1 1 0 0,1 1-1 0 0,0 0 0 0 0,-1 0 0 0 0,0-1 1 0 0,1 1-1 0 0,-1 0 0 0 0,0 0 1 0 0,0 0-1 0 0,0 0 0 0 0,0 0 0 0 0,-1 0 1 0 0,1 1-1 0 0,0-1 0 0 0,-1 0 0 0 0,1 0 1 0 0,-1 1-1 0 0,0-1 0 0 0,0 0 1 0 0,0 0-1 0 0,0 1 0 0 0,0-1 0 0 0,-1 0 1 0 0,1 0-1 0 0,-1 0 0 0 0,1 1 0 0 0,-1-1 1 0 0,0 0-1 0 0,0 0 0 0 0,0 0 1 0 0,0 0-1 0 0,0 0 0 0 0,0 0 0 0 0,0 0 1 0 0,-1 0-1 0 0,1-1 0 0 0,-1 1 0 0 0,1 0 1 0 0,-1-1-1 0 0,0 0 0 0 0,0 1 1 0 0,1-1-1 0 0,-1 0 0 0 0,0 0 0 0 0,0 0 1 0 0,-4 2-1 0 0,5-3 16 0 0,-6 3 79 0 0,-1 0 0 0 0,1 0-1 0 0,-1-1 1 0 0,1 0 0 0 0,-1 0 0 0 0,1-1 0 0 0,-12 1-1 0 0,-21-2 115 0 0,3 1-259 0 0,-48-6 1 0 0,74 4-142 0 0,6 1-176 0 0,0-1-1 0 0,0 1 1 0 0,0-1-1 0 0,0-1 1 0 0,0 1-1 0 0,-5-3 1 0 0,4 2-1156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15 242 3737 0 0,'0'0'11601'0'0,"-3"4"-11094"0"0,-6 11-85 0 0,7-11 1692 0 0,3-4-1869 0 0,1 0 1 0 0,0 0-1 0 0,-1 0 0 0 0,1 0 0 0 0,0 0 0 0 0,-1-1 0 0 0,1 1 0 0 0,-1 0 0 0 0,3-2 0 0 0,-3 2-209 0 0,0-1 0 0 0,0 0-1 0 0,0 0 1 0 0,-1 0-1 0 0,1 0 1 0 0,0 0 0 0 0,-1 0-1 0 0,1 0 1 0 0,-1 0-1 0 0,1 0 1 0 0,-1 0 0 0 0,1-3-1 0 0,0-1-7 0 0,0-1 1 0 0,0 1-1 0 0,0-1 0 0 0,-1 1 0 0 0,0-1 0 0 0,-1-8 1 0 0,0-1 9 0 0,1-29 146 0 0,1-47 927 0 0,-1 89-1065 0 0,0-1-1 0 0,1 1 0 0 0,-1 0 1 0 0,1 0-1 0 0,0 0 1 0 0,0 0-1 0 0,0 0 1 0 0,0 0-1 0 0,0 0 0 0 0,0 0 1 0 0,0 0-1 0 0,1 0 1 0 0,-1 1-1 0 0,1-1 1 0 0,-1 1-1 0 0,1-1 0 0 0,0 1 1 0 0,-1-1-1 0 0,1 1 1 0 0,0 0-1 0 0,0 0 1 0 0,4-2-1 0 0,-3 2-160 0 0,0-1 1 0 0,1 1-1 0 0,-1 0 0 0 0,0 0 0 0 0,1 1 1 0 0,-1-1-1 0 0,1 1 0 0 0,0 0 0 0 0,-1 0 1 0 0,1 0-1 0 0,-1 0 0 0 0,1 0 0 0 0,5 2 1 0 0,-8-2-34 0 0,0 1 0 0 0,0-1 0 0 0,0 1 0 0 0,0-1 0 0 0,0 1 0 0 0,-1-1 0 0 0,1 1 1 0 0,0 0-1 0 0,0-1 0 0 0,-1 1 0 0 0,1 0 0 0 0,0-1 0 0 0,-1 1 0 0 0,1 0 0 0 0,0 0 0 0 0,-1 0 0 0 0,0 0 1 0 0,1-1-1 0 0,-1 1 0 0 0,1 0 0 0 0,-1 2 0 0 0,3 8-3460 0 0,-3 0-3984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 0 0 0,'0'0'21951'0'0,"-1"0"-21621"0"0,1-1-314 0 0,0 1-1 0 0,0 0 1 0 0,0 0 0 0 0,-1 0 0 0 0,1 0 0 0 0,0 0 0 0 0,0-1 0 0 0,0 1-1 0 0,0 0 1 0 0,0 0 0 0 0,0 0 0 0 0,0 0 0 0 0,-1 0 0 0 0,1 0-1 0 0,0 0 1 0 0,0 0 0 0 0,0 0 0 0 0,0 0 0 0 0,0-1 0 0 0,-1 1 0 0 0,1 0-1 0 0,0 0 1 0 0,0 0 0 0 0,0 0 0 0 0,0 0 0 0 0,0 0 0 0 0,-1 0-1 0 0,1 0 1 0 0,0 0 0 0 0,0 0 0 0 0,0 0 0 0 0,0 0 0 0 0,-1 0 0 0 0,1 1-1 0 0,0-1 1 0 0,0 0 0 0 0,0 0 0 0 0,0 0 0 0 0,0 0 0 0 0,-1 0-1 0 0,1 0 1 0 0,0 0 0 0 0,0 0 0 0 0,1 9 275 0 0,10 13-138 0 0,47 57-33 0 0,-57-77-99 0 0,0-1 0 0 0,1 0-1 0 0,-1 0 1 0 0,0 1 0 0 0,1-1-1 0 0,-1 0 1 0 0,1-1 0 0 0,-1 1-1 0 0,1 0 1 0 0,0 0 0 0 0,-1-1-1 0 0,1 1 1 0 0,0-1 0 0 0,-1 1-1 0 0,1-1 1 0 0,0 0-1 0 0,0 1 1 0 0,-1-1 0 0 0,1 0-1 0 0,0 0 1 0 0,0 0 0 0 0,-1-1-1 0 0,1 1 1 0 0,0 0 0 0 0,0-1-1 0 0,-1 1 1 0 0,1-1 0 0 0,0 1-1 0 0,-1-1 1 0 0,1 0 0 0 0,-1 0-1 0 0,1 0 1 0 0,-1 0 0 0 0,1 0-1 0 0,-1 0 1 0 0,0 0 0 0 0,1 0-1 0 0,1-3 1 0 0,3-5 4 0 0,0 0-1 0 0,0 1 1 0 0,-1-2 0 0 0,-1 1-1 0 0,1-1 1 0 0,-1 0 0 0 0,3-15-1 0 0,-6 24-17 0 0,-1 0 0 0 0,0 0 0 0 0,0 0 0 0 0,1 1 0 0 0,-1-1 0 0 0,0 0 0 0 0,1 0 0 0 0,-1 0 0 0 0,1 1 0 0 0,-1-1 0 0 0,1 0 0 0 0,-1 1 0 0 0,1-1 1 0 0,0 0-1 0 0,-1 1 0 0 0,1-1 0 0 0,0 1 0 0 0,-1-1 0 0 0,1 1 0 0 0,0-1 0 0 0,0 1 0 0 0,0-1-15 0 0,0 1 1 0 0,0 0 0 0 0,-1 0 0 0 0,1 0 0 0 0,0 0 0 0 0,-1 0-1 0 0,1 0 1 0 0,0 0 0 0 0,0 0 0 0 0,-1 0 0 0 0,1 1 0 0 0,0-1-1 0 0,-1 0 1 0 0,1 0 0 0 0,0 1 0 0 0,-1-1 0 0 0,1 0 0 0 0,-1 1-1 0 0,1-1 1 0 0,0 0 0 0 0,-1 1 0 0 0,1-1 0 0 0,-1 1 0 0 0,1-1-1 0 0,0 2 1 0 0,20 20-179 0 0,11 14 70 0 0,-29-32-197 0 0,0 0 0 0 0,0 0 1 0 0,0 0-1 0 0,-1 0 0 0 0,0 1 0 0 0,0-1 0 0 0,2 8 1 0 0,-3-4-2542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60 976 0 0,'0'0'21864'0'0,"3"-10"-21595"0"0,1-2-201 0 0,8-25 159 0 0,-4 50-781 0 0,2 11 429 0 0,-4-5 106 0 0,4 9 27 0 0,-2 0-1 0 0,10 57 1 0 0,-7-29-1 0 0,5 38-18 0 0,2-2-102 0 0,-17-82-200 0 0,0 0-203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6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45 7386 0 0,'0'0'15475'0'0,"-30"-7"-15292"0"0,-95-22-66 0 0,85 21-70 0 0,26 8-27 0 0,5 1-16 0 0,-5-2-227 0 0,1 1 0 0 0,-1 1 0 0 0,1 0 0 0 0,-1 1 0 0 0,-24 7 0 0 0,21-4-756 0 0,-12 5-1715 0 0,11-1-4570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4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22 206 0 0 0,'0'0'22003'0'0,"15"-13"-21357"0"0,48-42-78 0 0,-45 37-190 0 0,-16 11-45 0 0,0 2-133 0 0,1-5 278 0 0,0 0 0 0 0,3-12 0 0 0,-4 12-272 0 0,4-5 44 0 0,-5 13-234 0 0,0 1-1 0 0,0-1 0 0 0,0 0 0 0 0,0 0 1 0 0,-1 1-1 0 0,1-1 0 0 0,-1 0 0 0 0,1 0 1 0 0,-1 0-1 0 0,1 0 0 0 0,-1 0 0 0 0,0 0 1 0 0,0 1-1 0 0,0-1 0 0 0,0 0 0 0 0,-1-3 1 0 0,1 4-41 0 0,-1 1 0 0 0,0-1 1 0 0,1 1-1 0 0,-1-1 0 0 0,1 1 1 0 0,-1-1-1 0 0,0 1 0 0 0,0 0 1 0 0,1-1-1 0 0,-1 1 0 0 0,0 0 1 0 0,0 0-1 0 0,1-1 0 0 0,-1 1 1 0 0,0 0-1 0 0,0 0 0 0 0,0 0 1 0 0,0 0-1 0 0,0 0 0 0 0,-21 0-136 0 0,15 1 125 0 0,3-1 28 0 0,1 0-1 0 0,0 0 1 0 0,0 1 0 0 0,-1-1 0 0 0,1 1 0 0 0,0 0-1 0 0,0 0 1 0 0,0 0 0 0 0,0 1 0 0 0,0-1 0 0 0,0 1-1 0 0,1-1 1 0 0,-1 1 0 0 0,0 0 0 0 0,1 0 0 0 0,-1 0-1 0 0,1 0 1 0 0,-1 1 0 0 0,-3 4 0 0 0,-12 17 9 0 0,6-15-9 0 0,12-8 7 0 0,0-1 1 0 0,-1 0-1 0 0,1 0 0 0 0,0 0 1 0 0,-1 0-1 0 0,1 1 0 0 0,-1-1 0 0 0,1 0 1 0 0,0 0-1 0 0,0 1 0 0 0,-1-1 1 0 0,1 0-1 0 0,0 1 0 0 0,-1-1 1 0 0,1 0-1 0 0,0 1 0 0 0,0-1 0 0 0,0 0 1 0 0,-1 1-1 0 0,1-1 0 0 0,0 0 1 0 0,0 1-1 0 0,0-1 0 0 0,0 1 0 0 0,0-1 1 0 0,-1 1-1 0 0,0 4 17 0 0,0-2-10 0 0,0 1 0 0 0,0-1-1 0 0,1 0 1 0 0,-1 0-1 0 0,1 0 1 0 0,0 0-1 0 0,0 0 1 0 0,0 1 0 0 0,1 4-1 0 0,0 4 77 0 0,-1-10-68 0 0,0-1-1 0 0,1 1 1 0 0,-1-1 0 0 0,0 1 0 0 0,1-1-1 0 0,0 0 1 0 0,-1 1 0 0 0,1-1 0 0 0,0 0-1 0 0,0 1 1 0 0,0-1 0 0 0,0 0 0 0 0,0 0-1 0 0,0 0 1 0 0,0 0 0 0 0,1 1 0 0 0,4 5 68 0 0,-2-3-24 0 0,0-1 0 0 0,0 1-1 0 0,0-1 1 0 0,5 3 0 0 0,0 0 46 0 0,4 1-16 0 0,-1 0 0 0 0,2-1 0 0 0,-1-1 0 0 0,0 0 0 0 0,24 5 0 0 0,-23-6-33 0 0,2-1-38 0 0,1 0-1 0 0,-1-1 1 0 0,1 0 0 0 0,0-2-1 0 0,27-2 1 0 0,-41 2-203 0 0,1-1-1 0 0,-1 1 1 0 0,1-1-1 0 0,-1 0 1 0 0,0-1 0 0 0,1 1-1 0 0,-1-1 1 0 0,4-1-1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5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181 115 0 0 0,'0'0'21437'0'0,"-6"-15"-20948"0"0,-15-48-85 0 0,11 42-13 0 0,4 16 48 0 0,6 4-415 0 0,-1 1 1 0 0,1 0-1 0 0,0 0 1 0 0,-1-1-1 0 0,1 1 0 0 0,0 0 1 0 0,-1-1-1 0 0,1 1 1 0 0,0 0-1 0 0,0-1 1 0 0,-1 1-1 0 0,1-1 1 0 0,0 1-1 0 0,0 0 0 0 0,0-1 1 0 0,-1 1-1 0 0,1-1 1 0 0,-1 0-11 0 0,-1 0 1 0 0,1 1 0 0 0,-1 0-1 0 0,0-1 1 0 0,1 1 0 0 0,-1 0-1 0 0,0 0 1 0 0,1 0 0 0 0,-1 0-1 0 0,0 0 1 0 0,1 0-1 0 0,-3 0 1 0 0,-1 1 52 0 0,3-1-63 0 0,-1-1 3 0 0,0 1 0 0 0,1 0-1 0 0,-1 1 1 0 0,0-1 0 0 0,1 0-1 0 0,-1 1 1 0 0,-3 1-1 0 0,1 0 21 0 0,4-2-28 0 0,1 0 1 0 0,-1 1 0 0 0,0-1-1 0 0,1 0 1 0 0,-1 1 0 0 0,1-1-1 0 0,-1 0 1 0 0,1 1-1 0 0,-1-1 1 0 0,1 0 0 0 0,0 1-1 0 0,-1-1 1 0 0,1 1-1 0 0,-1-1 1 0 0,1 1 0 0 0,0-1-1 0 0,-1 1 1 0 0,1-1-1 0 0,0 1 1 0 0,0 0 0 0 0,-1-1-1 0 0,1 2 1 0 0,-17 20 61 0 0,3 4 11 0 0,-5 16 123 0 0,16-31-140 0 0,1-7-38 0 0,1 1 0 0 0,0-1 1 0 0,0 1-1 0 0,0 0 0 0 0,0-1 1 0 0,0 6-1 0 0,1 31 179 0 0,-2-24-119 0 0,2 0 0 0 0,1 0 0 0 0,0 1-1 0 0,6 29 1 0 0,39 111 252 0 0,-14-64-204 0 0,9 31-91 0 0,-25-76-9 0 0,-14-45-37 0 0,1 11-41 0 0,-3-15 41 0 0,-12 6-8180 0 0,-7-3-3161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13 5825 0 0,'0'0'16457'0'0,"-10"-2"-16377"0"0,-14-2-23 0 0,-45-2 1 0 0,41 6-91 0 0,6-1-475 0 0,-1 2 0 0 0,1 0 0 0 0,-26 5 0 0 0,1 0-5138 0 0,33-5-354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111 111 0 0 0,'0'0'19671'0'0,"-11"-14"-19250"0"0,-34-44-51 0 0,27 38 17 0 0,12 17-15 0 0,1 2-268 0 0,5 1-110 0 0,-1 0 1 0 0,0-1-1 0 0,1 1 1 0 0,-1 0 0 0 0,0 0-1 0 0,0 0 1 0 0,1 0-1 0 0,-1 0 1 0 0,0 0-1 0 0,1 0 1 0 0,-1 0 0 0 0,0 0-1 0 0,0 0 1 0 0,1 0-1 0 0,-1 1 1 0 0,0-1 0 0 0,1 0-1 0 0,-1 0 1 0 0,0 1-1 0 0,1-1 1 0 0,-1 0-1 0 0,1 1 1 0 0,-1-1 0 0 0,0 1-1 0 0,1-1 1 0 0,-1 1-1 0 0,1-1 1 0 0,-1 1 0 0 0,1-1-1 0 0,-1 1 1 0 0,1-1-1 0 0,0 1 1 0 0,-1 0 0 0 0,1-1-1 0 0,0 1 1 0 0,-1 1-1 0 0,0 1 5 0 0,0 1-1 0 0,1-1 1 0 0,-1 1-1 0 0,1 0 0 0 0,0 5 1 0 0,0-5 39 0 0,0 10 32 0 0,0-6-21 0 0,-1 0 0 0 0,2-1 0 0 0,-1 1 0 0 0,1 0 0 0 0,0 0 0 0 0,0 0-1 0 0,1-1 1 0 0,5 15 0 0 0,-3-16 2 0 0,-2 0 57 0 0,1 0 1 0 0,1 0-1 0 0,4 6 1 0 0,-7-10-64 0 0,1 0 1 0 0,0 0-1 0 0,0-1 1 0 0,0 1-1 0 0,1 0 1 0 0,-1-1 0 0 0,0 1-1 0 0,0-1 1 0 0,1 0-1 0 0,4 2 1 0 0,4 1 17 0 0,0-1 0 0 0,1 0 0 0 0,-1-1 0 0 0,0 0 0 0 0,1-1 0 0 0,-1 0 0 0 0,1-1 0 0 0,21-2 0 0 0,-31 1-51 0 0,0 1 0 0 0,-1-1 0 0 0,1 1 1 0 0,0-1-1 0 0,0 0 0 0 0,0 0 0 0 0,-1 0 1 0 0,1 0-1 0 0,0 0 0 0 0,-1 0 0 0 0,1 0 1 0 0,-1 0-1 0 0,1-1 0 0 0,-1 1 0 0 0,0-1 0 0 0,1 1 1 0 0,-1-1-1 0 0,0 1 0 0 0,0-1 0 0 0,0 0 1 0 0,0 0-1 0 0,0 1 0 0 0,0-5 0 0 0,1 0-25 0 0,0-1 1 0 0,-1 0-1 0 0,0 1 0 0 0,0-1 0 0 0,0-10 0 0 0,-2 12-40 0 0,1 1 0 0 0,-1 0 0 0 0,0-1 0 0 0,0 1 0 0 0,0 0 0 0 0,-1 0 0 0 0,0 0 0 0 0,1 0 0 0 0,-1 0 0 0 0,-1 0 0 0 0,1 0-1 0 0,0 1 1 0 0,-1-1 0 0 0,0 1 0 0 0,-4-5 0 0 0,-4-2-302 0 0,0 0-1 0 0,0 1 0 0 0,-17-9 1 0 0,23 14-45 0 0,-1 1 1 0 0,0 0-1 0 0,0 0 1 0 0,0 1 0 0 0,0 0-1 0 0,-1 0 1 0 0,1 1 0 0 0,-8-2-1 0 0,-8 1-3761 0 0,-1 2-3799 0 0,16 0 2515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7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60 213 2793 0 0,'0'0'16530'0'0,"-1"3"-16318"0"0,-1 15 2833 0 0,1-25-2060 0 0,-15-34-775 0 0,1 2-127 0 0,11 29-44 0 0,0 1-1 0 0,0-2 0 0 0,1 1 0 0 0,0 0 0 0 0,1-1 0 0 0,0 1 0 0 0,1-1 0 0 0,-1-15 0 0 0,2 24-38 0 0,0 1 0 0 0,0-1 0 0 0,1 1 0 0 0,-1-1 0 0 0,0 1 0 0 0,1-1 0 0 0,-1 1 0 0 0,1 0 0 0 0,-1-1 0 0 0,1 1 0 0 0,0-1 0 0 0,-1 1 0 0 0,1 0 0 0 0,0 0 0 0 0,0 0 0 0 0,0-1 1 0 0,0 1-1 0 0,0 0 0 0 0,0 0 0 0 0,0 0 0 0 0,0 1 0 0 0,1-1 0 0 0,-1 0 0 0 0,0 0 0 0 0,1 1 0 0 0,-1-1 0 0 0,0 0 0 0 0,1 1 0 0 0,-1-1 0 0 0,2 1 0 0 0,5-2-395 0 0,0 1 1 0 0,0 0-1 0 0,0 0 0 0 0,10 1 1 0 0,-13 0-66 0 0,-4 0 226 0 0,0 0 0 0 0,0 0 0 0 0,0 1 1 0 0,0-1-1 0 0,-1 0 0 0 0,1 0 0 0 0,0 1 1 0 0,0-1-1 0 0,-1 0 0 0 0,1 1 0 0 0,0-1 1 0 0,0 1-1 0 0,-1-1 0 0 0,1 1 0 0 0,0-1 1 0 0,-1 1-1 0 0,1 0 0 0 0,-1-1 0 0 0,1 1 1 0 0,-1 0-1 0 0,1-1 0 0 0,-1 1 0 0 0,1 0 1 0 0,-1 0-1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8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48 1400 0 0,'0'0'22541'0'0,"0"-4"-22350"0"0,-1-11-52 0 0,1 14-136 0 0,0 1 0 0 0,-1 0 0 0 0,1-1 0 0 0,0 1 0 0 0,0 0 1 0 0,0-1-1 0 0,-1 1 0 0 0,1 0 0 0 0,0 0 0 0 0,0-1 1 0 0,-1 1-1 0 0,1 0 0 0 0,0 0 0 0 0,-1 0 0 0 0,1-1 1 0 0,0 1-1 0 0,-1 0 0 0 0,1 0 0 0 0,0 0 0 0 0,-1 0 0 0 0,1 0 1 0 0,-1 0-1 0 0,1 0 0 0 0,0 0 0 0 0,-1 0 0 0 0,1 0 1 0 0,0 0-1 0 0,-1 0 0 0 0,1 0 0 0 0,-1 0 0 0 0,1 0 1 0 0,0 0-1 0 0,-1 0 0 0 0,1 0 0 0 0,-14 4 78 0 0,12-4-75 0 0,-2 4-6 0 0,-1-1-2 0 0,1 1 1 0 0,0-1-1 0 0,0 1 1 0 0,1 0-1 0 0,-7 7 1 0 0,-4 4 17 0 0,9-11-19 0 0,4-3 5 0 0,1-1 1 0 0,-1 0 0 0 0,1 1-1 0 0,-1-1 1 0 0,0 1-1 0 0,1-1 1 0 0,-1 1 0 0 0,1 0-1 0 0,0-1 1 0 0,-1 1 0 0 0,1-1-1 0 0,-1 1 1 0 0,1 0-1 0 0,0-1 1 0 0,-1 1 0 0 0,1 0-1 0 0,0-1 1 0 0,0 1 0 0 0,-1 1-1 0 0,1-2 4 0 0,0 1 3 0 0,-1 0 0 0 0,1 0 0 0 0,0 0 0 0 0,-1 0 0 0 0,1 0 1 0 0,0 0-1 0 0,0 0 0 0 0,0 0 0 0 0,0 0 0 0 0,-1 0 1 0 0,1 0-1 0 0,1 0 0 0 0,-1 0 0 0 0,0 0 0 0 0,0 1 0 0 0,1 2 34 0 0,-1-2-15 0 0,0 0-1 0 0,0 0 1 0 0,0-1-1 0 0,0 1 1 0 0,0 0-1 0 0,1-1 1 0 0,-1 1-1 0 0,0 0 1 0 0,1-1 0 0 0,0 1-1 0 0,-1 0 1 0 0,1-1-1 0 0,0 1 1 0 0,0-1-1 0 0,0 1 1 0 0,0-1-1 0 0,0 0 1 0 0,0 1 0 0 0,0-1-1 0 0,3 2 1 0 0,15 18 166 0 0,-15-15-162 0 0,1 0 0 0 0,1-1 0 0 0,-1 0 0 0 0,10 8 0 0 0,-7-8 12 0 0,1 0-1 0 0,-1 0 1 0 0,1-1-1 0 0,-1 0 0 0 0,1 0 1 0 0,0-1-1 0 0,1-1 1 0 0,-1 1-1 0 0,1-1 0 0 0,-1-1 1 0 0,1 0-1 0 0,15 0 1 0 0,-12-1-27 0 0,41-2 70 0 0,-47 2-75 0 0,0-1 0 0 0,0-1 1 0 0,-1 1-1 0 0,1-1 0 0 0,-1 0 0 0 0,8-4 0 0 0,-2 0 8 0 0,21-14 1 0 0,-29 17-14 0 0,0 0 1 0 0,0-1 0 0 0,0 0 0 0 0,-1 0-1 0 0,1 0 1 0 0,-1 0 0 0 0,5-8 0 0 0,-5 7-5 0 0,2-4-30 0 0,1-2-1 0 0,4-11 0 0 0,-9 19 13 0 0,0 0 0 0 0,0 0 0 0 0,-1 0-1 0 0,1-1 1 0 0,0 1 0 0 0,-1 0 0 0 0,0 0-1 0 0,0-1 1 0 0,0 1 0 0 0,0 0 0 0 0,-1-1-1 0 0,0-3 1 0 0,-1 3-3 0 0,0 0-1 0 0,0 0 0 0 0,-1 0 1 0 0,1 1-1 0 0,-1-1 0 0 0,0 1 1 0 0,0-1-1 0 0,0 1 0 0 0,-1 0 1 0 0,-4-3-1 0 0,0-1 20 0 0,6 5-18 0 0,0 0-1 0 0,0 0 1 0 0,0 0-1 0 0,0 1 1 0 0,0-1-1 0 0,0 0 1 0 0,-1 1-1 0 0,1 0 1 0 0,-1-1-1 0 0,1 1 1 0 0,-1 0-1 0 0,1 0 1 0 0,-1 1 0 0 0,0-1-1 0 0,0 0 1 0 0,1 1-1 0 0,-1 0 1 0 0,-3-1-1 0 0,5 2 12 0 0,0-1 0 0 0,1 0 0 0 0,-1 0 0 0 0,1 0 0 0 0,-1 1 0 0 0,1-1-1 0 0,-1 0 1 0 0,0 0 0 0 0,1 1 0 0 0,-1-1 0 0 0,1 1 0 0 0,-1-1 0 0 0,1 0 0 0 0,0 1 0 0 0,-1-1 0 0 0,1 1-1 0 0,-1-1 1 0 0,1 1 0 0 0,0-1 0 0 0,-1 1 0 0 0,1-1 0 0 0,0 1 0 0 0,0 0 0 0 0,-1 0 0 0 0,-5 19 8 0 0,5-12-8 0 0,-3 1 16 0 0,4-8-8 0 0,-1 1 1 0 0,1-1 0 0 0,-1 0-1 0 0,1 1 1 0 0,-1-1 0 0 0,1 1-1 0 0,0-1 1 0 0,0 3-1 0 0,-2 68 46 0 0,2-72-45 0 0,0 1 0 0 0,0-1 0 0 0,1 1 0 0 0,-1-1 0 0 0,0 1 0 0 0,0 0 0 0 0,0-1 0 0 0,1 1 0 0 0,-1-1-1 0 0,0 1 1 0 0,1-1 0 0 0,-1 0 0 0 0,0 1 0 0 0,1-1 0 0 0,-1 1 0 0 0,1-1 0 0 0,-1 0 0 0 0,1 1 0 0 0,0 0 0 0 0,6 6 33 0 0,9 6-28 0 0,-12-9 17 0 0,0 0 1 0 0,1-1-1 0 0,0 0 0 0 0,0 1 0 0 0,0-2 1 0 0,10 6-1 0 0,1 0 22 0 0,-2 0-10 0 0,1-1-1 0 0,1-1 1 0 0,20 6-1 0 0,48 9-253 0 0,-81-21 195 0 0,23 4-469 0 0,-8-1-2755 0 0,-6 0-4244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9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212 21 0 0 0,'0'0'20218'0'0,"-1"0"-19406"0"0,-1-1-699 0 0,0 1 40 0 0,1-1 0 0 0,-1 1 0 0 0,1-1 1 0 0,-1 1-1 0 0,1-1 0 0 0,0 0 0 0 0,-1 1 0 0 0,1-1 0 0 0,0 0 0 0 0,0 0 0 0 0,-1 0 0 0 0,0-2 0 0 0,1 2-65 0 0,0 0 0 0 0,0 0 0 0 0,0 1 1 0 0,0-1-1 0 0,0 0 0 0 0,0 1 0 0 0,0-1 0 0 0,-1 1 1 0 0,1-1-1 0 0,0 1 0 0 0,0 0 0 0 0,0 0 0 0 0,-1-1 1 0 0,1 1-1 0 0,0 0 0 0 0,0 0 0 0 0,-2 0 0 0 0,-27 1-311 0 0,17-1 387 0 0,-3 0-6 0 0,16 0-170 0 0,-19 0-22 0 0,16 0 32 0 0,1 1-1 0 0,0-1 1 0 0,0 0-1 0 0,0 1 1 0 0,0 0-1 0 0,0-1 1 0 0,0 1 0 0 0,0 0-1 0 0,0 0 1 0 0,-3 2-1 0 0,-8 3 25 0 0,10-4-20 0 0,-1 0 0 0 0,1 1 0 0 0,0-1 0 0 0,0 0 0 0 0,0 1 0 0 0,1 0-1 0 0,-1 0 1 0 0,-4 6 0 0 0,5-6 14 0 0,0 0 0 0 0,0 0-1 0 0,0 1 1 0 0,1-1 0 0 0,0 1-1 0 0,-1-1 1 0 0,0 7 0 0 0,0-2 6 0 0,-1 14 66 0 0,3 0 375 0 0,15-9 157 0 0,2-4-407 0 0,1-1-1 0 0,33 11 1 0 0,-18-10-287 0 0,1-2 1 0 0,-1-2 0 0 0,60 2-1 0 0,-39-6-997 0 0,-32-2-3197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41 3601 0 0,'0'0'19209'0'0,"3"-4"-19039"0"0,8-10-58 0 0,-8 11-62 0 0,0 3-99 0 0,-1 1-1 0 0,0-1 1 0 0,0 1-1 0 0,0-1 1 0 0,1 1-1 0 0,-1 0 0 0 0,0 0 1 0 0,0 0-1 0 0,0 0 1 0 0,0 0-1 0 0,0 1 1 0 0,-1-1-1 0 0,1 1 1 0 0,0-1-1 0 0,0 1 0 0 0,-1-1 1 0 0,1 1-1 0 0,1 2 1 0 0,14 12-79 0 0,-16-14 109 0 0,0-1-1 0 0,1 0 1 0 0,-1 1 0 0 0,0-1 0 0 0,0 0 0 0 0,0 1 0 0 0,0-1 0 0 0,0 1 0 0 0,0 0 0 0 0,0-1-1 0 0,-1 1 1 0 0,1 0 0 0 0,0 2 0 0 0,0 0-61 0 0,0 1 0 0 0,0-1 1 0 0,-1 1-1 0 0,1 5 0 0 0,-1-8 63 0 0,0 0-1 0 0,0 0 1 0 0,-1 0-1 0 0,1 1 1 0 0,0-1 0 0 0,-1 0-1 0 0,0 0 1 0 0,1 0 0 0 0,-1 0-1 0 0,0 0 1 0 0,0 0-1 0 0,0 0 1 0 0,0 0 0 0 0,-1-1-1 0 0,-1 4 1 0 0,-1-2 64 0 0,1 0-1 0 0,-1 0 1 0 0,0 0 0 0 0,0 0 0 0 0,0-1-1 0 0,-5 3 1 0 0,4-4 61 0 0,0 0 0 0 0,-1 0 0 0 0,1 0 0 0 0,0-1-1 0 0,0 0 1 0 0,0 0 0 0 0,-8-1 0 0 0,-3 0 153 0 0,-15-1 204 0 0,29 2-436 0 0,1 0 1 0 0,-1 0 0 0 0,1-1-1 0 0,0 1 1 0 0,-1 0 0 0 0,1-1-1 0 0,0 1 1 0 0,-1-1 0 0 0,1 1-1 0 0,0-1 1 0 0,0 0 0 0 0,-1 0 0 0 0,1 0-1 0 0,0 1 1 0 0,0-1 0 0 0,0 0-1 0 0,0 0 1 0 0,-1-2 0 0 0,0-1 225 0 0,-3-9 431 0 0,4 7-656 0 0,0 0 1 0 0,1 0-1 0 0,-1 0 0 0 0,1-1 0 0 0,0 1 0 0 0,1 0 0 0 0,-1 0 0 0 0,1-1 1 0 0,3-9-1 0 0,-2 12-162 0 0,-1 1 1 0 0,0-1-1 0 0,1 1 0 0 0,0-1 1 0 0,0 1-1 0 0,0 0 0 0 0,0 0 1 0 0,1 0-1 0 0,-1 0 0 0 0,1 0 1 0 0,0 0-1 0 0,0 1 0 0 0,0-1 1 0 0,0 1-1 0 0,0 0 0 0 0,5-3 1 0 0,-3 2-580 0 0,14-5-2432 0 0,-3 7-7725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1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4737 0 0,'0'0'18968'0'0,"0"0"-18972"0"0,0 0 1 0 0,0 0-1 0 0,0 1 1 0 0,0-1-1 0 0,0 0 0 0 0,0 0 1 0 0,0 0-1 0 0,0 0 0 0 0,0 0 1 0 0,0 0-1 0 0,0 1 0 0 0,-1-1 1 0 0,1 0-1 0 0,0 0 1 0 0,0 0-1 0 0,0 0 0 0 0,0 0 1 0 0,0 1-1 0 0,1-1 0 0 0,-1 0 1 0 0,0 0-1 0 0,0 0 1 0 0,0 0-1 0 0,0 0 0 0 0,0 0 1 0 0,0 1-1 0 0,0-1 0 0 0,0 0 1 0 0,0 0-1 0 0,0 0 1 0 0,0 0-1 0 0,0 0 0 0 0,0 0 1 0 0,0 1-1 0 0,1-1 0 0 0,8 14-89 0 0,-3-4 91 0 0,0-1-1 0 0,1 0 1 0 0,8 9 0 0 0,30 36-324 0 0,-38-47 248 0 0,10 9-121 0 0,-12-12 107 0 0,-3-2 81 0 0,1-1 0 0 0,-1 1 0 0 0,1 0 0 0 0,-1-1 0 0 0,4 2 0 0 0,-5-3 18 0 0,-1 0 1 0 0,1 0-1 0 0,-1 1 0 0 0,0-1 0 0 0,1 0 1 0 0,-1 0-1 0 0,1 0 0 0 0,-1 0 0 0 0,1 0 1 0 0,-1 0-1 0 0,1 0 0 0 0,-1 0 0 0 0,0 0 1 0 0,1 0-1 0 0,-1-1 0 0 0,1 1 0 0 0,-1 0 1 0 0,1 0-1 0 0,-1 0 0 0 0,0 0 0 0 0,1-1 1 0 0,-1 1-1 0 0,0 0 0 0 0,1 0 0 0 0,-1-1 1 0 0,0 1-1 0 0,1 0 0 0 0,-1-1 0 0 0,0 1 1 0 0,1 0-1 0 0,-1-1 0 0 0,0 1 0 0 0,0 0 1 0 0,1-1-1 0 0,-1 1 0 0 0,0-1 0 0 0,0 1 1 0 0,0 0-1 0 0,0-1 0 0 0,0 1 0 0 0,1-2 1 0 0,2-14 45 0 0,0-1 0 0 0,-1 0 0 0 0,-1 0 1 0 0,-1-30-1 0 0,-1 17 1040 0 0,3 30-1123 0 0,0 0 0 0 0,1 1 1 0 0,-1 0-1 0 0,0-1 1 0 0,0 1-1 0 0,0 0 0 0 0,-1 0 1 0 0,1 0-1 0 0,0 1 1 0 0,0-1-1 0 0,-1 0 1 0 0,1 0-1 0 0,0 1 0 0 0,-1 0 1 0 0,2 1-1 0 0,12 10-14 0 0,55 37-145 0 0,-59-41 78 0 0,1-2 0 0 0,0 1 0 0 0,0-2 0 0 0,15 6 0 0 0,-25-11 119 0 0,-1 0-1 0 0,1-1 1 0 0,0 1 0 0 0,-1-1-1 0 0,1 0 1 0 0,0 1 0 0 0,0-1 0 0 0,0 0-1 0 0,-1 0 1 0 0,1 0 0 0 0,0-1-1 0 0,0 1 1 0 0,0 0 0 0 0,-1-1-1 0 0,1 1 1 0 0,3-2 0 0 0,-4 1-2 0 0,0 1 0 0 0,1-1 1 0 0,-1 0-1 0 0,0-1 0 0 0,0 1 0 0 0,0 0 1 0 0,0 0-1 0 0,0 0 0 0 0,0-1 1 0 0,0 1-1 0 0,0 0 0 0 0,-1-1 1 0 0,1 1-1 0 0,0-1 0 0 0,-1 1 0 0 0,1-1 1 0 0,0-2-1 0 0,1-7-206 0 0,-1-1 0 0 0,0 1 0 0 0,0-19 0 0 0,-1 28 208 0 0,0 1 30 0 0,8 2-222 0 0,-5 0 83 0 0,0 1 0 0 0,0 0 0 0 0,0 0-1 0 0,0 0 1 0 0,-1 1 0 0 0,4 3-1 0 0,5 3-69 0 0,60 55-2927 0 0,-70-63 2668 0 0,0 0-1 0 0,0 0 1 0 0,0 0-1 0 0,0 1 1 0 0,-1-1-1 0 0,1 0 1 0 0,0 0-1 0 0,0 1 0 0 0,-1-1 1 0 0,1 0-1 0 0,0 4 1 0 0,2 3-6580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2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65 175 2385 0 0,'0'0'18790'0'0,"-6"3"-18144"0"0,6-2-461 0 0,1 0-150 0 0,-1 0-1 0 0,0 0 1 0 0,0 0 0 0 0,0 0-1 0 0,1 0 1 0 0,-1 0 0 0 0,0 1-1 0 0,-1-1 1 0 0,1 2-1 0 0,0 4-155 0 0,4 22 112 0 0,15 52 0 0 0,-8-38 14 0 0,-7-29-1 0 0,1 1-1 0 0,12 23 1 0 0,4 12 10 0 0,-12-32 221 0 0,-7-16 380 0 0,-9-12-279 0 0,-7-13-525 0 0,-7-10 51 0 0,8 14 119 0 0,1 0-1 0 0,1-1 1 0 0,-12-27-1 0 0,4 8 30 0 0,13 25-8 0 0,1 0-1 0 0,0 0 0 0 0,1 0 1 0 0,0 0-1 0 0,1-1 0 0 0,1 1 1 0 0,0-1-1 0 0,1 0 0 0 0,1 1 1 0 0,2-27-1 0 0,-1 36-27 0 0,0-1 0 0 0,0 1 0 0 0,1 0 0 0 0,0-1 0 0 0,0 1 0 0 0,0 0 0 0 0,0 0 0 0 0,4-6 0 0 0,-4 8 2 0 0,1 0 0 0 0,-1 0-1 0 0,0 0 1 0 0,1 0 0 0 0,-1 0 0 0 0,1 1 0 0 0,0-1 0 0 0,0 1-1 0 0,0 0 1 0 0,0-1 0 0 0,1 2 0 0 0,5-4 0 0 0,-5 4-11 0 0,0 0 0 0 0,0 0 1 0 0,0 0-1 0 0,0 0 0 0 0,0 1 0 0 0,0 0 1 0 0,1 0-1 0 0,-1 0 0 0 0,0 0 0 0 0,0 1 1 0 0,0 0-1 0 0,0 0 0 0 0,0 0 0 0 0,1 0 1 0 0,-2 0-1 0 0,1 1 0 0 0,0 0 0 0 0,5 3 1 0 0,0 0-44 0 0,0 2 0 0 0,0 0 0 0 0,0 0 0 0 0,-1 0 1 0 0,12 15-1 0 0,-19-20 44 0 0,0 0 0 0 0,1 0 1 0 0,-1 0-1 0 0,0 0 0 0 0,0 0 1 0 0,-1 1-1 0 0,1-1 0 0 0,0 0 1 0 0,-1 1-1 0 0,0-1 0 0 0,1 3 1 0 0,-1 1-98 0 0,1-1 0 0 0,-1 1 0 0 0,-2 9 0 0 0,1-13 34 0 0,-1 1 0 0 0,1 0 0 0 0,-1-1 0 0 0,0 0 0 0 0,0 1 0 0 0,0-1 1 0 0,0 0-1 0 0,0 0 0 0 0,-1 0 0 0 0,1 0 0 0 0,0-1 0 0 0,-1 1 0 0 0,-3 1 0 0 0,-4 1-486 0 0,0 0 0 0 0,-16 4 0 0 0,-7-3-5769 0 0,20-5-3116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18 3489 0 0,'0'0'17313'0'0,"-2"1"-17181"0"0,-5 6-52 0 0,7-6-68 0 0,0 0-1 0 0,-1 0 1 0 0,1-1 0 0 0,0 1-1 0 0,-1 0 1 0 0,1 0 0 0 0,0 0-1 0 0,0 0 1 0 0,0-1 0 0 0,0 1-1 0 0,0 0 1 0 0,0 0 0 0 0,0 0 0 0 0,0 0-1 0 0,0-1 1 0 0,0 3 0 0 0,1-1 38 0 0,-1 1 52 0 0,1 1 0 0 0,0 0 0 0 0,1 0 0 0 0,-1-1 0 0 0,1 1 0 0 0,-1-1 0 0 0,1 1-1 0 0,0-1 1 0 0,1 1 0 0 0,-1-1 0 0 0,5 5 0 0 0,-3-3-36 0 0,29 34 234 0 0,-29-36-282 0 0,-1 0 0 0 0,0 0 1 0 0,1 0-1 0 0,-1 0 0 0 0,1-1 0 0 0,0 0 0 0 0,0 1 0 0 0,8 2 1 0 0,-11-5 9 0 0,-1 1 0 0 0,1-1 0 0 0,0 0 0 0 0,0 0 1 0 0,0 0-1 0 0,-1 0 0 0 0,1 0 0 0 0,0 0 1 0 0,0 0-1 0 0,-1 0 0 0 0,1 0 0 0 0,0-1 0 0 0,0 1 1 0 0,0 0-1 0 0,-1 0 0 0 0,1-1 0 0 0,0 1 0 0 0,-1 0 1 0 0,1-1-1 0 0,0 1 0 0 0,-1-1 0 0 0,1 1 0 0 0,0-1 1 0 0,-1 1-1 0 0,1-1 0 0 0,-1 1 0 0 0,1-1 1 0 0,-1 0-1 0 0,1 1 0 0 0,0-2 0 0 0,1-1-29 0 0,-1-1-1 0 0,1 0 1 0 0,-1 0-1 0 0,2-6 1 0 0,-1 4 2 0 0,2-7-41 0 0,-1-1 0 0 0,0 1 1 0 0,-1-1-1 0 0,1-20 0 0 0,0 0 183 0 0,-2 34-176 0 0,-1 0 0 0 0,0 0 0 0 0,0 0 0 0 0,1 1 0 0 0,-1-1 0 0 0,0 0 0 0 0,1 0 0 0 0,-1 0-1 0 0,0 0 1 0 0,0 0 0 0 0,0 0 0 0 0,1 0 0 0 0,-1 0 0 0 0,0 1 0 0 0,0-1 0 0 0,1 0 0 0 0,-1 0 0 0 0,0 0 0 0 0,0 0 0 0 0,0 1 0 0 0,1-1 0 0 0,-1 0 0 0 0,0 0 0 0 0,0 1 0 0 0,0-1 0 0 0,21 34-540 0 0,11 15 496 0 0,-19-31-83 0 0,-9-11-787 0 0,1 0 1 0 0,8 8-1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0 0 0,'0'0'16989'0'0,"11"-10"-16129"0"0,32-27-117 0 0,-31 25 115 0 0,-11 13-558 0 0,0-1 142 0 0,12 46 204 0 0,2 0-565 0 0,-1 3 11 0 0,-8-30-43 0 0,5 29 0 0 0,-7-34-30 0 0,-1 1 1 0 0,9 18 0 0 0,-3-6 30 0 0,28 72 87 0 0,-9-36-51 0 0,-28-62-33 0 0,1 1 1 0 0,0 0 0 0 0,-1-1-1 0 0,1 1 1 0 0,0-1 0 0 0,0 1 0 0 0,0-1-1 0 0,0 1 1 0 0,0-1 0 0 0,0 0-1 0 0,0 0 1 0 0,1 1 0 0 0,-1-1-1 0 0,0 0 1 0 0,1 0 0 0 0,-1 0 0 0 0,1 0-1 0 0,-1-1 1 0 0,1 1 0 0 0,0 0-1 0 0,-1-1 1 0 0,1 1 0 0 0,0-1-1 0 0,-1 1 1 0 0,4 0 0 0 0,14 1 179 0 0,-15-2-294 0 0,-1 1 0 0 0,1-1 0 0 0,-1 0-1 0 0,0 1 1 0 0,1-1 0 0 0,6-2 0 0 0,-8 2-111 0 0,1-1 0 0 0,-1 1 0 0 0,0-1-1 0 0,0 0 1 0 0,-1 0 0 0 0,1 0 0 0 0,0 0 0 0 0,0 0 0 0 0,0 0-1 0 0,-1-1 1 0 0,1 1 0 0 0,1-2 0 0 0,9-12-6125 0 0,-7 9 1776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0 6449 0 0,'0'0'12994'0'0,"-2"2"-14494"0"0,-2 3 1321 0 0,0-1 0 0 0,-1 0 0 0 0,1 0 0 0 0,-1 0 0 0 0,0 0 0 0 0,0-1 1 0 0,-1 0-1 0 0,1 0 0 0 0,-10 3 0 0 0,6-3-734 0 0,1 0 0 0 0,-1-1 0 0 0,0-1-1 0 0,0 1 1 0 0,1-1 0 0 0,-12-1 0 0 0,1 0-2834 0 0,8 0-2268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63 6057 0 0,'0'0'16696'0'0,"-9"-11"-16577"0"0,-30-29-49 0 0,29 31-60 0 0,6 7-8 0 0,1 2 8 0 0,-2 0-13 0 0,0 0 0 0 0,0 0 0 0 0,1 0 1 0 0,-1 1-1 0 0,0-1 0 0 0,0 1 0 0 0,1 0 0 0 0,-1 1 1 0 0,1-1-1 0 0,-1 1 0 0 0,-5 3 0 0 0,4-2-5 0 0,-23 16-5 0 0,26-17 7 0 0,1-1-1 0 0,0 1 1 0 0,0 0-1 0 0,0 0 0 0 0,0 0 1 0 0,0 0-1 0 0,0 0 1 0 0,1 0-1 0 0,-2 4 1 0 0,-4 1-15 0 0,7-7 22 0 0,-1 0-1 0 0,1 1 1 0 0,0-1 0 0 0,-1 0-1 0 0,1 0 1 0 0,0 1 0 0 0,-1-1-1 0 0,1 0 1 0 0,0 1 0 0 0,0-1-1 0 0,-1 0 1 0 0,1 1 0 0 0,0-1-1 0 0,0 0 1 0 0,0 1 0 0 0,-1-1-1 0 0,1 0 1 0 0,0 1 0 0 0,0-1-1 0 0,0 1 1 0 0,0-1 0 0 0,0 1-1 0 0,0-1 1 0 0,0 1 0 0 0,-1 10 2 0 0,1-9 38 0 0,0-1 0 0 0,-1 0 0 0 0,1 1-1 0 0,0-1 1 0 0,0 1 0 0 0,0-1-1 0 0,1 0 1 0 0,-1 1 0 0 0,0-1 0 0 0,0 0-1 0 0,1 1 1 0 0,-1-1 0 0 0,1 0-1 0 0,-1 1 1 0 0,1-1 0 0 0,-1 0 0 0 0,1 0-1 0 0,0 1 1 0 0,0-1 0 0 0,0 0-1 0 0,-1 0 1 0 0,2 1 0 0 0,6 4 30 0 0,-1-1 1 0 0,1 1 0 0 0,0-1-1 0 0,0-1 1 0 0,1 1-1 0 0,-1-1 1 0 0,1-1 0 0 0,0 0-1 0 0,11 3 1 0 0,-14-5-55 0 0,-1 0 0 0 0,1 0 0 0 0,-1-1 0 0 0,9 0 0 0 0,-12 0-8 0 0,0 0-1 0 0,0 0 1 0 0,0 0-1 0 0,0 0 0 0 0,0-1 1 0 0,0 1-1 0 0,0-1 1 0 0,0 0-1 0 0,0 0 1 0 0,0 1-1 0 0,0-1 1 0 0,0-1-1 0 0,0 1 0 0 0,2-2 1 0 0,0 0-22 0 0,0-2 1 0 0,0 1-1 0 0,-1 0 1 0 0,1-1-1 0 0,-1 1 0 0 0,0-1 1 0 0,0 0-1 0 0,-1 0 1 0 0,1-1-1 0 0,-1 1 0 0 0,0 0 1 0 0,-1-1-1 0 0,1 1 1 0 0,-1-1-1 0 0,1-9 1 0 0,-2 15-27 0 0,0 0-4 0 0,1 0 1 0 0,-1 0-1 0 0,0 0 0 0 0,0 0 1 0 0,1 0-1 0 0,-1 0 0 0 0,0 0 1 0 0,1 0-1 0 0,-1 1 0 0 0,0-1 1 0 0,1 0-1 0 0,-1 0 0 0 0,0 0 1 0 0,0 0-1 0 0,1 1 1 0 0,-1-1-1 0 0,0 0 0 0 0,0 0 1 0 0,1 0-1 0 0,-1 1 0 0 0,0-1 1 0 0,0 0-1 0 0,0 1 0 0 0,1-1 1 0 0,-1 0-1 0 0,0 0 0 0 0,0 1 1 0 0,0 0-1 0 0,5 11-310 0 0,-3-5 236 0 0,5 7 74 0 0,12 16 1 0 0,5 12-1549 0 0,-21-36 300 0 0,-1-1 0 0 0,0 1 0 0 0,2 7 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0 0 0,'0'0'20824'0'0,"9"-3"-16471"0"0,1 34-5361 0 0,-8-26 1009 0 0,0 0-1 0 0,-1 0 1 0 0,1-1 0 0 0,-1 1-1 0 0,0 9 1 0 0,4 11 20 0 0,20 85 3 0 0,-2-11 18 0 0,-13-63-26 0 0,3 0 1 0 0,26 55-1 0 0,-34-82-18 0 0,0-1-1 0 0,0 1 0 0 0,1-1 1 0 0,0 0-1 0 0,0-1 0 0 0,1 1 1 0 0,0-1-1 0 0,0-1 0 0 0,1 1 1 0 0,-1-1-1 0 0,1 0 0 0 0,12 5 1 0 0,-17-10-203 0 0,0 1 1 0 0,0-1 0 0 0,0-1 0 0 0,1 1-1 0 0,-1 0 1 0 0,0-1 0 0 0,0 0 0 0 0,7 0-1 0 0,-8 0-974 0 0,1 0-1 0 0,-1 0 1 0 0,1 0-1 0 0,-1-1 1 0 0,0 1-1 0 0,1-1 1 0 0,2-1-1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0 2769 0 0,'0'0'12309'0'0,"-21"3"-13875"0"0,-69 9 426 0 0,45-5-1710 0 0,28-4-2492 0 0,9-3 1162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3905 0 0,'0'0'20083'0'0,"0"-2"-19978"0"0,0-5-84 0 0,0 6-67 0 0,0 13-646 0 0,0 0 260 0 0,4 20-1 0 0,-2-26 434 0 0,-1 0 1 0 0,1 0-1 0 0,0 0 0 0 0,1 0 0 0 0,0 0 0 0 0,-1-1 1 0 0,5 6-1 0 0,-1-3-7 0 0,-4-6-29 0 0,0 0 0 0 0,0 0 0 0 0,-1 1-1 0 0,1-1 1 0 0,-1 0 0 0 0,1 1 0 0 0,1 4 0 0 0,-1-3-1187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10034 0 0,'0'0'14458'0'0,"3"-8"-16435"0"0,10-22-51 0 0,-14 60-367 0 0,0-20 902 0 0,1-1 0 0 0,-1 1 0 0 0,0-1 1 0 0,-4 13-1 0 0,1-10-3026 0 0,3-3-1590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43 704 0 0,'0'0'17453'0'0,"9"-7"-17458"0"0,29-21-71 0 0,-37 27 57 0 0,0 0 0 0 0,0 1 0 0 0,0-1 0 0 0,0 0 0 0 0,1 1 0 0 0,-1-1 0 0 0,0 1 0 0 0,0-1 0 0 0,0 1 0 0 0,0 0 0 0 0,1-1 0 0 0,-1 1 0 0 0,0 0 0 0 0,0 0 0 0 0,1 0 0 0 0,-1 0 0 0 0,0 0 0 0 0,2 0 0 0 0,-1 1-9 0 0,-1-1 0 0 0,0 1 0 0 0,0 0 0 0 0,0 0 0 0 0,1-1 0 0 0,-1 1 0 0 0,0 0 0 0 0,0 0 0 0 0,0 0 0 0 0,1 2 0 0 0,3 2-58 0 0,7 7-31 0 0,0 0 1 0 0,-1 1-1 0 0,0 1 1 0 0,-1 0-1 0 0,0 0 0 0 0,8 18 1 0 0,-17-28 90 0 0,1-1 0 0 0,-1 1 0 0 0,0-1 0 0 0,0 1 0 0 0,0 5 0 0 0,2 6-30 0 0,-2-12 70 0 0,-1 0-1 0 0,0 0 1 0 0,1 0 0 0 0,-1 1 0 0 0,0-1 0 0 0,-1 0-1 0 0,1 0 1 0 0,-1 0 0 0 0,1 0 0 0 0,-1 0-1 0 0,0 0 1 0 0,0 0 0 0 0,0 0 0 0 0,0 0 0 0 0,-1-1-1 0 0,-2 5 1 0 0,4-6 12 0 0,-1 0 18 0 0,0 1 1 0 0,0-1-1 0 0,0 0 1 0 0,0 0-1 0 0,0 0 0 0 0,0 0 1 0 0,0-1-1 0 0,0 1 1 0 0,0 0-1 0 0,0 0 1 0 0,0 0-1 0 0,-1-1 0 0 0,1 1 1 0 0,0-1-1 0 0,-1 1 1 0 0,1-1-1 0 0,0 0 1 0 0,-1 1-1 0 0,-1-1 0 0 0,-5 1 265 0 0,0-1 0 0 0,-11 0-1 0 0,9 0-42 0 0,5 0-183 0 0,1-1 0 0 0,-1 0-1 0 0,1 0 1 0 0,-1 0 0 0 0,1 0-1 0 0,0-1 1 0 0,-9-3 0 0 0,4 0 107 0 0,1 0-1 0 0,-14-10 1 0 0,20 14-109 0 0,0-1 0 0 0,0 0 0 0 0,0 1 0 0 0,0-1 0 0 0,0 0 0 0 0,1 0-1 0 0,-1 0 1 0 0,0 0 0 0 0,1 0 0 0 0,0 0 0 0 0,-1 0 0 0 0,1-1 0 0 0,0 1 0 0 0,0-1 0 0 0,0 1-1 0 0,1 0 1 0 0,-1-1 0 0 0,0 0 0 0 0,1 1 0 0 0,0-1 0 0 0,-1 1 0 0 0,2-5 0 0 0,-2 3-46 0 0,1 0 0 0 0,0 0 1 0 0,0 0-1 0 0,1 1 1 0 0,-1-1-1 0 0,1 0 0 0 0,0 0 1 0 0,0 1-1 0 0,0-1 0 0 0,0 0 1 0 0,1 1-1 0 0,-1-1 1 0 0,1 1-1 0 0,4-6 0 0 0,-3 5-217 0 0,-1 0-1 0 0,1 0 0 0 0,1 0 0 0 0,-1 1 0 0 0,1-1 0 0 0,-1 1 1 0 0,1 0-1 0 0,0 0 0 0 0,0 0 0 0 0,8-4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7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61 472 0 0,'0'0'20671'0'0,"-1"-10"-20503"0"0,-3-31-122 0 0,4 32-128 0 0,0 9 80 0 0,0 0 1 0 0,0 0-1 0 0,0 0 1 0 0,0-1-1 0 0,0 1 1 0 0,0 0-1 0 0,1 0 1 0 0,-1 0 0 0 0,0 0-1 0 0,0 0 1 0 0,0 0-1 0 0,0 0 1 0 0,0 0-1 0 0,0 0 1 0 0,0 0-1 0 0,0 0 1 0 0,0 0-1 0 0,0 0 1 0 0,0 0 0 0 0,0 0-1 0 0,1 0 1 0 0,-1 0-1 0 0,0 0 1 0 0,0 0-1 0 0,0 0 1 0 0,0 0-1 0 0,0 0 1 0 0,0 0 0 0 0,0 0-1 0 0,0 0 1 0 0,0 0-1 0 0,0 0 1 0 0,0 0-1 0 0,0 0 1 0 0,1 0-1 0 0,-1 0 1 0 0,0 0-1 0 0,0 1 1 0 0,0-1 0 0 0,0 0-1 0 0,0 0 1 0 0,0 0-1 0 0,0 0 1 0 0,0 0-1 0 0,4 6-94 0 0,6 8 18 0 0,-2 1 0 0 0,0 0 1 0 0,9 22-1 0 0,-5-8 11 0 0,3 16-37 0 0,-14-43 65 0 0,-1-1 90 0 0,0-1 0 0 0,1 1-1 0 0,-1 0 1 0 0,1 0 0 0 0,-1 0 0 0 0,1 0 0 0 0,-1 0-1 0 0,1-1 1 0 0,0 1 0 0 0,-1 0 0 0 0,1 0 0 0 0,1 0-1 0 0,-1-1-30 0 0,0 0-1 0 0,-1 0 0 0 0,1 0 1 0 0,0 0-1 0 0,-1 0 0 0 0,1 0 1 0 0,0-1-1 0 0,-1 1 0 0 0,1 0 1 0 0,-1-1-1 0 0,1 1 0 0 0,0 0 1 0 0,-1-1-1 0 0,1 1 1 0 0,-1-1-1 0 0,1 1 0 0 0,-1 0 1 0 0,1-1-1 0 0,-1 0 0 0 0,1 1 1 0 0,0-1-1 0 0,3-5-70 0 0,-1 1 0 0 0,1 0 0 0 0,-1-1 1 0 0,0 0-1 0 0,0 0 0 0 0,0 0 0 0 0,-1 0 0 0 0,0 0 0 0 0,2-11 0 0 0,5-12-302 0 0,-7 22 281 0 0,1 0 0 0 0,1 0-1 0 0,6-11 1 0 0,-9 17 54 0 0,0 1 0 0 0,-1 0 0 0 0,1-1-1 0 0,0 1 1 0 0,0 0 0 0 0,0 0 0 0 0,0 0 0 0 0,0 0 0 0 0,0 0-1 0 0,0 0 1 0 0,0 0 0 0 0,-1 0 0 0 0,2 0 0 0 0,4 1-352 0 0,-4-1 332 0 0,0 0-1 0 0,0 1 1 0 0,-1-1 0 0 0,1 1-1 0 0,0-1 1 0 0,0 1 0 0 0,0 0 0 0 0,0 0-1 0 0,-1 0 1 0 0,3 2 0 0 0,20 15-166 0 0,-7-5 125 0 0,49 37-217 0 0,-25-18-935 0 0,-39-30 695 0 0,1 1 1 0 0,0-1-1 0 0,-1 1 0 0 0,5 5 1 0 0,2 7-7806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95 129 0 0 0,'0'0'14619'0'0,"-6"-7"-13587"0"0,-2-2-606 0 0,-21-22 2800 0 0,20 16-488 0 0,0 1-1139 0 0,-2-4-399 0 0,-6-3-108 0 0,12 11 341 0 0,5 7-518 0 0,2 5-504 0 0,0 2-406 0 0,0-1 0 0 0,1 0 0 0 0,0 0 0 0 0,-1 0 0 0 0,5 2 0 0 0,1 2 8 0 0,46 48 70 0 0,112 107 294 0 0,-76-70-274 0 0,-61-61-70 0 0,65 70 19 0 0,-34-22-12 0 0,-56-75-33 0 0,8 10 92 0 0,1-1-1 0 0,23 20 1 0 0,-26-31 290 0 0,-10-2-394 0 0,0 0 1 0 0,1 0 0 0 0,-1 0-1 0 0,0 0 1 0 0,0 0 0 0 0,1 0-1 0 0,-1 0 1 0 0,0 0 0 0 0,1 0-1 0 0,-1 0 1 0 0,0 0 0 0 0,1 0 0 0 0,-1 0-1 0 0,0 0 1 0 0,0 0 0 0 0,1 0-1 0 0,-1 0 1 0 0,0-1 0 0 0,0 1-1 0 0,1 0 1 0 0,-1 0 0 0 0,0 0-1 0 0,0 0 1 0 0,1-1 0 0 0,-1 1-1 0 0,0 0 1 0 0,0-8-502 0 0,1 6 227 0 0,-1 1 1 0 0,0-1-1 0 0,0 0 0 0 0,0 0 1 0 0,0 1-1 0 0,0-1 0 0 0,-1 0 0 0 0,1 1 1 0 0,0-1-1 0 0,-1 0 0 0 0,1 1 1 0 0,-1-1-1 0 0,0 0 0 0 0,1 1 1 0 0,-1-1-1 0 0,0 1 0 0 0,0-1 0 0 0,0 1 1 0 0,0 0-1 0 0,-2-2 0 0 0,-20-19-5379 0 0,8 8-1934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98 8458 0 0,'0'0'19573'0'0,"-8"-15"-19203"0"0,-24-48-45 0 0,25 48-178 0 0,3 11 849 0 0,4 6-1075 0 0,-4 16 63 0 0,0-5 11 0 0,-5 22 26 0 0,-14 39-1 0 0,5-21 0 0 0,-5 16-13 0 0,-26 96 56 0 0,42-134-105 0 0,-16 61 82 0 0,18-76-31 0 0,-1 0 0 0 0,0-1-1 0 0,-15 25 1 0 0,18-35 0 0 0,-1 1 1 0 0,0-1-1 0 0,0-1 0 0 0,0 1 1 0 0,-1-1-1 0 0,1 1 0 0 0,-7 3 1 0 0,0-1-137 0 0,0 0 0 0 0,-18 7 1 0 0,17-9-903 0 0,6-5-2150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 9450 0 0,'0'0'14846'0'0,"-22"8"-14683"0"0,-65 28 26 0 0,85-35-174 0 0,0-1-1 0 0,0 1 1 0 0,1 0-1 0 0,-1 1 1 0 0,0-1 0 0 0,0 0-1 0 0,1 0 1 0 0,-1 1 0 0 0,0-1-1 0 0,-2 4 1 0 0,4-4-4 0 0,0-1-1 0 0,0 1 1 0 0,-1-1 0 0 0,1 1 0 0 0,0 0 0 0 0,0-1-1 0 0,0 1 1 0 0,0 0 0 0 0,0-1 0 0 0,0 1 0 0 0,0-1-1 0 0,0 1 1 0 0,0 0 0 0 0,0-1 0 0 0,0 1 0 0 0,0-1-1 0 0,1 2 1 0 0,0 3 91 0 0,-1 0-29 0 0,1-1 0 0 0,0 0 0 0 0,0 1 0 0 0,1-1-1 0 0,-1 0 1 0 0,1 1 0 0 0,0-1 0 0 0,0 0 0 0 0,1 0-1 0 0,-1 0 1 0 0,1-1 0 0 0,-1 1 0 0 0,6 4 0 0 0,2 2 105 0 0,1 0 1 0 0,22 16-1 0 0,-23-19-112 0 0,1 0-1 0 0,0-1 0 0 0,1-1 0 0 0,-1 1 0 0 0,1-2 1 0 0,15 5-1 0 0,-10-5 46 0 0,0-1 0 0 0,1-1 0 0 0,33 1 0 0 0,-48-3-89 0 0,-1 0 1 0 0,1 0 0 0 0,0 0 0 0 0,-1-1 0 0 0,1 1-1 0 0,0-1 1 0 0,-1 0 0 0 0,1 1 0 0 0,-1-1-1 0 0,1 0 1 0 0,-1-1 0 0 0,1 1 0 0 0,-1 0 0 0 0,0-1-1 0 0,0 1 1 0 0,0-1 0 0 0,4-3 0 0 0,-4 2 9 0 0,0 0 1 0 0,0 1 0 0 0,-1-1-1 0 0,1 0 1 0 0,-1 0-1 0 0,0 0 1 0 0,1 0-1 0 0,-1 0 1 0 0,-1 0 0 0 0,1 0-1 0 0,0 0 1 0 0,-1 0-1 0 0,0 0 1 0 0,1-6-1 0 0,-2 3-2 0 0,1-1 1 0 0,-1 0-1 0 0,0 1 0 0 0,-1-1 0 0 0,1 1 0 0 0,-1-1 0 0 0,-1 1 0 0 0,1 0 0 0 0,-1 0 0 0 0,0 0 0 0 0,0 0 0 0 0,-1 1 0 0 0,0-1 0 0 0,-5-5 0 0 0,1 2-13 0 0,-1 0 0 0 0,-1 0-1 0 0,0 0 1 0 0,0 2 0 0 0,0-1 0 0 0,-17-8 0 0 0,21 13-58 0 0,0 0 0 0 0,0 1 0 0 0,0 0 1 0 0,0 0-1 0 0,-1 0 0 0 0,1 1 1 0 0,0 0-1 0 0,-1 0 0 0 0,1 1 1 0 0,-1 0-1 0 0,-6 0 0 0 0,7 1-379 0 0,0 0-1 0 0,0 0 1 0 0,0 0 0 0 0,0 1-1 0 0,0 0 1 0 0,0 0-1 0 0,-6 3 1 0 0,5-1-626 0 0,-15 8-6115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33 6633 0 0,'0'0'20483'0'0,"-13"-4"-20273"0"0,-43-13-46 0 0,46 14-123 0 0,-1 0 0 0 0,1 1 1 0 0,-1 1-1 0 0,0-1 0 0 0,1 2 0 0 0,-22 0 0 0 0,6 1-29 0 0,6 0 79 0 0,-30 5 0 0 0,16-1-2590 0 0,0-2-6360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26 9914 0 0,'0'0'15602'0'0,"-10"-4"-15598"0"0,-32-15-17 0 0,29 17 13 0 0,7 5 5 0 0,1 0 2 0 0,-6 3 30 0 0,0-1 0 0 0,-1-1 0 0 0,1 0 0 0 0,-1 0 1 0 0,0-1-1 0 0,0-1 0 0 0,-24 2 0 0 0,-77-3-2055 0 0,76-4-2772 0 0,0-1-5284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7930 0 0,'0'0'14687'0'0,"-4"6"-14566"0"0,-15 17 29 0 0,18-22-134 0 0,0 0 0 0 0,0 0 0 0 0,1 1 0 0 0,-1-1 0 0 0,1 0 0 0 0,-1 1 1 0 0,1-1-1 0 0,-1 0 0 0 0,1 1 0 0 0,0-1 0 0 0,0 0 0 0 0,0 1 0 0 0,0-1 1 0 0,0 0-1 0 0,0 1 0 0 0,0 2 0 0 0,1 1 55 0 0,-1 3 17 0 0,0 0 0 0 0,0-1 0 0 0,1 1 0 0 0,0-1 0 0 0,0 1 0 0 0,1-1 0 0 0,3 9 0 0 0,19 40 287 0 0,8 23-1439 0 0,-30-75 293 0 0,-1-1 0 0 0,0 1 1 0 0,1-1-1 0 0,0 0 1 0 0,0 0-1 0 0,3 5 0 0 0,-4-6-617 0 0,1-1-1 0 0,-1 1 1 0 0,1-1-1 0 0,0 0 1 0 0,-1 1-1 0 0,1-1 1 0 0,3 1-1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10882 0 0,'0'0'12770'0'0,"-28"0"-12650"0"0,-90 0-51 0 0,110 0-60 0 0,0 0 0 0 0,0 0 0 0 0,0 1 1 0 0,-14 2-1 0 0,11 0-35 0 0,-36 9-1570 0 0,18-2-5626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78 2048 0 0,'0'0'14211'0'0,"-4"-12"-13629"0"0,-13-36-111 0 0,14 39-172 0 0,1 2 11 0 0,3 5 161 0 0,10 2-579 0 0,-8 0 80 0 0,0 1 1 0 0,0-1-1 0 0,-1 1 1 0 0,1 0-1 0 0,0 0 0 0 0,-1-1 1 0 0,1 2-1 0 0,-1-1 1 0 0,0 0-1 0 0,1 0 0 0 0,2 3 1 0 0,26 21-4 0 0,-26-19 13 0 0,22 18 101 0 0,-2 1 1 0 0,38 47-1 0 0,-54-58 24 0 0,1-1-1 0 0,-2 1 1 0 0,0 0-1 0 0,-1 1 1 0 0,0 0 0 0 0,-1 0-1 0 0,-1 1 1 0 0,5 20-1 0 0,-7-22-13 0 0,1 10 149 0 0,0 0 0 0 0,1 32 0 0 0,-5-32-75 0 0,1 5 172 0 0,-7 57 1 0 0,4-77-287 0 0,0 0 0 0 0,0 0 1 0 0,-1 0-1 0 0,0-1 0 0 0,0 1 1 0 0,-1-1-1 0 0,0 1 1 0 0,0-1-1 0 0,-1-1 0 0 0,-8 11 1 0 0,8-13-418 0 0,1 0 0 0 0,-1 0 1 0 0,-1-1-1 0 0,-10 8 1 0 0,-11 2-7710 0 0,14-10-2609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43 4089 0 0,'0'0'17253'0'0,"-8"-7"-16214"0"0,-23-22-154 0 0,23 22 1480 0 0,17 16-2273 0 0,-2-1-98 0 0,38 32 9 0 0,-7-10 65 0 0,1 0 29 0 0,51 30 1 0 0,-42-35-28 0 0,20 13-128 0 0,-51-30-468 0 0,-13-7-2848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12371 0 0,'0'0'13338'0'0,"-18"10"-13223"0"0,-55 29-28 0 0,56-27-45 0 0,13-6 0 0 0,-2 21 120 0 0,-9 48 88 0 0,6-31-1940 0 0,8-42 1194 0 0,1 0-1 0 0,-1 0 1 0 0,1 0-1 0 0,-1 0 0 0 0,0 0 1 0 0,0 0-1 0 0,-1 2 1 0 0,-4 8-9209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37 2993 0 0,'0'0'19205'0'0,"-8"-6"-19086"0"0,-25-18-41 0 0,32 23-70 0 0,-1 0-1 0 0,1 1 0 0 0,-1-1 1 0 0,0 0-1 0 0,1 0 0 0 0,-1 1 1 0 0,0-1-1 0 0,0 1 0 0 0,1 0 1 0 0,-1-1-1 0 0,0 1 0 0 0,0 0 1 0 0,0 0-1 0 0,0 0 0 0 0,1 0 1 0 0,-3 1-1 0 0,-5 0 36 0 0,5-1-32 0 0,0 0-1 0 0,0 0 0 0 0,1 1 0 0 0,-1-1 0 0 0,0 1 0 0 0,1 0 0 0 0,-1 0 0 0 0,-4 3 1 0 0,6-4-9 0 0,1 1 0 0 0,-1 0 0 0 0,0 0 0 0 0,1 1 0 0 0,-1-1 0 0 0,1 0 0 0 0,-1 1 1 0 0,1-1-1 0 0,0 0 0 0 0,-1 1 0 0 0,1 0 0 0 0,0-1 0 0 0,0 1 0 0 0,0 0 0 0 0,0-1 1 0 0,0 1-1 0 0,0 3 0 0 0,0-2 13 0 0,0 0 0 0 0,1 0 1 0 0,-1 0-1 0 0,1 0 0 0 0,0 0 1 0 0,0 0-1 0 0,1 0 0 0 0,-1 0 0 0 0,0 0 1 0 0,1 0-1 0 0,1 5 0 0 0,2 2 64 0 0,0-1-1 0 0,6 11 1 0 0,2 4 11 0 0,27 63 24 0 0,-34-73-109 0 0,-1-1 0 0 0,-1 1 0 0 0,4 28 0 0 0,-2 42 5 0 0,-2-14 9 0 0,-2-65 49 0 0,0 0-1 0 0,0 0 1 0 0,0-1-1 0 0,0 1 1 0 0,1 0-1 0 0,0 0 1 0 0,0-1-1 0 0,1 1 1 0 0,-1-1-1 0 0,1 0 1 0 0,0 0-1 0 0,0 0 1 0 0,0 0-1 0 0,0 0 1 0 0,1 0-1 0 0,0-1 1 0 0,0 0-1 0 0,0 0 1 0 0,0 0-1 0 0,0 0 1 0 0,0-1-1 0 0,1 1 1 0 0,-1-1-1 0 0,1 0 1 0 0,0 0 0 0 0,9 1-1 0 0,-2 0 33 0 0,-1-1 1 0 0,1 0-1 0 0,0-1 0 0 0,0 0 0 0 0,18-2 1 0 0,-29 1-210 0 0,0-1 1 0 0,1 1 0 0 0,-1 0 0 0 0,0-1 0 0 0,1 1 0 0 0,-1-1-1 0 0,0 1 1 0 0,0-1 0 0 0,1 1 0 0 0,-1-1 0 0 0,0 0 0 0 0,0 0 0 0 0,0 1-1 0 0,0-1 1 0 0,0 0 0 0 0,0 0 0 0 0,0 0 0 0 0,0 0 0 0 0,-1-1-1 0 0,1 1 1 0 0,0 0 0 0 0,0 0 0 0 0,-1 0 0 0 0,1 0 0 0 0,-1-1 0 0 0,1 1-1 0 0,-1-2 1 0 0,2-3-2279 0 0,-1 0 0 0 0,-1 0 0 0 0,1 0 0 0 0,-1-10-1 0 0,0 11-490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81 5961 0 0,'0'0'16996'0'0,"1"-13"-16684"0"0,3-41-93 0 0,-2 40-81 0 0,-1 14-145 0 0,1 0-1 0 0,-1 0 0 0 0,1 0 1 0 0,-1 0-1 0 0,0 1 0 0 0,1-1 1 0 0,-1 0-1 0 0,1 1 0 0 0,-1-1 1 0 0,0 1-1 0 0,1-1 0 0 0,-1 1 1 0 0,0 0-1 0 0,1 0 0 0 0,-1-1 1 0 0,0 1-1 0 0,0 0 0 0 0,0 0 1 0 0,0 0-1 0 0,0 0 0 0 0,0 0 1 0 0,2 3-1 0 0,0-1 18 0 0,17 18-39 0 0,-9-10 15 0 0,13 16 1 0 0,-16-16-12 0 0,-2-4 20 0 0,0 1 0 0 0,7 14 0 0 0,-12-20 3 0 0,0 0 1 0 0,0 0-1 0 0,0 1 0 0 0,0-1 0 0 0,0 0 0 0 0,-1 1 1 0 0,1-1-1 0 0,-1 1 0 0 0,0-1 0 0 0,1 1 1 0 0,-1-1-1 0 0,0 1 0 0 0,-1-1 0 0 0,1 1 0 0 0,-1 2 1 0 0,1-4 13 0 0,-1 0 0 0 0,0 0 1 0 0,1 0-1 0 0,-1-1 1 0 0,1 1-1 0 0,-1 0 0 0 0,0-1 1 0 0,0 1-1 0 0,1 0 1 0 0,-1-1-1 0 0,0 1 0 0 0,0-1 1 0 0,0 1-1 0 0,0-1 1 0 0,0 0-1 0 0,0 1 0 0 0,1-1 1 0 0,-1 0-1 0 0,0 0 1 0 0,-2 1-1 0 0,-21 2 502 0 0,23-3-487 0 0,-15 1 207 0 0,-1-1 0 0 0,1-1-1 0 0,-1 0 1 0 0,1-1 0 0 0,0-1 0 0 0,-19-5 0 0 0,26 5-174 0 0,3 2 2 0 0,1 0 1 0 0,0-1-1 0 0,0 0 1 0 0,0 0-1 0 0,0 0 1 0 0,0 0-1 0 0,0-1 1 0 0,0 0-1 0 0,-6-5 1 0 0,10 6-63 0 0,0 1 0 0 0,0-1-1 0 0,0 1 1 0 0,0-1 0 0 0,0 0 0 0 0,0 0 0 0 0,0 0 0 0 0,0 1-1 0 0,1-1 1 0 0,-1 0 0 0 0,1 0 0 0 0,0 0 0 0 0,-1 0 0 0 0,1 0-1 0 0,0 0 1 0 0,0 0 0 0 0,0 0 0 0 0,0 0 0 0 0,1 0 0 0 0,-1 0-1 0 0,0 0 1 0 0,2-3 0 0 0,-1 2-349 0 0,0 0 1 0 0,0 0-1 0 0,1 0 0 0 0,-1 0 0 0 0,1 0 1 0 0,-1 1-1 0 0,1-1 0 0 0,0 0 0 0 0,0 1 1 0 0,0-1-1 0 0,1 1 0 0 0,-1 0 0 0 0,4-3 1 0 0,-2 3-699 0 0,0 0 1 0 0,-1 0 0 0 0,1 0-1 0 0,5 0 1 0 0,8-3-6917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3809 0 0,'0'0'19359'0'0,"7"-5"-19339"0"0,21-19-15 0 0,-27 23-8 0 0,0 1 0 0 0,0-1 1 0 0,0 0-1 0 0,1 0 0 0 0,-1 1 0 0 0,0-1 0 0 0,0 1 0 0 0,1-1 1 0 0,-1 1-1 0 0,0 0 0 0 0,1 0 0 0 0,-1-1 0 0 0,1 1 0 0 0,-1 0 1 0 0,0 0-1 0 0,1 0 0 0 0,-1 0 0 0 0,1 0 0 0 0,-1 1 1 0 0,0-1-1 0 0,1 0 0 0 0,-1 1 0 0 0,0-1 0 0 0,1 1 0 0 0,1 0 1 0 0,-2 0-2 0 0,9 3-13 0 0,0 0 0 0 0,-1 1 0 0 0,0 0 1 0 0,0 1-1 0 0,0 0 0 0 0,0 0 0 0 0,-1 1 1 0 0,0 0-1 0 0,-1 1 0 0 0,11 12 1 0 0,-16-18-2 0 0,-1 1 1 0 0,1 0 0 0 0,-1 0-1 0 0,2 5 1 0 0,1 2-27 0 0,-3-6 28 0 0,1 1 0 0 0,-1 0 0 0 0,-1 0 0 0 0,1 0 0 0 0,-1 0 0 0 0,1-1 0 0 0,-2 1 0 0 0,0 7 0 0 0,1 7-7 0 0,0-8 24 0 0,0-4 0 0 0,0-1 0 0 0,0 1 0 0 0,0-1 1 0 0,-3 10-1 0 0,-2 8 8 0 0,1 0 0 0 0,2 1 0 0 0,0-1-1 0 0,2 0 1 0 0,2 25 0 0 0,-1-41 14 0 0,0 0 1 0 0,1-1-1 0 0,0 1 0 0 0,0-1 1 0 0,1 1-1 0 0,0-1 0 0 0,6 11 0 0 0,-7-15-5 0 0,0 1 14 0 0,2 4 89 0 0,-4-8-119 0 0,1 1-1 0 0,-1-1 0 0 0,0 0 1 0 0,0 0-1 0 0,0 0 1 0 0,0 0-1 0 0,0 0 1 0 0,0 0-1 0 0,0 0 1 0 0,0 1-1 0 0,0-1 0 0 0,0 0 1 0 0,0 0-1 0 0,0 0 1 0 0,0 0-1 0 0,0 0 1 0 0,-1 0-1 0 0,1 1 1 0 0,0-1-1 0 0,0 0 1 0 0,0 0-1 0 0,0 0 0 0 0,0 0 1 0 0,0 0-1 0 0,0 0 1 0 0,0 0-1 0 0,0 0 1 0 0,0 1-1 0 0,0-1 1 0 0,0 0-1 0 0,-1 0 0 0 0,1 0 1 0 0,0 0-1 0 0,0 0 1 0 0,0 0-1 0 0,0 0 1 0 0,0 0-1 0 0,0 0 1 0 0,0 0-1 0 0,-1 0 0 0 0,1 0 1 0 0,0 0-1 0 0,0 0 1 0 0,0 0-1 0 0,0 0 1 0 0,0 0-1 0 0,0 0 1 0 0,-1 0-1 0 0,1 0 1 0 0,0 0-1 0 0,-16 1-623 0 0,-18 3 0 0 0,10-1-407 0 0,-2 1-2364 0 0,4-1-1689 0 0,7-2-1945 0 0,5-1 1677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50 1608 0 0,'0'0'21017'0'0,"-4"-8"-20336"0"0,-10-24-95 0 0,10 22 995 0 0,-11 11-686 0 0,9 1-882 0 0,0 0 0 0 0,0 1-1 0 0,1 0 1 0 0,-1 0 0 0 0,1 1 0 0 0,-8 5-1 0 0,1 1 18 0 0,-17 17 1 0 0,15-10-9 0 0,0 1 0 0 0,0 0 1 0 0,-20 38-1 0 0,30-47-7 0 0,0 1 1 0 0,0 0-1 0 0,1 0 1 0 0,0 1-1 0 0,0-1 0 0 0,-1 14 1 0 0,0 66 100 0 0,4-71-79 0 0,1 1 0 0 0,0-1 0 0 0,2 0-1 0 0,0 0 1 0 0,1-1 0 0 0,1 1 0 0 0,11 28 0 0 0,-1-13 37 0 0,23 37 1 0 0,-22-43-437 0 0,2-2 0 0 0,1 0 0 0 0,40 42 0 0 0,-50-59-260 0 0,25 23-2555 0 0,-11-11-3706 0 0,-9-10-4549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15-809 0 0,1-1 0 0 0,0 1 0 0 0,1-1 0 0 0,0 0 1 0 0,0 0-1 0 0,1 0 0 0 0,6 14 0 0 0,12 35 120 0 0,-14-43-116 0 0,-1 0-1 0 0,6 22 1 0 0,-10-28-23 0 0,-1-1 1 0 0,0 1 0 0 0,-1-1 0 0 0,0 12-1 0 0,0-6-7 0 0,0-13-116 0 0,-1-1 1 0 0,1 0-1 0 0,0 1 0 0 0,0-1 1 0 0,-1 0-1 0 0,1 1 1 0 0,0-1-1 0 0,-1 0 1 0 0,1 0-1 0 0,0 0 0 0 0,0 1 1 0 0,-1-1-1 0 0,1 0 1 0 0,-1 0-1 0 0,1 0 0 0 0,0 0 1 0 0,-1 0-1 0 0,1 1 1 0 0,0-1-1 0 0,-1 0 1 0 0,1 0-1 0 0,-1 0 0 0 0,1 0 1 0 0,0 0-1 0 0,-1 0 1 0 0,0 0-1 0 0,-13-1-5531 0 0,12 1 3747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44 7610 0 0,'0'0'15591'0'0,"-29"-7"-15280"0"0,-91-21-129 0 0,81 20-103 0 0,26 8-22 0 0,4 0-23 0 0,3 0-44 0 0,-1 0 0 0 0,1 1-1 0 0,0-1 1 0 0,0 1 0 0 0,1 0 0 0 0,-1 1 0 0 0,0 0 0 0 0,0-1 0 0 0,-9 6 0 0 0,10-4-738 0 0,0 0 0 0 0,1 0 0 0 0,-8 7 0 0 0,3-3-4296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77 0 0 0,'0'0'18965'0'0,"7"-9"-17754"0"0,24-30-162 0 0,-30 38-947 0 0,0 0 1 0 0,-1 0-1 0 0,1 0 1 0 0,0 0-1 0 0,-1 1 1 0 0,1-1-1 0 0,-1 0 1 0 0,1 0 0 0 0,-1 0-1 0 0,1 0 1 0 0,-1 0-1 0 0,0-1 1 0 0,0 1-1 0 0,1 0 1 0 0,-1 0-1 0 0,0-2 1 0 0,0 3-36 0 0,-1-1 0 0 0,1 1 1 0 0,0-1-1 0 0,0 1 0 0 0,-1-1 0 0 0,1 1 1 0 0,0 0-1 0 0,-1-1 0 0 0,1 1 0 0 0,0 0 1 0 0,-1-1-1 0 0,1 1 0 0 0,0 0 0 0 0,-1-1 1 0 0,1 1-1 0 0,-1 0 0 0 0,1 0 0 0 0,-1-1 1 0 0,-3-1 1139 0 0,-3 2-749 0 0,5 1-456 0 0,1-1 0 0 0,0 1 1 0 0,0-1-1 0 0,0 1 0 0 0,0 0 0 0 0,0-1 1 0 0,0 1-1 0 0,1 0 0 0 0,-1 0 0 0 0,0 0 1 0 0,0 0-1 0 0,0 0 0 0 0,0 2 0 0 0,-11 16 22 0 0,10-14-23 0 0,-15 30 27 0 0,15-31-27 0 0,1 0 1 0 0,-1 0-1 0 0,-1 8 1 0 0,-1 6 13 0 0,-32 105 37 0 0,25-80-56 0 0,6-23 22 0 0,0-1 0 0 0,2 0-1 0 0,-2 28 1 0 0,4-29 9 0 0,1 0 0 0 0,3 21-1 0 0,-1-30 12 0 0,0 0-1 0 0,0 0 1 0 0,0 0-1 0 0,1 0 1 0 0,1 0-1 0 0,5 9 1 0 0,0-2 34 0 0,0-1-1 0 0,2 0 1 0 0,0-1 0 0 0,14 14 0 0 0,54 47 135 0 0,-64-63-184 0 0,-7-5-109 0 0,1 0-1 0 0,0-1 1 0 0,0 0 0 0 0,14 7-1 0 0,-14-9-1712 0 0,0 0 0 0 0,16 3 0 0 0,-14-6-3111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 1440 0 0,'0'0'14159'0'0,"-8"-5"-12960"0"0,-24-14-127 0 0,24 14-69 0 0,2 4 3018 0 0,13 9-4066 0 0,0 0 106 0 0,1 0 1 0 0,0-1-1 0 0,17 11 1 0 0,-18-13-32 0 0,186 122 418 0 0,-167-111-417 0 0,-9-5-62 0 0,0-2 0 0 0,31 14-1 0 0,-33-18-421 0 0,-6-5-2709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7690 0 0,'0'0'16039'0'0,"-22"7"-15791"0"0,-64 23-79 0 0,57-19-73 0 0,22-6-34 0 0,3-1-33 0 0,-1 2 81 0 0,-1-1-1 0 0,1 1 1 0 0,0 0-1 0 0,0 1 1 0 0,1-1-1 0 0,0 1 1 0 0,-4 9-1 0 0,-5 17-1417 0 0,2 2-6124 0 0,8-28 1369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279 116 3129 0 0,'0'0'19122'0'0,"-21"-17"-18794"0"0,-64-52-54 0 0,81 66-242 0 0,1 0-1 0 0,-1 0 1 0 0,0 0-1 0 0,0 0 1 0 0,0 1 0 0 0,-8-3-1 0 0,5 3 25 0 0,0 0 0 0 0,0 1-1 0 0,0-1 1 0 0,0 2-1 0 0,-9-1 1 0 0,12 1-51 0 0,0 0 1 0 0,0 1-1 0 0,0-1 0 0 0,0 1 1 0 0,1 0-1 0 0,-1 0 0 0 0,0 0 0 0 0,0 0 1 0 0,1 0-1 0 0,-1 1 0 0 0,-4 3 1 0 0,3-2 3 0 0,3-2-6 0 0,0 1-1 0 0,0-1 1 0 0,0 1-1 0 0,0-1 1 0 0,0 1-1 0 0,1 0 1 0 0,-4 3-1 0 0,1 1 3 0 0,3-5 5 0 0,1 0-1 0 0,-1 0 1 0 0,0 0-1 0 0,1 0 1 0 0,-1 0-1 0 0,1 0 1 0 0,-1 0-1 0 0,1 0 1 0 0,-1 0-1 0 0,1 0 1 0 0,0 0-1 0 0,0 0 1 0 0,-1 0-1 0 0,1 0 1 0 0,0 0-1 0 0,0 1 1 0 0,0 0-1 0 0,-3 162 38 0 0,3-149-42 0 0,0-1 0 0 0,1 1-1 0 0,1-1 1 0 0,0 1 0 0 0,5 16 0 0 0,-1-9-13 0 0,-4-11 18 0 0,1-1 1 0 0,5 13-1 0 0,8 11 222 0 0,38 61 1 0 0,-54-94-181 0 0,1 0 0 0 0,0 0 1 0 0,0 0-1 0 0,1 0 0 0 0,-1 0 0 0 0,0 0 0 0 0,0 0 0 0 0,0 0 0 0 0,0 0 0 0 0,1-1 0 0 0,-1 1 1 0 0,0-1-1 0 0,1 1 0 0 0,-1-1 0 0 0,1 1 0 0 0,-1-1 0 0 0,1 0 0 0 0,-1 1 0 0 0,0-1 1 0 0,1 0-1 0 0,-1 0 0 0 0,1 0 0 0 0,-1 0 0 0 0,3-1 0 0 0,4 0 87 0 0,-1-1-1 0 0,0 0 1 0 0,11-5-1 0 0,-9 3-170 0 0,1 1 84 0 0,0 1 1 0 0,-1 0 0 0 0,1 0 0 0 0,0 1 0 0 0,17 0 0 0 0,6 1-2365 0 0,-9 0-2582 0 0,-13 2-4736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2961 0 0,'2'-6'17206'0'0,"3"5"-16507"0"0,0 0 0 0 0,0 0-1 0 0,0-1 1 0 0,0 0 0 0 0,7-3 0 0 0,-8 3-231 0 0,8-4 280 0 0,22-8-1 0 0,-26 13-739 0 0,-1-1 1 0 0,0 2-1 0 0,1-1 1 0 0,-1 1-1 0 0,9 1 1 0 0,2-1-1 0 0,11 2 5 0 0,-27-2-12 0 0,0 0 0 0 0,-1 1 0 0 0,1-1 0 0 0,0 1 0 0 0,0-1 0 0 0,0 1 0 0 0,0 0 0 0 0,0 0 0 0 0,-1 0 0 0 0,1 0 0 0 0,0 0 0 0 0,1 2 0 0 0,-3-3-4 0 0,1 1 0 0 0,-1-1 0 0 0,1 1 0 0 0,-1-1 0 0 0,1 1 0 0 0,-1-1 0 0 0,1 1 0 0 0,-1 0 0 0 0,0-1 0 0 0,1 1 0 0 0,-1-1 0 0 0,0 1 0 0 0,0 0 0 0 0,1-1 0 0 0,-1 1 0 0 0,0 0 0 0 0,0 0 0 0 0,0-1 0 0 0,0 1 0 0 0,0 0 0 0 0,0 0 0 0 0,9 24-13 0 0,1 11 34 0 0,-8-30-27 0 0,-1 1 0 0 0,0-1 0 0 0,0 1 0 0 0,-1-1-1 0 0,0 1 1 0 0,0 0 0 0 0,-2 7 0 0 0,1-12 8 0 0,0 1 0 0 0,0-1-1 0 0,0 0 1 0 0,0 0 0 0 0,-1 0 0 0 0,1 0-1 0 0,-1 0 1 0 0,1 0 0 0 0,-4 2 0 0 0,-6 10 1 0 0,-3 3 21 0 0,10-11-10 0 0,3-5-10 0 0,0 0 1 0 0,0 0 0 0 0,1 1 0 0 0,-1-1 0 0 0,0 0-1 0 0,0 1 1 0 0,1-1 0 0 0,-1 0 0 0 0,1 1-1 0 0,-1-1 1 0 0,1 1 0 0 0,0-1 0 0 0,0 0-1 0 0,-1 1 1 0 0,1 1 0 0 0,0-2 19 0 0,0-1 0 0 0,0 0-1 0 0,0 1 1 0 0,0-1 0 0 0,0 1 0 0 0,0-1 0 0 0,0 1-1 0 0,0-1 1 0 0,0 0 0 0 0,0 1 0 0 0,0-1 0 0 0,1 1 0 0 0,-1-1-1 0 0,0 0 1 0 0,0 1 0 0 0,0-1 0 0 0,1 0 0 0 0,-1 1-1 0 0,0-1 1 0 0,0 0 0 0 0,1 1 0 0 0,-1-1 0 0 0,1 1-1 0 0,12 0 490 0 0,-13-1-508 0 0,19-1 171 0 0,25-4 0 0 0,-25 2-143 0 0,28 0-1 0 0,58 3-1024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0,'0'0'11915'0'0,"20"-2"-11821"0"0,60-1-10 0 0,-76 3-74 0 0,-1 0 0 0 0,1 0 0 0 0,-1 0-1 0 0,1 0 1 0 0,-1 1 0 0 0,1-1 0 0 0,-1 1 0 0 0,0 0-1 0 0,7 2 1 0 0,-3 0 30 0 0,-2-1-18 0 0,13 4 100 0 0,15 7 0 0 0,-29-11-13 0 0,0 0-1 0 0,0 1 1 0 0,6 5-1 0 0,-9-8-30 0 0,-1 1-1 0 0,0 0 1 0 0,1-1-1 0 0,-1 1 1 0 0,0 0 0 0 0,0-1-1 0 0,0 1 1 0 0,1 0-1 0 0,-1-1 1 0 0,0 1 0 0 0,0 0-1 0 0,0-1 1 0 0,0 1 0 0 0,-1 1-1 0 0,1-1-69 0 0,0 0 0 0 0,0 0 0 0 0,0 0 0 0 0,0 0 0 0 0,1 0 0 0 0,-1 1-1 0 0,0-1 1 0 0,0 0 0 0 0,0 0 0 0 0,1 0 0 0 0,0 1 0 0 0,32 54 582 0 0,-3-4-284 0 0,-15-27-159 0 0,22 53-1 0 0,-33-66-145 0 0,0 0 0 0 0,1 14 0 0 0,-4-23-4 0 0,1 14 3 0 0,-1 0-1 0 0,0 0 0 0 0,-2 22 0 0 0,0-4 50 0 0,1-33-43 0 0,0 0-1 0 0,0 0 1 0 0,0 0 0 0 0,0-1 0 0 0,1 1-1 0 0,-1 0 1 0 0,1 0 0 0 0,-1 0 0 0 0,1 0-1 0 0,0 0 1 0 0,-1 0 0 0 0,1-1 0 0 0,0 1-1 0 0,0 0 1 0 0,2 2 0 0 0,-2-4-7 0 0,-1 0 1 0 0,0 0-1 0 0,0 0 1 0 0,0 0-1 0 0,1 1 1 0 0,-1-1-1 0 0,0 0 1 0 0,0 0-1 0 0,0 0 1 0 0,1 0-1 0 0,-1 1 1 0 0,0-1-1 0 0,0 0 1 0 0,0 0-1 0 0,0 0 1 0 0,0 1-1 0 0,0-1 1 0 0,0 0 0 0 0,1 0-1 0 0,-1 0 1 0 0,0 1-1 0 0,0-1 1 0 0,0 0-1 0 0,0 0 1 0 0,0 1-1 0 0,0-1 1 0 0,0 0-1 0 0,0 0 1 0 0,0 0-1 0 0,0 1 1 0 0,0-1-1 0 0,0 0 1 0 0,0 0-1 0 0,0 1 1 0 0,-1-1-1 0 0,1 0 1 0 0,0 0-1 0 0,0 0 1 0 0,0 1-1 0 0,0-1 1 0 0,0 0-1 0 0,-8 5-17 0 0,-12-2-354 0 0,-25 0-1 0 0,2-3-8048 0 0,36 0 5649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 2465 0 0,'0'0'15445'0'0,"-3"-3"-14322"0"0,-9-11 2877 0 0,24 19-3995 0 0,94 80 136 0 0,-81-69-94 0 0,0-1 1 0 0,45 20 0 0 0,-18-9-57 0 0,5 2-315 0 0,-50-24 230 0 0,-1-1-677 0 0,-2-2-2978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5441 0 0,'0'0'17384'0'0,"-12"0"-17020"0"0,-38-1-81 0 0,33 3-77 0 0,12 2-92 0 0,4-2-70 0 0,-2 0 7 0 0,1 1-1 0 0,0-1 1 0 0,-1 1 0 0 0,1 0 0 0 0,1 0 0 0 0,-1 0-1 0 0,0 0 1 0 0,1 0 0 0 0,0 0 0 0 0,-2 5 0 0 0,0 4 77 0 0,0 1 1 0 0,2 0 0 0 0,-1-1 0 0 0,1 1 0 0 0,1 15 0 0 0,0-25-118 0 0,0 0-26 0 0,0-1 1 0 0,0 1 0 0 0,0-1 0 0 0,-1 1-1 0 0,1-1 1 0 0,-1 1 0 0 0,0-1-1 0 0,1 0 1 0 0,-1 1 0 0 0,0-1-1 0 0,-1 0 1 0 0,1 0 0 0 0,0 1 0 0 0,-1-1-1 0 0,1 0 1 0 0,-1 0 0 0 0,0-1-1 0 0,-2 4 1 0 0,-11 4-3715 0 0,-2-5-5304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54 8538 0 0,'0'0'15139'0'0,"-18"-8"-15102"0"0,-53-28-14 0 0,48 27-18 0 0,23 9-5 0 0,0 0 0 0 0,-1 0 0 0 0,1 0 1 0 0,0 0-1 0 0,-1 0 0 0 0,1 0 0 0 0,0 0 0 0 0,0 0 1 0 0,-1 0-1 0 0,1 0 0 0 0,0 0 0 0 0,-1 0 0 0 0,1 0 0 0 0,0 0 1 0 0,0 0-1 0 0,-1 0 0 0 0,1 0 0 0 0,0 0 0 0 0,0 0 1 0 0,-1 1-1 0 0,1-1 0 0 0,-4 2 4 0 0,-3 0 3 0 0,1 1 0 0 0,-10 5-1 0 0,1 0 21 0 0,11-6-23 0 0,0 0 0 0 0,0 0 1 0 0,1 1-1 0 0,-1 0 0 0 0,1-1 0 0 0,-5 7 0 0 0,3-4 14 0 0,4-5-16 0 0,1 1-1 0 0,-1-1 1 0 0,1 0-1 0 0,0 1 1 0 0,-1-1-1 0 0,1 1 1 0 0,0-1-1 0 0,-1 1 0 0 0,1-1 1 0 0,0 1-1 0 0,0-1 1 0 0,-1 1-1 0 0,1-1 1 0 0,0 1-1 0 0,0-1 1 0 0,0 1-1 0 0,0-1 1 0 0,0 1-1 0 0,0 0 1 0 0,0-1-1 0 0,0 1 1 0 0,0-1-1 0 0,0 2 1 0 0,0 11 7 0 0,-1-8 0 0 0,1 1-1 0 0,0-1 1 0 0,0 0-1 0 0,1 0 1 0 0,0 0 0 0 0,2 9-1 0 0,29 98 29 0 0,-17-53-10 0 0,-1 9-18 0 0,-2-10 6 0 0,-7-30 15 0 0,0 0 1 0 0,-2 1-1 0 0,-1 49 0 0 0,-1-77 25 0 0,-1-1-1 0 0,0 1 0 0 0,1-1 0 0 0,-1 1 0 0 0,1-1 1 0 0,-1 0-1 0 0,1 1 0 0 0,-1-1 0 0 0,1 0 0 0 0,-1 1 1 0 0,1-1-1 0 0,-1 0 0 0 0,1 0 0 0 0,-1 1 0 0 0,1-1 1 0 0,-1 0-1 0 0,1 0 0 0 0,-1 0 0 0 0,1 0 0 0 0,-1 0 1 0 0,1 0-1 0 0,0 0 0 0 0,-1 0 0 0 0,1 0 0 0 0,0 0 1 0 0,23 0 224 0 0,-19 0-244 0 0,32-6-14 0 0,-30 5-197 0 0,-1 1-1 0 0,0-1 1 0 0,1 0 0 0 0,-1 0 0 0 0,0-1-1 0 0,10-4 1 0 0,0-2-4541 0 0,-2-3-6253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7842 0 0,'0'0'16663'0'0,"-2"-2"-16663"0"0,-5-4 11 0 0,5 8 3 0 0,2 7 8 0 0,4 4 55 0 0,-1 0 0 0 0,2-1 0 0 0,0 1 1 0 0,0-1-1 0 0,1 0 0 0 0,0-1 0 0 0,15 21 0 0 0,-4-13 43 0 0,-13-16-108 0 0,-1 1-1 0 0,0-1 1 0 0,1 1 0 0 0,-1 0 0 0 0,3 5 0 0 0,-5-6-371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6145 0 0,'0'0'15662'0'0,"9"-7"-15666"0"0,30-20-10 0 0,-38 26 13 0 0,0 0 0 0 0,0 1 1 0 0,0-1-1 0 0,0 0 1 0 0,1 1-1 0 0,-1-1 0 0 0,0 1 1 0 0,0 0-1 0 0,1-1 1 0 0,-1 1-1 0 0,0 0 0 0 0,0 0 1 0 0,1 0-1 0 0,-1 0 0 0 0,0 0 1 0 0,1 0-1 0 0,-1 0 1 0 0,0 0-1 0 0,1 1 0 0 0,-1-1 1 0 0,0 0-1 0 0,0 1 1 0 0,0-1-1 0 0,2 2 0 0 0,4 0 1 0 0,96 28 67 0 0,-34-17-20 0 0,-62-13 4 0 0,-7 0-35 0 0,0 0-1 0 0,1 0 0 0 0,-1 0 1 0 0,0 0-1 0 0,1 0 0 0 0,-1 0 1 0 0,1 0-1 0 0,-1 0 0 0 0,0 0 1 0 0,1 0-1 0 0,-1 0 0 0 0,0 0 0 0 0,1 0 1 0 0,-1 0-1 0 0,0 0 0 0 0,1 0 1 0 0,-1 0-1 0 0,0 0 0 0 0,1 0 1 0 0,-1 1-1 0 0,0-1 0 0 0,1 0 1 0 0,-1 0-1 0 0,0 0 0 0 0,1 1 1 0 0,-1-1-1 0 0,0 0 0 0 0,0 1 1 0 0,1 0 686 0 0,-2-1-781 0 0,1 0 66 0 0,-1 0 0 0 0,0 1 0 0 0,1-1-1 0 0,-1 0 1 0 0,1 1 0 0 0,-1-1-1 0 0,1 0 1 0 0,-1 1 0 0 0,1-1 0 0 0,-1 1-1 0 0,1-1 1 0 0,-1 1 0 0 0,1-1 0 0 0,-1 1-1 0 0,1-1 1 0 0,0 1 0 0 0,-1-1 0 0 0,1 2-1 0 0,-7 14-13 0 0,5-13 28 0 0,0 3 6 0 0,1 0 0 0 0,-1 0 1 0 0,1 0-1 0 0,0 0 0 0 0,1 1 1 0 0,0-1-1 0 0,0 11 0 0 0,0-5 4 0 0,0-11-11 0 0,0 7 12 0 0,0 0 0 0 0,0 1 0 0 0,1-1 0 0 0,0 0 0 0 0,0 1 0 0 0,1-1 0 0 0,4 13 0 0 0,51 116 85 0 0,-51-116-98 0 0,1 1 12 0 0,-6-19-9 0 0,0 0 0 0 0,0 0 0 0 0,0 0 1 0 0,0 0-1 0 0,-1 1 0 0 0,0-1 1 0 0,0 6-1 0 0,0-5 2 0 0,1 0 0 0 0,-1 0 0 0 0,0-1 0 0 0,2 7 0 0 0,-1-9-19 0 0,-1 0-1 0 0,0-1 1 0 0,1 1-1 0 0,-1 0 1 0 0,0 0-1 0 0,0-1 1 0 0,0 1 0 0 0,1 0-1 0 0,-1 0 1 0 0,0 0-1 0 0,0-1 1 0 0,0 1-1 0 0,0 0 1 0 0,-1 0-1 0 0,1 0 1 0 0,0-1-1 0 0,0 1 1 0 0,0 0-1 0 0,-1 0 1 0 0,1-1 0 0 0,0 1-1 0 0,-1 0 1 0 0,1-1-1 0 0,-1 1 1 0 0,1 0-1 0 0,0-1 1 0 0,-1 1-1 0 0,0-1 1 0 0,1 1-1 0 0,-1 0 1 0 0,1-1-1 0 0,-1 1 1 0 0,0-1-1 0 0,1 0 1 0 0,-1 1 0 0 0,0-1-1 0 0,1 1 1 0 0,-1-1-1 0 0,0 0 1 0 0,0 0-1 0 0,-1 1 1 0 0,-14 1-1991 0 0,-5 0-2287 0 0,6-1-2368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 2473 0 0,'0'0'16670'0'0,"-2"-6"-15619"0"0,-7-15-119 0 0,9 21-869 0 0,0-1 1 0 0,0 1-1 0 0,0 0 0 0 0,0 0 0 0 0,0-1 1 0 0,0 1-1 0 0,-1 0 0 0 0,1 0 1 0 0,0-1-1 0 0,0 1 0 0 0,0 0 1 0 0,0 0-1 0 0,0-1 0 0 0,0 1 1 0 0,-1 0-1 0 0,1 0 0 0 0,0 0 1 0 0,0-1-1 0 0,0 1 0 0 0,0 0 1 0 0,-1 0-1 0 0,1 0 0 0 0,0 0 1 0 0,0 0-1 0 0,-1-1 0 0 0,1 1 1 0 0,0 0-1 0 0,0 0 0 0 0,-1 0 1 0 0,1 0-1 0 0,0 0 0 0 0,0 0 1 0 0,-1 0-1 0 0,1 0 0 0 0,0 0 1 0 0,0 0-1 0 0,-1 0 0 0 0,1 0 1 0 0,0 0-1 0 0,0 0 0 0 0,-1 0 1 0 0,1 0-1 0 0,0 0 0 0 0,0 0 1 0 0,-1 0-1 0 0,1 0 0 0 0,0 1 1 0 0,0-1-1 0 0,-1 0 0 0 0,1 0 1 0 0,0 0-1 0 0,0 0 0 0 0,0 1 1 0 0,-1-1-1 0 0,1 0 0 0 0,0 0 1 0 0,0 0-1 0 0,0 1 0 0 0,0-1 1 0 0,0 0-1 0 0,-1 0 0 0 0,1 0 1 0 0,0 1-1 0 0,0-1 0 0 0,0 0 1 0 0,0 0-1 0 0,0 1 0 0 0,0-1 0 0 0,0 1 1 0 0,0 1-63 0 0,1 0 0 0 0,-1 1 0 0 0,1-1 1 0 0,0 0-1 0 0,0 1 0 0 0,0-1 0 0 0,0 0 1 0 0,0 0-1 0 0,2 2 0 0 0,4 9 24 0 0,19 35 100 0 0,-7-16-20 0 0,-10-16-68 0 0,-6-11-22 0 0,0 1 0 0 0,5 10 0 0 0,10 18 28 0 0,-15-28-34 0 0,-3-4-7 0 0,1-1-1 0 0,0 1 1 0 0,-1 0 0 0 0,1-1-1 0 0,-1 1 1 0 0,1 0 0 0 0,-1-1-1 0 0,0 4 1 0 0,2 4 93 0 0,-2-8-214 0 0,0-1-1 0 0,0 1 1 0 0,0-1-1 0 0,0 1 1 0 0,0-1-1 0 0,1 1 1 0 0,-1-1-1 0 0,0 1 1 0 0,0-1-1 0 0,0 1 1 0 0,-1-1-1 0 0,1 1 1 0 0,0-1-1 0 0,0 2 1 0 0,-1-2-65 0 0,1 0 0 0 0,0 1 0 0 0,-1-1 0 0 0,1 0 1 0 0,-1 1-1 0 0,1-1 0 0 0,-1 0 0 0 0,1 0 0 0 0,-1 0 0 0 0,1 0 0 0 0,-1 1 0 0 0,1-1 1 0 0,-1 0-1 0 0,1 0 0 0 0,-1 0 0 0 0,0 0 0 0 0,1 0 0 0 0,-1 0 0 0 0,0 0 0 0 0,0-1-552 0 0,-1 1 0 0 0,1 0 0 0 0,0 0 0 0 0,-1-1 0 0 0,1 1 0 0 0,-1-1-1 0 0,1 0 1 0 0,0 1 0 0 0,0-1 0 0 0,-1 0 0 0 0,1 1 0 0 0,0-1 0 0 0,0 0-1 0 0,0 0 1 0 0,-1-1 0 0 0,-2-1-2171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21 11554 0 0,'0'0'11939'0'0,"-28"-3"-11524"0"0,-88-8-80 0 0,52 4 86 0 0,-15 7-452 0 0,61 5-1716 0 0,6 0-2859 0 0,6-3-395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6433 0 0,'0'0'14861'0'0,"3"-3"-14864"0"0,0 0 0 0 0,-3 3 2 0 0,0-1 0 0 0,1 0 1 0 0,-1 1-1 0 0,1-1 0 0 0,-1 1 0 0 0,1-1 1 0 0,-1 1-1 0 0,1-1 0 0 0,-1 1 0 0 0,1-1 1 0 0,0 1-1 0 0,-1-1 0 0 0,1 1 0 0 0,0 0 0 0 0,-1 0 1 0 0,1-1-1 0 0,0 1 0 0 0,-1 0 0 0 0,1 0 1 0 0,0-1-1 0 0,-1 1 0 0 0,1 0 0 0 0,0 0 1 0 0,0 0-1 0 0,-1 0 0 0 0,1 0 0 0 0,0 0 1 0 0,0 0-1 0 0,-1 1 0 0 0,1-1 0 0 0,0 0 0 0 0,-1 0 1 0 0,2 1-1 0 0,74 43 16 0 0,13 8 63 0 0,-47-30-35 0 0,50 24 172 0 0,-84-42-197 0 0,8 3 53 0 0,23 14 0 0 0,-39-21-86 0 0,0 0 1 0 0,0 0-1 0 0,0 0 0 0 0,0 0 1 0 0,-1 0-1 0 0,1 0 1 0 0,0 0-1 0 0,0 0 1 0 0,0 0-1 0 0,0 0 0 0 0,0 0 1 0 0,0 1-1 0 0,-1-1 1 0 0,1 0-1 0 0,0 0 1 0 0,0 0-1 0 0,0 0 0 0 0,0 0 1 0 0,0 0-1 0 0,0 0 1 0 0,0 0-1 0 0,0 0 1 0 0,0 0-1 0 0,-1 0 0 0 0,1 0 1 0 0,0 1-1 0 0,0-1 1 0 0,0 0-1 0 0,0 0 1 0 0,0 0-1 0 0,0 0 0 0 0,0 0 1 0 0,0 0-1 0 0,0 0 1 0 0,0 1-1 0 0,0-1 1 0 0,0 0-1 0 0,0 0 0 0 0,0 0 1 0 0,0 0-1 0 0,0 0 1 0 0,0 0-1 0 0,0 0 1 0 0,0 1-1 0 0,0-1 0 0 0,0 0 1 0 0,0 0-1 0 0,0 0 1 0 0,0 0-1 0 0,0 0 1 0 0,0 0-1 0 0,0 0 0 0 0,0 1 1 0 0,0-1-1 0 0,0 0 1 0 0,0 0-1 0 0,1 0 1 0 0,-1 0-1 0 0,0 0 0 0 0,0 0 1 0 0,0 0-1 0 0,0 0 1 0 0,0 0-1 0 0,0 0 1 0 0,0 1-1 0 0,1-1 0 0 0,-10 1-1937 0 0,-12-5-5469 0 0,14 3 3753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6433 0 0,'0'0'17365'0'0,"-19"5"-17051"0"0,-57 14-82 0 0,73-18-217 0 0,1 0 1 0 0,-1-1 0 0 0,1 1-1 0 0,-1 0 1 0 0,1 0 0 0 0,-1 1-1 0 0,1-1 1 0 0,0 0-1 0 0,-3 3 1 0 0,5-4-11 0 0,-5 4 47 0 0,1 1-1 0 0,0 0 1 0 0,0 0-1 0 0,0 0 1 0 0,1 0-1 0 0,-1 1 1 0 0,1 0-1 0 0,1-1 1 0 0,-3 8-1 0 0,-1 3 51 0 0,1 0 1 0 0,-3 20-1 0 0,-5 6 120 0 0,13-41-560 0 0,-1 1 0 0 0,1 0 0 0 0,-1-1 0 0 0,0 1 0 0 0,0-1 0 0 0,0 1 0 0 0,0-1 0 0 0,0 0 0 0 0,0 1 0 0 0,0-1-1 0 0,0 0 1 0 0,0 0 0 0 0,-1 0 0 0 0,1 0 0 0 0,0 0 0 0 0,-1 0 0 0 0,-2 2 0 0 0,1-2-775 0 0,0 0 1 0 0,0 0-1 0 0,0 0 1 0 0,0 0-1 0 0,0 0 1 0 0,-1-1-1 0 0,1 0 1 0 0,-5 1-1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51 2873 0 0,'0'0'18896'0'0,"-9"-8"-18730"0"0,-27-26-71 0 0,36 33-92 0 0,-1 0 0 0 0,1 1-1 0 0,-1-1 1 0 0,1 0 0 0 0,-1 1-1 0 0,0-1 1 0 0,1 1 0 0 0,-1-1 0 0 0,0 1-1 0 0,0-1 1 0 0,1 1 0 0 0,-1 0 0 0 0,0-1-1 0 0,0 1 1 0 0,1 0 0 0 0,-1 0 0 0 0,0-1-1 0 0,-1 1 1 0 0,-8 0 12 0 0,-1 1-1 0 0,1 0 0 0 0,0 1 1 0 0,0 0-1 0 0,0 0 1 0 0,-15 6-1 0 0,13-3 10 0 0,0-1-1 0 0,0 2 0 0 0,-17 9 1 0 0,29-14-22 0 0,0-1 0 0 0,0 1 0 0 0,-1-1 0 0 0,1 1 0 0 0,0-1 0 0 0,0 0 0 0 0,0 1 0 0 0,0-1 0 0 0,0 1 0 0 0,0-1 0 0 0,0 1 0 0 0,0-1 0 0 0,0 1 0 0 0,0-1 0 0 0,0 1 0 0 0,0-1 0 0 0,0 1 0 0 0,0 0-8 0 0,0 4-9 0 0,0 2 11 0 0,0 0 1 0 0,1-1 0 0 0,-1 1 0 0 0,4 11-1 0 0,-1-2 8 0 0,4 33-1 0 0,-5-31 6 0 0,5 23-1 0 0,-4-28-11 0 0,7 21 30 0 0,17 51-23 0 0,-13-33 27 0 0,-1-3 5 0 0,-12-43-29 0 0,0 0 0 0 0,0 0 1 0 0,0 6-1 0 0,2 12-13 0 0,1-14 17 0 0,-3-8-7 0 0,-1 0 0 0 0,1-1 0 0 0,-1 1 0 0 0,1 0 0 0 0,-1 0 0 0 0,0-1 0 0 0,1 3-1 0 0,-1-3 26 0 0,0-1 0 0 0,0 1 0 0 0,0 0 0 0 0,0-1 0 0 0,0 1 0 0 0,0-1 0 0 0,0 1 0 0 0,0-1 0 0 0,1 1 0 0 0,-1-1 0 0 0,0 1 0 0 0,0-1 0 0 0,1 1 0 0 0,-1-1 0 0 0,0 1 0 0 0,0-1 0 0 0,1 1-1 0 0,-1-1 1 0 0,1 0 0 0 0,-1 1 0 0 0,0-1 0 0 0,1 0 0 0 0,-1 1 0 0 0,1-1 0 0 0,-1 0 0 0 0,1 0 0 0 0,-1 1 0 0 0,1-1 0 0 0,-1 0 0 0 0,1 0 0 0 0,-1 0 0 0 0,1 1 0 0 0,-1-1 0 0 0,1 0 0 0 0,-1 0-1 0 0,1 0 1 0 0,0 0 0 0 0,-1 0 0 0 0,1 0 0 0 0,-1 0 0 0 0,1 0 0 0 0,-1-1 0 0 0,2 1 0 0 0,3-1 86 0 0,0 0 1 0 0,0 0-1 0 0,8-4 0 0 0,-6 2-151 0 0,15-3-140 0 0,2 0 0 0 0,26-2-1 0 0,-42 6-877 0 0,0 1-1 0 0,11-5 1 0 0,0 0-4848 0 0,-12 3 459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4473 0 0,'0'0'18323'0'0,"3"-7"-18233"0"0,10-18-39 0 0,-12 24-50 0 0,-1 0 1 0 0,1 1-1 0 0,-1-1 0 0 0,1 1 1 0 0,-1-1-1 0 0,1 1 0 0 0,-1-1 1 0 0,1 1-1 0 0,-1 0 0 0 0,1-1 1 0 0,0 1-1 0 0,-1 0 0 0 0,1-1 1 0 0,0 1-1 0 0,-1 0 1 0 0,1 0-1 0 0,0 0 0 0 0,-1-1 1 0 0,1 1-1 0 0,0 0 0 0 0,0 0 1 0 0,-1 0-1 0 0,1 0 0 0 0,0 0 1 0 0,-1 0-1 0 0,1 1 0 0 0,1-1 1 0 0,2 0 4 0 0,119 7 97 0 0,-104-5-90 0 0,30 2-18 0 0,-49-4-7 0 0,0 0 1 0 0,0 1 0 0 0,-1-1 0 0 0,1 0-1 0 0,0 0 1 0 0,0 0 0 0 0,0 1 0 0 0,0-1-1 0 0,0 0 1 0 0,0 0 0 0 0,0 0 0 0 0,-1 1-1 0 0,1-1 1 0 0,0 0 0 0 0,0 0 0 0 0,0 0-1 0 0,0 0 1 0 0,-1 0 0 0 0,1 0-1 0 0,0 1 1 0 0,0-1 0 0 0,0 0 0 0 0,-1 0-1 0 0,1 0 1 0 0,-3 2-4 0 0,0 0 0 0 0,0 1 0 0 0,0-1 0 0 0,0 1 0 0 0,0-1 0 0 0,-3 7 0 0 0,0-3 12 0 0,5-4 6 0 0,-1 0 0 0 0,0 0 0 0 0,1-1 0 0 0,0 1 0 0 0,-1 0 0 0 0,1 1 0 0 0,0-1 1 0 0,0 0-1 0 0,0 0 0 0 0,0 0 0 0 0,1 1 0 0 0,-1-1 0 0 0,0 0 0 0 0,1 1 0 0 0,0-1 0 0 0,0 0 0 0 0,-1 1 0 0 0,1-1 0 0 0,1 1 0 0 0,-1-1 0 0 0,0 0 0 0 0,1 1 0 0 0,-1-1 0 0 0,1 1 0 0 0,-1-1 0 0 0,1 0 0 0 0,0 0 0 0 0,0 0 0 0 0,0 1 0 0 0,1-1 1 0 0,-1 0-1 0 0,0 0 0 0 0,1 0 0 0 0,-1-1 0 0 0,1 1 0 0 0,0 0 0 0 0,-1-1 0 0 0,4 3 0 0 0,2 1 12 0 0,1 0-1 0 0,16 7 1 0 0,5 2 12 0 0,-29-13-32 0 0,1-1 1 0 0,-1 0 0 0 0,0 0 0 0 0,0 0 0 0 0,1 1 0 0 0,-1-1 0 0 0,0 0 0 0 0,1 0 0 0 0,-1 1 0 0 0,0-1 0 0 0,0 0 0 0 0,0 0 0 0 0,1 1 0 0 0,-1-1-1 0 0,0 0 1 0 0,0 1 0 0 0,0-1 0 0 0,0 0 0 0 0,1 1 0 0 0,-1-1 0 0 0,0 0 0 0 0,0 1 0 0 0,0-1 0 0 0,0 0 0 0 0,0 1 0 0 0,0-1 0 0 0,0 0 0 0 0,0 1-1 0 0,0-1 1 0 0,0 1 0 0 0,0-1 0 0 0,0 0 0 0 0,-1 1 0 0 0,1-1 0 0 0,0 0 0 0 0,0 1 0 0 0,0-1 0 0 0,0 0 0 0 0,-1 1 0 0 0,1-1 0 0 0,0 0 0 0 0,0 0-1 0 0,0 1 1 0 0,-1-1 0 0 0,1 0 0 0 0,0 0 0 0 0,-1 1 0 0 0,1-1 0 0 0,-16 11 21 0 0,-3-2 86 0 0,0-1 1 0 0,0-1-1 0 0,-1-1 1 0 0,-37 8-1 0 0,1 1-3014 0 0,48-14 686 0 0,0 1-777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80 0 0,'0'0'14664'0'0,"13"-8"-13842"0"0,42-23-85 0 0,-34 20-109 0 0,-13 9 24 0 0,0 1-192 0 0,1 0-87 0 0,1 0 0 0 0,-1 1 0 0 0,19 1 0 0 0,-26-1-372 0 0,-1 1 0 0 0,1-1 0 0 0,0 1 0 0 0,0 0 0 0 0,-1-1 0 0 0,1 1 0 0 0,0 0 0 0 0,-1 0 0 0 0,1 0 0 0 0,-1 0 0 0 0,1 0 0 0 0,-1 0 0 0 0,0 1 0 0 0,1-1 0 0 0,-1 0 0 0 0,0 1 0 0 0,0-1 0 0 0,0 1 0 0 0,0-1 1 0 0,1 4-1 0 0,2 3-41 0 0,-1 0 1 0 0,5 17 0 0 0,-5-15 59 0 0,11 49-48 0 0,-1-6 29 0 0,3 6 32 0 0,-12-41-29 0 0,1 0 0 0 0,0 0 0 0 0,1 0 0 0 0,14 26 0 0 0,-15-35 3 0 0,-1 1 0 0 0,5 12 0 0 0,13 31 27 0 0,-12-32 13 0 0,5 2 49 0 0,1 3-8 0 0,-14-21-69 0 0,0 0 0 0 0,1-1 1 0 0,-1 1-1 0 0,5 5 0 0 0,-5-8-14 0 0,2 4 23 0 0,-4-6-1 0 0,0 1 0 0 0,0 0 1 0 0,0-1-1 0 0,0 1 0 0 0,1-1 0 0 0,-1 1 0 0 0,0-1 0 0 0,0 1 0 0 0,0-1 0 0 0,0 1 1 0 0,-1 0-1 0 0,1-1 0 0 0,0 1 0 0 0,0-1 0 0 0,0 1 0 0 0,0-1 0 0 0,-1 1 0 0 0,1-1 0 0 0,0 1 1 0 0,0-1-1 0 0,-1 1 0 0 0,1-1 0 0 0,0 1 0 0 0,-1 0 0 0 0,0 0 34 0 0,-1 0 0 0 0,1 0 0 0 0,-1 0 0 0 0,1 0 0 0 0,-1 0-1 0 0,1-1 1 0 0,-1 1 0 0 0,-2 1 0 0 0,-4 0 154 0 0,-1 0-1 0 0,-13 2 1 0 0,17-3-174 0 0,-22 2 176 0 0,-29-1-1 0 0,-12 1-2506 0 0,44-1-452 0 0,9-1-2318 0 0,3-1-5324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3089 0 0,'0'0'12649'0'0,"-1"-2"-12449"0"0,-2-8-49 0 0,2 8 272 0 0,3 2-270 0 0,1-1 29 0 0,1 1 1 0 0,0 1-1 0 0,-1-1 0 0 0,1 0 0 0 0,0 1 0 0 0,-1 0 0 0 0,1-1 0 0 0,-1 1 0 0 0,6 3 1 0 0,3 2-21 0 0,-1 1 0 0 0,1 1 0 0 0,12 10 0 0 0,-3-2-20 0 0,-1-1 6 0 0,-2 1-1 0 0,21 22 1 0 0,30 40 252 0 0,-67-76-386 0 0,16 21 134 0 0,-1 2-1 0 0,0 0 1 0 0,-2 0 0 0 0,-1 2 0 0 0,-1 0 0 0 0,-2 0 0 0 0,10 33 0 0 0,-15-36-10 0 0,-1-1 1 0 0,0 1 0 0 0,-2 0 0 0 0,-1 0 0 0 0,-2 46 0 0 0,-1-65-85 0 0,1 0 1 0 0,-1 0-1 0 0,0 0 1 0 0,-1 0-1 0 0,1 0 1 0 0,-1 0-1 0 0,0-1 0 0 0,-4 8 1 0 0,-2 0 231 0 0,-16 21 0 0 0,21-30-211 0 0,-1 1 0 0 0,0-1 0 0 0,0 0 0 0 0,0 0 0 0 0,0 0 0 0 0,0 0 1 0 0,-5 2-1 0 0,-1-1-385 0 0,0 0-1 0 0,-14 4 1 0 0,3-4-3215 0 0,7-2-3593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3881 0 0,'0'0'16826'0'0,"-1"-3"-15963"0"0,1 2-347 0 0,-1-11 4912 0 0,21 26-5089 0 0,-6-6-250 0 0,16 15 78 0 0,-1 1 0 0 0,36 39 1 0 0,42 65 154 0 0,-4-7-4 0 0,27 34-43 0 0,-117-140-242 0 0,61 69 136 0 0,-17-15-14 0 0,-49-61-175 0 0,-8-8 19 0 0,0 0 0 0 0,0 0-1 0 0,0-1 1 0 0,0 1 0 0 0,1 0 0 0 0,-1 0-1 0 0,0 0 1 0 0,0 0 0 0 0,0 0 0 0 0,0 0 0 0 0,0 0-1 0 0,0 0 1 0 0,0 0 0 0 0,0 0 0 0 0,0 0-1 0 0,0 0 1 0 0,0 0 0 0 0,0 0 0 0 0,0 0 0 0 0,0-1-1 0 0,0 1 1 0 0,0 0 0 0 0,0 0 0 0 0,0 0-1 0 0,1 0 1 0 0,-1 0 0 0 0,0 0 0 0 0,0 0 0 0 0,0 0-1 0 0,0 0 1 0 0,0-1 0 0 0,0 1 0 0 0,0 0-1 0 0,0 0 1 0 0,-1 0 0 0 0,1 0 0 0 0,0 0 0 0 0,0 0-1 0 0,0 0 1 0 0,0 0 0 0 0,0 0 0 0 0,0 0-1 0 0,0-1 1 0 0,0 1 0 0 0,0 0 0 0 0,0 0 0 0 0,0 0-1 0 0,-8-20-228 0 0,6 14 91 0 0,-3-5-484 0 0,0 0 0 0 0,0 1 0 0 0,-1 0 0 0 0,-10-13 0 0 0,-31-35-5793 0 0,28 36 2272 0 0,3 6-1942 0 0,4 4-3421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42 9170 0 0,'0'0'19524'0'0,"-4"-7"-19205"0"0,-12-21-56 0 0,12 22 330 0 0,4 20-541 0 0,0-7-54 0 0,-1-1 1 0 0,0 0-1 0 0,-4 11 0 0 0,1-2 14 0 0,3-10 4 0 0,-1 0 0 0 0,-4 9-1 0 0,-2 3-3 0 0,1 2 13 0 0,-2-1 1 0 0,0 0-1 0 0,-1 0 0 0 0,-19 24 1 0 0,-45 68 327 0 0,42-60-239 0 0,2 1 0 0 0,-30 71 0 0 0,57-115-76 0 0,0 0 1 0 0,-1-1-1 0 0,1 0 1 0 0,-2 0-1 0 0,-7 9 1 0 0,10-12-426 0 0,-1-1 0 0 0,1 1 0 0 0,-1-1 0 0 0,0 0 1 0 0,-5 3-1 0 0,5-4-625 0 0,1 0-1 0 0,0 0 1 0 0,-1 0 0 0 0,1 0 0 0 0,-1-1 0 0 0,1 1-1 0 0,-1-1 1 0 0,-4 1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0,'0'0'15525'0'0,"-1"1"-15443"0"0,0 3-61 0 0,0 0 1 0 0,1-1-1 0 0,-1 1 0 0 0,1 0 0 0 0,0 0 1 0 0,-1 0-1 0 0,2 0 0 0 0,-1 0 0 0 0,0 0 1 0 0,1-1-1 0 0,2 8 0 0 0,0-1 44 0 0,0 0-1 0 0,1 0 1 0 0,7 13 0 0 0,12 18 54 0 0,31 62 11 0 0,-46-86-189 0 0,-6-15-47 0 0,-1 1-1 0 0,1-1 1 0 0,-1 1 0 0 0,0-1-1 0 0,0 1 1 0 0,0 0 0 0 0,0-1-1 0 0,0 1 1 0 0,-1 0 0 0 0,1 0-1 0 0,-1-1 1 0 0,1 1 0 0 0,-1 0-1 0 0,0 0 1 0 0,-1 5 0 0 0,1-8-99 0 0,0 0 1 0 0,0 0 0 0 0,-1 1-1 0 0,1-1 1 0 0,0 0 0 0 0,0 0-1 0 0,-1 1-408 0 0,1-1 409 0 0,0 0-1 0 0,0 0 1 0 0,-1 0 0 0 0,1 1-1 0 0,0-1 1 0 0,0 0 0 0 0,-1 0-1 0 0,1 0 1 0 0,0 0-1 0 0,-1 0 1 0 0,1 0 0 0 0,0 0-1 0 0,0 0 1 0 0,-1 0 0 0 0,1 0-1 0 0,0 0 1 0 0,-1 0 0 0 0,1 0-1 0 0,0 0 1 0 0,-1 0 0 0 0,1 0-1 0 0,0 0 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 3929 0 0,'0'0'21859'0'0,"-2"1"-21245"0"0,-4-1-365 0 0,0 1 1 0 0,-1-1-1 0 0,1 0 1 0 0,0 0-1 0 0,-9-2 1 0 0,-14 0 246 0 0,10 2-256 0 0,8 0-193 0 0,0-1 0 0 0,-1 2 1 0 0,1 0-1 0 0,0 0 0 0 0,0 1 1 0 0,-13 3-1 0 0,-6 3-99 0 0,1-1-1714 0 0,28-6 1149 0 0,-1-1-1 0 0,1 0 0 0 0,-1 1 0 0 0,0-1 0 0 0,1 0 1 0 0,-1 0-1 0 0,-3 0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46 11955 0 0,'0'0'15111'0'0,"-28"-7"-14899"0"0,-88-23-59 0 0,83 22-74 0 0,25 8-21 0 0,1 0-27 0 0,-7 2-108 0 0,-1-1-1 0 0,0 2 1 0 0,1 0 0 0 0,0 1-1 0 0,0 0 1 0 0,-16 7 0 0 0,0 0-4127 0 0,0-2-4680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5665 0 0,'0'0'21289'0'0,"0"-8"-20825"0"0,0-25-116 0 0,0 25 555 0 0,-8 11-947 0 0,2 7 63 0 0,0 0 1 0 0,-12 13-1 0 0,1 1 28 0 0,3-5-23 0 0,7-11-5 0 0,1 1 0 0 0,1-1 1 0 0,-1 1-1 0 0,1 0 1 0 0,-4 11-1 0 0,2 4 23 0 0,0 0-1 0 0,1 1 0 0 0,2-1 1 0 0,0 1-1 0 0,0 31 0 0 0,3-29 12 0 0,2 0-1 0 0,0 1 0 0 0,2-1 0 0 0,10 48 1 0 0,-3-39 14 0 0,2-1 0 0 0,23 48 0 0 0,-29-69-41 0 0,2-1 0 0 0,0 1 0 0 0,0-2 0 0 0,2 1 0 0 0,-1-1 0 0 0,1-1 1 0 0,1 0-1 0 0,19 16 0 0 0,-23-22 0 0 0,-1-1-1 0 0,2 0 1 0 0,-1 0 0 0 0,0 0 0 0 0,1-1-1 0 0,-1 0 1 0 0,1-1 0 0 0,14 3 0 0 0,-2-2-1274 0 0,0-1 1 0 0,27-1 0 0 0,-33-3-3001 0 0,-2-2-4878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0,'0'0'14273'0'0,"7"7"-14157"0"0,2 2-70 0 0,-3-2-3 0 0,0 0 1 0 0,1-1-1 0 0,0 0 1 0 0,11 7-1 0 0,50 31 349 0 0,97 46 0 0 0,-145-80-459 0 0,-1 0-824 0 0,32 12 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10114 0 0,'0'0'15531'0'0,"-12"6"-15309"0"0,-37 20-67 0 0,45-24-137 0 0,0 0 1 0 0,1 0 0 0 0,-1 0 0 0 0,1 1 0 0 0,0-1 0 0 0,0 1 0 0 0,0 0 0 0 0,0 0 0 0 0,0 0 0 0 0,1 0 0 0 0,-1 1 0 0 0,1-1 0 0 0,0 1 0 0 0,-3 4 0 0 0,-2 6 11 0 0,-13 22 58 0 0,-1 4-1537 0 0,18-35-714 0 0,-1 0 0 0 0,-8 9-1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64 3049 0 0,'0'0'16557'0'0,"-6"-10"-16052"0"0,-2-3-349 0 0,-15-27 771 0 0,23 40-916 0 0,0 0 1 0 0,0 0-1 0 0,0 1 0 0 0,0-1 1 0 0,0 0-1 0 0,0 0 0 0 0,0 1 1 0 0,0-1-1 0 0,0 0 0 0 0,0 0 1 0 0,-1 0-1 0 0,1 1 0 0 0,0-1 1 0 0,0 0-1 0 0,0 0 0 0 0,0 0 1 0 0,-1 1-1 0 0,1-1 0 0 0,0 0 1 0 0,0 0-1 0 0,0 0 0 0 0,-1 0 1 0 0,1 0-1 0 0,0 0 0 0 0,0 0 1 0 0,-1 1-1 0 0,1-1 0 0 0,0 0 1 0 0,0 0-1 0 0,-1 0 0 0 0,1 0 1 0 0,0 0-1 0 0,0 0 0 0 0,-1 0 1 0 0,1 0-1 0 0,0 0 0 0 0,0 0 1 0 0,-1 0-1 0 0,-15 1 497 0 0,12-1-387 0 0,-49 0 756 0 0,26 0-634 0 0,27 0-242 0 0,0 0-1 0 0,0 0 1 0 0,0 0-1 0 0,-1 0 1 0 0,1 0 0 0 0,0 0-1 0 0,0 0 1 0 0,0 0-1 0 0,-1 1 1 0 0,1-1 0 0 0,0 0-1 0 0,0 0 1 0 0,0 0 0 0 0,0 0-1 0 0,-1 0 1 0 0,1 0-1 0 0,0 1 1 0 0,0-1 0 0 0,0 0-1 0 0,0 0 1 0 0,0 0-1 0 0,-1 0 1 0 0,1 1 0 0 0,0-1-1 0 0,0 0 1 0 0,0 0-1 0 0,0 0 1 0 0,0 0 0 0 0,0 1-1 0 0,0-1 1 0 0,0 10 12 0 0,0-8-1 0 0,0 1 0 0 0,1-1-1 0 0,-1 0 1 0 0,1 1 0 0 0,2 3 0 0 0,10 16 65 0 0,0 1 0 0 0,-1 0 1 0 0,15 44-1 0 0,-23-56-77 0 0,-1-1 0 0 0,-1 0-1 0 0,3 18 1 0 0,2 96-30 0 0,-8-88 46 0 0,0-11 7 0 0,3 30 0 0 0,0-45 21 0 0,-1 0 1 0 0,1 0 0 0 0,1 0 0 0 0,0 0-1 0 0,0 0 1 0 0,6 10 0 0 0,-6-13 36 0 0,1-1 0 0 0,0 1 0 0 0,1-1 0 0 0,-1 0 0 0 0,1-1 0 0 0,0 1 1 0 0,0-1-1 0 0,1 0 0 0 0,6 5 0 0 0,-8-7-42 0 0,1 0 0 0 0,-1 0 0 0 0,1-1 0 0 0,-1 1 0 0 0,1-1 0 0 0,0-1 0 0 0,0 1 0 0 0,0-1-1 0 0,0 1 1 0 0,0-1 0 0 0,1-1 0 0 0,-1 1 0 0 0,0-1 0 0 0,9 0 0 0 0,-13 0-172 0 0,0 0 1 0 0,0-1-1 0 0,-1 1 0 0 0,1 0 1 0 0,0-1-1 0 0,0 1 0 0 0,-1 0 1 0 0,1-1-1 0 0,0 1 0 0 0,-1-1 1 0 0,1 1-1 0 0,-1-1 0 0 0,1 1 1 0 0,-1-1-1 0 0,1 1 0 0 0,-1-1 1 0 0,1 1-1 0 0,-1-1 0 0 0,1 0 1 0 0,-1 1-1 0 0,0-1 0 0 0,1 0 1 0 0,-1 0-1 0 0,0 1 0 0 0,1-2 1 0 0,1-9-3983 0 0,-2 1-3696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75 7690 0 0,'0'0'15728'0'0,"7"-12"-15670"0"0,24-38-54 0 0,-23 39-16 0 0,-3 9-6 0 0,-3 2 5 0 0,0 1 0 0 0,0-1 0 0 0,0 1-1 0 0,0 0 1 0 0,0-1 0 0 0,0 1-1 0 0,0 0 1 0 0,0 0 0 0 0,0 1 0 0 0,0-1-1 0 0,-1 0 1 0 0,4 3 0 0 0,19 19-56 0 0,-24-23 69 0 0,12 13-17 0 0,-1 1 1 0 0,0 0-1 0 0,-1 1 1 0 0,14 27-1 0 0,-11-6-48 0 0,-12-35 67 0 0,-1 0 1 0 0,1 1-1 0 0,-1-1 0 0 0,0 1 1 0 0,1-1-1 0 0,-1 0 0 0 0,0 1 1 0 0,0-1-1 0 0,0 1 0 0 0,0-1 1 0 0,0 1-1 0 0,0-1 0 0 0,0 0 1 0 0,-1 1-1 0 0,1-1 0 0 0,0 1 1 0 0,-1-1-1 0 0,1 0 0 0 0,-1 1 1 0 0,0-1-1 0 0,1 0 0 0 0,-1 0 1 0 0,0 1-1 0 0,0-1 0 0 0,0 0 1 0 0,-1 1-1 0 0,0 0 48 0 0,0 0 0 0 0,-1-1-1 0 0,1 0 1 0 0,-1 1 0 0 0,1-1 0 0 0,-1 0 0 0 0,1 0-1 0 0,-1-1 1 0 0,0 1 0 0 0,1 0 0 0 0,-1-1 0 0 0,0 0-1 0 0,-3 0 1 0 0,-4 1 121 0 0,-1-2 0 0 0,1 1 0 0 0,0-1 0 0 0,0-1 0 0 0,0 0 0 0 0,-18-6 0 0 0,10 0 53 0 0,0 0 1 0 0,-28-16 0 0 0,42 21-167 0 0,0 0 0 0 0,-1 0-1 0 0,1 0 1 0 0,1-1 0 0 0,-1 1 0 0 0,1-1 0 0 0,-5-5-1 0 0,7 7-58 0 0,0 0-1 0 0,0 1 0 0 0,0-1 0 0 0,0 0 0 0 0,0 0 1 0 0,0 1-1 0 0,0-1 0 0 0,1 0 0 0 0,-1 0 0 0 0,1 0 1 0 0,-1 0-1 0 0,1 0 0 0 0,0 0 0 0 0,0 0 0 0 0,0 0 1 0 0,0 0-1 0 0,0 0 0 0 0,0 0 0 0 0,1 0 0 0 0,-1 0 1 0 0,2-3-1 0 0,-1 3-172 0 0,0 0 1 0 0,0 0-1 0 0,0 0 0 0 0,1 1 1 0 0,-1-1-1 0 0,1 0 0 0 0,-1 1 1 0 0,1-1-1 0 0,-1 1 0 0 0,1 0 1 0 0,0-1-1 0 0,0 1 0 0 0,0 0 1 0 0,0 0-1 0 0,0 0 0 0 0,2-1 1 0 0,1 1-971 0 0,-1-1 1 0 0,1 1 0 0 0,-1 0-1 0 0,1 0 1 0 0,0 0 0 0 0,6 0-1 0 0,13 1-7323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7650 0 0,'0'0'13389'0'0,"19"-10"-13354"0"0,62-30-8 0 0,-79 39-26 0 0,1 0 1 0 0,0 0 0 0 0,0 0 0 0 0,0 0 0 0 0,-1 1 0 0 0,1-1 0 0 0,0 1 0 0 0,5 0-1 0 0,-6 0 1 0 0,0 0 0 0 0,-1 1-1 0 0,1-1 1 0 0,0 1 0 0 0,-1-1 0 0 0,1 1-1 0 0,-1 0 1 0 0,3 1 0 0 0,4 2 3 0 0,0-1-4 0 0,71 35 35 0 0,-68-32-30 0 0,1 1 0 0 0,-1 1 0 0 0,0 0 0 0 0,15 14 0 0 0,-24-20 0 0 0,0 1 1 0 0,0-1 0 0 0,0 0-1 0 0,0 1 1 0 0,0 0 0 0 0,-1 0 0 0 0,1-1-1 0 0,-1 1 1 0 0,0 0 0 0 0,0 0-1 0 0,0 0 1 0 0,0 0 0 0 0,0 0 0 0 0,-1 1-1 0 0,0-1 1 0 0,1 0 0 0 0,-1 0-1 0 0,0 0 1 0 0,0 0 0 0 0,-1 0 0 0 0,1 1-1 0 0,-1-1 1 0 0,0 0 0 0 0,1 0 0 0 0,-3 5-1 0 0,-1 0 59 0 0,0 1 7 0 0,0-1 0 0 0,1 0 0 0 0,-3 11-1 0 0,2-5 3 0 0,2-11-52 0 0,1 0 1 0 0,1 0 0 0 0,-1 0-1 0 0,0 0 1 0 0,0 6 0 0 0,1-2 25 0 0,0 0 1 0 0,0 0 0 0 0,1 0-1 0 0,0-1 1 0 0,0 1 0 0 0,0 0-1 0 0,1 0 1 0 0,0-1 0 0 0,3 9-1 0 0,5 3 92 0 0,20 29 0 0 0,-13-22-51 0 0,30 37 49 0 0,-39-51-123 0 0,-3-6-10 0 0,-4-4-4 0 0,0 0 0 0 0,0 0-1 0 0,0 0 1 0 0,0 1 0 0 0,0-1 0 0 0,-1 0 0 0 0,1 0 0 0 0,0 0-1 0 0,0 3 1 0 0,3 5-1 0 0,0-2 3 0 0,-4-7-3 0 0,0 0 0 0 0,0 0 1 0 0,0 1-1 0 0,0-1 0 0 0,0 0 1 0 0,0 0-1 0 0,-1 0 1 0 0,1 1-1 0 0,0-1 0 0 0,0 0 1 0 0,0 0-1 0 0,0 0 0 0 0,0 0 1 0 0,0 1-1 0 0,-1-1 0 0 0,1 0 1 0 0,0 0-1 0 0,0 0 0 0 0,0 0 1 0 0,0 0-1 0 0,-1 0 0 0 0,1 1 1 0 0,0-1-1 0 0,0 0 0 0 0,0 0 1 0 0,-1 0-1 0 0,1 0 0 0 0,0 0 1 0 0,0 0-1 0 0,0 0 1 0 0,-1 0-1 0 0,1 0 0 0 0,0 0 1 0 0,0 0-1 0 0,-26 4 144 0 0,-44 1 0 0 0,-13 1-6207 0 0,50-2-3381 0 0,24-2 1686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17 6145 0 0,'0'0'19411'0'0,"-10"-3"-19152"0"0,-35-6-47 0 0,35 7-144 0 0,0 1 0 0 0,0 0 0 0 0,0 0 1 0 0,-13 2-1 0 0,1 0-37 0 0,8 0-479 0 0,-1 1 0 0 0,1 1-1 0 0,-1 0 1 0 0,-22 9 0 0 0,25-8-1289 0 0,-2 1-2224 0 0,5-1-2527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14 280 0 0,'0'0'21922'0'0,"-2"-2"-21386"0"0,-13-9 192 0 0,15 11-705 0 0,1 0-1 0 0,-1 0 0 0 0,1 0 0 0 0,-1-1 0 0 0,1 1 0 0 0,0 0 0 0 0,-1 0 1 0 0,1 0-1 0 0,-1 0 0 0 0,1 0 0 0 0,-1 0 0 0 0,1 1 0 0 0,-1-1 1 0 0,1 0-1 0 0,-1 0 0 0 0,1 0 0 0 0,-1 0 0 0 0,1 1 0 0 0,10 3-49 0 0,8 9 39 0 0,34 25 0 0 0,-27-17-6 0 0,38 22-186 0 0,108 55-1 0 0,-120-71 30 0 0,-47-24 1605 0 0,3 2-9079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9666 0 0,'0'0'13540'0'0,"-16"16"-13372"0"0,-51 46-46 0 0,46-42-48 0 0,17-13-18 0 0,1-2-22 0 0,-7 12-480 0 0,-13 25 0 0 0,22-40 18 0 0,1-1 1 0 0,-1 0-1 0 0,0 1 1 0 0,0-1-1 0 0,0 0 1 0 0,0 0-1 0 0,0 0 1 0 0,0 0-1 0 0,-1 1 1 0 0,1-1-1 0 0,-2 1 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76 9018 0 0,'0'0'15249'0'0,"-22"-13"-15156"0"0,-72-37-33 0 0,69 39-35 0 0,16 10-2 0 0,4 1-18 0 0,-1 1 1 0 0,0-1-1 0 0,0 1 1 0 0,1 1-1 0 0,-1-1 0 0 0,1 1 1 0 0,-1 0-1 0 0,1 0 1 0 0,0 0-1 0 0,0 1 1 0 0,0 0-1 0 0,0 0 0 0 0,-8 7 1 0 0,12-9-4 0 0,0 0 0 0 0,0-1 0 0 0,0 1 0 0 0,0 0 0 0 0,0 1 0 0 0,1-1 0 0 0,-1 0 0 0 0,0 0 1 0 0,1 0-1 0 0,-1 0 0 0 0,1 0 0 0 0,-1 1 0 0 0,1-1 0 0 0,-1 0 0 0 0,1 1 0 0 0,0-1 0 0 0,0 0 0 0 0,0 0 0 0 0,0 1 0 0 0,0-1 0 0 0,0 0 0 0 0,0 1 0 0 0,0-1 1 0 0,0 0-1 0 0,0 1 0 0 0,1-1 0 0 0,-1 0 0 0 0,1 0 0 0 0,-1 1 0 0 0,2 1 0 0 0,1 3 34 0 0,1-1 1 0 0,-1 1-1 0 0,2 0 1 0 0,6 7-1 0 0,-8-10-17 0 0,12 13 25 0 0,-2-1-39 0 0,0-1 0 0 0,0 2 0 0 0,-2 0 0 0 0,0 0 0 0 0,9 19 0 0 0,-8-7-21 0 0,-2 2 1 0 0,13 56-1 0 0,-10 4 36 0 0,1-2-17 0 0,-11-71 11 0 0,-3-11-9 0 0,1-1 0 0 0,0 1 0 0 0,1 0 0 0 0,-1-1 0 0 0,1 1 0 0 0,3 5 0 0 0,1 0 27 0 0,-4-6-11 0 0,0 0 0 0 0,1 0-1 0 0,0-1 1 0 0,4 5 0 0 0,-6-7 36 0 0,0-1 0 0 0,0 0 1 0 0,0 0-1 0 0,0 0 1 0 0,1 0-1 0 0,-1 0 1 0 0,0 0-1 0 0,1-1 0 0 0,-1 1 1 0 0,1 0-1 0 0,-1-1 1 0 0,1 1-1 0 0,-1-1 1 0 0,1 1-1 0 0,-1-1 1 0 0,1 0-1 0 0,0 0 0 0 0,1 0 1 0 0,2 0-28 0 0,0 0-1 0 0,0-1 1 0 0,0 0 0 0 0,0 0 0 0 0,0 0-1 0 0,0-1 1 0 0,0 0 0 0 0,-1 0 0 0 0,1 0-1 0 0,-1 0 1 0 0,1-1 0 0 0,5-4 0 0 0,-7 5-616 0 0,1-1 0 0 0,-1 0 0 0 0,0-1 1 0 0,5-6-1 0 0,-3 0-3055 0 0,-4 5-772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4833 0 0,'0'0'17093'0'0,"10"-8"-17060"0"0,33-24 3 0 0,-41 31-32 0 0,0 0-1 0 0,-1 0 0 0 0,1 1 0 0 0,0-1 1 0 0,-1 0-1 0 0,1 1 0 0 0,0-1 0 0 0,0 1 1 0 0,0-1-1 0 0,0 1 0 0 0,0 0 1 0 0,-1 0-1 0 0,1 0 0 0 0,0 0 0 0 0,0 0 1 0 0,0 0-1 0 0,0 1 0 0 0,0-1 0 0 0,0 0 1 0 0,-1 1-1 0 0,1 0 0 0 0,0-1 0 0 0,0 1 1 0 0,1 1-1 0 0,8 2 31 0 0,76 26 43 0 0,-56-18-32 0 0,-29-12-43 0 0,1 1 1 0 0,-1 0 0 0 0,0 0 0 0 0,0 0-1 0 0,0 0 1 0 0,0 0 0 0 0,0 1 0 0 0,0-1-1 0 0,-1 0 1 0 0,4 4 0 0 0,-4-3 10 0 0,0-1 1 0 0,0 0 0 0 0,-1 1-1 0 0,1-1 1 0 0,-1 0 0 0 0,1 1-1 0 0,-1-1 1 0 0,1 1 0 0 0,-1-1-1 0 0,0 1 1 0 0,0-1 0 0 0,0 1-1 0 0,0-1 1 0 0,0 1 0 0 0,0-1-1 0 0,0 1 1 0 0,0-1-1 0 0,-1 3 1 0 0,0-2 26 0 0,0 1-1 0 0,0-1 1 0 0,0 0-1 0 0,-1 1 1 0 0,1-1-1 0 0,-1 0 1 0 0,0 0-1 0 0,1 0 1 0 0,-1 0-1 0 0,0 0 1 0 0,0 0-1 0 0,0-1 1 0 0,-3 3-1 0 0,-8 8 184 0 0,-7 6 110 0 0,15-14-263 0 0,0 0 0 0 0,0 1 0 0 0,-6 6 0 0 0,10-9-52 0 0,0 0 1 0 0,-1 0-1 0 0,1 0 1 0 0,0 0-1 0 0,0 1 1 0 0,0-1-1 0 0,1 0 0 0 0,-1 0 1 0 0,0 1-1 0 0,1-1 1 0 0,-1 0-1 0 0,1 1 1 0 0,0 2-1 0 0,0-2 22 0 0,0 0-1 0 0,0-1 1 0 0,0 1 0 0 0,1-1-1 0 0,-1 1 1 0 0,1-1 0 0 0,0 1-1 0 0,-1-1 1 0 0,1 1 0 0 0,2 2-1 0 0,-2-4-2 0 0,0 0-1 0 0,0 1 0 0 0,0-1 1 0 0,0 0-1 0 0,0 0 0 0 0,0 1 0 0 0,0-1 1 0 0,1 0-1 0 0,-1 0 0 0 0,0-1 1 0 0,1 1-1 0 0,-1 0 0 0 0,1 0 1 0 0,-1-1-1 0 0,1 1 0 0 0,-1-1 0 0 0,3 1 1 0 0,11 2 200 0 0,0-2 0 0 0,1 1 0 0 0,24-3 0 0 0,-15 1-145 0 0,-7-1-61 0 0,0-1 0 0 0,0 0 0 0 0,0-1 0 0 0,31-10 0 0 0,-17-1-3573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9514 0 0,'0'0'12624'0'0,"22"-10"-12629"0"0,70-29-11 0 0,-88 37 14 0 0,-1 1 1 0 0,1 0-1 0 0,-1 0 0 0 0,7 0 1 0 0,-9 1 1 0 0,-1 0-1 0 0,0 0 1 0 0,1 0-1 0 0,-1 0 1 0 0,1 0 0 0 0,-1 0-1 0 0,1 0 1 0 0,-1 0-1 0 0,1 0 1 0 0,-1 0 0 0 0,0 1-1 0 0,1-1 1 0 0,-1 0 0 0 0,1 0-1 0 0,-1 0 1 0 0,0 1-1 0 0,1-1 1 0 0,10 10-22 0 0,-1 0-1 0 0,0 0 1 0 0,0 1 0 0 0,-1 0-1 0 0,-1 1 1 0 0,0 0 0 0 0,11 23-1 0 0,-17-29-22 0 0,0 1-1 0 0,-1-1 1 0 0,0 0-1 0 0,0 0 0 0 0,0 0 1 0 0,-1 1-1 0 0,0-1 0 0 0,0 0 1 0 0,-2 11-1 0 0,0-12 42 0 0,1 0-1 0 0,-1 0 1 0 0,0 1-1 0 0,0-1 1 0 0,-1-1-1 0 0,1 1 1 0 0,-1 0-1 0 0,-5 5 1 0 0,3-2 3 0 0,-8 15 1 0 0,12-19 24 0 0,-1 0 1 0 0,1 0 0 0 0,0 1-1 0 0,0-1 1 0 0,0 1-1 0 0,1-1 1 0 0,-1 1-1 0 0,1-1 1 0 0,0 1 0 0 0,1-1-1 0 0,-1 1 1 0 0,1-1-1 0 0,0 1 1 0 0,0-1-1 0 0,0 0 1 0 0,3 7 0 0 0,2 2 41 0 0,1 0 1 0 0,0-1 0 0 0,0 0 0 0 0,10 12 0 0 0,7 5-18 0 0,-13-17-30 0 0,-2 0 0 0 0,12 18 1 0 0,-15-20-20 0 0,-4-7 0 0 0,0 0 0 0 0,0 0 0 0 0,-1 0 1 0 0,1 0-1 0 0,-1 0 0 0 0,2 6 0 0 0,1 3 4 0 0,-3-10-5 0 0,0-1 1 0 0,-1 0-1 0 0,1 1 1 0 0,-1-1 0 0 0,0 0-1 0 0,1 1 1 0 0,-1-1-1 0 0,0 4 1 0 0,0-4 1 0 0,1 0 0 0 0,-1 1 0 0 0,-1-1 0 0 0,1 0 0 0 0,0 1 0 0 0,0-1 1 0 0,0 0-1 0 0,-1 0 0 0 0,1 1 0 0 0,-1-1 0 0 0,1 0 0 0 0,-1 0 0 0 0,1 1 0 0 0,-2 0 0 0 0,1-1 12 0 0,-1 1-1 0 0,0-1 1 0 0,1 0 0 0 0,-1 0-1 0 0,0 1 1 0 0,0-1 0 0 0,0-1-1 0 0,0 1 1 0 0,-2 1 0 0 0,-5 0-33 0 0,-1 0 1 0 0,1 0-1 0 0,-1-1 1 0 0,0 0-1 0 0,1-1 0 0 0,-12 0 1 0 0,9 0-320 0 0,-12 0-1117 0 0,-2 0-2285 0 0,1 0-4716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0,'0'0'13802'0'0,"2"4"-14011"0"0,93 156 639 0 0,-8 10 129 0 0,-54-101 110 0 0,44 128 0 0 0,-71-176-570 0 0,0 1 0 0 0,-2 0 0 0 0,-1 1 0 0 0,0-1 0 0 0,-2 45 1 0 0,-2-63-105 0 0,1 1 0 0 0,-1-1 0 0 0,0 1 0 0 0,0-1 0 0 0,0 1 0 0 0,-1-1 0 0 0,1 0 0 0 0,-1 0 0 0 0,0 0 0 0 0,-1 0 0 0 0,1 0 0 0 0,-4 5 0 0 0,1-4 74 0 0,1-1 0 0 0,0 1 0 0 0,-1-1 0 0 0,0-1 1 0 0,0 1-1 0 0,0-1 0 0 0,0 1 0 0 0,-8 2 0 0 0,-7 1-815 0 0,-1 0 0 0 0,1-1 0 0 0,-2-1 0 0 0,-24 3 0 0 0,22-4-1847 0 0,5-1-3131 0 0,5-2-4774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18 4881 0 0,'0'0'14758'0'0,"0"-2"-14181"0"0,0-13 1847 0 0,15 15-1284 0 0,-12 0-149 0 0,-4 1-351 0 0,-11 1-89 0 0,-18 3-115 0 0,-92-3 491 0 0,31-2-831 0 0,83 0-222 0 0,0 1 0 0 0,-1 0 0 0 0,1 1 0 0 0,0 0 1 0 0,-11 4-1 0 0,1 2-3124 0 0,0 0-4305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 8866 0 0,'0'0'15248'0'0,"-3"-4"-15212"0"0,3 3-3 0 0,-10-14-150 0 0,7 11-27 0 0,5 14 54 0 0,1-6 96 0 0,-1 1 1 0 0,0-1-1 0 0,5 6 1 0 0,6 11 73 0 0,-9-13-57 0 0,10 15 0 0 0,-10-17-12 0 0,0 0-1 0 0,0 1 1 0 0,-1-1 0 0 0,4 9-1 0 0,2 10 49 0 0,1 0-1 0 0,21 38 1 0 0,-10-26-14 0 0,46 57 0 0 0,-8-10-19 0 0,-40-54-20 0 0,-11-18-7 0 0,-1 0 0 0 0,9 19 0 0 0,-14-26-2 0 0,0-1 1 0 0,-1 0-1 0 0,1 1 1 0 0,-1 0 0 0 0,0-1-1 0 0,-1 1 1 0 0,1 0-1 0 0,-1-1 1 0 0,0 1-1 0 0,0 0 1 0 0,-1 6 0 0 0,1-11 5 0 0,0 1 1 0 0,-1-1-1 0 0,1 0 1 0 0,0 1 0 0 0,-1-1-1 0 0,1 1 1 0 0,-1-1-1 0 0,1 1 1 0 0,0-1 0 0 0,-1 0-1 0 0,1 1 1 0 0,-1-1 0 0 0,1 0-1 0 0,-1 0 1 0 0,1 1-1 0 0,-1-1 1 0 0,1 0 0 0 0,-1 0-1 0 0,1 0 1 0 0,-1 1-1 0 0,0-1 1 0 0,1 0 0 0 0,-1 0-1 0 0,1 0 1 0 0,-1 0 0 0 0,0 0-1 0 0,-19-1 306 0 0,13 1-198 0 0,1 0-54 0 0,0-1 0 0 0,0 0 1 0 0,0 0-1 0 0,0 0 0 0 0,0-1 0 0 0,0 0 0 0 0,0 0 0 0 0,-6-3 1 0 0,-6-5 30 0 0,-19-12 1 0 0,19 10-24 0 0,0-1-23 0 0,1 0 0 0 0,0-1 0 0 0,1-1 0 0 0,0 0 0 0 0,1-1 0 0 0,-22-32 0 0 0,35 45-136 0 0,0-1 0 0 0,0 1 0 0 0,0-1 1 0 0,0 0-1 0 0,1 1 0 0 0,0-1 0 0 0,-1 0 0 0 0,1 0 0 0 0,1 0 1 0 0,-1 0-1 0 0,1 0 0 0 0,-1-8 0 0 0,1 9-393 0 0,1 0-1 0 0,-1 0 1 0 0,1 0-1 0 0,-1-1 0 0 0,1 1 1 0 0,0 0-1 0 0,0 1 1 0 0,0-1-1 0 0,1 0 1 0 0,2-4-1 0 0,11-13-9725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17940 0 0,'0'0'8978'0'0,"-13"14"-13123"0"0,13 2 576 0 0,0-1-2400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76 5913 0 0,'0'0'20781'0'0,"-3"-12"-20345"0"0,-11-37-65 0 0,10 35 63 0 0,4 14-412 0 0,0 0 1 0 0,0 0-1 0 0,0 0 1 0 0,0 0-1 0 0,0 0 0 0 0,0 0 1 0 0,0 0-1 0 0,0 0 0 0 0,0 0 1 0 0,0 0-1 0 0,0 0 1 0 0,0 0-1 0 0,0 0 0 0 0,0 0 1 0 0,0 0-1 0 0,0 0 0 0 0,0 0 1 0 0,0 0-1 0 0,0 0 1 0 0,0 0-1 0 0,0 0 0 0 0,0 0 1 0 0,1 0 133 0 0,-1 0-133 0 0,0 0-24 0 0,-1 0 0 0 0,1 0 0 0 0,0 0 0 0 0,0 0 0 0 0,0 0 0 0 0,0 0 0 0 0,0 0 0 0 0,0 0-1 0 0,0 0 1 0 0,0 0 0 0 0,0 0 0 0 0,0 0 0 0 0,-1 0 0 0 0,1 0 0 0 0,0 0 0 0 0,0 0 0 0 0,0 0 0 0 0,0 0 0 0 0,0 0 0 0 0,0 0 0 0 0,0 0 0 0 0,0 0 0 0 0,0 0 0 0 0,-1 0 0 0 0,1 0 0 0 0,0 0 0 0 0,0 0 0 0 0,0 0 0 0 0,0 0 0 0 0,0 0 0 0 0,0 0 0 0 0,0 0 0 0 0,0 0 0 0 0,0 0 0 0 0,0 0 0 0 0,0 1-1 0 0,0-1 1 0 0,0 0 0 0 0,-1 0 0 0 0,1 0 0 0 0,0 0 0 0 0,0 0 0 0 0,0 0 0 0 0,0 0 0 0 0,0 0 0 0 0,0 0 0 0 0,0 1 0 0 0,-4 3 14 0 0,4-4-10 0 0,-10 9 41 0 0,-6 13-12 0 0,10-11-21 0 0,-2 7-12 0 0,2-1-17 0 0,4-11 25 0 0,0 0 0 0 0,-3 10-1 0 0,-2 28 58 0 0,-2 54-1 0 0,9-74-44 0 0,0-1-1 0 0,2 0 0 0 0,1 1 1 0 0,5 24-1 0 0,25 61 68 0 0,-25-87-59 0 0,1-1 0 0 0,23 38 0 0 0,-19-39 10 0 0,17 19-1 0 0,-23-32-19 0 0,0 1 0 0 0,0-1 1 0 0,0 0-1 0 0,1-1 0 0 0,10 7 0 0 0,-7-6-240 0 0,0 0 1 0 0,1-1-1 0 0,0-1 1 0 0,0 0-1 0 0,0 0 1 0 0,26 5-1 0 0,-15-7-4512 0 0,-8-3-6260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0,'0'0'12915'0'0,"24"10"-12885"0"0,75 33-3 0 0,-61-24-2 0 0,-23-8-6 0 0,-5-2-10 0 0,52 33 21 0 0,-11-7 6 0 0,-36-25-221 0 0,0 0 0 0 0,1 0 0 0 0,22 8 0 0 0,-31-14-444 0 0,3 0-3484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9258 0 0,'0'0'14239'0'0,"-13"17"-14064"0"0,-42 51-42 0 0,52-65-116 0 0,1 0-1 0 0,-1 0 1 0 0,1 1-1 0 0,0-1 1 0 0,0 0-1 0 0,0 1 1 0 0,-2 6-1 0 0,2-3 33 0 0,-9 28 191 0 0,8-24-697 0 0,-7 19 0 0 0,8-28-598 0 0,1 1 1 0 0,-1 0 0 0 0,1 0-1 0 0,-1 0 1 0 0,0-1 0 0 0,-3 4-1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50 9410 0 0,'0'0'13219'0'0,"-30"-6"-12655"0"0,-95-18-76 0 0,52 11 300 0 0,54 10-610 0 0,1 1-1 0 0,0 1 0 0 0,-20 0 1 0 0,24 2-120 0 0,14-1-55 0 0,0 0-11 0 0,0 0 13 0 0,0 1-1 0 0,0-1 1 0 0,0 0-1 0 0,0 1 1 0 0,0-1-1 0 0,0 0 0 0 0,0 1 1 0 0,0-1-1 0 0,0 0 1 0 0,1 0-1 0 0,-1 1 1 0 0,0-1-1 0 0,0 0 0 0 0,0 1 1 0 0,1-1-1 0 0,-1 0 1 0 0,0 1-1 0 0,23 22 131 0 0,27 38 1 0 0,-39-46-148 0 0,0 1 0 0 0,-2 0 1 0 0,16 35-1 0 0,-14-21 13 0 0,-1 0-1 0 0,-2 1 1 0 0,-1 0 0 0 0,-1 0-1 0 0,3 56 1 0 0,-5-3 6 0 0,-3-76 4 0 0,-1 0 0 0 0,2 1 1 0 0,-1-1-1 0 0,1 0 0 0 0,0 0 0 0 0,6 14 0 0 0,-7-21 34 0 0,0 1-1 0 0,0 0 1 0 0,0-1-1 0 0,0 1 1 0 0,0-1-1 0 0,1 0 0 0 0,-1 1 1 0 0,0-1-1 0 0,1 0 1 0 0,-1 0-1 0 0,1 1 1 0 0,0-1-1 0 0,-1-1 1 0 0,1 1-1 0 0,0 0 0 0 0,0 0 1 0 0,-1-1-1 0 0,4 2 1 0 0,4-1 155 0 0,0 0 1 0 0,0-1-1 0 0,0 0 1 0 0,0 0-1 0 0,0-1 1 0 0,13-2 0 0 0,-16 1-610 0 0,0 1 1 0 0,-1-1-1 0 0,1-1 1 0 0,5-2 0 0 0,-6 2-1400 0 0,0 0 1 0 0,0 0 0 0 0,-1-1 0 0 0,8-6 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0,'0'0'13202'0'0,"-1"13"-12826"0"0,-4 43-53 0 0,5-48-213 0 0,0-1 1 0 0,0 0-1 0 0,0 0 1 0 0,2 9-1 0 0,-1-11-21 0 0,1 0 1 0 0,-1-1-1 0 0,5 10 0 0 0,0-3 51 0 0,2 4 73 0 0,0-1 1 0 0,2 1-1 0 0,0-2 0 0 0,21 23 0 0 0,-21-24-173 0 0,-6-7-47 0 0,-3-4-55 0 0,0 0 0 0 0,0 1 0 0 0,1-1 0 0 0,-1 0 0 0 0,0 0 0 0 0,0 0 0 0 0,3 2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10778 0 0,'0'0'9798'0'0,"12"-8"-9870"0"0,39-26 14 0 0,-50 33 53 0 0,1 0 0 0 0,-1 0 1 0 0,1 0-1 0 0,0 0 0 0 0,-1 0 1 0 0,1 0-1 0 0,0 1 0 0 0,0-1 1 0 0,0 1-1 0 0,-1-1 0 0 0,1 1 1 0 0,0 0-1 0 0,0 0 0 0 0,0 0 1 0 0,0 0-1 0 0,3 0 0 0 0,2 1-11 0 0,16 1 5 0 0,32 7 0 0 0,-6 0 30 0 0,-31-6-7 0 0,3 1 125 0 0,-7-3 2869 0 0,-15 12-3622 0 0,-5 53 576 0 0,6-54 50 0 0,1 1 0 0 0,0 0 0 0 0,0-1-1 0 0,5 18 1 0 0,18 48 37 0 0,-18-60-28 0 0,16 34 14 0 0,-4-9-10 0 0,-2-4 3 0 0,7 19 0 0 0,-16-38-20 0 0,2 7 4 0 0,-6-4-2 0 0,-3-23 3 0 0,0 0-5 0 0,0 0 0 0 0,0 0-1 0 0,0 1 1 0 0,0-1 0 0 0,0 0 0 0 0,0 0 0 0 0,0 0 0 0 0,-1 0 0 0 0,1 1 0 0 0,0-1 0 0 0,0 0 0 0 0,0 0 0 0 0,0 0 0 0 0,-1 0 0 0 0,1 0 0 0 0,0 1 0 0 0,0-1 0 0 0,0 0 0 0 0,-1 0 0 0 0,1 0 0 0 0,0 0 0 0 0,0 0 0 0 0,0 0 0 0 0,-1 0 0 0 0,1 0 0 0 0,0 0-1 0 0,0 0 1 0 0,0 0 0 0 0,-1 0 0 0 0,1 0 0 0 0,0 0 0 0 0,-96 1 435 0 0,48-1-3528 0 0,1 1-8263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22 9842 0 0,'0'0'13643'0'0,"-23"-3"-13095"0"0,-73-9-125 0 0,78 10-69 0 0,-34-2 1 0 0,42 4-280 0 0,-9 0-30 0 0,4 0 68 0 0,-17 1 0 0 0,28 0-225 0 0,0-1 1 0 0,0 1 0 0 0,0 0 0 0 0,-1 0-1 0 0,1 1 1 0 0,0-1 0 0 0,0 1 0 0 0,-5 3-1 0 0,-3 1-1835 0 0,-1 0-1714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9018 0 0,'0'0'15969'0'0,"0"0"-15969"0"0,0 0 1 0 0,0 0-1 0 0,-1 0 0 0 0,1 0 1 0 0,0 0-1 0 0,0-1 1 0 0,0 1-1 0 0,0 0 0 0 0,0 0 1 0 0,0 0-1 0 0,0 0 1 0 0,0 0-1 0 0,0 0 0 0 0,0-1 1 0 0,0 1-1 0 0,0 0 1 0 0,0 0-1 0 0,0 0 1 0 0,0 0-1 0 0,0 0 0 0 0,0 0 1 0 0,0-1-1 0 0,0 1 1 0 0,0 0-1 0 0,0 0 0 0 0,0 0 1 0 0,0 0-1 0 0,0 0 1 0 0,0 0-1 0 0,0-1 1 0 0,0 1-1 0 0,0 0 0 0 0,0 0 1 0 0,0 0-1 0 0,1 0 1 0 0,-1 0-1 0 0,0 0 0 0 0,0 0 1 0 0,0-1-1 0 0,0 1 1 0 0,0 0-1 0 0,0 0 0 0 0,0 0 1 0 0,1 0-1 0 0,2 2 5 0 0,1 0-1 0 0,-1 0 0 0 0,1 0 0 0 0,-1 0 1 0 0,0 1-1 0 0,6 5 0 0 0,5 3 14 0 0,215 138 187 0 0,-111-76-182 0 0,-90-53-118 0 0,-19-12-705 0 0,14 7 0 0 0,-18-13-56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5977 0 0,'0'0'17673'0'0,"-21"7"-17473"0"0,-68 20-68 0 0,56-15-56 0 0,21-5-24 0 0,7-3-37 0 0,-7 5-16 0 0,1 1 0 0 0,0 0 0 0 0,1 1 0 0 0,0 0-1 0 0,1 1 1 0 0,-12 18 0 0 0,8-3-1579 0 0,4-8-1829 0 0,-3-1-3483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7778 0 0,'0'0'15839'0'0,"-14"-5"-15838"0"0,-44-15 13 0 0,56 19-14 0 0,0 1-1 0 0,0-1 1 0 0,0 1 0 0 0,0 0 0 0 0,0-1 0 0 0,1 1 0 0 0,-1 0 0 0 0,0 0 0 0 0,-2 1 0 0 0,3-1-1 0 0,0 0 1 0 0,0 1-1 0 0,0-1 0 0 0,0 0 1 0 0,1 1-1 0 0,-1-1 1 0 0,0 1-1 0 0,0-1 1 0 0,1 1-1 0 0,-2 1 1 0 0,-1 0 0 0 0,-11 7 17 0 0,-1-1 0 0 0,-29 12 0 0 0,28-13 1 0 0,15-7-14 0 0,-4 2 9 0 0,0 0 1 0 0,1 0-1 0 0,0 1 0 0 0,-1-1 1 0 0,-5 6-1 0 0,18 5 1285 0 0,-4-7-1307 0 0,0 0 0 0 0,-1 1 0 0 0,0-1-1 0 0,0 1 1 0 0,0 0 0 0 0,1 9 0 0 0,11 52-14 0 0,-14-60 23 0 0,14 131 0 0 0,0-44 22 0 0,-14-84-14 0 0,1 0 0 0 0,1 0 0 0 0,0 1 1 0 0,7 16-1 0 0,22 42 39 0 0,-31-69-47 0 0,2 4 17 0 0,0-1-1 0 0,0 1 1 0 0,0-1 0 0 0,6 5 0 0 0,3 5 24 0 0,-11-12 1 0 0,1 0 0 0 0,0-1-1 0 0,0 1 1 0 0,0-1 0 0 0,0 0 0 0 0,0 1 0 0 0,0-1-1 0 0,0 0 1 0 0,0 0 0 0 0,4 1 0 0 0,-5-2 0 0 0,0 1 0 0 0,0-1 0 0 0,0 0 0 0 0,0 1 0 0 0,0-1 0 0 0,0 0 0 0 0,0 0 0 0 0,0 0 0 0 0,1 0 0 0 0,-1 0 0 0 0,0 0 0 0 0,0 0 0 0 0,0 0 0 0 0,0 0 0 0 0,0-1 0 0 0,0 1 0 0 0,0 0 0 0 0,0-1 0 0 0,0 1 0 0 0,0 0 0 0 0,0-1 0 0 0,0 0 0 0 0,0 1 0 0 0,0-1 0 0 0,1 0 0 0 0,2-2-20 0 0,-1 0 0 0 0,1 1 0 0 0,0 0 0 0 0,0 0 0 0 0,0 0-1 0 0,1 0 1 0 0,5-1 0 0 0,6-1-330 0 0,32-6 0 0 0,-27 9-3920 0 0,2 0-5750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9690 0 0,'0'0'14236'0'0,"2"-6"-14148"0"0,7-17-36 0 0,-8 22-50 0 0,-1 1-1 0 0,1-1 1 0 0,-1 1-1 0 0,1-1 1 0 0,-1 1-1 0 0,1-1 0 0 0,-1 1 1 0 0,1-1-1 0 0,-1 1 1 0 0,1-1-1 0 0,0 1 1 0 0,-1 0-1 0 0,1-1 1 0 0,0 1-1 0 0,-1 0 0 0 0,1 0 1 0 0,0-1-1 0 0,-1 1 1 0 0,1 0-1 0 0,0 0 1 0 0,0 0-1 0 0,-1 0 0 0 0,1 0 1 0 0,0 0-1 0 0,-1 0 1 0 0,2 0-1 0 0,2 0-6 0 0,22-1-7 0 0,0 1 1 0 0,34 5-1 0 0,-24-2 25 0 0,8 2 181 0 0,-42-4-177 0 0,-1 0 0 0 0,1 1 0 0 0,0 0 0 0 0,-1-1 0 0 0,1 1 0 0 0,-1 0 0 0 0,0 0 0 0 0,1-1 0 0 0,0 4 0 0 0,2 1-3 0 0,11 14-26 0 0,-7-9 15 0 0,14 15 1 0 0,-22-25-13 0 0,1 1 1 0 0,-1-1 0 0 0,0 0 0 0 0,1 0 0 0 0,-1 1 0 0 0,0-1 0 0 0,0 0 0 0 0,0 0 0 0 0,0 1 0 0 0,0-1 0 0 0,0 0 0 0 0,0 0 0 0 0,0 1 0 0 0,0-1 0 0 0,-1 0-1 0 0,1 0 1 0 0,0 0 0 0 0,-1 1 0 0 0,0 0 0 0 0,-1 0 10 0 0,-1-1 0 0 0,1 1 1 0 0,-1-1-1 0 0,0 0 0 0 0,1 0 0 0 0,-1 0 0 0 0,0 0 0 0 0,1 0 0 0 0,-4 0 0 0 0,-29 3 120 0 0,18-2-107 0 0,-37 4 103 0 0,53-6-123 0 0,0 0 1 0 0,0 1-1 0 0,0-1 0 0 0,0 0 0 0 0,0 1 1 0 0,0-1-1 0 0,0 1 0 0 0,0-1 0 0 0,-2 2 0 0 0,3-2 6 0 0,0 0 0 0 0,0 0-1 0 0,0 1 1 0 0,-1-1 0 0 0,1 0-1 0 0,0 0 1 0 0,0 1-1 0 0,0-1 1 0 0,0 0 0 0 0,0 0-1 0 0,0 0 1 0 0,0 1-1 0 0,0-1 1 0 0,0 0 0 0 0,-1 0-1 0 0,1 1 1 0 0,0-1-1 0 0,0 0 1 0 0,0 0 0 0 0,0 1-1 0 0,0-1 1 0 0,1 0 0 0 0,-1 0-1 0 0,0 1 1 0 0,0-1-1 0 0,0 0 1 0 0,0 0 0 0 0,0 1-1 0 0,0-1 1 0 0,0 0-1 0 0,0 0 1 0 0,0 0 0 0 0,1 1-1 0 0,-1-1 1 0 0,0 0-1 0 0,0 0 1 0 0,0 0 0 0 0,0 1-1 0 0,1-1 1 0 0,-1 0 0 0 0,0 0-1 0 0,0 0 1 0 0,1 0-1 0 0,-1 0 1 0 0,0 1 0 0 0,0-1-1 0 0,0 0 1 0 0,1 0-1 0 0,-1 0 1 0 0,0 0 0 0 0,1 0-1 0 0,89 44 112 0 0,2 1-129 0 0,-88-43 6 0 0,0 0 1 0 0,0 1-1 0 0,0 0 1 0 0,-1 0-1 0 0,5 4 1 0 0,-7-6-2 0 0,0 1 0 0 0,0-1 0 0 0,0 1 0 0 0,0-1 1 0 0,0 1-1 0 0,0-1 0 0 0,0 1 0 0 0,0 0 0 0 0,-1 0 1 0 0,1-1-1 0 0,-1 1 0 0 0,1 0 0 0 0,-1 0 0 0 0,0 0 1 0 0,1 2-1 0 0,-1-2 12 0 0,-1-1 1 0 0,1 1-1 0 0,0-1 1 0 0,0 1-1 0 0,-1-1 0 0 0,1 0 1 0 0,0 1-1 0 0,-1-1 1 0 0,0 1-1 0 0,1-1 1 0 0,-1 0-1 0 0,0 1 0 0 0,1-1 1 0 0,-1 0-1 0 0,-2 2 1 0 0,1-1 9 0 0,0 0 0 0 0,0 0 1 0 0,-1-1-1 0 0,1 1 0 0 0,0-1 0 0 0,-1 1 1 0 0,-4 1-1 0 0,-1 0 23 0 0,0-1 0 0 0,1 0 0 0 0,-1-1 0 0 0,-16 2 1 0 0,-52 0-697 0 0,27-2-6939 0 0,40-1 1890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7410 0 0,'0'0'14145'0'0,"18"-8"-14089"0"0,58-24-8 0 0,-48 23-14 0 0,-27 9-31 0 0,0 0-1 0 0,0 0 1 0 0,0 0-1 0 0,0 0 1 0 0,0 0 0 0 0,-1 0-1 0 0,1 1 1 0 0,0-1-1 0 0,0 0 1 0 0,1 1 0 0 0,3 0 8 0 0,5 1 29 0 0,0 1 1 0 0,18 7-1 0 0,-18-6-9 0 0,-7-3-18 0 0,0 0 1 0 0,0 0-1 0 0,-1 0 1 0 0,6 3-1 0 0,-8-3-23 0 0,1-1 0 0 0,0 1 0 0 0,-1 0 0 0 0,1-1 0 0 0,-1 1 0 0 0,1-1 0 0 0,-1 1 0 0 0,1 0 0 0 0,-1 0 0 0 0,1-1 0 0 0,-1 1 0 0 0,1 0 0 0 0,-1 0 0 0 0,0-1 0 0 0,0 1 0 0 0,1 0 0 0 0,-1 0-1 0 0,0 0 1 0 0,0 0 0 0 0,0-1 0 0 0,0 2 0 0 0,0 1-6 0 0,-1 0 1 0 0,0 0-1 0 0,0 0 0 0 0,0 0 0 0 0,0 0 0 0 0,0-1 0 0 0,0 1 0 0 0,-1 0 1 0 0,-2 4-1 0 0,-1 0 2 0 0,2-2 20 0 0,0 0 0 0 0,0 1-1 0 0,0-1 1 0 0,1 1 0 0 0,0 0-1 0 0,0 0 1 0 0,1 0 0 0 0,-1 0-1 0 0,1 0 1 0 0,0 0 0 0 0,1 9-1 0 0,0-5 14 0 0,0 0 0 0 0,1 0 0 0 0,0 0 0 0 0,1 0-1 0 0,0 0 1 0 0,1 0 0 0 0,0-1 0 0 0,0 1 0 0 0,6 10-1 0 0,81 145 173 0 0,-80-148-181 0 0,12 30-1 0 0,-17-35 5 0 0,-4-7-17 0 0,0 0-1 0 0,0 0 0 0 0,0 0 0 0 0,0 0 0 0 0,-1 0 1 0 0,0 8-1 0 0,0-12 6 0 0,-1 0 16 0 0,-1-1-1 0 0,1 1 0 0 0,-1-1 0 0 0,1 0 0 0 0,-1 1 0 0 0,1-1 1 0 0,-3 0-1 0 0,2 0 11 0 0,-10 1-641 0 0,-1 0 1 0 0,-20-2 0 0 0,7 0-7365 0 0,21 1 3384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5529 0 0,'0'0'12340'0'0,"4"-3"-12313"0"0,14-7-15 0 0,-17 10-12 0 0,0 0 1 0 0,-1 0-1 0 0,1 0 1 0 0,0 0 0 0 0,0 0-1 0 0,0 0 1 0 0,-1 0-1 0 0,1 0 1 0 0,0 0-1 0 0,0 0 1 0 0,-1 1-1 0 0,1-1 1 0 0,0 0-1 0 0,-1 0 1 0 0,1 1-1 0 0,0-1 1 0 0,0 1-1 0 0,-1-1 1 0 0,1 1 0 0 0,-1-1-1 0 0,1 1 1 0 0,0-1-1 0 0,0 2 1 0 0,2 1 0 0 0,15 9 127 0 0,-2 2 0 0 0,20 19 0 0 0,26 34 593 0 0,-56-59-653 0 0,17 18 269 0 0,-2 1 1 0 0,-1 0-1 0 0,17 32 1 0 0,-27-40-146 0 0,0 1-1 0 0,-1 1 1 0 0,-1 0-1 0 0,-1 0 0 0 0,7 37 1 0 0,-11-38-61 0 0,-1 0-1 0 0,0 0 1 0 0,-1 0-1 0 0,-1 0 1 0 0,-2 0-1 0 0,-3 27 1 0 0,1-32-88 0 0,1-1 1 0 0,-2 1-1 0 0,0-1 0 0 0,-1 1 1 0 0,0-1-1 0 0,-1-1 0 0 0,0 1 1 0 0,-18 22-1 0 0,17-26-485 0 0,0-1-1 0 0,-1 0 0 0 0,1-1 1 0 0,-12 8-1 0 0,0-3-3397 0 0,-1-2-3386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46 2777 0 0,'0'0'12077'0'0,"-5"-7"-11420"0"0,-14-20-159 0 0,18 26-388 0 0,0 0 0 0 0,1 0-1 0 0,-1 0 1 0 0,0 0 0 0 0,0 0 0 0 0,0 0 0 0 0,0 0 0 0 0,0 1 0 0 0,0-1 0 0 0,-3-1 0 0 0,-5 2 1627 0 0,4 0-892 0 0,5 0-655 0 0,-12 10 3985 0 0,14-7-4074 0 0,0 1 0 0 0,0-1 0 0 0,0 0-1 0 0,1 0 1 0 0,0 0 0 0 0,-1-1 0 0 0,4 4-1 0 0,-3-4-38 0 0,162 176 1583 0 0,-22-21-1075 0 0,-50-62-252 0 0,-77-79-262 0 0,28 27 63 0 0,-18-22-38 0 0,-12-7-3 0 0,1-2 0 0 0,0 0 0 0 0,1-1 0 0 0,29 16-1 0 0,-42-26-39 0 0,-1 0-1 0 0,1 0 0 0 0,0 0 0 0 0,0 0 0 0 0,0 0 0 0 0,3 0 0 0 0,-7-10-878 0 0,-4 1-145 0 0,-1-1 0 0 0,0 1 0 0 0,-1 0 0 0 0,0 1 0 0 0,-13-12 0 0 0,7 7-554 0 0,-25-24-7672 0 0,27 24-1238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37 9530 0 0,'0'0'18423'0'0,"-2"-6"-18058"0"0,-5-18-88 0 0,5 18 261 0 0,2 10-535 0 0,0 1 0 0 0,0-1 1 0 0,0 1-1 0 0,0 0 0 0 0,-1-1 1 0 0,0 1-1 0 0,0-1 0 0 0,0 0 1 0 0,-2 6-1 0 0,-1 4 19 0 0,-6 26 19 0 0,-23 59 0 0 0,13-47 24 0 0,-8 18-46 0 0,-19 56 97 0 0,6-13-53 0 0,30-89-182 0 0,-23 41-1 0 0,26-51-773 0 0,1-1-3256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7098 0 0,'0'0'18303'0'0,"2"-2"-18097"0"0,-1 1-191 0 0,0 0 0 0 0,0 0 0 0 0,0 0 0 0 0,0 0 0 0 0,0 0 0 0 0,1 0 0 0 0,-1 1 0 0 0,0-1 0 0 0,1 0 0 0 0,-1 1 0 0 0,0-1 0 0 0,1 1 0 0 0,-1-1 0 0 0,1 1 0 0 0,-1 0 0 0 0,1 0 0 0 0,-1 0 0 0 0,3 0 1 0 0,36 0 103 0 0,-24 0-59 0 0,-4 1-9 0 0,0 0-1 0 0,0 1 1 0 0,0 1-1 0 0,0 0 1 0 0,-1 0-1 0 0,16 7 1 0 0,-25-9-46 0 0,-1 0 0 0 0,1-1 0 0 0,-1 1 1 0 0,0 0-1 0 0,1 0 0 0 0,-1 0 1 0 0,0 0-1 0 0,0 0 0 0 0,1 0 0 0 0,-1 0 1 0 0,0 1-1 0 0,0-1 0 0 0,0 0 0 0 0,-1 1 1 0 0,1-1-1 0 0,0 0 0 0 0,0 1 1 0 0,-1-1-1 0 0,1 3 0 0 0,0-1-8 0 0,0 0-1 0 0,-1 0 1 0 0,0 0 0 0 0,0 1-1 0 0,1-1 1 0 0,-2 0 0 0 0,1 0-1 0 0,0 0 1 0 0,-2 4 0 0 0,0-1 3 0 0,0-1 0 0 0,0 1 0 0 0,-1-1-1 0 0,0 1 1 0 0,0-1 0 0 0,-1 0 0 0 0,-4 5 0 0 0,-1 3 26 0 0,-3 5 30 0 0,0 1 0 0 0,-11 23 0 0 0,23-40-36 0 0,-1-1 1 0 0,1 1-1 0 0,-1-1 0 0 0,1 1 1 0 0,0-1-1 0 0,-1 1 0 0 0,1-1 1 0 0,0 1-1 0 0,0 0 0 0 0,0 1 0 0 0,0-2 14 0 0,0 0 0 0 0,1-1 0 0 0,-1 1 0 0 0,0 0 0 0 0,0-1-1 0 0,0 1 1 0 0,1 0 0 0 0,-1-1 0 0 0,0 1 0 0 0,1 0-1 0 0,-1-1 1 0 0,0 1 0 0 0,1 0 0 0 0,-1-1 0 0 0,1 1 0 0 0,-1-1-1 0 0,1 1 1 0 0,-1-1 0 0 0,1 1 0 0 0,1 0 0 0 0,3 1 79 0 0,0-1 1 0 0,1 1 0 0 0,0-1 0 0 0,-1 0-1 0 0,1 0 1 0 0,0 0 0 0 0,0-1 0 0 0,-1 0-1 0 0,11-1 1 0 0,2 0-16 0 0,3 0-483 0 0,-1-2 0 0 0,0 0 0 0 0,0-1 1 0 0,0-1-1 0 0,23-9 0 0 0,-35 9-1887 0 0,-3 3-1090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49 10010 0 0,'0'0'16104'0'0,"-28"-8"-15867"0"0,-84-24-80 0 0,77 24-80 0 0,25 8-30 0 0,3 0-29 0 0,-6 0-5 0 0,8 0-17 0 0,0 0 0 0 0,1 0 0 0 0,-1 0 1 0 0,0 0-1 0 0,0 1 0 0 0,1 0 0 0 0,-1 0 0 0 0,-6 2 0 0 0,8-2-606 0 0,-1 1 1 0 0,0-1-1 0 0,0-1 0 0 0,0 1 0 0 0,0-1 0 0 0,0 1 0 0 0,-6-2 0 0 0,8 1-1092 0 0,0 0-1 0 0,-1 0 1 0 0,1 0 0 0 0,0-1-1 0 0,0 0 1 0 0,-1 1-1 0 0,-3-3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62 14067 0 0,'0'0'12415'0'0,"-25"-11"-12403"0"0,-79-30-3 0 0,75 32-1 0 0,29 9-8 0 0,-1 0 0 0 0,1 0 0 0 0,0 0 1 0 0,-1 0-1 0 0,1 0 0 0 0,0 0 0 0 0,-1 0 0 0 0,1 0 0 0 0,0 0 0 0 0,-1 0 0 0 0,1 0 0 0 0,-1 0 0 0 0,1 0 0 0 0,0 0 0 0 0,-1 0 1 0 0,1 0-1 0 0,0 1 0 0 0,-1-1 0 0 0,1 0 0 0 0,0 0 0 0 0,-1 1 0 0 0,-2 1-5 0 0,-13 6-74 0 0,11-5-389 0 0,-1 0 0 0 0,0-1 0 0 0,1 1 0 0 0,-8 1 0 0 0,-11 1-4654 0 0,8-2-3131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3721 0 0,'0'0'20728'0'0,"-3"-4"-20097"0"0,-8-11-116 0 0,11 15-455 0 0,-1-1 1 0 0,1 1-1 0 0,0 0 1 0 0,-1-1-1 0 0,1 1 1 0 0,-1 0-1 0 0,1-1 1 0 0,-1 1-1 0 0,1 0 1 0 0,-1 0-1 0 0,1-1 1 0 0,-1 1-1 0 0,1 0 1 0 0,-1 0-1 0 0,0 0 1 0 0,1 0-1 0 0,-1 0 1 0 0,1 0-1 0 0,-1 0 1 0 0,1 0-1 0 0,-1 0 1 0 0,1 0-1 0 0,-1 0 1 0 0,0 0-1 0 0,1 0 1 0 0,-1 0-1 0 0,1 1 1 0 0,-1-1-1 0 0,1 0 1 0 0,-1 0-1 0 0,1 1 1 0 0,-1-1-1 0 0,1 0 1 0 0,-1 1-1 0 0,1-1 1 0 0,0 0-1 0 0,-1 1 1 0 0,-5 5-52 0 0,1 0-1 0 0,-1 0 1 0 0,2 0 0 0 0,-1 0-1 0 0,1 1 1 0 0,0 0 0 0 0,0-1-1 0 0,0 2 1 0 0,-4 13 0 0 0,0 5 41 0 0,-8 41 1 0 0,12-35-37 0 0,1-1 0 0 0,2 52 0 0 0,1-52 20 0 0,1-4 32 0 0,7 48 0 0 0,13 26 14 0 0,-13-67-85 0 0,1 1 43 0 0,1 0 0 0 0,2-1 0 0 0,2-1 0 0 0,18 34 0 0 0,-12-34-6 0 0,-17-30-71 0 0,-1 0 0 0 0,0-1 0 0 0,1 1 0 0 0,-1 0 0 0 0,1-1 0 0 0,0 1 0 0 0,0-1 1 0 0,4 2-1 0 0,-7-3-92 0 0,1-1 1 0 0,0 1 0 0 0,0-1-1 0 0,0 0 1 0 0,0 0-1 0 0,-1 1 1 0 0,1-1 0 0 0,0 0-1 0 0,0 0 1 0 0,0 0 0 0 0,0 0-1 0 0,0 0 1 0 0,0 0 0 0 0,0 0-1 0 0,-1 0 1 0 0,1-1-1 0 0,0 1 1 0 0,0 0 0 0 0,0 0-1 0 0,0-1 1 0 0,0 1 0 0 0,-1-1-1 0 0,2 0 1 0 0,7-6-3721 0 0,-2-1-3796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7026 0 0,'0'0'10929'0'0,"-2"0"-10729"0"0,2 0-189 0 0,0 0 1 0 0,-1 0 0 0 0,1 0 0 0 0,0 0-1 0 0,-1 1 1 0 0,1-1 0 0 0,0 0 0 0 0,-1 0 0 0 0,1 0-1 0 0,0 0 1 0 0,-1 0 0 0 0,1 0 0 0 0,0 1-1 0 0,0-1 1 0 0,-1 0 0 0 0,1 0 0 0 0,0 0 0 0 0,0 1-1 0 0,-1-1 1 0 0,1 0 0 0 0,0 0 0 0 0,0 1-1 0 0,-1-1 1 0 0,1 0 0 0 0,0 1 0 0 0,0-1 0 0 0,0 0-1 0 0,0 1 1 0 0,0-1 0 0 0,-1 0 0 0 0,1 1-1 0 0,0-1 1 0 0,0 0 0 0 0,0 1 0 0 0,0 1 48 0 0,1-1 1 0 0,-1 1-1 0 0,0-1 0 0 0,1 0 1 0 0,-1 1-1 0 0,1-1 1 0 0,-1 0-1 0 0,1 1 0 0 0,1 1 1 0 0,4 6 153 0 0,0-1-1 0 0,1 1 1 0 0,0-2 0 0 0,0 1 0 0 0,1-1 0 0 0,12 10-1 0 0,56 33 482 0 0,-51-34-520 0 0,177 101 594 0 0,-195-112-767 0 0,-7-5-35 0 0,1 1-1 0 0,0-1 1 0 0,-1 1 0 0 0,1-1-1 0 0,0 1 1 0 0,0-1 0 0 0,0 1 0 0 0,0-1-1 0 0,-1 0 1 0 0,1 1 0 0 0,0-1 0 0 0,1 0-1 0 0,-12-4-7711 0 0,2-1 1607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10554 0 0,'0'0'14010'0'0,"-21"12"-13795"0"0,-63 38-69 0 0,59-33-68 0 0,24-17-75 0 0,1 1 0 0 0,-1-1 0 0 0,1 0 0 0 0,0 1 0 0 0,-1-1 0 0 0,1 0 1 0 0,0 1-1 0 0,0-1 0 0 0,-1 0 0 0 0,1 1 0 0 0,0-1 0 0 0,0 1 0 0 0,-1-1 0 0 0,1 1 1 0 0,0 0-1 0 0,-3 5 24 0 0,0-1 24 0 0,0 1 1 0 0,0 0-1 0 0,1-1 1 0 0,0 1-1 0 0,-3 12 0 0 0,-4 34-1781 0 0,6-40-2136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36 9050 0 0,'0'0'13448'0'0,"-29"-6"-13108"0"0,-89-18-93 0 0,78 18-125 0 0,25 6-33 0 0,5 1-43 0 0,6-2-42 0 0,1 1-1 0 0,-1 0 0 0 0,0 1 0 0 0,1-1 0 0 0,-1 1 0 0 0,0-1 1 0 0,1 1-1 0 0,-1 0 0 0 0,1 1 0 0 0,-1-1 0 0 0,1 0 0 0 0,-6 4 1 0 0,8-4-3 0 0,-1 0 1 0 0,1 0 0 0 0,-1 0-1 0 0,1 0 1 0 0,-1 0 0 0 0,1 0-1 0 0,0 0 1 0 0,-1 0 0 0 0,1 1-1 0 0,0-1 1 0 0,0 0 0 0 0,0 1-1 0 0,0-1 1 0 0,0 1 0 0 0,0-1-1 0 0,1 1 1 0 0,-1 0-1 0 0,0-1 1 0 0,1 1 0 0 0,-1 0-1 0 0,1 0 1 0 0,0-1 0 0 0,-1 1-1 0 0,1 0 1 0 0,0 0 0 0 0,0-1-1 0 0,0 1 1 0 0,1 3 0 0 0,-1-2 19 0 0,1-1 0 0 0,-1 1 0 0 0,1-1 0 0 0,0 0 0 0 0,0 1 0 0 0,0-1 0 0 0,0 0 0 0 0,0 1 0 0 0,4 3 0 0 0,16 18 150 0 0,-11-13-124 0 0,4 5 2 0 0,61 76 65 0 0,-65-77-112 0 0,0 0-1 0 0,-2 1 0 0 0,1 0 0 0 0,9 27 0 0 0,-12-24-6 0 0,-1 1-1 0 0,-1-1 0 0 0,-1 1 1 0 0,0 0-1 0 0,-1 37 1 0 0,-2-23 0 0 0,1 44-16 0 0,-1-64 37 0 0,2 1-1 0 0,0 0 0 0 0,6 17 1 0 0,-6-22-3 0 0,-1-7-6 0 0,0 0 0 0 0,0 0-1 0 0,0 0 1 0 0,0 0 0 0 0,0 0-1 0 0,0 0 1 0 0,4 4-1 0 0,-3-4 9 0 0,-1-2 11 0 0,-1 0 0 0 0,1 0 0 0 0,0 0 0 0 0,0 0 0 0 0,0 0 0 0 0,0 0 0 0 0,0 0 0 0 0,0-1 0 0 0,2 2 0 0 0,3 2 160 0 0,-5-3-121 0 0,1 0-1 0 0,0 1 0 0 0,0-1 0 0 0,0 0 1 0 0,0-1-1 0 0,4 2 0 0 0,5 0 86 0 0,0-1 0 0 0,1-1-1 0 0,20-1 1 0 0,-27 0-192 0 0,-1 0 0 0 0,1 0-1 0 0,0 0 1 0 0,-1-1 0 0 0,1 1-1 0 0,7-5 1 0 0,7-6-3060 0 0,-17 10 1396 0 0,0 0 1 0 0,7-8-5117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25 11658 0 0,'0'0'12008'0'0,"18"-5"-12057"0"0,60-14 10 0 0,-76 19 38 0 0,0 0 0 0 0,0-1-1 0 0,0 1 1 0 0,0 0-1 0 0,0 1 1 0 0,0-1 0 0 0,0 0-1 0 0,4 1 1 0 0,-5 0 0 0 0,0-1 0 0 0,0 1 1 0 0,0-1-1 0 0,-1 1 0 0 0,1-1 0 0 0,0 1 1 0 0,0 0-1 0 0,0-1 0 0 0,0 2 0 0 0,-1-2 1 0 0,17 20-12 0 0,0-1-1 0 0,-2 2 0 0 0,17 30 1 0 0,-27-42 0 0 0,-1 1 1 0 0,0-1 0 0 0,0 1 0 0 0,3 14-1 0 0,-6-20 14 0 0,0 1 0 0 0,-1 0 0 0 0,1 0 0 0 0,-1 0 0 0 0,0 0 0 0 0,0 0 0 0 0,0 0 0 0 0,-1 0 0 0 0,0-1 0 0 0,0 1-1 0 0,-2 7 1 0 0,2-10 19 0 0,0 1 0 0 0,0-1 0 0 0,-1 0 0 0 0,1 1 0 0 0,-1-1 0 0 0,1 0 0 0 0,-1 0-1 0 0,0 0 1 0 0,0 0 0 0 0,0 0 0 0 0,0 0 0 0 0,-1 0 0 0 0,-2 1 0 0 0,1-1 35 0 0,0 0 0 0 0,0 0 0 0 0,-1-1 0 0 0,1 1 0 0 0,0-1-1 0 0,-1 0 1 0 0,-7 1 0 0 0,4-2 21 0 0,0 0 1 0 0,-1 0-1 0 0,1 0 0 0 0,0-1 0 0 0,-1 0 0 0 0,1-1 0 0 0,0 0 0 0 0,-11-4 0 0 0,14 4-38 0 0,-68-30 422 0 0,63 27-389 0 0,1-1 0 0 0,-1 1 0 0 0,1-2-1 0 0,1 1 1 0 0,-10-9 0 0 0,16 12-46 0 0,-1 0 0 0 0,1 0 1 0 0,0 0-1 0 0,0-1 0 0 0,0 1 1 0 0,0 0-1 0 0,1-1 0 0 0,0 1 0 0 0,-1-1 1 0 0,1 0-1 0 0,0 1 0 0 0,1-1 1 0 0,-1 0-1 0 0,1 0 0 0 0,-1 1 1 0 0,1-1-1 0 0,0 0 0 0 0,1 0 0 0 0,-1 0 1 0 0,2-4-1 0 0,-2 6-56 0 0,1 0 1 0 0,-1 1-1 0 0,1-1 0 0 0,0 1 1 0 0,0-1-1 0 0,0 0 0 0 0,-1 1 1 0 0,1 0-1 0 0,1-1 0 0 0,-1 1 1 0 0,0 0-1 0 0,0-1 0 0 0,0 1 0 0 0,1 0 1 0 0,2-2-1 0 0,2-1-398 0 0,1 1 0 0 0,10-5-1 0 0,-7 4-406 0 0,-3 1-213 0 0,0 0 1 0 0,0 1-1 0 0,0 0 1 0 0,0 0 0 0 0,13-1-1 0 0,18 2-10094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9954 0 0,'0'0'12728'0'0,"16"-8"-12710"0"0,48-22-13 0 0,-61 28-6 0 0,0 1-1 0 0,0 0 1 0 0,0 0 0 0 0,0 0 0 0 0,0 1 0 0 0,4-1 0 0 0,-6 1 0 0 0,-1 0 0 0 0,1 0 0 0 0,0 0 0 0 0,0 0 0 0 0,0 0 1 0 0,0 1-1 0 0,0-1 0 0 0,0 0 0 0 0,0 1 0 0 0,1 0 1 0 0,4 1-3 0 0,17 7-17 0 0,40 21 0 0 0,-56-26-11 0 0,0 0 1 0 0,0 1-1 0 0,0 0 1 0 0,-1 0-1 0 0,0 1 1 0 0,0-1-1 0 0,0 1 0 0 0,-1 1 1 0 0,7 9-1 0 0,-9-12 11 0 0,-1 1 0 0 0,0-1 0 0 0,-1 1 0 0 0,1-1 0 0 0,-1 1 0 0 0,0 0 0 0 0,0-1 0 0 0,0 9 0 0 0,0 4-13 0 0,-2 19 0 0 0,0-29 35 0 0,0 7 28 0 0,-1 0 0 0 0,-1 0 0 0 0,0-1 0 0 0,-10 26 0 0 0,11-33-11 0 0,0-1 1 0 0,1 1-1 0 0,0 0 0 0 0,0 1 1 0 0,-1 8-1 0 0,3 33 158 0 0,-1-46-165 0 0,2 9 30 0 0,0-1 0 0 0,1 1 0 0 0,0-1 0 0 0,0 0 0 0 0,1 0 0 0 0,7 13 0 0 0,1 4 31 0 0,-8-18-48 0 0,0 4 21 0 0,2-1 0 0 0,-1 0 0 0 0,1 0 0 0 0,1-1 0 0 0,13 18 0 0 0,-18-27-42 0 0,0 0-1 0 0,0 0 1 0 0,-1-1 0 0 0,1 1-1 0 0,-1 0 1 0 0,1 0-1 0 0,-1 1 1 0 0,0-1-1 0 0,0 0 1 0 0,0 0-1 0 0,0 1 1 0 0,0-1 0 0 0,-1 0-1 0 0,2 5 1 0 0,-3-7-2 0 0,1 1 0 0 0,0-1 1 0 0,0 0-1 0 0,-1 1 0 0 0,1-1 0 0 0,0 0 1 0 0,-1 0-1 0 0,1 1 0 0 0,-1-1 1 0 0,1 0-1 0 0,0 0 0 0 0,-1 0 0 0 0,1 0 1 0 0,-1 1-1 0 0,1-1 0 0 0,0 0 1 0 0,-1 0-1 0 0,1 0 0 0 0,-1 0 0 0 0,1 0 1 0 0,-1 0-1 0 0,1 0 0 0 0,0 0 1 0 0,-1 0-1 0 0,1 0 0 0 0,-1-1 0 0 0,-4 2 30 0 0,-11 2-223 0 0,0 0 0 0 0,0-1 0 0 0,-1-1 0 0 0,-24-1 0 0 0,-17 1-6441 0 0,42-1 772 0 0,3 0-4058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8890 0 0,'0'0'14518'0'0,"-2"2"-14476"0"0,0 1-25 0 0,1-1-1 0 0,-1 0 0 0 0,1 1 0 0 0,0-1 0 0 0,0 1 1 0 0,0-1-1 0 0,0 1 0 0 0,0-1 0 0 0,1 1 1 0 0,-1 0-1 0 0,1-1 0 0 0,0 1 0 0 0,0 0 0 0 0,0 0 1 0 0,0-1-1 0 0,0 1 0 0 0,1 5 0 0 0,1 2 57 0 0,0 0-1 0 0,0-1 0 0 0,7 19 1 0 0,10 18 97 0 0,17 41-57 0 0,-28-68-330 0 0,8 17-1232 0 0,-5-13-4246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10986 0 0,'0'0'11533'0'0,"-27"1"-11356"0"0,-84 6-72 0 0,73-4-51 0 0,27 0-36 0 0,3-1-33 0 0,-13 3-382 0 0,-11 4-2295 0 0,13-3-5284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0,'0'0'14042'0'0,"25"16"-13902"0"0,82 50-39 0 0,-51-28-24 0 0,-46-31-67 0 0,5 5-183 0 0,1 0 0 0 0,-2 1-1 0 0,0 1 1 0 0,0 0 0 0 0,20 28 0 0 0,-29-32-1130 0 0,-4-9 753 0 0,-1 0 1 0 0,0 0-1 0 0,1 0 0 0 0,-1 0 0 0 0,1 0 1 0 0,-1 0-1 0 0,1 0 0 0 0,0 0 1 0 0,-1 0-1 0 0,1-1 0 0 0,0 1 0 0 0,0 0 1 0 0,-1 0-1 0 0,3 0 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9706 0 0,'0'0'13094'0'0,"-21"24"-13004"0"0,-63 74-16 0 0,79-92-54 0 0,-1 0 0 0 0,-8 15 0 0 0,14-21-18 0 0,-6 11-348 0 0,0 1 1 0 0,-1-2-1 0 0,-9 12 0 0 0,12-18-2317 0 0,1-1 0 0 0,-1 1 0 0 0,-6 4 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35 10618 0 0,'0'0'12858'0'0,"-24"-6"-12836"0"0,-71-16-2 0 0,63 15 3 0 0,23 8 4 0 0,3 1-11 0 0,-13 2-5 0 0,-26 10 0 0 0,45-14-11 0 0,-1 0 0 0 0,1 0 0 0 0,0 0-1 0 0,-1 0 1 0 0,1 0 0 0 0,-1 0 0 0 0,1 0 0 0 0,0 1-1 0 0,-1-1 1 0 0,1 0 0 0 0,-1 0 0 0 0,1 0-1 0 0,0 1 1 0 0,-1-1 0 0 0,1 0 0 0 0,0 0 0 0 0,0 1-1 0 0,-1-1 1 0 0,1 0 0 0 0,0 1 0 0 0,-1-1-1 0 0,1 1 1 0 0,0-1 0 0 0,0 0 0 0 0,0 1 0 0 0,0-1-1 0 0,-1 0 1 0 0,1 1 0 0 0,0-1 0 0 0,0 1-1 0 0,0-1 1 0 0,0 1 0 0 0,0-1 0 0 0,0 0 0 0 0,0 1-1 0 0,0-1 1 0 0,0 1 0 0 0,0-1 0 0 0,0 1-1 0 0,0-1 1 0 0,1 0 0 0 0,-1 1 0 0 0,0-1-1 0 0,0 1 1 0 0,0-1 0 0 0,1 1 0 0 0,1 2 39 0 0,0 0 0 0 0,1 0 0 0 0,-1 0 0 0 0,5 4 1 0 0,0 0 2 0 0,2 3-53 0 0,-2 0-1 0 0,1 1 0 0 0,-1 0 0 0 0,-1 0 0 0 0,0 1 0 0 0,-1 0 0 0 0,0 0 1 0 0,4 14-1 0 0,-4-8 12 0 0,3 28 1 0 0,-4-23 14 0 0,-2-4 0 0 0,1 25-1 0 0,-2-11-5 0 0,2 17-2 0 0,-2-16 78 0 0,7 36-1 0 0,-6-59 20 0 0,1 0 0 0 0,0-1-1 0 0,1 1 1 0 0,0-1-1 0 0,8 15 1 0 0,-11-23-35 0 0,0-1 0 0 0,1 1 0 0 0,-1 0 0 0 0,0-1 0 0 0,1 1 0 0 0,-1-1 0 0 0,1 0 0 0 0,0 1 0 0 0,0-1 0 0 0,-1 0 0 0 0,1 0 0 0 0,0 0 0 0 0,0 0 0 0 0,0 0 0 0 0,0-1 0 0 0,0 1-1 0 0,0-1 1 0 0,3 1 0 0 0,4 0 154 0 0,1 0 0 0 0,-1-1 0 0 0,9 0-1 0 0,-1-1-219 0 0,-3 1-18 0 0,-8 1-108 0 0,0-1 0 0 0,0 0 0 0 0,0-1 0 0 0,0 1 0 0 0,0-1-1 0 0,0 0 1 0 0,9-3 0 0 0,-6 1-1145 0 0,3-2-2819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9506 0 0,'0'0'14360'0'0,"9"-12"-14296"0"0,25-37-18 0 0,-33 47-44 0 0,0 1-1 0 0,0 0 1 0 0,1-1 0 0 0,-1 1 0 0 0,0 0 0 0 0,0 0 0 0 0,1 0-1 0 0,-1 0 1 0 0,2-1 0 0 0,-2 2-2 0 0,0 0 1 0 0,-1-1-1 0 0,1 1 1 0 0,-1 0-1 0 0,1 0 1 0 0,-1 0-1 0 0,1 0 1 0 0,0 0-1 0 0,-1 0 1 0 0,1 0-1 0 0,-1 0 0 0 0,1 0 1 0 0,-1 0-1 0 0,1 1 1 0 0,4 0-1 0 0,3-1-10 0 0,0 1 1 0 0,0 0-1 0 0,0 1 0 0 0,0 0 0 0 0,-1 0 0 0 0,1 0 1 0 0,-1 1-1 0 0,15 8 0 0 0,-14-7 4 0 0,-1 0 0 0 0,1 0 1 0 0,-1 1-1 0 0,9 7 0 0 0,-14-10 2 0 0,0 0 0 0 0,0 0 0 0 0,0 0 0 0 0,-1 0 0 0 0,1 0 0 0 0,0 0-1 0 0,-1 1 1 0 0,0-1 0 0 0,1 0 0 0 0,-1 1 0 0 0,0-1 0 0 0,0 1 0 0 0,-1 0 0 0 0,1-1 0 0 0,0 1 0 0 0,-1 0 0 0 0,1 4-1 0 0,-2-4 10 0 0,1-1-1 0 0,0 1 0 0 0,-1-1 0 0 0,1 1 0 0 0,-1-1 0 0 0,0 1 0 0 0,0-1 0 0 0,0 1 0 0 0,0-1 0 0 0,-1 0 1 0 0,1 1-1 0 0,0-1 0 0 0,-1 0 0 0 0,0 0 0 0 0,-2 3 0 0 0,-5 3 59 0 0,1 0-1 0 0,-14 8 1 0 0,-5 5 118 0 0,19-14-124 0 0,5-5-32 0 0,-1 1 0 0 0,1 0 1 0 0,0 0-1 0 0,0 0 0 0 0,1 0 0 0 0,-1 0 1 0 0,0 0-1 0 0,1 1 0 0 0,-4 6 1 0 0,6-9 2 0 0,0 0 0 0 0,0-1-1 0 0,0 1 1 0 0,0 0 0 0 0,0-1 0 0 0,0 1 0 0 0,0 0 0 0 0,0-1 0 0 0,0 1 0 0 0,0 0 0 0 0,1-1 0 0 0,-1 1 0 0 0,0 0 0 0 0,0-1 0 0 0,1 1 0 0 0,-1 0 0 0 0,0-1 0 0 0,1 1 0 0 0,-1-1 0 0 0,0 1 0 0 0,1-1 0 0 0,-1 1 0 0 0,1-1 0 0 0,-1 1 0 0 0,1-1 0 0 0,-1 1 0 0 0,1-1 0 0 0,-1 0 0 0 0,1 1 0 0 0,0-1 0 0 0,-1 0 0 0 0,1 1 0 0 0,0-1 0 0 0,-1 0-1 0 0,1 0 1 0 0,-1 0 0 0 0,1 1 0 0 0,0-1 0 0 0,1 0 0 0 0,4 1 109 0 0,0-1-1 0 0,0 1 0 0 0,9-1 0 0 0,-8-1-95 0 0,23 1-159 0 0,0-2 1 0 0,0-1-1 0 0,35-9 0 0 0,-45 8-866 0 0,11-3-2648 0 0,-11 2-3700 0 0,-13 4 1514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0,'0'0'10468'0'0,"28"3"-10209"0"0,86 10 18 0 0,-76-8 9 0 0,39 16 1226 0 0,-76-21-1473 0 0,1 0 1 0 0,-1 1-1 0 0,0-1 1 0 0,1 1 0 0 0,-1-1-1 0 0,0 1 1 0 0,1-1-1 0 0,-1 1 1 0 0,0 0-1 0 0,0-1 1 0 0,1 1-1 0 0,-1 0 1 0 0,0 0-1 0 0,2 2 1 0 0,-3-2-48 0 0,1 0 0 0 0,-1 1 0 0 0,1-1 0 0 0,-1 0 0 0 0,1 0 1 0 0,-1 1-1 0 0,0-1 0 0 0,1 0 0 0 0,-1 1 0 0 0,0-1 0 0 0,0 0 0 0 0,0 1 0 0 0,0-1 0 0 0,0 0 1 0 0,-1 2-1 0 0,0 3 13 0 0,-6 86 292 0 0,7-77-207 0 0,1 0-1 0 0,1-1 0 0 0,5 24 1 0 0,4 23 72 0 0,6 20 176 0 0,-5-20-115 0 0,-6-31-144 0 0,-4-17 6 0 0,5 16 0 0 0,-2-12-8 0 0,-4-10-23 0 0,2 0-1 0 0,4 11 0 0 0,-5-13 108 0 0,0-1 0 0 0,-1 0-1 0 0,1 1 1 0 0,-1-1-1 0 0,0 1 1 0 0,0 0 0 0 0,0-1-1 0 0,-1 6 1 0 0,-10-3-20 0 0,3-4-446 0 0,0-1 0 0 0,-1 1 0 0 0,1-1 0 0 0,-14 2 0 0 0,-31 1-6053 0 0,43-4 4549 0 0,-8 0-3806 0 0,4-1-2604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0,'0'0'9636'0'0,"9"7"-9353"0"0,2 0-131 0 0,-3-1 49 0 0,0 0 0 0 0,0 0-1 0 0,0 1 1 0 0,9 11 0 0 0,13 16 1381 0 0,-1 1 0 0 0,35 58 0 0 0,-48-66-1130 0 0,-2 0-1 0 0,0 1 0 0 0,-2 1 1 0 0,14 47-1 0 0,-17-42-183 0 0,-1-1 1 0 0,-2 1-1 0 0,4 68 1 0 0,-10-88-222 0 0,0-1 22 0 0,-2 16 0 0 0,2-24-54 0 0,-1-1 0 0 0,0 1 0 0 0,-1-1 0 0 0,1 0 1 0 0,-1 1-1 0 0,1-1 0 0 0,-4 5 0 0 0,-1 2 209 0 0,-1 0 0 0 0,-9 10-1 0 0,-2-4-2758 0 0,15-15 690 0 0,0 0 1 0 0,1 0 0 0 0,-1 0-1 0 0,0-1 1 0 0,-5 2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73 103 496 0 0,'0'0'22420'0'0,"3"-16"-21988"0"0,11-48-99 0 0,-8 47-126 0 0,-6 17-202 0 0,0 0 0 0 0,0-1 0 0 0,0 1 0 0 0,0 0-1 0 0,0 0 1 0 0,0 0 0 0 0,0 0 0 0 0,1 0 0 0 0,-1 0-1 0 0,0 0 1 0 0,0-1 0 0 0,0 1 0 0 0,0 0 0 0 0,0 0 0 0 0,0 0-1 0 0,0 0 1 0 0,1 0 0 0 0,-1 0 0 0 0,0 0 0 0 0,0 0 0 0 0,0 0-1 0 0,0 0 1 0 0,0 0 0 0 0,1 0 0 0 0,-1 0 0 0 0,0 0 0 0 0,0 0-1 0 0,0 0 1 0 0,0 0 0 0 0,0 0 0 0 0,1 0 0 0 0,-1 0-1 0 0,2 0 62 0 0,1-1-49 0 0,0 0 0 0 0,0 1 0 0 0,0-1 0 0 0,0 1 0 0 0,0 0 0 0 0,5 0 0 0 0,-8 1-51 0 0,0 0-1 0 0,1 0 1 0 0,-1 1 0 0 0,0-1 0 0 0,0 0-1 0 0,1 1 1 0 0,-1-1 0 0 0,0 0 0 0 0,0 1 0 0 0,-1 1-1 0 0,1-2 14 0 0,0 0 21 0 0,0 0 0 0 0,0 0 0 0 0,-1 0 0 0 0,1-1-1 0 0,0 1 1 0 0,0 0 0 0 0,-1 0 0 0 0,1 0 0 0 0,-1 0-1 0 0,1-1 1 0 0,-1 1 0 0 0,1 0 0 0 0,-1-1 0 0 0,1 1-1 0 0,-1 0 1 0 0,0 0 0 0 0,-14 11 123 0 0,6-6 1 0 0,2 0-6 0 0,-1 0 58 0 0,-13 14 1 0 0,19-16-163 0 0,-1-1 0 0 0,1 0 0 0 0,-1 1 0 0 0,1 0 0 0 0,0-1 0 0 0,1 1 0 0 0,-3 6 0 0 0,-6 22 25 0 0,1 1 1 0 0,2 0-1 0 0,1 0 0 0 0,1 0 0 0 0,1 40 0 0 0,2 73 101 0 0,3-125-103 0 0,1 1 0 0 0,1-1 1 0 0,1 1-1 0 0,0-1 0 0 0,2 0 0 0 0,0-1 0 0 0,2 0 1 0 0,16 33-1 0 0,-16-40 10 0 0,0 0 1 0 0,1-1-1 0 0,0 0 1 0 0,1-1 0 0 0,1 0-1 0 0,0 0 1 0 0,0-1-1 0 0,22 15 1 0 0,-26-20-72 0 0,0-1 0 0 0,1 0 0 0 0,-1 0 0 0 0,1-1 0 0 0,-1 0 0 0 0,1-1 0 0 0,15 4 0 0 0,-13-5-817 0 0,0 0 0 0 0,0 0 0 0 0,14-1 0 0 0,-22 0 212 0 0,1-1-1 0 0,0 1 1 0 0,-1-1-1 0 0,1 0 1 0 0,5-1-1 0 0,5-5-5496 0 0,-11 7 4779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7538 0 0,'0'0'18312'0'0,"1"-6"-18307"0"0,0 2-6 0 0,0 2 0 0 0,-1 1 1 0 0,0-1-1 0 0,1 0 1 0 0,-1 1-1 0 0,1-1 1 0 0,0 1 0 0 0,1-3-1 0 0,-2 3 1 0 0,1 1 0 0 0,-1 0 0 0 0,0-1 0 0 0,1 1 0 0 0,-1 0 0 0 0,1 0 0 0 0,-1 0 0 0 0,0-1 0 0 0,1 1 0 0 0,-1 0 0 0 0,1 0-1 0 0,-1 0 1 0 0,1 0 0 0 0,-1 0 0 0 0,0 0 0 0 0,1 0 0 0 0,-1 0 0 0 0,1 0 0 0 0,-1 0 0 0 0,1 0 0 0 0,-1 0 0 0 0,1 0 0 0 0,-1 0 0 0 0,0 0 0 0 0,1 0 0 0 0,-1 0 0 0 0,1 1 0 0 0,-1-1 0 0 0,0 0 0 0 0,1 0 0 0 0,-1 0 0 0 0,1 1 0 0 0,-1-1-1 0 0,0 0 1 0 0,1 1 0 0 0,-1-1 0 0 0,0 0 0 0 0,1 1 0 0 0,39 33 0 0 0,23 16 2 0 0,-11-12 5 0 0,59 39 46 0 0,-81-59-35 0 0,60 28 1 0 0,-75-39-202 0 0,-2-1 125 0 0,18 5 1 0 0,-26-10-626 0 0,0 0-1 0 0,0 0 1 0 0,0 0 0 0 0,6 0 0 0 0,-9-8-5948 0 0,-4-2 2266 0 0,-2 2-468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10946 0 0,'0'0'13799'0'0,"-20"6"-13555"0"0,-65 21-45 0 0,59-16-91 0 0,25-11-97 0 0,0 1 0 0 0,1-1-1 0 0,-1 1 1 0 0,0 0 0 0 0,0-1 0 0 0,1 1-1 0 0,-1 0 1 0 0,1 0 0 0 0,-1-1-1 0 0,0 2 1 0 0,-2 3 42 0 0,-10 14 109 0 0,-19 39 0 0 0,16-15-350 0 0,15-41-222 0 0,0 1 0 0 0,0-1 0 0 0,-1 0 0 0 0,1 1 0 0 0,-3 2 0 0 0,-2-1-3707 0 0,-4-1-4421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79 9058 0 0,'0'0'16346'0'0,"-11"-13"-16294"0"0,-37-38-35 0 0,32 37-19 0 0,16 14 2 0 0,0 0-1 0 0,-1 0 1 0 0,1 0-1 0 0,0 0 1 0 0,0 0-1 0 0,-1-1 1 0 0,1 1-1 0 0,0 0 1 0 0,-1 0-1 0 0,1 0 1 0 0,0 0-1 0 0,-1 0 1 0 0,1 0-1 0 0,0 0 1 0 0,0 0-1 0 0,-1 0 1 0 0,1 0-1 0 0,0 0 1 0 0,-1 0-1 0 0,-2 1-5 0 0,-10-1-1 0 0,1 1 1 0 0,-1 0 0 0 0,-22 6-1 0 0,26-5 4 0 0,5-1 2 0 0,1 0 0 0 0,-1 0 0 0 0,1 0 0 0 0,-6 0 0 0 0,8 0-5 0 0,1 0 1 0 0,0 0-1 0 0,-1 0 0 0 0,1 0 0 0 0,0 1 0 0 0,0-1 0 0 0,0 0 0 0 0,-1 0 0 0 0,1 0 0 0 0,0 0 0 0 0,1 1 0 0 0,-1 1 0 0 0,0-1 14 0 0,1 18 0 0 0,7 36 0 0 0,-2-15-16 0 0,11 54 52 0 0,-6-45-56 0 0,-4-12 30 0 0,23 69 0 0 0,-20-75-4 0 0,7 13 40 0 0,-12-30-34 0 0,4 6 0 0 0,-5-12-28 0 0,-4-9 27 0 0,0 1-1 0 0,1 0 1 0 0,-1 0-1 0 0,0-1 1 0 0,0 1-1 0 0,1 0 1 0 0,-1-1-1 0 0,0 1 1 0 0,1-1-1 0 0,-1 1 1 0 0,1 0-1 0 0,-1-1 1 0 0,1 1-1 0 0,-1-1 1 0 0,1 1-1 0 0,-1-1 1 0 0,1 1-1 0 0,0-1 1 0 0,-1 0-1 0 0,1 1 1 0 0,0-1-1 0 0,0 1 1 0 0,14 1 258 0 0,0-1 0 0 0,0 0 1 0 0,29-4-1 0 0,-29 2-229 0 0,55-5-8 0 0,-63 5-461 0 0,-1-1 0 0 0,0 1 0 0 0,0-1 0 0 0,9-4 0 0 0,-13 5-8 0 0,-1 1 43 0 0,0 0-1 0 0,-1-1 0 0 0,1 1 1 0 0,-1 0-1 0 0,1-1 0 0 0,0 1 1 0 0,-1-1-1 0 0,1 1 0 0 0,-1 0 1 0 0,1-1-1 0 0,-1 1 0 0 0,1-1 1 0 0,0 0-1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8546 0 0,'0'0'15977'0'0,"-2"-2"-15927"0"0,-5-1-44 0 0,7 3-5 0 0,0 0 0 0 0,-1 0 0 0 0,1 0-1 0 0,0 0 1 0 0,0 0 0 0 0,0 0 0 0 0,-1 0-1 0 0,1 0 1 0 0,0 0 0 0 0,0 0 0 0 0,0 1 0 0 0,0-1-1 0 0,-1 0 1 0 0,1 0 0 0 0,0 0 0 0 0,0 0-1 0 0,0 0 1 0 0,0 1 0 0 0,0-1 0 0 0,0 0-1 0 0,0 0 1 0 0,-1 0 0 0 0,1 0 0 0 0,0 1 0 0 0,0-1-1 0 0,0 0 1 0 0,0 3 13 0 0,-1 0 0 0 0,1-1-1 0 0,0 1 1 0 0,0 5 0 0 0,0 0 13 0 0,0 8 37 0 0,1-1 0 0 0,0 0-1 0 0,5 22 1 0 0,-3-28-15 0 0,-1 0-1 0 0,1-1 1 0 0,1 1-1 0 0,0-1 0 0 0,0 0 1 0 0,0 0-1 0 0,8 9 1 0 0,-11-15-46 0 0,10 14 88 0 0,1-1-1 0 0,27 27 0 0 0,-37-41-143 0 0,9 7-4613 0 0,-8-18-1207 0 0,-8-10-4111 0 0,2 14 4947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6233 0 0,'0'0'16013'0'0,"3"-15"-15956"0"0,11-47-31 0 0,-14 61-26 0 0,0 0 0 0 0,1 0 1 0 0,-1 0-1 0 0,0-1 0 0 0,1 1 1 0 0,-1 0-1 0 0,1 0 1 0 0,-1 0-1 0 0,1 1 0 0 0,0-1 1 0 0,-1 0-1 0 0,1 0 0 0 0,0 0 1 0 0,-1 0-1 0 0,2 0 0 0 0,-1 0 0 0 0,-1 1 1 0 0,1 0-1 0 0,-1 0 0 0 0,0 0 0 0 0,1 0 0 0 0,-1 0 0 0 0,1 0 1 0 0,-1 0-1 0 0,1 0 0 0 0,-1 0 0 0 0,0 0 0 0 0,1 0 1 0 0,-1 0-1 0 0,1 0 0 0 0,-1 0 0 0 0,0 0 0 0 0,1 0 0 0 0,0 1 1 0 0,1-1 0 0 0,13 2 0 0 0,0 0 0 0 0,0 0-1 0 0,-1 1 1 0 0,1 1 0 0 0,19 8-1 0 0,6 1 12 0 0,53 10 116 0 0,-84-22 18 0 0,-7-1 265 0 0,-4 1-123 0 0,-1 2-318 0 0,1 0 24 0 0,-1 0 1 0 0,1 0-1 0 0,0 0 0 0 0,0 1 0 0 0,0-1 0 0 0,0 0 1 0 0,1 1-1 0 0,-1-1 0 0 0,1 1 0 0 0,0 0 0 0 0,0 0 0 0 0,-1 3 1 0 0,1 6 16 0 0,0 0 1 0 0,0 15 0 0 0,1-19-4 0 0,1 0-1 0 0,0 0 1 0 0,1 0 0 0 0,3 11-1 0 0,13 34 66 0 0,-12-38-70 0 0,21 47-2 0 0,-13-25 22 0 0,-7-21-10 0 0,-2 1 0 0 0,5 18-1 0 0,-9-28-13 0 0,2 6 21 0 0,-1 0 0 0 0,1 28 0 0 0,-3-42 97 0 0,-13 4-409 0 0,0 0-168 0 0,-9-2-4362 0 0,-42 0 0 0 0,38-3-2464 0 0,13 1 1358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7394 0 0,'0'0'14552'0'0,"0"0"-14547"0"0,-1 1 0 0 0,1-1 0 0 0,-1 0 0 0 0,0 0 0 0 0,1 1 0 0 0,-1-1 0 0 0,1 0 0 0 0,-1 1 0 0 0,1-1 0 0 0,0 1 0 0 0,-1-1-1 0 0,1 0 1 0 0,-1 2 0 0 0,-2 9 14 0 0,1 1 0 0 0,1-1-1 0 0,0 1 1 0 0,0-1 0 0 0,1 1-1 0 0,2 13 1 0 0,-1-15-6 0 0,0 4 32 0 0,1-1-1 0 0,1 0 0 0 0,8 25 0 0 0,-5-18-9 0 0,-1-8-125 0 0,0 0 0 0 0,0 0-1 0 0,12 18 1 0 0,10 11-4402 0 0,-27-40 4250 0 0,2 2-1291 0 0,1 0 0 0 0,-1-1 0 0 0,0 1 0 0 0,1-1 0 0 0,-1 1 0 0 0,4 1 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43 9634 0 0,'0'0'13128'0'0,"-28"-7"-12874"0"0,-90-21-64 0 0,81 21-101 0 0,25 7-20 0 0,3 0-29 0 0,2 0-229 0 0,-1 0 1 0 0,1 0-1 0 0,0 1 1 0 0,-1 0-1 0 0,1 0 1 0 0,0 1-1 0 0,-1 0 1 0 0,-12 5-1 0 0,1 3-4433 0 0,8-4-2545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3801 0 0,'0'0'12941'0'0,"-3"-3"-12970"0"0,-3-4 9 0 0,1 1 71 0 0,15 15 186 0 0,4 2 55 0 0,0-1-1 0 0,22 12 1 0 0,-11-7-63 0 0,17 11 78 0 0,1-3 0 0 0,1-1-1 0 0,60 21 1 0 0,-85-36-401 0 0,0 0 1 0 0,24 15-1 0 0,-35-20-944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9050 0 0,'0'0'12457'0'0,"-16"12"-12339"0"0,-46 39-33 0 0,58-48-73 0 0,0-1 1 0 0,1 1-1 0 0,0 0 0 0 0,0 1 0 0 0,0-1 1 0 0,-5 7-1 0 0,4-4 18 0 0,-16 29 141 0 0,12-21-110 0 0,-6 22-105 0 0,7-21-521 0 0,-5 8-3657 0 0,2-9-4326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2417 0 0,'0'0'17791'0'0,"4"-5"-17656"0"0,16-16-31 0 0,-16 16 1 0 0,-4 7-88 0 0,0 0 0 0 0,-1-1 0 0 0,1 1 0 0 0,-1 0 0 0 0,0-1-1 0 0,1 1 1 0 0,-1 0 0 0 0,0-1 0 0 0,0 1 0 0 0,0-1 0 0 0,0 0 0 0 0,0 1-1 0 0,-1-1 1 0 0,1 0 0 0 0,0 1 0 0 0,0-1 0 0 0,-1 0 0 0 0,1 0-1 0 0,-4 1 1 0 0,-1 2 94 0 0,0 0-1 0 0,-1-1 1 0 0,-11 4-1 0 0,1-3 56 0 0,0 0 0 0 0,0-2-1 0 0,0 0 1 0 0,0-1 0 0 0,-26-1-1 0 0,25 0 12 0 0,-2-3 1938 0 0,29 4-2265 0 0,-5 4 93 0 0,-1 0 0 0 0,0 0 0 0 0,0 1 0 0 0,0-1 0 0 0,3 9 1 0 0,-2-4 41 0 0,2 5-1 0 0,-1 0 0 0 0,0 0 0 0 0,3 21 0 0 0,4 49-102 0 0,-5-26 67 0 0,-1-11 25 0 0,2 20-2 0 0,-5-56 19 0 0,0 3 7 0 0,4 15-1 0 0,-2-13 6 0 0,-4-13 2 0 0,0 0 0 0 0,0 0 0 0 0,0 0 1 0 0,1 0-1 0 0,2 6 0 0 0,4 4 12 0 0,-7-11-4 0 0,1 0-1 0 0,-1 0 0 0 0,1 0 0 0 0,0 0 1 0 0,0 0-1 0 0,0-1 0 0 0,0 1 0 0 0,1-1 1 0 0,2 4-1 0 0,1-2 33 0 0,-5-3-6 0 0,1 0-1 0 0,0 1 0 0 0,-1-1 1 0 0,1 0-1 0 0,0 0 0 0 0,0 0 1 0 0,0 0-1 0 0,0 0 0 0 0,0-1 1 0 0,0 1-1 0 0,0 0 1 0 0,3 0-1 0 0,6 0 137 0 0,0 0 0 0 0,0-1 0 0 0,17-1 0 0 0,-22 0-487 0 0,0 0 0 0 0,0 0 0 0 0,0-1 0 0 0,0 0 0 0 0,0 0 1 0 0,0 0-1 0 0,10-6 0 0 0,-11 5-603 0 0,8-5-3598 0 0,-1-1-4288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9298 0 0,'0'0'14548'0'0,"6"-7"-14548"0"0,18-21-6 0 0,-22 27 5 0 0,-1 0-1 0 0,0 0 1 0 0,0 1 0 0 0,0-1 0 0 0,1 0 0 0 0,-1 1-1 0 0,0-1 1 0 0,0 1 0 0 0,1-1 0 0 0,-1 1 0 0 0,1 0-1 0 0,-1-1 1 0 0,0 1 0 0 0,1 0 0 0 0,-1 0 0 0 0,1 0-1 0 0,-1 0 1 0 0,1 0 0 0 0,-1 0 0 0 0,0 1 0 0 0,1-1-1 0 0,-1 0 1 0 0,1 1 0 0 0,-1-1 0 0 0,0 1 0 0 0,2 0-1 0 0,2 1-1 0 0,150 55-55 0 0,-143-52 42 0 0,-8-4 8 0 0,0 1-1 0 0,1 0 0 0 0,-1 0 0 0 0,0 0 0 0 0,6 5 0 0 0,-9-7-12 0 0,0 1 0 0 0,0 0 0 0 0,-1-1 0 0 0,1 1 0 0 0,0 0 0 0 0,0 0 0 0 0,-1 0 0 0 0,1 0 0 0 0,-1-1 0 0 0,1 1 0 0 0,0 2 0 0 0,-1-2 12 0 0,0-1 1 0 0,0 1-1 0 0,0-1 0 0 0,0 1 0 0 0,0-1 0 0 0,0 1 0 0 0,0-1 1 0 0,0 1-1 0 0,0-1 0 0 0,-1 1 0 0 0,1-1 0 0 0,0 0 0 0 0,0 1 0 0 0,-1-1 1 0 0,1 1-1 0 0,0-1 0 0 0,0 0 0 0 0,-1 1 0 0 0,1-1 0 0 0,0 0 0 0 0,-1 1 1 0 0,1-1-1 0 0,-1 0 0 0 0,1 1 0 0 0,0-1 0 0 0,-2 0 0 0 0,-4 4 11 0 0,0-1 0 0 0,-1 0 0 0 0,1-1 0 0 0,-1 1 0 0 0,0-1 1 0 0,-10 1-1 0 0,10-1-1 0 0,0-1 1 0 0,0 1-1 0 0,0 1 1 0 0,0-1 0 0 0,-11 7-1 0 0,17-8-2 0 0,0 0-1 0 0,0 0 0 0 0,0 0 1 0 0,0 0-1 0 0,0 0 1 0 0,0 0-1 0 0,1 0 1 0 0,-1 0-1 0 0,0 1 0 0 0,1-1 1 0 0,-1 0-1 0 0,1 0 1 0 0,0 1-1 0 0,-1-1 0 0 0,1 0 1 0 0,0 1-1 0 0,0-1 1 0 0,0 0-1 0 0,0 1 0 0 0,0-1 1 0 0,0 0-1 0 0,0 1 1 0 0,0-1-1 0 0,0 0 0 0 0,1 1 1 0 0,-1-1-1 0 0,0 0 1 0 0,1 1-1 0 0,-1-1 0 0 0,1 0 1 0 0,0 0-1 0 0,-1 0 1 0 0,1 1-1 0 0,1 0 0 0 0,60 40 79 0 0,-36-25-79 0 0,-25-16-5 0 0,0 0-1 0 0,-1 0 1 0 0,1 0-1 0 0,0 0 1 0 0,0 0-1 0 0,0 1 1 0 0,-1-1 0 0 0,1 0-1 0 0,-1 0 1 0 0,1 0-1 0 0,-1 1 1 0 0,1-1 0 0 0,-1 0-1 0 0,0 1 1 0 0,1-1-1 0 0,-1 0 1 0 0,0 1-1 0 0,0-1 1 0 0,0 1 0 0 0,0-1-1 0 0,0 0 1 0 0,0 1-1 0 0,-1-1 1 0 0,1 0 0 0 0,0 1-1 0 0,-1-1 1 0 0,1 0-1 0 0,-1 0 1 0 0,1 1-1 0 0,-1-1 1 0 0,-1 2 0 0 0,-11 12 8 0 0,11-12-2 0 0,0 0 0 0 0,0 0 0 0 0,-1 0 0 0 0,1-1 1 0 0,-1 1-1 0 0,0-1 0 0 0,-4 3 0 0 0,0-1-456 0 0,1-1 0 0 0,-1 0 0 0 0,0 0 0 0 0,0-1 0 0 0,-12 3 1 0 0,11-4-2662 0 0,-1 0 0 0 0,-11 0 1 0 0,9-1-2143 0 0,1 0-372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8010 0 0,'0'0'16871'0'0,"6"-10"-16876"0"0,23-32-11 0 0,-28 41 15 0 0,-1 0 0 0 0,1 1 0 0 0,0-1-1 0 0,-1 0 1 0 0,1 0 0 0 0,0 1 0 0 0,0-1 0 0 0,0 0 0 0 0,0 1-1 0 0,-1-1 1 0 0,1 1 0 0 0,0-1 0 0 0,0 1 0 0 0,0 0 0 0 0,0-1 0 0 0,1 1-1 0 0,-1 0 1 0 0,0 0-1 0 0,0 0 0 0 0,0 0 1 0 0,0 0-1 0 0,0 0 0 0 0,-1 1 1 0 0,1-1-1 0 0,0 0 0 0 0,0 1 1 0 0,0-1-1 0 0,1 1 0 0 0,1 1-5 0 0,107 50-18 0 0,8 3 60 0 0,-113-52-11 0 0,0-1 0 0 0,1 0 0 0 0,11 2 0 0 0,-16-4 54 0 0,-16 1-913 0 0,12 1 824 0 0,1 0-1 0 0,-1-1 0 0 0,1 1 0 0 0,0 0 0 0 0,-1 0 0 0 0,1 0 0 0 0,0 1 0 0 0,0-1 0 0 0,0 1 0 0 0,1-1 0 0 0,-1 1 0 0 0,1-1 1 0 0,-1 1-1 0 0,1 0 0 0 0,-1 3 0 0 0,-3 6-36 0 0,1 1 1 0 0,-2 15-1 0 0,4-10 16 0 0,0 0 1 0 0,2 0-1 0 0,1 22 0 0 0,0-26 27 0 0,1 1 9 0 0,0-1-1 0 0,1 1 1 0 0,7 23-1 0 0,-2-10-12 0 0,8 14 56 0 0,-8-23-49 0 0,0 1-37 0 0,-3-10 53 0 0,-5-9-12 0 0,1-1 0 0 0,-1 1 0 0 0,1 0-1 0 0,-1 0 1 0 0,1 0 0 0 0,-1 0 0 0 0,1 0 0 0 0,-1 0 0 0 0,0 0 0 0 0,0 0 0 0 0,0 0 0 0 0,1 1-1 0 0,0 6-44 0 0,-1-7 36 0 0,0 0 0 0 0,1 0 0 0 0,-1 0 0 0 0,0 0 1 0 0,0 0-1 0 0,0 0 0 0 0,0 0 0 0 0,0 0 0 0 0,0 0 1 0 0,0 0-1 0 0,0 0 0 0 0,0 0 0 0 0,-1 0 0 0 0,1 0 1 0 0,0 0-1 0 0,0 0 0 0 0,-1 0 0 0 0,1 0 0 0 0,-1 0 1 0 0,0 1-1 0 0,-3 1-547 0 0,0 0 1 0 0,0-1 0 0 0,0 1 0 0 0,0-1 0 0 0,-1 0-1 0 0,1 0 1 0 0,0 0 0 0 0,-8 1 0 0 0,6-2-1972 0 0,1 0 0 0 0,-1 0 1 0 0,-9 0-1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5089 0 0,'0'0'9661'0'0,"32"16"-9432"0"0,-32-16-229 0 0,128 69 280 0 0,-120-65-226 0 0,0 0 1 0 0,-1 1-1 0 0,1 0 0 0 0,-1 1 0 0 0,9 9 1 0 0,67 79 1001 0 0,-68-74-820 0 0,-1 1-1 0 0,-1 0 0 0 0,10 24 0 0 0,-13-23-37 0 0,-1-1 0 0 0,-1 1 0 0 0,-1 1-1 0 0,-1 0 1 0 0,-1 0 0 0 0,-1 0-1 0 0,1 41 1 0 0,-6 0 36 0 0,0-56-219 0 0,0-1 0 0 0,0 1-1 0 0,-1 0 1 0 0,-1 0 0 0 0,1-1 0 0 0,-4 9 0 0 0,0-6 7 0 0,0 0 1 0 0,0-1-1 0 0,-1 0 1 0 0,0 0 0 0 0,0 0-1 0 0,-1-1 1 0 0,0 0 0 0 0,0 0-1 0 0,-17 11 1 0 0,11-10-795 0 0,-1 0-1 0 0,0-1 1 0 0,0-1 0 0 0,-1 0-1 0 0,-30 8 1 0 0,5-4-7160 0 0,26-7 770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61 3449 0 0,'0'0'15368'0'0,"-8"-9"-14526"0"0,-24-25-107 0 0,31 33-675 0 0,0 0 0 0 0,0 1 0 0 0,1-1 0 0 0,-1 0 0 0 0,0 1 0 0 0,1-1 0 0 0,-1 0 0 0 0,0 0 0 0 0,1 0 0 0 0,0 1 0 0 0,-1-1 0 0 0,1 0 0 0 0,-1 0 0 0 0,1 0 0 0 0,0 0 0 0 0,0 0 0 0 0,-1 0 0 0 0,0-2 2034 0 0,6 9-2193 0 0,1 1 137 0 0,1 0 0 0 0,0-1-1 0 0,9 7 1 0 0,5 4 56 0 0,43 47 244 0 0,28 31-7 0 0,23 23-59 0 0,115 107-88 0 0,-211-206-179 0 0,-1 0 1 0 0,24 34 0 0 0,-32-41 20 0 0,-8-10-26 0 0,0 0-1 0 0,0 1 0 0 0,-1-1 1 0 0,1 0-1 0 0,-1 1 1 0 0,1-1-1 0 0,-1 1 1 0 0,2 3-1 0 0,-2-4-434 0 0,-2-8-342 0 0,-6-4-1895 0 0,-14-18 0 0 0,11 16 693 0 0,-17-20-6501 0 0,17 22 618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66 4385 0 0,'0'0'20642'0'0,"-1"-11"-20229"0"0,-1-4-281 0 0,0-7 15 0 0,1 5 720 0 0,0 22-827 0 0,0 0 1 0 0,-1 0-1 0 0,1 0 1 0 0,-1 0 0 0 0,0 0-1 0 0,0-1 1 0 0,-1 1-1 0 0,-4 7 1 0 0,-4 8 163 0 0,-10 22 1 0 0,11-20-99 0 0,-9 24 139 0 0,-20 74 1 0 0,28-83-224 0 0,-51 171 230 0 0,43-148-180 0 0,17-56-176 0 0,0 1 0 0 0,0 0 0 0 0,-1 0 0 0 0,1-1 0 0 0,-1 1 0 0 0,0-1 0 0 0,-1 0 0 0 0,1 0 0 0 0,-1 0 0 0 0,0 0 0 0 0,-6 4 0 0 0,9-7-399 0 0,-1-1 0 0 0,1 1 0 0 0,0 0 0 0 0,-1-1 1 0 0,1 1-1 0 0,-1-1 0 0 0,1 0 0 0 0,0 1 0 0 0,-3-1 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 2865 0 0,'0'0'21418'0'0,"-2"-3"-20868"0"0,-8-10-76 0 0,10 13-457 0 0,0 0 1 0 0,0 0-1 0 0,0 0 1 0 0,0 0-1 0 0,0 0 0 0 0,0 0 1 0 0,0 0-1 0 0,0 0 1 0 0,0 0-1 0 0,0-1 1 0 0,0 1-1 0 0,0 0 1 0 0,0 0-1 0 0,0 0 1 0 0,0 0-1 0 0,0 0 0 0 0,0 0 1 0 0,0 0-1 0 0,0 0 1 0 0,0-1-1 0 0,0 1 1 0 0,0 0-1 0 0,0 0 1 0 0,0 0-1 0 0,0 0 1 0 0,0 0-1 0 0,0 0 0 0 0,0 0 1 0 0,0 0-1 0 0,0 0 1 0 0,0 0-1 0 0,0 0 1 0 0,1-1-1 0 0,-1 1 1 0 0,0 0-1 0 0,0 0 1 0 0,0 0-1 0 0,0 0 0 0 0,0 0 1 0 0,0 0-1 0 0,0 0 1 0 0,0 0-1 0 0,0 0 1 0 0,1 0-1 0 0,-1 0 1 0 0,0 0-1 0 0,0 0 1 0 0,0 0-1 0 0,0 0 0 0 0,0 0 1 0 0,0 0-1 0 0,0 0 1 0 0,0 0-1 0 0,0 0 1 0 0,1 0-1 0 0,-1 0 1 0 0,0 0-1 0 0,6 0-6 0 0,1 0 7 0 0,1 0 0 0 0,0 1 0 0 0,0 0 0 0 0,0 0 0 0 0,-1 1 0 0 0,10 3 0 0 0,29 10-47 0 0,36 13 46 0 0,-70-23-5 0 0,-8-4-20 0 0,0 1-1 0 0,0-1 0 0 0,0 1 0 0 0,0 0 0 0 0,0 0 1 0 0,-1 0-1 0 0,1 1 0 0 0,-1-1 0 0 0,1 1 1 0 0,-1 0-1 0 0,4 4 0 0 0,-6-6 5 0 0,-1-1 1 0 0,0 1-1 0 0,0-1 0 0 0,0 1 0 0 0,0-1 1 0 0,0 1-1 0 0,1-1 0 0 0,-1 1 1 0 0,0-1-1 0 0,0 1 0 0 0,0 0 1 0 0,0-1-1 0 0,0 1 0 0 0,-1-1 0 0 0,1 1 1 0 0,0-1-1 0 0,0 1 0 0 0,0-1 1 0 0,0 1-1 0 0,-1-1 0 0 0,1 1 1 0 0,0-1-1 0 0,0 1 0 0 0,-1-1 1 0 0,1 1-1 0 0,0-1 0 0 0,-1 1 0 0 0,1-1 1 0 0,0 0-1 0 0,-1 1 0 0 0,0-1 1 0 0,-13 11-54 0 0,-2-3 77 0 0,1-1 0 0 0,-1-1-1 0 0,-23 6 1 0 0,34-10-18 0 0,0-2-1 0 0,1 2 1 0 0,-1-1-1 0 0,1 0 0 0 0,0 1 1 0 0,0 0-1 0 0,-1 0 1 0 0,1 0-1 0 0,0 1 1 0 0,-6 4-1 0 0,10-6-2 0 0,-1 0 0 0 0,1 0 0 0 0,-1 0 1 0 0,1 0-1 0 0,-1 0 0 0 0,1 0 0 0 0,0 0 0 0 0,0 0 1 0 0,0 0-1 0 0,-1 0 0 0 0,1 0 0 0 0,0 0 0 0 0,0 0 1 0 0,0 0-1 0 0,1 0 0 0 0,-1 2 0 0 0,0-1 7 0 0,1 1 0 0 0,-1-1 0 0 0,1 1 0 0 0,0-1-1 0 0,1 4 1 0 0,2 0 11 0 0,-1 0 0 0 0,2 0-1 0 0,-1-1 1 0 0,0 0 0 0 0,1 0-1 0 0,10 9 1 0 0,37 22 12 0 0,-27-19-8 0 0,-11-7-11 0 0,-8-7-10 0 0,-1 0 0 0 0,0 1-1 0 0,0-1 1 0 0,0 1 0 0 0,0 1 0 0 0,-1-1-1 0 0,0 1 1 0 0,5 5 0 0 0,-8-9-5 0 0,-1 0 0 0 0,1-1 0 0 0,-1 1 0 0 0,0 0 0 0 0,1-1 0 0 0,-1 1 1 0 0,0 0-1 0 0,1-1 0 0 0,-1 1 0 0 0,0 0 0 0 0,0 0 0 0 0,0-1 0 0 0,0 1 0 0 0,1 0 0 0 0,-1 0 0 0 0,0 0 0 0 0,0-1 0 0 0,-1 1 0 0 0,1 0 0 0 0,0 0 1 0 0,0-1-1 0 0,0 1 0 0 0,0 0 0 0 0,-1 0 0 0 0,1-1 0 0 0,0 1 0 0 0,-1 0 0 0 0,1-1 0 0 0,0 1 0 0 0,-1 0 0 0 0,1-1 0 0 0,-1 1 0 0 0,1-1 0 0 0,-1 1 1 0 0,0 0-1 0 0,1-1 0 0 0,-1 1 0 0 0,1-1 0 0 0,-1 0 0 0 0,0 1 0 0 0,1-1 0 0 0,-1 0 0 0 0,0 1 0 0 0,0-1 0 0 0,1 0 0 0 0,-1 0 0 0 0,0 1 0 0 0,-1-1 1 0 0,-4 1-1 0 0,0 0 1 0 0,-1 0 0 0 0,1 0 0 0 0,-10-1 0 0 0,15 0 2 0 0,-28 0-435 0 0,1-2-1 0 0,-1-1 1 0 0,0-1-1 0 0,-46-14 1 0 0,38 7-3278 0 0,13 3-2758 0 0,15 5 2652 0 0,-2-1-6186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38 4921 0 0,'0'0'17885'0'0,"-8"0"-17422"0"0,-56 0 316 0 0,-6 6-528 0 0,53-3-606 0 0,0-2 0 0 0,0 0 0 0 0,-29-1 1 0 0,41-1-272 0 0,1 0 0 0 0,-1 0 0 0 0,0 0 1 0 0,0-1-1 0 0,1 0 0 0 0,-1 0 0 0 0,1 0 0 0 0,-7-4 1 0 0,7 3-872 0 0,0 0 1 0 0,0 0 0 0 0,0-1-1 0 0,-5-6 1 0 0,1 2-2593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60 4729 0 0,'0'0'18472'0'0,"-9"-10"-18443"0"0,-29-30-1 0 0,27 30-11 0 0,11 10-16 0 0,0 0-1 0 0,-1 0 1 0 0,1 0-1 0 0,0 0 1 0 0,0 0 0 0 0,0 0-1 0 0,0 0 1 0 0,0 0-1 0 0,0 0 1 0 0,0 0-1 0 0,0 0 1 0 0,0 0-1 0 0,-1 0 1 0 0,1 0-1 0 0,0 0 1 0 0,0 0-1 0 0,0 0 1 0 0,0 0-1 0 0,0 0 1 0 0,0 0-1 0 0,0 0 1 0 0,0 0 0 0 0,0 1-1 0 0,-1-1 1 0 0,1 0-1 0 0,0 0 1 0 0,0 0-1 0 0,0 0 1 0 0,0 0-1 0 0,0 0 1 0 0,0 0-1 0 0,0 0 1 0 0,0 0-1 0 0,0 0 1 0 0,0 0-1 0 0,0 0 1 0 0,0 0-1 0 0,0 1 1 0 0,-2 0 12 0 0,-11 9 61 0 0,9-7-51 0 0,0 0 0 0 0,-1 0 0 0 0,1 0 0 0 0,0-1 0 0 0,-1 0 0 0 0,-8 4 0 0 0,-1-2 2 0 0,-1-1 0 0 0,0 0 0 0 0,0-1 0 0 0,-26 0 0 0 0,23-2-1305 0 0,-25-4-1 0 0,32 2-1309 0 0,-17-5-1 0 0,12 3-2996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79 0 0 0,'0'0'11524'0'0,"5"-7"-10411"0"0,13-23 44 0 0,-18 29-889 0 0,1 1 0 0 0,0-1 0 0 0,-1 0 0 0 0,1 0 0 0 0,-1 0 0 0 0,1 0 1 0 0,-1 0-1 0 0,0 0 0 0 0,1 0 0 0 0,-1 0 0 0 0,0 0 0 0 0,0 0 0 0 0,1 0 0 0 0,-1-1 1 0 0,0 1-1 0 0,0 0 0 0 0,0 0 0 0 0,-1 0 0 0 0,1 0 0 0 0,0 0 0 0 0,0 0 0 0 0,0 0 1 0 0,-1 0-1 0 0,1 0 0 0 0,-1 0 0 0 0,1 0 0 0 0,-1 0 0 0 0,1 0 0 0 0,-1 0 1 0 0,1 0-1 0 0,-1 0 0 0 0,0 1 0 0 0,0-1 0 0 0,1 0 0 0 0,-2-1 0 0 0,0 1 316 0 0,2 1-558 0 0,-1-1-1 0 0,1 1 0 0 0,-1-1 0 0 0,1 1 1 0 0,-1 0-1 0 0,1-1 0 0 0,-1 1 0 0 0,0 0 1 0 0,1 0-1 0 0,-1-1 0 0 0,1 1 0 0 0,-1 0 1 0 0,0 0-1 0 0,1 0 0 0 0,-1 0 0 0 0,0 0 0 0 0,1 0 1 0 0,-1 0-1 0 0,0 0 0 0 0,1 0 0 0 0,-1 0 1 0 0,0 0-1 0 0,1 0 0 0 0,-1 0 0 0 0,1 1 1 0 0,-1-1-1 0 0,0 0 0 0 0,1 0 0 0 0,-1 1 1 0 0,1-1-1 0 0,-1 0 0 0 0,0 1 0 0 0,0 0 0 0 0,-1 1 116 0 0,-1 0-1 0 0,1 1 0 0 0,-1-1 0 0 0,-2 5 1 0 0,5-7-139 0 0,-11 23 31 0 0,2-8-12 0 0,2 0-1 0 0,0 1 0 0 0,-6 22 0 0 0,8-25-9 0 0,-3 7 1 0 0,3-6-2 0 0,1 0 1 0 0,-5 21-1 0 0,4-8 17 0 0,1-10 14 0 0,2 1-1 0 0,-1 22 0 0 0,2-24-4 0 0,4 68 181 0 0,-2-69-170 0 0,1 0 1 0 0,1 0-1 0 0,7 23 1 0 0,2-7-12 0 0,1-1 1 0 0,1 0-1 0 0,1-1 0 0 0,2-1 1 0 0,1 0-1 0 0,2-1 1 0 0,0-1-1 0 0,2-1 0 0 0,0-1 1 0 0,45 36-1 0 0,-60-55-462 0 0,0 0 0 0 0,0-1 0 0 0,0 1 0 0 0,0-2 0 0 0,1 1 0 0 0,9 3 0 0 0,5-2-4236 0 0,0-3-4510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1384 0 0,'0'0'20498'0'0,"-9"-6"-19871"0"0,-26-19-179 0 0,27 19-17 0 0,20 15-381 0 0,16 14 42 0 0,24 19-8 0 0,-14-15-34 0 0,106 72 80 0 0,-122-86-171 0 0,59 36 195 0 0,-62-39-396 0 0,-1-1 1 0 0,31 9-1 0 0,-34-15-2052 0 0,-17-12-4730 0 0,1 6 5711 0 0,-1 1 0 0 0,1-1-1 0 0,-1 0 1 0 0,0 1-1 0 0,0-1 1 0 0,-4-3 0 0 0,5 4 280 0 0,-7-4-2605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7170 0 0,'0'0'15385'0'0,"-19"8"-14924"0"0,-57 27-124 0 0,51-21-134 0 0,19-6-80 0 0,3-3-72 0 0,-1 0-15 0 0,1 1-1 0 0,0 0 0 0 0,0 0 1 0 0,0 0-1 0 0,1 0 1 0 0,-1 1-1 0 0,2-1 0 0 0,-2 9 1 0 0,0 4-60 0 0,0 29 1 0 0,1-19-435 0 0,2-22-718 0 0,-1-1 0 0 0,-3 11 0 0 0,-3 2-8320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4793 0 0,'0'0'19394'0'0,"-9"-10"-19197"0"0,-27-29-85 0 0,25 29-72 0 0,-2 11-39 0 0,0 0 1 0 0,0 1-1 0 0,0 0 0 0 0,-14 5 1 0 0,-5-2 19 0 0,23-4-5 0 0,1 0-1 0 0,-10 3 1 0 0,14-3 9 0 0,0 0 1 0 0,0-1 0 0 0,0 1 0 0 0,-7-1 835 0 0,12 2-827 0 0,0 0 0 0 0,0 0 0 0 0,1 0-1 0 0,-1-1 1 0 0,0 1 0 0 0,3 1 0 0 0,0 1-6 0 0,6 8-21 0 0,-1-3 8 0 0,10 14 1 0 0,3 8-18 0 0,-10-16 3 0 0,-2 1-1 0 0,14 25 1 0 0,-15-22-8 0 0,-2 0 0 0 0,0 0 0 0 0,-2 1 0 0 0,0 0 0 0 0,-1 0 0 0 0,2 25 1 0 0,-4-28-10 0 0,1 25-71 0 0,-3-30 95 0 0,1 0-1 0 0,1 0 1 0 0,3 15 0 0 0,-4-25 6 0 0,-1 1 0 0 0,2-1 0 0 0,-1 1 0 0 0,0-1 0 0 0,0 0 0 0 0,1 0 0 0 0,-1 0 0 0 0,1 0 0 0 0,-1 0 0 0 0,1 0 0 0 0,0 0 0 0 0,2 2 0 0 0,14 6 134 0 0,-7-5-19 0 0,-6-3-55 0 0,0 0 0 0 0,12 3 0 0 0,17 3-56 0 0,-24-5-82 0 0,-1-1 0 0 0,0 0 0 0 0,1 0-1 0 0,12 0 1 0 0,-18-2-155 0 0,-1 0-352 0 0,0 0-1 0 0,0 0 1 0 0,0-1 0 0 0,5 0-1 0 0,-7 1 77 0 0,1-1 0 0 0,-1 1 0 0 0,0-1 0 0 0,0 1 0 0 0,0-1 0 0 0,0 0 0 0 0,0 0 0 0 0,0 1 0 0 0,0-1 0 0 0,0 0 0 0 0,0 0 0 0 0,0 0 0 0 0,-1 0 0 0 0,2-2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79 2633 0 0,'0'0'19949'0'0,"0"-14"-19583"0"0,0-38-97 0 0,0 39 8 0 0,6 14-347 0 0,-3 3 27 0 0,0-1 0 0 0,0 1 1 0 0,0-1-1 0 0,-1 1 0 0 0,4 5 1 0 0,3 5 7 0 0,10 12 32 0 0,-2-3-30 0 0,-1 0 1 0 0,0 1-1 0 0,16 36 1 0 0,-31-58 29 0 0,-1 0 1 0 0,1 1 0 0 0,0-1-1 0 0,-1 1 1 0 0,0-1 0 0 0,0 1 0 0 0,1-1-1 0 0,-2 4 1 0 0,1 0-24 0 0,0-6 27 0 0,0 1-1 0 0,-1-1 1 0 0,1 1-1 0 0,0-1 1 0 0,-1 1 0 0 0,1-1-1 0 0,0 1 1 0 0,-1-1-1 0 0,1 1 1 0 0,-1-1 0 0 0,1 0-1 0 0,-1 1 1 0 0,1-1 0 0 0,-1 0-1 0 0,1 1 1 0 0,-1-1-1 0 0,1 0 1 0 0,-1 0 0 0 0,1 1-1 0 0,-1-1 1 0 0,0 0-1 0 0,1 0 1 0 0,-1 0 0 0 0,1 0-1 0 0,-2 0 1 0 0,-17 3 211 0 0,9-4-111 0 0,0 0 1 0 0,0 0-1 0 0,0-1 0 0 0,0 0 1 0 0,0-1-1 0 0,0 0 0 0 0,1 0 1 0 0,-1-1-1 0 0,-13-8 1 0 0,-36-21 235 0 0,53 29-273 0 0,-1 0 0 0 0,1-1 0 0 0,1 0 0 0 0,-1 0 0 0 0,1-1 0 0 0,-9-10 0 0 0,13 14-22 0 0,-1-1 0 0 0,1 0 1 0 0,0 0-1 0 0,0 1 0 0 0,0-1 0 0 0,0 0 0 0 0,0 0 1 0 0,1 0-1 0 0,-1-5 0 0 0,1 6-50 0 0,0 1 0 0 0,-1-1 0 0 0,1 0 0 0 0,1 1 0 0 0,-1-1 0 0 0,0 1 0 0 0,0-1 0 0 0,0 1 0 0 0,1-1 0 0 0,-1 1 0 0 0,1-1 0 0 0,-1 1 1 0 0,1-1-1 0 0,0 1 0 0 0,0-1 0 0 0,0 1 0 0 0,-1 0 0 0 0,1 0 0 0 0,2-2 0 0 0,1 0-436 0 0,1-1 0 0 0,0 1 1 0 0,1 1-1 0 0,-1-1 0 0 0,0 1 1 0 0,1 0-1 0 0,0 0 0 0 0,-1 1 1 0 0,11-2-1 0 0,19-1-4517 0 0,0 4-3494 0 0,-28 0 5978 0 0,2 0-2436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6409 0 0,'0'0'16929'0'0,"7"-14"-16858"0"0,23-41-34 0 0,-22 43-32 0 0,-5 10-10 0 0,1 2-6 0 0,-1 1 0 0 0,1-1 0 0 0,-1 0 0 0 0,1 1-1 0 0,-1 0 1 0 0,1 0 0 0 0,-1 0 0 0 0,0 0 0 0 0,1 1 0 0 0,-1-1-1 0 0,0 1 1 0 0,0 0 0 0 0,0-1 0 0 0,0 1 0 0 0,2 3 0 0 0,9 6-20 0 0,-1 0 0 0 0,0 1 1 0 0,-1 0-1 0 0,-1 1 0 0 0,12 16 1 0 0,0 8-96 0 0,-20-33 115 0 0,-1 1-1 0 0,0-1 1 0 0,0 0 0 0 0,-1 1-1 0 0,1-1 1 0 0,-1 1 0 0 0,1 5 0 0 0,-2-5-1 0 0,1-1 0 0 0,0 0 0 0 0,0 0 0 0 0,2 5 0 0 0,-1-5 9 0 0,-1 0 1 0 0,0 0-1 0 0,0 0 0 0 0,0 0 0 0 0,0 1 1 0 0,0 3-1 0 0,-1 6 11 0 0,6 27 0 0 0,1 5 15 0 0,-6-36-27 0 0,1 0 1 0 0,4 15 0 0 0,-1-4 6 0 0,0-6-8 0 0,0 0-1 0 0,8 17 1 0 0,-7-17-8 0 0,-1-3 4 0 0,4 7 10 0 0,-2 0 1 0 0,0 1-1 0 0,6 27 1 0 0,-13-46-2 0 0,0-1 1 0 0,0 1-1 0 0,0-1 1 0 0,0 0-1 0 0,0 1 1 0 0,0-1 0 0 0,0 1-1 0 0,0-1 1 0 0,0 0-1 0 0,0 1 1 0 0,0-1-1 0 0,0 1 1 0 0,0-1-1 0 0,0 0 1 0 0,0 1-1 0 0,0-1 1 0 0,0 1-1 0 0,-1-1 1 0 0,1 0-1 0 0,0 1 1 0 0,0-1-1 0 0,-1 1 1 0 0,-7 0-38 0 0,0 0-29 0 0,-68 1-3333 0 0,19 0-7071 0 0,47-1 1641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2 11771 0 0,'0'0'13394'0'0,"-18"0"-13292"0"0,-55-1-36 0 0,65 0-49 0 0,0 1-1 0 0,0 0 1 0 0,0 1-1 0 0,0 0 1 0 0,-9 2-1 0 0,1 1-109 0 0,6-3-295 0 0,-38 5-4965 0 0,43-5 3176 0 0,0-1 1 0 0,0-1-1 0 0,0 1 1 0 0,-6-2-1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3569 0 0,'0'0'18588'0'0,"-4"-2"-18532"0"0,18 17-16 0 0,0-1 1 0 0,2 0 0 0 0,24 17-1 0 0,-23-17-10 0 0,29 21 96 0 0,80 47 1 0 0,-97-63-158 0 0,-22-14-104 0 0,0-1-1 0 0,0 0 1 0 0,0 0 0 0 0,0 0 0 0 0,1-1 0 0 0,-1 0-1 0 0,1 0 1 0 0,8 1 0 0 0,-16-4 23 0 0,0 0-1 0 0,0 0 1 0 0,1 0 0 0 0,-1 0-1 0 0,0 1 1 0 0,0-1 0 0 0,0 0-1 0 0,1 0 1 0 0,-1 0 0 0 0,0 0-1 0 0,0 0 1 0 0,0 0 0 0 0,1-1-1 0 0,-1 1 1 0 0,0 0 0 0 0,0 0-1 0 0,0 0 1 0 0,0 0 0 0 0,1 0-1 0 0,-1 0 1 0 0,0 0 0 0 0,0 0-1 0 0,0 0 1 0 0,0 0 0 0 0,1-1-1 0 0,-1 1 1 0 0,0 0 0 0 0,0 0-1 0 0,0 0 1 0 0,0-1 0 0 0,-1-5-2514 0 0,-11-10-1402 0 0,9 11 2236 0 0,-4-6-2189 0 0,-1 5-1520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7258 0 0,'0'0'15811'0'0,"-11"10"-15343"0"0,-34 34-119 0 0,40-40-276 0 0,1-1-1 0 0,1 1 0 0 0,-1 1 1 0 0,0-1-1 0 0,1 0 0 0 0,0 1 0 0 0,-5 9 1 0 0,1-1 33 0 0,-35 67 220 0 0,32-60-329 0 0,8-16-124 0 0,1 0 0 0 0,-1 0 1 0 0,0-1-1 0 0,0 1 1 0 0,0-1-1 0 0,-1 0 0 0 0,1 0 1 0 0,-1 0-1 0 0,0 0 0 0 0,0 0 1 0 0,0 0-1 0 0,-6 3 1 0 0,-15 6-4971 0 0,7-7-3265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26 8458 0 0,'0'0'12931'0'0,"-27"-5"-12751"0"0,-82-12-34 0 0,75 13-68 0 0,24 6-18 0 0,4 1-24 0 0,-4-1 20 0 0,0 0 0 0 0,1 1 0 0 0,-17 7 0 0 0,26-10 8 0 0,0 1 1 0 0,0-1-1 0 0,0 0 1 0 0,0 0-1 0 0,0 0 1 0 0,0 0-1 0 0,0 0 1 0 0,0 0-1 0 0,0 0 1 0 0,0 1-1 0 0,0-1 1 0 0,0 0-1 0 0,0 0 1 0 0,0 0-1 0 0,0 0 1 0 0,0 0-1 0 0,0 0 0 0 0,0 0 1 0 0,1 1-1 0 0,-1-1 1 0 0,0 0-1 0 0,0 0 1 0 0,0 0-1 0 0,0 0 1 0 0,0 0-1 0 0,0 0 1 0 0,0 0-1 0 0,0 0 1 0 0,0 0-1 0 0,0 0 1 0 0,1 1-1 0 0,-1-1 1 0 0,0 0-1 0 0,0 0 1 0 0,0 0-1 0 0,0 0 1 0 0,0 0-1 0 0,0 0 1 0 0,0 0-1 0 0,1 0 1 0 0,-1 0-1 0 0,0 0 1 0 0,0 0-1 0 0,0 0 1 0 0,0 0-1 0 0,0 0 1 0 0,1 0-1 0 0,10 4-92 0 0,-4-1 151 0 0,-3-1-129 0 0,-1 0 0 0 0,1 0 0 0 0,-1 1 0 0 0,0 0 0 0 0,0-1 0 0 0,0 1 0 0 0,5 6 0 0 0,15 26-43 0 0,-16-25 52 0 0,-1 2-8 0 0,0 0-1 0 0,0 0 1 0 0,-1 1-1 0 0,-1 0 1 0 0,0 0-1 0 0,5 25 1 0 0,8 42 1 0 0,-7-42-10 0 0,-7-26 12 0 0,3 17-12 0 0,2 0-1 0 0,13 33 1 0 0,-14-44-9 0 0,-6-13 33 0 0,1 0-1 0 0,0-1 1 0 0,0 1 0 0 0,3 4-1 0 0,-2-4 25 0 0,-3-4-30 0 0,1 0 1 0 0,-1-1-1 0 0,1 1 0 0 0,-1 0 0 0 0,1-1 1 0 0,-1 1-1 0 0,1 0 0 0 0,0-1 1 0 0,-1 1-1 0 0,1-1 0 0 0,0 1 0 0 0,0 0 1 0 0,5 1 78 0 0,0 1 0 0 0,0-1 1 0 0,1 0-1 0 0,-1 0 0 0 0,0-1 1 0 0,0 0-1 0 0,1 0 0 0 0,12 0 1 0 0,19 3-46 0 0,33 13-67 0 0,-50-14-322 0 0,-7-3-4793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3361 0 0,'0'0'21272'0'0,"1"-15"-21009"0"0,6-48-75 0 0,-4 46-76 0 0,-3 16-110 0 0,0 1-1 0 0,0 0 1 0 0,0 0 0 0 0,0 0-1 0 0,0 0 1 0 0,0 0 0 0 0,0 0-1 0 0,0 0 1 0 0,1-1 0 0 0,-1 1-1 0 0,0 0 1 0 0,0 0 0 0 0,0 0-1 0 0,0 0 1 0 0,0 0 0 0 0,0 0-1 0 0,0 0 1 0 0,0 0 0 0 0,0 0-1 0 0,0 0 1 0 0,0 0 0 0 0,0-1-1 0 0,1 1 1 0 0,-1 0 0 0 0,0 0-1 0 0,0 0 1 0 0,0 0 0 0 0,0 0-1 0 0,0 0 1 0 0,0 0 0 0 0,0 0-1 0 0,0 0 1 0 0,1 0 0 0 0,-1 0-1 0 0,0 0 1 0 0,0 0 0 0 0,2 0 21 0 0,0-2-19 0 0,1 0 0 0 0,-1 1 0 0 0,1-1 0 0 0,-1 1 0 0 0,1 0 0 0 0,0 0 0 0 0,-1 0 0 0 0,1 0 0 0 0,0 0 0 0 0,0 0-1 0 0,-1 1 1 0 0,1 0 0 0 0,0-1 0 0 0,4 1 0 0 0,8 0-28 0 0,-1 1 0 0 0,1 0 1 0 0,-1 1-1 0 0,1 1 0 0 0,-1 0 0 0 0,0 1 0 0 0,0 0 0 0 0,21 10 0 0 0,-27-10 10 0 0,0 0 0 0 0,0 0 0 0 0,0 1 0 0 0,8 7 0 0 0,-14-10 2 0 0,0-1 0 0 0,0 1 0 0 0,0 0-1 0 0,0 0 1 0 0,0 0 0 0 0,-1 1 0 0 0,1-1-1 0 0,-1 0 1 0 0,0 1 0 0 0,0-1 0 0 0,0 0-1 0 0,0 1 1 0 0,0 0 0 0 0,0-1 0 0 0,0 1-1 0 0,-1-1 1 0 0,0 1 0 0 0,1 4 0 0 0,-1-4 6 0 0,0 0 1 0 0,-1 0 0 0 0,1 0 0 0 0,-1 0 0 0 0,0 0 0 0 0,1 0 0 0 0,-1 0-1 0 0,-1 0 1 0 0,-1 4 0 0 0,-1 0-3 0 0,0 0 1 0 0,-8 8-1 0 0,-44 50 83 0 0,50-58-92 0 0,5-6 27 0 0,-1 0-1 0 0,1 1 0 0 0,0-1 1 0 0,0 0-1 0 0,0 0 0 0 0,0 1 1 0 0,0-1-1 0 0,0 1 1 0 0,0-1-1 0 0,1 1 0 0 0,-1-1 1 0 0,1 1-1 0 0,-1 0 0 0 0,1-1 1 0 0,-1 1-1 0 0,1 0 0 0 0,0-1 1 0 0,0 1-1 0 0,0 2 0 0 0,0-3 18 0 0,0-1 0 0 0,0 0-1 0 0,0 1 1 0 0,1-1 0 0 0,-1 0 0 0 0,0 1-1 0 0,1-1 1 0 0,-1 1 0 0 0,0-1-1 0 0,1 0 1 0 0,-1 0 0 0 0,0 1-1 0 0,1-1 1 0 0,-1 0 0 0 0,1 0-1 0 0,-1 1 1 0 0,0-1 0 0 0,1 0 0 0 0,-1 0-1 0 0,1 0 1 0 0,-1 0 0 0 0,1 0-1 0 0,-1 0 1 0 0,1 0 0 0 0,-1 0-1 0 0,0 0 1 0 0,1 0 0 0 0,0 0 0 0 0,19 1 285 0 0,-14-2-262 0 0,24 0-330 0 0,0-2 1 0 0,0-1-1 0 0,45-11 1 0 0,-50 6-3097 0 0,-13 3-1357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5089 0 0,'0'0'12946'0'0,"20"-12"-12906"0"0,-20 12-40 0 0,79-48 33 0 0,-77 46-31 0 0,1 1 1 0 0,0 0 0 0 0,0 0-1 0 0,0 0 1 0 0,4-1 0 0 0,-6 2-2 0 0,0-1 0 0 0,-1 1 0 0 0,1 0 0 0 0,0 0 0 0 0,-1 1 0 0 0,1-1 1 0 0,0 0-1 0 0,-1 0 0 0 0,1 0 0 0 0,0 0 0 0 0,-1 0 0 0 0,2 1 0 0 0,-2-1 0 0 0,17 7 53 0 0,0 1 0 0 0,0 1 0 0 0,-1 0 0 0 0,24 18 0 0 0,-38-25-43 0 0,1 0 0 0 0,-1 1 0 0 0,0-1 1 0 0,0 0-1 0 0,0 1 0 0 0,0 0 0 0 0,2 3 0 0 0,-4-5-8 0 0,0-1 1 0 0,1 1 0 0 0,-1 0-1 0 0,1 0 1 0 0,-1 0 0 0 0,0-1-1 0 0,0 1 1 0 0,0 0 0 0 0,1 0-1 0 0,-1 0 1 0 0,0 0-1 0 0,0 0 1 0 0,0-1 0 0 0,0 1-1 0 0,-1 0 1 0 0,1 0 0 0 0,0 0-1 0 0,0 0 1 0 0,0-1 0 0 0,-1 1-1 0 0,1 0 1 0 0,0 0 0 0 0,-1 0-1 0 0,1-1 1 0 0,-1 1-1 0 0,1 0 1 0 0,-1 0 0 0 0,1-1-1 0 0,-1 1 1 0 0,0 1 0 0 0,-6 2 167 0 0,1 1-1 0 0,-1-1 1 0 0,0-1 0 0 0,0 1 0 0 0,-10 3 0 0 0,16-7-136 0 0,0 0 0 0 0,0 1 0 0 0,0-1 0 0 0,0 1 0 0 0,0 0 0 0 0,0-1 0 0 0,0 1 0 0 0,0 0-1 0 0,1-1 1 0 0,-1 1 0 0 0,0 0 0 0 0,1 0 0 0 0,-1-1 0 0 0,0 1 0 0 0,1 0 0 0 0,-1 0 0 0 0,1 0 0 0 0,-1 2 0 0 0,0-1 3 0 0,1 0 1 0 0,0-1-1 0 0,-1 1 1 0 0,1 0-1 0 0,0 0 0 0 0,0 0 1 0 0,0 0-1 0 0,0 0 1 0 0,1 3-1 0 0,1 2 63 0 0,0 1 0 0 0,0-1 0 0 0,7 13 0 0 0,-9-20-100 0 0,42 94 262 0 0,-16-31-212 0 0,-4-10-31 0 0,-10-24-49 0 0,15 48 0 0 0,-20-31 23 0 0,-6-43 5 0 0,-1 0-1 0 0,1 0 1 0 0,-1-1-1 0 0,0 1 1 0 0,-1 4-1 0 0,1 1-18 0 0,0-8 19 0 0,-1 1 1 0 0,1 0-1 0 0,0-1 1 0 0,0 1-1 0 0,-1 0 1 0 0,1-1-1 0 0,-1 1 1 0 0,1-1-1 0 0,0 1 0 0 0,-1-1 1 0 0,1 1-1 0 0,-1-1 1 0 0,1 1-1 0 0,-1-1 1 0 0,1 0-1 0 0,-1 1 1 0 0,0-1-1 0 0,1 0 1 0 0,-1 1-1 0 0,0-1 0 0 0,1 0 1 0 0,-2 1-1 0 0,-15 2 86 0 0,-6-3-1487 0 0,-39-6 0 0 0,34 0-2927 0 0,1-2-3289 0 0,17 6 967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7001 0 0,'0'0'12383'0'0,"26"-2"-12379"0"0,83-5 3 0 0,-104 7-7 0 0,-1 1 0 0 0,0-1 0 0 0,1 1 1 0 0,-1-1-1 0 0,5 3 0 0 0,-7-3 0 0 0,0 1 1 0 0,0 0-1 0 0,-1 0 0 0 0,1 0 0 0 0,-1 0 0 0 0,4 2 0 0 0,18 19 6 0 0,0 1 0 0 0,-2 1 0 0 0,21 31 0 0 0,-26-34 16 0 0,16 22 302 0 0,-2 2 0 0 0,-2 2 0 0 0,-2 0 0 0 0,25 63 0 0 0,-40-80-131 0 0,-2 2 0 0 0,-1-1-1 0 0,-1 1 1 0 0,-2 0 0 0 0,-1 0-1 0 0,-1 0 1 0 0,-3 54 0 0 0,-1-78-205 0 0,0 1 1 0 0,0-1 0 0 0,-1 0-1 0 0,0 1 1 0 0,-1-1-1 0 0,0 0 1 0 0,0-1-1 0 0,0 1 1 0 0,-1 0-1 0 0,-7 10 1 0 0,6-11-814 0 0,-1 0-1 0 0,1 0 1 0 0,-8 6-1 0 0,5-4-1365 0 0,0 0-4069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9290 0 0,'0'0'13979'0'0,"-4"-8"-13460"0"0,-13-21-162 0 0,13 21 79 0 0,9 10-424 0 0,12 25-64 0 0,-5-6 62 0 0,0 1 0 0 0,0 0 0 0 0,-2 1 0 0 0,-1 0 0 0 0,6 26 0 0 0,-1 12 49 0 0,-6-20-126 0 0,-6-30 138 0 0,0 21 0 0 0,-2-27-4801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12 5265 0 0,'0'0'16088'0'0,"-30"1"-15382"0"0,-96 2-100 0 0,107-2-331 0 0,1-1 0 0 0,-20-2 0 0 0,27 1-159 0 0,1 0-40 0 0,-135-9-253 0 0,104 9-3663 0 0,14 0-5693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8362 0 0,'0'0'12446'0'0,"2"11"-12418"0"0,1 3-15 0 0,-1-2 2 0 0,1 0 1 0 0,0-1-1 0 0,6 13 1 0 0,11 23 55 0 0,35 60-1 0 0,17 14-48 0 0,-57-94-21 0 0,-5-11 13 0 0,0 1 0 0 0,8 23 0 0 0,-15-31-14 0 0,0-1-10 0 0,1 1-1 0 0,-2 0 1 0 0,1 0-1 0 0,-2-1 0 0 0,1 1 1 0 0,0 14-1 0 0,-2-21 13 0 0,0 0-8 0 0,0 0 0 0 0,0 0-1 0 0,0 0 1 0 0,0 0 0 0 0,0 0 0 0 0,-1 0 0 0 0,0 3 0 0 0,0-4 5 0 0,1 0 0 0 0,-1-1 1 0 0,1 1-1 0 0,-1 0 0 0 0,1-1 0 0 0,-1 1 0 0 0,0-1 0 0 0,1 1 1 0 0,-1 0-1 0 0,0-1 0 0 0,1 0 0 0 0,-1 1 0 0 0,0-1 1 0 0,0 1-1 0 0,1-1 0 0 0,-1 0 0 0 0,0 1 0 0 0,0-1 1 0 0,0 0-1 0 0,0 0 0 0 0,1 0 0 0 0,-1 0 0 0 0,-1 0 0 0 0,-2 0 40 0 0,0 0-1 0 0,1 0 0 0 0,-1 0 0 0 0,0-1 0 0 0,0 1 1 0 0,1-1-1 0 0,-1 0 0 0 0,1 0 0 0 0,-1 0 0 0 0,1-1 1 0 0,-1 1-1 0 0,-5-5 0 0 0,-3-2 65 0 0,1 0 0 0 0,-12-12 1 0 0,15 13-84 0 0,-6-5 81 0 0,1-1 0 0 0,-19-22 0 0 0,26 27-51 0 0,1-1 1 0 0,-1 1-1 0 0,2-1 1 0 0,-1 0-1 0 0,1 0 1 0 0,-4-13-1 0 0,7 18-66 0 0,-1 0-1 0 0,2 0 0 0 0,-1 0 0 0 0,0 0 0 0 0,1 0 0 0 0,0 0 0 0 0,0 0 1 0 0,0 0-1 0 0,0 0 0 0 0,1 0 0 0 0,0 0 0 0 0,0 0 0 0 0,0 0 0 0 0,0 0 1 0 0,0 1-1 0 0,4-7 0 0 0,-3 6-389 0 0,1 0 0 0 0,0 0 0 0 0,0 0 1 0 0,0 0-1 0 0,1 1 0 0 0,-1-1 0 0 0,1 1 0 0 0,0 0 1 0 0,0 0-1 0 0,0 1 0 0 0,0-1 0 0 0,1 1 0 0 0,6-3 1 0 0,12-4-4345 0 0,-7 4-1530 0 0,-9 3 818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16644 0 0,'0'0'9224'0'0,"1"-3"-10759"0"0,5-7 864 0 0,-4 6-162 0 0,-5 17-10959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57 7058 0 0,'0'0'16856'0'0,"-5"-11"-16841"0"0,-15-29-18 0 0,20 40 3 0 0,0-1 0 0 0,0 1 0 0 0,0 0 0 0 0,0 0 0 0 0,0-1-1 0 0,-1 1 1 0 0,1 0 0 0 0,0 0 0 0 0,0-1 0 0 0,0 1-1 0 0,0 0 1 0 0,-1 0 0 0 0,1 0 0 0 0,0-1 0 0 0,0 1 0 0 0,0 0-1 0 0,-1 0 1 0 0,1 0 0 0 0,0 0 0 0 0,0-1 0 0 0,-1 1-1 0 0,1 0 1 0 0,0 0 0 0 0,0 0 0 0 0,-1 0 0 0 0,1 0 0 0 0,0 0-1 0 0,0 0 1 0 0,-1 0 0 0 0,1 0 0 0 0,0 0 0 0 0,-1 0 0 0 0,1 0-1 0 0,0 0 1 0 0,0 0 0 0 0,-1 0 0 0 0,1 0 0 0 0,0 0-1 0 0,0 0 1 0 0,-1 0 0 0 0,1 0 0 0 0,0 1 0 0 0,0-1 0 0 0,-1 0-1 0 0,1 0 1 0 0,0 0 0 0 0,0 0 0 0 0,-1 1 0 0 0,1-1-1 0 0,0 0 1 0 0,0 0 0 0 0,0 0 0 0 0,0 1 0 0 0,-1-1 0 0 0,-6 15-8 0 0,6-12 9 0 0,-12 26 12 0 0,1 1 0 0 0,2 1 0 0 0,-8 35 0 0 0,11-36 17 0 0,1-8-21 0 0,1 0 0 0 0,1 0 1 0 0,-2 27-1 0 0,6-46-9 0 0,0 58 36 0 0,1-52-14 0 0,0-1 0 0 0,1 0 0 0 0,0 1 0 0 0,0-1 0 0 0,5 11 0 0 0,-1-5 31 0 0,1 0-1 0 0,0-1 0 0 0,1 0 1 0 0,0 0-1 0 0,1-1 0 0 0,1 0 1 0 0,17 17-1 0 0,5-1-11 0 0,2-2 0 0 0,0-1 0 0 0,2-2 0 0 0,39 19 0 0 0,-51-30-2109 0 0,-9-5-5934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21 760 0 0,'0'0'16449'0'0,"-3"-3"-15491"0"0,-10-15 3525 0 0,13 18-4478 0 0,1 0-1 0 0,-1 0 1 0 0,0 0 0 0 0,1 0-1 0 0,-1 0 1 0 0,1 0 0 0 0,-1 0-1 0 0,0 0 1 0 0,1 0-1 0 0,-1 0 1 0 0,0 1 0 0 0,1-1-1 0 0,-1 0 1 0 0,1 0 0 0 0,-1 0-1 0 0,1 1 1 0 0,19 26-2 0 0,21 13 193 0 0,-29-29-103 0 0,0 0-1 0 0,1 0 1 0 0,16 9 0 0 0,2 2 80 0 0,-10-8-87 0 0,0-1-1 0 0,33 15 1 0 0,16 9 143 0 0,-64-33 990 0 0,-1-2-4380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3993 0 0,'0'0'18879'0'0,"-14"10"-18474"0"0,-41 32-85 0 0,52-40-281 0 0,0 0 0 0 0,1 0 0 0 0,-1 0-1 0 0,1 0 1 0 0,0 1 0 0 0,0-1 0 0 0,0 0 0 0 0,-3 5 0 0 0,2-1 63 0 0,0-1-53 0 0,0 0 0 0 0,1 0 0 0 0,-1 0 0 0 0,1 0 0 0 0,1 1 0 0 0,-3 9 0 0 0,-1 36 248 0 0,4-36-220 0 0,-5 28 1 0 0,5-41-254 0 0,1 1-1 0 0,-1-1 1 0 0,0 0-1 0 0,0 0 1 0 0,0 0 0 0 0,0 1-1 0 0,0-1 1 0 0,-1 0-1 0 0,1-1 1 0 0,-1 1-1 0 0,1 0 1 0 0,-1 0 0 0 0,1-1-1 0 0,-1 1 1 0 0,0-1-1 0 0,0 1 1 0 0,-3 1 0 0 0,-9 3-4691 0 0,-1-3-3584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7570 0 0,'0'0'13205'0'0,"-24"-1"-13168"0"0,-70-4-6 0 0,71 6-18 0 0,17 2-2 0 0,5-3-11 0 0,-5 4 16 0 0,-13 12 22 0 0,18-15-28 0 0,0 0 0 0 0,1 0 0 0 0,-1 0 0 0 0,0 0 0 0 0,0 0 0 0 0,1 1 0 0 0,-1-1 0 0 0,0 0 0 0 0,1 1 0 0 0,-1-1 0 0 0,1 0 0 0 0,0 1 0 0 0,-1-1 0 0 0,1 0 0 0 0,0 3-1 0 0,0-2 40 0 0,0 0 0 0 0,0-1-1 0 0,0 1 1 0 0,0 0 0 0 0,0 0-1 0 0,0 0 1 0 0,1 0 0 0 0,-1-1-1 0 0,1 1 1 0 0,-1 0 0 0 0,1 0-1 0 0,0-1 1 0 0,0 1-1 0 0,0-1 1 0 0,-1 1 0 0 0,3 2-1 0 0,2 1 48 0 0,29 42 247 0 0,-30-39-330 0 0,1-1 1 0 0,-2 1 0 0 0,1 0-1 0 0,4 14 1 0 0,-4-8-12 0 0,-1 0 0 0 0,3 22-1 0 0,8 72 79 0 0,-13-99-71 0 0,6 18 0 0 0,-1 1 7 0 0,-5-25 0 0 0,0-1-1 0 0,0 1 1 0 0,0-1 0 0 0,0 1 0 0 0,2 3-1 0 0,2 3 74 0 0,-5-8-24 0 0,0 0 0 0 0,1 0 1 0 0,-1 1-1 0 0,1-1 1 0 0,-1 0-1 0 0,1-1 1 0 0,-1 1-1 0 0,1 0 1 0 0,0 0-1 0 0,-1 0 1 0 0,1 0-1 0 0,0 0 1 0 0,0-1-1 0 0,-1 1 1 0 0,1 0-1 0 0,0-1 1 0 0,0 1-1 0 0,0 0 1 0 0,0-1-1 0 0,0 1 1 0 0,0-1-1 0 0,0 0 0 0 0,0 1 1 0 0,0-1-1 0 0,0 0 1 0 0,0 1-1 0 0,1-1 1 0 0,-1 0-1 0 0,0 0 1 0 0,2 0-1 0 0,3-1 30 0 0,0 1 0 0 0,-1-1-1 0 0,1 0 1 0 0,0-1 0 0 0,8-3-1 0 0,-7 3-81 0 0,0 0 0 0 0,0 0-1 0 0,11-1 1 0 0,48-2-948 0 0,-57 1-1856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0,'0'0'12854'0'0,"2"10"-12813"0"0,18 79 64 0 0,12 25 131 0 0,-30-109-203 0 0,-1-1-1 0 0,1 0 0 0 0,4 7 0 0 0,-1-1 47 0 0,-6-37-14956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5017 0 0,'0'0'13754'0'0,"13"-2"-13689"0"0,44-8-5 0 0,-55 9-55 0 0,0 1 0 0 0,0 0 0 0 0,1 0 0 0 0,-1-1 0 0 0,0 1 0 0 0,0 1 0 0 0,0-1 1 0 0,0 0-1 0 0,1 0 0 0 0,-1 1 0 0 0,0-1 0 0 0,0 1 0 0 0,3 1 0 0 0,2 1 17 0 0,4 1 42 0 0,5 2 79 0 0,1 0 1 0 0,0-1 0 0 0,21 2 0 0 0,-30-6-471 0 0,-8-1 451 0 0,1 0 0 0 0,-1 0 0 0 0,1 0 0 0 0,-1 0 0 0 0,1 0 0 0 0,-1 0 0 0 0,0 0 0 0 0,1 0 0 0 0,-1 0 0 0 0,1 0 0 0 0,-1 0 0 0 0,0 1 0 0 0,1-1 0 0 0,-1 0 0 0 0,1 0 0 0 0,0 1-1 0 0,-1-1-27 0 0,0 1-1 0 0,0 0 0 0 0,1 0 0 0 0,-1 0 0 0 0,0-1 0 0 0,0 1 0 0 0,0 0 1 0 0,0 0-1 0 0,0 0 0 0 0,0 0 0 0 0,0 1 0 0 0,0 6-107 0 0,0 1 17 0 0,0 0-1 0 0,0 0 1 0 0,1 1-1 0 0,4 13 1 0 0,1-1-5 0 0,7 22 10 0 0,-6-26-10 0 0,5 15 15 0 0,2 0 0 0 0,17 30 1 0 0,-21-46 3 0 0,-2 1 0 0 0,12 35 0 0 0,-17-45-18 0 0,-2-5-3 0 0,1 0-1 0 0,-1-1 0 0 0,0 1 0 0 0,-1 0 1 0 0,1 0-1 0 0,-1 0 0 0 0,1 0 0 0 0,-1 1 1 0 0,0-1-1 0 0,0 0 0 0 0,0 0 0 0 0,-1 3 1 0 0,1 4 18 0 0,0-9-14 0 0,0-1 0 0 0,0 1-1 0 0,0 0 1 0 0,0-1 0 0 0,0 1-1 0 0,0-1 1 0 0,0 1-1 0 0,0 0 1 0 0,0-1 0 0 0,0 1-1 0 0,-1-1 1 0 0,1 1 0 0 0,0 0-1 0 0,0-1 1 0 0,0 1 0 0 0,-1-1-1 0 0,1 1 1 0 0,0-1 0 0 0,-1 1-1 0 0,1-1 1 0 0,0 1 0 0 0,-2 0-1 0 0,-3 3 73 0 0,-4 3 58 0 0,2-5-137 0 0,0 0 1 0 0,0 0 0 0 0,0-1 0 0 0,0 0 0 0 0,0-1 0 0 0,-10 1 0 0 0,-10-2-3648 0 0,5 1-5046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8570 0 0,'0'0'15016'0'0,"-21"4"-14745"0"0,-66 15-76 0 0,73-17-71 0 0,-21 8 0 0 0,16-4-28 0 0,-10 0-512 0 0,-34 2 0 0 0,31-6-3671 0 0,3-4-4961 0 0,17-1-1381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0,-1-1 0 0 0,1 1 0 0 0,0-1 0 0 0,-1 0 1 0 0,1 1-1 0 0,0-1 0 0 0,1 0 0 0 0,-1 1 0 0 0,0-1 1 0 0,1 0-1 0 0,-1 0 0 0 0,1 0 0 0 0,-1 0 0 0 0,1 0 1 0 0,3 2-1 0 0,6 6 134 0 0,17 12-1 0 0,-19-16-127 0 0,77 55 174 0 0,98 52 1 0 0,-95-72-1326 0 0,-87-40 642 0 0,0-1 0 0 0,0 1 0 0 0,0-1 0 0 0,1 1 0 0 0,-1-1 0 0 0,0 0 0 0 0,0 0 0 0 0,3 0 0 0 0,-3 0-517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5617 0 0,'0'0'15430'0'0,"-21"16"-15170"0"0,-60 51-61 0 0,75-62-161 0 0,0 0 0 0 0,-7 8 1 0 0,13-12-33 0 0,-1-1 0 0 0,1 1 1 0 0,0-1-1 0 0,-1 1 1 0 0,1 0-1 0 0,0-1 0 0 0,0 1 1 0 0,-1-1-1 0 0,1 1 1 0 0,0 0-1 0 0,0-1 0 0 0,0 1 1 0 0,0 0-1 0 0,0-1 1 0 0,0 2-1 0 0,-1 3 44 0 0,-2 17-354 0 0,1 1 1 0 0,0 38 0 0 0,3-44-2204 0 0,-3-9-1632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54 4993 0 0,'0'0'17637'0'0,"-22"-9"-17555"0"0,-65-26-41 0 0,61 26-25 0 0,18 9-26 0 0,3 0 14 0 0,0-1 1 0 0,1 1 0 0 0,-1 1 0 0 0,0-1 0 0 0,1 1-1 0 0,-1 0 1 0 0,1 0 0 0 0,-1 0 0 0 0,1 0 0 0 0,-6 3 0 0 0,1 0 1 0 0,7-3-5 0 0,1-1 0 0 0,0 1 0 0 0,0 0 0 0 0,-1-1 0 0 0,1 1 0 0 0,0 0-1 0 0,0 0 1 0 0,-1 0 0 0 0,1 0-4 0 0,0 0 0 0 0,1 0 0 0 0,-1 0 0 0 0,1 0 0 0 0,-1 0 0 0 0,1 0 0 0 0,-1 0 0 0 0,1 0 0 0 0,-1 0 0 0 0,1 0 0 0 0,0 0 0 0 0,0 0 0 0 0,-1 1-1 0 0,1-1 1 0 0,0 0 0 0 0,0 0 0 0 0,0 0 0 0 0,0 0 0 0 0,1 0 0 0 0,-1 0 0 0 0,0 2 0 0 0,1 1 20 0 0,-1 11 34 0 0,1 0 1 0 0,1-1 0 0 0,6 25-1 0 0,17 40 106 0 0,-16-52-95 0 0,-2-5-22 0 0,24 79 28 0 0,-13 30-64 0 0,-17-93-41 0 0,-1-29 52 0 0,0 1 1 0 0,1-1 0 0 0,3 20-1 0 0,-4-27 50 0 0,0 0 1 0 0,1 0-1 0 0,-1-1 0 0 0,1 1 0 0 0,0 0 0 0 0,0 0 0 0 0,0-1 0 0 0,1 3 0 0 0,-2-3-2 0 0,1-1 0 0 0,0 1 0 0 0,0-1 0 0 0,0 1 0 0 0,-1-1 0 0 0,1 1 0 0 0,0-1 0 0 0,0 1 0 0 0,0-1 0 0 0,0 0 0 0 0,0 0 0 0 0,0 1 0 0 0,0-1 0 0 0,0 0 0 0 0,0 0 0 0 0,0 0 0 0 0,0 0 0 0 0,1 0 0 0 0,5-1 33 0 0,0 1 0 0 0,0-2 0 0 0,-1 1 0 0 0,14-5 0 0 0,10-1-41 0 0,-7 3 355 0 0,41 1-1 0 0,-26 3-6990 0 0,-17 0-3307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5185 0 0,'0'0'18984'0'0,"-1"-6"-18882"0"0,-5-19-72 0 0,6 24-30 0 0,0 1 0 0 0,0 0 0 0 0,0-1 0 0 0,0 1 0 0 0,0 0-1 0 0,0 0 1 0 0,0-1 0 0 0,0 1 0 0 0,1 0 0 0 0,-1 0 0 0 0,0-1 0 0 0,0 1 0 0 0,0 0-1 0 0,0 0 1 0 0,0-1 0 0 0,0 1 0 0 0,1 0 0 0 0,-1 0 0 0 0,0 0 0 0 0,0-1-1 0 0,0 1 1 0 0,0 0 0 0 0,1 0 0 0 0,-1 0 0 0 0,0 0 0 0 0,0-1 0 0 0,1 1 0 0 0,-1 0-1 0 0,0 0 1 0 0,0 0 0 0 0,1 0 0 0 0,-1 0 0 0 0,0 0 0 0 0,0 0 0 0 0,1 0 0 0 0,-1 0-1 0 0,0 0 1 0 0,12 0-42 0 0,-10 0 33 0 0,7 2-5 0 0,-1 0 0 0 0,1 0 0 0 0,-1 0 0 0 0,13 7 0 0 0,-9-5 8 0 0,151 63 20 0 0,-153-63-28 0 0,0 1 0 0 0,-1 0 1 0 0,0 1-1 0 0,12 9 0 0 0,-20-15 8 0 0,-1 0 0 0 0,0 1 0 0 0,1-1 0 0 0,-1 0 0 0 0,1 1 0 0 0,-1-1 0 0 0,0 0 0 0 0,1 1 0 0 0,-1-1-1 0 0,0 0 1 0 0,1 1 0 0 0,-1-1 0 0 0,0 1 0 0 0,1-1 0 0 0,-1 1 0 0 0,0-1 0 0 0,0 1 0 0 0,0-1 0 0 0,0 0-1 0 0,1 1 1 0 0,-1-1 0 0 0,0 1 0 0 0,0-1 0 0 0,0 1 0 0 0,0-1 0 0 0,0 1 0 0 0,0 0 0 0 0,0-1 0 0 0,0 1 0 0 0,0-1-1 0 0,-1 0 1 0 0,1 1 0 0 0,0-1 0 0 0,0 1 0 0 0,0-1 0 0 0,0 1 0 0 0,-1-1 0 0 0,1 1 0 0 0,0-1 0 0 0,-1 1-1 0 0,1-1 1 0 0,0 0 0 0 0,-1 1 0 0 0,1-1 0 0 0,0 0 0 0 0,-1 1 0 0 0,1-1 0 0 0,-1 0 0 0 0,1 1 0 0 0,-4 1 10 0 0,0 1 0 0 0,0-1 0 0 0,0 0 0 0 0,-6 3 0 0 0,6-3 12 0 0,-10 3 32 0 0,-1 0 0 0 0,1-1 0 0 0,-17 3 0 0 0,15-3-27 0 0,0 0 0 0 0,-20 8 0 0 0,36-12-22 0 0,-1 0 0 0 0,1 0 0 0 0,-1 1 0 0 0,1-1 0 0 0,-1 0 0 0 0,1 0-1 0 0,-1 1 1 0 0,1-1 0 0 0,0 0 0 0 0,-1 1 0 0 0,1-1 0 0 0,-1 0 0 0 0,1 1 0 0 0,0-1 0 0 0,-1 1-1 0 0,1-1 1 0 0,0 0 0 0 0,-1 1 0 0 0,1-1 0 0 0,0 1 0 0 0,0-1 0 0 0,0 1 0 0 0,-1-1 0 0 0,1 1-1 0 0,0-1 1 0 0,0 1 0 0 0,0-1 0 0 0,0 1 0 0 0,0 0 0 0 0,0-1 0 0 0,0 1 0 0 0,0-1 0 0 0,0 1-1 0 0,0-1 1 0 0,0 1 0 0 0,0-1 0 0 0,1 1 0 0 0,-1-1 0 0 0,0 1 0 0 0,1 1-8 0 0,0 0-1 0 0,0-1 1 0 0,0 1 0 0 0,0-1-1 0 0,0 0 1 0 0,0 1 0 0 0,1-1-1 0 0,-1 0 1 0 0,0 0 0 0 0,2 2-1 0 0,12 5-72 0 0,-1-1 0 0 0,1 0 0 0 0,30 9 0 0 0,-32-12 54 0 0,-1 1 0 0 0,1 0 1 0 0,-1 0-1 0 0,0 1 0 0 0,0 1 0 0 0,15 10 1 0 0,-26-16 3 0 0,0 1 1 0 0,0-1 0 0 0,0 0 0 0 0,-1 1-1 0 0,1-1 1 0 0,0 1 0 0 0,0-1 0 0 0,-1 1-1 0 0,1-1 1 0 0,-1 1 0 0 0,1 0 0 0 0,-1-1-1 0 0,0 1 1 0 0,0 0 0 0 0,0-1-1 0 0,0 3 1 0 0,1-2 6 0 0,-1-1 0 0 0,0 1 0 0 0,-1 0 0 0 0,1 0 0 0 0,0 0 0 0 0,0-1-1 0 0,-1 1 1 0 0,1 0 0 0 0,-1-1 0 0 0,0 1 0 0 0,1 0 0 0 0,-1-1 0 0 0,0 1 0 0 0,-2 2 0 0 0,0-1-114 0 0,0-1 1 0 0,0 1 0 0 0,0-1-1 0 0,-1 0 1 0 0,1 0 0 0 0,-1 0-1 0 0,1 0 1 0 0,-1-1 0 0 0,0 1 0 0 0,1-1-1 0 0,-1 0 1 0 0,-5 0 0 0 0,-4 1-2965 0 0,0-1 0 0 0,-17-1 0 0 0,16 0-1312 0 0,4 0-2987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9810 0 0,'0'0'12745'0'0,"5"-7"-12822"0"0,15-24 29 0 0,-19 31 47 0 0,-1-1-1 0 0,0 1 1 0 0,1 0-1 0 0,-1-1 1 0 0,1 1-1 0 0,-1-1 1 0 0,1 1-1 0 0,-1 0 1 0 0,1-1-1 0 0,-1 1 0 0 0,1 0 1 0 0,0 0-1 0 0,-1-1 1 0 0,1 1-1 0 0,-1 0 1 0 0,1 0-1 0 0,0 0 1 0 0,-1 0-1 0 0,1 0 1 0 0,-1 0-1 0 0,1 0 1 0 0,0 0-1 0 0,-1 0 1 0 0,1 0-1 0 0,0 0 1 0 0,-1 0-1 0 0,1 0 1 0 0,-1 1-1 0 0,1-1 1 0 0,0 0-1 0 0,-1 0 1 0 0,1 1-1 0 0,-1-1 1 0 0,1 0-1 0 0,-1 1 1 0 0,1-1-1 0 0,0 1 1 0 0,1 0-5 0 0,50 24-35 0 0,26 11 30 0 0,-61-29-50 0 0,-17-6 36 0 0,-1 0-373 0 0,1 1 342 0 0,-1-1 1 0 0,0 0 0 0 0,0 1 0 0 0,0-1-1 0 0,0 0 1 0 0,0 0 0 0 0,0 0-1 0 0,0 0 1 0 0,-3 2 0 0 0,-1 3 32 0 0,2-3 24 0 0,1 1 1 0 0,-1-1-1 0 0,1 1 0 0 0,1-1 0 0 0,-1 1 0 0 0,0 0 1 0 0,1 0-1 0 0,0 0 0 0 0,0 0 0 0 0,0 0 0 0 0,0 0 1 0 0,0 5-1 0 0,0 7 23 0 0,3 29 0 0 0,-2-43-24 0 0,4 21 22 0 0,0-1-1 0 0,2 1 1 0 0,0-1-1 0 0,10 23 1 0 0,2 4-11 0 0,10 30 55 0 0,8 22 27 0 0,-36-99-88 0 0,1 0 0 0 0,-1-1 1 0 0,1 1-1 0 0,-1 0 0 0 0,0-1 0 0 0,0 1 1 0 0,0 0-1 0 0,0-1 0 0 0,0 1 1 0 0,0 0-1 0 0,-1 2 0 0 0,0-3-1 0 0,1 0-1 0 0,0 0 1 0 0,-1 0-1 0 0,1-1 1 0 0,-1 1 0 0 0,1 0-1 0 0,-1 0 1 0 0,0-1-1 0 0,1 1 1 0 0,-1 0-1 0 0,0-1 1 0 0,0 1-1 0 0,1-1 1 0 0,-1 1 0 0 0,0-1-1 0 0,0 1 1 0 0,0-1-1 0 0,1 1 1 0 0,-1-1-1 0 0,0 0 1 0 0,0 0-1 0 0,-1 1 1 0 0,-9 0-641 0 0,1 1 1 0 0,-1-1-1 0 0,-20-2 0 0 0,13 1-2283 0 0,-11 0-5883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1808 0 0,'0'0'19267'0'0,"1"-12"-18967"0"0,2-34-73 0 0,-3 45-216 0 0,0 0 0 0 0,0 0 1 0 0,0 0-1 0 0,0 1 0 0 0,0-1 0 0 0,1 0 0 0 0,-1 0 1 0 0,0 1-1 0 0,0-1 0 0 0,1 0 0 0 0,-1 0 1 0 0,0 1-1 0 0,1-1 0 0 0,0-1 0 0 0,-1 2-5 0 0,1 0-1 0 0,-1 0 0 0 0,0 0 1 0 0,0 0-1 0 0,1 0 0 0 0,-1 0 1 0 0,0 0-1 0 0,0 0 0 0 0,1 0 1 0 0,-1 0-1 0 0,0 0 0 0 0,0 0 1 0 0,1 0-1 0 0,-1 0 0 0 0,0 0 1 0 0,1 0-1 0 0,-1 0 0 0 0,0 0 1 0 0,0 0-1 0 0,1 0 0 0 0,2 1 42 0 0,6 0-47 0 0,0-1 0 0 0,0 2 1 0 0,-1 0-1 0 0,1 0 0 0 0,-1 0 0 0 0,0 1 1 0 0,1 0-1 0 0,-1 1 0 0 0,-1 0 0 0 0,1 0 1 0 0,13 10-1 0 0,3 5 40 0 0,0 0 0 0 0,22 25-1 0 0,-5-1 262 0 0,-1 1-1 0 0,-3 2 1 0 0,53 82-1 0 0,-75-100-150 0 0,0 0-1 0 0,-2 1 1 0 0,-1 0-1 0 0,-1 1 1 0 0,-2 0 0 0 0,-1 0-1 0 0,-1 1 1 0 0,-2 1 0 0 0,2 48-1 0 0,-8 28 214 0 0,-1-89-319 0 0,-1-1 1 0 0,0 1-1 0 0,-11 31 0 0 0,11-40-229 0 0,-1-1-1 0 0,0 1 1 0 0,0-1-1 0 0,-1 0 0 0 0,0 0 1 0 0,-1-1-1 0 0,0 1 0 0 0,0-1 1 0 0,0-1-1 0 0,-12 11 1 0 0,11-12-1046 0 0,-10 7-5463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42 0 0 0,'0'0'3510'0'0,"0"-3"-2995"0"0,0 3-455 0 0,0-1 0 0 0,0 0 0 0 0,0 1 1 0 0,0-1-1 0 0,0 0 0 0 0,0 1 0 0 0,1-1 0 0 0,-1 0 1 0 0,0 1-1 0 0,0-1 0 0 0,1 1 0 0 0,-1-1 0 0 0,0 1 1 0 0,1-1-1 0 0,-1 0 0 0 0,1 1 0 0 0,-1-1 0 0 0,1 0 1 0 0,0 1 106 0 0,0-1 1 0 0,1 1-1 0 0,-1-1 1 0 0,0 1-1 0 0,0 0 1 0 0,1 0-1 0 0,-1-1 1 0 0,0 1-1 0 0,1 0 1 0 0,-1 0-1 0 0,2 0 1 0 0,33-3 4362 0 0,31 3 6266 0 0,-57-3-6882 0 0,-17 3-3695 0 0,-161 3 794 0 0,102 1-905 0 0,34-2-56 0 0,-110-1 392 0 0,74-2-305 0 0,38 6 101 0 0,30-5-167 0 0,32 0 1346 0 0,-28 0-1400 0 0,0-1 0 0 0,0 0 0 0 0,0 0 0 0 0,5-2 0 0 0,9-2 18 0 0,17-2-26 0 0,0 1 0 0 0,63-2-1 0 0,-84 8-116 0 0,13 0 189 0 0,26 3-1 0 0,-44-1-309 0 0,-1-1-1 0 0,1 1 0 0 0,-1 0 0 0 0,1 1 1 0 0,-1 0-1 0 0,0 0 0 0 0,9 5 0 0 0,0 4-2251 0 0,-8-3-4148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4433 0 0,'-3'2'18255'0'0,"3"1"-18257"0"0,2 0 1 0 0,-1 0 0 0 0,0 0 0 0 0,1 0 0 0 0,-1 0 0 0 0,1 0 0 0 0,0-1 0 0 0,0 1 0 0 0,0-1 0 0 0,3 4-1 0 0,2 2 77 0 0,89 112 207 0 0,-82-105-244 0 0,-1 0 29 0 0,2-1 1 0 0,19 17 0 0 0,-31-29-53 0 0,37 28 199 0 0,44 26 0 0 0,-44-30-710 0 0,-38-23-413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23 4585 0 0,'0'0'21114'0'0,"-4"-4"-20818"0"0,-15-11-68 0 0,14 11 92 0 0,6 14-368 0 0,-2 0 33 0 0,1 0-1 0 0,-1 0 1 0 0,-1 0-1 0 0,0 0 1 0 0,0-1-1 0 0,-1 1 1 0 0,0-1-1 0 0,-1 1 0 0 0,0-1 1 0 0,-6 11-1 0 0,-1-3 29 0 0,-1 0-1 0 0,0-1 1 0 0,-1 0-1 0 0,-1-1 1 0 0,-20 18-1 0 0,27-27-25 0 0,0-2-72 0 0,1 1 1 0 0,0 0-1 0 0,1 1 0 0 0,-9 9 1 0 0,11-11-1974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64 9082 0 0,'0'0'13838'0'0,"-32"-11"-13658"0"0,-97-31-54 0 0,93 32-61 0 0,26 9-7 0 0,3 2-26 0 0,3-1-17 0 0,1-1 2 0 0,0 1 1 0 0,0 0-1 0 0,0 0 0 0 0,0 1 1 0 0,0-1-1 0 0,0 1 0 0 0,1-1 1 0 0,-1 1-1 0 0,0 0 0 0 0,0 0 0 0 0,1 0 1 0 0,-4 2-1 0 0,5-3-18 0 0,0 1 1 0 0,0-1-1 0 0,1 1 0 0 0,-1 0 0 0 0,0-1 1 0 0,1 1-1 0 0,-1 0 0 0 0,1-1 0 0 0,-1 1 1 0 0,1 0-1 0 0,-1 0 0 0 0,1-1 1 0 0,-1 1-1 0 0,1 0 0 0 0,0 0 0 0 0,0 0 1 0 0,-1 0-1 0 0,1-1 0 0 0,0 1 0 0 0,0 0 1 0 0,0 0-1 0 0,0 0 0 0 0,0 0 1 0 0,0 0-1 0 0,0 0 0 0 0,0 0 0 0 0,0-1 1 0 0,0 1-1 0 0,1 0 0 0 0,-1 1 0 0 0,3 8 20 0 0,0-1 0 0 0,6 11-1 0 0,3 14 25 0 0,36 143 13 0 0,-4-10 27 0 0,-27-107 18 0 0,-15-49-62 0 0,-1-10-36 0 0,-1 0 0 0 0,0 0 0 0 0,0 1 0 0 0,1-1 0 0 0,-1 0 1 0 0,0 0-1 0 0,1 0 0 0 0,-1 0 0 0 0,1 1 0 0 0,0-1 0 0 0,-1 0 0 0 0,1 0 1 0 0,1 1-1 0 0,4 7 171 0 0,-3-5 718 0 0,6-3-187 0 0,71-5 89 0 0,-1-1-896 0 0,-18 5-1846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 6561 0 0,'0'0'14996'0'0,"18"-4"-15139"0"0,57-11 68 0 0,-72 15 67 0 0,0-1 0 0 0,0 1 0 0 0,0 0 0 0 0,0 0 0 0 0,0 0 0 0 0,0 1 0 0 0,5 0 0 0 0,-6 0 1 0 0,-1-1-1 0 0,1 1 1 0 0,-1 0 0 0 0,0 0-1 0 0,1 0 1 0 0,-1-1 0 0 0,0 1-1 0 0,2 2 1 0 0,2 2-17 0 0,12 8-53 0 0,24 24 1 0 0,-35-31 41 0 0,-1 1 0 0 0,0 0 0 0 0,0-1 0 0 0,0 1 0 0 0,-1 1-1 0 0,0-1 1 0 0,3 9 0 0 0,-6-14 30 0 0,0 0 1 0 0,0 1-1 0 0,0-1 0 0 0,-1 0 1 0 0,1 1-1 0 0,-1-1 0 0 0,1 0 1 0 0,-1 1-1 0 0,0-1 0 0 0,0 1 0 0 0,0-1 1 0 0,0 1-1 0 0,-1-1 0 0 0,1 0 1 0 0,-1 1-1 0 0,1-1 0 0 0,-1 1 1 0 0,0-1-1 0 0,0 0 0 0 0,0 0 0 0 0,0 0 1 0 0,0 1-1 0 0,-1-1 0 0 0,1 0 1 0 0,-1 0-1 0 0,1-1 0 0 0,-1 1 1 0 0,0 0-1 0 0,1 0 0 0 0,-1-1 0 0 0,-3 3 1 0 0,0-1 115 0 0,-1 0 0 0 0,0-1 0 0 0,1 1 0 0 0,-1-1 0 0 0,0 0 0 0 0,0 0 0 0 0,0-1 0 0 0,-1 0 0 0 0,1 0 0 0 0,0 0 0 0 0,-7-1 0 0 0,3 0 81 0 0,0 0 1 0 0,1 0 0 0 0,-1-1 0 0 0,1 0-1 0 0,-1-1 1 0 0,1 0 0 0 0,-13-4-1 0 0,10 1-34 0 0,1 0-1 0 0,0 0 0 0 0,1-1 1 0 0,-1-1-1 0 0,-9-7 1 0 0,17 11-116 0 0,0 0 1 0 0,0 0 0 0 0,0 0-1 0 0,0 0 1 0 0,1 0 0 0 0,-1 0-1 0 0,1-1 1 0 0,0 1 0 0 0,0-1-1 0 0,0 1 1 0 0,1-1 0 0 0,-1 0-1 0 0,1 0 1 0 0,0 0 0 0 0,0 0-1 0 0,0 0 1 0 0,1 0 0 0 0,-1-7-1 0 0,1 9-111 0 0,0-1 0 0 0,0 1-1 0 0,0-1 1 0 0,0 1 0 0 0,1 0-1 0 0,-1-1 1 0 0,1 1 0 0 0,0 0-1 0 0,-1-1 1 0 0,1 1 0 0 0,0 0-1 0 0,0 0 1 0 0,1 0 0 0 0,-1-1-1 0 0,0 1 1 0 0,1 1-1 0 0,-1-1 1 0 0,1 0 0 0 0,0 0-1 0 0,-1 0 1 0 0,1 1 0 0 0,0-1-1 0 0,4-1 1 0 0,-3 0-724 0 0,1 1 0 0 0,-1 0 0 0 0,1 0 0 0 0,0 1 0 0 0,4-2 1 0 0,-4 1-1522 0 0,1 1 0 0 0,-1 1 0 0 0,0-1 1 0 0,8 0-1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9682 0 0,'0'0'15923'0'0,"0"-5"-15863"0"0,0-15-96 0 0,0 20 24 0 0,1-1 0 0 0,-1 1-1 0 0,0 0 1 0 0,0 0 0 0 0,0-1-1 0 0,0 1 1 0 0,0 0 0 0 0,0-1-1 0 0,1 1 1 0 0,-1 0 0 0 0,0 0-1 0 0,0-1 1 0 0,0 1 0 0 0,1 0-1 0 0,-1 0 1 0 0,0 0 0 0 0,0-1-1 0 0,1 1 1 0 0,-1 0 0 0 0,0 0-1 0 0,1 0 1 0 0,-1 0 0 0 0,0 0-1 0 0,0-1 1 0 0,1 1 0 0 0,-1 0-1 0 0,0 0 1 0 0,1 0 0 0 0,-1 0-1 0 0,0 0 1 0 0,1 0 0 0 0,-1 0-1 0 0,0 0 1 0 0,1 0 0 0 0,-1 0-1 0 0,0 0 1 0 0,1 0 0 0 0,-1 1-1 0 0,11 1-247 0 0,-4 2 201 0 0,0 0 0 0 0,-1 0 0 0 0,1 1-1 0 0,-1-1 1 0 0,10 11 0 0 0,1-1 42 0 0,35 32-128 0 0,-50-45 118 0 0,-1 0 1 0 0,0 0 0 0 0,0 1-1 0 0,0-1 1 0 0,0 0 0 0 0,0 1 0 0 0,0-1-1 0 0,0 1 1 0 0,-1-1 0 0 0,1 1 0 0 0,0-1-1 0 0,-1 1 1 0 0,1 0 0 0 0,-1 1 0 0 0,2 25-234 0 0,-2-23 246 0 0,0 0 0 0 0,0 0 0 0 0,2 9 0 0 0,4 7 30 0 0,1 0 0 0 0,14 26 0 0 0,7 18-1 0 0,-17-34-14 0 0,-3-11-5 0 0,9 39 0 0 0,-12-33 135 0 0,-1 0 0 0 0,0 45 0 0 0,-16-69-692 0 0,-12 5-539 0 0,-1 0 0 0 0,-29 4 0 0 0,15-4-4979 0 0,20-4 459 0 0,7-2-2930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 4609 0 0,'0'0'13334'0'0,"-6"-2"-12382"0"0,-16-4-285 0 0,16 5 1402 0 0,6 2-2012 0 0,0 0 0 0 0,0 1 0 0 0,0-1 0 0 0,1 0 0 0 0,-1 0 0 0 0,0 1 0 0 0,0-1 0 0 0,1 0 0 0 0,-1 2 0 0 0,3 0 55 0 0,-1 0 1 0 0,0 0 0 0 0,1 0-1 0 0,0 0 1 0 0,0 0-1 0 0,5 4 1 0 0,2 1 71 0 0,11 10 108 0 0,1-2 0 0 0,34 21-1 0 0,-14-10-174 0 0,97 60 85 0 0,-74-45-136 0 0,-64-41-71 0 0,4 3-65 0 0,0-1-1 0 0,0 1 1 0 0,1-1-1 0 0,-1 0 1 0 0,10 3-1 0 0,-14-5 984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6673 0 0,'0'0'18350'0'0,"-26"11"-18146"0"0,-81 39-66 0 0,74-31-66 0 0,32-19-66 0 0,0 1-1 0 0,0 0 1 0 0,0-1 0 0 0,0 1-1 0 0,0 0 1 0 0,1 0 0 0 0,-1 0-1 0 0,0-1 1 0 0,0 3 0 0 0,-4 4 25 0 0,5-7-30 0 0,-6 6 18 0 0,0 1-1 0 0,1-1 1 0 0,0 1-1 0 0,0 1 1 0 0,0-1 0 0 0,1 1-1 0 0,0-1 1 0 0,-3 12-1 0 0,-2 16-642 0 0,4-11-4181 0 0,3-18 1890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10282 0 0,'0'0'12321'0'0,"-17"-1"-12274"0"0,-50-2-11 0 0,66 3-32 0 0,-1 0-1 0 0,0 0 0 0 0,1 0 0 0 0,-1 0 1 0 0,0 0-1 0 0,1 1 0 0 0,-1-1 1 0 0,0 1-1 0 0,-2 1 0 0 0,3-2 0 0 0,1 0-1 0 0,-1 1 0 0 0,1-1 0 0 0,0 0 0 0 0,-1 1 0 0 0,1-1 0 0 0,0 0 0 0 0,-1 1 0 0 0,1-1 0 0 0,0 1 0 0 0,0-1 1 0 0,-1 1-1 0 0,1-1 0 0 0,0 1 0 0 0,0 0 0 0 0,-2 3 15 0 0,-2 0 28 0 0,0 1 0 0 0,1 1-1 0 0,0-1 1 0 0,-4 8 0 0 0,6-12-11 0 0,1 1 0 0 0,-1-1 0 0 0,1 1 0 0 0,-1-1 0 0 0,1 1 0 0 0,-1-1 0 0 0,1 1 0 0 0,0-1 1 0 0,0 1-1 0 0,0-1 0 0 0,0 1 0 0 0,0-1 0 0 0,0 1 0 0 0,0 0 0 0 0,1-1 0 0 0,-1 1 0 0 0,0-1 0 0 0,1 1 0 0 0,-1-1 0 0 0,1 0 1 0 0,0 1-1 0 0,-1-1 0 0 0,2 2 0 0 0,1 1-2 0 0,-1 0 0 0 0,1 0 0 0 0,-1 0 0 0 0,0 0 0 0 0,0 1 0 0 0,-1-1 0 0 0,3 7 0 0 0,4 34-3 0 0,-5-29 11 0 0,8 81 43 0 0,-9-63-50 0 0,2 1 0 0 0,13 49 0 0 0,-10-54 9 0 0,5 14 29 0 0,-1-18 86 0 0,26 45-1 0 0,-34-64-124 0 0,8 9 187 0 0,-10-16-125 0 0,0 1 0 0 0,0-1 0 0 0,0 1 0 0 0,-1-1-1 0 0,1 1 1 0 0,0-1 0 0 0,0 0 0 0 0,1 1 0 0 0,-1-1 0 0 0,0 0 0 0 0,0 0 0 0 0,0 0-1 0 0,0 0 1 0 0,0 0 0 0 0,0 0 0 0 0,0 0 0 0 0,0 0 0 0 0,0 0 0 0 0,0-1 0 0 0,0 1-1 0 0,1-1 1 0 0,29-11 236 0 0,-12 5-319 0 0,-3 2-439 0 0,25-12-1 0 0,-23 8-3507 0 0,-1-2-5430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68 7314 0 0,'0'0'17861'0'0,"-3"-11"-17736"0"0,-9-33-52 0 0,12 43-73 0 0,0 1 0 0 0,0 0 0 0 0,0-1 0 0 0,0 1 0 0 0,-1 0 0 0 0,1-1 0 0 0,0 1 0 0 0,0 0 0 0 0,0-1 0 0 0,0 1 0 0 0,0-1 0 0 0,0 1 0 0 0,0 0 0 0 0,0-1 0 0 0,0 1 0 0 0,1 0 0 0 0,-1-1 0 0 0,0 1 0 0 0,0 0 0 0 0,0-1 0 0 0,0 1 0 0 0,0 0 0 0 0,1-1 0 0 0,-1 1 0 0 0,0 0 0 0 0,0-1 0 0 0,0 1 0 0 0,1 0 0 0 0,-1 0 0 0 0,0-1 0 0 0,1 1 0 0 0,-1 0 0 0 0,0 0 0 0 0,0-1 0 0 0,1 1 0 0 0,-1 0 0 0 0,1 0 0 0 0,10 0-108 0 0,-8 1 79 0 0,3-2 0 0 0,0 1 1 0 0,1 1-1 0 0,-1-1 1 0 0,1 1-1 0 0,-1 0 0 0 0,0 0 1 0 0,1 1-1 0 0,-1 0 1 0 0,0 0-1 0 0,7 4 0 0 0,-1 0-23 0 0,-8-5 17 0 0,0 1 1 0 0,-1 0 0 0 0,0 0 0 0 0,6 3 0 0 0,-9-4 16 0 0,1 0 0 0 0,0 0-1 0 0,0 0 1 0 0,0 0 0 0 0,-1 0 0 0 0,1 0 0 0 0,0 0-1 0 0,-1 0 1 0 0,1 0 0 0 0,-1 0 0 0 0,1 0-1 0 0,-1 1 1 0 0,1-1 0 0 0,-1 0 0 0 0,0 0 0 0 0,0 0-1 0 0,0 1 1 0 0,0 1 0 0 0,0 3 6 0 0,0 0 0 0 0,-1 0 0 0 0,0 0 0 0 0,-1 0 0 0 0,1 0 0 0 0,-4 6 0 0 0,-16 36 159 0 0,9-24-6 0 0,8-15-69 0 0,0 1 0 0 0,1 0 0 0 0,0 0 0 0 0,0 0 0 0 0,1 0 0 0 0,0 0 0 0 0,1 1 0 0 0,0 18 441 0 0,16-29 294 0 0,-3-1-741 0 0,0-1-1 0 0,0 0 0 0 0,20-5 1 0 0,8-2-105 0 0,32 0-64 0 0,-33 5-722 0 0,-14 1-2562 0 0,17-6-10854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7338 0 0,'0'0'12139'0'0,"17"-13"-12183"0"0,56-37-1 0 0,-71 49 42 0 0,0-1-1 0 0,0 1 0 0 0,0 0 1 0 0,0 0-1 0 0,0 0 1 0 0,0 0-1 0 0,1 1 1 0 0,-1-1-1 0 0,0 1 1 0 0,4-1-1 0 0,-5 1 1 0 0,-1 0 0 0 0,1 0 0 0 0,0 0 0 0 0,0 1 0 0 0,0-1 0 0 0,0 0 1 0 0,0 1-1 0 0,-1-1 0 0 0,1 0 0 0 0,0 1 0 0 0,0-1 0 0 0,-1 1 0 0 0,1-1 0 0 0,1 1 0 0 0,2 3-17 0 0,8 3-21 0 0,-1 0 1 0 0,0 1-1 0 0,0 0 0 0 0,-1 1 0 0 0,15 16 0 0 0,-19-19 12 0 0,-1 0 1 0 0,-1 0-1 0 0,1 1 1 0 0,-1 0 0 0 0,-1-1-1 0 0,1 1 1 0 0,-1 1-1 0 0,0-1 1 0 0,0 0-1 0 0,-1 1 1 0 0,1 8 0 0 0,-1 4 7 0 0,-2 39 1 0 0,-1-23 114 0 0,1-17 10 0 0,-1-6 43 0 0,1 0 0 0 0,1 0 0 0 0,0 0 1 0 0,0 0-1 0 0,7 22 0 0 0,49 123 541 0 0,-55-152-682 0 0,1 0 0 0 0,-2 1 0 0 0,1 0 0 0 0,-1-1 0 0 0,0 1-1 0 0,1 10 1 0 0,-1-7-3 0 0,1 2 3 0 0,-2-11-5 0 0,0-1-1 0 0,0 1 0 0 0,-1-1 0 0 0,1 1 1 0 0,0-1-1 0 0,0 0 0 0 0,-1 1 0 0 0,1-1 1 0 0,0 1-1 0 0,0-1 0 0 0,-1 0 1 0 0,1 1-1 0 0,0-1 0 0 0,-1 0 0 0 0,1 1 1 0 0,-1-1-1 0 0,1 0 0 0 0,-1 1 0 0 0,1-1 1 0 0,0 0-1 0 0,-1 0 0 0 0,1 0 1 0 0,-1 0-1 0 0,1 1 0 0 0,-2-1 0 0 0,-10 3-123 0 0,-1-1-1 0 0,0 0 0 0 0,0-1 1 0 0,-17-1-1 0 0,-6 0-3211 0 0,0-1-5582 0 0,23 1 1303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3825 0 0,'0'0'13787'0'0,"3"3"-13486"0"0,8 5-100 0 0,-1 1 298 0 0,14 14-1 0 0,-18-16-320 0 0,1 0 0 0 0,1-1 0 0 0,9 7 0 0 0,1 1 106 0 0,125 86 870 0 0,-68-57-1003 0 0,4 2-117 0 0,-66-37-98 0 0,-6-5-223 0 0,-1 1 1 0 0,0 0-1 0 0,10 9 0 0 0,-14-11 693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 2745 0 0,'0'0'20891'0'0,"-18"-1"-20531"0"0,-53-4-92 0 0,68 5-230 0 0,-1 0 0 0 0,1 0 0 0 0,0 1 0 0 0,-7 0-1 0 0,3 4 107 0 0,4-2-78 0 0,1-1-33 0 0,-1 0 0 0 0,1 0 1 0 0,0 0-1 0 0,0 0 1 0 0,0 1-1 0 0,0-1 0 0 0,0 1 1 0 0,1-1-1 0 0,-1 1 1 0 0,1 0-1 0 0,0 0 0 0 0,-1 0 1 0 0,0 4-1 0 0,-1 5 22 0 0,1 0 1 0 0,-2 13-1 0 0,3-19-27 0 0,-1 25 89 0 0,2 43 0 0 0,1-30-1408 0 0,-1-44 1153 0 0,0 1 1 0 0,0-1-1 0 0,0 0 1 0 0,0 1-1 0 0,0-1 1 0 0,0 1-1 0 0,0-1 1 0 0,-1 0-1 0 0,1 1 1 0 0,0-1-1 0 0,0 1 1 0 0,0-1-1 0 0,0 0 1 0 0,-1 1-1 0 0,1-1 1 0 0,0 0-1 0 0,0 1 1 0 0,0-1-1 0 0,-1 0 1 0 0,1 1-1 0 0,-1-1 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48 7066 0 0,'0'0'18137'0'0,"0"-8"-18101"0"0,0-24-42 0 0,-1 25-74 0 0,-3 6 49 0 0,-2 6 0 0 0,6-5 28 0 0,-11 9 11 0 0,0 0 1 0 0,0-1-1 0 0,-2-1 0 0 0,1 1 0 0 0,0-2 1 0 0,-15 5-1 0 0,27-10-7 0 0,-7 1 25 0 0,1 0 0 0 0,-1-1 1 0 0,0 1-1 0 0,1-1 0 0 0,-1-1 0 0 0,-9 1 976 0 0,23 16-1474 0 0,3 8 410 0 0,0-1 1 0 0,9 39 0 0 0,-8-23 46 0 0,10 47-16 0 0,2 6 47 0 0,-14-62-10 0 0,-7-21-3 0 0,1 1 0 0 0,0-1 0 0 0,9 19 1 0 0,-10-25-4 0 0,0 1 0 0 0,0 0 1 0 0,2 6-1 0 0,4 13-7 0 0,8 11 14 0 0,-14-30 2 0 0,-1-4-8 0 0,-1-1 0 0 0,0 1 0 0 0,0 0 0 0 0,1 0 0 0 0,-1 0 0 0 0,0 0 0 0 0,1-1 0 0 0,-1 1 0 0 0,1 0 0 0 0,-1 0 0 0 0,1-1 0 0 0,0 1 0 0 0,-1 0 0 0 0,1-1 1 0 0,-1 1-1 0 0,1 0 0 0 0,0-1 0 0 0,0 1 0 0 0,-1-1 0 0 0,1 0 0 0 0,0 1 0 0 0,0-1 0 0 0,0 1 0 0 0,1-1 0 0 0,15 4 200 0 0,3-5-91 0 0,20-4 0 0 0,-20 3-121 0 0,21-1 1 0 0,-41 3 0 0 0,78 2-1295 0 0,-46 1-5846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10266 0 0,'0'0'13740'0'0,"-2"6"-13692"0"0,1-2-37 0 0,0-2-4 0 0,0 1-1 0 0,0-1 1 0 0,0 1 0 0 0,0-1-1 0 0,1 1 1 0 0,-1 0-1 0 0,1 0 1 0 0,0-1-1 0 0,-1 1 1 0 0,1 0-1 0 0,1 0 1 0 0,0 4-1 0 0,4 16 55 0 0,-2-7-41 0 0,1-1 0 0 0,6 17 0 0 0,22 29-1245 0 0,-32-61 1095 0 0,0 1 0 0 0,1-1 0 0 0,-1 1 0 0 0,0-1 0 0 0,1 1 0 0 0,-1-1 0 0 0,0 1 0 0 0,1-1 0 0 0,-1 1 0 0 0,1-1 0 0 0,-1 0 0 0 0,0 1 0 0 0,1-1-1 0 0,-1 0 1 0 0,1 1 0 0 0,-1-1 0 0 0,1 0 0 0 0,-1 0 0 0 0,1 1 0 0 0,0-1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35 600 0 0,'0'0'17165'0'0,"23"-6"-17140"0"0,72-18-14 0 0,-61 20 9 0 0,-21 6 7 0 0,-5 1-10 0 0,28 5 52 0 0,-24-4 34 0 0,0-1 0 0 0,0-1 0 0 0,22 2 1 0 0,-12-1 725 0 0,-31 6-171 0 0,6-7-629 0 0,0 1 0 0 0,0-1 0 0 0,0 1-1 0 0,0 0 1 0 0,0 0 0 0 0,1 0 0 0 0,0 0 0 0 0,-1 1 0 0 0,1-1 0 0 0,0 1 0 0 0,-2 5 0 0 0,2-2 32 0 0,0-1-1 0 0,1 0 0 0 0,-1 1 0 0 0,2-1 1 0 0,-1 1-1 0 0,0 9 0 0 0,2-3 46 0 0,0 1-1 0 0,1 0 1 0 0,0-1-1 0 0,1 1 1 0 0,0-1-1 0 0,1 0 1 0 0,9 20-1 0 0,39 84 166 0 0,-42-93-244 0 0,-5-14-8 0 0,-1 1-1 0 0,0-1 1 0 0,4 20-1 0 0,-7-24-22 0 0,-1-5 7 0 0,0 1 0 0 0,0-1 0 0 0,0 1-1 0 0,1-1 1 0 0,-1 1 0 0 0,1-1 0 0 0,-1 1 0 0 0,1-1 0 0 0,-1 1 0 0 0,1-1 0 0 0,1 2 0 0 0,-2-3-4 0 0,0 1 0 0 0,0 0-1 0 0,0-1 1 0 0,1 1 0 0 0,-1-1 0 0 0,0 1-1 0 0,0-1 1 0 0,0 1 0 0 0,0 0 0 0 0,0-1-1 0 0,0 1 1 0 0,0-1 0 0 0,0 1 0 0 0,0 0-1 0 0,-1-1 1 0 0,1 1 0 0 0,0-1 0 0 0,0 1 0 0 0,0-1-1 0 0,-1 1 1 0 0,1-1 0 0 0,0 1 0 0 0,-1-1-1 0 0,1 1 1 0 0,0-1 0 0 0,-2 2 0 0 0,-8 1-342 0 0,-1 0 0 0 0,0 0 0 0 0,0-1 0 0 0,-17 2 0 0 0,-9-2-3119 0 0,2-2-3964 0 0,20 0-1788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1216 0 0,'0'0'20485'0'0,"-2"-2"-20020"0"0,-8-6-161 0 0,8 6-128 0 0,3 3-174 0 0,-1 0 0 0 0,1 1-1 0 0,-1-1 1 0 0,1 1 0 0 0,0-1-1 0 0,0 0 1 0 0,0 0 0 0 0,-1 1-1 0 0,1-1 1 0 0,0 0 0 0 0,1 0-1 0 0,-1 0 1 0 0,1 1 0 0 0,1 0 8 0 0,32 33 115 0 0,47 34 0 0 0,-80-67-122 0 0,25 19 65 0 0,46 26 0 0 0,-1-9-48 0 0,-59-28-32 0 0,-11-9-101 0 0,-1 1 1 0 0,1-1-1 0 0,-1 0 1 0 0,1 1-1 0 0,0-1 1 0 0,-1 0-1 0 0,1 0 1 0 0,0 0-1 0 0,0-1 0 0 0,0 1 1 0 0,0 0-1 0 0,0-1 1 0 0,0 1-1 0 0,3-1 1 0 0,-6-12-6278 0 0,-7-5-2292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5753 0 0,'0'0'17723'0'0,"-9"6"-17254"0"0,-29 16-69 0 0,34-19-281 0 0,-1 1-1 0 0,0-1 0 0 0,1 1 1 0 0,0 0-1 0 0,-1 0 1 0 0,2 0-1 0 0,-1 1 0 0 0,0-1 1 0 0,-2 6-1 0 0,-1 1-48 0 0,-4 6 71 0 0,1 0 1 0 0,-13 33 0 0 0,3-6-67 0 0,17-38-67 0 0,1 1 0 0 0,0 0 0 0 0,0 0 0 0 0,-2 11 0 0 0,-4 17-791 0 0,5-19-1458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6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56 2296 0 0,'0'0'19467'0'0,"-11"-9"-19165"0"0,-31-26-30 0 0,25 25-65 0 0,8 9-39 0 0,3 2-91 0 0,-13-2 175 0 0,11 1-184 0 0,1-1-1 0 0,-1 1 1 0 0,1 1-1 0 0,-1-1 1 0 0,1 1-1 0 0,0 1 1 0 0,-12 2-1 0 0,-69 26 268 0 0,84-28-145 0 0,-7 3-462 0 0,11-5 325 0 0,-1 0-1 0 0,1 0 1 0 0,0 0 0 0 0,0 1 0 0 0,0-1 0 0 0,0 0 0 0 0,-1 0 0 0 0,1 0-1 0 0,0 0 1 0 0,0 1 0 0 0,0-1 0 0 0,0 0 0 0 0,0 0 0 0 0,0 0-1 0 0,0 0 1 0 0,0 1 0 0 0,0-1 0 0 0,0 0 0 0 0,0 0 0 0 0,-1 0-1 0 0,1 1 1 0 0,0-1 0 0 0,0 0 0 0 0,0 0 0 0 0,0 0 0 0 0,1 1-1 0 0,-1-1 1 0 0,0 0 0 0 0,0 0 0 0 0,0 0 0 0 0,0 1 0 0 0,0-1-1 0 0,0 0 1 0 0,0 0 0 0 0,0 0 0 0 0,0 1 0 0 0,0-1 0 0 0,0 0-1 0 0,1 0 1 0 0,-1 0 0 0 0,0 0 0 0 0,0 0 0 0 0,0 1 0 0 0,0-1-1 0 0,1 0 1 0 0,2 3-60 0 0,-1 1-1 0 0,1 0 0 0 0,-1 0 0 0 0,0-1 0 0 0,0 1 1 0 0,2 6-1 0 0,6 12-8 0 0,3 1 12 0 0,-2 0 0 0 0,17 46 0 0 0,17 81-6 0 0,-14-42 4 0 0,-18-62 7 0 0,4 13-1 0 0,-1-12-23 0 0,-11-36 20 0 0,4 23 0 0 0,-4-16 16 0 0,-4-7-14 0 0,-1-10 1 0 0,0 0-1 0 0,0-1 1 0 0,0 1-1 0 0,0 0 1 0 0,0 0 0 0 0,0 0-1 0 0,0 0 1 0 0,0 0 0 0 0,1 0-1 0 0,-1-1 1 0 0,0 1-1 0 0,0 0 1 0 0,1 0 0 0 0,0 1-1 0 0,-1-2 25 0 0,11-1 340 0 0,1-10-1383 0 0,1-1-3597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2585 0 0,'0'0'20168'0'0,"3"-4"-19836"0"0,10-11-81 0 0,-11 13-217 0 0,0 1 0 0 0,0 0 0 0 0,0 0 0 0 0,0 0 0 0 0,1 0 0 0 0,-1 0 0 0 0,0 0 0 0 0,1 1 0 0 0,-1-1 0 0 0,0 1 0 0 0,1 0 0 0 0,-1-1 0 0 0,1 1 0 0 0,-1 0 0 0 0,0 0 0 0 0,1 1 0 0 0,2 0 0 0 0,6-1 31 0 0,10 0 21 0 0,3 0-16 0 0,1 0-1 0 0,39 7 1 0 0,-19 1-13 0 0,60 14 145 0 0,-104-22-203 0 0,0 0 1 0 0,-1 0 0 0 0,1 0 0 0 0,-1 0 0 0 0,1 0 0 0 0,-1 1 0 0 0,1-1 0 0 0,-1 0 0 0 0,1 0 0 0 0,-1 1 0 0 0,1-1-1 0 0,-1 0 1 0 0,0 0 0 0 0,1 1 0 0 0,-1-1 0 0 0,1 1 0 0 0,-1-1 0 0 0,0 0 0 0 0,1 1 0 0 0,-1-1 0 0 0,0 1-1 0 0,1 0 1 0 0,-1 0-6 0 0,0-1 0 0 0,-1 1 0 0 0,1 0 0 0 0,0-1 0 0 0,0 1 0 0 0,-1-1 0 0 0,1 1 0 0 0,0 0 0 0 0,-1-1-1 0 0,1 1 1 0 0,-1-1 0 0 0,1 1 0 0 0,-1-1 0 0 0,1 0 0 0 0,-1 1 0 0 0,1-1 0 0 0,-1 1 0 0 0,0-1 0 0 0,0 1 0 0 0,-14 8 14 0 0,-1-2 1 0 0,1 1 0 0 0,-22 6 0 0 0,-22 11-14 0 0,57-25 9 0 0,0 1-1 0 0,0 0 1 0 0,1 0-1 0 0,-1 0 1 0 0,1 0 0 0 0,-1 0-1 0 0,0 0 1 0 0,1 0-1 0 0,0 0 1 0 0,-1 1-1 0 0,1-1 1 0 0,0 1-1 0 0,0-1 1 0 0,0 1 0 0 0,0-1-1 0 0,0 1 1 0 0,-2 3-1 0 0,3-1-8 0 0,-1-3 5 0 0,1 1 0 0 0,0-1 0 0 0,-1 1 0 0 0,1-1 0 0 0,0 0 0 0 0,0 1 0 0 0,0-1 1 0 0,0 1-1 0 0,0-1 0 0 0,1 0 0 0 0,-1 1 0 0 0,0-1 0 0 0,1 0 0 0 0,-1 1 0 0 0,0-1 0 0 0,1 0 0 0 0,0 1 0 0 0,-1-1 0 0 0,1 0 0 0 0,0 0 0 0 0,0 0 0 0 0,-1 1 0 0 0,3 0 0 0 0,8 9 19 0 0,1-2-1 0 0,0 1 0 0 0,0-1 1 0 0,23 12-1 0 0,-12-7-8 0 0,28 17-4 0 0,47 39 1 0 0,-96-69-18 0 0,1 1 0 0 0,-1 0 1 0 0,0 0-1 0 0,0-1 0 0 0,0 2 0 0 0,-1-1 0 0 0,1 0 1 0 0,0 0-1 0 0,-1 0 0 0 0,1 1 0 0 0,-1-1 0 0 0,0 1 1 0 0,0-1-1 0 0,0 1 0 0 0,0 0 0 0 0,0-1 0 0 0,-1 1 1 0 0,1 0-1 0 0,-1 0 0 0 0,1 3 0 0 0,-2-4 6 0 0,1-1 0 0 0,-1 0-1 0 0,1 0 1 0 0,-1 0 0 0 0,1 1 0 0 0,-1-1-1 0 0,0 0 1 0 0,1 0 0 0 0,-1 0-1 0 0,0 0 1 0 0,0 0 0 0 0,0 0 0 0 0,0 0-1 0 0,-1 1 1 0 0,-18 12-32 0 0,6-8-44 0 0,1 1 0 0 0,-2-2 0 0 0,1 0-1 0 0,0 0 1 0 0,-23 3 0 0 0,24-6-1791 0 0,-22 0 1 0 0,2-2-7951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3761 0 0,'0'0'17741'0'0,"15"-14"-17604"0"0,49-42-31 0 0,-62 54-98 0 0,1 0 0 0 0,-1 0 1 0 0,1 0-1 0 0,-1 1 1 0 0,1-1-1 0 0,0 1 0 0 0,3-2 1 0 0,-6 3-7 0 0,1 0 1 0 0,-1 0-1 0 0,1 0 0 0 0,-1 0 1 0 0,1 0-1 0 0,-1 0 1 0 0,1 0-1 0 0,-1 0 1 0 0,1 0-1 0 0,0 0 1 0 0,-1 0-1 0 0,1 1 0 0 0,-1-1 1 0 0,1 0-1 0 0,-1 0 1 0 0,1 0-1 0 0,-1 1 1 0 0,1-1-1 0 0,3 2 13 0 0,17 6 15 0 0,-1 1 1 0 0,-1 1 0 0 0,30 19-1 0 0,-44-26-21 0 0,-3-2-7 0 0,1 0-1 0 0,-1 1 1 0 0,0-1 0 0 0,0 1 0 0 0,0-1 0 0 0,0 1 0 0 0,0 0 0 0 0,0 0 0 0 0,0 0 0 0 0,0 0-1 0 0,-1 0 1 0 0,1 0 0 0 0,1 4 0 0 0,-3-4 6 0 0,1 0 0 0 0,-1 0 0 0 0,0-1 0 0 0,0 1 0 0 0,-1 0 0 0 0,1 0 0 0 0,0-1 0 0 0,0 1 0 0 0,-1 0 0 0 0,1 0 0 0 0,-1-1 0 0 0,0 1 0 0 0,1 0 0 0 0,-1-1 0 0 0,0 1 0 0 0,-2 1 0 0 0,-4 15 329 0 0,4-8-121 0 0,2 0-1 0 0,-1-1 0 0 0,1 15 0 0 0,1-14-130 0 0,1 0 1 0 0,0 0-1 0 0,1-1 1 0 0,0 1-1 0 0,1 0 1 0 0,4 10-1 0 0,27 55 94 0 0,-23-52-139 0 0,1 1-7 0 0,25 58 52 0 0,-29-60-71 0 0,18 53-9 0 0,-23-62-4 0 0,0-1-1 0 0,-1 1 0 0 0,0 0 1 0 0,-1 15-1 0 0,-1-21-17 0 0,-1 21-18 0 0,0-26 37 0 0,1-1 0 0 0,-1 1 0 0 0,1 0-1 0 0,-1-1 1 0 0,0 1 0 0 0,1-1 0 0 0,-1 1 0 0 0,0-1-1 0 0,0 1 1 0 0,0-1 0 0 0,0 0 0 0 0,0 1-1 0 0,-3 1 1 0 0,0 0 0 0 0,1 0 0 0 0,-1-1 1 0 0,0 0-1 0 0,0 1 0 0 0,0-1 0 0 0,-1-1 0 0 0,1 1 0 0 0,-8 2 1 0 0,2-3 9 0 0,1 1 0 0 0,-1-1 0 0 0,-12-1 0 0 0,3 0-545 0 0,-20 0-1403 0 0,26 2-2558 0 0,1 1-3541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50 2320 0 0,'0'0'17612'0'0,"12"-6"-16744"0"0,0-1-609 0 0,38-20 953 0 0,-48 25-1075 0 0,1 1-1 0 0,0 0 0 0 0,0 0 1 0 0,0 0-1 0 0,0 0 0 0 0,0 0 1 0 0,0 1-1 0 0,0-1 0 0 0,0 1 1 0 0,0 0-1 0 0,0 0 0 0 0,0 0 1 0 0,0 0-1 0 0,0 1 0 0 0,0-1 1 0 0,0 1-1 0 0,0-1 0 0 0,0 1 1 0 0,0 0-1 0 0,0 1 0 0 0,3 1 1 0 0,102 81-100 0 0,-103-79-39 0 0,0 0-1 0 0,-1 0 1 0 0,1 0 0 0 0,-1 1-1 0 0,7 10 1 0 0,-10-14-7 0 0,1 1 1 0 0,-1 0-1 0 0,0 0 0 0 0,0-1 0 0 0,0 1 0 0 0,0 0 0 0 0,0 0 1 0 0,-1 0-1 0 0,1 0 0 0 0,-1 0 0 0 0,0 0 0 0 0,0 0 0 0 0,0 0 1 0 0,0 0-1 0 0,0 0 0 0 0,-1 3 0 0 0,0-5 12 0 0,0 1 0 0 0,0 0 1 0 0,0-1-1 0 0,0 1 0 0 0,0-1 0 0 0,0 1 1 0 0,-1-1-1 0 0,1 0 0 0 0,0 1 0 0 0,-1-1 0 0 0,1 0 1 0 0,-1 0-1 0 0,1 0 0 0 0,-1 0 0 0 0,0 0 0 0 0,1 0 1 0 0,-4 0-1 0 0,-3 2 108 0 0,-1 0 1 0 0,-10 2-1 0 0,-1-2 144 0 0,0 0 0 0 0,1-2 0 0 0,-1 0 0 0 0,-34-4 0 0 0,39 1-80 0 0,1-1 0 0 0,-1-1 0 0 0,-22-8-1 0 0,25 7-37 0 0,8 4-56 0 0,0-1 0 0 0,1 1 0 0 0,-1-1 0 0 0,1 0 0 0 0,-1-1 0 0 0,1 1 0 0 0,-6-6 0 0 0,7 6-32 0 0,1 1 1 0 0,-1-1 0 0 0,1 0 0 0 0,-1 0-1 0 0,1 1 1 0 0,0-1 0 0 0,0 0 0 0 0,0 0 0 0 0,0 0-1 0 0,0-1 1 0 0,0 1 0 0 0,1 0 0 0 0,-1 0 0 0 0,1 0-1 0 0,-1-1 1 0 0,1-1 0 0 0,0 1-54 0 0,0 0 1 0 0,0 0-1 0 0,1 0 0 0 0,-1 0 0 0 0,1 0 1 0 0,0 0-1 0 0,0 0 0 0 0,0 0 1 0 0,0 0-1 0 0,0 0 0 0 0,1 1 1 0 0,-1-1-1 0 0,1 0 0 0 0,0 1 1 0 0,0 0-1 0 0,0-1 0 0 0,0 1 1 0 0,0 0-1 0 0,0 0 0 0 0,4-3 1 0 0,0 1-207 0 0,-1 0 0 0 0,1 1 0 0 0,0 0 0 0 0,0-1 1 0 0,0 2-1 0 0,13-5 0 0 0,-13 6-1043 0 0,1-1-1 0 0,-1 1 1 0 0,1 1 0 0 0,7-1 0 0 0,0 1-5730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18 0 0 0,'0'0'9533'0'0,"6"0"-8857"0"0,6 1 169 0 0,-1 0 1 0 0,1 0-1 0 0,17 6 1 0 0,-22-5-172 0 0,4 0 313 0 0,-10-1-947 0 0,-1-1 1 0 0,0 0 0 0 0,1 0 0 0 0,-1 0-1 0 0,0 0 1 0 0,1 1 0 0 0,-1-1-1 0 0,0 0 1 0 0,0 0 0 0 0,1 0 0 0 0,-1 1-1 0 0,0-1 1 0 0,0 0 0 0 0,1 1 0 0 0,-1-1-1 0 0,0 0 1 0 0,0 0 0 0 0,0 1 0 0 0,0-1-1 0 0,1 0 1 0 0,-1 1 0 0 0,0-1 0 0 0,0 0-1 0 0,0 1 1 0 0,0-1 0 0 0,0 1-1 0 0,0-1 175 0 0,-1 11 1007 0 0,-1-9-994 0 0,0 1 0 0 0,-1-1 0 0 0,1 0 1 0 0,-1 0-1 0 0,-5 4 0 0 0,-6 5 334 0 0,1 4 15 0 0,-5 4 81 0 0,14-14-516 0 0,0-1 0 0 0,0 1-1 0 0,0 0 1 0 0,-3 6 0 0 0,2-3 56 0 0,4-2-61 0 0,1-5-130 0 0,0-1-1 0 0,0 0 1 0 0,0 0-1 0 0,0 1 0 0 0,0-1 1 0 0,0 0-1 0 0,0 1 1 0 0,0-1-1 0 0,0 0 1 0 0,-1 0-1 0 0,1 1 1 0 0,0-1-1 0 0,0 0 0 0 0,0 0 1 0 0,0 1-1 0 0,0-1 1 0 0,0 0-1 0 0,-1 0 1 0 0,1 1-1 0 0,0-1 1 0 0,0 0-1 0 0,0 0 1 0 0,-1 0-1 0 0,1 1 0 0 0,0-1 1 0 0,0 0-1 0 0,-1 0 1 0 0,1 0-1 0 0,0 0 1 0 0,0 0-1 0 0,-1 0 1 0 0,1 0-1 0 0,0 1 0 0 0,-1-1 1 0 0,1 0-1 0 0,-1 0 1 0 0,-6 2 225 0 0,0-1 0 0 0,0 0 1 0 0,0 0-1 0 0,-15 0 0 0 0,16-1-157 0 0,0-1 0 0 0,0 0 0 0 0,0 0 0 0 0,0 0-1 0 0,0-1 1 0 0,0 0 0 0 0,-6-3 0 0 0,-2-1 124 0 0,-22-15 0 0 0,31 18-101 0 0,1 0 0 0 0,0 0 0 0 0,0 0 1 0 0,0-1-1 0 0,-5-6 0 0 0,8 8-23 0 0,-1 0 0 0 0,1 0 0 0 0,0 0-1 0 0,-1 0 1 0 0,1 0 0 0 0,0-1 0 0 0,1 1-1 0 0,-1 0 1 0 0,0-1 0 0 0,0 1 0 0 0,1 0-1 0 0,0-1 1 0 0,-1-3 0 0 0,2 4-38 0 0,-1-1-1 0 0,0 1 1 0 0,1-1 0 0 0,0 1-1 0 0,0-1 1 0 0,0 1 0 0 0,0 0-1 0 0,0-1 1 0 0,0 1 0 0 0,0 0-1 0 0,1 0 1 0 0,-1 0 0 0 0,1 0-1 0 0,0 0 1 0 0,-1 0 0 0 0,1 0-1 0 0,0 1 1 0 0,0-1 0 0 0,0 1-1 0 0,0-1 1 0 0,0 1 0 0 0,1 0 0 0 0,2-2-1 0 0,2 0-54 0 0,1 0 1 0 0,-1 0-1 0 0,1 0 0 0 0,0 1 1 0 0,0 0-1 0 0,11-1 0 0 0,10 2-106 0 0,47 2 0 0 0,-70 0 96 0 0,0 0-1 0 0,0 0 1 0 0,0 0 0 0 0,0 1-1 0 0,0-1 1 0 0,0 1 0 0 0,-1 1-1 0 0,1-1 1 0 0,7 6-1 0 0,-10-7-121 0 0,-1 1 0 0 0,0 0 0 0 0,0 0 0 0 0,0 0 0 0 0,1 0 0 0 0,-2 0 0 0 0,1 0 1 0 0,0 0-1 0 0,0 1 0 0 0,-1-1 0 0 0,1 1 0 0 0,-1-1 0 0 0,0 1 0 0 0,0 0 0 0 0,0 0 0 0 0,0-1 0 0 0,0 1 0 0 0,-1 0 0 0 0,1 0 0 0 0,-1 0 0 0 0,0 4 0 0 0,0 7-2914 0 0,0-5-2452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1936 0 0,'0'0'12951'0'0,"13"1"-9354"0"0,119-1-700 0 0,-121 1-2802 0 0,-1-1 1 0 0,1 2 0 0 0,-1-1 0 0 0,20 6 0 0 0,-24-5-75 0 0,0 0 1 0 0,-1 0 0 0 0,1 1 0 0 0,-1 0-1 0 0,1 0 1 0 0,-1 0 0 0 0,0 1-1 0 0,0-1 1 0 0,7 9 0 0 0,-9-10-16 0 0,-1 1 0 0 0,0-1 0 0 0,0 1 0 0 0,-1 0 0 0 0,1-1 0 0 0,0 1 0 0 0,-1 0 0 0 0,0 0 0 0 0,0 0 0 0 0,0 1 0 0 0,0-1 0 0 0,0 0 0 0 0,-1 0 0 0 0,1 0 0 0 0,-1 1 0 0 0,0-1 0 0 0,0 0 0 0 0,0 0 0 0 0,-1 5 0 0 0,0-4 30 0 0,0 0 1 0 0,0 1-1 0 0,-1-1 1 0 0,1-1-1 0 0,-1 1 1 0 0,0 0 0 0 0,0 0-1 0 0,0-1 1 0 0,-1 1-1 0 0,1-1 1 0 0,-1 1-1 0 0,0-1 1 0 0,0 0-1 0 0,-5 4 1 0 0,-3 2 151 0 0,-1-1 1 0 0,0-1-1 0 0,0 0 1 0 0,-1 0-1 0 0,0-1 1 0 0,-24 7-1 0 0,26-10-40 0 0,1 0 0 0 0,-2-1 0 0 0,1 0 0 0 0,0-1 0 0 0,0 0-1 0 0,-1-1 1 0 0,1-1 0 0 0,0 1 0 0 0,-12-4 0 0 0,15 2-37 0 0,-1 0 1 0 0,1-1-1 0 0,-13-6 1 0 0,5 2 13 0 0,10 4-60 0 0,0 0 0 0 0,0 0 0 0 0,1-1 1 0 0,-1 1-1 0 0,0-1 0 0 0,1 0 1 0 0,0-1-1 0 0,0 1 0 0 0,-5-8 1 0 0,8 10-40 0 0,0 0 0 0 0,1-1 0 0 0,-1 1 0 0 0,1-1 0 0 0,0 1 0 0 0,0-1 0 0 0,0 1 0 0 0,0-1 0 0 0,0 1 0 0 0,0-1 0 0 0,1 0 0 0 0,-1 1 1 0 0,1-1-1 0 0,0 0 0 0 0,0 0 0 0 0,0 0 0 0 0,0 1 0 0 0,0-1 0 0 0,1 0 0 0 0,-1 1 0 0 0,1-1 0 0 0,-1 0 0 0 0,1 1 0 0 0,0-1 0 0 0,2-2 1 0 0,0-1-115 0 0,0 1 1 0 0,0 0 0 0 0,1 0 0 0 0,0 1 0 0 0,0-1 0 0 0,0 1 0 0 0,0 0 0 0 0,1 0 0 0 0,-1 0-1 0 0,1 1 1 0 0,0-1 0 0 0,0 1 0 0 0,1 0 0 0 0,-1 1 0 0 0,1-1 0 0 0,-1 1 0 0 0,1 0 0 0 0,0 0-1 0 0,-1 1 1 0 0,1 0 0 0 0,10-1 0 0 0,-4 2-869 0 0,15 0-2167 0 0,-10 2-2635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56 408 0 0,'0'0'12019'0'0,"-7"-5"-11030"0"0,-3-3-586 0 0,-19-14 2202 0 0,28 21-2254 0 0,0 0 1 0 0,0 0-1 0 0,0 0 1 0 0,1 0-1 0 0,-1 0 1 0 0,0 0 0 0 0,1 0-1 0 0,-1 0 1 0 0,0-1-1 0 0,1 1 1 0 0,-1 0-1 0 0,1 0 1 0 0,0 0 0 0 0,-1-1-1 0 0,1-2 263 0 0,11 4-248 0 0,-4 0-368 0 0,0 1 0 0 0,-1 0 0 0 0,1 0 0 0 0,-1 0 1 0 0,1 0-1 0 0,-1 1 0 0 0,0 0 0 0 0,1 1 0 0 0,9 5 0 0 0,-1 0-4 0 0,0 2-1 0 0,0 0 0 0 0,-1 0 1 0 0,21 21-1 0 0,-32-28 4 0 0,0 0 1 0 0,-1 0-1 0 0,1 0 1 0 0,-1 0 0 0 0,1 1-1 0 0,-1-1 1 0 0,0 1-1 0 0,0-1 1 0 0,-1 1-1 0 0,3 7 1 0 0,-2-5 0 0 0,-1 1 0 0 0,0 0 1 0 0,-1 0-1 0 0,1-1 0 0 0,-2 13 0 0 0,1-16 13 0 0,-1-1 0 0 0,0 1 0 0 0,1 0 0 0 0,-1-1 0 0 0,0 1 0 0 0,-1-1 0 0 0,1 1 0 0 0,0-1 0 0 0,-1 1 0 0 0,1-1 0 0 0,-1 0 0 0 0,0 0 0 0 0,1 0 0 0 0,-1 0 0 0 0,0 0 0 0 0,0 0 0 0 0,-1 0 0 0 0,1-1 0 0 0,0 1 0 0 0,-1-1 0 0 0,-2 2 0 0 0,-1 0 78 0 0,0 0 1 0 0,0-1-1 0 0,0 0 0 0 0,-1 0 1 0 0,1 0-1 0 0,-1-1 0 0 0,-12 2 1 0 0,19-3-90 0 0,-10 1 129 0 0,0-1 0 0 0,0 0 0 0 0,-1 0 1 0 0,1-1-1 0 0,0-1 0 0 0,0 1 0 0 0,-11-5 0 0 0,-2-2 213 0 0,-41-22 0 0 0,58 27-265 0 0,0-1 1 0 0,0 0-1 0 0,0 0 1 0 0,1 0-1 0 0,0-1 1 0 0,0 0-1 0 0,0 0 1 0 0,0 0-1 0 0,1-1 1 0 0,-1 0-1 0 0,-3-8 1 0 0,6 12-47 0 0,1-1 0 0 0,0 1 0 0 0,0-1-1 0 0,0 0 1 0 0,0 1 0 0 0,1-1 0 0 0,-1 0 0 0 0,1 0 0 0 0,0 1 0 0 0,-1-1 0 0 0,1 0 0 0 0,1 0-1 0 0,-1 0 1 0 0,0 1 0 0 0,1-1 0 0 0,-1 0 0 0 0,1 0 0 0 0,0 1 0 0 0,0-1 0 0 0,1-3 0 0 0,0 3-44 0 0,0 0 0 0 0,0 0 0 0 0,1 0 0 0 0,-1 0 0 0 0,1 0 1 0 0,-1 0-1 0 0,1 1 0 0 0,0 0 0 0 0,0-1 0 0 0,0 1 0 0 0,1 0 1 0 0,-1 0-1 0 0,0 1 0 0 0,6-3 0 0 0,-1 1-247 0 0,1 0 0 0 0,-1 1-1 0 0,0 1 1 0 0,1-1 0 0 0,-1 1 0 0 0,1 0 0 0 0,-1 1-1 0 0,13 1 1 0 0,8 4-4024 0 0,-1 5-4563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100 167 3185 0 0,'0'0'16090'0'0,"1"-4"-15494"0"0,-1 2-548 0 0,1 1 21 0 0,-1-1 0 0 0,1 1-1 0 0,-1-1 1 0 0,1 1 0 0 0,-1-1 0 0 0,1 1-1 0 0,0 0 1 0 0,-1-1 0 0 0,1 1 0 0 0,0 0-1 0 0,0 0 1 0 0,0 0 0 0 0,0 0-1 0 0,0 0 1 0 0,1 0 0 0 0,-1 0 0 0 0,0 0-1 0 0,0 0 1 0 0,1 0 0 0 0,-1 0 0 0 0,2 0-1 0 0,15-6 751 0 0,-11 4-654 0 0,0 0 0 0 0,1 0 0 0 0,-1 1 0 0 0,15-3-1 0 0,11 0 163 0 0,-32 5-280 0 0,1 13-143 0 0,-1-7 103 0 0,0-1 0 0 0,1 1 1 0 0,0-1-1 0 0,3 7 0 0 0,-3-7-1 0 0,1 1 0 0 0,-1-1 0 0 0,2 10 0 0 0,-4-14-4 0 0,0-1 0 0 0,0 1 1 0 0,0-1-1 0 0,1 1 1 0 0,-1 0-1 0 0,0-1 1 0 0,0 0-1 0 0,1 1 0 0 0,-1-1 1 0 0,0 1-1 0 0,1-1 1 0 0,-1 1-1 0 0,1-1 0 0 0,-1 0 1 0 0,1 1-1 0 0,-1-1 0 0 0,1 1-1 0 0,-1-1 1 0 0,1 1-1 0 0,-1-1 1 0 0,0 0-1 0 0,1 1 1 0 0,-1-1-1 0 0,0 1 1 0 0,1-1-1 0 0,-1 1 1 0 0,0-1 0 0 0,0 0-1 0 0,1 1 1 0 0,-1-1-1 0 0,0 1 1 0 0,0 0-1 0 0,0-1 1 0 0,0 1-1 0 0,0-1 1 0 0,0 1-1 0 0,1 4 37 0 0,-3 9 64 0 0,2-13-82 0 0,0 0 0 0 0,-1-1 0 0 0,1 1 0 0 0,-1-1 0 0 0,1 1 0 0 0,-1-1 0 0 0,1 1 0 0 0,0-1 0 0 0,-1 1 0 0 0,0-1 0 0 0,1 0 0 0 0,-1 1 0 0 0,1-1 0 0 0,-1 0 0 0 0,1 1 0 0 0,-1-1 0 0 0,0 0 0 0 0,1 0 0 0 0,-1 1 0 0 0,0-1 0 0 0,1 0 0 0 0,-2 0 0 0 0,-8 1 242 0 0,-1 0 0 0 0,1-1-1 0 0,-1 0 1 0 0,1 0-1 0 0,-1-1 1 0 0,1-1-1 0 0,0 0 1 0 0,-18-5-1 0 0,15 2-99 0 0,-1 0 1 0 0,1-1-1 0 0,1 0 0 0 0,-1-1 1 0 0,-21-16-1 0 0,31 20-104 0 0,0 1 0 0 0,0-1 0 0 0,1 0 0 0 0,-1 0 0 0 0,1 0 0 0 0,0 0 0 0 0,0-1 0 0 0,0 1 0 0 0,0 0 0 0 0,1-1 0 0 0,-1 0 0 0 0,1 1 0 0 0,-1-5 0 0 0,0 1-4 0 0,1 0-1 0 0,0 0 1 0 0,0 0-1 0 0,1-1 1 0 0,0 1-1 0 0,1-8 1 0 0,0 12-60 0 0,-1 1 1 0 0,1 0-1 0 0,0-1 1 0 0,0 1-1 0 0,0 0 1 0 0,0 0-1 0 0,0 0 1 0 0,0 0-1 0 0,1 0 1 0 0,-1 0-1 0 0,1 0 1 0 0,-1 0-1 0 0,1 0 1 0 0,0 1-1 0 0,0-1 1 0 0,0 1-1 0 0,0-1 1 0 0,0 1-1 0 0,0 0 1 0 0,0 0-1 0 0,0 0 0 0 0,3-1 1 0 0,4-2-68 0 0,0 1 1 0 0,0 1-1 0 0,0-1 1 0 0,12-1-1 0 0,-7 2 19 0 0,1 1 0 0 0,-1 0 0 0 0,23 2 0 0 0,-30 0-38 0 0,0 0 0 0 0,1 1 0 0 0,-1-1-1 0 0,0 2 1 0 0,0-1 0 0 0,0 1 0 0 0,-1 0 0 0 0,12 7 0 0 0,-16-9-78 0 0,0 1 1 0 0,0-1-1 0 0,-1 1 1 0 0,1 0-1 0 0,-1 0 1 0 0,1 0-1 0 0,-1 0 1 0 0,0 0-1 0 0,1 0 1 0 0,-1 0-1 0 0,0 0 1 0 0,-1 1-1 0 0,1-1 1 0 0,0 0-1 0 0,0 4 1 0 0,2 16-4545 0 0,-5-1-5593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1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48 0 0 0,'0'0'7296'0'0,"9"-6"-6764"0"0,27-18-32 0 0,-32 22-279 0 0,0 0-1 0 0,-1 0 0 0 0,1 0 0 0 0,0 0 0 0 0,0 1 0 0 0,0-1 1 0 0,0 1-1 0 0,0 0 0 0 0,1 0 0 0 0,-1 1 0 0 0,0-1 0 0 0,0 1 0 0 0,1 0 1 0 0,-1 0-1 0 0,5 1 0 0 0,6-1 172 0 0,-12 0-360 0 0,-1 1 0 0 0,1-1 0 0 0,0 1 0 0 0,-1-1 0 0 0,1 1 0 0 0,-1 0 1 0 0,1 0-1 0 0,-1 0 0 0 0,1 0 0 0 0,-1 0 0 0 0,0 1 0 0 0,0-1 0 0 0,4 4 1 0 0,2 2 112 0 0,0 0 1 0 0,7 10 0 0 0,-1-1 138 0 0,-3-6-161 0 0,-2 1 0 0 0,0 0 1 0 0,0 0-1 0 0,7 13 0 0 0,-13-18-98 0 0,1 0 0 0 0,-2 1 0 0 0,1-1 0 0 0,0 1-1 0 0,-1 0 1 0 0,-1-1 0 0 0,1 1 0 0 0,-1 0-1 0 0,0 0 1 0 0,0 8 0 0 0,-1-12 15 0 0,0 1 0 0 0,0-1 0 0 0,-1 0 1 0 0,1 0-1 0 0,-1 0 0 0 0,0 0 0 0 0,1 0 0 0 0,-1 0 0 0 0,-2 4 0 0 0,2-6 32 0 0,0 1 0 0 0,0 0 0 0 0,-1-1 0 0 0,1 1 0 0 0,0-1-1 0 0,-1 1 1 0 0,1-1 0 0 0,-1 0 0 0 0,1 1 0 0 0,-1-1 0 0 0,0 0 0 0 0,1 0-1 0 0,-1 0 1 0 0,0 0 0 0 0,-3 0 0 0 0,-8 3 295 0 0,0-1 0 0 0,0-1 0 0 0,0 0 0 0 0,0-1 0 0 0,0 0 0 0 0,-1-1 0 0 0,1 0 0 0 0,0-1 0 0 0,-16-4 0 0 0,9 1 163 0 0,-24-9 0 0 0,37 11-387 0 0,0-1 0 0 0,1 0 0 0 0,-1 0 0 0 0,1-1 0 0 0,-1 0 0 0 0,-9-8 0 0 0,10 7-58 0 0,1 0 73 0 0,0 1 0 0 0,0-1-1 0 0,-5-8 1 0 0,9 11-102 0 0,-1 0-1 0 0,1 0 0 0 0,0 0 0 0 0,0-1 1 0 0,0 1-1 0 0,0-1 0 0 0,0 1 0 0 0,1-1 1 0 0,-1 1-1 0 0,1-1 0 0 0,-1 1 0 0 0,1-5 1 0 0,0 4-34 0 0,0 0 0 0 0,0 0 1 0 0,1 0-1 0 0,-1 0 1 0 0,1 0-1 0 0,-1 0 1 0 0,1 0-1 0 0,0 0 1 0 0,0 0-1 0 0,0 0 1 0 0,1 0-1 0 0,-1 0 0 0 0,1 0 1 0 0,-1 1-1 0 0,1-1 1 0 0,0 1-1 0 0,0-1 1 0 0,0 1-1 0 0,0 0 1 0 0,1 0-1 0 0,-1 0 0 0 0,1 0 1 0 0,3-2-1 0 0,0-1-83 0 0,1 1 1 0 0,0 0-1 0 0,1 1 0 0 0,-1 0 0 0 0,0 0 0 0 0,1 0 0 0 0,0 1 0 0 0,-1 0 0 0 0,14-1 0 0 0,19 0-4025 0 0,-40 3 3831 0 0,0 0 1 0 0,1 0-1 0 0,-1 0 1 0 0,0 0-1 0 0,1 0 1 0 0,-1 0-1 0 0,0 0 1 0 0,0 0-1 0 0,1 0 1 0 0,-1 0-1 0 0,0 1 1 0 0,1-1-1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0 0 0,'0'0'7183'0'0,"9"-5"-5441"0"0,-3 4-1553 0 0,-3 1-137 0 0,-1 0 0 0 0,1 0 0 0 0,0 0 0 0 0,-1 1 0 0 0,1-1 0 0 0,0 0 0 0 0,-1 1 0 0 0,4 1 0 0 0,-6-2 161 0 0,15 3 5907 0 0,-9-2-6616 0 0,-2 0 496 0 0,16 3 858 0 0,1 0-1 0 0,39 1 1 0 0,-28-6-25 0 0,34-4 0 0 0,-34 3-626 0 0,52 2 0 0 0,-36 1-124 0 0,237 6 173 0 0,-191-1-232 0 0,158 5 93 0 0,-172-9-6 0 0,74-4 216 0 0,-4-13 48 0 0,72-10 17 0 0,36-2-175 0 0,-75 9-146 0 0,78-4 23 0 0,-218 18-70 0 0,146-21 306 0 0,154-27 17 0 0,-196 38-293 0 0,-59 6-22 0 0,275-13 0 0 0,-85 8 48 0 0,44-6 6 0 0,-228 15 8 0 0,126-5 32 0 0,-178 9-126 0 0,224 9 8 0 0,-4 6 54 0 0,-118-11 13 0 0,-105-4-68 0 0,226 5 83 0 0,-106 0-34 0 0,34 2 16 0 0,95-2-35 0 0,-176-6-26 0 0,-4 1-1003 0 0,-107 0 859 0 0,-1 0 0 0 0,0 0 0 0 0,1 0 0 0 0,-1 0 1 0 0,0 0-1 0 0,1 0 0 0 0,-1 0 0 0 0,0 0 0 0 0,1 0 0 0 0,-1 0 0 0 0,0 0 0 0 0,1 0 0 0 0,-1 0 0 0 0,0 1 0 0 0,0-1 0 0 0,1 0 0 0 0,-1 0 0 0 0,0 0 0 0 0,0 0 0 0 0,1 1 0 0 0,-1-1 1 0 0,0 0-1 0 0,0 0 0 0 0,1 1 0 0 0,-1-1 0 0 0,0 1 0 0 0,2 5-5110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2375 0 0 0,'0'0'4942'0'0,"9"-6"-4383"0"0,30-15 36 0 0,-21 10 2671 0 0,-9 8-1223 0 0,39-5 761 0 0,-26 5-1864 0 0,0-1-1 0 0,-1-1 1 0 0,34-12 0 0 0,-36 10-382 0 0,35-8 0 0 0,0 1 94 0 0,-6-5 123 0 0,-31 12-566 0 0,0 0-1 0 0,26-6 1 0 0,52-11 59 0 0,20-4-162 0 0,39-9-7 0 0,-41 7-36 0 0,-77 20-42 0 0,-16 4 9 0 0,242-79 408 0 0,-179 50 77 0 0,-40 13 59 0 0,54-36 0 0 0,-69 41-485 0 0,1 2-1 0 0,38-16 0 0 0,-38 17-67 0 0,3-2 12 0 0,34-9 6 0 0,86-29 10 0 0,-79 28-39 0 0,7-1-4 0 0,32-8 9 0 0,55-15-5 0 0,150-43 69 0 0,-85 22 6 0 0,-155 47 41 0 0,102-45 0 0 0,-88 35-49 0 0,-46 18-63 0 0,16-6 25 0 0,-15 5-16 0 0,-15 7-6 0 0,-7 1 9 0 0,71-22-10 0 0,-61 18 6 0 0,-2 1 4 0 0,-6 3 31 0 0,-1 0-1 0 0,38-22 0 0 0,-21 10 14 0 0,2 0-50 0 0,1-1 1 0 0,49-17-1 0 0,107-30-32 0 0,42-10 35 0 0,-104 23-16 0 0,-79 29 25 0 0,-18 9-26 0 0,251-110 32 0 0,-193 89 3 0 0,-41 16-25 0 0,189-59-21 0 0,7 18 5 0 0,251-89 129 0 0,-470 141-121 0 0,104-41-4 0 0,-57 23 48 0 0,-10 4-107 0 0,19-8 69 0 0,-26 12-6 0 0,15-7 38 0 0,38-15 229 0 0,-113 40 200 0 0,-1-1-1915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44 0 0 0,'0'0'12532'0'0,"-8"-7"-11662"0"0,-23-18-117 0 0,22 15 1456 0 0,9 10-2201 0 0,0 0-1 0 0,0 0 1 0 0,0 0 0 0 0,0 0-1 0 0,0 0 1 0 0,0 0 0 0 0,-1 0 0 0 0,1 0-1 0 0,0 0 1 0 0,0 0 0 0 0,0 0-1 0 0,1-1 1 0 0,-1 1 0 0 0,0 0 0 0 0,0 0-1 0 0,0 0 1 0 0,0 0 0 0 0,0 0-1 0 0,0 0 1 0 0,0 0 0 0 0,0 0 0 0 0,0 0-1 0 0,0 0 1 0 0,0 0 0 0 0,0 0-1 0 0,0 0 1 0 0,0 0 0 0 0,0-1 0 0 0,0 1-1 0 0,0 0 1 0 0,0 0 0 0 0,0 0-1 0 0,0 0 1 0 0,0 0 0 0 0,0 0 0 0 0,1 0-1 0 0,-1 0 1 0 0,0 0 0 0 0,0 0-1 0 0,0 0 1 0 0,0 0 0 0 0,0 0 0 0 0,0 0-1 0 0,0 0 1 0 0,0 0 0 0 0,0 0-1 0 0,0 0 1 0 0,0 0 0 0 0,0 0 0 0 0,1 0-1 0 0,-1 0 1 0 0,0 0 0 0 0,0 0-1 0 0,0 0 1 0 0,0 0 0 0 0,0 0 0 0 0,0 0-1 0 0,0 0 1 0 0,0 0 0 0 0,15 5-346 0 0,-13-5 605 0 0,19 11 59 0 0,94 18 607 0 0,42 18-797 0 0,-31-8 137 0 0,56 5 646 0 0,-87-22-753 0 0,-1 5 0 0 0,119 51 1 0 0,181 94-77 0 0,-293-127-50 0 0,-60-29 31 0 0,69 18 1 0 0,-78-25-44 0 0,183 38 180 0 0,-166-38-195 0 0,495 104 99 0 0,-515-107-112 0 0,181 45 15 0 0,-69-13-7 0 0,11 3 31 0 0,51 9-26 0 0,-182-45-13 0 0,145 31 8 0 0,111 26 1 0 0,-111-23-5 0 0,-151-36-4 0 0,259 65-24 0 0,-175-31-6 0 0,-77-29 14 0 0,33 18 0 0 0,-26-12 9 0 0,2 1 5 0 0,29 13 0 0 0,22 6 17 0 0,49 16-6 0 0,211 31-26 0 0,-260-68 9 0 0,87 27 0 0 0,-139-29-20 0 0,47 23-1 0 0,-28-11 14 0 0,18 8 19 0 0,78 30 12 0 0,-101-44 4 0 0,4-2-4 0 0,21 5-26 0 0,19 7 8 0 0,-28-9-9 0 0,47 14 6 0 0,37 10 17 0 0,-136-40-13 0 0,13 3-19 0 0,36 15-1 0 0,-53-18-121 0 0,0 0 0 0 0,0 0-1 0 0,-1 0 1 0 0,1 1 0 0 0,3 3-1 0 0,-6-6-111 0 0,0 1 0 0 0,-1-1 0 0 0,1 1 0 0 0,-1-1 0 0 0,1 1 1 0 0,-1 0-1 0 0,0-1 0 0 0,1 1 0 0 0,-1 0 0 0 0,1 0 0 0 0,-1-1 0 0 0,0 1 0 0 0,0 0 0 0 0,0-1 0 0 0,1 2 0 0 0,-1-1-245 0 0,0 0-1 0 0,0-1 0 0 0,-1 1 0 0 0,1 0 1 0 0,0-1-1 0 0,0 1 0 0 0,0 0 0 0 0,-1-1 1 0 0,1 1-1 0 0,0-1 0 0 0,-1 1 1 0 0,1 0-1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7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21 162 0 0 0,'0'0'5499'0'0,"-3"-2"-5146"0"0,-15-8 1559 0 0,29 11 3670 0 0,2 0-3545 0 0,3-2-1289 0 0,17-2 0 0 0,-17 0-347 0 0,18 1 0 0 0,42-3 701 0 0,2 0-78 0 0,136 3-17 0 0,-23-3-564 0 0,755 5 186 0 0,-915-1-546 0 0,54-8-1 0 0,283-27 242 0 0,-367 36-323 0 0,215-17 77 0 0,-140 9-31 0 0,-55 4-33 0 0,27 0 0 0 0,-28 3-9 0 0,31-5 0 0 0,0-1 17 0 0,-8 2-8 0 0,16-2-3 0 0,103-1 0 0 0,-55 6-2 0 0,7-5 5 0 0,127 4 29 0 0,-142 4-53 0 0,-5 5 14 0 0,0 0 1 0 0,-15-6 4 0 0,197 4-40 0 0,-220 0 50 0 0,23 2-1 0 0,72-2 1 0 0,0 1-49 0 0,-60-1 53 0 0,2 0-28 0 0,185 0 23 0 0,-216-9-27 0 0,-1 1 18 0 0,57 1-35 0 0,134 8 46 0 0,-80 7-14 0 0,136-7-7 0 0,-250-5 0 0 0,1-4 7 0 0,-17 1-3 0 0,49-9 1 0 0,-11 2-7 0 0,-28 5-6 0 0,50-3 20 0 0,43 5 47 0 0,-130 1-33 0 0,-12 1-273 0 0,0 1 1 0 0,0-1 0 0 0,-1 1-1 0 0,1 0 1 0 0,0 0 0 0 0,0 0-1 0 0,-1 0 1 0 0,4 1-1 0 0,-4 0-1279 0 0,-2 0 1019 0 0,0 0-1 0 0,1-1 0 0 0,-1 1 0 0 0,0 0 0 0 0,1-1 0 0 0,-1 1 0 0 0,0 0 0 0 0,0-1 0 0 0,0 1 0 0 0,0 0 0 0 0,0 0 0 0 0,1-1 0 0 0,-2 1 0 0 0,1 0 0 0 0,0 1 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635 277 2064 0 0,'0'0'9338'0'0,"5"-1"-8421"0"0,-3 1-775 0 0,3-1 279 0 0,-1 0 1 0 0,0 0-1 0 0,0 0 1 0 0,1-1-1 0 0,6-3 1 0 0,-7 3-34 0 0,0 1 0 0 0,0-1 0 0 0,0 1-1 0 0,7-2 1 0 0,1 1 6495 0 0,-24-5-5308 0 0,-3 0-1517 0 0,0 0 0 0 0,-1 1 1 0 0,1 0-1 0 0,-23-4 0 0 0,-1 0 0 0 0,-36-17 40 0 0,65 23-74 0 0,-1 1 0 0 0,1 0 1 0 0,-20-3-1 0 0,0-1-5 0 0,22 6 9 0 0,0-1 1 0 0,0 0-1 0 0,-11-3 1 0 0,9 1 77 0 0,-19-3 0 0 0,-50-10 196 0 0,41 4-72 0 0,22 7-91 0 0,4 0-111 0 0,9 6-3 0 0,1-1-1 0 0,0 1 1 0 0,0-1 0 0 0,0 0 0 0 0,0 0-1 0 0,0 0 1 0 0,0 0 0 0 0,0 0-1 0 0,0 0 1 0 0,1-1 0 0 0,-1 1-1 0 0,-1-2 1 0 0,-6-4 29 0 0,-25-14 23 0 0,33 19-57 0 0,1 2-21 0 0,0-1 1 0 0,0 1 0 0 0,0 0 0 0 0,0 0-1 0 0,0 0 1 0 0,0 0 0 0 0,0 0 0 0 0,0 0-1 0 0,0 0 1 0 0,0 0 0 0 0,0 0 0 0 0,0-1-1 0 0,0 1 1 0 0,0 0 0 0 0,0 0 0 0 0,0 0-1 0 0,0 0 1 0 0,0 0 0 0 0,-1 0 0 0 0,1 0 0 0 0,0 0-1 0 0,0 0 1 0 0,0 0 0 0 0,0 0 0 0 0,0 0-1 0 0,0-1 1 0 0,0 1 0 0 0,0 0 0 0 0,0 0-1 0 0,0 0 1 0 0,0 0 0 0 0,-1 0 0 0 0,1 0-1 0 0,0 0 1 0 0,0 0 0 0 0,0 0 0 0 0,0 0-1 0 0,0 0 1 0 0,0 0 0 0 0,0 0 0 0 0,0 0-1 0 0,0 0 1 0 0,-1 0 0 0 0,1 0 0 0 0,0 0-1 0 0,0 0 1 0 0,-2 0 5 0 0,-1-1-1 0 0,1 1 1 0 0,-1-1-1 0 0,1 0 1 0 0,0 0-1 0 0,-1 0 0 0 0,1 0 1 0 0,0 0-1 0 0,0-1 1 0 0,0 1-1 0 0,0-1 1 0 0,0 1-1 0 0,-2-3 1 0 0,-8-5 98 0 0,9 5-29 0 0,3 3-62 0 0,0 1-1 0 0,0 0 1 0 0,0-1-1 0 0,0 1 1 0 0,0 0 0 0 0,-1 0-1 0 0,1-1 1 0 0,0 1-1 0 0,0 0 1 0 0,0-1-1 0 0,-1 1 1 0 0,1 0-1 0 0,0 0 1 0 0,0-1 0 0 0,0 1-1 0 0,-1 0 1 0 0,1 0-1 0 0,0 0 1 0 0,-1-1-1 0 0,1 1 1 0 0,0 0 0 0 0,0 0-1 0 0,-1 0 1 0 0,1 0-1 0 0,0 0 1 0 0,-1 0-1 0 0,2-2 268 0 0,-1 2-271 0 0,0 0-1 0 0,0-1 1 0 0,0 1-1 0 0,0 0 1 0 0,0 0-1 0 0,1 0 0 0 0,-1 0 1 0 0,0 0-1 0 0,0 0 1 0 0,0 0-1 0 0,0-1 1 0 0,0 1-1 0 0,0 0 1 0 0,0 0-1 0 0,0 0 1 0 0,0 0-1 0 0,1 0 1 0 0,-1 0-1 0 0,0 0 0 0 0,0 0 1 0 0,0 0-1 0 0,0 0 1 0 0,0 0-1 0 0,0 0 1 0 0,1 0-1 0 0,-1 0 1 0 0,0 0-1 0 0,0 0 1 0 0,0 0-1 0 0,0 0 1 0 0,0 0-1 0 0,0 0 1 0 0,1 0-1 0 0,-1 0 0 0 0,0 0 1 0 0,0 0-1 0 0,0 0 1 0 0,0 0-1 0 0,0 0 1 0 0,10 0-13 0 0,-1 1 0 0 0,1 0 0 0 0,-1 1 1 0 0,13 4-1 0 0,38 15-5 0 0,-8-3 12 0 0,5-1-8 0 0,80 26 24 0 0,-93-28-16 0 0,44 24 0 0 0,-79-35-5 0 0,0 1 0 0 0,0 0 1 0 0,13 10-1 0 0,-22-15 3 0 0,0 0 0 0 0,0 0 1 0 0,0 1-1 0 0,0-1 0 0 0,0 0 0 0 0,0 0 0 0 0,0 0 0 0 0,0 0 0 0 0,1 0 0 0 0,-1 0 1 0 0,0 0-1 0 0,0 0 0 0 0,0 0 0 0 0,0 1 0 0 0,0-1 0 0 0,0 0 0 0 0,0 0 1 0 0,0 0-1 0 0,0 0 0 0 0,0 0 0 0 0,0 0 0 0 0,0 1 0 0 0,0-1 0 0 0,0 0 0 0 0,0 0 1 0 0,0 0-1 0 0,0 0 0 0 0,0 0 0 0 0,0 0 0 0 0,0 0 0 0 0,0 1 0 0 0,0-1 1 0 0,0 0-1 0 0,0 0 0 0 0,0 0 0 0 0,0 0 0 0 0,0 0 0 0 0,0 0 0 0 0,0 0 0 0 0,-1 1 1 0 0,1-1-1 0 0,0 0 0 0 0,0 0 0 0 0,0 0 0 0 0,0 0 0 0 0,0 0 0 0 0,0 0 1 0 0,0 0-1 0 0,0 0 0 0 0,-1 0 0 0 0,1 0 0 0 0,0 0 0 0 0,0 0 0 0 0,0 0 1 0 0,0 0-1 0 0,0 0 0 0 0,0 1 0 0 0,0-1 0 0 0,-1 0 0 0 0,1 0 0 0 0,0 0 0 0 0,0 0 1 0 0,0 0-1 0 0,0-1 0 0 0,0 1 0 0 0,0 0 0 0 0,-1 0 0 0 0,-9 1 18 0 0,10-1-16 0 0,-8-1 5 0 0,0 0 0 0 0,1-1-1 0 0,-1 1 1 0 0,1-1 0 0 0,0-1-1 0 0,-9-3 1 0 0,-10-3 2 0 0,-39-13 25 0 0,-140-35 2 0 0,166 44-27 0 0,-28-7 3 0 0,60 18-1 0 0,1 0 0 0 0,0-1 0 0 0,-6-3 0 0 0,7 4 5 0 0,32 14 75 0 0,15 6-88 0 0,2-1 1 0 0,58 14 0 0 0,-21-6 45 0 0,-45-14-64 0 0,76 28 22 0 0,-107-37-12 0 0,1 0 0 0 0,-1 0 0 0 0,9 1 0 0 0,-6-2 15 0 0,-1 1 0 0 0,10 3 1 0 0,-16-5-12 0 0,-1 0 1 0 0,0 0-1 0 0,0 0 1 0 0,0 0 0 0 0,0 0 0 0 0,1 0 0 0 0,-1 0 0 0 0,0 0 0 0 0,0 0 0 0 0,0 0 0 0 0,0 1 0 0 0,0-1 0 0 0,0 0 0 0 0,0 0 0 0 0,0 0 0 0 0,0 0 0 0 0,0 0 0 0 0,1 0 0 0 0,-1 0 0 0 0,0 0 0 0 0,0 0 0 0 0,0 0 0 0 0,0 0 0 0 0,0 0 0 0 0,0 1 0 0 0,0-1 0 0 0,0 0 0 0 0,0 0 0 0 0,0 0 0 0 0,0 0 0 0 0,0 0-1 0 0,0 0 1 0 0,0 0 0 0 0,0 0 0 0 0,0 1 0 0 0,0-1 0 0 0,0 0 0 0 0,0 0 0 0 0,0 0 0 0 0,0 0 0 0 0,0 0 0 0 0,0 0 0 0 0,0 0 0 0 0,0 0 0 0 0,0 1 0 0 0,0-1 0 0 0,0 0 0 0 0,0 0 0 0 0,0 0 0 0 0,0 0-15 0 0,0 1-68 0 0,0-1 81 0 0,0 1 0 0 0,0-1 0 0 0,0 1 0 0 0,0 0 0 0 0,0-1 0 0 0,0 1 1 0 0,0-1-1 0 0,0 1 0 0 0,-1-1 0 0 0,1 1 0 0 0,0-1 0 0 0,0 1 0 0 0,0 0 0 0 0,-1-1 0 0 0,1 0 0 0 0,0 1 0 0 0,0-1 0 0 0,-1 1 1 0 0,0 0-1 0 0,0 1 3 0 0,-12 10-2 0 0,-2-1-1 0 0,1-1 0 0 0,-24 12 1 0 0,34-19-5 0 0,-5 2 14 0 0,-1-1 0 0 0,1 0-1 0 0,-1 0 1 0 0,-20 4 0 0 0,-44 4 33 0 0,30-6-14 0 0,-3-1-15 0 0,33-4 0 0 0,0 0 1 0 0,-25 6-1 0 0,10-3 12 0 0,8-2 57 0 0,16-2 488 0 0,17 0-285 0 0,39-4-276 0 0,-37 2-18 0 0,67-3-41 0 0,9-2 41 0 0,-73 6 15 0 0,-12 1-2 0 0,0 0 0 0 0,0-1 1 0 0,0 1-1 0 0,0-1 0 0 0,0-1 1 0 0,7-1-1 0 0,-11 2 2 0 0,-1 1-1 0 0,1 0 1 0 0,0-1 0 0 0,-1 1-1 0 0,1-1 1 0 0,0 1-1 0 0,-1-1 1 0 0,1 1 0 0 0,0-1-1 0 0,-1 0 1 0 0,1 1 0 0 0,-1-1-1 0 0,1 0 1 0 0,-1 1 0 0 0,1-1-1 0 0,-1 0 1 0 0,0 0-1 0 0,1 0 1 0 0,-1 0-16 0 0,-10 0-19 0 0,0 0 21 0 0,1 0-1 0 0,-1 1 1 0 0,-14 1 0 0 0,-2 0-8 0 0,17-1 11 0 0,0 2 0 0 0,0-1 0 0 0,1 1 0 0 0,-1 1-1 0 0,-15 6 1 0 0,-13 3-7 0 0,22-7 16 0 0,0 0 1 0 0,1 1 0 0 0,0 1 0 0 0,-16 9-1 0 0,-7 4 7 0 0,22-16-5 0 0,13-3 1 0 0,0-1-1 0 0,0 0 1 0 0,0 1 0 0 0,0-1 0 0 0,1 1-1 0 0,-5 1 1 0 0,4-1-6 0 0,-1 1-1 0 0,1-1 1 0 0,-1-1 0 0 0,1 1-1 0 0,-1 0 1 0 0,0-1 0 0 0,1 1-1 0 0,-6-1 1 0 0,-26 0-25 0 0,13-1-242 0 0,2-3-2220 0 0,7 0-5217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3305 0 0,'0'0'15542'0'0,"-6"2"-14565"0"0,-37 5 1003 0 0,-73 5-1 0 0,78-10-1702 0 0,3 3-79 0 0,24-3-124 0 0,1 0 0 0 0,-14-1 0 0 0,24-1 3 0 0,9 4 26 0 0,-3-3-93 0 0,1 0 0 0 0,-1 0 1 0 0,0 0-1 0 0,10-1 0 0 0,16 2-6 0 0,131 18-207 0 0,-146-18 181 0 0,-9-2-8 0 0,0 1 0 0 0,-1 0 0 0 0,11 4 1 0 0,-44-2 186 0 0,-26-4 857 0 0,-67-10 0 0 0,86 8-695 0 0,-43 1 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3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83 9978 0 0,'0'0'16174'0'0,"-5"-3"-16123"0"0,-18-4-24 0 0,23 7-27 0 0,0 0 0 0 0,-1 0 1 0 0,1 0-1 0 0,0 0 0 0 0,-1 0 1 0 0,1 0-1 0 0,0 0 0 0 0,-1 0 1 0 0,1 0-1 0 0,0 0 1 0 0,-1 1-1 0 0,1-1 0 0 0,0 0 1 0 0,-1 0-1 0 0,1 0 0 0 0,0 0 1 0 0,-1 1-1 0 0,1-1 0 0 0,0 0 1 0 0,0 0-1 0 0,-1 0 0 0 0,1 1 1 0 0,0-1-1 0 0,0 0 1 0 0,0 0-1 0 0,-1 1 0 0 0,1-1 1 0 0,0 0-1 0 0,0 1 0 0 0,0-1 1 0 0,0 0-1 0 0,0 1 0 0 0,-1-1 1 0 0,1 1-1 0 0,-2 13 30 0 0,2-10-20 0 0,-1 2 13 0 0,-1-1 0 0 0,2 1 0 0 0,-1-1 0 0 0,1 1 0 0 0,0-1 0 0 0,0 1 1 0 0,0-1-1 0 0,1 1 0 0 0,0-1 0 0 0,0 1 0 0 0,0-1 0 0 0,1 1 0 0 0,-1-1 1 0 0,1 0-1 0 0,1 0 0 0 0,3 8 0 0 0,33 47 194 0 0,-32-52-180 0 0,0 2 34 0 0,-6-17 1245 0 0,-1-7-1235 0 0,-4-4-50 0 0,-1-1 1 0 0,0 1 0 0 0,-2 0 0 0 0,-10-20-1 0 0,-3-7 11 0 0,9 11-12 0 0,-6-11 125 0 0,16 43-125 0 0,0 1 1 0 0,1-1-1 0 0,-1 0 0 0 0,1 1 1 0 0,0-1-1 0 0,-1 0 0 0 0,1 1 0 0 0,0-1 1 0 0,0-2-1 0 0,0 3 50 0 0,0 12-212 0 0,2 0 112 0 0,0-1 0 0 0,0 0 0 0 0,8 19 0 0 0,-4-10 17 0 0,66 174 13 0 0,-67-183 3 0 0,-4-6-8 0 0,1-1-1 0 0,-1 0 1 0 0,0 0 0 0 0,1 1-1 0 0,-2-1 1 0 0,1 1 0 0 0,0 4-1 0 0,0-8 19 0 0,-1 0-1 0 0,0 0 1 0 0,0 0-1 0 0,0 0 1 0 0,0 0 0 0 0,1 0-1 0 0,-1 0 1 0 0,0 1-1 0 0,0-1 1 0 0,0 0 0 0 0,1 0-1 0 0,-1 0 1 0 0,0 0-1 0 0,0 0 1 0 0,0 0-1 0 0,1 0 1 0 0,-1-1 0 0 0,0 1-1 0 0,0 0 1 0 0,0 0-1 0 0,0 0 1 0 0,1 0-1 0 0,-1 0 1 0 0,0 0 0 0 0,0 0-1 0 0,1 0 1 0 0,-1-11 123 0 0,-2-47 165 0 0,1 51-308 0 0,-1-1-1 0 0,1 1 1 0 0,-1-1 0 0 0,0 1-1 0 0,-6-13 1 0 0,0 5-1 0 0,0-1 0 0 0,-1 2 0 0 0,-12-17 0 0 0,18 25 0 0 0,2 6-2 0 0,1-1 0 0 0,0 1 0 0 0,0-1 0 0 0,0 1 0 0 0,-1-1-1 0 0,1 1 1 0 0,0-1 0 0 0,-1 1 0 0 0,1-1 0 0 0,0 1 0 0 0,-1 0 0 0 0,1-1 0 0 0,-1 1 0 0 0,1 0 0 0 0,0-1 0 0 0,-1 1-1 0 0,1 0 1 0 0,-1-1 0 0 0,0 1 0 0 0,0 0-28 0 0,1 4-220 0 0,1 4 224 0 0,-1 1 0 0 0,2-1-1 0 0,-1 0 1 0 0,1 0 0 0 0,4 12 0 0 0,19 39-57 0 0,-1 0-1119 0 0,-14-33-418 0 0,-2-3-1810 0 0,-3-7-2363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35 1376 0 0,'0'0'15621'0'0,"-7"-7"-14861"0"0,-21-19-128 0 0,25 25 1148 0 0,6 6-1456 0 0,11 10-358 0 0,62 52 341 0 0,-46-39-224 0 0,56 41-1 0 0,-47-42-34 0 0,-12-8-33 0 0,42 22-1 0 0,-61-37-198 0 0,-1 0 0 0 0,1 1 0 0 0,-1 0 0 0 0,0 0-1 0 0,0 0 1 0 0,12 12 0 0 0,-17-11-300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6793 0 0,'0'0'15557'0'0,"-21"5"-15356"0"0,-63 18-63 0 0,65-16-84 0 0,13-2-7 0 0,6-5-45 0 0,-5 8 46 0 0,1-1 1 0 0,0 1 0 0 0,1 0 0 0 0,0-1 0 0 0,0 1 0 0 0,-2 10 0 0 0,-4 11 69 0 0,8-25-123 0 0,0 1 0 0 0,0-1 0 0 0,-1 9 0 0 0,2-10-242 0 0,0 1 0 0 0,0-1 0 0 0,-1 0 0 0 0,0 1 0 0 0,0-1 1 0 0,0 0-1 0 0,0 0 0 0 0,-2 4 0 0 0,-2 4-2622 0 0,2-3-2353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6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19 7522 0 0,'0'0'11549'0'0,"-31"-3"-11408"0"0,-98-10-49 0 0,90 10-44 0 0,29 5-16 0 0,4 1-19 0 0,-24 10 51 0 0,30-11-26 0 0,-1 0 0 0 0,1-1 0 0 0,-1 1 0 0 0,1 0-1 0 0,0 0 1 0 0,0-1 0 0 0,0 1 0 0 0,0 0 0 0 0,0-1-1 0 0,0 1 1 0 0,1 3 0 0 0,1-2 30 0 0,-1 0 0 0 0,1-1 0 0 0,0 1 0 0 0,0 0 0 0 0,0-1 0 0 0,1 1 0 0 0,-1-1 0 0 0,5 4 1 0 0,3 3 86 0 0,5 5-27 0 0,-7-7-84 0 0,-1 1-1 0 0,12 14 1 0 0,-9-9-46 0 0,0 2 0 0 0,-1 0 0 0 0,0 0 0 0 0,10 28 0 0 0,-15-30-2 0 0,0 0 0 0 0,-1 0 0 0 0,-1 0 0 0 0,1 15 0 0 0,-2 54-27 0 0,-2-47 25 0 0,-1-1 16 0 0,1-25 27 0 0,0-1 1 0 0,1 1-1 0 0,0 0 1 0 0,1 10 0 0 0,0-17-5 0 0,-1-1 1 0 0,1 0 0 0 0,0 1 0 0 0,-1-1 0 0 0,1 1 0 0 0,0-1 0 0 0,0 0 0 0 0,0 0 0 0 0,0 1 0 0 0,0-1 0 0 0,0 0 0 0 0,1 0 0 0 0,-1 0 0 0 0,0 0 0 0 0,1 0 0 0 0,-1-1 0 0 0,0 1 0 0 0,4 1 0 0 0,3 2 123 0 0,18 5 0 0 0,-23-9-152 0 0,2 2-107 0 0,0-1 0 0 0,0 0 0 0 0,0-1 0 0 0,5 1 0 0 0,10-2-3160 0 0,-20 1 2854 0 0,1 0-1 0 0,0-1 0 0 0,-1 1 1 0 0,1 0-1 0 0,0-1 0 0 0,0 1 1 0 0,-1 0-1 0 0,1-1 1 0 0,0 1-1 0 0,-1-1 0 0 0,1 1 1 0 0,0-1-1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32 5025 0 0,'0'0'16326'0'0,"4"-5"-16227"0"0,12-17-90 0 0,-15 21-17 0 0,-1 1 0 0 0,0 0 0 0 0,0-1-1 0 0,1 1 1 0 0,-1 0 0 0 0,0 0 0 0 0,1-1-1 0 0,-1 1 1 0 0,0 0 0 0 0,1 0 0 0 0,-1-1-1 0 0,1 1 1 0 0,-1 0 0 0 0,0 0 0 0 0,1 0-1 0 0,-1 0 1 0 0,0 0 0 0 0,1-1 0 0 0,-1 1-1 0 0,1 0 1 0 0,-1 0 0 0 0,1 0 0 0 0,-1 0-1 0 0,0 0 1 0 0,1 0 0 0 0,-1 0 0 0 0,1 1-1 0 0,-1-1 1 0 0,0 0 0 0 0,1 0 0 0 0,-1 0-1 0 0,1 0 1 0 0,-1 0 0 0 0,0 1 0 0 0,1-1-1 0 0,-1 0 1 0 0,0 0 0 0 0,1 1 0 0 0,-1-1-1 0 0,0 0 1 0 0,1 0 0 0 0,-1 1 0 0 0,0-1-1 0 0,0 0 1 0 0,1 1 0 0 0,-1-1 0 0 0,0 0-1 0 0,0 1 1 0 0,0-1 0 0 0,1 1 0 0 0,-1-1-1 0 0,0 0 1 0 0,0 1 0 0 0,0 0-8 0 0,10 14-43 0 0,16 21 0 0 0,8 11 7 0 0,-32-43 52 0 0,4 6-8 0 0,8 18-1 0 0,-12-23 8 0 0,-1 0 1 0 0,1 0-1 0 0,-1 0 1 0 0,0 0-1 0 0,-1 0 1 0 0,1 9-1 0 0,-1-13 14 0 0,0 0 0 0 0,0 0-1 0 0,-1 1 1 0 0,1-1 0 0 0,0 0 0 0 0,-1 0 0 0 0,1 0-1 0 0,0 0 1 0 0,-1 0 0 0 0,1 0 0 0 0,-1 0-1 0 0,0-1 1 0 0,1 1 0 0 0,-1 0 0 0 0,0 0 0 0 0,0 0-1 0 0,1-1 1 0 0,-1 1 0 0 0,0 0 0 0 0,0-1 0 0 0,0 1-1 0 0,0 0 1 0 0,0-1 0 0 0,0 1 0 0 0,0-1-1 0 0,0 0 1 0 0,0 1 0 0 0,0-1 0 0 0,0 0 0 0 0,-2 1-1 0 0,-4 0 121 0 0,0 0-1 0 0,0-1 0 0 0,-12 0 1 0 0,14 0-59 0 0,-8 1 39 0 0,-1-2 0 0 0,1 0-1 0 0,0 0 1 0 0,0-2-1 0 0,0 1 1 0 0,0-1-1 0 0,0-1 1 0 0,1-1 0 0 0,-1 0-1 0 0,1 0 1 0 0,0-1-1 0 0,1-1 1 0 0,-20-13 0 0 0,29 18-67 0 0,0 1 0 0 0,1-1 0 0 0,-1 0 1 0 0,1 0-1 0 0,-1 0 0 0 0,1 0 0 0 0,0 0 1 0 0,0 0-1 0 0,0 0 0 0 0,0 0 0 0 0,0 0 0 0 0,0 0 1 0 0,1-1-1 0 0,-1 1 0 0 0,1 0 0 0 0,-1-1 1 0 0,1 1-1 0 0,0 0 0 0 0,0-1 0 0 0,0-2 1 0 0,0 3-74 0 0,1 1 0 0 0,-1 0 0 0 0,0-1 0 0 0,1 1 0 0 0,-1 0 0 0 0,1 0 0 0 0,0 0 0 0 0,-1-1 0 0 0,1 1 0 0 0,0 0 0 0 0,0 0 0 0 0,0 0 0 0 0,-1 0 0 0 0,1 0 0 0 0,0 1 0 0 0,0-1 0 0 0,1 0 0 0 0,-1 0 0 0 0,0 0 0 0 0,0 1 0 0 0,0-1 0 0 0,0 1 0 0 0,1-1 0 0 0,0 0 0 0 0,6-2-421 0 0,0 1-1 0 0,12-3 1 0 0,-19 4 390 0 0,9-1-1137 0 0,0 1 0 0 0,13-1 0 0 0,6 2-6222 0 0,-18 0 3019 0 0,-3 0-2479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7866 0 0,'0'0'15404'0'0,"4"-17"-15302"0"0,11-51-57 0 0,-10 53-47 0 0,-2 13-11 0 0,1 2-19 0 0,0 1 0 0 0,0-1 0 0 0,0 1 0 0 0,0 0 0 0 0,0 0 0 0 0,0 1 0 0 0,0-1 0 0 0,0 1 0 0 0,6 3 0 0 0,3 4-26 0 0,17 12 0 0 0,-10-5 6 0 0,-2-2 23 0 0,-1 0-1 0 0,-1 1 0 0 0,22 27 1 0 0,-33-35 8 0 0,1 0 1 0 0,-2 0-1 0 0,1 1 1 0 0,-1-1-1 0 0,0 1 1 0 0,-1 0-1 0 0,0 0 1 0 0,0 0-1 0 0,-1 1 1 0 0,2 12-1 0 0,0 6-41 0 0,-2 54 0 0 0,-2-68 59 0 0,-1 8 1 0 0,-1 0 0 0 0,0 0 0 0 0,-2 0 0 0 0,-1 0-1 0 0,-8 24 1 0 0,10-36 13 0 0,0 1 0 0 0,1-1 0 0 0,0 1 0 0 0,0-1 0 0 0,1 1 0 0 0,1 0 0 0 0,0 19 0 0 0,2-25-6 0 0,-1 0 1 0 0,1-1-1 0 0,0 1 0 0 0,0-1 0 0 0,0 0 0 0 0,0 0 1 0 0,0 0-1 0 0,1 0 0 0 0,-1 0 0 0 0,1 0 0 0 0,3 3 1 0 0,-2-3-17 0 0,-4-2-28 0 0,1-1 0 0 0,-1 1 0 0 0,0-1-1 0 0,1 1 1 0 0,-1-1 0 0 0,0 1 0 0 0,0 0 0 0 0,1-1-1 0 0,-1 1 1 0 0,0-1 0 0 0,0 1 0 0 0,0 0 0 0 0,0-1-1 0 0,0 1 1 0 0,0-1 0 0 0,0 1 0 0 0,0 0 0 0 0,0-1 0 0 0,0 1-1 0 0,0-1 1 0 0,0 1 0 0 0,-1 0 0 0 0,1-1 0 0 0,0 1-1 0 0,0-1 1 0 0,0 1 0 0 0,-1-1 0 0 0,1 1 0 0 0,0-1-1 0 0,-1 1 1 0 0,1-1 0 0 0,-1 1 0 0 0,1-1 0 0 0,-1 1-1 0 0,1-1 1 0 0,-1 1 0 0 0,1-1 0 0 0,-1 0 0 0 0,1 1-1 0 0,-1-1 1 0 0,1 0 0 0 0,-1 0 0 0 0,1 1 0 0 0,-1-1 0 0 0,0 0-1 0 0,1 0 1 0 0,-1 0 0 0 0,0 0 0 0 0,-12 2-2441 0 0,1-1 1 0 0,-23-1 0 0 0,13-1-3741 0 0,11 1-772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43 8074 0 0,'0'0'12017'0'0,"-33"-6"-11494"0"0,-102-20-193 0 0,122 23-235 0 0,-1 0 0 0 0,-23 0-1 0 0,26 3-45 0 0,-14-1 261 0 0,-24 2 0 0 0,13 5-1720 0 0,28-4-921 0 0,-1 1 1 0 0,-9 4-1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33 0 0 0,'0'0'12303'0'0,"-7"-5"-12018"0"0,-26-23 9049 0 0,43 32-9294 0 0,25 16-51 0 0,56 43-1 0 0,-68-46 26 0 0,37 21 1 0 0,-35-23-12 0 0,21 11 12 0 0,-27-16-413 0 0,0 1 0 0 0,23 17 0 0 0,-39-26-202 0 0,2 2-991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7970 0 0,'0'0'13164'0'0,"-19"14"-12996"0"0,-60 41-36 0 0,53-35-41 0 0,19-11-10 0 0,4-4-46 0 0,-3 6 159 0 0,0 0 1 0 0,-7 20-1 0 0,-2 6-3781 0 0,1-14-6024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196 131 6505 0 0,'0'0'16405'0'0,"-26"-22"-16203"0"0,-78-64-80 0 0,76 65-78 0 0,28 21-43 0 0,0 0 0 0 0,0 0 1 0 0,0 0-1 0 0,-1-1 0 0 0,1 1 0 0 0,0 0 0 0 0,0 0 0 0 0,-1 0 0 0 0,1 0 0 0 0,0 0 0 0 0,0 0 1 0 0,-1-1-1 0 0,1 1 0 0 0,0 0 0 0 0,0 0 0 0 0,-1 0 0 0 0,1 0 0 0 0,0 0 0 0 0,0 0 0 0 0,-1 0 1 0 0,1 0-1 0 0,0 0 0 0 0,-1 0 0 0 0,1 0 0 0 0,0 1 0 0 0,-1-1 0 0 0,-2 1 9 0 0,2-1-12 0 0,0 0 0 0 0,0 0 0 0 0,0 0 0 0 0,1 0-1 0 0,-1 0 1 0 0,0 0 0 0 0,0 0 0 0 0,1 1 0 0 0,-1-1-1 0 0,0 0 1 0 0,1 0 0 0 0,-1 1 0 0 0,0-1 0 0 0,1 1-1 0 0,-1-1 1 0 0,0 1 0 0 0,0 0 0 0 0,0 0 0 0 0,0 1 0 0 0,0-1 0 0 0,0 1 0 0 0,0-1 0 0 0,0 1 0 0 0,0 0 1 0 0,0 2-1 0 0,-1 3 9 0 0,1 0 0 0 0,-1 0 0 0 0,2 0 0 0 0,-1 0 0 0 0,1 1 0 0 0,1 11 1 0 0,0 2 14 0 0,-1-10 4 0 0,1 0 1 0 0,1 0-1 0 0,0 0 1 0 0,0 0-1 0 0,5 12 1 0 0,23 53 72 0 0,-16-45-85 0 0,20 72 42 0 0,-25-75-59 0 0,-6-13 4 0 0,-1 0-1 0 0,0 0 0 0 0,-1 1 1 0 0,0-1-1 0 0,-3 26 1 0 0,1-36 0 0 0,0 0 1 0 0,0-1-1 0 0,0 1 1 0 0,0 0-1 0 0,-1 0 1 0 0,0-1-1 0 0,0 1 0 0 0,0-1 1 0 0,-4 5-1 0 0,-8 19 62 0 0,14-28-37 0 0,0 0 1 0 0,-1 1-1 0 0,1-1 1 0 0,0 1-1 0 0,0-1 0 0 0,-1 1 1 0 0,1-1-1 0 0,0 1 1 0 0,0-1-1 0 0,0 1 0 0 0,0-1 1 0 0,0 1-1 0 0,0-1 1 0 0,0 1-1 0 0,0-1 0 0 0,0 1 1 0 0,0-1-1 0 0,0 0 0 0 0,0 1 1 0 0,0-1-1 0 0,0 1 1 0 0,1-1-1 0 0,-1 1 0 0 0,0-1 1 0 0,0 1-1 0 0,0-1 1 0 0,1 1-1 0 0,-1-1 0 0 0,0 0 1 0 0,1 1-1 0 0,-1-1 1 0 0,0 1-1 0 0,1-1 0 0 0,-1 0 1 0 0,0 0-1 0 0,1 1 0 0 0,-1-1 1 0 0,1 0-1 0 0,-1 1 1 0 0,1-1-1 0 0,0 0 0 0 0,2 1 100 0 0,0 0 0 0 0,1-1 0 0 0,-1 0-1 0 0,0 0 1 0 0,6 0 0 0 0,-2 0-123 0 0,31 1 147 0 0,39-1 56 0 0,-67-1-362 0 0,0 0 0 0 0,-1 0-1 0 0,1-1 1 0 0,0-1 0 0 0,13-4-1 0 0,-8-2-1613 0 0,-2-2-4490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20 134 5017 0 0,'0'0'17005'0'0,"-3"-20"-16788"0"0,-12-64-66 0 0,15 81-137 0 0,-1 0 0 0 0,1 1 0 0 0,0-1 0 0 0,0 0 0 0 0,1-6 0 0 0,-1 9-13 0 0,0 0 1 0 0,0 0-1 0 0,0 0 0 0 0,0 0 0 0 0,0-1 1 0 0,0 1-1 0 0,0 0 0 0 0,0 0 0 0 0,0 0 0 0 0,0 0 1 0 0,0 0-1 0 0,0-1 0 0 0,0 1 0 0 0,1 0 1 0 0,-1 0-1 0 0,0 0 0 0 0,0 0 0 0 0,0 0 1 0 0,0 0-1 0 0,0 0 0 0 0,0-1 0 0 0,1 1 0 0 0,-1 0 1 0 0,0 0-1 0 0,0 0 0 0 0,0 0 0 0 0,0 0 1 0 0,0 0-1 0 0,1 0 0 0 0,-1 0 0 0 0,0 0 0 0 0,0 0 1 0 0,0 0-1 0 0,0 0 0 0 0,1 0 0 0 0,1 0 6 0 0,2-1-44 0 0,-1 0 0 0 0,1 0 0 0 0,-1 1-1 0 0,1 0 1 0 0,0-1 0 0 0,0 1 0 0 0,-1 1 0 0 0,1-1 0 0 0,0 1 0 0 0,6 1 0 0 0,-1 1 19 0 0,0 1 1 0 0,0 0 0 0 0,0 0-1 0 0,-1 1 1 0 0,0 0 0 0 0,0 1-1 0 0,13 11 1 0 0,-18-14 7 0 0,-1 0-1 0 0,1-1 1 0 0,-1 1 0 0 0,0 0-1 0 0,1 0 1 0 0,-2 1-1 0 0,1-1 1 0 0,0 0 0 0 0,-1 1-1 0 0,1-1 1 0 0,-1 1 0 0 0,0-1-1 0 0,1 7 1 0 0,-2-7 10 0 0,1 0 0 0 0,-1 0 0 0 0,0 0 0 0 0,0 0-1 0 0,0 0 1 0 0,-1 0 0 0 0,1 0 0 0 0,-1 0 0 0 0,0-1 0 0 0,1 1 0 0 0,-1 0 0 0 0,-1 0 0 0 0,1 0 0 0 0,0-1 0 0 0,-1 1-1 0 0,1-1 1 0 0,-3 4 0 0 0,-31 29 142 0 0,25-26-72 0 0,1 1 0 0 0,-15 17 0 0 0,23-25-44 0 0,-1 1 0 0 0,1-1 0 0 0,-1 1 0 0 0,1 0 0 0 0,0 0 0 0 0,0-1 0 0 0,0 1 0 0 0,1 0 0 0 0,-1 0 0 0 0,1 0 0 0 0,-1 5 0 0 0,1-7-2 0 0,0 0-1 0 0,0 0 0 0 0,1-1 0 0 0,-1 1 0 0 0,0 0 0 0 0,1 0 0 0 0,-1 0 0 0 0,1-1 0 0 0,-1 1 0 0 0,1 0 0 0 0,-1 0 0 0 0,1-1 0 0 0,-1 1 1 0 0,1 0-1 0 0,0-1 0 0 0,-1 1 0 0 0,1-1 0 0 0,0 1 0 0 0,-1-1 0 0 0,1 1 0 0 0,0-1 0 0 0,0 0 0 0 0,0 1 0 0 0,0-1 0 0 0,-1 0 0 0 0,1 1 1 0 0,1-1-1 0 0,2 1 124 0 0,0 0 0 0 0,1 0 1 0 0,-1-1-1 0 0,6 1 0 0 0,-4-1-140 0 0,0 0-1 0 0,0 0 0 0 0,0-1 1 0 0,0 1-1 0 0,0-1 0 0 0,0-1 1 0 0,11-3-1 0 0,10-10-1806 0 0,-11 3-3200 0 0,-3 3-3099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4609 0 0,'0'0'10741'0'0,"16"-4"-10529"0"0,49-15-15 0 0,-42 15-33 0 0,-16 6-9 0 0,-1 1-56 0 0,-5-3-86 0 0,0 0 1 0 0,1 0 0 0 0,-1 1 0 0 0,0-1-1 0 0,0 1 1 0 0,1-1 0 0 0,-1 1-1 0 0,0 0 1 0 0,0-1 0 0 0,0 1-1 0 0,0 0 1 0 0,0 0 0 0 0,0 0-1 0 0,0-1 1 0 0,0 1 0 0 0,0 0 0 0 0,0 0-1 0 0,0 1 1 0 0,-1-1 0 0 0,1 0-1 0 0,1 2 1 0 0,-2 0-26 0 0,1 1 0 0 0,0-1-1 0 0,-1 1 1 0 0,0-1 0 0 0,1 0 0 0 0,-2 7-1 0 0,1 1 58 0 0,1-5-15 0 0,0 0-1 0 0,0 0 1 0 0,0-1 0 0 0,1 1-1 0 0,3 6 1 0 0,-3-6 9 0 0,6 14 159 0 0,20 33 0 0 0,-2-3 14 0 0,-14-22-107 0 0,-1 2 0 0 0,-1 0 0 0 0,-2 0 0 0 0,-1 0 0 0 0,5 48 0 0 0,-11-71-47 0 0,4 70 724 0 0,-5-76-707 0 0,0-1 0 0 0,0 0 0 0 0,0 0 0 0 0,0 1 0 0 0,0-1 0 0 0,-1 0 0 0 0,1 0 0 0 0,0 0 0 0 0,0 1 0 0 0,0-1-1 0 0,0 0 1 0 0,-1 0 0 0 0,1 0 0 0 0,0 1 0 0 0,0-1 0 0 0,-1 0 0 0 0,1 0 0 0 0,0 0 0 0 0,0 0 0 0 0,-1 0 0 0 0,1 0 0 0 0,0 0 0 0 0,-1 0 0 0 0,1 0 0 0 0,0 1 0 0 0,0-1 0 0 0,-1 0 0 0 0,1 0 0 0 0,0 0 0 0 0,-1-1-1 0 0,-13 1-2416 0 0,8 0 230 0 0,3 0 1138 0 0,-4 0-1714 0 0,0 2-2281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57 136 0 0,'0'0'13144'0'0,"-3"-6"-12529"0"0,-9-22-103 0 0,5 19 574 0 0,7 9-1083 0 0,0 0-1 0 0,0 0 1 0 0,0 0 0 0 0,0 0 0 0 0,-1 0-1 0 0,1 0 1 0 0,0 0 0 0 0,0 0-1 0 0,0 0 1 0 0,-1-1 0 0 0,1 1 0 0 0,0 0-1 0 0,0 0 1 0 0,0 0 0 0 0,-1 0 0 0 0,1 0-1 0 0,0 0 1 0 0,0 1 0 0 0,0-1 0 0 0,-1 0-1 0 0,1 0 1 0 0,0 0 0 0 0,0 0-1 0 0,0 0 1 0 0,-1 0 0 0 0,1 0 0 0 0,0 0-1 0 0,-1 1-15 0 0,1 0 0 0 0,-1-1 0 0 0,0 1 0 0 0,1 0 0 0 0,-1 0 0 0 0,1 0 0 0 0,-1 0 0 0 0,1-1-1 0 0,0 1 1 0 0,-1 0 0 0 0,1 0 0 0 0,0 0 0 0 0,-1 1 0 0 0,1 0 17 0 0,0-1 1 0 0,-1 1 0 0 0,1-1-1 0 0,-1 0 1 0 0,1 1-1 0 0,-1-1 1 0 0,1 0-1 0 0,-2 3 1 0 0,-3-1 3253 0 0,6-12-2244 0 0,1 6-1009 0 0,1 0 0 0 0,-1 0 0 0 0,1 1 0 0 0,0 0 0 0 0,0-1 0 0 0,0 1 0 0 0,0 0 0 0 0,0 0 0 0 0,0 0 0 0 0,0 1 1 0 0,1-1-1 0 0,-1 1 0 0 0,1 0 0 0 0,-1 0 0 0 0,6-1 0 0 0,4 0-130 0 0,1 1 0 0 0,25 1 0 0 0,-19 0 43 0 0,-19 0 70 0 0,1 0 0 0 0,-1 0 1 0 0,0 0-1 0 0,0 0 0 0 0,0 0 0 0 0,0 1 0 0 0,0-1 1 0 0,0 0-1 0 0,0 0 0 0 0,0 1 0 0 0,0-1 1 0 0,0 1-1 0 0,0-1 0 0 0,0 1 0 0 0,0-1 1 0 0,0 1-1 0 0,0-1 0 0 0,0 1 0 0 0,0 0 0 0 0,0 0 1 0 0,-1-1-1 0 0,1 1 0 0 0,1 1 0 0 0,-2 0-9 0 0,1 0 0 0 0,-1-1 0 0 0,1 1-1 0 0,-1 0 1 0 0,1-1 0 0 0,-1 1-1 0 0,0 0 1 0 0,0-1 0 0 0,0 1-1 0 0,0 0 1 0 0,0 0 0 0 0,0-1 0 0 0,-1 3-1 0 0,-1 5 1 0 0,-1 0 0 0 0,0 0 0 0 0,0-1 0 0 0,-6 11 0 0 0,-16 29 57 0 0,11-15 12 0 0,6-16-11 0 0,8-15-27 0 0,-1 0 0 0 0,1 0 1 0 0,-1 0-1 0 0,0-1 0 0 0,0 1 1 0 0,0 0-1 0 0,0 0 0 0 0,-2 2 1 0 0,2-3-5 0 0,0 0 0 0 0,1 0 1 0 0,-1 0-1 0 0,0-1 1 0 0,1 1-1 0 0,-1 0 0 0 0,1 0 1 0 0,-1 1-1 0 0,1-1 1 0 0,-1 2-1 0 0,1-3-4 0 0,0 1 0 0 0,0 0 0 0 0,-1 0 0 0 0,1-1 1 0 0,0 1-1 0 0,0 0 0 0 0,-1 0 0 0 0,1-1 0 0 0,-1 1 0 0 0,1 0 0 0 0,-1-1 0 0 0,1 1 0 0 0,-1-1 1 0 0,1 1-1 0 0,-1-1 0 0 0,1 1 0 0 0,-1-1 0 0 0,0 1 0 0 0,1-1 0 0 0,-2 1 0 0 0,-1 5 14 0 0,3-6-15 0 0,0 1 0 0 0,0 0 0 0 0,0-1 0 0 0,0 1 1 0 0,0-1-1 0 0,-1 1 0 0 0,1-1 0 0 0,0 1 0 0 0,0-1 1 0 0,-1 1-1 0 0,1-1 0 0 0,0 1 0 0 0,-1-1 0 0 0,1 1 0 0 0,-1-1 1 0 0,1 1-1 0 0,0-1 0 0 0,-1 0 0 0 0,1 1 0 0 0,-2 0 0 0 0,2 10 541 0 0,0-10-540 0 0,0-1 0 0 0,0 1-1 0 0,1 0 1 0 0,-1-1 0 0 0,0 1 0 0 0,0-1 0 0 0,1 1 0 0 0,-1-1 0 0 0,1 1 0 0 0,-1-1-1 0 0,0 1 1 0 0,1-1 0 0 0,-1 1 0 0 0,1-1 0 0 0,-1 0 0 0 0,1 1 0 0 0,-1-1-1 0 0,1 0 1 0 0,0 1 0 0 0,-1-1 0 0 0,2 0 0 0 0,-2 1 189 0 0,18-2 815 0 0,-1-1 0 0 0,17-3 0 0 0,21-3-389 0 0,156 3-1162 0 0,-209 5 489 0 0,16 2-2237 0 0,-7 3-5726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2 4377 0 0,'0'0'17476'0'0,"-18"0"-17046"0"0,-86-1 283 0 0,77 2-174 0 0,-35 6 1 0 0,36-3-405 0 0,-37 1 0 0 0,52-5-478 0 0,-13 0-2354 0 0,8 0-8830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133 104 792 0 0,'0'0'22752'0'0,"-14"-9"-22510"0"0,-44-27-64 0 0,43 27 147 0 0,15 23-305 0 0,0-11-2 0 0,0 0 1 0 0,1 1-1 0 0,0-1 0 0 0,-1 0 0 0 0,1 0 1 0 0,0 0-1 0 0,0 0 0 0 0,1 0 1 0 0,-1 0-1 0 0,0 0 0 0 0,1-1 0 0 0,0 1 1 0 0,0 0-1 0 0,3 3 0 0 0,2 4 14 0 0,-4-6-17 0 0,64 96 148 0 0,-64-93-137 0 0,1-2-17 0 0,-1 0 0 0 0,0 0 0 0 0,-1 0 0 0 0,1 0 0 0 0,-1 1 0 0 0,0-1 0 0 0,-1 1 0 0 0,1 0 0 0 0,0 7 0 0 0,-2-13 183 0 0,0-2 132 0 0,-1-4-278 0 0,0 1 0 0 0,0 0 0 0 0,-1-1-1 0 0,0 1 1 0 0,0 0 0 0 0,0 0-1 0 0,-1 0 1 0 0,-4-7 0 0 0,1 1-23 0 0,-95-154 80 0 0,61 104 218 0 0,40 61-317 0 0,0 0 1 0 0,0 0-1 0 0,0 0 0 0 0,0 0 0 0 0,0 0 0 0 0,0 0 0 0 0,0 0 0 0 0,0 0 0 0 0,0 0 1 0 0,0 0-1 0 0,0 0 0 0 0,0 0 0 0 0,-1 0 0 0 0,1 0 0 0 0,0 0 0 0 0,0 0 0 0 0,0 1 0 0 0,0-1 1 0 0,0 0-1 0 0,0 0 0 0 0,0 0 0 0 0,0 0 0 0 0,0 0 0 0 0,0 0 0 0 0,0 0 0 0 0,0 0 1 0 0,0 0-1 0 0,0 0 0 0 0,0 0 0 0 0,0 0 0 0 0,0 0 0 0 0,0 0 0 0 0,0 0 0 0 0,0 0 1 0 0,0 0-1 0 0,0 0 0 0 0,0 0 0 0 0,0 0 0 0 0,0 0 0 0 0,0 0 0 0 0,0 0 0 0 0,0 0 1 0 0,0 0-1 0 0,0 0 0 0 0,-1 0 0 0 0,1 0 0 0 0,0 0 0 0 0,0 0 0 0 0,0 0 0 0 0,0-1 1 0 0,0 1-1 0 0,0 0 0 0 0,0 0 0 0 0,0 0 0 0 0,0 0 0 0 0,0 0 0 0 0,0 0 0 0 0,0 0 1 0 0,0 0-1 0 0,0 0 0 0 0,0 6 24 0 0,2 7-74 0 0,3 5 51 0 0,0 0 0 0 0,1-1 1 0 0,1 0-1 0 0,1 0 0 0 0,16 26 1 0 0,1-5 19 0 0,33 38 0 0 0,-32-47-9 0 0,-17-19-133 0 0,0 0-1 0 0,0 0 0 0 0,-2 0 1 0 0,9 15-1 0 0,-12-11-1728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2547 126 0 0 0,'158'-19'0'0'0,"-82"11"0"0"0,-59 7 0 0 0,95-8 0 0 0,78-5 0 0 0,-98 9 0 0 0,87-4 0 0 0,-170 10 68 0 0,0 0 0 0 0,0 1-1 0 0,0 0 1 0 0,15 5 0 0 0,-12-4 83 0 0,21 5 0 0 0,7-1 482 0 0,-23-4-5 0 0,-14-2 831 0 0,-213-18 1248 0 0,127 8-1932 0 0,-50-5 446 0 0,-105-10 525 0 0,-414-8-24 0 0,-50 50-1003 0 0,357 3-505 0 0,-414 24 1475 0 0,508-37-1701 0 0,144-7-2952 0 0,74-2-862 0 0,11-2-3526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8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2827 22 0 0 0,'0'0'6487'0'0,"20"-3"-5985"0"0,33-4-217 0 0,-32 3-23 0 0,-18 3 17 0 0,-7 0 144 0 0,-338-5 2939 0 0,-170 6-2616 0 0,226 1-481 0 0,-388 8 33 0 0,393-4-180 0 0,-255 16-56 0 0,375-8-1314 0 0,57 0-4749 0 0,81-9 165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9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2840 0 0 0 0,'0'0'10176'0'0,"-36"5"-9280"0"0,-123 12-282 0 0,-1-5-7 0 0,134-10-536 0 0,-426 15 729 0 0,52-2-482 0 0,-29 3-119 0 0,-133 7 3 0 0,293-13-604 0 0,115-5-1766 0 0,2 1-4085 0 0,111-6 1193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3094 0 0 0 0,'0'0'3958'0'0,"-32"4"-3130"0"0,-105 9-82 0 0,123-12-646 0 0,-91 7 1296 0 0,-396 0 4121 0 0,-38 1-4384 0 0,-591 57-647 0 0,698-24-1138 0 0,251-20-8606 0 0,159-18 5004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1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3683 61 1032 0 0,'0'0'9758'0'0,"-35"-5"-9099"0"0,-115-17-96 0 0,20 7 244 0 0,114 14-717 0 0,-322-15 1042 0 0,-1 15-681 0 0,191 1-251 0 0,-526 24 434 0 0,419-11-438 0 0,-204 2 263 0 0,277-10-294 0 0,132-4-133 0 0,-167 7 61 0 0,9 1-234 0 0,-21 2-956 0 0,3 11-8582 0 0,199-18 4325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2567 8 0 0 0,'0'0'4980'0'0,"3"-1"-4986"0"0,6-3 12 0 0,-9 3-6 0 0,0 1 0 0 0,0 0 1 0 0,-1 0-1 0 0,1 0 0 0 0,0 0 1 0 0,0 0-1 0 0,0 0 0 0 0,0 0 1 0 0,0 0-1 0 0,0-1 0 0 0,0 1 1 0 0,0 0-1 0 0,0 0 0 0 0,0 0 1 0 0,0 0-1 0 0,0 0 0 0 0,0 0 1 0 0,0 0-1 0 0,-1 0 0 0 0,1 0 1 0 0,0 0-1 0 0,0 0 0 0 0,0 0 0 0 0,0 0 1 0 0,0-1-1 0 0,0 1 0 0 0,0 0 1 0 0,0 0-1 0 0,-1 0 0 0 0,1 0 1 0 0,0 0-1 0 0,0 0 0 0 0,0 0 1 0 0,0 0-1 0 0,0 0 0 0 0,0 0 1 0 0,0 0-1 0 0,0 0 0 0 0,-1 0 1 0 0,1 1-1 0 0,-25-1 30 0 0,9 0-23 0 0,-124 11 4 0 0,33-1 208 0 0,-178-3 1141 0 0,138-6-609 0 0,-281 1 511 0 0,124-1-800 0 0,-6-1-141 0 0,-160 3-3 0 0,361-2-456 0 0,-16 1-1447 0 0,45 1-2281 0 0,51 0-279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2552 9 0 0 0,'0'0'10786'0'0,"-39"-1"-9733"0"0,-130-1-236 0 0,-37-1 197 0 0,-620 1 142 0 0,-22 39-996 0 0,805-34-189 0 0,-214 17-2711 0 0,121-8-4925 0 0,108-10 3113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3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2620 37 0 0 0,'0'0'16598'0'0,"20"-4"-16572"0"0,58-14-134 0 0,-68 14 3 0 0,-10 4 104 0 0,0 0 0 0 0,-1-1 0 0 0,1 1 0 0 0,0 0 0 0 0,0 0 1 0 0,0 0-1 0 0,0 0 0 0 0,0-1 0 0 0,0 1 0 0 0,0 0 0 0 0,-1 0 0 0 0,1 0 1 0 0,0 0-1 0 0,0 0 0 0 0,0 0 0 0 0,0 0 0 0 0,-1-1 0 0 0,1 1 1 0 0,0 0-1 0 0,0 0 0 0 0,0 0 0 0 0,0 0 0 0 0,-1 0 0 0 0,1 0 0 0 0,0 0 1 0 0,0 0-1 0 0,0 0 0 0 0,0 0 0 0 0,-1 0 0 0 0,-22-2 86 0 0,20 2-58 0 0,-239-6 939 0 0,187 6-871 0 0,-378 9 1168 0 0,-814 32 750 0 0,1155-39-2009 0 0,-340 1-1262 0 0,276-3-7614 0 0,117 0-1724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0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730 16 0 0 0,'0'0'1351'0'0,"16"3"-640"0"0,80 12 625 0 0,-52-10 505 0 0,-24-3-510 0 0,29 7 1 0 0,-35-6-1065 0 0,-1 1 1 0 0,0 0 0 0 0,-1 1 0 0 0,17 8 0 0 0,-3 0 8047 0 0,-32-13-9195 0 0,2 0 801 0 0,1 0 0 0 0,-1 1 0 0 0,0 0 0 0 0,1 0 0 0 0,-6 2 0 0 0,-5 2 112 0 0,12-5-30 0 0,-31 9 297 0 0,-55 8 0 0 0,-6-6 268 0 0,-109 8 55 0 0,133-17-434 0 0,-138 2 638 0 0,144-6-275 0 0,-80-13-1 0 0,115 11-343 0 0,19 4 0 0 0,1-1 0 0 0,0-1 0 0 0,0 0 0 0 0,0 0-1 0 0,-16-6 1 0 0,18 6 2461 0 0,6-3-1720 0 0,1 4-867 0 0,0 1-78 0 0,0 0 1 0 0,0 0 0 0 0,0 0 0 0 0,0 0-1 0 0,0 0 1 0 0,0 0 0 0 0,0 0-1 0 0,0 0 1 0 0,0 0 0 0 0,0 0 0 0 0,0 0-1 0 0,0 0 1 0 0,0 0 0 0 0,0 0 0 0 0,-1 0-1 0 0,1 0 1 0 0,0-1 0 0 0,0 1-1 0 0,0 0 1 0 0,0 0 0 0 0,0 0 0 0 0,0 0-1 0 0,0 0 1 0 0,0 0 0 0 0,0 0-1 0 0,0 0 1 0 0,0 0 0 0 0,0 0 0 0 0,0 0-1 0 0,0 0 1 0 0,0 0 0 0 0,0 0-1 0 0,0-1 1 0 0,0 1 0 0 0,0 0 0 0 0,0 0-1 0 0,1 0 1 0 0,-1 0 0 0 0,0 0-1 0 0,0 0 1 0 0,0 0 0 0 0,0 0 0 0 0,0 0-1 0 0,0 0 1 0 0,0 0 0 0 0,0 0 0 0 0,0 0-1 0 0,0 0 1 0 0,0 0 0 0 0,0 0-1 0 0,0 0 1 0 0,0 0 0 0 0,0 0 0 0 0,0 0-1 0 0,0-1 1 0 0,0 1 0 0 0,1 0-1 0 0,2-4 12 0 0,-2 4-13 0 0,4-3-62 0 0,0 0 0 0 0,1 0 1 0 0,-1 0-1 0 0,1 1 0 0 0,-1 0 1 0 0,1 0-1 0 0,0 0 0 0 0,10-1 0 0 0,51-2-174 0 0,-54 4 208 0 0,115-3-125 0 0,36-1 116 0 0,-102 1 46 0 0,151-12-1 0 0,-157 9 12 0 0,96-26 0 0 0,-109 18 151 0 0,-72 25-3472 0 0,-18 6-5211 0 0,31-13-134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504 71 0 0 0,'0'0'2874'0'0,"30"0"-1342"0"0,93 2 122 0 0,-74-2 1174 0 0,-38 0 1479 0 0,-22 0-3338 0 0,-291-7 3792 0 0,227 5-4273 0 0,27 1-312 0 0,-71 6 1 0 0,5 18 29 0 0,108-21-195 0 0,-22 3 178 0 0,15-4 2849 0 0,18-8-2471 0 0,1 3-618 0 0,-1 0 0 0 0,1 1 1 0 0,0 0-1 0 0,0 0 0 0 0,0 1 0 0 0,0-1 0 0 0,0 1 1 0 0,12-2-1 0 0,4 0-117 0 0,29-1 0 0 0,184-4-203 0 0,77-6 232 0 0,-369 5 289 0 0,-95-4 447 0 0,119 12-558 0 0,-2-1-124 0 0,-1 2 1 0 0,1 1 0 0 0,-62 9-1 0 0,76-4-2085 0 0,-36 14 0 0 0,19-6-6131 0 0,22-8-1980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57 1024 0 0,'0'0'8006'0'0,"-5"-3"-6663"0"0,-13-11-130 0 0,17 14-894 0 0,0-1 0 0 0,0 0-1 0 0,0 0 1 0 0,0 0 0 0 0,1 1-1 0 0,-1-1 1 0 0,0 0-1 0 0,1 0 1 0 0,-1 0 0 0 0,0 0-1 0 0,1 0 1 0 0,-1 0-1 0 0,1 0 1 0 0,0 0 0 0 0,-1 0-1 0 0,1-1 1 0 0,0 1 0 0 0,-1 0-1 0 0,1 0 1 0 0,0 0-1 0 0,0-2 1 0 0,0 3 90 0 0,0-3 251 0 0,0 3-619 0 0,0 0 0 0 0,0 0 0 0 0,0 0 0 0 0,0 0 0 0 0,0-1 0 0 0,0 1 0 0 0,0 0 0 0 0,0 0-1 0 0,0 0 1 0 0,0-1 0 0 0,0 1 0 0 0,0 0 0 0 0,0 0 0 0 0,0 0 0 0 0,0-1 0 0 0,0 1 0 0 0,0 0 0 0 0,0 0 0 0 0,0 0-1 0 0,0 0 1 0 0,0-1 0 0 0,0 1 0 0 0,0 0 0 0 0,1 0 0 0 0,-1 0 0 0 0,0-1 0 0 0,5 0 87 0 0,-4 0-122 0 0,1 0-1 0 0,0 1 1 0 0,-1-1-1 0 0,1 1 1 0 0,0 0-1 0 0,0 0 0 0 0,3-1 1 0 0,27-1 299 0 0,-22 1-268 0 0,1 0 0 0 0,-1 1 0 0 0,13 1 0 0 0,-20 0-48 0 0,-1 0-1 0 0,1 0 0 0 0,-1 0 1 0 0,1 0-1 0 0,-1 0 1 0 0,1 1-1 0 0,-1-1 1 0 0,0 1-1 0 0,3 1 0 0 0,18 18-74 0 0,-12-10 52 0 0,0 1 1 0 0,-1 0 0 0 0,15 24 0 0 0,-21-29 3 0 0,0 0 0 0 0,0 1 1 0 0,-1-1-1 0 0,-1 1 0 0 0,1 0 0 0 0,-1 0 0 0 0,0 0 0 0 0,-1 0 1 0 0,1 9-1 0 0,-2-13 12 0 0,0 0 0 0 0,0 0 0 0 0,0 0 0 0 0,0 0 0 0 0,0 0 0 0 0,-1 1 1 0 0,0-1-1 0 0,-2 5 0 0 0,2-7 27 0 0,0 0-1 0 0,0 0 1 0 0,0 0 0 0 0,-1 0 0 0 0,1 0-1 0 0,-1-1 1 0 0,1 1 0 0 0,-1 0 0 0 0,1-1-1 0 0,-1 1 1 0 0,0-1 0 0 0,0 0 0 0 0,0 0-1 0 0,0 1 1 0 0,0-1 0 0 0,-3 1 0 0 0,-2 0 176 0 0,0 0 0 0 0,0 0 1 0 0,-1 0-1 0 0,1-1 0 0 0,0 0 1 0 0,0-1-1 0 0,-1 0 0 0 0,1 0 1 0 0,0 0-1 0 0,-1-1 0 0 0,1 0 1 0 0,0 0-1 0 0,-10-4 0 0 0,7 2 1 0 0,1 0 1 0 0,0-1-1 0 0,0 0 0 0 0,0 0 0 0 0,1-1 0 0 0,-1-1 0 0 0,1 1 0 0 0,0-1 0 0 0,-8-9 0 0 0,11 10-80 0 0,0-1 0 0 0,0 0 0 0 0,1 0 0 0 0,0 0 1 0 0,1 0-1 0 0,-1-1 0 0 0,1 1 0 0 0,0-1 0 0 0,1 0 0 0 0,-1 0 0 0 0,2 0 0 0 0,-1 0 0 0 0,1-1 0 0 0,0 1 0 0 0,0-8 0 0 0,1 13-111 0 0,0-1 1 0 0,0 1-1 0 0,0-1 0 0 0,1 1 1 0 0,-1-1-1 0 0,1 1 1 0 0,0-1-1 0 0,0 1 1 0 0,0 0-1 0 0,0 0 0 0 0,0-1 1 0 0,0 1-1 0 0,0 0 1 0 0,1 0-1 0 0,-1 0 0 0 0,1 0 1 0 0,0 0-1 0 0,-1 1 1 0 0,1-1-1 0 0,0 0 1 0 0,0 1-1 0 0,3-2 0 0 0,-1 0-333 0 0,0 0 0 0 0,0 1 0 0 0,0-1 0 0 0,0 1 0 0 0,6-2 0 0 0,7 0-4486 0 0,-1 6-5119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94 0 0 0,'0'0'14802'0'0,"-7"-12"-13742"0"0,-24-35-81 0 0,22 30 631 0 0,10 12-281 0 0,0 0-645 0 0,0-2 972 0 0,2 6-372 0 0,7 9-57 0 0,-5-4-1314 0 0,51 53 868 0 0,-25-25-623 0 0,101 107 121 0 0,-75-78-194 0 0,24 31 25 0 0,-34-36-67 0 0,-6-7 8 0 0,-17-19 37 0 0,45 43 0 0 0,-25-40 119 0 0,-20-16 46 0 0,-15-11-118 0 0,0-2 0 0 0,0 1 1 0 0,0-1-1 0 0,1 0 0 0 0,0-1 0 0 0,-1 0 0 0 0,12 1 1 0 0,-6-2-96 0 0,-14-2-31 0 0,-6-5-1328 0 0,-9-4-795 0 0,-1 0 0 0 0,-19-9 1 0 0,0 1-2659 0 0,12 4-1013 0 0,2 2-3816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93 6097 0 0,'0'0'20346'0'0,"-1"-15"-19871"0"0,-2-63 1161 0 0,3 94-1869 0 0,0-10 220 0 0,0-1 1 0 0,-1 1 0 0 0,1-1-1 0 0,-1 1 1 0 0,-1-1 0 0 0,1 0-1 0 0,-4 9 1 0 0,-14 44 24 0 0,1-12-8 0 0,8-22 8 0 0,-10 41 0 0 0,5-19 4 0 0,5-14 0 0 0,-11 31-17 0 0,15-42 15 0 0,-2 0 0 0 0,0-1 0 0 0,-13 23 0 0 0,-3 7 20 0 0,13-29 4 0 0,-14 22 0 0 0,15-27-8 0 0,0 1-1 0 0,-10 24 0 0 0,19-37-103 0 0,0-3-75 0 0,1 1-1 0 0,-1-1 1 0 0,1 1 0 0 0,-1-1-1 0 0,1 1 1 0 0,0 0-1 0 0,0-1 1 0 0,-1 3-1 0 0,17-4-8295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22 2104 0 0,'0'0'17329'0'0,"31"2"-17010"0"0,96 5-75 0 0,-117-6-202 0 0,-1 0 0 0 0,12 3 0 0 0,-20-4-35 0 0,0 0-1 0 0,0 0 1 0 0,-1 1 0 0 0,1-1 0 0 0,0 1 0 0 0,0-1-1 0 0,0 0 1 0 0,-1 1 0 0 0,1 0 0 0 0,0-1 0 0 0,0 1-1 0 0,-1-1 1 0 0,2 2 0 0 0,3 3 28 0 0,-3-2-28 0 0,1-1-1 0 0,0 1 1 0 0,-1 0-1 0 0,1 0 1 0 0,-1 1-1 0 0,0-1 1 0 0,0 0-1 0 0,0 1 1 0 0,0-1-1 0 0,-1 1 1 0 0,1 0-1 0 0,-1 0 1 0 0,1 6-1 0 0,-1-8 8 0 0,-1 1-1 0 0,0 0 0 0 0,0-1 1 0 0,0 1-1 0 0,0 0 1 0 0,0-1-1 0 0,0 1 0 0 0,-1 0 1 0 0,1-1-1 0 0,-1 1 0 0 0,0-1 1 0 0,0 1-1 0 0,0-1 1 0 0,0 1-1 0 0,0-1 0 0 0,0 0 1 0 0,-1 1-1 0 0,1-1 1 0 0,-1 0-1 0 0,0 0 0 0 0,-2 2 1 0 0,-1 0 74 0 0,0 0 0 0 0,0 0-1 0 0,0-1 1 0 0,0 0 0 0 0,-1 0 0 0 0,1 0 0 0 0,-1-1 0 0 0,0 0 0 0 0,0 0 0 0 0,0 0-1 0 0,0-1 1 0 0,-7 1 0 0 0,-7 0 322 0 0,-1-1 0 0 0,-25-2 0 0 0,37 0-271 0 0,0 0-1 0 0,0-1 0 0 0,1 0 1 0 0,-1-1-1 0 0,1 1 0 0 0,0-2 0 0 0,-1 1 1 0 0,1-1-1 0 0,1 0 0 0 0,-1-1 1 0 0,1 0-1 0 0,0 0 0 0 0,-11-10 1 0 0,16 13-67 0 0,-1-1 1 0 0,1 0-1 0 0,0 0 1 0 0,1 0-1 0 0,-1 0 1 0 0,0 0-1 0 0,1 0 1 0 0,-1 0-1 0 0,1-1 1 0 0,0 1-1 0 0,0 0 1 0 0,1-1-1 0 0,-1 1 1 0 0,1-1 0 0 0,-1 1-1 0 0,1-1 1 0 0,0 1-1 0 0,0-1 1 0 0,1 1-1 0 0,0-6 1 0 0,0 6-68 0 0,0 0 0 0 0,0 1 0 0 0,0-1 0 0 0,0 1 0 0 0,1-1 0 0 0,-1 1 0 0 0,1-1 0 0 0,-1 1 0 0 0,1 0 0 0 0,0 0 0 0 0,0 0 0 0 0,0 0 0 0 0,0 0 0 0 0,0 0 0 0 0,0 0 0 0 0,1 1 0 0 0,-1-1 0 0 0,5-1 0 0 0,1-1-170 0 0,0 0 1 0 0,0 1-1 0 0,0 1 1 0 0,0-1-1 0 0,9-1 0 0 0,-8 3-418 0 0,-1 0-1 0 0,0 1 0 0 0,0-1 0 0 0,1 2 0 0 0,15 1 1 0 0,-19-1-1024 0 0,1 0 1 0 0,0 1 0 0 0,-1 0 0 0 0,0 0 0 0 0,7 3-1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99 0 0 0,'0'0'7046'0'0,"-5"-7"-6078"0"0,-16-24 68 0 0,19 29-567 0 0,1 0-1 0 0,0 0 1 0 0,0-1 0 0 0,0 1 0 0 0,0 0-1 0 0,0 0 1 0 0,0-1 0 0 0,1 1-1 0 0,-1 0 1 0 0,1-1 0 0 0,0 1 0 0 0,-1-1-1 0 0,1 1 1 0 0,0-1 0 0 0,1 1-1 0 0,-1-3 1 0 0,1-5 1388 0 0,-1 9-1837 0 0,0 1-1 0 0,0 0 1 0 0,0-1 0 0 0,0 1 0 0 0,1 0 0 0 0,-1-1 0 0 0,0 1-1 0 0,0 0 1 0 0,0-1 0 0 0,1 1 0 0 0,-1 0 0 0 0,0 0 0 0 0,0-1-1 0 0,0 1 1 0 0,1 0 0 0 0,-1 0 0 0 0,0-1 0 0 0,1 1 0 0 0,-1 0-1 0 0,0 0 1 0 0,1 0 0 0 0,-1 0 0 0 0,0-1 0 0 0,1 1 0 0 0,-1 0-1 0 0,0 0 1 0 0,1 0 0 0 0,-1 0 0 0 0,0 0 0 0 0,1 0 0 0 0,-1 0-1 0 0,0 0 1 0 0,1 0 0 0 0,-1 0 0 0 0,0 0 0 0 0,1 0 0 0 0,-1 0 0 0 0,0 0-1 0 0,1 0 1 0 0,0 1 0 0 0,13 4-393 0 0,-6 1 305 0 0,-1 1 0 0 0,0 0-1 0 0,0 0 1 0 0,7 11 0 0 0,-10-13 51 0 0,-1 1 0 0 0,0-1 0 0 0,1 1 0 0 0,-2 0 0 0 0,1-1 0 0 0,-1 1-1 0 0,3 11 1 0 0,-4-10-17 0 0,0 0 0 0 0,-1-1 0 0 0,0 12-1 0 0,-1-1-10 0 0,1-14 48 0 0,-1-1 0 0 0,1 1 1 0 0,-1-1-1 0 0,1 1 1 0 0,-1-1-1 0 0,0 1 0 0 0,0-1 1 0 0,0 1-1 0 0,-1-1 1 0 0,1 0-1 0 0,0 0 0 0 0,-1 0 1 0 0,0 0-1 0 0,1 0 1 0 0,-1 0-1 0 0,-3 2 0 0 0,2-1 44 0 0,0 0 0 0 0,-1 0-1 0 0,0 0 1 0 0,0-1 0 0 0,0 0-1 0 0,0 1 1 0 0,0-2-1 0 0,-8 4 1 0 0,2-3 160 0 0,1-1 0 0 0,-2 1 0 0 0,1-2 0 0 0,0 1 0 0 0,0-1 0 0 0,0-1 0 0 0,0 0-1 0 0,-15-3 1 0 0,-8-5 251 0 0,-36-13 0 0 0,63 20-438 0 0,-6-2 139 0 0,1-1 0 0 0,0-1 0 0 0,-1 0-1 0 0,2-1 1 0 0,-1 0 0 0 0,1 0 0 0 0,0-1 0 0 0,-16-16 0 0 0,24 20-65 0 0,0 1-1 0 0,0 0 1 0 0,0 0 0 0 0,0-1 0 0 0,0 1 0 0 0,0-1 0 0 0,1 0-1 0 0,0 1 1 0 0,0-1 0 0 0,0 0 0 0 0,0 0 0 0 0,1 0 0 0 0,-1 0-1 0 0,1 0 1 0 0,0 0 0 0 0,0 0 0 0 0,0 1 0 0 0,2-9 0 0 0,-1 10-80 0 0,0 0 1 0 0,1 0 0 0 0,-1 0 0 0 0,0 1-1 0 0,1-1 1 0 0,-1 0 0 0 0,1 0 0 0 0,0 1-1 0 0,-1-1 1 0 0,1 1 0 0 0,0-1-1 0 0,0 1 1 0 0,0 0 0 0 0,0 0 0 0 0,0 0-1 0 0,0 0 1 0 0,4-1 0 0 0,3-1-28 0 0,1 0 0 0 0,15-3 0 0 0,-4 4-39 0 0,0 0 0 0 0,0 1-1 0 0,30 3 1 0 0,-33 0-178 0 0,0 1 1 0 0,0 0-1 0 0,0 2 1 0 0,0 0-1 0 0,29 13 0 0 0,-46-18 60 0 0,0 1 0 0 0,1-1 0 0 0,-1 1-1 0 0,0-1 1 0 0,0 1 0 0 0,0 0-1 0 0,0 0 1 0 0,0 0 0 0 0,0 0 0 0 0,0 0-1 0 0,0 0 1 0 0,0 0 0 0 0,0 0-1 0 0,0 0 1 0 0,-1 0 0 0 0,1 0 0 0 0,1 3-1 0 0,-2-2-911 0 0,1-1 0 0 0,-1 1 0 0 0,0-1 0 0 0,0 1-1 0 0,0-1 1 0 0,0 1 0 0 0,0-1 0 0 0,0 1 0 0 0,-1 3-1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6385 0 0,'0'0'15670'0'0,"-10"-13"-15686"0"0,-32-34 7 0 0,39 44 9 0 0,1 4 5 0 0,4 9 17 0 0,7 14 58 0 0,3 2 67 0 0,1-2 1 0 0,2 1 0 0 0,0-2 0 0 0,2 0-1 0 0,0-1 1 0 0,2 0 0 0 0,37 33-1 0 0,-23-28 50 0 0,49 31 0 0 0,40 15 36 0 0,-35-22-80 0 0,52 19 35 0 0,-13-8-110 0 0,-119-57-107 0 0,0 0 0 0 0,0 0 0 0 0,10 12 0 0 0,-14-14-23 0 0,-3-3 45 0 0,0 0 1 0 0,0 0-1 0 0,0 0 1 0 0,0 0 0 0 0,0 0-1 0 0,0 0 1 0 0,0 0-1 0 0,0 0 1 0 0,0 0-1 0 0,0 0 1 0 0,0 1-1 0 0,0-1 1 0 0,0 0-1 0 0,0 0 1 0 0,0 0-1 0 0,0 0 1 0 0,0 0-1 0 0,0 0 1 0 0,0 0 0 0 0,0 0-1 0 0,0 0 1 0 0,0 1-1 0 0,0-1 1 0 0,0 0-1 0 0,0 0 1 0 0,0 0-1 0 0,0 0 1 0 0,0 0-1 0 0,0 0 1 0 0,0 0-1 0 0,0 0 1 0 0,0 0 0 0 0,0 0-1 0 0,0 1 1 0 0,0-1-1 0 0,0 0 1 0 0,-1 0-1 0 0,1 0 1 0 0,0 0-1 0 0,0 0 1 0 0,0 0-1 0 0,0 0 1 0 0,0 0-1 0 0,0 0 1 0 0,0 0-1 0 0,0 0 1 0 0,0 0 0 0 0,0 0-1 0 0,-1 0 1 0 0,1 0-1 0 0,0 0 1 0 0,0 0-1 0 0,0 0 1 0 0,0 0-1 0 0,0 0 1 0 0,0 0-1 0 0,0 0 1 0 0,0 0-1 0 0,0 0 1 0 0,-1 0-1 0 0,1 0 1 0 0,0 0 0 0 0,0 0-1 0 0,0 0 1 0 0,0 0-1 0 0,-10 0-327 0 0,8 0 152 0 0,-8 0-1051 0 0,0 0 0 0 0,0-1 0 0 0,-14-3 0 0 0,16 2-1606 0 0,-1-1 1 0 0,-9-4-1 0 0,5 1-6966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89 7882 0 0,'0'0'16513'0'0,"-9"-16"-16424"0"0,-25-47-57 0 0,27 54-35 0 0,7 9 3 0 0,0 0 0 0 0,-1 0 0 0 0,1 0-1 0 0,0 0 1 0 0,0-1 0 0 0,0 1 0 0 0,0 0 0 0 0,0 0 0 0 0,0 0-1 0 0,0 0 1 0 0,0 0 0 0 0,0 0 0 0 0,0 1 0 0 0,-1-1-1 0 0,1 0 1 0 0,0 0 0 0 0,0 0 0 0 0,0 0 0 0 0,0 0 0 0 0,0 0-1 0 0,0 0 1 0 0,0 0 0 0 0,0 0 0 0 0,0 0 0 0 0,0 0 0 0 0,0 0-1 0 0,0 0 1 0 0,-1 0 0 0 0,1 0 0 0 0,0 0 0 0 0,0 0-1 0 0,0 0 1 0 0,0 0 0 0 0,0 1 0 0 0,0-1 0 0 0,0 0 0 0 0,0 0-1 0 0,0 0 1 0 0,0 0 0 0 0,0 0 0 0 0,0 0 0 0 0,0 0-1 0 0,0 0 1 0 0,0 0 0 0 0,0 0 0 0 0,0 1 0 0 0,0-1 0 0 0,0 0-1 0 0,0 0 1 0 0,1 15-18 0 0,-1-14 17 0 0,1 61 26 0 0,-4 89 77 0 0,1-136-91 0 0,-1 0 1 0 0,-1 0 0 0 0,0 0-1 0 0,-1-1 1 0 0,0 0-1 0 0,-11 20 1 0 0,-51 77 132 0 0,57-96-120 0 0,-47 64 141 0 0,45-64-123 0 0,-1 2-621 0 0,-1 0 0 0 0,-30 27 1 0 0,44-43 313 0 0,-1-1 0 0 0,1 0 1 0 0,0 1-1 0 0,-1-1 0 0 0,1 1 0 0 0,0-1 1 0 0,-1 1-1 0 0,1-1 0 0 0,0 1 1 0 0,0-1-1 0 0,-1 1 0 0 0,1-1 0 0 0,0 1 1 0 0,0-1-1 0 0,0 1 0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11034 0 0,'0'0'12238'0'0,"-2"21"-11825"0"0,-7 68-41 0 0,9-83-302 0 0,-1 1-1 0 0,1-1 1 0 0,2 9 0 0 0,-2-13-33 0 0,1 0 1 0 0,-1 0-1 0 0,1 0 1 0 0,0 0-1 0 0,0 0 1 0 0,1 2 0 0 0,2 3 74 0 0,8 16 222 0 0,1-2 1 0 0,19 25 0 0 0,-10-15-207 0 0,-19-27-194 0 0,0 1 1 0 0,-1-1 0 0 0,1 1-1 0 0,-1-1 1 0 0,0 1 0 0 0,-1 0-1 0 0,1 0 1 0 0,-1-1 0 0 0,0 1-1 0 0,0 6 1 0 0,-2 16-9312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1512 0 0,'0'0'13401'0'0,"0"-6"-12203"0"0,2-22-208 0 0,-2 27-924 0 0,0 0 1 0 0,1 0-1 0 0,-1 0 1 0 0,0 0-1 0 0,1 0 0 0 0,-1 0 1 0 0,1 0-1 0 0,0 1 0 0 0,-1-1 1 0 0,1 0-1 0 0,0 0 1 0 0,-1 1-1 0 0,1-1 0 0 0,0 0 1 0 0,0 1-1 0 0,0-1 0 0 0,-1 0 1 0 0,1 1-1 0 0,0 0 1 0 0,1-1-1 0 0,18-5 603 0 0,-8 5-636 0 0,0 0 0 0 0,0 1 0 0 0,0 0-1 0 0,0 1 1 0 0,0 0 0 0 0,0 1 0 0 0,0 0 0 0 0,-1 1-1 0 0,18 6 1 0 0,-3 1-36 0 0,-1 1-1 0 0,29 17 1 0 0,-43-22-8 0 0,-1 1 0 0 0,0 0 0 0 0,-1 1 0 0 0,0 0 0 0 0,0 0 1 0 0,0 1-1 0 0,10 15 0 0 0,-17-21 6 0 0,0 0 1 0 0,0 0-1 0 0,0 1 1 0 0,0-1-1 0 0,-1 1 1 0 0,1-1-1 0 0,-1 1 1 0 0,0-1-1 0 0,0 1 1 0 0,-1 0-1 0 0,1-1 1 0 0,-1 1-1 0 0,0 0 1 0 0,0 0 0 0 0,0 0-1 0 0,0-1 1 0 0,0 1-1 0 0,-1 0 1 0 0,0-1-1 0 0,0 1 1 0 0,0 0-1 0 0,0-1 1 0 0,-1 1-1 0 0,1-1 1 0 0,-1 1-1 0 0,0-1 1 0 0,0 0-1 0 0,0 0 1 0 0,0 0-1 0 0,-1 0 1 0 0,1 0-1 0 0,-4 2 1 0 0,0 0 48 0 0,-1 0 1 0 0,1-1 0 0 0,-1 0-1 0 0,0-1 1 0 0,-1 1-1 0 0,1-1 1 0 0,0-1-1 0 0,-1 1 1 0 0,0-1 0 0 0,-9 1-1 0 0,-8 0 424 0 0,-46-1-1 0 0,71-2-467 0 0,-10 0 165 0 0,0-1 0 0 0,0-1 0 0 0,0 1-1 0 0,0-1 1 0 0,1-1 0 0 0,-1 0 0 0 0,1 0-1 0 0,0-1 1 0 0,-13-7 0 0 0,-2-3 233 0 0,1-2 0 0 0,-22-18 0 0 0,41 31-337 0 0,0 0-1 0 0,1-1 0 0 0,-1 0 1 0 0,1 1-1 0 0,0-2 1 0 0,0 1-1 0 0,0 0 0 0 0,0 0 1 0 0,1-1-1 0 0,-4-9 0 0 0,4 6 22 0 0,0 0 0 0 0,0 0-1 0 0,0 0 1 0 0,1 0-1 0 0,0-17 1 0 0,1 23-97 0 0,1 0-1 0 0,-1-1 1 0 0,1 1-1 0 0,-1 0 1 0 0,1-1-1 0 0,0 1 1 0 0,0 0-1 0 0,0 0 1 0 0,0 0-1 0 0,0 0 1 0 0,0 0 0 0 0,1 0-1 0 0,-1 0 1 0 0,1 0-1 0 0,-1 0 1 0 0,1 0-1 0 0,0 1 1 0 0,0-1-1 0 0,0 1 1 0 0,0-1 0 0 0,3-1-1 0 0,-3 2-199 0 0,0 0-1 0 0,0 0 1 0 0,0 0 0 0 0,0 1-1 0 0,0-1 1 0 0,0 1 0 0 0,1-1-1 0 0,-1 1 1 0 0,0-1-1 0 0,4 1 1 0 0,-5 0-190 0 0,1 0-1 0 0,0 1 1 0 0,0-1 0 0 0,-1 0-1 0 0,1 1 1 0 0,0-1 0 0 0,-1 1 0 0 0,1 0-1 0 0,0-1 1 0 0,-1 1 0 0 0,1 0-1 0 0,-1 0 1 0 0,1 0 0 0 0,1 2-1 0 0,16 13-8818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27 114 1064 0 0,'0'0'11643'0'0,"-4"-17"-11088"0"0,-16-73 534 0 0,17 83 123 0 0,4 12-963 0 0,3 14-78 0 0,12 3 491 0 0,0-1 0 0 0,1 0-1 0 0,33 30 1 0 0,-44-44-572 0 0,75 70 567 0 0,3-2-1 0 0,145 98 1 0 0,67 15-113 0 0,-114-66-345 0 0,-171-113-200 0 0,13 14 0 0 0,-19-18-13 0 0,-54-46-3517 0 0,4 4-1486 0 0,4 2-2119 0 0,29 24 1403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7082 0 0,'0'0'14257'0'0,"-20"-9"-14221"0"0,-5-3-10 0 0,-28-9 0 0 0,52 21-23 0 0,0 0-1 0 0,1-1 1 0 0,-1 1-1 0 0,0 0 1 0 0,0 0-1 0 0,0-1 1 0 0,0 1-1 0 0,0 0 1 0 0,0 0 0 0 0,0 0-1 0 0,0 0 1 0 0,0 0-1 0 0,0 1 1 0 0,0-1-1 0 0,0 0 1 0 0,1 0-1 0 0,-1 0 1 0 0,0 1-1 0 0,0-1 1 0 0,0 1-1 0 0,0-1 1 0 0,0 0-1 0 0,1 1 1 0 0,-1 0-1 0 0,0-1 1 0 0,-1 2 0 0 0,1-1 5 0 0,0 1 0 0 0,1 0 0 0 0,-1-1 1 0 0,0 1-1 0 0,1 0 0 0 0,-1-1 1 0 0,1 1-1 0 0,0 0 0 0 0,-1 3 0 0 0,0 2 31 0 0,-21 95 404 0 0,-1 6-77 0 0,11-61-208 0 0,-5 50 0 0 0,11-64-57 0 0,0-1 0 0 0,-15 40 0 0 0,-11 17 135 0 0,25-72-208 0 0,-1 0 1 0 0,-1-1-1 0 0,-12 17 0 0 0,18-29-256 0 0,-1 0 0 0 0,1 0 0 0 0,-1 0 0 0 0,0 0 0 0 0,0-1 0 0 0,-5 4 0 0 0,-4 0-3582 0 0,1-1-4159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3761 0 0,'0'0'18666'0'0,"14"-10"-18368"0"0,41-32-63 0 0,-51 39-179 0 0,0 1 1 0 0,0-1 0 0 0,0 1 0 0 0,9-4-1 0 0,-12 5-42 0 0,0 1 0 0 0,1 0 0 0 0,-1-1 0 0 0,1 1 0 0 0,-1 0 0 0 0,1 0 0 0 0,-1 0 0 0 0,1 0 0 0 0,1 1 0 0 0,8 0 5 0 0,-9-1-21 0 0,0 0 0 0 0,0 1 0 0 0,0-1 0 0 0,0 1-1 0 0,1-1 1 0 0,-1 1 0 0 0,-1 0 0 0 0,1 0 0 0 0,0 0-1 0 0,0 0 1 0 0,0 0 0 0 0,0 0 0 0 0,-1 1 0 0 0,1-1-1 0 0,-1 1 1 0 0,1-1 0 0 0,2 4 0 0 0,-3-4 0 0 0,2 3-8 0 0,-1 0 1 0 0,0 0-1 0 0,0 0 0 0 0,0 0 1 0 0,0 0-1 0 0,0 0 0 0 0,-1 1 1 0 0,0-1-1 0 0,0 1 0 0 0,0-1 1 0 0,0 7-1 0 0,0 2 8 0 0,-1 0 0 0 0,-2 17 0 0 0,1-24-2 0 0,0 0 0 0 0,0 0 0 0 0,-1-1 0 0 0,0 1 0 0 0,0 0 0 0 0,0-1 1 0 0,-5 8-1 0 0,-5 7 3 0 0,-17 32-53 0 0,25-43 93 0 0,2-7 22 0 0,1 1 1 0 0,0 0-1 0 0,0-1 1 0 0,0 1 0 0 0,0 0-1 0 0,0-1 1 0 0,1 1 0 0 0,-1 0-1 0 0,1 4 297 0 0,129-16 1195 0 0,-43 1-1570 0 0,54 8 8 0 0,-125 1-214 0 0,0 0 1 0 0,0 1-1 0 0,0 1 1 0 0,0 1-1 0 0,19 7 1 0 0,-33-11 74 0 0,0 0 1 0 0,0 1-1 0 0,-1-1 1 0 0,1 1-1 0 0,0-1 1 0 0,0 0-1 0 0,-1 1 0 0 0,1-1 1 0 0,0 1-1 0 0,-1 0 1 0 0,1-1-1 0 0,0 1 1 0 0,-1 0-1 0 0,1-1 0 0 0,-1 1 1 0 0,1 0-1 0 0,-1 0 1 0 0,1 1-1 0 0,1 10-8875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88 116 0 0 0,'0'0'12764'0'0,"-2"-10"-11912"0"0,-9-34 18 0 0,3 21 858 0 0,7 21-1383 0 0,0-1 0 0 0,0 1 0 0 0,1 0 1 0 0,-1-1-1 0 0,0 1 0 0 0,1 0 0 0 0,0-1 0 0 0,0 1 0 0 0,0-3 1 0 0,0 4-315 0 0,0 0 1 0 0,0 1 0 0 0,0-1 0 0 0,0 1 0 0 0,1-1-1 0 0,-1 1 1 0 0,0-1 0 0 0,0 0 0 0 0,1 1 0 0 0,-1-1-1 0 0,0 1 1 0 0,1-1 0 0 0,-1 1 0 0 0,0 0 0 0 0,1-1 0 0 0,-1 1-1 0 0,1-1 1 0 0,-1 1 0 0 0,1 0 0 0 0,-1-1 0 0 0,1 1-1 0 0,-1 0 1 0 0,1-1 0 0 0,-1 1 0 0 0,1 0 0 0 0,-1 0-1 0 0,1 0 1 0 0,0-1 0 0 0,-1 1 0 0 0,1 0 0 0 0,-1 0 0 0 0,1 0-1 0 0,1 0 1 0 0,25 0-95 0 0,-19 1 106 0 0,3 0-47 0 0,0 1 1 0 0,-1 0-1 0 0,1 0 0 0 0,-1 1 1 0 0,1 1-1 0 0,14 6 0 0 0,2 4-22 0 0,29 18-1 0 0,-47-26 21 0 0,0 0 0 0 0,0 1-1 0 0,-1 0 1 0 0,12 12 0 0 0,-17-16-5 0 0,-1 0 0 0 0,1 0 0 0 0,-1 0 0 0 0,1 1 0 0 0,-1-1 0 0 0,0 1 0 0 0,-1 0 0 0 0,1 0 0 0 0,0 0 0 0 0,-1 0 0 0 0,0 0 0 0 0,0 0 0 0 0,0 0 0 0 0,0 7 0 0 0,-1-9 10 0 0,0-1-1 0 0,0 1 0 0 0,-1-1 1 0 0,1 1-1 0 0,0-1 0 0 0,-1 1 1 0 0,1-1-1 0 0,-1 1 0 0 0,1-1 1 0 0,-1 0-1 0 0,0 1 0 0 0,1-1 1 0 0,-1 0-1 0 0,0 1 0 0 0,-2 1 1 0 0,1-1 7 0 0,0 0 0 0 0,-1 0 0 0 0,1-1 0 0 0,0 1 0 0 0,-1-1 1 0 0,1 1-1 0 0,-1-1 0 0 0,-2 1 0 0 0,-4 1 52 0 0,0-1-1 0 0,0 0 1 0 0,0 0 0 0 0,-13 0 0 0 0,2-1 110 0 0,0 0 0 0 0,-1-2 0 0 0,1 0 0 0 0,0-1 0 0 0,0-1 0 0 0,0-1 0 0 0,-37-13 0 0 0,48 14-62 0 0,1 0 0 0 0,-1-1 0 0 0,1-1 0 0 0,0 1 0 0 0,-15-12 0 0 0,22 15-87 0 0,0 0-1 0 0,1 0 0 0 0,-1 1 1 0 0,0-1-1 0 0,0 0 1 0 0,1 0-1 0 0,-1 0 0 0 0,0 0 1 0 0,1-1-1 0 0,-1 1 0 0 0,1 0 1 0 0,-1 0-1 0 0,1 0 1 0 0,0 0-1 0 0,-1 0 0 0 0,1-1 1 0 0,0 1-1 0 0,0 0 1 0 0,0 0-1 0 0,0-2 0 0 0,0 2-138 0 0,0 1-1 0 0,0-1 1 0 0,1 0-1 0 0,-1 1 1 0 0,0-1 0 0 0,1 0-1 0 0,-1 1 1 0 0,0-1-1 0 0,1 0 1 0 0,-1 1-1 0 0,1-1 1 0 0,-1 1-1 0 0,1-1 1 0 0,-1 0-1 0 0,1 1 1 0 0,-1-1-1 0 0,1 1 1 0 0,-1 0-1 0 0,1-1 1 0 0,0 1-1 0 0,-1 0 1 0 0,1-1-1 0 0,0 1 1 0 0,-1 0-1 0 0,1-1 1 0 0,0 1-1 0 0,-1 0 1 0 0,1 0-1 0 0,0 0 1 0 0,0 0-1 0 0,-1 0 1 0 0,1 0 0 0 0,1 0-1 0 0,7 0-2696 0 0,-2 0-2949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 1488 0 0,'0'0'14678'0'0,"-9"-10"-14151"0"0,-23-30-96 0 0,24 30 1712 0 0,10 11-2107 0 0,0-1 1 0 0,0 0-1 0 0,0 1 1 0 0,0 0-1 0 0,0-1 1 0 0,0 1-1 0 0,0 0 1 0 0,0 0-1 0 0,0 0 1 0 0,0 1-1 0 0,2 1 1 0 0,19 17-15 0 0,-19-17 22 0 0,58 62 269 0 0,-19-14-18 0 0,-2-1 196 0 0,60 55 1 0 0,73 50 39 0 0,6 8-54 0 0,-153-137-440 0 0,-15-13 12 0 0,26 20 0 0 0,-24-20 5 0 0,-12-11-27 0 0,0 0-1 0 0,-1 0 0 0 0,1 0 1 0 0,0 0-1 0 0,0-1 0 0 0,0 1 1 0 0,3 1-1 0 0,-4-3-9 0 0,-1 0-1 0 0,0 1 1 0 0,0-1-1 0 0,0 0 1 0 0,0 0-1 0 0,0 0 1 0 0,1 0-1 0 0,-1 0 1 0 0,0 0-1 0 0,0 0 1 0 0,0 0-1 0 0,0 0 1 0 0,1 0 0 0 0,-1 0-1 0 0,0 0 1 0 0,0 0-1 0 0,0 0 1 0 0,0 0-1 0 0,1 0 1 0 0,-1 0-1 0 0,0 0 1 0 0,0 0-1 0 0,0 0 1 0 0,0 0-1 0 0,1 0 1 0 0,-1 0-1 0 0,0 0 1 0 0,0 0-1 0 0,0 0 1 0 0,0 0-1 0 0,0-1 1 0 0,1 1 0 0 0,-1 0-1 0 0,0 0 1 0 0,0 0-1 0 0,0 0 1 0 0,0 0-1 0 0,0 0 1 0 0,0-1-1 0 0,0 1 1 0 0,1 0-1 0 0,-1-10-102 0 0,-5-11-991 0 0,-3 8-519 0 0,0 0-1 0 0,-1 1 1 0 0,-1 0 0 0 0,0 0 0 0 0,-13-11-1 0 0,-14-18-6222 0 0,27 28 2915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60 160 0 0,'0'0'16805'0'0,"4"-8"-15814"0"0,11-25-102 0 0,-14 31-733 0 0,-1 1-1 0 0,1 0 0 0 0,-1-1 1 0 0,1 1-1 0 0,-1-1 1 0 0,0 1-1 0 0,0 0 0 0 0,1-1 1 0 0,-1-1-1 0 0,0 3-118 0 0,0 0 0 0 0,0 0 0 0 0,0-1 0 0 0,0 1 0 0 0,0 0 0 0 0,0 0 0 0 0,0 0 0 0 0,0 0 0 0 0,0 0 0 0 0,0 0 0 0 0,0 0 0 0 0,0 0 0 0 0,0 0 0 0 0,0 0 0 0 0,0-1 0 0 0,0 1 0 0 0,0 0-1 0 0,0 0 1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0-1 0 0,0 0 1 0 0,0 0 0 0 0,0 0 0 0 0,0 0 0 0 0,0 0 0 0 0,0 0 0 0 0,0 0 0 0 0,0 0 0 0 0,0 1 0 0 0,1-1 0 0 0,-1 0-34 0 0,7 7-91 0 0,-6-3 83 0 0,0-1 0 0 0,0 1 1 0 0,0-1-1 0 0,-1 1 1 0 0,1 0-1 0 0,-1-1 0 0 0,0 1 1 0 0,0-1-1 0 0,0 1 0 0 0,-1 5 1 0 0,1 3-5 0 0,-1-7 7 0 0,1 1-1 0 0,-1-1 1 0 0,0 0 0 0 0,0 0 0 0 0,0 0 0 0 0,-4 8 0 0 0,-16 30 78 0 0,8-18-20 0 0,6-11 2 0 0,-13 21 0 0 0,12-23 66 0 0,-9 20 0 0 0,10-19-9 0 0,-9 15 0 0 0,10-19-54 0 0,1 0 0 0 0,0 0 0 0 0,1 0 0 0 0,0 1 0 0 0,0-1 0 0 0,1 1 1 0 0,-3 17-1 0 0,3-3 130 0 0,1-1 0 0 0,0 29 0 0 0,3-5-9 0 0,-2 53 98 0 0,-1-90-271 0 0,-1-1 0 0 0,1 0 0 0 0,-2 1 0 0 0,1-1 0 0 0,-1 0 0 0 0,-6 9 0 0 0,6-9-37 0 0,2-5-284 0 0,-1 0 1 0 0,1 0-1 0 0,0-1 0 0 0,-5 5 1 0 0,1-3-2808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76 776 0 0,'0'0'20874'0'0,"-1"-12"-20466"0"0,0-35-111 0 0,1 46-288 0 0,0 1-1 0 0,0-1 1 0 0,0 1-1 0 0,0-1 1 0 0,0 1-1 0 0,0-1 1 0 0,0 1-1 0 0,0-1 1 0 0,0 1-1 0 0,0-1 1 0 0,0 1-1 0 0,0-1 1 0 0,1 0-1 0 0,-1 1 1 0 0,0-1-1 0 0,0 1 1 0 0,1 0-1 0 0,-1-1 0 0 0,0 1 1 0 0,1-1-1 0 0,-1 1 1 0 0,0-1-1 0 0,1 1 1 0 0,-1 0-1 0 0,1-1 1 0 0,-1 1-1 0 0,0 0 1 0 0,1-1-1 0 0,-1 1 1 0 0,1 0-1 0 0,-1 0 1 0 0,1-1-1 0 0,-1 1 1 0 0,1 0-1 0 0,-1 0 1 0 0,1 0-1 0 0,0 0 0 0 0,-1 0 1 0 0,1 0-1 0 0,-1 0 1 0 0,1 0-1 0 0,-1 0 1 0 0,1 0-1 0 0,-1 0 1 0 0,1 0-1 0 0,0 0 1 0 0,2 0 19 0 0,9-1-9 0 0,1 1 0 0 0,-1 0-1 0 0,0 1 1 0 0,1 0 0 0 0,-1 0-1 0 0,1 2 1 0 0,-1-1 0 0 0,13 6 0 0 0,-3 0-33 0 0,-1 1 0 0 0,0 1 0 0 0,27 16 1 0 0,-43-23-6 0 0,-1 0 0 0 0,1 0 0 0 0,0 1 1 0 0,-1 0-1 0 0,0 0 0 0 0,7 8 1 0 0,-9-10-11 0 0,0 1 1 0 0,-1 0-1 0 0,1 0 1 0 0,-1 0-1 0 0,1 0 1 0 0,-1 0-1 0 0,0 0 1 0 0,0 0-1 0 0,-1 0 1 0 0,1 0 0 0 0,-1 1-1 0 0,1-1 1 0 0,-1 4-1 0 0,-1-6 24 0 0,1 1 0 0 0,0 0 0 0 0,-1-1 0 0 0,0 1 0 0 0,1-1 0 0 0,-1 1 0 0 0,0-1 0 0 0,1 1 0 0 0,-1-1 0 0 0,0 1 0 0 0,0-1 0 0 0,0 0 0 0 0,-1 1 0 0 0,1-1 1 0 0,0 0-1 0 0,0 0 0 0 0,-1 0 0 0 0,1 0 0 0 0,-1 0 0 0 0,1 0 0 0 0,0 0 0 0 0,-4 1 0 0 0,-2 1 17 0 0,-1 0 0 0 0,1 0 0 0 0,-12 2-1 0 0,-24 4-15 0 0,-15 3 35 0 0,58-12-29 0 0,0 0 0 0 0,-1 0 1 0 0,1 1-1 0 0,0-1 0 0 0,-1 0 0 0 0,1 0 0 0 0,0 0 0 0 0,-1 0 0 0 0,1 0 0 0 0,0 0 1 0 0,0 0-1 0 0,-1 1 0 0 0,1-1 0 0 0,0 0 0 0 0,0 0 0 0 0,-1 0 0 0 0,1 1 0 0 0,0-1 1 0 0,0 0-1 0 0,0 0 0 0 0,-1 1 0 0 0,1-1 0 0 0,0 0 0 0 0,0 0 0 0 0,0 1 1 0 0,0-1-1 0 0,0 0 0 0 0,-1 1 0 0 0,1-1 0 0 0,0 0 0 0 0,0 1 0 0 0,0 0 4 0 0,1-1-1 0 0,-1 1 1 0 0,0 0-1 0 0,0-1 1 0 0,1 1-1 0 0,-1 0 1 0 0,0-1-1 0 0,1 1 1 0 0,-1-1-1 0 0,1 1 1 0 0,-1 0-1 0 0,1-1 1 0 0,0 1-1 0 0,20 15 104 0 0,-21-16-108 0 0,17 10 38 0 0,16 11-31 0 0,0 1 0 0 0,34 30-1 0 0,-65-51-19 0 0,0 1 0 0 0,0 0 0 0 0,-1 0 0 0 0,1-1 0 0 0,-1 1 0 0 0,1 0 0 0 0,-1 1 0 0 0,0-1 0 0 0,0 0 0 0 0,0 0 0 0 0,0 0 0 0 0,0 1 0 0 0,-1-1-1 0 0,1 0 1 0 0,-1 1 0 0 0,1-1 0 0 0,-1 1 0 0 0,0 2 0 0 0,0-4 7 0 0,0 0-1 0 0,-1 0 1 0 0,1 1-1 0 0,-1-1 1 0 0,1 0-1 0 0,-1 0 1 0 0,1 0-1 0 0,-1 0 1 0 0,0 0-1 0 0,0 0 1 0 0,1-1-1 0 0,-1 1 1 0 0,0 0-1 0 0,0 0 1 0 0,0 0-1 0 0,0-1 1 0 0,0 1-1 0 0,0 0 1 0 0,0-1-1 0 0,0 1 1 0 0,0-1-1 0 0,-1 1 1 0 0,-4 1 6 0 0,1 0 0 0 0,-1 0 1 0 0,-6 2-1 0 0,-16 0-43 0 0,0 0 0 0 0,-29 0 0 0 0,0-4-2141 0 0,1-2-4141 0 0,38 1 1182 0 0,4-1-3376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01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0 201 1664 0 0,'1'-1'17043'0'0,"6"2"-14592"0"0,12-1-3137 0 0,-12 0 1472 0 0,173-12 1870 0 0,-44 1-2107 0 0,-133 11-544 0 0,343-10 322 0 0,-154 2 25 0 0,-109 3-183 0 0,18 0-6 0 0,95 5-37 0 0,-122 4-55 0 0,-47-2-28 0 0,19 1-51 0 0,53 2 192 0 0,-23-5-172 0 0,303 9 73 0 0,-351-7-83 0 0,71 8 7 0 0,-3-1 2 0 0,-10-2-1 0 0,17 3 14 0 0,-17-2-2 0 0,208 4 393 0 0,-277-12-364 0 0,14-2 195 0 0,37-5-1 0 0,11-2-5 0 0,80-5-128 0 0,4 5-52 0 0,29-1 22 0 0,457 6 144 0 0,-414 5-180 0 0,-199-3 57 0 0,57-10 0 0 0,-3 0-31 0 0,597-11-5 0 0,-609 25-59 0 0,132 1 3 0 0,-165-7 2 0 0,80-18 1 0 0,-22 2 19 0 0,-76 16-14 0 0,220-25 7 0 0,218 19 30 0 0,-326 4-43 0 0,-45 1-17 0 0,133-8 3 0 0,-1 0 10 0 0,353 6-37 0 0,-455 11 25 0 0,3 1 24 0 0,15-2-47 0 0,7 2 49 0 0,-59-3-62 0 0,-20-2 70 0 0,46 7-35 0 0,24-3 112 0 0,-138-5-100 0 0,1 1 0 0 0,0-1 0 0 0,-1 0 1 0 0,1 1-1 0 0,0-1 0 0 0,-1 0 0 0 0,1-1 0 0 0,-1 1 0 0 0,0 0 0 0 0,1-1 0 0 0,3-3 0 0 0,-1 3-594 0 0,-6 6-799 0 0,-8 9-1538 0 0,9-13 2807 0 0,-22 21-4691 0 0,6-7-3026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15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4924 704 0 0,'-14'10'23700'0'0,"18"-33"-21348"0"0,-4 23-2332 0 0,1-2-10 0 0,-1 1 0 0 0,1 0 1 0 0,-1 0-1 0 0,1 0 1 0 0,0-1-1 0 0,-1 1 1 0 0,1 0-1 0 0,0 0 1 0 0,0 0-1 0 0,0 0 1 0 0,0 0-1 0 0,0 1 0 0 0,0-1 1 0 0,1-1-1 0 0,-1 2-16 0 0,-1 0-4 0 0,0-1 16 0 0,0 0 11 0 0,12-9 243 0 0,-8 5-130 0 0,-4 5-127 0 0,0-1-1 0 0,0 1 1 0 0,0 0-1 0 0,1-1 1 0 0,-1 1-1 0 0,0 0 1 0 0,0-1 0 0 0,0 1-1 0 0,1 0 1 0 0,-1 0-1 0 0,0-1 1 0 0,0 1-1 0 0,1 0 1 0 0,-1 0 0 0 0,0-1-1 0 0,1 1 1 0 0,-1 0-1 0 0,1 0 1 0 0,3-3 11 0 0,0 1 0 0 0,0-1 0 0 0,0 0 0 0 0,0 0 1 0 0,0 0-1 0 0,3-5 0 0 0,14-10 0 0 0,2 2 2 0 0,0 0 0 0 0,1 2-1 0 0,38-17 1 0 0,-26 13-3 0 0,-23 11-22 0 0,15-6 1 0 0,72-29 24 0 0,-71 27-10 0 0,-20 10 0 0 0,-1 1 0 0 0,14-5 0 0 0,-9 4-9 0 0,0-1 1 0 0,17-10-1 0 0,51-33 95 0 0,-68 41-72 0 0,0-1-1 0 0,0 0 1 0 0,14-13 0 0 0,-17 13-21 0 0,1 2 0 0 0,-1-1 0 0 0,19-8 1 0 0,-14 8-3 0 0,19-15 1 0 0,-22 15 7 0 0,0 0 1 0 0,16-6-1 0 0,-6 3 7 0 0,0 0-9 0 0,-13 7-14 0 0,0-1 0 0 0,14-8 0 0 0,5-5 89 0 0,46-34-2 0 0,-34 23-53 0 0,45-25 0 0 0,-2 2-31 0 0,18-10 34 0 0,-44 28 0 0 0,12-4-36 0 0,-39 22 20 0 0,45-30 0 0 0,-47 27-4 0 0,61-29 1 0 0,-21 13 4 0 0,2-4 10 0 0,64-39-5 0 0,-47 28 9 0 0,23-18 26 0 0,-61 37-44 0 0,90-62 2 0 0,-76 49 10 0 0,-40 25-19 0 0,1 1 0 0 0,49-27 0 0 0,-25 16 32 0 0,-24 15-22 0 0,57-36-23 0 0,-71 44 18 0 0,74-39 10 0 0,-29 16-15 0 0,-4 2 25 0 0,40-22-23 0 0,-18 8-4 0 0,15-7 41 0 0,-41 21-52 0 0,89-43 47 0 0,22-12 22 0 0,-102 53-74 0 0,18-12 52 0 0,-17 8-35 0 0,-21 14 42 0 0,63-39-79 0 0,9 5 75 0 0,-102 50-44 0 0,121-51 4 0 0,38-18 18 0 0,-24 13-21 0 0,-114 48 16 0 0,326-138-1 0 0,-330 139 4 0 0,102-53 51 0 0,-91 46-62 0 0,71-39 20 0 0,47-21 44 0 0,-97 46-50 0 0,13-7-29 0 0,52-30 42 0 0,-61 34-21 0 0,76-38 22 0 0,16-9-20 0 0,59-35 25 0 0,-63 24 5 0 0,-98 61-31 0 0,2 2 1 0 0,79-33-1 0 0,59-34 14 0 0,-97 46-23 0 0,13-5-12 0 0,19-17-9 0 0,-94 53 31 0 0,11-8-1 0 0,-19 12-6 0 0,37-19 1 0 0,55-33 15 0 0,-68 38-31 0 0,-45 28 12 0 0,261-150 39 0 0,-202 115-36 0 0,-10 5 4 0 0,87-35-20 0 0,-123 60 10 0 0,32-15-29 0 0,45-19 27 0 0,-77 34 17 0 0,18-10 0 0 0,-2 0 4 0 0,97-51-160 0 0,-7 13 118 0 0,-86 38 86 0 0,-15 7-75 0 0,29-10 1 0 0,0 2 8 0 0,28-8-36 0 0,31-3 14 0 0,99-41-31 0 0,-196 66 106 0 0,-8 2-47 0 0,0 1 1 0 0,-1 0 0 0 0,1-1-1 0 0,0 0 1 0 0,0 1 0 0 0,0-1-1 0 0,0 0 1 0 0,-1 0 0 0 0,1 0-1 0 0,0 0 1 0 0,-1-1 0 0 0,1 1-1 0 0,0 0 1 0 0,-1-1-1 0 0,0 1 1 0 0,2-2 0 0 0,-2 2 2 0 0,0-1-1 0 0,0 1 1 0 0,1 1 0 0 0,-1-1-1 0 0,0 0 1 0 0,0 0 0 0 0,1 0 0 0 0,-1 1-1 0 0,2-2 1 0 0,9-4 46 0 0,-3-2-54 0 0,0 0-1 0 0,1 1 1 0 0,11-7 0 0 0,13-10 34 0 0,-22 15-13 0 0,12-10-24 0 0,18-18 50 0 0,-6 8-47 0 0,-29 22 4 0 0,1 1 1 0 0,10-7-1 0 0,-10 8 2 0 0,-1-1 0 0 0,10-8 0 0 0,-14 9-174 0 0,-5 5-258 0 0,1 0 339 0 0,0 0 0 0 0,1 0-1 0 0,-1 1 1 0 0,0-1 0 0 0,0 1 0 0 0,1-1 0 0 0,-1 1 0 0 0,0-1 0 0 0,0 1 0 0 0,1-1 0 0 0,-2 2 0 0 0,-15 22-2382 0 0,-1-1-4561 0 0,6-8-4565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27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48 0 0 0,'0'0'5916'0'0,"-7"-5"-5265"0"0,-29-20 274 0 0,14 16 4254 0 0,19 8-4596 0 0,-14-6 13516 0 0,20 7-15989 0 0,4 0 1891 0 0,0 0 0 0 0,-1 0 0 0 0,1 1 0 0 0,0-1 0 0 0,-1 2 0 0 0,1-1 0 0 0,-1 1 0 0 0,13 5 0 0 0,-9-2-13 0 0,-1 0 0 0 0,11 8 0 0 0,10 7 45 0 0,67 39-6 0 0,-59-39 93 0 0,62 24 0 0 0,0-2 49 0 0,17 6-15 0 0,-27-14-76 0 0,-19-5 4 0 0,-2-5-33 0 0,79 27 67 0 0,-21-1-99 0 0,-74-28 10 0 0,73 34 62 0 0,54 21 29 0 0,43 12-3 0 0,35 27-83 0 0,-148-63-14 0 0,-32-14 12 0 0,296 130 61 0 0,-259-118-72 0 0,19 6 7 0 0,-85-35-25 0 0,208 96 11 0 0,-191-85 11 0 0,280 132 23 0 0,4-9 100 0 0,-326-146-138 0 0,111 48 77 0 0,123 43 35 0 0,60 29 22 0 0,-151-59-84 0 0,-23-15 1 0 0,51 23 30 0 0,25 4 26 0 0,-86-35-60 0 0,67 37-3 0 0,-30-3-14 0 0,87 44 7 0 0,-52-28-19 0 0,-128-61-13 0 0,33 17 9 0 0,126 57 18 0 0,-106-52-27 0 0,-118-53-15 0 0,172 83 9 0 0,-5-5 2 0 0,-144-68-3 0 0,136 61 21 0 0,75 31-57 0 0,-120-58 17 0 0,-33-14 30 0 0,128 50 14 0 0,-66-25-42 0 0,-116-46 22 0 0,-15-3-2 0 0,31 16 0 0 0,-14-5-35 0 0,38 21 49 0 0,-63-36-29 0 0,0 1 0 0 0,-1 1 1 0 0,0 1-1 0 0,18 14 1 0 0,5 4-13 0 0,-4-3 36 0 0,32 21-37 0 0,-43-31 48 0 0,27 12-4 0 0,-45-25-20 0 0,112 56 11 0 0,-107-54-22 0 0,74 37 13 0 0,-9-3-27 0 0,-67-35 25 0 0,-3-1-4 0 0,0 0 0 0 0,-1-1 0 0 0,1 0 0 0 0,11 3 1 0 0,-7-3-807 0 0,-20-6-3586 0 0,-11-4-1927 0 0,14 5 2099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9121 97 0 0 0,'0'0'3972'0'0,"8"-3"-3490"0"0,25-9-56 0 0,-32 12-373 0 0,0 0 0 0 0,-1 0 0 0 0,1 0-1 0 0,0-1 1 0 0,0 1 0 0 0,-1 0 0 0 0,1-1 0 0 0,0 1 0 0 0,-1 0 0 0 0,1-1 0 0 0,-1 1 0 0 0,1-1 0 0 0,0 1 0 0 0,-1-1 0 0 0,1 1 0 0 0,-1-1 0 0 0,1 1 0 0 0,0-2 0 0 0,-1 2-44 0 0,0 0 1 0 0,0 0 0 0 0,0 0 0 0 0,0-1-1 0 0,0 1 1 0 0,1 0 0 0 0,-1 0 0 0 0,0 0-1 0 0,0 0 1 0 0,0 0 0 0 0,0 0 0 0 0,0 0-1 0 0,0 0 1 0 0,1-1 0 0 0,-1 1 0 0 0,0 0 0 0 0,0 0-1 0 0,0 0 1 0 0,0 0 0 0 0,0 0 0 0 0,1 0-1 0 0,-1 0 1 0 0,0 0 0 0 0,0 0 0 0 0,0 0-1 0 0,0 0 1 0 0,1 0 0 0 0,-1 0 0 0 0,0 0-1 0 0,0 0 1 0 0,0 0 0 0 0,0 0 0 0 0,1 1-1 0 0,53-3 8695 0 0,-53 2-8495 0 0,-7 0 15 0 0,-91-2 2063 0 0,-79 2-404 0 0,100 10-1479 0 0,47-6-126 0 0,-42 1 0 0 0,-447-3 2130 0 0,408-9-2139 0 0,32 0-92 0 0,-147 4 458 0 0,-124-11 421 0 0,269 3-831 0 0,-49-5 216 0 0,73 9-330 0 0,-41-3 41 0 0,-187 5-76 0 0,-287 5 73 0 0,346-5-104 0 0,-2 1-26 0 0,169 4-29 0 0,-290 7 3 0 0,319-5-3 0 0,-53 4 18 0 0,-1-1-11 0 0,44-3-14 0 0,-592 7 85 0 0,422-10-52 0 0,-481 8 18 0 0,447 2-5 0 0,83-1-12 0 0,-355-5 119 0 0,298-4-72 0 0,-246 1 151 0 0,329 8-150 0 0,1 0 13 0 0,-113-8 350 0 0,151 5-380 0 0,56-1-28 0 0,-32 1-2 0 0,-193 17 84 0 0,-28 3-41 0 0,242-21-48 0 0,-146 9 64 0 0,85-8-23 0 0,110-5-53 0 0,-12 0 10 0 0,0 0-1 0 0,0 1 1 0 0,0 0-1 0 0,-22 6 1 0 0,23-4-4 0 0,1-1-1 0 0,-1 0 1 0 0,1-1 0 0 0,-22 0 0 0 0,4-1 55 0 0,12 1 20 0 0,-1-1 1 0 0,1-1 0 0 0,-26-4-1 0 0,-5-4 181 0 0,32 8-221 0 0,0 0 0 0 0,-20 1-1 0 0,10 0-1095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7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540 253 0 0 0,'0'0'6576'0'0,"1"-3"-6014"0"0,-1 1-373 0 0,1 0 1 0 0,-1 0-1 0 0,0 0 1 0 0,0 0 0 0 0,0 0-1 0 0,0 0 1 0 0,0 0-1 0 0,0 0 1 0 0,-1 0 0 0 0,0-4-1 0 0,0 2 1112 0 0,1-1 1 0 0,-1 1-1 0 0,1-9 0 0 0,0 7 130 0 0,0 6-1319 0 0,1-1 0 0 0,-1 1 0 0 0,0 0 0 0 0,0-1-1 0 0,1 1 1 0 0,-1-1 0 0 0,0 1 0 0 0,1 0-1 0 0,-1-1 1 0 0,1 1 0 0 0,-1 0 0 0 0,0-1 0 0 0,1 1-1 0 0,-1 0 1 0 0,1 0 0 0 0,-1-1 0 0 0,1 1-1 0 0,-1 0 1 0 0,1 0 0 0 0,-1 0 0 0 0,1 0 0 0 0,0 0-1 0 0,11-3 1150 0 0,-11 3-1118 0 0,-17-2 700 0 0,3 0-277 0 0,-47-11 617 0 0,-141-45 395 0 0,141 41-1488 0 0,21 6-2 0 0,-52-22 1 0 0,76 25-55 0 0,8 5 2 0 0,-1-1 1 0 0,0 1 0 0 0,-8-2 0 0 0,14 4 7 0 0,1 0-1 0 0,-1 0 1 0 0,0 0 0 0 0,1 0 0 0 0,-1 0 0 0 0,1 0-1 0 0,-2-2 1 0 0,-8-4 626 0 0,9 4-436 0 0,6 2 181 0 0,4 0 158 0 0,10 0-586 0 0,-10 1 2 0 0,0-1 0 0 0,0 2 0 0 0,0-1-1 0 0,-1 1 1 0 0,9 2 0 0 0,8 4 4 0 0,-6-3-2 0 0,28 13-1 0 0,11 7-19 0 0,37 16 49 0 0,-17-5-31 0 0,-54-23-20 0 0,67 32-14 0 0,-87-42 54 0 0,0-1 1 0 0,0 1-1 0 0,0-1 0 0 0,0 1 0 0 0,6 4 0 0 0,-9-5-17 0 0,-20 7 108 0 0,20-7-96 0 0,-76 40 391 0 0,69-37-326 0 0,0-1 0 0 0,-12 5 0 0 0,3-2 3 0 0,-5 2 1 0 0,-1-2 1 0 0,0 0 0 0 0,-31 4 0 0 0,3-1-97 0 0,40-7-432 0 0,-41 10-961 0 0,35-5-2514 0 0,1 1-3810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8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31 1104 0 0,'0'0'23291'0'0,"-18"-2"-22621"0"0,-59-4-96 0 0,-9-7 947 0 0,28 4-519 0 0,5 9-583 0 0,30 0-419 0 0,21 0-75 0 0,0 1 0 0 0,0-1 0 0 0,1 1 0 0 0,-1 0 0 0 0,0 0 0 0 0,0 0 0 0 0,0 0 0 0 0,0 0 0 0 0,1 0 1 0 0,-3 2-1 0 0,-9 5-4221 0 0,9-7 2697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9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27 112 8274 0 0,'0'0'18160'0'0,"-4"-7"-18047"0"0,-14-21-68 0 0,14 21-62 0 0,5 14-18 0 0,0 0 26 0 0,1 0 0 0 0,0-1 0 0 0,0 1 0 0 0,1-1 1 0 0,0 0-1 0 0,0 1 0 0 0,5 6 0 0 0,-2-1 12 0 0,1 0 40 0 0,26 58-27 0 0,-29-62-14 0 0,-1 0 1 0 0,-1 1-1 0 0,0 0 1 0 0,0-1-1 0 0,-1 1 1 0 0,1 14-1 0 0,0-1 406 0 0,0-24 126 0 0,1-2-338 0 0,0-7-163 0 0,-1 1-1 0 0,-1-1 1 0 0,1 0 0 0 0,-2 0 0 0 0,0-18 0 0 0,-1 9-26 0 0,1 10-12 0 0,-1 1 0 0 0,0-1 0 0 0,-1 0-1 0 0,0 1 1 0 0,-1-1 0 0 0,0 1 0 0 0,0 0 0 0 0,-7-12 0 0 0,-5-8 65 0 0,-23-30 0 0 0,28 44 9 0 0,7 9 10 0 0,2 5-46 0 0,1 0 0 0 0,-1 1 0 0 0,1-1 1 0 0,-1 0-1 0 0,0 0 0 0 0,1 0 0 0 0,-1 1 0 0 0,0-1 1 0 0,1 0-1 0 0,-1 1 0 0 0,0-1 0 0 0,-1 0 0 0 0,2 1 77 0 0,0 1-94 0 0,0 8-2 0 0,1 0 0 0 0,0 1 0 0 0,0-1 0 0 0,1 0 0 0 0,0 0 1 0 0,1 0-1 0 0,0 0 0 0 0,0-1 0 0 0,8 13 0 0 0,29 50 104 0 0,-26-48-101 0 0,0 0-1 0 0,19 51 0 0 0,-27-59-58 0 0,-4-11-156 0 0,-1 0 0 0 0,1 0 0 0 0,-1 0 0 0 0,0 0 0 0 0,0 1 0 0 0,0 7 0 0 0,-1-12-109 0 0,-1 0 1 0 0,1 1 0 0 0,-1-1 0 0 0,0 0 0 0 0,1 0 0 0 0,-1 0 0 0 0,1 1 0 0 0,-1-1 0 0 0,0 0-1 0 0,1 0 1 0 0,-1 0 0 0 0,0 0 0 0 0,1 0 0 0 0,-1 0 0 0 0,1 0 0 0 0,-1 0 0 0 0,0-1 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49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14 0 0 0,'0'0'5310'0'0,"31"0"-3669"0"0,95 1 203 0 0,-79 1 891 0 0,-39-1 3927 0 0,-11 0-3408 0 0,-12 0-1169 0 0,-19 0-1807 0 0,-20-1 169 0 0,-70 9 0 0 0,-86 15-273 0 0,192-20-84 0 0,18-4-77 0 0,-1 0 0 0 0,1 0 0 0 0,0 0 0 0 0,0 0 0 0 0,0 1 1 0 0,0-1-1 0 0,0 0 0 0 0,0 0 0 0 0,0 0 0 0 0,0 0 0 0 0,0 0 1 0 0,0 0-1 0 0,0 0 0 0 0,0 0 0 0 0,0 1 0 0 0,0-1 0 0 0,0 0 1 0 0,0 0-1 0 0,0 0 0 0 0,0 0 0 0 0,0 0 0 0 0,0 0 0 0 0,0 0 1 0 0,0 0-1 0 0,0 0 0 0 0,1 1 0 0 0,-1-1 0 0 0,0 0 0 0 0,0 0 0 0 0,0 0 1 0 0,0 0-1 0 0,0 0 0 0 0,0 0 0 0 0,0 0 0 0 0,0 0 0 0 0,0 0 1 0 0,0 0-1 0 0,0 0 0 0 0,1 0 0 0 0,-1 0 0 0 0,0 0 0 0 0,0 0 1 0 0,0 1-1 0 0,0-1 0 0 0,0 0 0 0 0,0 0 0 0 0,0 0 0 0 0,0 0 0 0 0,0 0 1 0 0,1 0-1 0 0,-1 0 0 0 0,0 0 0 0 0,49-3 200 0 0,50-7-1 0 0,-13 0-273 0 0,-16 4 18 0 0,119-13-56 0 0,-137 11 108 0 0,-107 4 223 0 0,-85 2 136 0 0,-114 3 148 0 0,241-1-504 0 0,0 0 0 0 0,0 2 0 0 0,0 0 0 0 0,0 0 0 0 0,-15 5 0 0 0,25-5-13 0 0,1-1 0 0 0,-1 1 0 0 0,1-1 0 0 0,-1 1 0 0 0,1 0 0 0 0,-3 3-1 0 0,2-3-1 0 0,1 0 0 0 0,0 0 0 0 0,-1 0 0 0 0,1-1 0 0 0,-5 3-1 0 0,-11 6 1 0 0,14-8 3 0 0,-1 1 0 0 0,0-1 1 0 0,-6 3-1 0 0,-5 2 11 0 0,14-5-7 0 0,0-1 0 0 0,-1 0 0 0 0,1 0 0 0 0,0 0 0 0 0,-1 0 0 0 0,1 0 0 0 0,-1 0 0 0 0,-2 0-1 0 0,7-2 199 0 0,1 0 0 0 0,0 1 0 0 0,-1-1 0 0 0,1-1 0 0 0,-1 1 0 0 0,1 0-1 0 0,3-3 1 0 0,-2 2-243 0 0,0-1 0 0 0,0 1-1 0 0,9-3 1 0 0,23-3-60 0 0,58-5 0 0 0,37 6-6 0 0,-76 4 79 0 0,41 3-251 0 0,-569-7 558 0 0,468 7-257 0 0,6 1 92 0 0,12 1 12 0 0,189 3-147 0 0,9 1 20 0 0,-211-6-9 0 0,-1 0-203 0 0,0 0 122 0 0,-1 0 0 0 0,1 0 0 0 0,0 0 0 0 0,0 0-1 0 0,0 0 1 0 0,-1 1 0 0 0,1-1 0 0 0,0 0 0 0 0,0 1 0 0 0,0-1 0 0 0,0 1 0 0 0,0-1 0 0 0,-1 2 0 0 0,-3 0-276 0 0,-27 12-2303 0 0,3-1-4724 0 0,10-5-4425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5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47 784 0 0,'0'0'20334'0'0,"20"0"-19318"0"0,60-1-241 0 0,-60 0-231 0 0,-60-3 510 0 0,17 1-874 0 0,-31-3 106 0 0,-171-12 615 0 0,149 16 830 0 0,327 9-1462 0 0,-95-2-365 0 0,-155-5 65 0 0,-17-1-133 0 0,-21 1 44 0 0,-3 0 128 0 0,-250-7 48 0 0,284 7-57 0 0,0 1-1 0 0,-1 0 1 0 0,1 0 0 0 0,0 1-1 0 0,-9 3 1 0 0,10-4 7 0 0,-1 0-1 0 0,6-1-5 0 0,0 0 0 0 0,0 0 0 0 0,0-1 0 0 0,0 1 0 0 0,-1 0 1 0 0,1 0-1 0 0,0 0 0 0 0,0 0 0 0 0,0 0 0 0 0,-1 0 0 0 0,1 0 0 0 0,0 0 0 0 0,0 0 0 0 0,0 0 0 0 0,-1 0 1 0 0,1 0-1 0 0,0 0 0 0 0,0 1 0 0 0,0-1 0 0 0,0 0 0 0 0,-1 0 0 0 0,1 0 0 0 0,0 0 0 0 0,0 0 0 0 0,0 0 0 0 0,0 0 1 0 0,-1 0-1 0 0,1 1 0 0 0,0-1 0 0 0,0 0 0 0 0,0 0 0 0 0,0 0 0 0 0,0 0 0 0 0,0 0 0 0 0,0 1 0 0 0,0-1 0 0 0,-1 0 1 0 0,1 0-1 0 0,0 0 0 0 0,0 1 0 0 0,0-1 24 0 0,210-6-184 0 0,-108 0 97 0 0,64-4 181 0 0,-165 9 120 0 0,-4 1-102 0 0,-13-3-74 0 0,-20 0-102 0 0,-141 1-1459 0 0,107 12-4709 0 0,49-7 694 0 0,3 0-6185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0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19 183 0 0 0,'0'0'6655'0'0,"-3"0"-5890"0"0,-12 0 13854 0 0,15 0-14573 0 0,0 0 0 0 0,0 0-1 0 0,0 0 1 0 0,0 0 0 0 0,0 0-1 0 0,0 0 1 0 0,0 0-1 0 0,0 0 1 0 0,0 0 0 0 0,0-1-1 0 0,0 1 1 0 0,0 0 0 0 0,0 0-1 0 0,0 0 1 0 0,0 0-1 0 0,0 0 1 0 0,0 0 0 0 0,0 0-1 0 0,0-1 1 0 0,0 1 0 0 0,0 0-1 0 0,0 0 1 0 0,0 0-1 0 0,0 0 1 0 0,0 0 0 0 0,0 0-1 0 0,0 0 1 0 0,0 0 0 0 0,0-1-1 0 0,0 1 1 0 0,0 0 0 0 0,0 0-1 0 0,0 0 1 0 0,0 0-1 0 0,0 0 1 0 0,0 0 0 0 0,0 0-1 0 0,0 0 1 0 0,1 0 0 0 0,-1 0-1 0 0,0 0 1 0 0,0-1-1 0 0,0 1 1 0 0,0 0 0 0 0,0 0-1 0 0,0 0 1 0 0,5-5 551 0 0,31-10 1652 0 0,-28 11-2107 0 0,4 0-28 0 0,31-4-34 0 0,-21 6-56 0 0,22-2 55 0 0,-29 2-18 0 0,0 1 1 0 0,27 2-1 0 0,-9 0-7 0 0,57 5 110 0 0,126 2 424 0 0,-29-1-512 0 0,4-3-5 0 0,-135-4-10 0 0,-37-1-33 0 0,25-4 0 0 0,-9 0-9 0 0,295-5 27 0 0,-283 10-44 0 0,18 2 26 0 0,-34 0 9 0 0,46-3 1 0 0,-63-1 13 0 0,28-8 0 0 0,-2 0-29 0 0,124-13-2 0 0,-142 21-22 0 0,116-12 19 0 0,-46 6 1 0 0,111-19 2 0 0,115-1 12 0 0,-162 21-22 0 0,199 5 24 0 0,-144-5-22 0 0,156 7 46 0 0,-182 7-48 0 0,6 0 2 0 0,-74-1-30 0 0,-49-2 51 0 0,30 0-44 0 0,17 1 40 0 0,-103-4-28 0 0,20 2 3 0 0,16 1 12 0 0,17-2 18 0 0,-31 0 72 0 0,48-4-1 0 0,83-16-56 0 0,-4 9-48 0 0,-124 8-3 0 0,13 0 18 0 0,-24 1-9 0 0,43-5 1 0 0,-53 4-8 0 0,31 0 1 0 0,-31 1 4 0 0,0 0 1 0 0,17-3 0 0 0,2-1-2 0 0,1 1 0 0 0,46 4 0 0 0,-27 0 23 0 0,40-2-41 0 0,192 6 37 0 0,-15 1-11 0 0,-213-6-17 0 0,286 0 46 0 0,-251 6-63 0 0,-28-1 70 0 0,-17-2-68 0 0,48 1 49 0 0,186 9-24 0 0,-71 0 11 0 0,96-11-108 0 0,-204-2 106 0 0,5-2 6 0 0,-38-3 13 0 0,-29 4-35 0 0,-15 0 3 0 0,93 1-7 0 0,125 10 36 0 0,-41-6-28 0 0,-203-4 33 0 0,-1 0-70 0 0,0 0-1 0 0,0 0 1 0 0,1 0 0 0 0,-1 0 0 0 0,0 1-1 0 0,0-1 1 0 0,0 0 0 0 0,1 0-1 0 0,-1 0 1 0 0,0 0 0 0 0,0 1-1 0 0,0-1 1 0 0,0 0 0 0 0,0 0 0 0 0,1 0-1 0 0,-1 1 1 0 0,0-1 0 0 0,0 0-1 0 0,0 0 1 0 0,0 1 0 0 0,0-1 0 0 0,0 0-1 0 0,0 0 1 0 0,0 0 0 0 0,0 1-1 0 0,0-1 1 0 0,0 0 0 0 0,0 0-1 0 0,0 1 1 0 0,0 34-4215 0 0,0-13-4147 0 0,0-12-3457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1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4815 0 0 0,'0'0'8705'0'0,"-2"0"-7603"0"0,0 1-1185 0 0,1-1 332 0 0,0 0 0 0 0,0 0-1 0 0,0 0 1 0 0,1 0-1 0 0,-1 0 1 0 0,0 0 0 0 0,0 0-1 0 0,0 0 1 0 0,0 0 0 0 0,1 0-1 0 0,-1-1 1 0 0,0 1-1 0 0,0 0 1 0 0,0 0 0 0 0,1-1-1 0 0,-1 1 1 0 0,0-1-1 0 0,0 1 1 0 0,1-1 0 0 0,-1 1-1 0 0,-1-2 1 0 0,-1-8 6597 0 0,4-2-4880 0 0,3-12-1294 0 0,-4 23-437 0 0,4-7 37 0 0,-4 7-231 0 0,1 0 1 0 0,-1 0-1 0 0,1 0 0 0 0,-1 0 1 0 0,0 0-1 0 0,1-1 1 0 0,-1 1-1 0 0,0 0 0 0 0,0-2 1 0 0,1 0 132 0 0,0 0 1 0 0,1 0-1 0 0,-1-1 1 0 0,1 1-1 0 0,2-4 1 0 0,9-4 41 0 0,0 1 1 0 0,1 1-1 0 0,0-1 1 0 0,25-10 0 0 0,0 1-116 0 0,32-16 95 0 0,14-8 26 0 0,-54 29-148 0 0,8-4-8 0 0,44-13 0 0 0,19-8 21 0 0,62-38 63 0 0,-130 60-127 0 0,51-30 61 0 0,57-44-10 0 0,-101 60-79 0 0,-27 19 26 0 0,22-13 1 0 0,-35 25-21 0 0,45-27 19 0 0,60-27 1 0 0,-27 14 55 0 0,-1 2-87 0 0,-50 24 11 0 0,9-6 47 0 0,-22 10-44 0 0,21-7 0 0 0,8-3-12 0 0,26-10 6 0 0,31-11 30 0 0,-79 33-20 0 0,-1-1 0 0 0,0-1 0 0 0,-1-1 0 0 0,29-20 0 0 0,67-55 74 0 0,-108 79-65 0 0,52-44 23 0 0,-48 41-38 0 0,0 1 0 0 0,1 0 1 0 0,0 0-1 0 0,20-9 0 0 0,-30 17 2 0 0,11-8 0 0 0,-12 7-3 0 0,1 0 0 0 0,0 1 0 0 0,0-1 0 0 0,6-2 0 0 0,28-12-9 0 0,-9 3 6 0 0,57-29 15 0 0,-29 14-7 0 0,100-59-13 0 0,-90 49 5 0 0,-45 26 13 0 0,0-2-1 0 0,-2 0 1 0 0,1 0-1 0 0,-2-2 1 0 0,22-22 0 0 0,24-25 36 0 0,-42 43-55 0 0,8-7 2 0 0,52-32-1 0 0,103-58 22 0 0,-87 72-38 0 0,-48 25 17 0 0,208-90 32 0 0,-233 99-18 0 0,25-11-3 0 0,49-18 0 0 0,-66 27 2 0 0,37-22 0 0 0,9-3 9 0 0,257-124 7 0 0,-249 116-12 0 0,-63 33-28 0 0,24-13 21 0 0,49-36 0 0 0,-25 18 29 0 0,-33 22-14 0 0,67-36-58 0 0,-70 40 60 0 0,67-35-58 0 0,162-86 72 0 0,-97 52 24 0 0,324-176-42 0 0,-389 221-23 0 0,-33 14 2 0 0,91-36 6 0 0,2-1 0 0 0,2-15 33 0 0,-89 40-44 0 0,92-46-10 0 0,56-12 36 0 0,-86 44 28 0 0,-35 19-72 0 0,96-49 62 0 0,-148 59-46 0 0,-23 12 15 0 0,-1-1 0 0 0,0-1 0 0 0,34-26 1 0 0,-57 39-1 0 0,66-49-26 0 0,-40 32 46 0 0,46-30-34 0 0,-21 14 14 0 0,-33 23 2 0 0,203-116 7 0 0,-189 107-58 0 0,27-14 49 0 0,7 2 5 0 0,-67 32-8 0 0,-1-1 0 0 0,1 0 0 0 0,0 0 0 0 0,4-4 0 0 0,-5 4 0 0 0,1 0 0 0 0,-1 0 1 0 0,0 1-1 0 0,1-1 1 0 0,-1 0-1 0 0,1 1 1 0 0,3-2-1 0 0,2 0 6 0 0,0-1 0 0 0,12-7 0 0 0,-12 6-16 0 0,1 0 0 0 0,10-3 0 0 0,39-19 5 0 0,-17 8 6 0 0,-3 2 2 0 0,42-16 11 0 0,-72 29-6 0 0,1 0 0 0 0,10-6 0 0 0,6-4-12 0 0,-1-1 7 0 0,-19 12-6 0 0,0-1 1 0 0,0 1 0 0 0,9-4 0 0 0,-8 4 5 0 0,-1 0 0 0 0,1 0 0 0 0,-1 0 0 0 0,5-6 0 0 0,-3 4-16 0 0,23-16 45 0 0,-8 6-14 0 0,-5 3-41 0 0,53-33 24 0 0,-41 25 3 0 0,81-31-30 0 0,-97 46 26 0 0,-11 5 1 0 0,0-1-1 0 0,0 1 0 0 0,0-1 0 0 0,-1 0 1 0 0,1 0-1 0 0,0 1 0 0 0,1-3 0 0 0,16-6 14 0 0,-18 8-77 0 0,1 0 1 0 0,-1 0-1 0 0,1 0 1 0 0,0 0-1 0 0,-1 0 1 0 0,1 0 0 0 0,0 0-1 0 0,-1 1 1 0 0,1-1-1 0 0,0 1 1 0 0,0-1-1 0 0,0 1 1 0 0,0 0-1 0 0,0 0 1 0 0,-1-1 0 0 0,4 2-1 0 0,-5-1-54 0 0,0 0 0 0 0,1 0 0 0 0,-1 0 0 0 0,1 0 0 0 0,-1 1 1 0 0,0-1-1 0 0,1 0 0 0 0,-1 1 0 0 0,1-1 0 0 0,-1 0 0 0 0,0 0 0 0 0,1 1 0 0 0,-1-1 0 0 0,0 1 0 0 0,0-1 0 0 0,1 0 0 0 0,-1 1 0 0 0,0-1 1 0 0,0 1-1 0 0,0-1 0 0 0,1 1 0 0 0,-1-1 0 0 0,0 0 0 0 0,0 1 0 0 0,0-1 0 0 0,0 1 0 0 0,0-1 0 0 0,0 1 0 0 0,1 14-7741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56 0 0 0,'0'0'7744'0'0,"-1"-5"-6766"0"0,-1-1-508 0 0,0-4-113 0 0,1-2 3650 0 0,2 11-3851 0 0,-1 1 0 0 0,0-1-1 0 0,0 1 1 0 0,0-1 0 0 0,1 1 0 0 0,-1-1-1 0 0,0 1 1 0 0,0-1 0 0 0,1 1 0 0 0,-1 0-1 0 0,1-1 1 0 0,-1 1 0 0 0,0-1-1 0 0,1 1 1 0 0,-1 0 0 0 0,1 0 0 0 0,-1-1-1 0 0,0 1 1 0 0,1 0 0 0 0,0-1 0 0 0,15-5 1298 0 0,-7 2-399 0 0,-5 3-870 0 0,-1 0 0 0 0,0 0-1 0 0,0 1 1 0 0,1-1 0 0 0,-1 1-1 0 0,0 0 1 0 0,1 0 0 0 0,6 1 0 0 0,0 0 138 0 0,-9-1-226 0 0,-6 1 3250 0 0,-18 7-3228 0 0,-33 4 91 0 0,0-3 0 0 0,-76 4 0 0 0,126-13-202 0 0,-148 4 505 0 0,119-4-385 0 0,-26 7 1386 0 0,71-9-1037 0 0,0-2-460 0 0,0 1-1 0 0,0 0 0 0 0,1 0 0 0 0,17-1 1 0 0,367-10-35 0 0,-351 14-28 0 0,-36-1 45 0 0,-6 1 0 0 0,1 0 0 0 0,-1 0 0 0 0,1 0 0 0 0,-1 1 0 0 0,1-1 0 0 0,-1 0 0 0 0,1 1 0 0 0,2 1 0 0 0,-4-2-23 0 0,-1 2 16 0 0,0-2 6 0 0,-12 5-12 0 0,10-4 2 0 0,1-1 13 0 0,0 0 1 0 0,0 0-1 0 0,1 0 1 0 0,-1 1 0 0 0,0-1-1 0 0,1 0 1 0 0,-1 1 0 0 0,0-1-1 0 0,1 0 1 0 0,-1 1-1 0 0,0-1 1 0 0,1 1 0 0 0,-1-1-1 0 0,1 1 1 0 0,-1-1 0 0 0,1 1-1 0 0,-1-1 1 0 0,1 1-1 0 0,-1 0 1 0 0,1-1 0 0 0,-1 1-1 0 0,1-1 1 0 0,0 1 0 0 0,0 0-1 0 0,-1 0 1 0 0,1-1-1 0 0,0 1 1 0 0,0 0 0 0 0,0 0-1 0 0,0 0 5 0 0,0-1 0 0 0,1 0-1 0 0,-1 1 1 0 0,0-1 0 0 0,1 0-1 0 0,-1 1 1 0 0,1-1 0 0 0,-1 0 0 0 0,1 0-1 0 0,-1 0 1 0 0,1 1 0 0 0,-1-1-1 0 0,1 0 1 0 0,-1 0 0 0 0,1 0-1 0 0,-1 0 1 0 0,1 0 0 0 0,0 0-1 0 0,16 2 9 0 0,-11-1 7 0 0,30-1 51 0 0,-21 0 101 0 0,-15 0-115 0 0,18 0 63 0 0,-13-1-230 0 0,-3 0 32 0 0,-5 1 42 0 0,2 1 35 0 0,0-1 0 0 0,0 1 0 0 0,0 0 0 0 0,0-1 0 0 0,0 1 0 0 0,1 0 0 0 0,-1 0 0 0 0,0-1 0 0 0,1 1 0 0 0,-1 0 0 0 0,0 0 0 0 0,1 0 0 0 0,-1 0 0 0 0,1 1 0 0 0,-9 17-2 0 0,6-11 5 0 0,-1 1 0 0 0,-6 10 0 0 0,-5 9 20 0 0,11-18-6 0 0,-1-1-1 0 0,-1 0 1 0 0,-7 10-1 0 0,-7 11 92 0 0,18-26-71 0 0,-1-1 1 0 0,1 1-1 0 0,-1-1 0 0 0,0 0 1 0 0,0 0-1 0 0,0 0 0 0 0,0 0 1 0 0,-1 0-1 0 0,1-1 1 0 0,-8 5-1 0 0,-2-1-26 0 0,0 0 0 0 0,-14 4 0 0 0,7-3-838 0 0,5 0-2507 0 0,4 0-5632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5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6 776 0 0,'0'0'21918'0'0,"4"0"-21190"0"0,2 0-675 0 0,1-1 1023 0 0,-17-1-363 0 0,-26 0-539 0 0,-51 1 0 0 0,35 2 58 0 0,51-1-227 0 0,-6 1 20 0 0,7-1-22 0 0,0 0 0 0 0,-1 0 0 0 0,1 0 0 0 0,0 0 0 0 0,0 0 1 0 0,-1 0-1 0 0,1 0 0 0 0,0 0 0 0 0,0 0 0 0 0,-1 0 0 0 0,1 0 0 0 0,0 0 1 0 0,0 1-1 0 0,0-1 0 0 0,-1 0 0 0 0,1 0 0 0 0,0 0 0 0 0,0 0 1 0 0,0 1-1 0 0,-1-1 0 0 0,1 0 0 0 0,0 0 0 0 0,0 0 0 0 0,0 1 0 0 0,0-1 1 0 0,0 0-1 0 0,0 0 0 0 0,-1 0 0 0 0,1 1 0 0 0,0-1 9 0 0,20 5 46 0 0,83-3 61 0 0,-55-3-126 0 0,-35 0 1 0 0,23-3 0 0 0,-21 1 20 0 0,-6 2 45 0 0,-11 0 206 0 0,-15 2 317 0 0,7-1-604 0 0,-8 0 120 0 0,-1-1-3 0 0,-1 2 1 0 0,1 0-1 0 0,-23 5 0 0 0,2 1 18 0 0,25-5-90 0 0,0 1-1 0 0,-15 4 0 0 0,30-6-24 0 0,-1-1 0 0 0,1 0 0 0 0,-1 0 0 0 0,1 0-1 0 0,0 1 1 0 0,-1-1 0 0 0,1 0 0 0 0,-1 0 0 0 0,1 1 0 0 0,0-1-1 0 0,-1 0 1 0 0,1 1 0 0 0,0-1 0 0 0,0 1 0 0 0,-1-1 0 0 0,1 0-1 0 0,0 1 1 0 0,-1 0 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71 6497 0 0,'0'0'19762'0'0,"-4"-9"-19317"0"0,-13-28-83 0 0,13 22 471 0 0,4 15-807 0 0,0-1 1 0 0,0 1-1 0 0,0-1 1 0 0,0 1-1 0 0,0-1 0 0 0,0 1 1 0 0,0 0-1 0 0,0-1 1 0 0,1 1-1 0 0,-1-1 0 0 0,0 1 1 0 0,0 0-1 0 0,0-1 1 0 0,0 1-1 0 0,1 0 1 0 0,-1-1-1 0 0,1 0 0 0 0,-1 1-19 0 0,1 0 0 0 0,-1 0-1 0 0,1-1 1 0 0,-1 1-1 0 0,1 0 1 0 0,-1 0 0 0 0,1 0-1 0 0,-1-1 1 0 0,1 1-1 0 0,0 0 1 0 0,-1 0 0 0 0,1 0-1 0 0,-1 0 1 0 0,1 0-1 0 0,0 0 1 0 0,-1 1-1 0 0,1-1 1 0 0,-1 0 0 0 0,1 0-1 0 0,-1 0 1 0 0,2 1-1 0 0,0 1-6 0 0,-1 0 0 0 0,1 0 0 0 0,-1 0 0 0 0,1 0 0 0 0,-1 0 0 0 0,0 0 0 0 0,0 1 0 0 0,2 2 0 0 0,-2-1-18 0 0,29 60 65 0 0,9 18-44 0 0,-30-64 11 0 0,26 41 0 0 0,-23-40-15 0 0,0 0-1 0 0,-1 1 1 0 0,-1 0-1 0 0,15 42 0 0 0,-23-56-3 0 0,-1 1 0 0 0,0-1 0 0 0,0 1 0 0 0,-1 0 0 0 0,0 9 0 0 0,0-7 15 0 0,0-8-7 0 0,0 1 0 0 0,-1-1 0 0 0,1 1-1 0 0,0-1 1 0 0,-1 1 0 0 0,1 0 0 0 0,-1-1 0 0 0,1 0-1 0 0,-1 1 1 0 0,0-1 0 0 0,1 1 0 0 0,-1-1-1 0 0,0 0 1 0 0,0 1 0 0 0,0-1 0 0 0,0 0-1 0 0,0 0 1 0 0,-1 0 0 0 0,1 0 0 0 0,0 0-1 0 0,0 0 1 0 0,-1 0 0 0 0,1 0 0 0 0,0 0-1 0 0,-1-1 1 0 0,1 1 0 0 0,-1-1 0 0 0,1 1 0 0 0,-1-1-1 0 0,-1 1 1 0 0,-6 1 77 0 0,1-1-1 0 0,-1 0 0 0 0,0 0 1 0 0,-9-1-1 0 0,16 0-60 0 0,-3 0 15 0 0,1-1-1 0 0,-1 0 1 0 0,0 0 0 0 0,0 0 0 0 0,0 0 0 0 0,1-1-1 0 0,-6-2 1 0 0,-30-18 207 0 0,34 18-208 0 0,0 0 0 0 0,0 0 1 0 0,0-1-1 0 0,1 0 0 0 0,0 0 1 0 0,-5-6-1 0 0,8 9-17 0 0,1 0 0 0 0,-1 0 1 0 0,1 0-1 0 0,0-1 0 0 0,0 1 0 0 0,0 0 0 0 0,0 0 1 0 0,0-1-1 0 0,0 1 0 0 0,0-1 0 0 0,1 1 0 0 0,-1-1 1 0 0,1 1-1 0 0,0-1 0 0 0,0 1 0 0 0,0-1 0 0 0,0 1 1 0 0,0-1-1 0 0,0 1 0 0 0,2-4 0 0 0,-2 5-16 0 0,1-1 0 0 0,0 1 1 0 0,-1 0-1 0 0,1-1 0 0 0,0 1 0 0 0,0 0 0 0 0,0 0 1 0 0,0-1-1 0 0,0 1 0 0 0,0 0 0 0 0,0 0 0 0 0,2 0 0 0 0,17-12-18 0 0,-10 7 7 0 0,10-5-49 0 0,0 1-1 0 0,36-12 1 0 0,-37 15-669 0 0,0 0 1 0 0,0-2 0 0 0,27-16-1 0 0,-44 24 402 0 0,-1-1 0 0 0,1 1 1 0 0,-1 0-1 0 0,1-1 0 0 0,-1 1 0 0 0,1-1 0 0 0,-1 0 1 0 0,0 1-1 0 0,0-1 0 0 0,1 0 0 0 0,0-2 0 0 0,0-5-4204 0 0,-1-1-3843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71 7802 0 0,'0'0'16750'0'0,"-4"-2"-16729"0"0,2 0-15 0 0,-7-4 8 0 0,9 6-14 0 0,0 0 0 0 0,0 0 1 0 0,0 0-1 0 0,0 0 0 0 0,0 0 0 0 0,0 0 0 0 0,0 0 1 0 0,0-1-1 0 0,0 1 0 0 0,-1 0 0 0 0,1 0 1 0 0,0 0-1 0 0,0 0 0 0 0,0 0 0 0 0,0 0 0 0 0,0 0 1 0 0,0 0-1 0 0,0 0 0 0 0,0 0 0 0 0,0 0 1 0 0,0 0-1 0 0,0 0 0 0 0,0 0 0 0 0,0 0 0 0 0,0 0 1 0 0,0 0-1 0 0,0 0 0 0 0,0 0 0 0 0,0 0 0 0 0,0 0 1 0 0,0 0-1 0 0,0 0 0 0 0,0 0 0 0 0,0 0 1 0 0,0 0-1 0 0,0 0 0 0 0,-1 1 0 0 0,1-1 0 0 0,0 0 1 0 0,0 0-1 0 0,0 0 0 0 0,0 0 0 0 0,0 0 1 0 0,0 0-1 0 0,0 0 0 0 0,0 0 0 0 0,0 0 0 0 0,0 0 1 0 0,0 0-1 0 0,0 0 0 0 0,0 0 0 0 0,0 0 1 0 0,0 0-1 0 0,0 0 0 0 0,0 0 0 0 0,0 0 0 0 0,0 0 1 0 0,0 0-1 0 0,0 0 0 0 0,0 0 0 0 0,0 0 1 0 0,0 0-1 0 0,0 0 0 0 0,0 0 0 0 0,0 0 0 0 0,0 1 1 0 0,0-1-1 0 0,5 7 29 0 0,-2-3 10 0 0,0-1 0 0 0,0 0-1 0 0,1 0 1 0 0,-1 0 0 0 0,1 0-1 0 0,0 0 1 0 0,0-1 0 0 0,0 0-1 0 0,7 3 1 0 0,-11-4-7 0 0,1-1 1 0 0,-1 0-1 0 0,0 0 1 0 0,0 0-1 0 0,1 0 1 0 0,-1 0-1 0 0,0 0 1 0 0,0 0-1 0 0,1 0 1 0 0,-1 0-1 0 0,0 0 1 0 0,0 0-1 0 0,1 0 1 0 0,-1 0-1 0 0,0 0 0 0 0,0 0 1 0 0,1 0-1 0 0,-1 0 1 0 0,0 0-1 0 0,0 0 1 0 0,1 0-1 0 0,-1 0 1 0 0,0 0-1 0 0,0 0 1 0 0,1-1-1 0 0,-1 1 1 0 0,0 0-1 0 0,0 0 1 0 0,0 0-1 0 0,0 0 1 0 0,1 0-1 0 0,-1-1 0 0 0,0 1 1 0 0,0 0-1 0 0,0 0 1 0 0,1-1-1 0 0,-1-10 319 0 0,-1 7-337 0 0,-1 0 1 0 0,1 0-1 0 0,-4-8 1 0 0,-1 3 10 0 0,0 1 1 0 0,-13-15-1 0 0,5 8 21 0 0,10 8-86 0 0,6 13-348 0 0,14 32-2016 0 0,-13-28 976 0 0,4 11-6598 0 0,-5-10-3507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2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70 624 0 0,'0'0'14239'0'0,"-14"-10"-13075"0"0,-45-30-57 0 0,40 23 7538 0 0,19 17-8515 0 0,8-1 1613 0 0,12 1-2738 0 0,-17 0 1604 0 0,22-1-564 0 0,-17 0-34 0 0,1 1 0 0 0,-1 0 0 0 0,0 0 0 0 0,0 1-1 0 0,0 0 1 0 0,1 1 0 0 0,8 2 0 0 0,61 29 45 0 0,-39-15-24 0 0,-24-12-11 0 0,24 13 1 0 0,-19-8 1 0 0,43 15 1 0 0,-13-5-7 0 0,50 21 67 0 0,-64-27-49 0 0,50 26 12 0 0,4 0 2 0 0,-38-18-20 0 0,13 5-1 0 0,31 16 20 0 0,59 29 3 0 0,-29-13-18 0 0,72 29-10 0 0,-90-42 3 0 0,-8-7-18 0 0,-27-11 1 0 0,16 4 10 0 0,-11-5 0 0 0,15 8-10 0 0,230 99 31 0 0,-104-38-39 0 0,-88-44 44 0 0,126 53 34 0 0,-148-60-42 0 0,63 30 22 0 0,13 18-26 0 0,28 15 33 0 0,-39-22 16 0 0,12 7-51 0 0,161 86 64 0 0,-257-135-71 0 0,41 18 28 0 0,40 17-16 0 0,75 34 42 0 0,26 14 29 0 0,-200-92-77 0 0,361 195 151 0 0,-196-106-113 0 0,-177-95-61 0 0,18 10-6 0 0,105 55 83 0 0,-49-24-73 0 0,-13-12 20 0 0,-44-21 4 0 0,4 1 3 0 0,6 2-30 0 0,-21-13 13 0 0,-9-1-29 0 0,24 13 51 0 0,47 19-44 0 0,-59-29 30 0 0,329 158-10 0 0,-363-170-33 0 0,87 43-39 0 0,-14 1 78 0 0,75 44-26 0 0,-137-79 4 0 0,-8-5 3 0 0,43 33 0 0 0,-46-29 4 0 0,41 22 1 0 0,-53-34-3 0 0,123 91 9 0 0,-123-88-3 0 0,-3-3-8 0 0,0-2 1 0 0,35 17-1 0 0,-30-17-4 0 0,81 37-2 0 0,26 13-21 0 0,-61-28-39 0 0,2 1 18 0 0,4 10 58 0 0,32 18 56 0 0,-103-60-977 0 0,-13-4-858 0 0,2 1 890 0 0,-11 0-5393 0 0,6-2-3075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2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43 188 0 0 0,'0'0'9683'0'0,"-7"0"-8988"0"0,-2 1-335 0 0,-6 0-51 0 0,3-1 9386 0 0,21 0-5161 0 0,-7 0-4531 0 0,-1 0 1 0 0,0 0-1 0 0,0-1 1 0 0,1 1 0 0 0,-1 0-1 0 0,0-1 1 0 0,0 1 0 0 0,0 0-1 0 0,1-1 1 0 0,-1 0-1 0 0,0 1 1 0 0,0-1 0 0 0,0 0-1 0 0,0 1 1 0 0,1-3-1 0 0,2 1 79 0 0,0 0 0 0 0,0-1 0 0 0,0 1 0 0 0,0 1-1 0 0,0-1 1 0 0,1 0 0 0 0,-1 1 0 0 0,6-1 0 0 0,21-1 105 0 0,-1 1 1 0 0,44 2-1 0 0,-23 1-19 0 0,51 3 365 0 0,-77-4-446 0 0,26 0 207 0 0,76-9-1 0 0,-39 1-142 0 0,-62 6-119 0 0,33 2 1 0 0,-19 1-25 0 0,-25 0-1 0 0,1 1 0 0 0,20 4 0 0 0,18 2-9 0 0,150 0 155 0 0,-131-7-126 0 0,-20 0 8 0 0,76-7-1 0 0,70-1 42 0 0,-154 7-66 0 0,52-2 43 0 0,-26-4-8 0 0,-43 3-29 0 0,19-2 37 0 0,71-18 0 0 0,-83 15-10 0 0,23-7 42 0 0,-43 9-61 0 0,0 1 1 0 0,0 1-1 0 0,0 0 1 0 0,16-1 0 0 0,11 1-4 0 0,27 0-8 0 0,-20 8-7 0 0,1 1 6 0 0,48 0-2 0 0,-63-5 20 0 0,38-1 23 0 0,-66 1-46 0 0,0-2 0 0 0,0 1 0 0 0,7-3 1 0 0,12-3 36 0 0,8-2 48 0 0,21-2-115 0 0,-41 7 27 0 0,1 0 0 0 0,0 2 0 0 0,25-2-1 0 0,-15 4 11 0 0,-10-1-15 0 0,-1 1 0 0 0,1 0-1 0 0,-1 2 1 0 0,0-1 0 0 0,16 5 0 0 0,48 11 5 0 0,-53-13 10 0 0,0-1 1 0 0,-1-2-1 0 0,28-1 0 0 0,-24 0-20 0 0,16-7 51 0 0,16 3-99 0 0,0-1 23 0 0,24 2 97 0 0,-72 3-80 0 0,1 0 0 0 0,11 3 0 0 0,-3 0 29 0 0,0-2 0 0 0,1 0 0 0 0,28-2 0 0 0,16-9-23 0 0,5-1-2 0 0,-34 8 11 0 0,56-1-2 0 0,104 2 4 0 0,-193 2-6 0 0,1 1 1 0 0,-1 0-1 0 0,0-1 1 0 0,0 1-1 0 0,0 1 0 0 0,0-1 1 0 0,8 4-1 0 0,-7-3-1 0 0,0 1 0 0 0,0-2 0 0 0,9 3 0 0 0,-9-3 10 0 0,0 0 0 0 0,0 0 1 0 0,0-1-1 0 0,0 0 0 0 0,0 0 1 0 0,0 0-1 0 0,0-1 1 0 0,0 1-1 0 0,0-1 0 0 0,0 0 1 0 0,0-1-1 0 0,5-1 0 0 0,-5 1-8 0 0,0 0 0 0 0,0 1 1 0 0,1 0-1 0 0,-1 0 0 0 0,1 0 0 0 0,-1 1 0 0 0,7 0 0 0 0,5-1 20 0 0,363-7-120 0 0,-254 9 109 0 0,4-2 22 0 0,180 4-16 0 0,-286-2 9 0 0,188 14-64 0 0,-205-15 43 0 0,10 3-5 0 0,-17-3-2 0 0,1 1 0 0 0,-1-1-1 0 0,1 0 1 0 0,-1 1-1 0 0,1-1 1 0 0,-1 0-1 0 0,1 1 1 0 0,-1-1-1 0 0,0 1 1 0 0,1-1 0 0 0,-1 0-1 0 0,0 1 1 0 0,1-1-1 0 0,-1 1 1 0 0,0-1-1 0 0,1 1 1 0 0,-1 0 0 0 0,0-1-1 0 0,0 1 1 0 0,0-1-1 0 0,0 1 1 0 0,1-1-1 0 0,-1 1 1 0 0,0 0-1 0 0,0-1 1 0 0,0 2 0 0 0,0-2 51 0 0,124 0-26 0 0,-61 0-3 0 0,18 5-18 0 0,128 2 35 0 0,-54-2-35 0 0,53 3 35 0 0,7 1-26 0 0,-93-7-74 0 0,86 2 70 0 0,150-4-34 0 0,-325-3 73 0 0,-22 1 15 0 0,-8 1-60 0 0,0 1 1 0 0,-1-1-1 0 0,1 1 1 0 0,0-1-1 0 0,3-2 1 0 0,-5 3 4 0 0,0-1 1 0 0,0 1-1 0 0,0-1 1 0 0,0 1 0 0 0,1 0-1 0 0,-1 0 1 0 0,0-1-1 0 0,0 1 1 0 0,2 0 0 0 0,2 0 2 0 0,-1 0 1 0 0,0-1 0 0 0,9-2 0 0 0,-9 2-3 0 0,0 0 0 0 0,1 0-1 0 0,8 0 1 0 0,137-3-12 0 0,-119 4 17 0 0,221 7-9 0 0,8-3-10 0 0,-160-4-2 0 0,-22 0-1 0 0,87-1 42 0 0,-75-7-7 0 0,-3 0 2 0 0,90-12-9 0 0,-154 16-29 0 0,125-13-124 0 0,-30 3 193 0 0,-95 11-69 0 0,11-1-32 0 0,-33 4 57 0 0,-3-1-177 0 0,1 1 3 0 0,-1 0 1 0 0,0-1-1 0 0,1 1 0 0 0,-1 0 1 0 0,1 0-1 0 0,-1 0 0 0 0,0 0 0 0 0,1 0 1 0 0,-4 0-1 0 0,5 0 130 0 0,-14 2-2011 0 0,0 1 1 0 0,0 0 0 0 0,-17 6-1 0 0,1 0-6415 0 0,12-3-2404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619 254 616 0 0,'0'0'19663'0'0,"5"-1"-17543"0"0,-11-3-1909 0 0,0-1-1 0 0,0 1 0 0 0,0 0 0 0 0,0 0 0 0 0,-1 0 1 0 0,0 1-1 0 0,-7-3 0 0 0,-54-15-98 0 0,67 21-100 0 0,-62-19 216 0 0,0-2 0 0 0,-61-30 0 0 0,66 25 130 0 0,-27-14 359 0 0,51 24-440 0 0,22 10-113 0 0,-23-13 1 0 0,47 26-97 0 0,1 0 1 0 0,23 8-1 0 0,94 29 24 0 0,-85-27-56 0 0,217 77 33 0 0,-249-90-66 0 0,0 1 0 0 0,0 1-1 0 0,-1 0 1 0 0,1 1 0 0 0,20 16-1 0 0,-15 1-59 0 0,-17-23 53 0 0,0 1-1 0 0,-1-1 1 0 0,1 1 0 0 0,0-1-1 0 0,-1 1 1 0 0,1 0 0 0 0,-1-1-1 0 0,1 3 1 0 0,3 10-18 0 0,-3-14 22 0 0,-1 1 0 0 0,0-1 0 0 0,0 1 0 0 0,1-1 0 0 0,-1 1 0 0 0,0-1 0 0 0,0 1 0 0 0,0-1 1 0 0,0 1-1 0 0,1-1 0 0 0,-1 1 0 0 0,0-1 0 0 0,0 1 0 0 0,0-1 0 0 0,0 1 0 0 0,0-1 0 0 0,0 1 0 0 0,0-1 1 0 0,0 1-1 0 0,-1-1 0 0 0,1 1 0 0 0,0-1 0 0 0,0 1 0 0 0,0-1 0 0 0,-1 1 0 0 0,1-1 0 0 0,0 1 0 0 0,0-1 0 0 0,-1 0 1 0 0,1 1-1 0 0,0-1 0 0 0,-1 1 0 0 0,1-1 0 0 0,0 0 0 0 0,-1 1 0 0 0,-2 1 2 0 0,0 0-1 0 0,0 0 0 0 0,1-1 1 0 0,-6 3-1 0 0,1-1 2 0 0,-7 3 3 0 0,0 0 0 0 0,-1-1 0 0 0,-26 5 0 0 0,32-7-3 0 0,-27 4 39 0 0,-39 2-1 0 0,29-4-8 0 0,-135 22 874 0 0,91-7-2745 0 0,3 6-9112 0 0,77-22-698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12 6041 0 0,'0'0'18964'0'0,"-2"-2"-18857"0"0,-8-7-70 0 0,32 47 123 0 0,16 27 84 0 0,39 78-43 0 0,-69-124-191 0 0,0-1 0 0 0,-2 1 0 0 0,0 1 0 0 0,-1-1 0 0 0,-1 1 0 0 0,1 20 0 0 0,-4-30-17 0 0,-1 0 0 0 0,0 1 0 0 0,0-1 0 0 0,-1 0 0 0 0,-3 12 0 0 0,3-18 15 0 0,0-1 0 0 0,0 1 0 0 0,0-1 0 0 0,0 1 1 0 0,-1-1-1 0 0,0 0 0 0 0,0 1 0 0 0,1-1 1 0 0,-2 0-1 0 0,1 0 0 0 0,0 0 0 0 0,-1-1 0 0 0,1 1 1 0 0,-1-1-1 0 0,0 1 0 0 0,0-1 0 0 0,-5 3 1 0 0,4-3 26 0 0,1 0 1 0 0,-1-1 0 0 0,0 0-1 0 0,0 0 1 0 0,0 0 0 0 0,0 0 0 0 0,0 0-1 0 0,0-1 1 0 0,0 0 0 0 0,-1 0 0 0 0,1 0-1 0 0,0 0 1 0 0,0-1 0 0 0,-6-1-1 0 0,3 0 31 0 0,-1 0 0 0 0,1-1-1 0 0,0 0 1 0 0,0 0-1 0 0,0-1 1 0 0,-11-7-1 0 0,4 1 15 0 0,1-1-1 0 0,0-1 0 0 0,0 0 0 0 0,1-1 0 0 0,-11-15 0 0 0,7 6 38 0 0,1-1-1 0 0,-18-39 1 0 0,29 55-91 0 0,1-1 0 0 0,0-1 0 0 0,0 1 1 0 0,1 0-1 0 0,-2-18 0 0 0,3 23-20 0 0,1-1 0 0 0,0 1 0 0 0,0-1 0 0 0,0 1 0 0 0,0 0 0 0 0,1-1 0 0 0,-1 1 0 0 0,1-1 0 0 0,0 1 0 0 0,0 0 0 0 0,0 0 0 0 0,0-1 0 0 0,1 1 0 0 0,0 0 0 0 0,-1 0 0 0 0,1 0 0 0 0,3-4 0 0 0,1 2-58 0 0,0 0 0 0 0,0 0 0 0 0,1 1 0 0 0,-1 0 0 0 0,1 0 0 0 0,0 0 0 0 0,0 1 0 0 0,14-5 0 0 0,-10 4-797 0 0,0-1-1 0 0,14-7 0 0 0,-10-1-2687 0 0,-8 4-3677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103 135 7842 0 0,'0'0'15303'0'0,"-17"-13"-15238"0"0,-49-38-14 0 0,65 50-48 0 0,0 0 0 0 0,0 0 0 0 0,0 0 0 0 0,0 1 0 0 0,0-1 0 0 0,0 0 1 0 0,0 1-1 0 0,-1-1 0 0 0,1 1 0 0 0,0-1 0 0 0,0 1 0 0 0,-3-1 0 0 0,4 1-1 0 0,0 0-1 0 0,0 1 1 0 0,0-1-1 0 0,-1 0 1 0 0,1 0-1 0 0,0 0 1 0 0,0 1-1 0 0,0-1 1 0 0,0 0-1 0 0,0 0 1 0 0,0 0-1 0 0,0 1 1 0 0,0-1-1 0 0,0 0 1 0 0,0 0-1 0 0,0 1 1 0 0,0-1-1 0 0,0 0 1 0 0,0 0-1 0 0,0 0 1 0 0,0 1-1 0 0,0-1 1 0 0,0 0-1 0 0,0 0 1 0 0,0 0 0 0 0,0 1-1 0 0,1-1 1 0 0,-1 3 16 0 0,-1 2 12 0 0,1-2 8 0 0,-1-1 1 0 0,1 1-1 0 0,0 0 1 0 0,0 0 0 0 0,0 0-1 0 0,0-1 1 0 0,0 1-1 0 0,0 0 1 0 0,1 0-1 0 0,-1 0 1 0 0,1-1 0 0 0,0 1-1 0 0,2 5 1 0 0,0-4 46 0 0,1-1 0 0 0,-1 1 1 0 0,1-1-1 0 0,0 0 0 0 0,0 0 1 0 0,0 0-1 0 0,1 0 0 0 0,-1-1 0 0 0,1 1 1 0 0,-1-1-1 0 0,1 0 0 0 0,0-1 1 0 0,0 1-1 0 0,0-1 0 0 0,0 0 0 0 0,0 0 1 0 0,0 0-1 0 0,0-1 0 0 0,0 0 1 0 0,0 0-1 0 0,9-1 0 0 0,-13 0-67 0 0,0 1-1 0 0,0-1 1 0 0,0 0-1 0 0,-1 1 1 0 0,1-1-1 0 0,0 0 1 0 0,0 0-1 0 0,-1 1 1 0 0,1-1-1 0 0,-1 0 1 0 0,1 0-1 0 0,-1 0 1 0 0,1 0-1 0 0,-1 0 1 0 0,1 0-1 0 0,-1 0 1 0 0,0 0-1 0 0,0 0 1 0 0,1 0-1 0 0,-1 0 1 0 0,0 0-1 0 0,0 0 1 0 0,0 0-1 0 0,0 0 1 0 0,0 0-1 0 0,-1-2 1 0 0,1 0-7 0 0,0 0 0 0 0,0-1 0 0 0,-1 1-1 0 0,1 0 1 0 0,-1-1 0 0 0,0 1 0 0 0,-2-6 0 0 0,-3 0-5 0 0,0 1 1 0 0,-1 0-1 0 0,0 0 0 0 0,-11-9 0 0 0,-2-3 13 0 0,16 15-3 0 0,-1 0 0 0 0,1 0 0 0 0,-1 1 1 0 0,0 0-1 0 0,-9-5 0 0 0,14 11-28 0 0,-1 0 0 0 0,1 0-1 0 0,0 0 1 0 0,0 0 0 0 0,0 1 0 0 0,0-1 0 0 0,0 3 0 0 0,1-1 15 0 0,1-1 1 0 0,-1 0-1 0 0,0 0 1 0 0,1 0 0 0 0,0 0-1 0 0,0 0 1 0 0,3 5-1 0 0,4 4-7 0 0,9 15-279 0 0,1 2-2101 0 0,-9-9-4377 0 0,-6-10-4788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6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3065 0 0,'0'0'17962'0'0,"1"-5"-17550"0"0,1-17-34 0 0,-2 21-351 0 0,0 0 0 0 0,0 0 0 0 0,1 0 0 0 0,-1 1 0 0 0,0-1 1 0 0,1 0-1 0 0,-1 0 0 0 0,1 1 0 0 0,-1-1 0 0 0,1 0 0 0 0,-1 1 1 0 0,1-1-1 0 0,0 0 0 0 0,-1 1 0 0 0,1-1 0 0 0,0 1 0 0 0,0-1 1 0 0,-1 1-1 0 0,1-1 0 0 0,0 1 0 0 0,0 0 0 0 0,-1-1 0 0 0,1 1 1 0 0,1-1-1 0 0,6-2 209 0 0,0-1-79 0 0,0 0 1 0 0,1 1 0 0 0,-1 0 0 0 0,12-2 0 0 0,-3 0-22 0 0,28-7 52 0 0,-23 7-161 0 0,23-9-1 0 0,-11 1-1267 0 0,-19 8-8223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0 0 0,'0'0'10464'0'0,"-2"1"-9197"0"0,-10 2 477 0 0,12-3-1671 0 0,0 0-1 0 0,0 0 1 0 0,-1 0 0 0 0,1 0-1 0 0,0 0 1 0 0,0 0 0 0 0,-1 0 0 0 0,1 0-1 0 0,0 0 1 0 0,0 0 0 0 0,0 0 0 0 0,-1 0-1 0 0,1 0 1 0 0,0 0 0 0 0,0 0-1 0 0,-1 1 1 0 0,1-1 0 0 0,0 0 0 0 0,0 0-1 0 0,0 0 1 0 0,0 0 0 0 0,-1 1-1 0 0,1-1 1 0 0,0 0 0 0 0,0 0 0 0 0,0 0-1 0 0,0 0 1 0 0,0 1 0 0 0,0-1 0 0 0,-1 0-1 0 0,1 0 1 0 0,0 1 0 0 0,2 8 438 0 0,-1-6-851 0 0,0-1 1 0 0,0 0-1 0 0,0 1 0 0 0,1-1 1 0 0,-1 0-1 0 0,2 2 0 0 0,11 8-7071 0 0,-11-6 814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1143 9 0 0 0,'0'0'6287'0'0,"9"-2"-4828"0"0,-8 2-1450 0 0,20-3 2432 0 0,32-1 0 0 0,-7 14 9781 0 0,-47-2-11489 0 0,-16 2-524 0 0,0 0-1 0 0,0-2 1 0 0,-1 0-1 0 0,-35 11 1 0 0,3-1 191 0 0,-53 29-42 0 0,20-9-158 0 0,-24 6-32 0 0,21-6-110 0 0,-28 13-64 0 0,-258 110 312 0 0,342-150-272 0 0,0 2 1 0 0,1 1-1 0 0,0 1 0 0 0,-51 37 0 0 0,75-49-24 0 0,1 2-1 0 0,-1-1 1 0 0,-6 8-1 0 0,9-10-88 0 0,1 0 0 0 0,0-1-1 0 0,0 1 1 0 0,0 0 0 0 0,0 0-1 0 0,0 1 1 0 0,0-1 0 0 0,1 0-1 0 0,-1 0 1 0 0,0 0 0 0 0,1 0-1 0 0,0 1 1 0 0,-1 2 0 0 0,1 4-1339 0 0,0-1-3559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563 86 1776 0 0,'0'0'17916'0'0,"-7"-14"-17454"0"0,-26-40-66 0 0,22 38-65 0 0,11 16-324 0 0,0 0-1 0 0,0 0 1 0 0,0 0-1 0 0,0 0 1 0 0,0 0-1 0 0,0 0 0 0 0,0-1 1 0 0,0 1-1 0 0,-1 0 1 0 0,1 0-1 0 0,0 0 1 0 0,0 0-1 0 0,0 0 1 0 0,0 0-1 0 0,0 0 0 0 0,0 0 1 0 0,-1 0-1 0 0,1 0 1 0 0,0 0-1 0 0,0 0 1 0 0,0 0-1 0 0,0 0 1 0 0,0 0-1 0 0,-1 0 0 0 0,1 0 1 0 0,0 0-1 0 0,0 0 1 0 0,0 0-1 0 0,0 0 1 0 0,0 0-1 0 0,0 0 1 0 0,-1 0-1 0 0,1 0 0 0 0,-3 1 173 0 0,-2-1-151 0 0,-1 1 0 0 0,0-1-1 0 0,0 1 1 0 0,0 1 0 0 0,1-1-1 0 0,-7 3 1 0 0,-12 4-20 0 0,4-3 15 0 0,-29 8 96 0 0,-1-3 1 0 0,-58 6-1 0 0,77-14-65 0 0,-68 3 148 0 0,27-5 119 0 0,66-1 603 0 0,9-1-406 0 0,9-3-307 0 0,-9 4-281 0 0,6-2 33 0 0,1 1 0 0 0,-1 0 0 0 0,1 1-1 0 0,-1 0 1 0 0,1 1 0 0 0,14 1-1 0 0,6-1 13 0 0,228 1-290 0 0,-211 4 279 0 0,1 2 0 0 0,61 17-1 0 0,-105-23 33 0 0,2 0-9 0 0,0 0 0 0 0,0 1 0 0 0,0 0 0 0 0,0 0 0 0 0,0 1 1 0 0,-1-1-1 0 0,11 7 0 0 0,-15-7-3 0 0,0 0 0 0 0,-1-1 0 0 0,1 1 0 0 0,0 0 0 0 0,-1 0-1 0 0,1-1 1 0 0,-1 1 0 0 0,0 0 0 0 0,0 0 0 0 0,1 0 0 0 0,-1 0 0 0 0,-1-1 0 0 0,1 1 0 0 0,0 0 0 0 0,-1 2 0 0 0,1 4 1 0 0,0-4 15 0 0,-1 1 0 0 0,1-1 0 0 0,-1 0 0 0 0,0 1 0 0 0,0-1 0 0 0,-1 0 0 0 0,1 0 0 0 0,-1 0 0 0 0,0 0 0 0 0,0 0-1 0 0,-1-1 1 0 0,-2 6 0 0 0,-6 4 3 0 0,-23 23 0 0 0,4-3 21 0 0,5-5-52 0 0,-37 34 0 0 0,49-52-397 0 0,1-1-1 0 0,-25 14 0 0 0,9-7-2110 0 0,9-4-2793 0 0,3-4-5482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48 5801 0 0,'0'0'17633'0'0,"0"-8"-17539"0"0,-2-27-76 0 0,3 30-28 0 0,3 9-13 0 0,2 6-20 0 0,1 5 54 0 0,-1 1 0 0 0,-1-1 0 0 0,0 1 0 0 0,5 31 0 0 0,2 69 106 0 0,-10-76-59 0 0,0-24-33 0 0,-2-1-8 0 0,2 0-1 0 0,0 0 1 0 0,4 15 0 0 0,-1-13-10 0 0,4 15-45 0 0,-5-26-38 0 0,-3-7-759 0 0,-5-9-1119 0 0,-16-22-6511 0 0,-28-34 0 0 0,39 54 4499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0 0 0,'0'0'17426'0'0,"12"-13"-17120"0"0,39-38-99 0 0,-50 50-199 0 0,1-1 1 0 0,-1 1 0 0 0,1 0 0 0 0,-1-1-1 0 0,1 1 1 0 0,-1 0 0 0 0,1 0 0 0 0,0 0 0 0 0,0 1-1 0 0,0-1 1 0 0,-1 0 0 0 0,1 1 0 0 0,0-1 0 0 0,0 1-1 0 0,0-1 1 0 0,0 1 0 0 0,0 0 0 0 0,0 0 0 0 0,0 0-1 0 0,2 0 1 0 0,4 1 15 0 0,29-2-23 0 0,0 3 0 0 0,0 1 1 0 0,65 14-1 0 0,-91-15-32 0 0,1 2 0 0 0,-1-1 0 0 0,0 1 0 0 0,0 1 0 0 0,0 0 0 0 0,-1 1 0 0 0,1 0 0 0 0,-1 0 0 0 0,-1 1 0 0 0,1 1 0 0 0,12 12 0 0 0,-20-17 15 0 0,0-1-1 0 0,0 1 1 0 0,0 0 0 0 0,-1-1 0 0 0,1 1 0 0 0,-1 0 0 0 0,1 0 0 0 0,-1 0-1 0 0,0 0 1 0 0,0 0 0 0 0,-1 0 0 0 0,1 0 0 0 0,-1 0 0 0 0,1 1-1 0 0,-1-1 1 0 0,-1 6 0 0 0,1-7 27 0 0,0 0 1 0 0,0-1-1 0 0,-1 1 0 0 0,1 0 0 0 0,-1-1 0 0 0,0 1 1 0 0,1 0-1 0 0,-1-1 0 0 0,0 1 0 0 0,0-1 1 0 0,0 1-1 0 0,0-1 0 0 0,0 0 0 0 0,0 1 1 0 0,-1-1-1 0 0,1 0 0 0 0,-2 2 0 0 0,-5 3 176 0 0,-17 10-1 0 0,13-9-26 0 0,1 0-20 0 0,-1-1-1 0 0,1 0 1 0 0,-1-1 0 0 0,-1-1 0 0 0,-17 5-1 0 0,-67 9 818 0 0,83-15-740 0 0,5-2-102 0 0,4-1 1251 0 0,12 0-660 0 0,36 1-675 0 0,0 2-1 0 0,74 14 0 0 0,-88-11-86 0 0,-1 2 0 0 0,0 1-1 0 0,0 1 1 0 0,50 26 0 0 0,-73-33 24 0 0,0 0 0 0 0,0 0 1 0 0,0 1-1 0 0,-1 0 0 0 0,1 0 0 0 0,-1 0 1 0 0,0 0-1 0 0,6 9 0 0 0,-9-11 20 0 0,1 0-1 0 0,-1 0 1 0 0,0 1-1 0 0,0-1 0 0 0,0 0 1 0 0,0 0-1 0 0,0 1 1 0 0,-1-1-1 0 0,1 1 1 0 0,-1-1-1 0 0,1 1 1 0 0,-1-1-1 0 0,0 0 0 0 0,0 1 1 0 0,0-1-1 0 0,0 1 1 0 0,-1-1-1 0 0,1 1 1 0 0,-1-1-1 0 0,1 1 1 0 0,-1-1-1 0 0,0 0 1 0 0,-2 4-1 0 0,1-2 14 0 0,0-1-1 0 0,-1 1 1 0 0,1-1-1 0 0,-1 0 1 0 0,0 0-1 0 0,0 0 1 0 0,0-1 0 0 0,0 1-1 0 0,-6 3 1 0 0,-5 2 29 0 0,-17 8 0 0 0,19-11-8 0 0,-7 4 25 0 0,-1 0 0 0 0,1-2 1 0 0,-2 0-1 0 0,-35 7 0 0 0,48-13-39 0 0,-20 3-19 0 0,-44 1 1 0 0,14-7-1967 0 0,50 1 185 0 0,0 0 0 0 0,-14-5-1 0 0,6 0-3441 0 0,5 5-4151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25 102 6825 0 0,'0'0'15989'0'0,"-4"-3"-15938"0"0,-12-8-58 0 0,15 10 6 0 0,1 1 0 0 0,0 0 0 0 0,0 0-1 0 0,0 0 1 0 0,0 0 0 0 0,0 0 0 0 0,0 0 0 0 0,0 0-1 0 0,0 0 1 0 0,0 0 0 0 0,0 0 0 0 0,0 0 0 0 0,-1 0-1 0 0,1 0 1 0 0,0 0 0 0 0,0-1 0 0 0,0 1 0 0 0,0 0-1 0 0,0 0 1 0 0,0 0 0 0 0,0 0 0 0 0,0 0 0 0 0,-1 0-1 0 0,1 0 1 0 0,0 0 0 0 0,0 0 0 0 0,0 0 0 0 0,0 0-1 0 0,0 0 1 0 0,0 0 0 0 0,0 1 0 0 0,0-1 0 0 0,0 0-1 0 0,-1 0 1 0 0,1 0 0 0 0,0 0 0 0 0,0 0 0 0 0,0 0-1 0 0,0 0 1 0 0,0 0 0 0 0,0 0 0 0 0,0 0 0 0 0,0 0-1 0 0,0 0 1 0 0,0 0 0 0 0,0 0 0 0 0,-1 1 0 0 0,1-1-1 0 0,0 0 1 0 0,0 0 0 0 0,0 0 0 0 0,0 0 0 0 0,0 0-1 0 0,0 0 1 0 0,0 0 0 0 0,0 0 0 0 0,0 1 0 0 0,0-1-1 0 0,0 0 1 0 0,0 0 0 0 0,0 0 0 0 0,0 0 0 0 0,0 0-1 0 0,0 0 1 0 0,0 1 0 0 0,1 4 28 0 0,2 0-4 0 0,0 0 1 0 0,0 0-1 0 0,1 0 0 0 0,-1-1 0 0 0,1 0 0 0 0,0 0 0 0 0,5 4 1 0 0,-3-3-5 0 0,0-1 1 0 0,-1 0-1 0 0,2 0 1 0 0,-1-1 0 0 0,0 1-1 0 0,8 1 1 0 0,42 14 78 0 0,-40-14-65 0 0,1 0 1 0 0,0-1 1 0 0,0 0 0 0 0,0-2-1 0 0,0 0 1 0 0,18 0 0 0 0,-34-2-29 0 0,0 0-1 0 0,0-1 1 0 0,0 1 0 0 0,0 0 0 0 0,0 0 0 0 0,0-1 0 0 0,0 1 0 0 0,0-1-1 0 0,0 1 1 0 0,-1-1 0 0 0,1 1 0 0 0,0-1 0 0 0,0 1 0 0 0,-1-1 0 0 0,1 0-1 0 0,0 1 1 0 0,-1-1 0 0 0,1 0 0 0 0,0 0 0 0 0,-1 1 0 0 0,1-1 0 0 0,-1 0-1 0 0,1 0 1 0 0,-1 0 0 0 0,0 0 0 0 0,1 0 0 0 0,-1 0 0 0 0,0 0 0 0 0,0 0 0 0 0,0 0-1 0 0,1 0 1 0 0,-1-1 0 0 0,1-6 6 0 0,-1 0 0 0 0,0 0 0 0 0,0-8 0 0 0,0 5 0 0 0,-1 3-40 0 0,1 0 0 0 0,-1 0 0 0 0,0 0 0 0 0,-1 0 0 0 0,0 0 0 0 0,0 0 0 0 0,-7-14 0 0 0,-13-31-96 0 0,21 52 111 0 0,3 2-385 0 0,4 5 249 0 0,-1-1 0 0 0,1 0 0 0 0,9 7 0 0 0,-1-1 54 0 0,81 55-3699 0 0,-82-57 1806 0 0,-1 1-1550 0 0,0-1-3838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17 6057 0 0,'0'0'15810'0'0,"-8"-4"-15702"0"0,1 1-75 0 0,1 0-1 0 0,-1 1 0 0 0,-7-2 1 0 0,14 3-30 0 0,0 1 0 0 0,-1 0 0 0 0,1 0 0 0 0,0 0 1 0 0,-1 0-1 0 0,1 0 0 0 0,0 1 0 0 0,0-1 0 0 0,-1 0 0 0 0,1 0 1 0 0,0 0-1 0 0,0 0 0 0 0,-1 0 0 0 0,1 0 0 0 0,0 0 0 0 0,0 0 0 0 0,0 1 1 0 0,-1-1-1 0 0,1 0 0 0 0,0 0 0 0 0,0 0 0 0 0,0 0 0 0 0,-1 1 1 0 0,1-1-1 0 0,0 0 0 0 0,0 0 0 0 0,0 0 0 0 0,0 1 0 0 0,0-1 1 0 0,-1 0-1 0 0,1 0 0 0 0,0 1 0 0 0,0-1 0 0 0,0 0 0 0 0,0 0 1 0 0,0 1-1 0 0,0-1 0 0 0,0 0 0 0 0,0 0 0 0 0,0 1 0 0 0,0-1 1 0 0,0 0-1 0 0,0 0 0 0 0,0 1 0 0 0,0-1 0 0 0,0 0 0 0 0,0 0 1 0 0,0 1-1 0 0,1-1 0 0 0,-1 0 0 0 0,0 0 0 0 0,0 1 0 0 0,0-1 0 0 0,8 18 133 0 0,-6-14-97 0 0,32 61 452 0 0,58 85 0 0 0,-56-94-419 0 0,-25-40-40 0 0,2 0 1 0 0,16 16-1 0 0,9 12-240 0 0,-24-28-1411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6377 0 0,'0'0'15096'0'0,"2"11"-14691"0"0,6 41-82 0 0,-7-48-289 0 0,0 1-1 0 0,0-1 1 0 0,1 0 0 0 0,-1 0 0 0 0,1 0-1 0 0,0 0 1 0 0,1 0 0 0 0,2 4 0 0 0,2 4 40 0 0,84 130 191 0 0,-78-122-315 0 0,-1-3-420 0 0,0-1 0 0 0,17 18 1 0 0,-12-16-1753 0 0,-10-9-969 0 0,1-1-3531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7 5377 0 0,'0'0'11852'0'0,"-33"1"-10561"0"0,-104 0-364 0 0,66-1 12 0 0,16 3-733 0 0,1-1-3676 0 0,51-2 2500 0 0,0 0 0 0 0,-1 0-1 0 0,1 0 1 0 0,0 0 0 0 0,0-1-1 0 0,0 1 1 0 0,-1-1-1 0 0,1 0 1 0 0,0 0 0 0 0,0 0-1 0 0,0-1 1 0 0,-3-1 0 0 0,-2-1-3538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104 352 496 0 0,'0'0'19076'0'0,"8"-32"-18337"0"0,21-98-119 0 0,-28 126-572 0 0,0-1-1 0 0,-1 1 1 0 0,1 0-1 0 0,-1-1 1 0 0,0 1-1 0 0,-1 0 1 0 0,0-7 0 0 0,1 10-25 0 0,-1 0 1 0 0,1 0 0 0 0,0 0-1 0 0,-1 0 1 0 0,1 0 0 0 0,-1 1 0 0 0,0-1-1 0 0,1 0 1 0 0,-1 0 0 0 0,0 0-1 0 0,1 1 1 0 0,-1-1 0 0 0,0 0 0 0 0,-1-1-1 0 0,-4-3 155 0 0,0-2-29 0 0,3 2-13 0 0,-1 0 0 0 0,-1 0 0 0 0,1 1 1 0 0,-7-6-1 0 0,9 9-118 0 0,1 0 0 0 0,-1 0 0 0 0,0-1 0 0 0,0 1 0 0 0,0 1 0 0 0,-1-1 0 0 0,1 0 0 0 0,0 1 0 0 0,0-1 0 0 0,0 1 0 0 0,0-1 0 0 0,-1 1 0 0 0,1 0 0 0 0,0 0 0 0 0,0 0 0 0 0,-3 0 0 0 0,3 1-22 0 0,1 0 1 0 0,-1-1-1 0 0,1 1 0 0 0,-1 0 1 0 0,1 0-1 0 0,-1 0 0 0 0,1 0 1 0 0,0 0-1 0 0,0 0 0 0 0,-1 0 1 0 0,1 0-1 0 0,0 1 0 0 0,0-1 1 0 0,0 0-1 0 0,0 1 0 0 0,1-1 1 0 0,-2 2-1 0 0,-12 27 7 0 0,10-20-1 0 0,1-1 0 0 0,0 1-1 0 0,1-1 1 0 0,-2 15 0 0 0,3-19 1 0 0,1 0 0 0 0,0-1 0 0 0,0 1 0 0 0,0 0 1 0 0,0 0-1 0 0,1 0 0 0 0,0 0 0 0 0,0-1 0 0 0,0 1 1 0 0,1 0-1 0 0,2 4 0 0 0,0-1 11 0 0,1 0-1 0 0,0 0 1 0 0,0 0 0 0 0,1-1-1 0 0,0 0 1 0 0,0 0 0 0 0,0 0-1 0 0,1-1 1 0 0,0 0 0 0 0,1 0-1 0 0,14 8 1 0 0,57 22 123 0 0,-66-32-132 0 0,0 0 0 0 0,0-1 0 0 0,1 0 0 0 0,19 1-1 0 0,-14-2 4 0 0,0-2 0 0 0,1 0-1 0 0,32-5 1 0 0,-42 3 14 0 0,0-1 0 0 0,0 0-1 0 0,0 0 1 0 0,0-1 0 0 0,0 0 0 0 0,-1 0-1 0 0,1-1 1 0 0,12-10 0 0 0,-15 10 57 0 0,-1 1 0 0 0,0-1 0 0 0,-1-1-1 0 0,1 1 1 0 0,-1-1 0 0 0,0 0 0 0 0,5-7 0 0 0,-2 0 65 0 0,-5 10-53 0 0,-1 0 1 0 0,0-1 0 0 0,0 1-1 0 0,0-1 1 0 0,0 1-1 0 0,0-1 1 0 0,-1 0-1 0 0,1 0 1 0 0,-1 0 0 0 0,0 1-1 0 0,0-8 1 0 0,1-18 172 0 0,-1 22-191 0 0,0 0-1 0 0,-1 0 1 0 0,0 1 0 0 0,0-1-1 0 0,0 0 1 0 0,-1 0 0 0 0,0 0-1 0 0,0 0 1 0 0,-4-8 0 0 0,-1 3-329 0 0,0 0 0 0 0,-1 0 1 0 0,0 1-1 0 0,-1 0 1 0 0,-13-15-1 0 0,7 10-1338 0 0,-8-9-1562 0 0,10 16-1416 0 0,-2 4-3572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220 197 5313 0 0,'0'0'15667'0'0,"-27"-30"-14706"0"0,-84-91-238 0 0,82 92-433 0 0,18 21-42 0 0,11 8-246 0 0,-19-7 486 0 0,18 6-478 0 0,1 1 0 0 0,-1 0 1 0 0,1 0-1 0 0,-1 0 0 0 0,1 0 0 0 0,-1 0 0 0 0,0 0 1 0 0,1 0-1 0 0,-1 0 0 0 0,1 0 0 0 0,-1 0 0 0 0,1 0 1 0 0,-1 1-1 0 0,1-1 0 0 0,-1 0 0 0 0,1 0 0 0 0,-1 0 0 0 0,1 1 1 0 0,-1-1-1 0 0,1 0 0 0 0,-1 1 0 0 0,1-1 0 0 0,-1 0 1 0 0,1 1-1 0 0,0-1 0 0 0,-1 1 0 0 0,1-1 0 0 0,-1 1 1 0 0,1-1-1 0 0,0 0 0 0 0,0 1 0 0 0,-1-1 0 0 0,1 2 0 0 0,-2 6 28 0 0,0 1 0 0 0,1-1 0 0 0,0 1 0 0 0,0 0 0 0 0,1-1-1 0 0,1 15 1 0 0,0 1 22 0 0,0 1-4 0 0,1 0 0 0 0,8 42 1 0 0,21 47 26 0 0,58 115-117 0 0,18-8-1126 0 0,-106-218 1133 0 0,47 82-1602 0 0,-11-21-3515 0 0,-34-53 1908 0 0,0-1-4872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0 7210 0 0,'0'0'12758'0'0,"-29"1"-12800"0"0,-90 3-97 0 0,114-4 82 0 0,0 0-1 0 0,0 0 1 0 0,0 1 0 0 0,-9 2 0 0 0,14-3 43 0 0,-8 5-1396 0 0,-2 0-4264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4:00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216 725 2320 0 0,'0'0'16976'0'0,"-2"-32"-16192"0"0,-4-104-118 0 0,5 122-476 0 0,0-1 0 0 0,0 1 0 0 0,-4-14 0 0 0,1 10 79 0 0,-3-50 437 0 0,0 29-407 0 0,-18-60 1 0 0,1 24-171 0 0,-14-39 28 0 0,33 105-110 0 0,1 1-1 0 0,-1-1 1 0 0,0 1 0 0 0,-12-13-1 0 0,12 14 0 0 0,4 7-41 0 0,1-1 0 0 0,-1 0-1 0 0,1 0 1 0 0,-1 1 0 0 0,0-1 0 0 0,1 0-1 0 0,-1 1 1 0 0,0-1 0 0 0,0 1 0 0 0,1-1-1 0 0,-1 1 1 0 0,0-1 0 0 0,0 1 0 0 0,0 0-1 0 0,1-1 1 0 0,-1 1 0 0 0,0 0 0 0 0,0-1-1 0 0,0 1 1 0 0,0 0 0 0 0,0 0 0 0 0,0 0-1 0 0,0 0 1 0 0,0 0 0 0 0,0 0 0 0 0,1 0-1 0 0,-1 0 1 0 0,0 0 0 0 0,0 1 0 0 0,0-1-1 0 0,-1 1 1 0 0,1-1-6 0 0,0 1 0 0 0,-1 0 1 0 0,1 0-1 0 0,0 0 0 0 0,0 0 0 0 0,0 0 0 0 0,0 0 0 0 0,0 0 0 0 0,0 0 0 0 0,0 0 0 0 0,0 1 0 0 0,1-1 1 0 0,-1 0-1 0 0,0 1 0 0 0,1-1 0 0 0,-1 0 0 0 0,0 3 0 0 0,-3 18 37 0 0,1 1-1 0 0,1 0 0 0 0,2 37 1 0 0,0-42-26 0 0,1 3-5 0 0,0 0 0 0 0,2-1-1 0 0,1 1 1 0 0,11 37 0 0 0,0-15 3 0 0,23 47 0 0 0,-31-77-18 0 0,0 1 0 0 0,0-1 0 0 0,2-1 0 0 0,-1 0 0 0 0,2 0 0 0 0,-1 0 0 0 0,2-1 0 0 0,-1-1 0 0 0,17 13 0 0 0,-17-17-14 0 0,-1 1 0 0 0,1-2 0 0 0,0 1-1 0 0,1-1 1 0 0,-1-1 0 0 0,1 0 0 0 0,0 0 0 0 0,0-1-1 0 0,0 0 1 0 0,1-1 0 0 0,-1-1 0 0 0,21 1-1 0 0,-27-2 12 0 0,1 0 0 0 0,-1 0 0 0 0,0-1 0 0 0,1 0 0 0 0,-1 0 0 0 0,11-3 0 0 0,-13 2 7 0 0,0 0 1 0 0,1 0 0 0 0,-1 0-1 0 0,0 0 1 0 0,0 0 0 0 0,0-1-1 0 0,0 1 1 0 0,0-1-1 0 0,-1 0 1 0 0,5-6 0 0 0,-3 4-4 0 0,-1-1 0 0 0,0 0-1 0 0,0 0 1 0 0,0 0 0 0 0,-1 0 0 0 0,0 0 0 0 0,0-1 0 0 0,-1 1 0 0 0,1 0 0 0 0,-1-1 0 0 0,0-9 0 0 0,-1 6 41 0 0,0 1 0 0 0,-1 0 1 0 0,0-1-1 0 0,-1 1 0 0 0,0 0 0 0 0,0 0 1 0 0,-5-12-1 0 0,7 20-18 0 0,0 1-1 0 0,0-1 0 0 0,0 0 1 0 0,-1 1-1 0 0,1-1 1 0 0,0 1-1 0 0,-1-1 1 0 0,1 0-1 0 0,-1 1 1 0 0,1-1-1 0 0,0 1 1 0 0,-1-1-1 0 0,1 1 1 0 0,-1-1-1 0 0,1 1 1 0 0,-1 0-1 0 0,1-1 0 0 0,-1 1 1 0 0,0 0-1 0 0,1-1 1 0 0,-1 1-1 0 0,0 0 1 0 0,1 0-1 0 0,-1-1 1 0 0,1 1-1 0 0,-1 0 1 0 0,0 0-1 0 0,0 0 1 0 0,0 0-1 0 0,1 7-73 0 0,0 1 73 0 0,1 0 0 0 0,0-1 0 0 0,0 0 0 0 0,1 1 0 0 0,0-1 0 0 0,0 0 0 0 0,1 0 0 0 0,0 0 0 0 0,0 0 0 0 0,1 0 0 0 0,0-1 0 0 0,0 1 0 0 0,8 8 0 0 0,-3-4 12 0 0,1 0 0 0 0,1-1-1 0 0,0 0 1 0 0,0-1 0 0 0,1 0 0 0 0,15 8 0 0 0,-18-11-7 0 0,1-1 0 0 0,0 0 0 0 0,0-1 0 0 0,1 0 0 0 0,-1 0-1 0 0,12 1 1 0 0,-17-4-3 0 0,-1 0-1 0 0,1-1 0 0 0,0 1 0 0 0,0-1 1 0 0,0 0-1 0 0,0-1 0 0 0,0 1 1 0 0,0-1-1 0 0,-1 0 0 0 0,1-1 1 0 0,0 1-1 0 0,-1-1 0 0 0,1 1 0 0 0,-1-1 1 0 0,1-1-1 0 0,4-2 0 0 0,-7 3-15 0 0,-1 1 0 0 0,1-1-1 0 0,0 1 1 0 0,-1-1-1 0 0,1 0 1 0 0,-1 0 0 0 0,1 0-1 0 0,-1 0 1 0 0,0 0 0 0 0,0 0-1 0 0,0 0 1 0 0,0-1 0 0 0,0 1-1 0 0,0 0 1 0 0,-1-1-1 0 0,1-3 1 0 0,0-4-16 0 0,0-1 0 0 0,-1-15 0 0 0,0 12 13 0 0,0 14-56 0 0,0 4-298 0 0,0 18 173 0 0,-1 8 94 0 0,2 1 1 0 0,9 59 0 0 0,-5-63 29 0 0,-1-9-40 0 0,9 31 0 0 0,-9-37 47 0 0,14 35-508 0 0,21 96 1 0 0,-35-120 366 0 0,-1-11 24 0 0,-1 0 1 0 0,-1 0 0 0 0,1 16 0 0 0,-2-8-84 0 0,0-14 158 0 0,0-1-1 0 0,0 0 0 0 0,0 1 0 0 0,-1-1 0 0 0,0 1 0 0 0,0-1 0 0 0,0 0 0 0 0,-1 0 0 0 0,0 1 0 0 0,0-1 0 0 0,-4 8 0 0 0,4-10-140 0 0,-1 1-1 0 0,0 0 1 0 0,0-1-1 0 0,0 0 0 0 0,0 0 1 0 0,-1 0-1 0 0,1 0 1 0 0,-6 4-1 0 0,7-6 178 0 0,1 0 1 0 0,0-1-1 0 0,-1 1 0 0 0,1 0 0 0 0,-1-1 0 0 0,1 1 1 0 0,-1-1-1 0 0,1 1 0 0 0,-1-1 0 0 0,1 0 1 0 0,-1 1-1 0 0,1-1 0 0 0,-1 0 0 0 0,1 0 1 0 0,-1 0-1 0 0,0 0 0 0 0,1-1 0 0 0,-1 1 1 0 0,1 0-1 0 0,-1-1 0 0 0,1 1 0 0 0,-1-1 1 0 0,1 1-1 0 0,-1-1 0 0 0,1 0 0 0 0,-1 1 1 0 0,-1-3-1 0 0,-2-1 123 0 0,1 0 0 0 0,1-1 1 0 0,-1 1-1 0 0,1-1 0 0 0,0 1 0 0 0,0-1 1 0 0,0 0-1 0 0,0-1 0 0 0,1 1 1 0 0,0 0-1 0 0,0-1 0 0 0,1 1 0 0 0,-2-9 1 0 0,1 6 10 0 0,1 1 1 0 0,1-1-1 0 0,-1 1 1 0 0,1 0-1 0 0,1-1 1 0 0,-1 1-1 0 0,1-1 1 0 0,1 1-1 0 0,-1 0 1 0 0,4-9-1 0 0,-1 7-42 0 0,0 0-1 0 0,0 0 0 0 0,1 0 1 0 0,0 1-1 0 0,1 0 0 0 0,0 0 0 0 0,0 1 1 0 0,1-1-1 0 0,7-6 0 0 0,-8 10-344 0 0,0-1 0 0 0,0 1 0 0 0,0-1-1 0 0,1 2 1 0 0,7-4 0 0 0,-8 4-635 0 0,0 1-1 0 0,0 0 1 0 0,0 1-1 0 0,0-1 1 0 0,1 1-1 0 0,8 0 1 0 0,0-1-3210 0 0,-3 2-1313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6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335 49 0 0 0,'0'0'16821'0'0,"-4"-7"-15005"0"0,0 6-1543 0 0,1 1-1 0 0,-1-1 0 0 0,0 0 1 0 0,0 0-1 0 0,-4-2 0 0 0,-17-4-181 0 0,-8-3 377 0 0,-44-2 653 0 0,50 8-689 0 0,18 3-322 0 0,1 1-1 0 0,-12 0 0 0 0,4 1-63 0 0,14-1-40 0 0,0 0 0 0 0,0 1 0 0 0,0-1 0 0 0,0 1 0 0 0,0 0 0 0 0,0-1 0 0 0,0 1 0 0 0,-2 1 0 0 0,-10 4 28 0 0,11-5-6 0 0,0 0 0 0 0,1 1 1 0 0,-1-1-1 0 0,0 0 0 0 0,1 1 0 0 0,-1 0 1 0 0,1 0-1 0 0,-1-1 0 0 0,1 1 0 0 0,-3 4 1 0 0,-1-1-10 0 0,5-4-20 0 0,0-1 0 0 0,1 1 0 0 0,-1 0 0 0 0,0-1 0 0 0,1 1 0 0 0,-1 0 0 0 0,1-1 0 0 0,-1 1 0 0 0,1 0 0 0 0,-1 0 0 0 0,1 0 0 0 0,0-1 0 0 0,-1 1 0 0 0,1 1 0 0 0,-4 1 24 0 0,4-3-22 0 0,0 0-1 0 0,0 0 1 0 0,0 0-1 0 0,-1 0 1 0 0,1 0-1 0 0,0 1 1 0 0,0-1-1 0 0,0 0 1 0 0,0 0-1 0 0,-1 0 1 0 0,1 0-1 0 0,0 0 1 0 0,0 0-1 0 0,0 0 1 0 0,0 1-1 0 0,0-1 1 0 0,-1 0-1 0 0,1 0 1 0 0,0 0-1 0 0,0 0 1 0 0,0 1-1 0 0,0-1 1 0 0,0 0-1 0 0,0 0 0 0 0,0 0 1 0 0,0 1-1 0 0,0-1 1 0 0,0 0-1 0 0,0 0 1 0 0,0 0-1 0 0,0 0 1 0 0,0 1-1 0 0,0-1 1 0 0,0 0-1 0 0,0 0 1 0 0,0 0-1 0 0,0 1 1 0 0,0-1-1 0 0,0 22 587 0 0,15-12-28 0 0,-10-7-487 0 0,1 1 0 0 0,0-1 0 0 0,5 3 0 0 0,8 3 5 0 0,7 5-58 0 0,43 15-1 0 0,-20-9-92 0 0,39 22 15 0 0,-81-39 40 0 0,-5-2 7 0 0,0 0-1 0 0,-1 0 1 0 0,1 0 0 0 0,0 0-1 0 0,0 0 1 0 0,-1 0-1 0 0,1 0 1 0 0,-1 0-1 0 0,1 1 1 0 0,-1-1 0 0 0,3 4-1 0 0,-4-4-24 0 0,-1 1 0 0 0,1 0 1 0 0,-1-1-1 0 0,1 1 0 0 0,-1 0 0 0 0,0-1 0 0 0,1 1 0 0 0,-3 1 0 0 0,-1 2 47 0 0,0-1-1 0 0,-1 0 1 0 0,1-1-1 0 0,-1 1 1 0 0,0-1-1 0 0,0 0 1 0 0,0 0-1 0 0,-1 0 1 0 0,1-1-1 0 0,-9 3 1 0 0,1-1 9 0 0,0-1 1 0 0,0 0-1 0 0,-24 1 1 0 0,-72 1-852 0 0,73-4-2246 0 0,1-1-4177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0 0 0,'0'0'20500'0'0,"2"-5"-20269"0"0,5-14-108 0 0,-7 19-127 0 0,0 0 0 0 0,0 0 1 0 0,0 0-1 0 0,0 0 1 0 0,0 0-1 0 0,1 0 0 0 0,-1 0 1 0 0,0 0-1 0 0,0 0 0 0 0,0-1 1 0 0,0 1-1 0 0,0 0 0 0 0,0 0 1 0 0,0 0-1 0 0,0 0 0 0 0,0 0 1 0 0,0 0-1 0 0,0 0 0 0 0,1 0 1 0 0,-1 0-1 0 0,0 0 0 0 0,0 0 1 0 0,0 0-1 0 0,0 0 0 0 0,0 0 1 0 0,0 0-1 0 0,0 0 1 0 0,0 0-1 0 0,0 0 0 0 0,1 0 1 0 0,-1 0-1 0 0,0 0 0 0 0,0 0 1 0 0,0 0-1 0 0,0 0 0 0 0,0 0 1 0 0,0 0-1 0 0,0 0 0 0 0,0 0 1 0 0,0 0-1 0 0,0 0 0 0 0,1 0 1 0 0,-1 1-1 0 0,0-1 0 0 0,0 0 1 0 0,0 0-1 0 0,5 6-67 0 0,3 6 32 0 0,-1 16 47 0 0,-4-18-3 0 0,0 0 0 0 0,-1 1 0 0 0,-1-1 0 0 0,1 0 0 0 0,-1 0 0 0 0,-2 17 1 0 0,2 4 24 0 0,-1-30-29 0 0,1 7 6 0 0,-1-1 1 0 0,1 1-1 0 0,4 12 0 0 0,-3-7 0 0 0,1 0 0 0 0,-2 0 0 0 0,0 17-1 0 0,0-16 4 0 0,0 0 1 0 0,4 23-1 0 0,3-1 19 0 0,3 14 11 0 0,-2-24 38 0 0,12 27 0 0 0,-16-41-27 0 0,1-1 1 0 0,1 0-1 0 0,0-1 0 0 0,14 17 0 0 0,-17-23-42 0 0,0 0-1 0 0,0 0 1 0 0,1 0 0 0 0,0 0-1 0 0,-1-1 1 0 0,1 0-1 0 0,1 0 1 0 0,-1 0 0 0 0,0-1-1 0 0,1 1 1 0 0,-1-1-1 0 0,1-1 1 0 0,0 1 0 0 0,-1-1-1 0 0,1 0 1 0 0,0 0-1 0 0,7 0 1 0 0,-6-1-446 0 0,-3 0 280 0 0,0 0 0 0 0,-1 0 0 0 0,1 0 0 0 0,5-1 0 0 0,0-4-2958 0 0,-3-3-3347 0 0,-5 6 5816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316 6 8242 0 0,'0'0'11869'0'0,"-31"-1"-11718"0"0,-96-2-90 0 0,87 1-55 0 0,28 3-35 0 0,6-1 8 0 0,-3 2-294 0 0,0 0 0 0 0,1 0 1 0 0,-1 1-1 0 0,1 0 0 0 0,-11 5 0 0 0,0 2-3024 0 0,0 0-3561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0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31 193 0 0 0,'0'0'12719'0'0,"3"5"-11850"0"0,12 19-130 0 0,-14-21-556 0 0,0-1 0 0 0,1 0-1 0 0,0 0 1 0 0,-1 0 0 0 0,1 0 0 0 0,0-1-1 0 0,0 1 1 0 0,0 0 0 0 0,0-1 0 0 0,3 2 0 0 0,5 4 517 0 0,-2-3-301 0 0,-8-4-389 0 0,1 0 0 0 0,-1 0 0 0 0,0 0 0 0 0,1 0 1 0 0,-1 1-1 0 0,0-1 0 0 0,1 0 0 0 0,-1 0 0 0 0,0 0 0 0 0,0 0 0 0 0,1 0 0 0 0,-1 1 0 0 0,0-1 0 0 0,1 0 0 0 0,-1 0 0 0 0,0 0 0 0 0,0 1 0 0 0,0-1 0 0 0,1 0 0 0 0,-2 1 149 0 0,0-1-1 0 0,0 0 1 0 0,0 0-1 0 0,0 0 0 0 0,0 0 1 0 0,0-1-1 0 0,0 1 1 0 0,0 0-1 0 0,0 0 0 0 0,0 0 1 0 0,0-1-1 0 0,0 1 1 0 0,0-1-1 0 0,0 1 0 0 0,1-1 1 0 0,-1 1-1 0 0,-1-1 1 0 0,-10-11 189 0 0,1 2-53 0 0,1-1 0 0 0,0 0 1 0 0,-12-17-1 0 0,20 22-189 0 0,0 0 0 0 0,0 0 0 0 0,0-1 0 0 0,1 1-1 0 0,0 0 1 0 0,0-1 0 0 0,1 1 0 0 0,0-10 0 0 0,0 12-94 0 0,0 1 1 0 0,0-1-1 0 0,0 0 1 0 0,0 0 0 0 0,1 1-1 0 0,0-1 1 0 0,0 1 0 0 0,0-1-1 0 0,0 1 1 0 0,0-1 0 0 0,1 1-1 0 0,-1-1 1 0 0,1 1 0 0 0,0 0-1 0 0,0 0 1 0 0,1 0-1 0 0,-1 0 1 0 0,0 0 0 0 0,1 1-1 0 0,0-1 1 0 0,-1 1 0 0 0,5-3-1 0 0,-1 0-87 0 0,0 1-1 0 0,0 0 1 0 0,0 1-1 0 0,0-1 1 0 0,1 1 0 0 0,0 1-1 0 0,0-1 1 0 0,0 1-1 0 0,7-2 1 0 0,-3 2-1199 0 0,1 1 0 0 0,19-1 1 0 0,-30 2 1116 0 0,-1 0 1 0 0,1 0 0 0 0,-1 0 0 0 0,1 0-1 0 0,-1 0 1 0 0,0 0 0 0 0,1 1 0 0 0,-1-1-1 0 0,1 0 1 0 0,-1 0 0 0 0,1 0 0 0 0,-1 0-1 0 0,0 0 1 0 0,1 1 0 0 0,-1-1 0 0 0,1 0-1 0 0,-1 0 1 0 0,0 1 0 0 0,1-1 0 0 0,-1 0-1 0 0,0 1 1 0 0,1-1 0 0 0,-1 1 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1 224 0 0 0,'0'0'21401'0'0,"12"-10"-21083"0"0,40-30-70 0 0,-48 37-173 0 0,1 0 0 0 0,-1 0-1 0 0,1 0 1 0 0,0 0-1 0 0,0 1 1 0 0,0 0-1 0 0,10-4 1 0 0,5-1 106 0 0,-8 2-68 0 0,20-6 1 0 0,-5 1 86 0 0,-17 6 166 0 0,20-12 0 0 0,-28 15-249 0 0,-1-1 0 0 0,0 0 1 0 0,0 0-1 0 0,0 0 1 0 0,0-1-1 0 0,0 1 0 0 0,1-4 1 0 0,-2 3-107 0 0,0 1 1 0 0,-1-1-1 0 0,1 1 1 0 0,-1 0-1 0 0,0 0 1 0 0,1-1-1 0 0,-1 1 1 0 0,0 0 0 0 0,0 0-1 0 0,0 0 1 0 0,-1 0-1 0 0,1 0 1 0 0,0 0-1 0 0,-1 0 1 0 0,1 0-1 0 0,-1 0 1 0 0,0 1-1 0 0,0-1 1 0 0,1 1-1 0 0,-1-1 1 0 0,-3 0 0 0 0,-4-4-36 0 0,0 1 1 0 0,0 1-1 0 0,-14-5 1 0 0,21 8 29 0 0,-1 0-19 0 0,0 0 1 0 0,-1 0-1 0 0,1 0 0 0 0,-1 1 0 0 0,1-1 0 0 0,-1 1 0 0 0,1 0 0 0 0,-5 0 0 0 0,6 1 8 0 0,0 0 0 0 0,1 0-1 0 0,-1 0 1 0 0,0 0 0 0 0,1 0-1 0 0,-1 1 1 0 0,1-1 0 0 0,-2 2 0 0 0,-2 2 11 0 0,-5 2 6 0 0,0 0 0 0 0,0-1 0 0 0,-1 0 0 0 0,1 0 0 0 0,-22 6 0 0 0,31-11-3 0 0,1-1-1 0 0,-1 0 1 0 0,1 0 0 0 0,-1 0-1 0 0,0 1 1 0 0,1-1 0 0 0,-1 0 0 0 0,1 1-1 0 0,-1-1 1 0 0,1 0 0 0 0,-1 1-1 0 0,1-1 1 0 0,-1 1 0 0 0,1-1-1 0 0,-1 1 1 0 0,1-1 0 0 0,0 1-1 0 0,-1-1 1 0 0,1 1 0 0 0,0-1 0 0 0,0 1-1 0 0,-1 0 1 0 0,1-1 0 0 0,0 1-1 0 0,0-1 1 0 0,0 1 0 0 0,-1 0-1 0 0,1 0 1 0 0,-2 2-10 0 0,2-2 2 0 0,0-1 0 0 0,-1 0 0 0 0,1 0 0 0 0,0 0 0 0 0,0 0 0 0 0,0 1 0 0 0,0-1 0 0 0,-1 0 0 0 0,1 0 0 0 0,0 0-1 0 0,0 1 1 0 0,0-1 0 0 0,0 0 0 0 0,0 0 0 0 0,-1 1 0 0 0,1-1 0 0 0,0 0 0 0 0,0 0 0 0 0,0 0 0 0 0,0 1 0 0 0,0-1 0 0 0,0 0-1 0 0,0 1 1 0 0,0 46 294 0 0,9-26-108 0 0,-9-20-166 0 0,1 0 1 0 0,-1 0-1 0 0,1-1 1 0 0,-1 1-1 0 0,1 0 1 0 0,-1 0-1 0 0,1 0 0 0 0,-1 0 1 0 0,1-1-1 0 0,0 1 1 0 0,-1 0-1 0 0,1 0 1 0 0,0-1-1 0 0,1 2 1 0 0,5 6 163 0 0,-5-5-134 0 0,0-1 0 0 0,0 1 1 0 0,0 0-1 0 0,1-1 0 0 0,-1 1 1 0 0,1-1-1 0 0,-1 0 0 0 0,1 0 1 0 0,0 0-1 0 0,0 0 1 0 0,5 2-1 0 0,2 1 67 0 0,0 0 0 0 0,14 3 0 0 0,3 0-12 0 0,0-2 0 0 0,38 4-1 0 0,56-2-184 0 0,-31-9-302 0 0,-62 1-4057 0 0,0-1-6792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9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233 100 2537 0 0,'0'0'21105'0'0,"-7"-14"-20822"0"0,-19-38-60 0 0,15 35-45 0 0,6 15-71 0 0,0 1-28 0 0,1-2-50 0 0,-1 2 1 0 0,1-1 0 0 0,0 0-1 0 0,-1 1 1 0 0,0 0-1 0 0,1 0 1 0 0,-1 0 0 0 0,-6 0-1 0 0,-42 1 55 0 0,27 1-21 0 0,24-1-52 0 0,-1 0-1 0 0,1 1 1 0 0,0-1 0 0 0,0 1-1 0 0,-1 0 1 0 0,1-1-1 0 0,0 1 1 0 0,-3 2-1 0 0,2-2-17 0 0,-10 14 153 0 0,13-14-138 0 0,-1 0 1 0 0,0 0-1 0 0,0 0 0 0 0,1 0 1 0 0,-1 0-1 0 0,1 0 1 0 0,-1 0-1 0 0,1 0 1 0 0,-1 0-1 0 0,1 0 0 0 0,0 1 1 0 0,-1 1-1 0 0,-2 15 112 0 0,3-18-120 0 0,-2 12 93 0 0,1 0 1 0 0,0 1-1 0 0,1-1 1 0 0,2 16-1 0 0,-1-26-68 0 0,-1 0 1 0 0,1 0-1 0 0,0 0 1 0 0,0 0-1 0 0,-1-1 1 0 0,1 1-1 0 0,0 0 0 0 0,0 0 1 0 0,1-1-1 0 0,-1 1 1 0 0,0-1-1 0 0,0 1 1 0 0,1-1-1 0 0,-1 0 0 0 0,1 1 1 0 0,-1-1-1 0 0,1 0 1 0 0,2 1-1 0 0,4 2 99 0 0,0 0 1 0 0,16 5-1 0 0,-9-4-88 0 0,-4-2-22 0 0,0 0-1 0 0,0-1 0 0 0,0-1 1 0 0,1 0-1 0 0,-1 0 1 0 0,19-2-1 0 0,-10 1 17 0 0,-18 0-23 0 0,0 0 0 0 0,1 0 0 0 0,-1-1 0 0 0,0 1 0 0 0,0-1 0 0 0,0 1-1 0 0,0-1 1 0 0,0 0 0 0 0,0 0 0 0 0,0 0 0 0 0,0 0 0 0 0,0 0 0 0 0,0 0 0 0 0,0-1 0 0 0,-1 1 0 0 0,1-1 0 0 0,0 1-1 0 0,1-4 1 0 0,0 2 3 0 0,-1 0-1 0 0,0 0 1 0 0,0-1-1 0 0,0 1 0 0 0,0-1 1 0 0,-1 0-1 0 0,1 0 1 0 0,-1 1-1 0 0,1-7 0 0 0,0 2 17 0 0,0 0-1 0 0,5-11 0 0 0,-6 16-4 0 0,0 1 0 0 0,-1-1 0 0 0,0 0 0 0 0,1 0 0 0 0,-1-6 0 0 0,0 6 54 0 0,0 3-26 0 0,0 0-85 0 0,1 1 1 0 0,0-1 0 0 0,-1 0-1 0 0,1 1 1 0 0,0-1-1 0 0,-1 1 1 0 0,1 0-1 0 0,0-1 1 0 0,-1 1 0 0 0,1-1-1 0 0,-1 1 1 0 0,1 0-1 0 0,-1-1 1 0 0,1 2-1 0 0,10 17 35 0 0,-4-7 15 0 0,3 3-8 0 0,1-1-1 0 0,1-1 1 0 0,24 22 0 0 0,5 5-1571 0 0,-36-36 571 0 0,5 4-2480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0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0 0 0,'0'0'24717'0'0,"0"-6"-24411"0"0,2-19 64 0 0,8 42-371 0 0,-7-11 19 0 0,0 0 1 0 0,0 0-1 0 0,0-1 1 0 0,8 9-1 0 0,-3-3 17 0 0,8 8-21 0 0,32 32-1 0 0,-33-36-68 0 0,-12-12 30 0 0,0-1 1 0 0,1 1-1 0 0,-1-1 1 0 0,1 0-1 0 0,6 3 1 0 0,-6-3 20 0 0,-3-1 12 0 0,0-1 0 0 0,0 1 1 0 0,-1-1-1 0 0,1 0 0 0 0,0 1 0 0 0,0-1 0 0 0,0 0 1 0 0,0 0-1 0 0,0 1 0 0 0,0-1 0 0 0,0 0 0 0 0,0 0 0 0 0,0 0 1 0 0,0 0-1 0 0,0 0 0 0 0,0-1 0 0 0,0 1 0 0 0,0 0 1 0 0,0 0-1 0 0,0-1 0 0 0,0 1 0 0 0,0 0 0 0 0,0-1 0 0 0,0 1 1 0 0,-1-1-1 0 0,1 1 0 0 0,0-1 0 0 0,0 1 0 0 0,0-1 1 0 0,-1 0-1 0 0,1 1 0 0 0,0-1 0 0 0,-1 0 0 0 0,1 0 0 0 0,0 0 1 0 0,-1 1-1 0 0,1-1 0 0 0,-1 0 0 0 0,0 0 0 0 0,1 0 1 0 0,-1 0-1 0 0,0 0 0 0 0,1-2 0 0 0,3-12-57 0 0,-1-1 1 0 0,0 0-1 0 0,-1 0 0 0 0,-1-1 1 0 0,-1-28-1 0 0,0 24 77 0 0,13 21-712 0 0,49 42 180 0 0,-46-33 522 0 0,0 1-52 0 0,1-1-1 0 0,0 0 0 0 0,26 8 1 0 0,-31-14 11 0 0,-8-1 24 0 0,0-1 0 0 0,0 0 0 0 0,-1 0 0 0 0,1 0 0 0 0,0 0 1 0 0,0-1-1 0 0,0 1 0 0 0,0-1 0 0 0,0 0 0 0 0,7-1 0 0 0,-9 0 4 0 0,-1 0 1 0 0,1 1-1 0 0,-1-1 0 0 0,1 0 1 0 0,-1 0-1 0 0,1-1 0 0 0,-1 1 1 0 0,0 0-1 0 0,0 0 0 0 0,0-1 1 0 0,0 1-1 0 0,0 0 0 0 0,0-1 1 0 0,0 1-1 0 0,1-3 0 0 0,1-2-16 0 0,0 0 0 0 0,-1 1 0 0 0,2-8 0 0 0,9-28-114 0 0,-1 13 110 0 0,-12 27 18 0 0,0 1-1 0 0,1-1 1 0 0,-1 0-1 0 0,0 0 0 0 0,1 1 1 0 0,-1-1-1 0 0,0 0 0 0 0,1 0 1 0 0,-1 1-1 0 0,1-1 0 0 0,-1 0 1 0 0,1 1-1 0 0,-1-1 1 0 0,1 1-1 0 0,0-1 0 0 0,1 0 1 0 0,-2 1-12 0 0,1-1-1 0 0,-1 1 1 0 0,1 0 0 0 0,-1 0 0 0 0,1 0 0 0 0,-1 0 0 0 0,1 0 0 0 0,0 0 0 0 0,-1 0 0 0 0,1 0 0 0 0,-1 0-1 0 0,1 0 1 0 0,-1 0 0 0 0,1 0 0 0 0,-1 0 0 0 0,1 1 0 0 0,0-1 0 0 0,0 0 0 0 0,2 2-59 0 0,0 1 1 0 0,1-1-1 0 0,-1 0 1 0 0,-1 1-1 0 0,5 4 0 0 0,-2-2 66 0 0,110 105-588 0 0,-91-86-40 0 0,-15-9-3155 0 0,-5 0-8708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125 782 0 0 0,'0'0'17364'0'0,"10"-7"-16932"0"0,28-22 3 0 0,-36 27-332 0 0,0 0 0 0 0,0 1 1 0 0,0-1-1 0 0,0 0 1 0 0,0 0-1 0 0,-1 0 1 0 0,1 0-1 0 0,-1 0 1 0 0,1-1-1 0 0,-1 1 1 0 0,0 0-1 0 0,1-1 0 0 0,-1 1 1 0 0,1-5-1 0 0,0 0 207 0 0,1-4-11 0 0,0 1-1 0 0,-1-1 1 0 0,-1 0-1 0 0,1-11 0 0 0,-2-46 393 0 0,-2 53-604 0 0,0 0 0 0 0,-1 0 0 0 0,-7-22 0 0 0,3 11-22 0 0,-35-109 213 0 0,24 82-87 0 0,-20-101 1 0 0,34 130-109 0 0,1 11-4 0 0,1 0-1 0 0,0-18 1 0 0,2-7-1320 0 0,-20 38 897 0 0,18 0 340 0 0,0 1-1 0 0,0-1 0 0 0,0 1 0 0 0,0 0 0 0 0,0-1 0 0 0,1 1 0 0 0,-1 0 1 0 0,0 0-1 0 0,1 0 0 0 0,-1 0 0 0 0,1 1 0 0 0,-1-1 0 0 0,1 0 0 0 0,-1 1 1 0 0,1-1-1 0 0,0 1 0 0 0,0-1 0 0 0,0 1 0 0 0,0 0 0 0 0,-2 3 1 0 0,-1 2 28 0 0,1 0 0 0 0,0 0 1 0 0,0 1-1 0 0,-2 7 0 0 0,3 1 75 0 0,0 0-1 0 0,1-1 0 0 0,0 1 0 0 0,3 21 0 0 0,-1-27-45 0 0,0 0 0 0 0,1 0 1 0 0,0-1-1 0 0,0 1 0 0 0,5 10 0 0 0,22 45 176 0 0,-18-42-159 0 0,17 31 66 0 0,68 102 1 0 0,11-27-104 0 0,-102-124-33 0 0,-3-3 31 0 0,0 0 0 0 0,0 0 0 0 0,1 0 1 0 0,-1 0-1 0 0,0-1 0 0 0,1 1 0 0 0,0-1 0 0 0,-1 1 0 0 0,1-1 0 0 0,3 1 0 0 0,-4-1 2 0 0,0-1 0 0 0,-1 0 0 0 0,1 1 1 0 0,0-1-1 0 0,0 0 0 0 0,0 0 0 0 0,0 0 0 0 0,-1 0 1 0 0,1 0-1 0 0,0 0 0 0 0,0 0 0 0 0,0-1 0 0 0,-1 1 0 0 0,1-1 1 0 0,0 0-1 0 0,0 1 0 0 0,2-3 0 0 0,6-3-30 0 0,0 0-1 0 0,-1-1 0 0 0,0 0 1 0 0,0 0-1 0 0,-1-1 0 0 0,0-1 1 0 0,14-17-1 0 0,-17 18-35 0 0,2-2-24 0 0,-1 0 0 0 0,0 0 1 0 0,9-20-1 0 0,-10 16 11 0 0,-4 12 38 0 0,0-1 0 0 0,0 1 0 0 0,0 0 0 0 0,0-1 0 0 0,0 1 0 0 0,-1-1-1 0 0,1 1 1 0 0,-1-1 0 0 0,0-2 0 0 0,0 4-32 0 0,0 12-1223 0 0,1-1 1281 0 0,1 0-1 0 0,0 0 1 0 0,0 0-1 0 0,0-1 0 0 0,2 0 1 0 0,-1 1-1 0 0,1-1 1 0 0,0 0-1 0 0,1 0 1 0 0,0-1-1 0 0,0 1 0 0 0,12 12 1 0 0,-9-12 17 0 0,0 0 0 0 0,1-1 0 0 0,0 1 0 0 0,0-2-1 0 0,17 12 1 0 0,-25-19-122 0 0,-1 0 0 0 0,0 1 0 0 0,1-1 0 0 0,-1 0 0 0 0,1 0 0 0 0,-1 1-1 0 0,1-1 1 0 0,-1 0 0 0 0,1 0 0 0 0,0 0 0 0 0,-1 1 0 0 0,1-1 0 0 0,-1 0 0 0 0,1 0 0 0 0,-1 0-1 0 0,1 0 1 0 0,-1 0 0 0 0,1 0 0 0 0,0 0 0 0 0,-1 0 0 0 0,1-1 0 0 0,-1 1 0 0 0,1 0 0 0 0,-1 0-1 0 0,1 0 1 0 0,-1-1 0 0 0,1 1 0 0 0,-1 0 0 0 0,1 0 0 0 0,-1-1 0 0 0,1 1 0 0 0,-1 0-1 0 0,1-1 1 0 0,3-12-10896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2320 0 0,'0'0'20380'0'0,"1"-2"-22154"0"0,-1 1 1718 0 0,0 1 1 0 0,1 0-1 0 0,-1 0 1 0 0,0 0-1 0 0,0 0 1 0 0,0-1-1 0 0,0 1 1 0 0,0 0-1 0 0,1 0 1 0 0,-1 0 0 0 0,0 0-1 0 0,0 0 1 0 0,0 0-1 0 0,1-1 1 0 0,-1 2 8 0 0,1-1 0 0 0,-1 0 0 0 0,0 1 0 0 0,0-1 0 0 0,1 0 0 0 0,-1 1 1 0 0,0-1-1 0 0,0 1 0 0 0,1-1 0 0 0,-1 1 0 0 0,0-1 0 0 0,0 0 0 0 0,0 1 1 0 0,0-1-1 0 0,0 1 0 0 0,0-1 0 0 0,0 1 0 0 0,1-1 0 0 0,-1 1 0 0 0,-1 0 1 0 0,2 14-979 0 0,-2-11 554 0 0,1 19-2765 0 0,0-12-2156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6721 0 0,'0'0'17276'0'0,"0"1"-17201"0"0,0 1-63 0 0,-1-1-10 0 0,1 1 0 0 0,0-1 0 0 0,0 1 0 0 0,0-1 1 0 0,0 1-1 0 0,0-1 0 0 0,0 1 0 0 0,0-1 0 0 0,0 1 0 0 0,0-1 1 0 0,1 1-1 0 0,-1-1 0 0 0,0 0 0 0 0,1 1 0 0 0,1 1 0 0 0,6 10 13 0 0,29 39 9 0 0,15 14-49 0 0,-14-24-113 0 0,-26-31 86 0 0,-11-10 70 0 0,4-2 754 0 0,-3 0-759 0 0,-1 0 0 0 0,0 0 0 0 0,1 0 0 0 0,-1 0 0 0 0,0 0 0 0 0,0-1 0 0 0,0 1 0 0 0,0 0 0 0 0,0-1 0 0 0,-1 1 0 0 0,1 0 0 0 0,0-1 0 0 0,0 1 0 0 0,-1-1 0 0 0,1-1 0 0 0,6-29-69 0 0,-4 20 5 0 0,-1-7-42 0 0,3-7 10 0 0,-2 17 76 0 0,-3 5 16 0 0,1 1-1 0 0,0 0 0 0 0,0 0 0 0 0,0-1 0 0 0,1 1 1 0 0,-1 0-1 0 0,3-3 0 0 0,-2 6-20 0 0,0-1 0 0 0,0 1 0 0 0,0 0 0 0 0,0 0-1 0 0,0-1 1 0 0,0 1 0 0 0,0 1 0 0 0,2-1 0 0 0,1 0-87 0 0,-2 1 67 0 0,1 0 0 0 0,-1 0 0 0 0,0 0 0 0 0,1 1 1 0 0,-1-1-1 0 0,0 1 0 0 0,0 0 0 0 0,0 0 0 0 0,5 4 0 0 0,3 2-25 0 0,47 32-15 0 0,8 4-303 0 0,-57-39 115 0 0,-7-4 103 0 0,0 0 0 0 0,0 0 0 0 0,0 0 0 0 0,0 0 0 0 0,0 0 0 0 0,-1 0 0 0 0,1 1 0 0 0,-1-1 0 0 0,1 0 0 0 0,-1 1 0 0 0,3 2 0 0 0,-4-1-1268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3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29 268 0 0 0,'0'0'21517'0'0,"11"-14"-21173"0"0,35-42-75 0 0,-43 53-218 0 0,0 0-1 0 0,-1 0 1 0 0,1 0-1 0 0,-1 0 1 0 0,0-1 0 0 0,2-3-1 0 0,0-1 130 0 0,5-11 77 0 0,1 0 76 0 0,-10 17-305 0 0,1 0 0 0 0,0 1 0 0 0,0-1 0 0 0,-1 0 0 0 0,1 0 0 0 0,-1 0 0 0 0,1 0 0 0 0,-1 0 0 0 0,0 0 0 0 0,0 0 0 0 0,0 0 0 0 0,0-1 0 0 0,-3-25 110 0 0,1 25-138 0 0,1-1 1 0 0,-1 1 0 0 0,0-1-1 0 0,0 1 1 0 0,0 0 0 0 0,0 0-1 0 0,-1 0 1 0 0,1 0 0 0 0,-7-5-1 0 0,9 8 0 0 0,-1-2 1 0 0,-3-2 3 0 0,1 1 0 0 0,-1-1 1 0 0,0 1-1 0 0,0 0 0 0 0,0 0 0 0 0,0 0 1 0 0,-5-2-1 0 0,8 5-1 0 0,-2-1-31 0 0,-1 0 0 0 0,1 0-1 0 0,-1 0 1 0 0,-4 1 0 0 0,7 0 22 0 0,1 0 0 0 0,-1 0-1 0 0,1 0 1 0 0,-1 0 0 0 0,1 0 0 0 0,-1 0 0 0 0,0 0-1 0 0,1 0 1 0 0,-1 0 0 0 0,1 0 0 0 0,-1 1 0 0 0,1-1-1 0 0,-1 0 1 0 0,1 0 0 0 0,-1 1 0 0 0,1-1 0 0 0,-1 0 0 0 0,1 1-1 0 0,-1-1 1 0 0,1 0 0 0 0,0 1 0 0 0,-1-1 0 0 0,1 1-1 0 0,0-1 1 0 0,-1 1 0 0 0,1-1 0 0 0,0 1 0 0 0,-1-1-1 0 0,1 1 1 0 0,0-1 0 0 0,0 1 0 0 0,0-1 0 0 0,-1 1 0 0 0,1 0-1 0 0,0 1 3 0 0,-1 0 0 0 0,0 1-1 0 0,1-1 1 0 0,-1 0-1 0 0,0 0 1 0 0,0 0 0 0 0,-3 3-1 0 0,3-4 2 0 0,0 1 0 0 0,0 0-1 0 0,0 0 1 0 0,0 0 0 0 0,0 0 0 0 0,0 0-1 0 0,0 4 1 0 0,-4 15 30 0 0,3-16-22 0 0,1 0 0 0 0,0-1 0 0 0,1 1 0 0 0,-1 8 0 0 0,1-7 16 0 0,2 1-1 0 0,-1-1 1 0 0,1 0-1 0 0,0 1 1 0 0,0-1 0 0 0,0 0-1 0 0,1 0 1 0 0,5 8-1 0 0,-1-5 37 0 0,0 0-1 0 0,1 0 0 0 0,0-1 0 0 0,1 0 1 0 0,10 8-1 0 0,-7-8-19 0 0,-1 0 1 0 0,1-2-1 0 0,0 1 1 0 0,22 7 0 0 0,-1 1-78 0 0,-24-11 70 0 0,1-1 0 0 0,-1 1 0 0 0,1-2 0 0 0,0 1 1 0 0,15 1-1 0 0,12-2-2452 0 0,0-1-7660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4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126 541 0 0 0,'0'0'20966'0'0,"-5"-18"-20599"0"0,-16-51-49 0 0,21 67-292 0 0,0 0 1 0 0,-1 0-1 0 0,1 0 0 0 0,-1 1 0 0 0,1-1 0 0 0,-1 0 0 0 0,0 0 0 0 0,0 0 1 0 0,-1-1-1 0 0,1 2-12 0 0,-1-1 0 0 0,1 1 0 0 0,-1 0 0 0 0,0 0 0 0 0,1 1 0 0 0,-1-1 0 0 0,0 0 0 0 0,1 0 1 0 0,-1 1-1 0 0,0-1 0 0 0,0 1 0 0 0,0 0 0 0 0,1-1 0 0 0,-1 1 0 0 0,0 0 0 0 0,0 0 0 0 0,0 0 0 0 0,0 0 1 0 0,0 0-1 0 0,1 1 0 0 0,-1-1 0 0 0,0 1 0 0 0,0-1 0 0 0,0 1 0 0 0,1-1 0 0 0,-1 1 0 0 0,-1 1 0 0 0,-1 0-11 0 0,1 1 0 0 0,0 0 0 0 0,0-1 0 0 0,0 1 0 0 0,0 0 0 0 0,1 0 0 0 0,-1 1 0 0 0,1-1 0 0 0,0 0 0 0 0,0 1-1 0 0,0-1 1 0 0,0 1 0 0 0,1 0 0 0 0,-1 0 0 0 0,1 0 0 0 0,0-1 0 0 0,0 1 0 0 0,0 0 0 0 0,1 0 0 0 0,0 0 0 0 0,-1 5-1 0 0,1 5 25 0 0,0-11 2 0 0,-1 0 0 0 0,1 1-1 0 0,0-1 1 0 0,0 0 0 0 0,1 1-1 0 0,-1-1 1 0 0,0 0 0 0 0,1 0 0 0 0,0 1-1 0 0,0-1 1 0 0,0 0 0 0 0,0 0-1 0 0,1 0 1 0 0,2 4 0 0 0,-1-2 10 0 0,0-1 1 0 0,0 0-1 0 0,1 0 1 0 0,0-1-1 0 0,0 1 0 0 0,0-1 1 0 0,0 0-1 0 0,5 3 1 0 0,10 5 37 0 0,-14-8-61 0 0,0 0-1 0 0,0 0 0 0 0,0 0 0 0 0,0 0 0 0 0,1-1 0 0 0,-1 0 0 0 0,1-1 0 0 0,-1 1 0 0 0,1-1 1 0 0,9 1-1 0 0,-7-1 18 0 0,-6-1-24 0 0,-1 0 1 0 0,0 0-1 0 0,1 0 1 0 0,-1 0-1 0 0,0 0 1 0 0,1 0-1 0 0,-1 0 1 0 0,1 0 0 0 0,-1 0-1 0 0,0-1 1 0 0,0 1-1 0 0,1 0 1 0 0,-1-1-1 0 0,0 1 1 0 0,1-1-1 0 0,-1 0 1 0 0,0 1-1 0 0,0-1 1 0 0,0 0-1 0 0,0 0 1 0 0,0 0-1 0 0,1-1 1 0 0,2-2-10 0 0,-1 0 0 0 0,0-1 1 0 0,0 1-1 0 0,0-1 1 0 0,-1 0-1 0 0,1 0 0 0 0,-1 0 1 0 0,0 0-1 0 0,-1-1 0 0 0,2-9 1 0 0,0-3-79 0 0,1-3-85 0 0,0-32 1 0 0,-4 28 71 0 0,0-11-137 0 0,-7-62 0 0 0,-4-10-41 0 0,10 102 263 0 0,-2-34 24 0 0,2 36-9 0 0,2 0 1 0 0,-1-1-1 0 0,0 1 0 0 0,1 0 0 0 0,0 0 0 0 0,0 0 0 0 0,2-5 0 0 0,1-2 17 0 0,-3 7-23 0 0,0 1-1 0 0,0 0 1 0 0,0 0 0 0 0,1 0 0 0 0,2-3 0 0 0,-4 5-44 0 0,0 1 0 0 0,0 0 1 0 0,0 0-1 0 0,0 0 0 0 0,1 0 0 0 0,-1 0 1 0 0,0 0-1 0 0,0 0 0 0 0,0 0 0 0 0,0-1 1 0 0,0 1-1 0 0,0 0 0 0 0,1 0 0 0 0,-1 0 1 0 0,0 0-1 0 0,0 0 0 0 0,0-1 0 0 0,0 1 1 0 0,0 0-1 0 0,0 0 0 0 0,0 0 1 0 0,0 0-1 0 0,0-1 0 0 0,0 1 0 0 0,0 0 1 0 0,0 0-1 0 0,0 0 0 0 0,0 0 0 0 0,0-1 1 0 0,0 1-1 0 0,0 0 0 0 0,0 0 0 0 0,0 0 1 0 0,0-1-1 0 0,0 1 0 0 0,0 0 0 0 0,0 0 1 0 0,0 0-1 0 0,0 0 0 0 0,0 0 0 0 0,0-1 1 0 0,-1 1-1 0 0,1 0 0 0 0,0 0 0 0 0,0 0 1 0 0,0 0-1 0 0,0 0 0 0 0,0-1 1 0 0,0 1-1 0 0,-1 0 0 0 0,1 0 0 0 0,-14 0-103 0 0,1 1 937 0 0,12-3-771 0 0,-1 1 0 0 0,1 0 0 0 0,-1-1 0 0 0,1 1 0 0 0,-1-1 0 0 0,1 1 0 0 0,0-1 0 0 0,0 0 0 0 0,0 1 0 0 0,-1-4 0 0 0,1 1-11 0 0,0 0-1 0 0,-1 1 1 0 0,1-1 0 0 0,-3-3 0 0 0,2 3-5 0 0,1 1 1 0 0,-1-1-1 0 0,1 1 0 0 0,-2-8 0 0 0,-1 1 1 0 0,4 9-4 0 0,-1 0 0 0 0,1 1-1 0 0,-1-1 1 0 0,1 0-1 0 0,-1 0 1 0 0,1 0 0 0 0,0 0-1 0 0,-1-1 1 0 0,1 1-1 0 0,0 0 1 0 0,0 0 0 0 0,0-1-1 0 0,0 13-373 0 0,1 1-1 0 0,1 0 0 0 0,3 13 0 0 0,5 13 482 0 0,-2-6 96 0 0,23 58 0 0 0,6-2-2 0 0,-19-41-117 0 0,31 54 0 0 0,21 9-16 0 0,-63-99-126 0 0,-6-8-54 0 0,0-1 0 0 0,1 1 0 0 0,-1-1 0 0 0,1 1 0 0 0,0-1-1 0 0,4 4 1 0 0,-2 3-1343 0 0,-1-4-1813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3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71 0 0 0,'0'0'9910'0'0,"-5"-9"-8979"0"0,-7-11-564 0 0,-16-21 10778 0 0,28 58-9142 0 0,2-12-1885 0 0,-1-1-1 0 0,1 1 1 0 0,-1-1 0 0 0,1 0 0 0 0,5 7 0 0 0,1 3 46 0 0,-1 0 1 0 0,7 17-1 0 0,2 5 4 0 0,-1-5 46 0 0,20 67-1 0 0,-23-62-125 0 0,6 20 112 0 0,-17-50-161 0 0,1 0 1 0 0,0-1-1 0 0,4 7 1 0 0,0 3 71 0 0,0-5-9 0 0,-1 3 39 0 0,-3-10-92 0 0,-1 0-1 0 0,1-1 0 0 0,0 1 1 0 0,-1-1-1 0 0,4 4 1 0 0,-4-6 12 0 0,-1 0-111 0 0,0 0-1 0 0,0 0 0 0 0,0 0 1 0 0,0 0-1 0 0,1 0 0 0 0,-1 0 1 0 0,0 0-1 0 0,0-1 1 0 0,0 1-1 0 0,0 0 0 0 0,0 0 1 0 0,0 0-1 0 0,1 0 0 0 0,-1 0 1 0 0,0-1-1 0 0,0 1 0 0 0,0 0 1 0 0,0 0-1 0 0,0 0 1 0 0,0 0-1 0 0,0 0 0 0 0,0-1 1 0 0,0 1-1 0 0,0 0 0 0 0,0 0 1 0 0,0 0-1 0 0,0 0 1 0 0,0-1-1 0 0,0 1 0 0 0,0 0 1 0 0,0 0-1 0 0,0 0 0 0 0,0 0 1 0 0,0-1-1 0 0,0 1 1 0 0,0 0-1 0 0,-1 0 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82 0 0 0,'0'0'17446'0'0,"-2"-9"-16551"0"0,-6-29-93 0 0,7 37-685 0 0,1 0-1 0 0,0 0 1 0 0,0 0 0 0 0,-1 0 0 0 0,1 0-1 0 0,0 0 1 0 0,0 0 0 0 0,0-1 0 0 0,0 1-1 0 0,1 0 1 0 0,-1 0 0 0 0,0 0 0 0 0,0 0-1 0 0,1-1 1 0 0,-1 1-83 0 0,1 1 0 0 0,-1 0 0 0 0,0-1 0 0 0,1 1 0 0 0,-1-1 0 0 0,1 1 0 0 0,-1 0 0 0 0,1 0 0 0 0,-1-1 0 0 0,0 1-1 0 0,1 0 1 0 0,-1 0 0 0 0,1-1 0 0 0,-1 1 0 0 0,2 0 0 0 0,1-2 212 0 0,0 1-183 0 0,0-1 0 0 0,0 1-1 0 0,1 0 1 0 0,-1 0 0 0 0,0 0-1 0 0,0 0 1 0 0,0 0 0 0 0,5 0-1 0 0,26 0 84 0 0,189 1 68 0 0,-174 7-1050 0 0,-78-10-14971 0 0,17 3 9843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0 0 0,'0'0'16510'0'0,"2"1"-16122"0"0,0-1-277 0 0,-1 0-79 0 0,0 0 1 0 0,-1 0 0 0 0,1 0 0 0 0,-1 0 0 0 0,1 0 0 0 0,0 0-1 0 0,-1 1 1 0 0,1-1 0 0 0,-1 0 0 0 0,1 0 0 0 0,-1 1-1 0 0,1-1 1 0 0,-1 0 0 0 0,1 1 0 0 0,-1-1 0 0 0,1 0 0 0 0,-1 1-1 0 0,1-1 1 0 0,0 1 0 0 0,20 6 1465 0 0,-5-5-832 0 0,1-1 1 0 0,0 0-1 0 0,30-3 1 0 0,15-12-526 0 0,-42 9-514 0 0,-20 5 285 0 0,1 0 1 0 0,-1 0-1 0 0,0 0 1 0 0,1 0-1 0 0,-1-1 1 0 0,0 1-1 0 0,0 0 1 0 0,1 0-1 0 0,-1-1 1 0 0,0 1-1 0 0,0 0 1 0 0,1 0-1 0 0,-1-1 1 0 0,0 1-1 0 0,0 0 1 0 0,0 0-1 0 0,0-1 1 0 0,1 1 0 0 0,-1 0-1 0 0,0-1 1 0 0,0 1-1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70 0 0 0,'0'0'19858'0'0,"-7"-10"-18956"0"0,-21-32-119 0 0,22 30-309 0 0,7 7 200 0 0,0 5-591 0 0,0 0 0 0 0,-1 0 0 0 0,1 0 0 0 0,0 0 0 0 0,-1 0 0 0 0,1 0 0 0 0,0 0-1 0 0,-1 0 1 0 0,1 0 0 0 0,-1 0 0 0 0,1 0 0 0 0,0 0 0 0 0,0 1 0 0 0,1-1 33 0 0,1 0-123 0 0,0 1-1 0 0,0-1 1 0 0,0 1 0 0 0,-1-1 0 0 0,1 1 0 0 0,0 0-1 0 0,-1 0 1 0 0,1 0 0 0 0,0 0 0 0 0,-1 1-1 0 0,0-1 1 0 0,1 1 0 0 0,-1-1 0 0 0,0 1 0 0 0,0 0-1 0 0,1 0 1 0 0,-2 0 0 0 0,1 0 0 0 0,0 0 0 0 0,0 1-1 0 0,-1-1 1 0 0,1 0 0 0 0,1 4 0 0 0,1 2-19 0 0,-1 0-1 0 0,1 0 1 0 0,-2 1 0 0 0,1-1 0 0 0,-1 1 0 0 0,1 11 0 0 0,3 14 12 0 0,2 37 49 0 0,-5-39-28 0 0,1 0 1 0 0,2 0-1 0 0,17 54 0 0 0,-9-47 48 0 0,26 51-1 0 0,-28-67-45 0 0,25 46 29 0 0,-36-67-133 0 0,0 0 0 0 0,1 0-1 0 0,-1-1 1 0 0,0 1-1 0 0,1 0 1 0 0,-1-1 0 0 0,3 2-1 0 0,-4-3 42 0 0,0 0 0 0 0,0 0 0 0 0,0 0 0 0 0,0 0 0 0 0,0 0 0 0 0,0 0 0 0 0,0 1 0 0 0,1-1-270 0 0,-1 0 270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0 0 0,0 0 0 0 0,0-1-216 0 0,-4-8-3391 0 0,-8-5-5435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29 0 0 0,'0'0'13855'0'0,"26"-5"-13438"0"0,77-15-99 0 0,-79 17-179 0 0,-18 4-11 0 0,1 9 35 0 0,0-1 1 0 0,0 1 0 0 0,-1 0-1 0 0,-1 0 1 0 0,0 1 0 0 0,0 0 0 0 0,-1 0-1 0 0,4 17 1 0 0,-5-20-99 0 0,-1-1-5 0 0,0-1-1 0 0,-1 0 1 0 0,0 1-1 0 0,1-1 1 0 0,-2 1-1 0 0,1-1 1 0 0,-1 1-1 0 0,0 0 1 0 0,-2 8-1 0 0,2-14-2 0 0,0-1 0 0 0,-1 1 0 0 0,1 0 0 0 0,-1 0 0 0 0,0 0 0 0 0,1-1-1 0 0,-1 1 1 0 0,1 0 0 0 0,-1-1 0 0 0,0 1 0 0 0,0-1 0 0 0,1 1 0 0 0,-1-1 0 0 0,0 1-1 0 0,0-1 1 0 0,0 1 0 0 0,1-1 0 0 0,-1 0 0 0 0,0 1 0 0 0,0-1 0 0 0,0 0 0 0 0,0 0-1 0 0,0 0 1 0 0,0 0 0 0 0,-1 0 0 0 0,-30 0 1249 0 0,22 0-958 0 0,-8-1 3 0 0,1-1 1 0 0,-1 0-1 0 0,1-2 1 0 0,-1 0-1 0 0,1 0 1 0 0,1-2-1 0 0,-1 0 1 0 0,-18-10-1 0 0,32 15-260 0 0,0-1-1 0 0,1 1 0 0 0,-1-1 1 0 0,1 0-1 0 0,-1 1 0 0 0,1-1 0 0 0,-1 0 1 0 0,1 0-1 0 0,-3-4 0 0 0,4 5-24 0 0,0-1-1 0 0,0 0 0 0 0,0 0 0 0 0,0 0 1 0 0,0 0-1 0 0,0 0 0 0 0,1 0 0 0 0,-1 0 0 0 0,1-1 1 0 0,-1 1-1 0 0,1 0 0 0 0,0 0 0 0 0,0-3 1 0 0,0 3-85 0 0,1 0 1 0 0,-1 0 0 0 0,0 0 0 0 0,1 0 0 0 0,-1 0-1 0 0,1 0 1 0 0,0 1 0 0 0,0-1 0 0 0,0 0-1 0 0,0 0 1 0 0,0 1 0 0 0,0-1 0 0 0,0 1-1 0 0,0-1 1 0 0,1 1 0 0 0,-1-1 0 0 0,1 1 0 0 0,-1 0-1 0 0,1-1 1 0 0,-1 1 0 0 0,1 0 0 0 0,0 0-1 0 0,0 0 1 0 0,-1 0 0 0 0,4 0 0 0 0,4-3-631 0 0,1 1 0 0 0,0 0 1 0 0,15-2-1 0 0,-2 3-1619 0 0,-8 2-4458 0 0,-12 0 4072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25 165 0 0 0,'0'0'22894'0'0,"-4"-1"-22538"0"0,-14-4-93 0 0,16 6 190 0 0,3 2-285 0 0,5 4-129 0 0,-5-6 3 0 0,34 36 334 0 0,-12-11-264 0 0,-17-19-105 0 0,-1-1 0 0 0,1 0 0 0 0,11 9 0 0 0,-6-6-65 0 0,-10-7 44 0 0,-1-1 0 0 0,1 0 1 0 0,0 0-1 0 0,0 0 1 0 0,0 0-1 0 0,0 0 1 0 0,1-1-1 0 0,-1 1 1 0 0,0 0-1 0 0,0 0 0 0 0,0-1 1 0 0,1 1-1 0 0,-1-1 1 0 0,0 1-1 0 0,1-1 1 0 0,-1 1-1 0 0,0-1 1 0 0,1 0-1 0 0,-1 0 0 0 0,1 0 1 0 0,-1 1-1 0 0,0-1 1 0 0,1-1-1 0 0,-1 1 1 0 0,1 0-1 0 0,1-1 1 0 0,-2 1-5 0 0,0-1 1 0 0,0 1-1 0 0,0-1 1 0 0,0 0-1 0 0,1 0 1 0 0,-1 1-1 0 0,0-1 1 0 0,0 0-1 0 0,-1 0 1 0 0,1 0-1 0 0,0 0 1 0 0,0 0-1 0 0,0 0 1 0 0,0-3-1 0 0,8-16-341 0 0,-4 5 84 0 0,-3 8 186 0 0,0 0 0 0 0,0 0 0 0 0,0-8 0 0 0,-2 13 87 0 0,0 1 0 0 0,0 0 0 0 0,1 0 0 0 0,-1 0 0 0 0,0 0 0 0 0,0 0 0 0 0,1 0 0 0 0,-1 0 0 0 0,0-1 0 0 0,1 1 0 0 0,-1 0 0 0 0,1 0 0 0 0,0 0 0 0 0,-1 0 0 0 0,1 1 0 0 0,0-1 0 0 0,-1 0 0 0 0,1 0 0 0 0,0 0 0 0 0,0 0 0 0 0,0 1 0 0 0,1-2 0 0 0,-1 2-8 0 0,1-1 1 0 0,-1 1-1 0 0,1 0 0 0 0,-1-1 1 0 0,1 1-1 0 0,-1 0 0 0 0,1 0 1 0 0,-1 0-1 0 0,1 0 0 0 0,-1 0 1 0 0,1 0-1 0 0,-1 1 1 0 0,1-1-1 0 0,1 1 0 0 0,5 1-27 0 0,-1 1 0 0 0,0 0 0 0 0,0 1 0 0 0,0 0 0 0 0,8 6 0 0 0,-2-1 39 0 0,1 0 0 0 0,1 0 0 0 0,-1-2-1 0 0,1 0 1 0 0,1 0 0 0 0,26 7 0 0 0,-27-11 14 0 0,0 0 0 0 0,15 2-1 0 0,-26-5 0 0 0,-1 0 0 0 0,1 0 0 0 0,0 0 0 0 0,-1 0 0 0 0,1 0 0 0 0,0-1 0 0 0,-1 1-1 0 0,1-1 1 0 0,-1 0 0 0 0,1 0 0 0 0,-1-1 0 0 0,0 1 0 0 0,1-1 0 0 0,4-2 0 0 0,-6 2 6 0 0,-1 1 1 0 0,1-1-1 0 0,-1 1 1 0 0,0-1-1 0 0,0 1 1 0 0,1-1-1 0 0,-1 0 1 0 0,0 0-1 0 0,0 0 1 0 0,0 1-1 0 0,-1-1 1 0 0,1 0-1 0 0,0 0 0 0 0,0-4 1 0 0,0-1 50 0 0,-1 0 0 0 0,0-15 0 0 0,0 9-30 0 0,0 8-40 0 0,-1 0 0 0 0,0 0 1 0 0,0 0-1 0 0,0 0 0 0 0,0 0 0 0 0,-1 0 0 0 0,0 0 0 0 0,-4-8 1 0 0,-4-4-61 0 0,-12-16 0 0 0,16 25 35 0 0,1 0-35 0 0,-1 1 0 0 0,0 0 0 0 0,-1 0 0 0 0,1 0 1 0 0,-14-9-1 0 0,16 13-288 0 0,0 0 1 0 0,0 1-1 0 0,-1-1 1 0 0,1 1-1 0 0,-1 0 1 0 0,0 0 0 0 0,1 1-1 0 0,-1-1 1 0 0,0 1-1 0 0,0 0 1 0 0,0 0-1 0 0,-7 1 1 0 0,12 0 325 0 0,-14 0-3092 0 0,13 1 2609 0 0,0-1 0 0 0,0 0 0 0 0,0 0 0 0 0,0 1-1 0 0,0-1 1 0 0,0 0 0 0 0,0 1 0 0 0,1-1 0 0 0,-1 1 0 0 0,0-1 0 0 0,0 1-1 0 0,0 0 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87 0 0 0,'0'0'19791'0'0,"-26"-14"-19128"0"0,-81-42-48 0 0,72 41-179 0 0,35 14-409 0 0,-1 1 0 0 0,1 0 0 0 0,-1 0 0 0 0,0 0 0 0 0,1-1 1 0 0,-1 1-1 0 0,0 0 0 0 0,1 0 0 0 0,-1 0 0 0 0,0 0 0 0 0,1 0 0 0 0,-1 0 1 0 0,0 1-1 0 0,0-1 0 0 0,-6 1 207 0 0,-11-2 409 0 0,10 1-366 0 0,0 0 0 0 0,-14 1 0 0 0,22-1-270 0 0,-1 1-1 0 0,0-1 1 0 0,0 0 0 0 0,0 1 0 0 0,0-1-1 0 0,0 1 1 0 0,1-1 0 0 0,-1 1 0 0 0,0-1 0 0 0,0 1-1 0 0,1-1 1 0 0,-1 1 0 0 0,0 0 0 0 0,1 0 0 0 0,-1-1-1 0 0,1 1 1 0 0,-2 1 0 0 0,-5 15 105 0 0,5-12-44 0 0,1 0 0 0 0,0 0-1 0 0,0 0 1 0 0,0 1 0 0 0,0-1-1 0 0,1 10 1 0 0,0-11-22 0 0,1 1 0 0 0,0 0 0 0 0,0-1 0 0 0,0 1 1 0 0,1-1-1 0 0,-1 1 0 0 0,1-1 0 0 0,0 0 0 0 0,0 1 0 0 0,1-1 0 0 0,-1 0 1 0 0,1 0-1 0 0,0-1 0 0 0,0 1 0 0 0,5 4 0 0 0,-5-5-21 0 0,-1-1-1 0 0,0 0 1 0 0,1 0 0 0 0,0 0-1 0 0,-1 0 1 0 0,1 0 0 0 0,0 0-1 0 0,0-1 1 0 0,0 0 0 0 0,0 1-1 0 0,1-1 1 0 0,-1 0-1 0 0,0 0 1 0 0,0-1 0 0 0,1 1-1 0 0,-1-1 1 0 0,0 0 0 0 0,1 0-1 0 0,-1 0 1 0 0,0 0 0 0 0,1 0-1 0 0,-1-1 1 0 0,3 0-1 0 0,-3 0-11 0 0,-1 0 0 0 0,0-1-1 0 0,0 1 1 0 0,0 0 0 0 0,-1-1-1 0 0,1 1 1 0 0,0-1 0 0 0,0 0-1 0 0,-1 0 1 0 0,1 1 0 0 0,-1-1-1 0 0,0 0 1 0 0,0 0 0 0 0,2-5 0 0 0,3-2 1 0 0,-3 4-21 0 0,0-1 0 0 0,-1 0 1 0 0,1-1-1 0 0,-1 1 0 0 0,-1 0 1 0 0,1 0-1 0 0,-1-1 0 0 0,1-11 1 0 0,-2 15-19 0 0,0 2 21 0 0,0 0 1 0 0,0 0-1 0 0,0 1 0 0 0,0-1 0 0 0,0 0 0 0 0,0 0 1 0 0,0 1-1 0 0,0-1 0 0 0,0 0 0 0 0,0 0 1 0 0,1 1-1 0 0,-1-1 0 0 0,0 0 0 0 0,1 0 0 0 0,-1 1 1 0 0,0-1-1 0 0,1 0 0 0 0,-1 1 0 0 0,1-2 0 0 0,0 2-128 0 0,4 1-346 0 0,-4 1 431 0 0,0 0 0 0 0,0-1 0 0 0,0 1 0 0 0,0 0 0 0 0,0-1 0 0 0,0 1 0 0 0,-1 0 0 0 0,1 0 0 0 0,-1 0 0 0 0,1 4 0 0 0,3 6-24 0 0,8 13 43 0 0,1-2 1 0 0,21 31-1 0 0,-14-23-16 0 0,61 98-632 0 0,-17-24 46 0 0,-64-105 626 0 0,1 0 0 0 0,-1 0 0 0 0,0 1-1 0 0,0-1 1 0 0,0 0 0 0 0,1 0 0 0 0,-1 1-1 0 0,0-1 1 0 0,0 0 0 0 0,0 1 0 0 0,0-1-1 0 0,1 0 1 0 0,-1 1 0 0 0,0-1 0 0 0,0 0 0 0 0,0 1-1 0 0,0-1 1 0 0,0 0 0 0 0,0 1 0 0 0,0-1-1 0 0,0 0 1 0 0,0 1 0 0 0,0-1 0 0 0,0 0 0 0 0,0 1-1 0 0,0-1 1 0 0,0 0 0 0 0,-1 1 0 0 0,1-1-1 0 0,0 0 1 0 0,0 1 0 0 0,-12 0-105 0 0,4-2 235 0 0,-4 0-117 0 0,0 0 1 0 0,0-1-1 0 0,0 0 1 0 0,1-1 0 0 0,-1-1-1 0 0,1 0 1 0 0,0 0 0 0 0,-19-12-1 0 0,26 14-17 0 0,1 0 0 0 0,-1-1 0 0 0,1 0 0 0 0,0 0 0 0 0,0 0 0 0 0,0 0 0 0 0,0-1 0 0 0,0 1 0 0 0,1-1 0 0 0,-1 1-1 0 0,1-1 1 0 0,0 0 0 0 0,0 0 0 0 0,1 0 0 0 0,-1 0 0 0 0,1 0 0 0 0,-1-5 0 0 0,-1-5 17 0 0,1-1 0 0 0,0 0 0 0 0,1-26 0 0 0,1 35 3 0 0,1 0 0 0 0,-1 0 1 0 0,1 0-1 0 0,1-1 0 0 0,-1 1 0 0 0,1 0 1 0 0,0 0-1 0 0,0 1 0 0 0,1-1 0 0 0,0 0 1 0 0,4-6-1 0 0,-2 5 47 0 0,0 0 1 0 0,1 0-1 0 0,0 1 0 0 0,0 0 0 0 0,0 0 1 0 0,1 0-1 0 0,12-7 0 0 0,-14 9-76 0 0,1 1-1 0 0,0 0 0 0 0,1 0 1 0 0,-1 0-1 0 0,0 1 1 0 0,1 0-1 0 0,10-2 0 0 0,-5 3-1862 0 0,20-1-1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8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48 128 3369 0 0,'0'0'12618'0'0,"1"11"-11821"0"0,4 31-124 0 0,-5-40-611 0 0,1 0 0 0 0,-1 0 0 0 0,1 0-1 0 0,0 0 1 0 0,-1 0 0 0 0,1 0 0 0 0,0 0 0 0 0,0-1-1 0 0,0 1 1 0 0,0 0 0 0 0,1 0 0 0 0,-1-1 0 0 0,0 1-1 0 0,1-1 1 0 0,-1 1 0 0 0,1-1 0 0 0,0 0 0 0 0,-1 0 0 0 0,3 2-1 0 0,4 3 205 0 0,3 3 0 0 0,22 12 1 0 0,-33-21-243 0 0,0 0 0 0 0,0 0 0 0 0,0 0 0 0 0,0 1 0 0 0,0-1 0 0 0,1 0 0 0 0,-1 0 0 0 0,0 0 0 0 0,0 0 0 0 0,0 0 0 0 0,0 0 1 0 0,0 0-1 0 0,0 0 0 0 0,1 0 0 0 0,-1 0 0 0 0,0 0 0 0 0,0 0 0 0 0,0 0 0 0 0,0 0 0 0 0,0 0 0 0 0,1 0 0 0 0,-1 0 0 0 0,0 0 0 0 0,0 0 0 0 0,0 0 0 0 0,0 0 0 0 0,0 0 0 0 0,1 0 0 0 0,-1 0 0 0 0,0 0 0 0 0,0 0 0 0 0,0 0 0 0 0,0 0 0 0 0,0 0 0 0 0,1 0 0 0 0,-1 0 0 0 0,0 0 0 0 0,0-1 0 0 0,0 1 0 0 0,0 0 0 0 0,0 0 0 0 0,0 0 0 0 0,0 0 0 0 0,0 0 0 0 0,1-1 0 0 0,-3-7 256 0 0,-9-14-370 0 0,-48-61 387 0 0,7 12 825 0 0,51 68-1007 0 0,-1 0 1 0 0,1 0-1 0 0,-1-1 1 0 0,1 1-1 0 0,0 0 0 0 0,0-1 1 0 0,0 1-1 0 0,1-1 0 0 0,-1 1 1 0 0,1-1-1 0 0,0 0 0 0 0,0 1 1 0 0,0-1-1 0 0,0 1 0 0 0,2-5 1 0 0,-2 8-130 0 0,0-1 0 0 0,0 1 0 0 0,1-1 0 0 0,-1 1 0 0 0,1-1 0 0 0,-1 1 0 0 0,0-1 0 0 0,1 1 0 0 0,-1 0 0 0 0,1-1 0 0 0,-1 1 0 0 0,1 0 0 0 0,-1-1 0 0 0,1 1 0 0 0,-1 0 0 0 0,1 0 0 0 0,-1-1 0 0 0,1 1 0 0 0,-1 0 0 0 0,1 0 0 0 0,0 0 0 0 0,-1 0 0 0 0,2 0 0 0 0,16 0-1143 0 0,-11 0 580 0 0,-3 0 112 0 0,0 1-1 0 0,0 0 1 0 0,-1 0-1 0 0,1 1 1 0 0,0-1-1 0 0,-1 0 1 0 0,1 1-1 0 0,-1 0 1 0 0,0 0-1 0 0,0 0 1 0 0,0 1-1 0 0,5 3 1 0 0,12 8-9330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76 504 0 0,'0'0'19480'0'0,"-21"-13"-18936"0"0,-64-37-108 0 0,61 38-102 0 0,23 12-319 0 0,1 0 0 0 0,-1 1 0 0 0,0-1 1 0 0,1 1-1 0 0,-1-1 0 0 0,0 1 0 0 0,1-1 0 0 0,-1 1 1 0 0,1-1-1 0 0,-1 1 0 0 0,1-1 0 0 0,-1 1 0 0 0,1 0 1 0 0,-1-1-1 0 0,1 1 0 0 0,0 0 0 0 0,-1 0 0 0 0,1-1 1 0 0,0 1-1 0 0,-1 0 0 0 0,1 0 0 0 0,0-1 0 0 0,0 1 0 0 0,0 0 1 0 0,0 0-1 0 0,0 0 0 0 0,-3 26 222 0 0,3-16-116 0 0,0-5-79 0 0,0 0 0 0 0,0 0 0 0 0,0 0 0 0 0,0 0-1 0 0,1 0 1 0 0,0 0 0 0 0,1 1 0 0 0,-1-2 0 0 0,1 1-1 0 0,5 11 1 0 0,-3-9-11 0 0,-4-7-23 0 0,1 0-1 0 0,-1-1 0 0 0,0 1 1 0 0,1 0-1 0 0,-1 0 0 0 0,1 0 1 0 0,-1-1-1 0 0,1 1 0 0 0,-1 0 1 0 0,1-1-1 0 0,-1 1 0 0 0,1 0 1 0 0,0-1-1 0 0,-1 1 1 0 0,1-1-1 0 0,0 1 0 0 0,0-1 1 0 0,0 1-1 0 0,5 1 234 0 0,-5-1-205 0 0,0-1-1 0 0,0 0 0 0 0,0 1 0 0 0,0-1 0 0 0,0 0 1 0 0,0 0-1 0 0,0 0 0 0 0,0 0 0 0 0,0 0 1 0 0,0 0-1 0 0,2 0 0 0 0,1-1 0 0 0,0 1 0 0 0,0-1 1 0 0,0 0-1 0 0,0 0 0 0 0,0 0 0 0 0,0-1 1 0 0,0 0-1 0 0,0 1 0 0 0,-1-1 0 0 0,1 0 1 0 0,5-5-1 0 0,-7 5-27 0 0,1 0 1 0 0,-1 0-1 0 0,0 0 1 0 0,0-1-1 0 0,0 1 1 0 0,0-1 0 0 0,0 1-1 0 0,0-1 1 0 0,-1 0-1 0 0,1 0 1 0 0,1-4-1 0 0,-2 2-54 0 0,1 0-1 0 0,-1-1 0 0 0,-1 1 1 0 0,1-1-1 0 0,-1-9 0 0 0,0 14 30 0 0,2 3-370 0 0,-1-1 311 0 0,1 0 0 0 0,-1 1 0 0 0,1 0 0 0 0,-1-1 0 0 0,0 1 0 0 0,1 2 0 0 0,-1-3 40 0 0,6 9 74 0 0,1 0-1 0 0,0 0 0 0 0,10 9 1 0 0,10 2-179 0 0,-20-16-924 0 0,0 1 1 0 0,7 7-1 0 0,-11-10-1207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59 176 2689 0 0,'0'0'17489'0'0,"0"6"-17464"0"0,0-3-12 0 0,0 2 12 0 0,0-1 0 0 0,0 0 0 0 0,1 0 0 0 0,-1 0 0 0 0,1 1 0 0 0,0-1 1 0 0,0 0-1 0 0,0 0 0 0 0,3 5 0 0 0,18 34 179 0 0,41 57 0 0 0,-59-93-208 0 0,3 2-16 0 0,-1 0 1 0 0,5 11-1 0 0,-10-19-7 0 0,-1-1-9 0 0,1 1-1 0 0,-1 0 1 0 0,1 0 0 0 0,-1 0 0 0 0,0 0 0 0 0,1 0 0 0 0,-1 0-1 0 0,0 0 1 0 0,0 0 0 0 0,0 0 0 0 0,0 0 0 0 0,0 0-1 0 0,0 0 1 0 0,0 0 0 0 0,0 0 0 0 0,0 1 0 0 0,0-2 51 0 0,-1 0 0 0 0,1 0 1 0 0,0 0-1 0 0,-1 1 0 0 0,1-1 1 0 0,0 0-1 0 0,0 0 0 0 0,-1 0 1 0 0,1 0-1 0 0,0 0 0 0 0,-1 0 1 0 0,1 0-1 0 0,0 0 0 0 0,-1 0 1 0 0,1 0-1 0 0,0-1 0 0 0,0 1 1 0 0,-1 0-1 0 0,1 0 1 0 0,0 0-1 0 0,-1 0 0 0 0,1 0 1 0 0,0-1-1 0 0,0 1 0 0 0,-1 0 1 0 0,-7-5 290 0 0,-6-9-79 0 0,0-1 0 0 0,0-1-1 0 0,1 0 1 0 0,-17-28 0 0 0,-13-28-266 0 0,36 59-50 0 0,1-1 0 0 0,0 0 1 0 0,1 0-1 0 0,1 0 0 0 0,0-1 0 0 0,-3-24 1 0 0,6 33 26 0 0,1 0 1 0 0,0 0-1 0 0,0 0 1 0 0,1-1-1 0 0,0 1 1 0 0,0 0-1 0 0,0 0 1 0 0,3-8-1 0 0,-2 10 38 0 0,0 0-1 0 0,0 1 0 0 0,0-1 1 0 0,0 0-1 0 0,1 1 0 0 0,-1-1 1 0 0,1 1-1 0 0,0 0 0 0 0,0 0 0 0 0,0 0 1 0 0,0 0-1 0 0,1 1 0 0 0,4-4 1 0 0,-2 3 28 0 0,0 0 0 0 0,1 0 1 0 0,-1 1-1 0 0,1 0 1 0 0,0 0-1 0 0,0 0 0 0 0,0 1 1 0 0,0 0-1 0 0,0 0 0 0 0,0 1 1 0 0,0 0-1 0 0,7 1 0 0 0,-3 0 4 0 0,0 0 0 0 0,-1 1-1 0 0,1 1 1 0 0,-1 0-1 0 0,0 0 1 0 0,1 1-1 0 0,11 6 1 0 0,-20-9-29 0 0,0 0-1 0 0,0 0 1 0 0,0 0 0 0 0,-1 1-1 0 0,1-1 1 0 0,0 1 0 0 0,-1-1-1 0 0,0 1 1 0 0,1-1 0 0 0,-1 1-1 0 0,0 0 1 0 0,0 0 0 0 0,1-1-1 0 0,-1 1 1 0 0,-1 0 0 0 0,1 0-1 0 0,0 0 1 0 0,0 0 0 0 0,-1 0-1 0 0,1 0 1 0 0,-1 1 0 0 0,0-1-1 0 0,0 0 1 0 0,1 0 0 0 0,-1 0-1 0 0,-1 0 1 0 0,1 0 0 0 0,-1 4-1 0 0,1-4 1 0 0,-1-1-1 0 0,0 0 1 0 0,1 1-1 0 0,-1-1 1 0 0,0 0-1 0 0,0 1 0 0 0,0-1 1 0 0,0 0-1 0 0,0 0 1 0 0,0 0-1 0 0,0 0 1 0 0,-1 0-1 0 0,-1 1 1 0 0,-18 10-210 0 0,4-5-184 0 0,0-1 0 0 0,0-1 0 0 0,-30 5-1 0 0,-3-3-2434 0 0,-1-2-4139 0 0,38-4 4083 0 0,-6 2-2104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0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8298 0 0,'0'0'15326'0'0,"0"0"-15371"0"0,0 0 40 0 0,0-1 0 0 0,0 1 0 0 0,0 0 0 0 0,1 0 0 0 0,-1 0 0 0 0,0-1 1 0 0,0 1-1 0 0,0 0 0 0 0,0 0 0 0 0,0 0 0 0 0,0-1 0 0 0,0 1 0 0 0,0 0 0 0 0,0 0 0 0 0,0 0 1 0 0,1 0-1 0 0,-1-1 0 0 0,0 1 0 0 0,0 0 0 0 0,0 0 0 0 0,0 0 0 0 0,0 0 0 0 0,1 0 0 0 0,-1 0 1 0 0,0-1-1 0 0,0 1 0 0 0,0 0 0 0 0,1 0 0 0 0,10 26-79 0 0,12 34 98 0 0,23 98 0 0 0,-29-79 50 0 0,2 9-43 0 0,-17-78-32 0 0,0 1 0 0 0,0-1 0 0 0,-1 1 0 0 0,0 13 534 0 0,-1-42 427 0 0,0 6-941 0 0,1-1 0 0 0,0 1 0 0 0,0 0 0 0 0,1 0 1 0 0,1 0-1 0 0,0 0 0 0 0,1 0 0 0 0,0 0 0 0 0,8-14 1 0 0,-11 24-20 0 0,1 1 0 0 0,-1-1-1 0 0,0 1 1 0 0,1-1 0 0 0,-1 1 0 0 0,1-1 0 0 0,-1 1 0 0 0,1 0 0 0 0,0 0 0 0 0,0 0 0 0 0,-1 0 0 0 0,1 0 0 0 0,0 0 0 0 0,0 0 0 0 0,0 1-1 0 0,0-1 1 0 0,0 1 0 0 0,0-1 0 0 0,0 1 0 0 0,0 0 0 0 0,0 0 0 0 0,0 0 0 0 0,3 0 0 0 0,2 0-29 0 0,1 1 0 0 0,-1 0 0 0 0,1 1 1 0 0,-1-1-1 0 0,8 4 0 0 0,24 11-140 0 0,35 19-1 0 0,-52-23-8 0 0,-19-11 91 0 0,2 1-274 0 0,-1 0-1 0 0,1 0 1 0 0,-1 1 0 0 0,0-1 0 0 0,0 1 0 0 0,0 0-1 0 0,0 0 1 0 0,5 7 0 0 0,-7-4-3055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3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17 0 0 0,'0'0'18727'0'0,"21"-3"-18229"0"0,68-8-80 0 0,-56 8-66 0 0,-33 3-332 0 0,1 0 1 0 0,0 0-1 0 0,-1 0 0 0 0,1 0 1 0 0,0 1-1 0 0,0-1 1 0 0,-1 0-1 0 0,1 0 0 0 0,0 1 1 0 0,-1-1-1 0 0,1 0 1 0 0,-1 1-1 0 0,1-1 0 0 0,0 1 1 0 0,6 4 137 0 0,-3-4-129 0 0,-1 1 0 0 0,0 0 1 0 0,0 1-1 0 0,0-1 0 0 0,0 0 0 0 0,0 1 0 0 0,0 0 1 0 0,3 4-1 0 0,0 2-57 0 0,9 17 1 0 0,-13-22 27 0 0,2 3-21 0 0,-2 0 0 0 0,5 14 0 0 0,-4-9-9 0 0,-1-5-4 0 0,-1-1 1 0 0,0 0-1 0 0,-1 1 1 0 0,0-1-1 0 0,0 8 1 0 0,0-1-44 0 0,0-12 73 0 0,-1 0 1 0 0,1 0-1 0 0,0 1 0 0 0,-1-1 0 0 0,1 0 0 0 0,-1 0 0 0 0,1 0 0 0 0,-1 0 0 0 0,1 0 0 0 0,-1 0 0 0 0,0 0 0 0 0,0 0 0 0 0,1 0 1 0 0,-1 0-1 0 0,0 0 0 0 0,0 0 0 0 0,0-1 0 0 0,0 1 0 0 0,0 0 0 0 0,0-1 0 0 0,-2 2 0 0 0,-1 0 41 0 0,1-1-1 0 0,-1 1 1 0 0,1-1-1 0 0,-1 0 1 0 0,1 0-1 0 0,-5 0 1 0 0,-3 1 116 0 0,0-1 0 0 0,-1-1 1 0 0,1 0-1 0 0,0-1 1 0 0,0 0-1 0 0,0-1 0 0 0,-15-3 1 0 0,8-1 54 0 0,-45-18 632 0 0,57 21-670 0 0,-1-1 0 0 0,1 0 0 0 0,-1 0 1 0 0,1 0-1 0 0,1-1 0 0 0,-11-9 0 0 0,14 12-154 0 0,0 0 1 0 0,1 0-1 0 0,-1 0 1 0 0,1 0 0 0 0,-1 0-1 0 0,1 0 1 0 0,0 0-1 0 0,0-1 1 0 0,0 1-1 0 0,0 0 1 0 0,0-1 0 0 0,0 1-1 0 0,1-1 1 0 0,-1 1-1 0 0,1-1 1 0 0,0 1-1 0 0,0-1 1 0 0,0 1 0 0 0,0-1-1 0 0,0 1 1 0 0,0-1-1 0 0,1 1 1 0 0,-1-1-1 0 0,1 1 1 0 0,0 0 0 0 0,0-1-1 0 0,0 1 1 0 0,0 0-1 0 0,0-1 1 0 0,0 1-1 0 0,0 0 1 0 0,1 0 0 0 0,-1 0-1 0 0,1 0 1 0 0,0 0-1 0 0,0 1 1 0 0,-1-1 0 0 0,1 0-1 0 0,0 1 1 0 0,0-1-1 0 0,0 1 1 0 0,1 0-1 0 0,-1 0 1 0 0,0-1 0 0 0,0 2-1 0 0,4-2 1 0 0,4-1-253 0 0,0 0 0 0 0,0 1-1 0 0,0 1 1 0 0,0 0 0 0 0,1 0 0 0 0,17 1 0 0 0,-18 1-835 0 0,-1 0-1 0 0,17 5 1 0 0,-19-4-905 0 0,-1 0 1 0 0,1 1-1 0 0,-1 0 1 0 0,8 4-1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247 144 4249 0 0,'0'0'14542'0'0,"-32"-21"-13039"0"0,-97-65-324 0 0,96 64-699 0 0,17 13 325 0 0,11 7-567 0 0,4 1-214 0 0,0 1 0 0 0,1 0 1 0 0,-1-1-1 0 0,1 1 0 0 0,-1 0 1 0 0,0-1-1 0 0,0 1 1 0 0,1 0-1 0 0,-1 0 0 0 0,0 0 1 0 0,1 0-1 0 0,-1 0 0 0 0,0 0 1 0 0,1 0-1 0 0,-1 0 1 0 0,0 0-1 0 0,0 0 0 0 0,1 0 1 0 0,-1 0-1 0 0,0 0 0 0 0,1 1 1 0 0,-1-1-1 0 0,0 0 0 0 0,1 1 1 0 0,-1-1-1 0 0,1 0 1 0 0,-1 1-1 0 0,0-1 0 0 0,1 1 1 0 0,-1-1-1 0 0,1 1 0 0 0,-1-1 1 0 0,1 1-1 0 0,-1-1 1 0 0,1 1-1 0 0,0-1 0 0 0,-1 1 1 0 0,1 0-1 0 0,0-1 0 0 0,-1 1 1 0 0,1 1-1 0 0,-2 2-14 0 0,1 1 0 0 0,0 0-1 0 0,1 0 1 0 0,-1 0 0 0 0,1 6-1 0 0,0 0 174 0 0,-1 9-49 0 0,0 1 0 0 0,2 0 0 0 0,0 0 0 0 0,2 0 0 0 0,6 31 0 0 0,84 219 77 0 0,-55-173-515 0 0,29 125 0 0 0,-63-201 92 0 0,-2 0 0 0 0,0 0-1 0 0,-2 23 1 0 0,1-45 157 0 0,-1 1-1 0 0,0 0 0 0 0,0 0 1 0 0,0 0-1 0 0,0 0 0 0 0,0-1 1 0 0,-1 1-1 0 0,1 0 0 0 0,0 0 1 0 0,0 0-1 0 0,0-1 0 0 0,-1 1 0 0 0,1 0 1 0 0,0 0-1 0 0,-1-1 0 0 0,1 1 1 0 0,-1 0-1 0 0,1-1 0 0 0,-1 1 1 0 0,1 0-1 0 0,-1-1 0 0 0,1 1 1 0 0,-1-1-1 0 0,0 1 0 0 0,1-1 1 0 0,-1 1-1 0 0,0-1 0 0 0,0 1 0 0 0,0-1-17 0 0,0 0-1 0 0,0 0 1 0 0,0 0-1 0 0,0 0 1 0 0,1 0-1 0 0,-1 0 1 0 0,0 0-1 0 0,0 0 1 0 0,0-1-1 0 0,0 1 1 0 0,0 0-1 0 0,1-1 1 0 0,-1 1-1 0 0,0 0 1 0 0,0-1-1 0 0,0 1 1 0 0,1-1-1 0 0,-1 1 1 0 0,0-1-1 0 0,1 0 1 0 0,-1 1-1 0 0,0-1 1 0 0,1 0-1 0 0,-1-1 1 0 0,-5-5-945 0 0,1 0 0 0 0,1-1 0 0 0,-1 0 0 0 0,-2-9 0 0 0,-6-16-8619 0 0,10 23 3998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408 49 3793 0 0,'0'0'14939'0'0,"-182"-38"-14867"0"0,149 34-88 0 0,-6 1-136 0 0,4-1-280 0 0,2 4-472 0 0,-6 0-777 0 0,12 0-1615 0 0,7 0-7459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2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0 0 0,'0'0'12247'0'0,"3"-6"-11882"0"0,9-20-78 0 0,-10 21-122 0 0,1-2 140 0 0,1 6-64 0 0,-1 1 252 0 0,-3 9-2436 0 0,0-3 2137 0 0,0-1 1 0 0,1 1-1 0 0,2 7 1 0 0,0-1 266 0 0,-2-10-333 0 0,0 0 1 0 0,0 1 0 0 0,0-1-1 0 0,0 0 1 0 0,1 0 0 0 0,-1 0-1 0 0,1 0 1 0 0,0 0 0 0 0,0 0-1 0 0,3 3 1 0 0,5 6 499 0 0,-5-7-459 0 0,-1 0 1 0 0,1 0-1 0 0,-1-1 1 0 0,7 4-1 0 0,-6-3-111 0 0,-1-3-489 0 0,3 3 597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6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9 0 0 0,'0'0'13940'0'0,"3"1"-12773"0"0,2-1-1298 0 0,3 1 2243 0 0,-20-1-132 0 0,-61-5-106 0 0,-1 0-383 0 0,72 5-1487 0 0,1 0 0 0 0,0 0-1 0 0,0 1 1 0 0,-1-1 0 0 0,1 0 0 0 0,0 1 0 0 0,0 0 0 0 0,0-1 0 0 0,-1 1 0 0 0,1 0 0 0 0,-1 1-1 0 0,-11 5 33 0 0,3-4 5 0 0,8-2 12 0 0,0 0 0 0 0,0 0 1 0 0,0-1-1 0 0,0 1 0 0 0,-1-1 0 0 0,1 1 0 0 0,-3-1 0 0 0,4 2 174 0 0,0 0-1 0 0,0-1 1 0 0,1 1 0 0 0,-1 0 0 0 0,0 0-1 0 0,0-1 1 0 0,0 5 0 0 0,-1-1-441 0 0,-4 5 221 0 0,5-9-5 0 0,0 0-1 0 0,0 0 0 0 0,0 0 0 0 0,1 0 0 0 0,-1 1 1 0 0,0-1-1 0 0,1 0 0 0 0,-1 0 0 0 0,1 1 0 0 0,-1-1 1 0 0,1 0-1 0 0,-1 3 0 0 0,1-3 4 0 0,0 1 0 0 0,-1-1 0 0 0,1 1-1 0 0,-1-1 1 0 0,1 0 0 0 0,-1 1 0 0 0,0-1 0 0 0,1 0 0 0 0,-1 1 0 0 0,-1 0-1 0 0,-5 11 10 0 0,6-9 15 0 0,-1 0 0 0 0,1 1 0 0 0,0 0 0 0 0,0-1 0 0 0,0 1 0 0 0,1 0 0 0 0,0-1 0 0 0,0 1 0 0 0,0 0 1 0 0,2 8-1 0 0,-1-2 28 0 0,1 7-12 0 0,-2-18-32 0 0,0 1 0 0 0,0-1 0 0 0,0 1 0 0 0,1-1-1 0 0,-1 1 1 0 0,0-1 0 0 0,0 1 0 0 0,1-1 0 0 0,-1 1 0 0 0,0-1 0 0 0,1 1 0 0 0,-1-1 0 0 0,0 1 0 0 0,1-1 0 0 0,-1 1 0 0 0,1-1 0 0 0,-1 0 0 0 0,1 1 0 0 0,-1-1 0 0 0,1 0 0 0 0,-1 1 0 0 0,1-1 0 0 0,0 0 0 0 0,3 2 163 0 0,1-1 0 0 0,0 1 0 0 0,7 4 0 0 0,11 5 38 0 0,-11-8-157 0 0,76 20 175 0 0,-69-19-218 0 0,-1-1 1 0 0,35 0-1 0 0,51 1-701 0 0,-103-4 630 0 0,-1 0 0 0 0,1 0-1 0 0,-1 0 1 0 0,1 0 0 0 0,-1 0 0 0 0,1 0 0 0 0,-1 0-1 0 0,1 0 1 0 0,-1-1 0 0 0,1 1 0 0 0,-1 0 0 0 0,1 0-1 0 0,-1 0 1 0 0,1-1 0 0 0,-1 1 0 0 0,0 0 0 0 0,1 0-1 0 0,-1-1 1 0 0,1 1 0 0 0,-1 0 0 0 0,0-1 0 0 0,1 1 0 0 0,-1 0-1 0 0,0-1 1 0 0,1 1 0 0 0,-1-1 0 0 0,0 0 0 0 0,1-3-2774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7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 56 0 0 0,'0'0'21190'0'0,"2"-3"-21073"0"0,7-10-63 0 0,-7 10-61 0 0,10 13-303 0 0,-2 1 326 0 0,1 0-1 0 0,0-1 1 0 0,18 13-1 0 0,16 15 41 0 0,-44-37-63 0 0,0 0-1 0 0,-1 1 1 0 0,1-1 0 0 0,0 0 0 0 0,-1 0-1 0 0,1 0 1 0 0,-1 1 0 0 0,1-1 0 0 0,-1 0-1 0 0,0 0 1 0 0,1 1 0 0 0,-1-1 0 0 0,0 0-1 0 0,0 1 1 0 0,0 1 0 0 0,0-3 10 0 0,0 1 1 0 0,0 0-1 0 0,0 0 1 0 0,0 0-1 0 0,0 0 0 0 0,0-1 1 0 0,0 1-1 0 0,-1 0 1 0 0,1 0-1 0 0,0-1 1 0 0,-1 1-1 0 0,1 0 1 0 0,0 0-1 0 0,-1-1 0 0 0,1 1 1 0 0,-1 0-1 0 0,1-1 1 0 0,-1 1-1 0 0,1 0 1 0 0,-1-1-1 0 0,0 1 0 0 0,1-1 1 0 0,-1 1-1 0 0,0-1 1 0 0,-1 1-1 0 0,-6 2 201 0 0,-1 0-1 0 0,-1-1 1 0 0,1-1-1 0 0,0 1 1 0 0,-12-1-1 0 0,0-1 301 0 0,-26-3 0 0 0,35 2-354 0 0,-1-1 0 0 0,1-1 1 0 0,-15-4-1 0 0,21 5-68 0 0,1 0-1 0 0,0 0 1 0 0,0-1 0 0 0,0 1 0 0 0,0-1-1 0 0,1 0 1 0 0,-1 0 0 0 0,1-1 0 0 0,-8-6 0 0 0,11 8-36 0 0,0 0 0 0 0,0 0 0 0 0,-1 1 0 0 0,1-1 1 0 0,1 0-1 0 0,-1 0 0 0 0,0 0 0 0 0,0-1 0 0 0,1 1 0 0 0,-1 0 1 0 0,0-3-1 0 0,1-25 237 0 0,0 15-208 0 0,1 13-71 0 0,-1-1 1 0 0,0 1-1 0 0,1-1 1 0 0,-1 1-1 0 0,1 0 0 0 0,0 0 1 0 0,0-1-1 0 0,0 1 1 0 0,0 0-1 0 0,0 0 1 0 0,0 0-1 0 0,1 0 0 0 0,-1 0 1 0 0,1 0-1 0 0,-1 0 1 0 0,1 0-1 0 0,0 1 1 0 0,2-3-1 0 0,0 1-35 0 0,-1 1 0 0 0,1-1 0 0 0,0 1 0 0 0,0 0 0 0 0,0 0 0 0 0,0 1-1 0 0,0-1 1 0 0,0 1 0 0 0,6-2 0 0 0,10 0-334 0 0,0 1 0 0 0,25 0 0 0 0,-35 3-69 0 0,-1-1 1 0 0,0 1-1 0 0,0 1 1 0 0,0-1-1 0 0,0 1 1 0 0,0 1-1 0 0,9 3 0 0 0,-16-5 65 0 0,0 0-1 0 0,-1 0 0 0 0,1 0 0 0 0,-1 0 1 0 0,0 0-1 0 0,1 0 0 0 0,-1 1 0 0 0,0-1 0 0 0,0 0 1 0 0,2 2-1 0 0,2 9-9203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63 5921 0 0,'0'0'18384'0'0,"-1"0"-18208"0"0,0 1-137 0 0,0-2-33 0 0,1 1 0 0 0,0 0 0 0 0,0 0 1 0 0,-1 0-1 0 0,1 0 0 0 0,0 0 0 0 0,-1 0 0 0 0,1 0 0 0 0,0 0 0 0 0,0 0 1 0 0,-1 1-1 0 0,1-1 0 0 0,0 0 0 0 0,0 0 0 0 0,-1 0 0 0 0,1 0 1 0 0,0 0-1 0 0,0 0 0 0 0,-1 0 0 0 0,1 1 0 0 0,0-1 0 0 0,0 0 1 0 0,0 0-1 0 0,-1 0 0 0 0,1 1 0 0 0,0-1 0 0 0,0 0 0 0 0,0 0 0 0 0,0 0 1 0 0,-1 1-1 0 0,1-1 0 0 0,0 0 0 0 0,0 1 0 0 0,0-1 40 0 0,5 7-90 0 0,32 24 124 0 0,-23-19-57 0 0,-7-5-10 0 0,16 11 0 0 0,-11-9-1 0 0,-6-5-3 0 0,1 0 1 0 0,-1 0-1 0 0,9 4 0 0 0,-1 1-20 0 0,-13-8 15 0 0,0 0 0 0 0,0 0 0 0 0,0 0 0 0 0,1-1 0 0 0,-1 1-1 0 0,0 0 1 0 0,1 0 0 0 0,-1-1 0 0 0,2 1 0 0 0,0 0 2 0 0,-2-1 35 0 0,-1 1 0 0 0,1-1 0 0 0,-1 0 0 0 0,1 0-1 0 0,0 0 1 0 0,-1 0 0 0 0,1 0 0 0 0,0 0 0 0 0,-1 0-1 0 0,1 0 1 0 0,-1 0 0 0 0,1 0 0 0 0,1 0-1 0 0,-2-1-34 0 0,1 1-1 0 0,0-1 0 0 0,-1 1 0 0 0,1-1 0 0 0,-1 0 1 0 0,1 1-1 0 0,-1-1 0 0 0,1 0 0 0 0,-1 1 0 0 0,0-1 0 0 0,1 0 1 0 0,-1 0-1 0 0,0 0 0 0 0,1 0 0 0 0,3-12-99 0 0,0 0-1 0 0,0 0 1 0 0,1-14 0 0 0,-3 3-61 0 0,-1 11 122 0 0,1 1-1 0 0,0 0 0 0 0,5-19 0 0 0,-6 28 15 0 0,6-11 166 0 0,-7 13-152 0 0,0 1 1 0 0,0 0-1 0 0,1-1 1 0 0,-1 1-1 0 0,0 0 1 0 0,1 0 0 0 0,-1-1-1 0 0,1 1 1 0 0,-1 0-1 0 0,0 0 1 0 0,1 0-1 0 0,-1-1 1 0 0,1 1-1 0 0,-1 0 1 0 0,0 0-1 0 0,1 0 1 0 0,-1 0-1 0 0,1 0 1 0 0,-1 0-1 0 0,1 0 1 0 0,-1 0 0 0 0,0 0-1 0 0,1 0 1 0 0,-1 0-1 0 0,1 0 1 0 0,-1 0-1 0 0,1 0 1 0 0,-1 1-1 0 0,0-1 1 0 0,1 0-1 0 0,-1 0 1 0 0,0 0-1 0 0,1 1 1 0 0,-1-1-1 0 0,1 0 1 0 0,1 2-25 0 0,1 0 0 0 0,-1 1 0 0 0,0-1 1 0 0,0 0-1 0 0,2 4 0 0 0,7 7-10 0 0,-5-6 28 0 0,37 39-19 0 0,-34-35 21 0 0,0-1 0 0 0,1 0 1 0 0,1 0-1 0 0,-1-1 1 0 0,1 0-1 0 0,16 9 1 0 0,-19-13 2 0 0,-6-3-25 0 0,1 0 0 0 0,1 0 0 0 0,-1 0 0 0 0,0 0 0 0 0,0-1 0 0 0,0 0 0 0 0,1 1 0 0 0,-1-1 0 0 0,1 0 0 0 0,-1-1 0 0 0,5 2 0 0 0,-7-3 34 0 0,-1 0-1 0 0,1 0 0 0 0,0 1 1 0 0,0-1-1 0 0,0 0 1 0 0,-1 0-1 0 0,1 0 1 0 0,0 0-1 0 0,-1 0 0 0 0,1 0 1 0 0,-1 0-1 0 0,1 0 1 0 0,-1 0-1 0 0,0 0 0 0 0,1-2 1 0 0,1-10-104 0 0,0-1-1 0 0,-1 0 1 0 0,0 1-1 0 0,-3-18 1 0 0,2 0 113 0 0,0 30-12 0 0,0 1 0 0 0,0 0 0 0 0,0 0-1 0 0,0-1 1 0 0,0 1 0 0 0,0 0 0 0 0,1 0 0 0 0,-1 0 0 0 0,0-1 0 0 0,0 1-1 0 0,0 0 1 0 0,1 0 0 0 0,-1 0 0 0 0,0-1 0 0 0,0 1 0 0 0,0 0 0 0 0,1 0-1 0 0,-1 0 1 0 0,0 0 0 0 0,0 0 0 0 0,1-1 0 0 0,-1 1 0 0 0,0 0 0 0 0,0 0-1 0 0,1 0 1 0 0,-1 0 0 0 0,0 0 0 0 0,1 0 0 0 0,-1 0 0 0 0,0 0 0 0 0,0 0-1 0 0,1 0 1 0 0,-1 0 0 0 0,0 0 0 0 0,0 0 0 0 0,1 0 0 0 0,-1 1 0 0 0,0-1-1 0 0,1 0 1 0 0,-1 0 0 0 0,0 0 0 0 0,0 0 0 0 0,0 0 0 0 0,1 0-1 0 0,-1 1 1 0 0,15 6-248 0 0,59 47-105 0 0,-37-25-23 0 0,2 7-2499 0 0,-32-28 1083 0 0,-3-3-1041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3993 0 0,'0'0'15386'0'0,"14"24"-15115"0"0,43 73-61 0 0,-16-29 64 0 0,62 136-88 0 0,-100-197-196 0 0,-2-5-9 0 0,1 1-1 0 0,-1 0 1 0 0,0 0 0 0 0,0-1 0 0 0,-1 1-1 0 0,2 4 1 0 0,-3-7 76 0 0,1 0 1 0 0,-1 0-1 0 0,1 0 1 0 0,-1 0-1 0 0,0 0 1 0 0,1 0-1 0 0,-1 0 0 0 0,1 0 1 0 0,-1 0-1 0 0,0 0 1 0 0,1-1-1 0 0,-1 1 1 0 0,1 0-1 0 0,-1-1 0 0 0,-108-96 617 0 0,92 79-639 0 0,0 0 1 0 0,1-2-1 0 0,-21-31 0 0 0,31 41-36 0 0,0 0 0 0 0,1-1 0 0 0,0 1 0 0 0,1-1 1 0 0,1 0-1 0 0,-1-1 0 0 0,2 1 0 0 0,-1-1 0 0 0,0-19 0 0 0,2 24-26 0 0,1 0 0 0 0,1 0 0 0 0,-1 0 0 0 0,1 0 0 0 0,0 0 0 0 0,1 0 0 0 0,3-11 0 0 0,-3 14 7 0 0,0-1 1 0 0,0 1 0 0 0,1-1-1 0 0,0 1 1 0 0,-1 0-1 0 0,2 0 1 0 0,-1 0-1 0 0,0 1 1 0 0,1-1-1 0 0,-1 1 1 0 0,7-5 0 0 0,-4 5 24 0 0,0-1 0 0 0,0 1 0 0 0,0 0 0 0 0,0 1 0 0 0,1-1 0 0 0,-1 1 0 0 0,1 0 1 0 0,0 1-1 0 0,8-1 0 0 0,0 0 22 0 0,0 2 0 0 0,0-1 0 0 0,16 3 1 0 0,-25-1-29 0 0,-1 0 0 0 0,1 0 0 0 0,-1 1 0 0 0,0-1 1 0 0,0 1-1 0 0,1 0 0 0 0,-1 1 0 0 0,-1-1 0 0 0,1 1 1 0 0,0 0-1 0 0,-1 0 0 0 0,1 1 0 0 0,-1-1 0 0 0,6 7 1 0 0,-8-8-31 0 0,-1-1 0 0 0,0 1 1 0 0,0-1-1 0 0,0 1 1 0 0,0-1-1 0 0,0 1 1 0 0,0 0-1 0 0,0-1 0 0 0,0 1 1 0 0,-1 0-1 0 0,1 0 1 0 0,-1 0-1 0 0,1 0 1 0 0,-1-1-1 0 0,0 1 0 0 0,1 0 1 0 0,-1 0-1 0 0,0 0 1 0 0,0 0-1 0 0,-1 0 0 0 0,1 0 1 0 0,0 0-1 0 0,-1-1 1 0 0,1 1-1 0 0,-1 0 1 0 0,1 0-1 0 0,-1 0 0 0 0,0-1 1 0 0,0 1-1 0 0,0 0 1 0 0,0-1-1 0 0,0 1 1 0 0,0-1-1 0 0,0 1 0 0 0,0-1 1 0 0,-1 1-1 0 0,1-1 1 0 0,-1 0-1 0 0,1 0 1 0 0,-1 0-1 0 0,-1 2 0 0 0,-6 2-642 0 0,0-1 0 0 0,0 1 0 0 0,0-1 0 0 0,0-1 0 0 0,0 0 0 0 0,-1 0 0 0 0,0-1 0 0 0,-16 2 0 0 0,4-1-4420 0 0,6 1-4013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9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34 6113 0 0,'0'0'16360'0'0,"-7"3"-16278"0"0,7 1-57 0 0,1 1 0 0 0,-1 0 0 0 0,1 0-1 0 0,0-1 1 0 0,0 1 0 0 0,1 0-1 0 0,-1-1 1 0 0,1 0 0 0 0,4 8-1 0 0,-2-5 40 0 0,1 0 0 0 0,0 0 0 0 0,0 0-1 0 0,9 8 1 0 0,3 4 20 0 0,-9-11-42 0 0,-1 0 0 0 0,13 10-1 0 0,-17-16-23 0 0,-1 0 0 0 0,1 0 0 0 0,-1 0-1 0 0,1-1 1 0 0,0 0 0 0 0,0 1 0 0 0,0-1 0 0 0,0 0 0 0 0,0 0-1 0 0,0-1 1 0 0,0 1 0 0 0,0-1 0 0 0,4 1 0 0 0,4 0 51 0 0,-9-1-50 0 0,-1 0 0 0 0,0 0 0 0 0,1 0 1 0 0,-1 1-1 0 0,1-1 0 0 0,-1 0 0 0 0,0-1 0 0 0,1 1 0 0 0,-1 0 1 0 0,0 0-1 0 0,1-1 0 0 0,-1 1 0 0 0,1 0 0 0 0,-1-1 0 0 0,0 0 0 0 0,0 1 1 0 0,1-1-1 0 0,-1 0 0 0 0,0 1 0 0 0,0-1 0 0 0,0 0 0 0 0,0 0 0 0 0,0 0 1 0 0,0 0-1 0 0,0 0 0 0 0,0 0 0 0 0,1-2 0 0 0,2-4-1 0 0,0 0-1 0 0,-1 0 0 0 0,0 0 1 0 0,0 0-1 0 0,0 0 1 0 0,-1-1-1 0 0,0 1 1 0 0,1-13-1 0 0,-1-5 75 0 0,-1-33-1 0 0,-2 30 80 0 0,1 27-123 0 0,2 6-708 0 0,46 56 429 0 0,-34-45 193 0 0,1-1 1 0 0,25 21-1 0 0,-31-28-630 0 0,15 11 35 0 0,-8-9-9197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10 608 0 0,'0'0'20989'0'0,"0"-2"-20907"0"0,-2-6-50 0 0,2 18-44 0 0,2 18 62 0 0,5-3 83 0 0,0 0-1 0 0,12 27 1 0 0,-9-21 16 0 0,12 51 0 0 0,-10-29 4 0 0,1 5 42 0 0,11 36 225 0 0,-14-68-197 0 0,17 35 1 0 0,-24-54-143 0 0,0-1 1 0 0,0 0-1 0 0,1 0 1 0 0,0-1-1 0 0,0 1 1 0 0,9 8 0 0 0,-11-12-26 0 0,0-1 0 0 0,0 1 0 0 0,0-1 0 0 0,0 0 0 0 0,0 0 0 0 0,0 0 0 0 0,1 0 0 0 0,-1 0 0 0 0,0-1 0 0 0,0 1 0 0 0,1-1 0 0 0,-1 1 0 0 0,0-1 0 0 0,1 0 0 0 0,-1 0 0 0 0,1 0 1 0 0,2 0-1 0 0,1 0 5 0 0,-1 0-71 0 0,0-1 0 0 0,0 0 0 0 0,0 0 0 0 0,-1 0-1 0 0,1 0 1 0 0,0-1 0 0 0,-1 0 0 0 0,1 0 0 0 0,-1 0-1 0 0,0 0 1 0 0,0-1 0 0 0,1 1 0 0 0,6-7-1 0 0,-7 5-603 0 0,0 0 0 0 0,1-1 0 0 0,-1 1 0 0 0,5-9 0 0 0,-6 9-863 0 0,-1 0 1 0 0,0-1-1 0 0,0 1 1 0 0,0 0-1 0 0,-1-1 0 0 0,2-5 1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385 74 5913 0 0,'0'0'15099'0'0,"-32"-10"-14382"0"0,-100-31-275 0 0,122 38-407 0 0,-4-1 107 0 0,-21-5 0 0 0,29 8-119 0 0,-8-1-212 0 0,0 0 1 0 0,0 1 0 0 0,0 1-1 0 0,-17 1 1 0 0,20 1-1601 0 0,0-1-1 0 0,0 2 1 0 0,-12 3 0 0 0,11-2-8280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1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49 3289 0 0,'0'0'17982'0'0,"-23"-7"-17551"0"0,-67-25-86 0 0,60 23-143 0 0,20 8-21 0 0,4 2-88 0 0,-1-2 1 0 0,2 1-44 0 0,0 0 0 0 0,0 1 1 0 0,0-1-1 0 0,-5 2 1 0 0,9-2-49 0 0,-1 1 1 0 0,0-1 0 0 0,1 1-1 0 0,-1 0 1 0 0,1 0 0 0 0,-1 0-1 0 0,1 0 1 0 0,-1 0 0 0 0,1 0 0 0 0,-1 0-1 0 0,1 0 1 0 0,0 0 0 0 0,0 1-1 0 0,-2 1 1 0 0,-4 6 10 0 0,-2 2 14 0 0,4-1-8 0 0,-6 12 30 0 0,6-8-19 0 0,3-12-16 0 0,1 1-1 0 0,0-1 0 0 0,0 1 1 0 0,0 0-1 0 0,1-1 1 0 0,-1 1-1 0 0,0 0 0 0 0,1 5 1 0 0,0-2 23 0 0,0-2 62 0 0,0 0 1 0 0,0 0-1 0 0,0-1 0 0 0,2 7 0 0 0,-2-9-57 0 0,1 1 0 0 0,-1-1 0 0 0,1 1 0 0 0,0-1 0 0 0,0 1 0 0 0,0-1 0 0 0,0 1 0 0 0,0-1 0 0 0,0 0 0 0 0,0 0 0 0 0,0 1 0 0 0,0-1 0 0 0,2 1 0 0 0,5 3 18 0 0,-1-1-1 0 0,1 1 1 0 0,-1-2-1 0 0,1 1 1 0 0,0-1 0 0 0,1 0-1 0 0,-1-1 1 0 0,0 0-1 0 0,1 0 1 0 0,0-1-1 0 0,-1 0 1 0 0,1 0 0 0 0,0-1-1 0 0,14-2 1 0 0,-21 2-51 0 0,0 0 1 0 0,0-1 0 0 0,0 0-1 0 0,0 1 1 0 0,0-1 0 0 0,0 0 0 0 0,0 0-1 0 0,-1 0 1 0 0,1 0 0 0 0,0-1-1 0 0,-1 1 1 0 0,1 0 0 0 0,-1-1-1 0 0,1 1 1 0 0,-1-1 0 0 0,0 0-1 0 0,1 1 1 0 0,0-4 0 0 0,3-3 2 0 0,0-1 0 0 0,5-15 0 0 0,-8 20-28 0 0,-1-1 8 0 0,0 1 1 0 0,0 0-1 0 0,0 0 1 0 0,0-9-1 0 0,-1 10 18 0 0,0-1 1 0 0,0 1-1 0 0,1-1 0 0 0,0 1 0 0 0,-1-1 0 0 0,3-5 0 0 0,-3 9-17 0 0,0 0 0 0 0,1 0 0 0 0,-1-1 0 0 0,0 1 0 0 0,0 0 0 0 0,0 0 0 0 0,0 0 0 0 0,0-1-1 0 0,0 1 1 0 0,1 0 0 0 0,-1 0 0 0 0,0 0 0 0 0,0-1 0 0 0,0 1 0 0 0,1 0 0 0 0,-1 0 0 0 0,0 0 0 0 0,0 0 0 0 0,0-1 0 0 0,1 1 0 0 0,-1 0 0 0 0,0 0-1 0 0,0 0 1 0 0,1 0 0 0 0,-1 0 0 0 0,0 0 0 0 0,0 0 0 0 0,1 0 0 0 0,-1 0 0 0 0,0 0 0 0 0,0 0 0 0 0,1 0 0 0 0,-1 0 0 0 0,0 0 0 0 0,1 0 0 0 0,-1 0 0 0 0,0 0-1 0 0,0 0 1 0 0,1 0 0 0 0,-1 0 0 0 0,0 0 0 0 0,0 1 0 0 0,0-1 0 0 0,1 0 0 0 0,-1 0 0 0 0,0 0 0 0 0,0 0 0 0 0,0 1 0 0 0,1-1 0 0 0,-1 0 0 0 0,12 15-383 0 0,-5-5 388 0 0,13 12-381 0 0,46 37 0 0 0,-25-24-3973 0 0,-34-29 811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1016 0 0,'0'0'21487'0'0,"-3"-9"-21209"0"0,-11-31-62 0 0,10 30 107 0 0,5 26-1201 0 0,1-13 858 0 0,-1-2 16 0 0,-1 0 0 0 0,1 0 1 0 0,-1 0-1 0 0,1 0 0 0 0,-1 0 0 0 0,0 0 1 0 0,1 0-1 0 0,-1 0 0 0 0,0 0 0 0 0,0 1 1 0 0,0-1-7 0 0,0 14-15 0 0,-3 38 180 0 0,1-41-81 0 0,1 0 0 0 0,0 1-1 0 0,1-1 1 0 0,0 0 0 0 0,4 21 0 0 0,6 7 231 0 0,1 0 0 0 0,2 0 0 0 0,19 41 0 0 0,-23-63-201 0 0,0 0 1 0 0,1-1-1 0 0,23 31 0 0 0,-30-44-105 0 0,0-1 1 0 0,-1 0-1 0 0,1 0 0 0 0,0-1 0 0 0,1 1 1 0 0,-1-1-1 0 0,0 1 0 0 0,1-1 0 0 0,0 0 1 0 0,-1-1-1 0 0,1 1 0 0 0,0 0 0 0 0,0-1 1 0 0,0 0-1 0 0,0 0 0 0 0,0 0 0 0 0,0-1 1 0 0,0 1-1 0 0,0-1 0 0 0,6 0 0 0 0,-9 0-39 0 0,-1 0-1 0 0,1 0 0 0 0,0 0 0 0 0,0-1 1 0 0,-1 1-1 0 0,1 0 0 0 0,0 0 0 0 0,0-1 1 0 0,-1 1-1 0 0,1 0 0 0 0,0-1 1 0 0,-1 1-1 0 0,1-1 0 0 0,-1 1 0 0 0,1-1 1 0 0,0 1-1 0 0,-1-1 0 0 0,1 1 0 0 0,-1-1 1 0 0,1 1-1 0 0,-1-1 0 0 0,0 0 1 0 0,1 1-1 0 0,0-2 0 0 0,5-21-3994 0 0,-3 12-2721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12 10018 0 0,'0'0'12640'0'0,"-21"-2"-12777"0"0,-66-7-22 0 0,55 8-50 0 0,18 4-76 0 0,6-1 78 0 0,-50 14-2325 0 0,22-4-5843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7434 0 0,'0'0'16171'0'0,"0"-1"-16172"0"0,0 1 1 0 0,0 0-1 0 0,0 0 0 0 0,0 0 0 0 0,0 0 1 0 0,0 0-1 0 0,1 0 0 0 0,-1 0 0 0 0,0 0 1 0 0,0 0-1 0 0,0 0 0 0 0,0 0 0 0 0,0 0 1 0 0,0 0-1 0 0,0 0 0 0 0,0 0 0 0 0,0 0 1 0 0,0 0-1 0 0,1 0 0 0 0,-1 0 0 0 0,0 0 1 0 0,0 0-1 0 0,0 0 0 0 0,0 0 0 0 0,0 0 1 0 0,0 0-1 0 0,0 0 0 0 0,0 0 0 0 0,1 0 1 0 0,-1 0-1 0 0,0 0 0 0 0,0 0 0 0 0,0 0 1 0 0,0 0-1 0 0,0 0 0 0 0,0 0 0 0 0,0 0 1 0 0,0 0-1 0 0,0 0 0 0 0,1 0 0 0 0,2 4 0 0 0,1 0-1 0 0,-1 0 0 0 0,1 0 0 0 0,-1 1 0 0 0,0-1 0 0 0,-1 1 1 0 0,1 0-1 0 0,-1 0 0 0 0,2 6 0 0 0,0-2-18 0 0,9 15 0 0 0,3 12-44 0 0,-13-26-3428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8 9514 0 0,'0'0'12547'0'0,"-15"-7"-18909"0"0,11 19 4362 0 0,2-3-1929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3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1 632 0 0,'0'0'19103'0'0,"7"1"-19178"0"0,-4-1 71 0 0,3 0-2 0 0,-1 1 0 0 0,0 0 0 0 0,1 0 0 0 0,-1 0 0 0 0,0 1 0 0 0,1 0 0 0 0,-1 0 0 0 0,0 0 0 0 0,0 0 0 0 0,4 4 0 0 0,8 7 8 0 0,-2 0 1 0 0,0 1 0 0 0,0 1 0 0 0,16 22 0 0 0,-27-31-9 0 0,0 0-1 0 0,0 0 0 0 0,-1 1 1 0 0,0-1-1 0 0,0 1 1 0 0,-1 0-1 0 0,0-1 1 0 0,0 1-1 0 0,0 0 1 0 0,-1 0-1 0 0,0 0 0 0 0,0 10 1 0 0,-1-15 19 0 0,0-1 1 0 0,-1 1 0 0 0,1-1-1 0 0,0 0 1 0 0,-1 1 0 0 0,1-1-1 0 0,-1 0 1 0 0,1 1-1 0 0,-1-1 1 0 0,0 0 0 0 0,0 0-1 0 0,0 1 1 0 0,1-1-1 0 0,-1 0 1 0 0,0 0 0 0 0,0 0-1 0 0,-1 0 1 0 0,1 0-1 0 0,0 0 1 0 0,0-1 0 0 0,0 1-1 0 0,0 0 1 0 0,-1-1 0 0 0,1 1-1 0 0,0 0 1 0 0,-1-1-1 0 0,1 0 1 0 0,-1 1 0 0 0,-1-1-1 0 0,-4 2 209 0 0,-1-1-1 0 0,1 0 1 0 0,-1 0 0 0 0,-8 0-1 0 0,6-1-3 0 0,-1 0-1 0 0,1-1 0 0 0,-1 0 1 0 0,1-1-1 0 0,-12-3 0 0 0,21 5-202 0 0,-57-19 726 0 0,51 16-648 0 0,0 0 0 0 0,1-1 0 0 0,-1 1 0 0 0,1-2 0 0 0,0 1 0 0 0,-7-6 0 0 0,8 5 48 0 0,0 0-1 0 0,1 0 0 0 0,-1 0 0 0 0,-4-8 1 0 0,7 10-86 0 0,0 0 1 0 0,1-1-1 0 0,-1 1 0 0 0,1 0 1 0 0,0 0-1 0 0,0-1 1 0 0,0 1-1 0 0,1 0 0 0 0,-1-1 1 0 0,1-6-1 0 0,-1-1 23 0 0,1 7-67 0 0,-1 1 1 0 0,1-1-1 0 0,0 1 1 0 0,0-1-1 0 0,1 0 0 0 0,-1 1 1 0 0,1-1-1 0 0,0 1 1 0 0,-1-1-1 0 0,2 1 1 0 0,2-7-1 0 0,-3 8-93 0 0,1 0 0 0 0,0 0 0 0 0,0 0 0 0 0,0 0 1 0 0,0 0-1 0 0,0 0 0 0 0,0 1 0 0 0,0-1 0 0 0,1 1 0 0 0,-1-1 0 0 0,1 1 0 0 0,-1 0 0 0 0,1 0 1 0 0,-1 0-1 0 0,1 0 0 0 0,0 1 0 0 0,-1-1 0 0 0,1 1 0 0 0,0 0 0 0 0,-1-1 0 0 0,6 2 0 0 0,0-1-810 0 0,1 0-1 0 0,-1 1 1 0 0,10 2-1 0 0,-13-2-1451 0 0,0 0-1 0 0,0 1 1 0 0,7 3-1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56 2489 0 0,'0'0'22260'0'0,"-4"-10"-22184"0"0,-10-28-73 0 0,13 31-34 0 0,4 6 2 0 0,4 6-22 0 0,-7-5 46 0 0,19 17-31 0 0,-2 1 1 0 0,0 0-1 0 0,24 33 0 0 0,-32-39-67 0 0,1 0-1 0 0,16 15 0 0 0,0 1-198 0 0,-26-27 299 0 0,1-1 0 0 0,-1 1 0 0 0,1 0 0 0 0,-1-1 0 0 0,1 1 0 0 0,0-1 0 0 0,-1 1 0 0 0,1 0 0 0 0,0-1 0 0 0,0 1 0 0 0,-1-1 0 0 0,1 0 0 0 0,0 1 0 0 0,0-1-1 0 0,0 0 1 0 0,-1 1 0 0 0,1-1 0 0 0,0 0 0 0 0,0 0 0 0 0,0 0 0 0 0,0 0 0 0 0,1 0 0 0 0,-1 0 18 0 0,0 0 1 0 0,0-1-1 0 0,-1 1 0 0 0,1-1 0 0 0,0 0 0 0 0,0 1 0 0 0,-1-1 0 0 0,1 0 0 0 0,0 1 1 0 0,-1-1-1 0 0,1 0 0 0 0,0 0 0 0 0,-1 1 0 0 0,1-1 0 0 0,-1 0 0 0 0,0 0 0 0 0,1 0 0 0 0,-1 0 1 0 0,0 0-1 0 0,1-1 0 0 0,13-46 16 0 0,7-18 23 0 0,-21 65-52 0 0,1-3 11 0 0,1-1 1 0 0,0 0-1 0 0,0 1 1 0 0,0-1-1 0 0,0 1 1 0 0,1-1 0 0 0,0 1-1 0 0,0 0 1 0 0,0 0-1 0 0,0 1 1 0 0,7-7-1 0 0,-8 9-17 0 0,-1 1-1 0 0,0-1 0 0 0,1 1 1 0 0,-1-1-1 0 0,0 1 0 0 0,1 0 1 0 0,-1-1-1 0 0,0 1 0 0 0,1 0 1 0 0,-1 0-1 0 0,1 0 0 0 0,-1 0 1 0 0,3 1-1 0 0,0-1-26 0 0,-1 1-1 0 0,1 0 1 0 0,0-1 0 0 0,4 3 0 0 0,11 7-36 0 0,-1 0 0 0 0,23 18 0 0 0,4 1-35 0 0,14 13-349 0 0,-47-34-55 0 0,0 1 0 0 0,16 16 0 0 0,-7-5-6640 0 0,-18-17 5047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41 0 0 0,'0'0'22712'0'0,"-4"-5"-22540"0"0,-11-17-59 0 0,11 16 27 0 0,4 3-248 0 0,0 3 108 0 0,0 0 1 0 0,0 0-1 0 0,-1 0 1 0 0,1 0-1 0 0,0 0 1 0 0,0 0-1 0 0,0 0 1 0 0,0 0-1 0 0,0 0 0 0 0,0 0 1 0 0,0 0-1 0 0,-1 0 1 0 0,1 0-1 0 0,0 0 1 0 0,0 0-1 0 0,0 0 1 0 0,0 0-1 0 0,0 0 0 0 0,0 0 1 0 0,0 0-1 0 0,-1 0 1 0 0,1 0-1 0 0,0 0 1 0 0,0 0-1 0 0,0 0 1 0 0,0 0-1 0 0,0 0 1 0 0,0 0-1 0 0,0-1 0 0 0,0 1 1 0 0,-1 0-1 0 0,1 0 1 0 0,0 0-1 0 0,0 0 1 0 0,0 0-1 0 0,0 0 1 0 0,0 0-1 0 0,0 0 1 0 0,0 0-1 0 0,0-1 0 0 0,0 1 1 0 0,0 0-1 0 0,0 0 1 0 0,0 0-2 0 0,0 0 1 0 0,0 0-1 0 0,0-1 1 0 0,0 1-1 0 0,0 0 1 0 0,0 0-1 0 0,-1 0 1 0 0,1 0 0 0 0,0 0-1 0 0,0 0 1 0 0,0 0-1 0 0,0 0 1 0 0,0 0-1 0 0,0-1 1 0 0,0 1-1 0 0,0 0 1 0 0,0 0-1 0 0,0 0 1 0 0,0 0-1 0 0,0 0 1 0 0,-1 0-1 0 0,1 0 1 0 0,0 0-1 0 0,0 0 1 0 0,0 0 0 0 0,0 0-1 0 0,0 0 1 0 0,0 0-1 0 0,0 0 1 0 0,0 0-1 0 0,-1 0 1 0 0,1 0-1 0 0,0 0 1 0 0,0 0-1 0 0,0 0 1 0 0,0 0-1 0 0,0 0 1 0 0,0 0-1 0 0,0 0 1 0 0,0 0-1 0 0,-1 0 1 0 0,1 0 0 0 0,0 0-1 0 0,0 0 1 0 0,0 0-20 0 0,-18 0-2237 0 0,11 1 1438 0 0,1 0 1 0 0,0 0-1 0 0,-10 4 0 0 0,1 0-4950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28 0 0 0,'0'0'11581'0'0,"-2"-2"-10321"0"0,-7-8 6926 0 0,9-3-4552 0 0,0 10-2497 0 0,0 11 659 0 0,1 3-1739 0 0,0 0 1 0 0,1 0-1 0 0,3 13 0 0 0,4 18 23 0 0,18 142 76 0 0,-23-142-134 0 0,-4-33-16 0 0,0-1 1 0 0,1 0-1 0 0,0 0 0 0 0,0 1 0 0 0,1-1 0 0 0,3 9 1 0 0,-4-13-6 0 0,0-1 0 0 0,0 1 0 0 0,0 0 0 0 0,0-1 0 0 0,-1 1 0 0 0,0 5 0 0 0,2 11 33 0 0,0-8-25 0 0,-3-10-1 0 0,1-1-1 0 0,1 0 0 0 0,-1 0 0 0 0,0 1 1 0 0,0-1-1 0 0,0 0 0 0 0,1 0 1 0 0,-1 0-1 0 0,0 1 0 0 0,1-1 1 0 0,-1 0-1 0 0,1 0 0 0 0,0 0 0 0 0,0 2 1 0 0,0-2 12 0 0,0 1-1 0 0,0 0 1 0 0,0 0 0 0 0,-1-1 0 0 0,1 1 0 0 0,-1 0 0 0 0,1 0 0 0 0,-1 0 0 0 0,0 0 0 0 0,0 2-1 0 0,0-2 5 0 0,1 0 0 0 0,-1 0 0 0 0,0 0 0 0 0,1 0 0 0 0,-1 0-1 0 0,1 0 1 0 0,1 3 0 0 0,0 3 60 0 0,-2-8-79 0 0,0 0 0 0 0,0 1 0 0 0,0-1 0 0 0,0 1 0 0 0,1-1 0 0 0,-1 1 0 0 0,0-1 0 0 0,0 0 0 0 0,0 1 0 0 0,0-1 0 0 0,0 1 0 0 0,1-1 0 0 0,-1 0 0 0 0,0 1 0 0 0,0-1 1 0 0,1 0-1 0 0,-1 1 0 0 0,0-1 0 0 0,1 0 0 0 0,-1 1 0 0 0,1-1 0 0 0,-1 0 46 0 0,0 0-161 0 0,0 0 7 0 0,1 0 0 0 0,-1 0 0 0 0,0 0 0 0 0,0 0 0 0 0,0 0 0 0 0,1 0 0 0 0,-1 0 0 0 0,0 0 0 0 0,0 0 0 0 0,0 0 0 0 0,0 0 0 0 0,1 0 0 0 0,-1 0 0 0 0,0 0-1 0 0,0 0 1 0 0,0 0 0 0 0,0 0 0 0 0,1 0 0 0 0,-1 0 0 0 0,0-1 0 0 0,0 1 0 0 0,0 0 0 0 0,0 0 0 0 0,0 0 0 0 0,0 0 0 0 0,1 0 0 0 0,-1 0 0 0 0,0-1 0 0 0,0 1 0 0 0,0 0 0 0 0,0 0 0 0 0,0 0 0 0 0,0 0 0 0 0,0-1 0 0 0,0 1 0 0 0,0 0 0 0 0,0 0 0 0 0,0-1 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6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11 576 0 0,'0'0'24232'0'0,"0"-2"-23953"0"0,0-3 658 0 0,0 5-925 0 0,0 0 0 0 0,0 0 1 0 0,0 0-1 0 0,0 0 0 0 0,0-1 1 0 0,0 1-1 0 0,0 0 0 0 0,0 0 1 0 0,0 0-1 0 0,0 0 0 0 0,0 0 0 0 0,0 0 1 0 0,0 0-1 0 0,0 0 0 0 0,0 0 1 0 0,0-1-1 0 0,0 1 0 0 0,0 0 0 0 0,0 0 1 0 0,0 0-1 0 0,0 0 0 0 0,0 0 1 0 0,0 0-1 0 0,0 0 0 0 0,0 0 0 0 0,0 0 1 0 0,0-1-1 0 0,0 1 0 0 0,0 0 1 0 0,0 0-1 0 0,0 0 0 0 0,0 0 0 0 0,0 0 1 0 0,0 0-1 0 0,0 0 0 0 0,-1 0 1 0 0,1 0-1 0 0,0 0 0 0 0,0 0 1 0 0,0 0-1 0 0,0 0 0 0 0,0 0 0 0 0,0 0 1 0 0,0 0-1 0 0,0-1 0 0 0,0 1 1 0 0,-1 0-1 0 0,1 0 0 0 0,0 0 0 0 0,0 0 1 0 0,0 0-1 0 0,0 0 0 0 0,0 0 1 0 0,0 0-1 0 0,0 1 0 0 0,0-1 0 0 0,0 0 1 0 0,-1 0-1 0 0,1 0 0 0 0,0 0 1 0 0,0 0-1 0 0,0 0 0 0 0,0 0 1 0 0,0 0-1 0 0,0 0 0 0 0,-1 1-21 0 0,1-1-17 0 0,-8 9-92 0 0,6-5 120 0 0,0-1-1 0 0,0-1 1 0 0,0 1 0 0 0,0 0 0 0 0,0 0 0 0 0,-5 3 0 0 0,-4 5 15 0 0,-69 90 5 0 0,29-39-10 0 0,17-18-13 0 0,16-18-4 0 0,-10 11-9 0 0,28-32-85 0 0,-9 2-61 0 0,2-3 87 0 0,6-3 73 0 0,1-1-1 0 0,-1 0 1 0 0,1 0-1 0 0,-1 1 1 0 0,1-1-1 0 0,-1 0 1 0 0,1 0-1 0 0,0 1 1 0 0,-1-1-1 0 0,1 1 1 0 0,-1-1-1 0 0,1 0 1 0 0,0 1-1 0 0,-1-1 1 0 0,1 1-1 0 0,0-1 0 0 0,-1 1 1 0 0,1-1-1 0 0,0 1 1 0 0,0-1-1 0 0,0 1 1 0 0,-1-1-1 0 0,1 1 1 0 0,0-1-1 0 0,0 1 1 0 0,0 0-1 0 0,0 0 235 0 0,0 0-228 0 0,0 1-3 0 0,0-1 12 0 0,1-1 18 0 0,1 0 0 0 0,-1 0 0 0 0,0 0 1 0 0,0 0-1 0 0,0 1 0 0 0,1-1 0 0 0,-1 1 1 0 0,0-1-1 0 0,0 1 0 0 0,2 0 1 0 0,-2 0-8 0 0,74 28 288 0 0,120 29 1 0 0,-60-20-313 0 0,-109-31-8 0 0,-15-4-127 0 0,0 0-1 0 0,18 8 1 0 0,-22-9-4271 0 0,-14-3-1273 0 0,-10 0-3391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7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57 242 0 0 0,'0'0'21106'0'0,"16"-8"-20779"0"0,53-25-29 0 0,-53 25-57 0 0,-9 5 37 0 0,-1 0-1 0 0,0 0 1 0 0,1 0-1 0 0,-1-1 1 0 0,-1 0-1 0 0,10-7 1 0 0,-15 10-257 0 0,1 0 52 0 0,0 0 1 0 0,0 0-1 0 0,0-1 1 0 0,-1 1-1 0 0,1-1 0 0 0,0 1 1 0 0,-1 0-1 0 0,1-1 1 0 0,-1 1-1 0 0,1-1 1 0 0,-1 1-1 0 0,0-1 1 0 0,0 1-1 0 0,1-1 1 0 0,-1-1-1 0 0,-2-25 361 0 0,2 24-420 0 0,-1 0 0 0 0,0 0 0 0 0,-1 0 0 0 0,1 0 0 0 0,-1 1 0 0 0,0-1 0 0 0,0 0 0 0 0,-2-3 0 0 0,-21-27 227 0 0,21 29-171 0 0,0 1 31 0 0,0 0 1 0 0,0 0 0 0 0,0 0 0 0 0,0 1-1 0 0,0-1 1 0 0,-9-4 0 0 0,12 8-102 0 0,0 0 1 0 0,-1-1-1 0 0,1 1 1 0 0,0 0-1 0 0,-1 0 1 0 0,1 0-1 0 0,0 0 0 0 0,0 0 1 0 0,-1 1-1 0 0,1-1 1 0 0,0 0-1 0 0,0 1 1 0 0,-2 0-1 0 0,-16 6-30 0 0,16-5 27 0 0,-11 6 6 0 0,13-7-2 0 0,-1 0 0 0 0,1 0-1 0 0,-1 0 1 0 0,0 0 0 0 0,0 0 0 0 0,1 0 0 0 0,-5 0-1 0 0,3 1 4 0 0,2 0 1 0 0,-9-2-11 0 0,-6 8 27 0 0,0 1-13 0 0,5 3-5 0 0,11-12-3 0 0,-1 0 0 0 0,1 1 1 0 0,-1 0-1 0 0,1-1 0 0 0,-1 1 0 0 0,1-1 0 0 0,-1 1 1 0 0,1 0-1 0 0,0-1 0 0 0,-1 1 0 0 0,1 0 1 0 0,0-1-1 0 0,0 1 0 0 0,-1 0 0 0 0,1-1 0 0 0,0 1 1 0 0,0 0-1 0 0,0 0 0 0 0,0 1 0 0 0,0 17 96 0 0,0-13-65 0 0,0-1-7 0 0,1-1-1 0 0,0 1 1 0 0,0-1 0 0 0,0 0 0 0 0,0 0 0 0 0,1 1 0 0 0,-1-1 0 0 0,1 0 0 0 0,0 0-1 0 0,0 0 1 0 0,1-1 0 0 0,-1 1 0 0 0,1-1 0 0 0,4 6 0 0 0,7 4 52 0 0,-1 0 1 0 0,18 12-1 0 0,-21-17-60 0 0,13 9 11 0 0,0-1 0 0 0,41 22 0 0 0,-57-36-14 0 0,-1 1 0 0 0,1-1-1 0 0,-1-1 1 0 0,1 1 0 0 0,0-1 0 0 0,0 0 0 0 0,0 0 0 0 0,0-1-1 0 0,11-1 1 0 0,-8 1-5 0 0,-6 0-21 0 0,-1 0 1 0 0,0-1-1 0 0,1 0 0 0 0,-1 1 1 0 0,1-1-1 0 0,-1-1 0 0 0,0 1 1 0 0,0 0-1 0 0,4-3 0 0 0,1-1-249 0 0,0 0 0 0 0,10-9-1 0 0,-11 7-839 0 0,1 0-1 0 0,10-14 0 0 0,-1-6-6012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8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9594 0 0,'0'0'15399'0'0,"-2"1"-15391"0"0,2-1-20 0 0,0 0-1 0 0,-1 0 0 0 0,1 0 1 0 0,0 0-1 0 0,-1 0 0 0 0,1 0 1 0 0,-1 0-1 0 0,1 0 1 0 0,0 0-1 0 0,-1 1 0 0 0,1-1 1 0 0,0 0-1 0 0,-1 0 0 0 0,1 0 1 0 0,0 1-1 0 0,0-1 0 0 0,-1 0 1 0 0,1 0-1 0 0,0 1 0 0 0,0-1 1 0 0,-1 0-1 0 0,1 1 0 0 0,-1 11-301 0 0,1-11 313 0 0,0 3 32 0 0,0-1 0 0 0,0 1 0 0 0,0-1 0 0 0,1 1 0 0 0,-1-1 0 0 0,1 1 0 0 0,0-1 0 0 0,0 0 0 0 0,1 0 0 0 0,-1 1 0 0 0,3 3 0 0 0,9 17 284 0 0,-11-18-217 0 0,1-1-1 0 0,0 1 1 0 0,8 9-1 0 0,-5-5 70 0 0,-6-9-150 0 0,0 0 0 0 0,1 0 1 0 0,-1-1-1 0 0,1 1 0 0 0,-1 0 0 0 0,1 0 0 0 0,0 0 0 0 0,-1 0 0 0 0,1-1 0 0 0,0 1 0 0 0,-1 0 0 0 0,2 0 1 0 0,12 12 197 0 0,-13-11-171 0 0,1 0 0 0 0,-1 0 0 0 0,1 0 0 0 0,0-1 0 0 0,0 1 0 0 0,0-1 1 0 0,2 2-1 0 0,1 0 63 0 0,-3-2-45 0 0,-1 0 0 0 0,1 0-1 0 0,-1 0 1 0 0,1 0-1 0 0,-1-1 1 0 0,1 1-1 0 0,0-1 1 0 0,-1 1-1 0 0,1-1 1 0 0,0 1-1 0 0,0-1 1 0 0,-1 0-1 0 0,1 0 1 0 0,0 0-1 0 0,0 0 1 0 0,2-1-1 0 0,-2 0-53 0 0,0-1 0 0 0,0 1-1 0 0,0-1 1 0 0,0 0 0 0 0,-1 1-1 0 0,1-1 1 0 0,2-3 0 0 0,-2 2-15 0 0,6-9-64 0 0,0-1 0 0 0,-1 0 0 0 0,11-26 0 0 0,-16 33 118 0 0,-2 5-37 0 0,0 1-1 0 0,0-1 0 0 0,1 0 1 0 0,-1 1-1 0 0,0-1 1 0 0,0 1-1 0 0,0-1 0 0 0,0 1 1 0 0,1-1-1 0 0,-1 1 1 0 0,0-1-1 0 0,1 1 0 0 0,-1-1 1 0 0,0 1-1 0 0,1-1 1 0 0,-1 1-1 0 0,1 0 0 0 0,-1-1 1 0 0,0 1-1 0 0,1-1 0 0 0,-1 1 1 0 0,1 0-1 0 0,-1 0 1 0 0,1-1-1 0 0,-1 1 0 0 0,1 0 1 0 0,0 0-1 0 0,-1 0 1 0 0,1-1-1 0 0,-1 1 0 0 0,1 0 1 0 0,-1 0-1 0 0,1 0 0 0 0,-1 0 1 0 0,1 0-1 0 0,0 0 1 0 0,0 0-78 0 0,-1 2-14 0 0,1-1 1 0 0,-1 1 0 0 0,1-1 0 0 0,0 1 0 0 0,0-1-1 0 0,-1 0 1 0 0,1 0 0 0 0,0 1 0 0 0,1 0 0 0 0,6 9-48 0 0,90 192-144 0 0,-90-185 220 0 0,26 65-117 0 0,-5-4 28 0 0,-21-58 51 0 0,-2-1 0 0 0,7 43 0 0 0,-11-51 41 0 0,0-2-66 0 0,-1 0 1 0 0,-1 0-1 0 0,1 0 1 0 0,-1 1-1 0 0,-2 9 0 0 0,1-17 75 0 0,0-1-1 0 0,0 1 0 0 0,0-1 0 0 0,0 0 1 0 0,0 0-1 0 0,-1 0 0 0 0,1 1 0 0 0,0-1 0 0 0,-1 0 1 0 0,0 0-1 0 0,0-1 0 0 0,1 1 0 0 0,-1 0 1 0 0,0-1-1 0 0,0 1 0 0 0,-4 1 0 0 0,3-1-2 0 0,-1 0-1 0 0,1 0 1 0 0,-1 0 0 0 0,1-1-1 0 0,-1 0 1 0 0,0 1-1 0 0,1-1 1 0 0,-1-1-1 0 0,0 1 1 0 0,-4 0-1 0 0,0-1 33 0 0,-1 0-1 0 0,1 0 0 0 0,0-1 0 0 0,-1 0 0 0 0,1-1 0 0 0,0 0 0 0 0,0 0 0 0 0,0 0 0 0 0,0-1 0 0 0,1-1 0 0 0,-1 1 0 0 0,-7-6 0 0 0,6 3 94 0 0,-1 0-1 0 0,1-1 1 0 0,1-1-1 0 0,-1 1 1 0 0,-13-18-1 0 0,20 23-39 0 0,0-1-1 0 0,0 0 0 0 0,1 0 1 0 0,-1 0-1 0 0,1-1 0 0 0,0 1 1 0 0,0 0-1 0 0,0 0 1 0 0,1-1-1 0 0,-1-3 0 0 0,0-6 102 0 0,1-17 0 0 0,0 14-68 0 0,0 9-106 0 0,1-1 1 0 0,0 1 0 0 0,0 0 0 0 0,1 0-1 0 0,0 0 1 0 0,0 1 0 0 0,1-1 0 0 0,-1 0-1 0 0,1 1 1 0 0,1 0 0 0 0,-1-1 0 0 0,1 1-1 0 0,0 1 1 0 0,1-1 0 0 0,-1 1-1 0 0,1-1 1 0 0,0 1 0 0 0,1 1 0 0 0,-1-1-1 0 0,1 1 1 0 0,0 0 0 0 0,0 0 0 0 0,0 0-1 0 0,1 1 1 0 0,-1 0 0 0 0,1 0 0 0 0,-1 1-1 0 0,1 0 1 0 0,0 0 0 0 0,0 1 0 0 0,0-1-1 0 0,0 2 1 0 0,9-1 0 0 0,-5 1-674 0 0,6 0-487 0 0,18 2-1 0 0,-28-1-1510 0 0,-1 0 1 0 0,1 0-1 0 0,7 4 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 4929 0 0,'0'0'19718'0'0,"0"-5"-19501"0"0,-1 21-254 0 0,2-1 0 0 0,0 0 1 0 0,1 0-1 0 0,4 19 0 0 0,11 47 244 0 0,6 20 38 0 0,29 76-40 0 0,-43-143-195 0 0,15 44 32 0 0,-10-31-26 0 0,-10-30-8 0 0,-4-15-13 0 0,0 0 0 0 0,1 1 1 0 0,-1-1-1 0 0,1 1 0 0 0,0-1 0 0 0,0 0 0 0 0,0 1 0 0 0,0-1 0 0 0,3 4 0 0 0,-14-33-3112 0 0,-18-28-1978 0 0,7 19-3871 0 0,14 25 780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421 60 8538 0 0,'0'0'15974'0'0,"-33"-7"-15707"0"0,-103-18-73 0 0,68 13-6 0 0,-87-1-2683 0 0,138 12-354 0 0,6-1-2617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56 4473 0 0,'0'0'20956'0'0,"-6"-9"-20758"0"0,-20-29-69 0 0,20 29 2 0 0,-16 23-1221 0 0,18-12 1096 0 0,2-1 1 0 0,-1 0-1 0 0,1 0 1 0 0,0 0-1 0 0,-1 0 1 0 0,1 0-1 0 0,0 0 1 0 0,-1-1-1 0 0,1 1 0 0 0,-5 0 1 0 0,-1 1-3 0 0,7-1-2 0 0,0-1-1 0 0,1 1 1 0 0,-1-1-1 0 0,0 1 1 0 0,0-1-1 0 0,0 0 1 0 0,0 1-1 0 0,0-1 1 0 0,0 0-1 0 0,0 0 1 0 0,0 0-1 0 0,-2 1 1 0 0,3-1-1 0 0,-1 0-1 0 0,1 0 1 0 0,-1 0 0 0 0,1 0-1 0 0,-1 0 1 0 0,1 0 0 0 0,-1 0-1 0 0,1 0 1 0 0,-1 1 0 0 0,1-1-1 0 0,-1 0 1 0 0,1 0 0 0 0,-1 1-1 0 0,1-1 1 0 0,0 0-1 0 0,-1 1 1 0 0,1-1 0 0 0,-1 0-1 0 0,1 1 1 0 0,-1 0 0 0 0,-4 3 8 0 0,3-4-5 0 0,0 1-1 0 0,0 0 1 0 0,0 0 0 0 0,0 0 0 0 0,0 0 0 0 0,0 1 0 0 0,0-1 0 0 0,1 1 0 0 0,-1-1 0 0 0,-2 3 0 0 0,3-3-5 0 0,-6 8 103 0 0,6-8-91 0 0,0 0 0 0 0,0 0 1 0 0,0 0-1 0 0,0 0 1 0 0,0 0-1 0 0,0 0 0 0 0,1 1 1 0 0,-1-1-1 0 0,0 0 1 0 0,1 0-1 0 0,-1 1 0 0 0,0 1 1 0 0,-4 8 65 0 0,2-7-51 0 0,2-3-20 0 0,1 0 0 0 0,-1 0 0 0 0,0 0 0 0 0,1 0 0 0 0,-1 0 0 0 0,1 0 0 0 0,0 0 0 0 0,-1 0 0 0 0,1 0 0 0 0,0 0 0 0 0,-1 0 0 0 0,1 0 0 0 0,0 0 0 0 0,0 0 0 0 0,0 0 0 0 0,0 2 0 0 0,0-3 10 0 0,1 11 391 0 0,7-4-268 0 0,0-1 0 0 0,0 0 0 0 0,0 0-1 0 0,1-1 1 0 0,-1 0 0 0 0,14 5 0 0 0,1-1-43 0 0,36 10 0 0 0,-47-17-48 0 0,0 0 0 0 0,0-1 1 0 0,20-1-1 0 0,-27 0-28 0 0,-3 0-12 0 0,0 0-1 0 0,-1-1 1 0 0,1 1-1 0 0,0-1 0 0 0,0 0 1 0 0,0 1-1 0 0,0-1 0 0 0,-1 0 1 0 0,1 0-1 0 0,0 0 0 0 0,-1 0 1 0 0,1 0-1 0 0,-1-1 1 0 0,1 1-1 0 0,-1 0 0 0 0,0-1 1 0 0,1 1-1 0 0,-1-1 0 0 0,0 1 1 0 0,0-1-1 0 0,0 0 0 0 0,0 0 1 0 0,1-2-1 0 0,0-1-79 0 0,0 0-1 0 0,0 0 1 0 0,-1 0-1 0 0,1 0 1 0 0,-1 0 0 0 0,0 0-1 0 0,0-9 1 0 0,-1 12-16 0 0,0-1 0 0 0,0 1 0 0 0,-1 0 1 0 0,1 0-1 0 0,-1 0 0 0 0,1 0 0 0 0,-1 0 1 0 0,0 0-1 0 0,0 0 0 0 0,0 1 0 0 0,0-1 1 0 0,0 0-1 0 0,-2-3 0 0 0,0 2-110 0 0,0 0-1 0 0,0 0 1 0 0,-1 0-1 0 0,1 0 1 0 0,-1 1 0 0 0,-4-3-1 0 0,-2-1-1209 0 0,-1 1 0 0 0,1 1 0 0 0,-23-6 0 0 0,16 5-3786 0 0,4 0-5187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3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0 0 0,'0'0'24765'0'0,"-3"1"-24491"0"0,3-1-253 0 0,-1 0 0 0 0,0 0 0 0 0,1 1 0 0 0,-1-1 0 0 0,1 0 0 0 0,-1 0 0 0 0,1 1 0 0 0,-1-1 1 0 0,1 0-1 0 0,-1 1 0 0 0,1-1 0 0 0,-1 1 0 0 0,1-1 0 0 0,-1 1 0 0 0,1-1 0 0 0,-1 1 0 0 0,1-1 0 0 0,-1 2 0 0 0,0 16 125 0 0,1-12-121 0 0,-1 8 83 0 0,2 0 0 0 0,4 28 1 0 0,2-5 79 0 0,-1-6 6 0 0,12 36 0 0 0,0 0-85 0 0,-5-5-14 0 0,1 12-54 0 0,-13-72-40 0 0,-1-1-1 0 0,0 0 1 0 0,1 0-1 0 0,-1 0 1 0 0,0 0-1 0 0,0 1 1 0 0,0-1-1 0 0,0 0 1 0 0,-1 2-1 0 0,1 5-13 0 0,6-13-435 0 0,-4 1-456 0 0,-1 1 0 0 0,0-1 0 0 0,0 0-1 0 0,0 0 1 0 0,0-6 0 0 0,0-8-7758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72 2873 0 0,'0'0'18257'0'0,"15"-5"-18026"0"0,47-19-25 0 0,-58 23-175 0 0,-1 0 0 0 0,1 0-1 0 0,-1 0 1 0 0,1 0 0 0 0,-1 0-1 0 0,1 1 1 0 0,0-1 0 0 0,-1 1-1 0 0,1 0 1 0 0,3 1 0 0 0,4-1 62 0 0,39 1 437 0 0,-15 0 18 0 0,49-5 0 0 0,-83 4-550 0 0,-1 0 1 0 0,1 0 0 0 0,-1 0 0 0 0,0 0-1 0 0,1 0 1 0 0,-1 0 0 0 0,1 0 0 0 0,-1 0-1 0 0,1 0 1 0 0,-1-1 0 0 0,0 1-1 0 0,1 0 1 0 0,-1 0 0 0 0,0-1 0 0 0,1 1-1 0 0,-1 0 1 0 0,1-1 0 0 0,-1 1-111 0 0,0 0 0 0 0,0-1-1 0 0,0 1 1 0 0,0 0 0 0 0,0 0 0 0 0,0 0 0 0 0,0-1 0 0 0,0 1 0 0 0,0 0 0 0 0,0 0 0 0 0,0-1 0 0 0,0 1 0 0 0,0 0-1 0 0,0 0 1 0 0,0-1 0 0 0,0 1 0 0 0,0 0 0 0 0,0 0 0 0 0,0 0 0 0 0,0-1 0 0 0,0 1 0 0 0,0 0 0 0 0,0 0 0 0 0,-1-1-1 0 0,0 0-474 0 0,0 0-1 0 0,0 0 1 0 0,0 0 0 0 0,0 0-1 0 0,0 0 1 0 0,0 0-1 0 0,-1 0 1 0 0,-1-1-1 0 0,-3-1-1128 0 0,-9-4-5276 0 0,5 2 189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0 0 0,'0'0'18933'0'0,"2"1"-18296"0"0,2 1-74 0 0,0-1 0 0 0,1 1 1 0 0,-1-1-1 0 0,1 0 1 0 0,-1 0-1 0 0,1-1 0 0 0,0 1 1 0 0,7-2-1 0 0,44-4-517 0 0,-26 2-435 0 0,0 1-2656 0 0,-20 2-807 0 0,0 0-3759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4473 0 0,'0'0'20327'0'0,"0"8"-20462"0"0,0-5 118 0 0,1 0 1 0 0,-1 0-1 0 0,1 0 0 0 0,0 0 0 0 0,2 6 0 0 0,3 10 24 0 0,12 50 27 0 0,-14-52-12 0 0,1 0 0 0 0,11 26 0 0 0,5 17 0 0 0,-4 7 5 0 0,-11-55 51 0 0,-2 1-1114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77 0 0 0,'0'0'21231'0'0,"26"-3"-20747"0"0,84-10-60 0 0,-42 6 582 0 0,-56 6-744 0 0,0-2 0 0 0,0 0 0 0 0,0 0 0 0 0,0-1 0 0 0,18-10 0 0 0,-29 14-238 0 0,0 0 1 0 0,0-1-1 0 0,-1 1 0 0 0,1-1 0 0 0,0 1 0 0 0,-1-1 0 0 0,1 1 0 0 0,0-1 0 0 0,-1 1 1 0 0,1-1-1 0 0,-1 0 0 0 0,1 1 0 0 0,0-2 0 0 0,-1 2-198 0 0,0 0 0 0 0,0-1-1 0 0,0 1 1 0 0,0 0 0 0 0,0-1 0 0 0,0 1-1 0 0,0 0 1 0 0,0-1 0 0 0,0 1 0 0 0,0 0-1 0 0,0-1 1 0 0,0 1 0 0 0,0 0 0 0 0,0 0 0 0 0,0-1-1 0 0,0 1 1 0 0,0 0 0 0 0,0-1 0 0 0,0 1-1 0 0,-1 0 1 0 0,1 0 0 0 0,0-1 0 0 0,-1 0-369 0 0,0 0 1 0 0,0 0 0 0 0,0 1-1 0 0,1-1 1 0 0,-1 0-1 0 0,0 1 1 0 0,0-1 0 0 0,0 1-1 0 0,0-1 1 0 0,-1 1 0 0 0,1-1-1 0 0,0 1 1 0 0,0 0-1 0 0,-2-1 1 0 0,-19-1-7481 0 0,13 2 3134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3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12 488 0 0,'0'0'20702'0'0,"6"1"-20097"0"0,43 3 1281 0 0,-18-5-756 0 0,33-7 0 0 0,-23 3-992 0 0,-28 3-343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1704 0 0,'0'0'22029'0'0,"-4"2"-20319"0"0,4 3-1673 0 0,1 1 1 0 0,0-1-1 0 0,0 1 0 0 0,0-1 1 0 0,1 0-1 0 0,-1 0 1 0 0,1 1-1 0 0,6 8 1 0 0,1 6-18 0 0,69 193 240 0 0,-71-198-237 0 0,34 97 52 0 0,-39-104-79 0 0,-1-6-1 0 0,-1 0 0 0 0,0-1-1 0 0,1 1 1 0 0,0 0-1 0 0,-1 0 1 0 0,1 0 0 0 0,0-1-1 0 0,0 1 1 0 0,2 2-1 0 0,-3-15-6362 0 0,-6-9-2168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445 41 0 0 0,'0'0'25027'0'0,"1"-5"-24766"0"0,0-3-164 0 0,0 5-29 0 0,-1 0 0 0 0,1 0 0 0 0,-1 1-1 0 0,1-1 1 0 0,0 0 0 0 0,0 0 0 0 0,2-2 0 0 0,-30 3-812 0 0,-69 7 741 0 0,-138-3 205 0 0,227-2-232 0 0,0 1-1 0 0,0 0 1 0 0,-8 2 0 0 0,-5 1-236 0 0,17-4-46 0 0,0 1 0 0 0,1 0 0 0 0,-1 0 0 0 0,0 1 0 0 0,0-1-1 0 0,1 0 1 0 0,-1 1 0 0 0,-2 2 0 0 0,-10 8-9798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6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18 0 0 0,'0'0'19464'0'0,"1"-3"-19025"0"0,3-10-82 0 0,-4 13-332 0 0,1-1 0 0 0,-1 1 0 0 0,1 0 0 0 0,-1 0 0 0 0,1 0-1 0 0,-1 0 1 0 0,1 0 0 0 0,-1-1 0 0 0,1 1 0 0 0,-1 0 0 0 0,6 4 4870 0 0,-10-3-4901 0 0,1 1-1 0 0,0 0 0 0 0,0 0 1 0 0,0 1-1 0 0,0-1 0 0 0,0 1 0 0 0,-3 3 1 0 0,-1 0 46 0 0,4-3-33 0 0,1 0 0 0 0,-1 0 0 0 0,1 0 0 0 0,0 0-1 0 0,0 0 1 0 0,1 0 0 0 0,-3 7 0 0 0,0-2 9 0 0,-4 6 25 0 0,1 1 0 0 0,1 0 0 0 0,1 0 0 0 0,0 0 1 0 0,1 0-1 0 0,0 1 0 0 0,-2 28 0 0 0,-2 23 67 0 0,0-11-94 0 0,2 5 72 0 0,-2 59-56 0 0,8-101-8 0 0,-1-14-7 0 0,1 1 0 0 0,-1 0 0 0 0,2-1-1 0 0,-1 1 1 0 0,0-1 0 0 0,1 1 0 0 0,0-1 0 0 0,0 1-1 0 0,1-1 1 0 0,3 8 0 0 0,1-3 65 0 0,0-1 1 0 0,1 0-1 0 0,0 0 0 0 0,1-1 0 0 0,0 0 1 0 0,0 0-1 0 0,1-1 0 0 0,10 7 1 0 0,10 4-94 0 0,42 20 1 0 0,-5-3-1213 0 0,-46-26-972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7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 0 0 0,'0'0'24744'0'0,"-3"-4"-23899"0"0,3 4-854 0 0,0 2-103 0 0,0 1 66 0 0,1-1 1 0 0,-1 0-1 0 0,0 0 0 0 0,-1 0 1 0 0,1 3-1 0 0,0-5 43 0 0,-1 12 23 0 0,0-1 1 0 0,2 0-1 0 0,-1 0 0 0 0,1 1 1 0 0,1-1-1 0 0,0 0 1 0 0,5 13-1 0 0,0-2 13 0 0,1 0 0 0 0,16 30 0 0 0,40 80-1 0 0,-44-94-64 0 0,-19-31-6 0 0,-1-7 35 0 0,0 0-1 0 0,0 0 1 0 0,0 1-1 0 0,0-1 1 0 0,0 0 0 0 0,0 0-1 0 0,0 0 1 0 0,0 1-1 0 0,0-1 1 0 0,0 0-1 0 0,0 0 1 0 0,0 0 0 0 0,0 1-1 0 0,0-1 1 0 0,0 0-1 0 0,0 0 1 0 0,1 0-1 0 0,-1 0 1 0 0,0 1-1 0 0,0-1 1 0 0,0 0 0 0 0,0 0-1 0 0,0 0 1 0 0,0 0-1 0 0,0 0 1 0 0,1 1-1 0 0,-1-1 1 0 0,0 0 0 0 0,0 0-1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79 0 0 0,'0'0'22810'0'0,"15"-6"-22711"0"0,48-20-46 0 0,-60 25-48 0 0,0-1 0 0 0,0 1 1 0 0,0 0-1 0 0,0 0 0 0 0,0 1 0 0 0,0-1 0 0 0,1 1 0 0 0,-1-1 0 0 0,0 1 0 0 0,6 1 1 0 0,1-1 9 0 0,21 1 36 0 0,51 9 0 0 0,-69-9 108 0 0,25 0 0 0 0,-24-1 331 0 0,-13-1-514 0 0,-1 1 0 0 0,0 0 0 0 0,0-1 0 0 0,0 1 0 0 0,1 0 0 0 0,-1-1 0 0 0,0 1 1 0 0,0 0-1 0 0,0-1 0 0 0,0 1 0 0 0,1 0 0 0 0,-1-1 0 0 0,0 1 0 0 0,0-1 0 0 0,0 1 0 0 0,0 0 0 0 0,0-1 0 0 0,0 1 1 0 0,0-1-1 0 0,0 1 0 0 0,0 0 0 0 0,-1-1 0 0 0,1 0 0 0 0,-3-11-2675 0 0,2 11 2258 0 0,-1-1 0 0 0,1 0 0 0 0,-1 0 0 0 0,0 1 0 0 0,0-1 0 0 0,0 1 0 0 0,0-1 0 0 0,0 1 0 0 0,0 0 0 0 0,-1 0 0 0 0,-2-1 0 0 0,-27-7-7152 0 0,29 8 6410 0 0,-8-2-5420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0 0 0,'0'0'19352'0'0,"2"1"-18612"0"0,-2 0-634 0 0,1-1 0 0 0,0 1 0 0 0,-1-1-1 0 0,1 1 1 0 0,0-1 0 0 0,0 0 0 0 0,0 1 0 0 0,0-1-1 0 0,-1 0 1 0 0,1 0 0 0 0,0 1 0 0 0,0-1 0 0 0,0 0-1 0 0,0 0 1 0 0,0 0 0 0 0,0 0 0 0 0,0 0 0 0 0,-1 0-1 0 0,1-1 1 0 0,0 1 0 0 0,0 0 0 0 0,0 0 0 0 0,0 0-1 0 0,0-1 1 0 0,-1 1 0 0 0,1-1 0 0 0,0 1 0 0 0,0-1-1 0 0,1 0 1 0 0,0 0-2 0 0,1 0 0 0 0,0 0 0 0 0,-1 0-1 0 0,1 0 1 0 0,0 1 0 0 0,0-1 0 0 0,3 1 0 0 0,7-2 63 0 0,1-1-106 0 0,-1 0 0 0 0,1 1 1 0 0,23 0-1 0 0,-3 2-5129 0 0,-32 0 4508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58 3417 0 0,'0'0'19585'0'0,"-10"-9"-19387"0"0,-28-30-69 0 0,28 30-40 0 0,-88 9-63 0 0,97 0-16 0 0,0 0 1 0 0,0 1-1 0 0,0-1 1 0 0,0 1-1 0 0,0-1 1 0 0,0 1-1 0 0,0-1 0 0 0,0 1 1 0 0,1 0-1 0 0,-1-1 1 0 0,0 1-1 0 0,0 0 1 0 0,0-1-1 0 0,1 1 1 0 0,-1 0-1 0 0,0 0 1 0 0,1 0-1 0 0,-1 0 1 0 0,1 0-1 0 0,-1 0 1 0 0,0 2-1 0 0,-3 4 62 0 0,1-2 1 0 0,0 0 0 0 0,0 1 0 0 0,1-1 0 0 0,0 0 0 0 0,0 1 0 0 0,0-1 0 0 0,1 1 0 0 0,0 0 0 0 0,0-1-1 0 0,0 1 1 0 0,1 6 0 0 0,1-10 57 0 0,1-1-1 0 0,-1 1 0 0 0,1 0 1 0 0,0-1-1 0 0,-1 0 0 0 0,1 1 1 0 0,0-1-1 0 0,0 0 1 0 0,4 2-1 0 0,10 6 168 0 0,-9-5-226 0 0,0-1 0 0 0,0 0 0 0 0,11 4 0 0 0,-14-6-56 0 0,62 16 5 0 0,-56-15-63 0 0,0 0 1 0 0,0-1-1 0 0,0-1 0 0 0,19-1 1 0 0,-27 1 33 0 0,-1 0 1 0 0,0-1 0 0 0,1 1 0 0 0,-1-1-1 0 0,0 1 1 0 0,1-1 0 0 0,-1 1-1 0 0,0-1 1 0 0,0 0 0 0 0,1 0 0 0 0,-1 0-1 0 0,0 0 1 0 0,0 0 0 0 0,0 0 0 0 0,0 0-1 0 0,0 0 1 0 0,0 0 0 0 0,0 0 0 0 0,-1 0-1 0 0,2-3 1 0 0,0 1-23 0 0,-1 0-1 0 0,0 0 1 0 0,0 0-1 0 0,0 0 1 0 0,0 0 0 0 0,-1 0-1 0 0,1 0 1 0 0,-1-6 0 0 0,0 9 115 0 0,8 9-392 0 0,-1 0 30 0 0,7 11 1 0 0,9 12-518 0 0,-14-22-739 0 0,-1-1 0 0 0,14 11-1 0 0,-8-9-3924 0 0,0 0-4945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31 3665 0 0,'0'0'21202'0'0,"-4"-5"-21138"0"0,-10-15-34 0 0,11 15-56 0 0,-15 11-1431 0 0,-11 9 1463 0 0,28-15-15 0 0,1 1 1 0 0,-1-1 0 0 0,1 0 0 0 0,-1 0-1 0 0,1 1 1 0 0,-1-1 0 0 0,1 0 0 0 0,-1 1-1 0 0,1-1 1 0 0,-1 0 0 0 0,1 1 0 0 0,-1-1-1 0 0,1 1 1 0 0,0-1 0 0 0,-1 1 0 0 0,1-1-1 0 0,0 1 1 0 0,-1-1 0 0 0,1 1 0 0 0,0-1-1 0 0,0 1 1 0 0,0-1 0 0 0,-1 1 0 0 0,1 0-1 0 0,0 1 17 0 0,0-1-1 0 0,0 1 1 0 0,0 0-1 0 0,0-1 1 0 0,0 1-1 0 0,0-1 1 0 0,1 1 0 0 0,-1-1-1 0 0,1 3 1 0 0,1 1 51 0 0,0-1 0 0 0,1 1-1 0 0,-1-1 1 0 0,1 1 0 0 0,4 4 0 0 0,15 17-19 0 0,31 25-1 0 0,-11-11-258 0 0,-21-21 119 0 0,-14-13 74 0 0,0 0 0 0 0,0 1 0 0 0,-1-1 0 0 0,6 10 0 0 0,-7-11 15 0 0,-5-4 0 0 0,1-1-1 0 0,0 1 1 0 0,-1-1 0 0 0,1 1-1 0 0,-1 0 1 0 0,0 0 0 0 0,1-1 0 0 0,-1 1-1 0 0,1 0 1 0 0,-1 0 0 0 0,0-1-1 0 0,0 1 1 0 0,1 0 0 0 0,-1 0 0 0 0,0-1-1 0 0,0 3 1 0 0,0-3-57 0 0,-11 4-161 0 0,4-1 291 0 0,0 0 0 0 0,1 0 0 0 0,-1-1 0 0 0,0 0 0 0 0,0 0 0 0 0,0-1 0 0 0,-10 1 0 0 0,-54 0 153 0 0,56-2-238 0 0,-4-1-139 0 0,0 0 0 0 0,-24-6 0 0 0,8 0-2496 0 0,-2-1-6288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5025 0 0,'0'0'20404'0'0,"-3"0"-20310"0"0,-8 0 64 0 0,9 16-580 0 0,-3 47 507 0 0,12 120 78 0 0,0-138-149 0 0,-2-20 2 0 0,14 57 38 0 0,-12-68 32 0 0,-6-13-71 0 0,0 0 1 0 0,0 1 0 0 0,0-1 0 0 0,-1 0 0 0 0,1 1-1 0 0,0-1 1 0 0,0 3 0 0 0,-1-2 13 0 0,1-1 0 0 0,-1 0 0 0 0,1 0 0 0 0,0 0 0 0 0,-1 1 0 0 0,1-1 0 0 0,0 0 0 0 0,0 0 0 0 0,-1 0 0 0 0,1 0-1 0 0,0 0 1 0 0,0-1 0 0 0,0 1 0 0 0,0 0 0 0 0,1 0 0 0 0,-1-1 0 0 0,2 2 0 0 0,22 8 371 0 0,-11-6-405 0 0,0 0 0 0 0,0-1 0 0 0,19 1 0 0 0,-26-3-129 0 0,13 0-1527 0 0,28-1 0 0 0,-46 0 928 0 0,0 0 1 0 0,0-1-1 0 0,-1 1 1 0 0,1-1 0 0 0,0 1-1 0 0,-1-1 1 0 0,1 0-1 0 0,0 0 1 0 0,2-1-1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13 10426 0 0,'0'0'14133'0'0,"-15"-1"-14619"0"0,-51-7 109 0 0,45 6-1455 0 0,-33 1 0 0 0,33 1-2658 0 0,8 0-3682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2977 0 0,'0'0'21899'0'0,"-3"6"-21866"0"0,3-4-49 0 0,1 1 1 0 0,0-1-1 0 0,0 1 0 0 0,0-1 0 0 0,0 1 0 0 0,2 3 0 0 0,2 3 21 0 0,25 79 18 0 0,-21-61-20 0 0,7 34-1 0 0,-4-20 25 0 0,-8-27-11 0 0,0 0 0 0 0,1-1 0 0 0,7 15 1 0 0,-8-22-20 0 0,-3-3 2 0 0,1-1 0 0 0,-1 1 0 0 0,0-1-1 0 0,1 1 1 0 0,-1 0 0 0 0,0-1 0 0 0,0 1-1 0 0,-1 0 1 0 0,2 5 0 0 0,-2-8-128 0 0,1 0-1 0 0,0 0 1 0 0,0 0-1 0 0,0 0 1 0 0,0 0-1 0 0,0 0 1 0 0,0 0-1 0 0,0 0 1 0 0,0-1-1 0 0,0 1 1 0 0,1-1-1 0 0,2-6-3956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1 109 0 0 0,'0'0'20364'0'0,"15"-6"-19824"0"0,4-1-369 0 0,3-1 207 0 0,25-7-1 0 0,-23 9 484 0 0,39-13 998 0 0,-55 16-1617 0 0,-1 0 0 0 0,0-1 0 0 0,10-6 1 0 0,24-16 116 0 0,-36 24-842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0 0 0,'0'0'17397'0'0,"7"2"-16893"0"0,-1 0-396 0 0,5 1 245 0 0,-1 0-1 0 0,22 2 1 0 0,-11-2 247 0 0,7 0 396 0 0,49-1 440 0 0,-76-2-1503 0 0,-1 0 0 0 0,0 0-1 0 0,1 0 1 0 0,-1 0-1 0 0,0 0 1 0 0,1-1 0 0 0,-1 1-1 0 0,0 0 1 0 0,0 0 0 0 0,1 0-1 0 0,-1 0 1 0 0,0 0-1 0 0,1-1 1 0 0,-1 1 0 0 0,0 0-1 0 0,0 0 1 0 0,0-1-1 0 0,1 1 1 0 0,-1 0 0 0 0,0 0-1 0 0,0-1 1 0 0,0 1-1 0 0,0 0 1 0 0,1-1 0 0 0,-1 1-1 0 0,0 0 1 0 0,0 0 0 0 0,0-1-1 0 0,0 1 1 0 0,0 0-1 0 0,0-1 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3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55 0 0 0,'0'0'20672'0'0,"-6"-6"-20014"0"0,-20-20-110 0 0,16 19 1026 0 0,-1 7-1148 0 0,-20-6-213 0 0,19 3-151 0 0,0 1 0 0 0,0 0 0 0 0,-16 0 0 0 0,27 2-60 0 0,1 0 1 0 0,-1 0 0 0 0,1 0 0 0 0,0 1-1 0 0,-1-1 1 0 0,1 0 0 0 0,0 0 0 0 0,-1 1-1 0 0,1-1 1 0 0,0 0 0 0 0,-1 1 0 0 0,1-1-1 0 0,0 0 1 0 0,-1 1 0 0 0,1-1 0 0 0,0 0-1 0 0,0 1 1 0 0,-1-1 0 0 0,1 1 0 0 0,0-1-1 0 0,0 0 1 0 0,0 1 0 0 0,0 0 0 0 0,-3 10 89 0 0,2-5-48 0 0,0-1-1 0 0,1 1 0 0 0,-1-1 0 0 0,1 1 1 0 0,0-1-1 0 0,1 1 0 0 0,-1-1 1 0 0,1 1-1 0 0,0-1 0 0 0,1 1 1 0 0,-1-1-1 0 0,1 0 0 0 0,0 1 0 0 0,4 6 1 0 0,3 2 60 0 0,17 18 0 0 0,-21-26-95 0 0,0-1 1 0 0,0 0 0 0 0,1 0 0 0 0,0-1 0 0 0,12 8-1 0 0,-11-9 8 0 0,-1 1-1 0 0,1 0 1 0 0,0-1-1 0 0,0-1 1 0 0,0 1-1 0 0,0-1 1 0 0,0 0-1 0 0,1-1 1 0 0,-1 1-1 0 0,12-1 1 0 0,-16-1-15 0 0,-1 1-1 0 0,1-1 1 0 0,-1-1 0 0 0,1 1 0 0 0,-1 0-1 0 0,0 0 1 0 0,1-1 0 0 0,-1 0 0 0 0,1 1 0 0 0,-1-1-1 0 0,0 0 1 0 0,1 0 0 0 0,-1 0 0 0 0,0-1-1 0 0,0 1 1 0 0,0 0 0 0 0,0-1 0 0 0,0 1 0 0 0,0-1-1 0 0,0 0 1 0 0,-1 0 0 0 0,1 0 0 0 0,0 0-1 0 0,-1 0 1 0 0,0 0 0 0 0,3-4 0 0 0,-3 3-61 0 0,1 0 0 0 0,0-1 0 0 0,-1 1 1 0 0,0 0-1 0 0,0-1 0 0 0,0 1 0 0 0,0-1 0 0 0,-1 1 1 0 0,1-1-1 0 0,-1 0 0 0 0,0-5 0 0 0,0 2-156 0 0,0-1 0 0 0,0 1-1 0 0,-1-1 1 0 0,-2-9 0 0 0,2 14 69 0 0,-1 0 0 0 0,1-1-1 0 0,0 1 1 0 0,-1 0 0 0 0,0 0 0 0 0,1 1 0 0 0,-1-1 0 0 0,0 0 0 0 0,-1 0 0 0 0,1 1 0 0 0,-5-5-1 0 0,-1 1-966 0 0,0 0 0 0 0,-14-8 0 0 0,-6 0-7407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14 6681 0 0,'0'0'16551'0'0,"-2"1"-16465"0"0,2-1-83 0 0,-1 1-1 0 0,1-1 1 0 0,-1 0-1 0 0,0 1 1 0 0,1-1-1 0 0,-1 1 0 0 0,1-1 1 0 0,0 1-1 0 0,-1-1 1 0 0,1 1-1 0 0,-1-1 1 0 0,1 1-1 0 0,-1 1 0 0 0,1-2-4 0 0,0 1-1 0 0,0 0 0 0 0,0 0 0 0 0,0-1 1 0 0,0 1-1 0 0,0 0 0 0 0,0-1 0 0 0,1 1 0 0 0,-1 0 1 0 0,0 0-1 0 0,1-1 0 0 0,-1 1 0 0 0,0 0 0 0 0,1-1 1 0 0,-1 1-1 0 0,0-1 0 0 0,1 2 0 0 0,10 13-80 0 0,1 0-1 0 0,0-1 1 0 0,1 0 0 0 0,0-1-1 0 0,1 0 1 0 0,30 20-1 0 0,-41-31 40 0 0,1 0-1 0 0,-1 0 0 0 0,1 0 0 0 0,0 0 1 0 0,0-1-1 0 0,0 0 0 0 0,0 1 1 0 0,0-2-1 0 0,0 1 0 0 0,0 0 1 0 0,5-1-1 0 0,-8 0 45 0 0,-1 0-1 0 0,1-1 1 0 0,0 1 0 0 0,0-1-1 0 0,0 1 1 0 0,-1-1 0 0 0,1 0-1 0 0,0 1 1 0 0,-1-1 0 0 0,1 0-1 0 0,0 1 1 0 0,-1-1 0 0 0,1 0-1 0 0,-1 0 1 0 0,1 0 0 0 0,-1 1-1 0 0,0-1 1 0 0,1 0 0 0 0,-1-1-1 0 0,7-19-219 0 0,-4 9 220 0 0,-2-1-1 0 0,1 0 0 0 0,-2 1 0 0 0,0-1 0 0 0,0 0 0 0 0,-1 0 1 0 0,-6-23-1 0 0,7 29 509 0 0,1 6-312 0 0,9 9-401 0 0,9 20-210 0 0,-19-28 417 0 0,43 54-328 0 0,-3-4-856 0 0,-19-24-1173 0 0,-13-17-801 0 0,0 1-3280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4 114 0 0 0,'0'0'12828'0'0,"-1"2"-12555"0"0,-1 16 3996 0 0,2-15-4043 0 0,0 1 0 0 0,1-1 1 0 0,-1 1-1 0 0,1-1 0 0 0,2 6 0 0 0,0-2-255 0 0,-1-1-1 0 0,2-1 0 0 0,-1 1 1 0 0,1 0-1 0 0,4 5 0 0 0,3 2 169 0 0,14 11-1 0 0,1 2 121 0 0,10 6 2767 0 0,-46-36-1715 0 0,9 3-1255 0 0,-1-1 0 0 0,1 1-1 0 0,0-1 1 0 0,0 1 0 0 0,0-1-1 0 0,0 0 1 0 0,1 0 0 0 0,-2-2-1 0 0,-2-5 11 0 0,-39-70 386 0 0,41 73-362 0 0,-1 0 0 0 0,1 0 0 0 0,-3-10 0 0 0,0-2 92 0 0,3 10-87 0 0,1 0 1 0 0,-1 0-1 0 0,1 0 0 0 0,1-1 1 0 0,0 1-1 0 0,0 0 1 0 0,0 0-1 0 0,3-12 1 0 0,-3 17-79 0 0,1 1 1 0 0,-1 0-1 0 0,1 0 1 0 0,0 0 0 0 0,-1 0-1 0 0,1 0 1 0 0,0 0 0 0 0,0 0-1 0 0,0 0 1 0 0,1 0 0 0 0,-1 0-1 0 0,0 0 1 0 0,1 0-1 0 0,-1 1 1 0 0,1-1 0 0 0,0 1-1 0 0,0-1 1 0 0,-1 1 0 0 0,1 0-1 0 0,0-1 1 0 0,0 1 0 0 0,0 0-1 0 0,0 0 1 0 0,3 0-1 0 0,3-1-512 0 0,0 0-1 0 0,0 1 0 0 0,0 0 1 0 0,0 0-1 0 0,11 1 0 0 0,-17 0 254 0 0,-1 1-283 0 0,1-1 1 0 0,-1 0-1 0 0,1 1 0 0 0,-1-1 0 0 0,1 1 1 0 0,-1-1-1 0 0,0 1 0 0 0,1 0 0 0 0,-1-1 1 0 0,0 1-1 0 0,0 0 0 0 0,1 0 0 0 0,-1 0 1 0 0,2 2-1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3369 0 0,'0'0'21360'0'0,"2"3"-21306"0"0,5 10-56 0 0,0-1 1 0 0,1 0 0 0 0,1 0 0 0 0,18 20 0 0 0,-14-17-11 0 0,7 5-50 0 0,-16-17-65 0 0,0 0-1 0 0,-1 1 1 0 0,1-1 0 0 0,-1 1-1 0 0,0 0 1 0 0,0 0 0 0 0,0 0-1 0 0,2 5 1 0 0,-5-9 2 0 0,0 1 0 0 0,0-1 0 0 0,1 0 0 0 0,-1 1 0 0 0,0-1-1 0 0,1 0 1 0 0,-1 1 0 0 0,1-1 0 0 0,-1 0 0 0 0,0 1 0 0 0,1-1 0 0 0,-1 0 0 0 0,1 0 0 0 0,-1 1 0 0 0,1-1 0 0 0,-1 0-1 0 0,1 0 1 0 0,-1 0 0 0 0,1 0 0 0 0,-1 0 0 0 0,1 0 0 0 0,-1 0 0 0 0,1 1 0 0 0,-1-2 0 0 0,1 1 0 0 0,-1 0 0 0 0,1 0-1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1008 0 0,'0'0'21828'0'0,"4"-7"-25601"0"0,-3 23-2191 0 0,-1-5 1051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6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95 277 0 0 0,'0'0'23253'0'0,"11"-12"-22932"0"0,34-35-82 0 0,-10 11 413 0 0,-34 34-652 0 0,0 0 1 0 0,-1 0-1 0 0,1 0 0 0 0,0-1 0 0 0,-1 1 0 0 0,0 0 1 0 0,1 0-1 0 0,-1 0 0 0 0,0 0 0 0 0,0-1 0 0 0,0 1 1 0 0,0 0-1 0 0,-1-4 0 0 0,1-4-91 0 0,-1 7 76 0 0,1-1 0 0 0,-1 0 0 0 0,0 0 0 0 0,0 1-1 0 0,0-1 1 0 0,0 0 0 0 0,0 1 0 0 0,-3-5 0 0 0,-18-28 1 0 0,16 27 30 0 0,-14-16 53 0 0,15 21 23 0 0,1-1 0 0 0,-7-11 0 0 0,10 16-98 0 0,1-1 1 0 0,-1 1-1 0 0,1 0 0 0 0,0-1 1 0 0,-1 1-1 0 0,1-1 0 0 0,-1 1 1 0 0,1 0-1 0 0,-1-1 1 0 0,1 1-1 0 0,-1 0 0 0 0,0 0 1 0 0,1-1-1 0 0,-1 1 0 0 0,1 0 1 0 0,-1 0-1 0 0,0 0 1 0 0,1 0-1 0 0,-1 0 0 0 0,1 0 1 0 0,-1 0-1 0 0,0 0 0 0 0,1 0 1 0 0,-1 0-1 0 0,1 0 1 0 0,-1 0-1 0 0,0 0 0 0 0,1 0 1 0 0,-1 1-1 0 0,1-1 0 0 0,-1 0 1 0 0,1 0-1 0 0,-1 1 0 0 0,0 0 1 0 0,-22 14-82 0 0,18-11 110 0 0,-5 2-18 0 0,8-4-7 0 0,-1-1-1 0 0,0 1 1 0 0,0 0-1 0 0,1 0 1 0 0,-5 4-1 0 0,1-2 6 0 0,5-3-2 0 0,1-1-1 0 0,0 0 1 0 0,-1 0-1 0 0,1 0 1 0 0,0 0 0 0 0,-1 0-1 0 0,1 1 1 0 0,0-1-1 0 0,-1 0 1 0 0,1 0 0 0 0,0 1-1 0 0,-1-1 1 0 0,1 0-1 0 0,0 0 1 0 0,0 1 0 0 0,-1-1-1 0 0,1 0 1 0 0,0 1-1 0 0,0-1 1 0 0,0 0 0 0 0,-1 1-1 0 0,1 0 0 0 0,0 0-1 0 0,-1 0 1 0 0,1 0 0 0 0,-1 0-1 0 0,1 0 1 0 0,-1 0 0 0 0,0 0-1 0 0,1 0 1 0 0,-1 0 0 0 0,0-1-1 0 0,-1 2 1 0 0,2-1 0 0 0,-1-1 1 0 0,0 1 0 0 0,1-1-1 0 0,-1 1 1 0 0,1 0 0 0 0,-1-1-1 0 0,1 1 1 0 0,-1 0 0 0 0,1 0-1 0 0,-1-1 1 0 0,1 1 0 0 0,0 0-1 0 0,-1 0 1 0 0,1 0 0 0 0,0 0-1 0 0,0-1 1 0 0,-1 1 0 0 0,1 1-1 0 0,-3 19 115 0 0,3-6-13 0 0,-1-3-2 0 0,2 0 0 0 0,2 19 0 0 0,-3-27-79 0 0,1 0 0 0 0,0 0 0 0 0,1-1 0 0 0,-1 1 0 0 0,0 0-1 0 0,1-1 1 0 0,0 1 0 0 0,0-1 0 0 0,0 0 0 0 0,1 1 0 0 0,-1-1 0 0 0,3 3-1 0 0,6 4 46 0 0,-1-1 0 0 0,1 0 0 0 0,0 0 0 0 0,1-1-1 0 0,16 8 1 0 0,-16-9-37 0 0,0-1 0 0 0,1-1 0 0 0,0 0 0 0 0,0 0 0 0 0,0-1 0 0 0,1-1 0 0 0,-1 0 0 0 0,1-1 0 0 0,23 0 0 0 0,70-2-1196 0 0,-100-1 467 0 0,1 0 1 0 0,-1-1-1 0 0,1 1 1 0 0,9-5 0 0 0,12-6-10297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63 0 0 0,'0'0'16291'0'0,"15"19"-16134"0"0,45 59-23 0 0,-43-54-51 0 0,-15-16-17 0 0,0-2-20 0 0,40 79 494 0 0,-20-43-383 0 0,-20-37-149 0 0,1-1 0 0 0,0 1 0 0 0,0-1 0 0 0,0 0 0 0 0,5 4 0 0 0,-8-6 617 0 0,-9-13 815 0 0,-42-108-295 0 0,46 108-945 0 0,1-1 0 0 0,0 0 0 0 0,1 0 0 0 0,0-1-1 0 0,1 1 1 0 0,0 0 0 0 0,1-1 0 0 0,0 0-1 0 0,2-20 1 0 0,0 30-173 0 0,-1 0 0 0 0,1-1 0 0 0,0 1 0 0 0,0 0 0 0 0,0 0 0 0 0,0-1 0 0 0,0 1 0 0 0,1 0-1 0 0,0 0 1 0 0,-1 0 0 0 0,1 0 0 0 0,0 1 0 0 0,0-1 0 0 0,1 0 0 0 0,-1 1 0 0 0,0 0 0 0 0,1-1 0 0 0,0 1 0 0 0,-1 0 0 0 0,6-3-1 0 0,-2 2-85 0 0,1 0-1 0 0,-1 0 1 0 0,0 0-1 0 0,1 1 0 0 0,0 0 1 0 0,-1 0-1 0 0,1 1 1 0 0,0 0-1 0 0,8 0 1 0 0,-2 0-358 0 0,1 1 0 0 0,-1 1 0 0 0,0 1 0 0 0,1 0 0 0 0,-1 0 1 0 0,17 6-1 0 0,-8 1-3799 0 0,-1 2-3392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88 0 0 0,'0'0'20324'0'0,"-3"-6"-20088"0"0,-10-16-70 0 0,10 16 87 0 0,18 10 974 0 0,-13-3-1138 0 0,0-1 0 0 0,-1 1 0 0 0,1-1 0 0 0,-1 1 1 0 0,1-1-1 0 0,0 1 0 0 0,-1-1 0 0 0,1 0 0 0 0,0 0 0 0 0,-1 0 1 0 0,1 0-1 0 0,3-1 0 0 0,-5 0-56 0 0,1 1 0 0 0,-1-1 0 0 0,1 0 1 0 0,-1 1-1 0 0,1-1 0 0 0,-1 0 0 0 0,1 0 0 0 0,-1 1 0 0 0,0-1 0 0 0,1 0 1 0 0,-1 0-1 0 0,0 0 0 0 0,0 0 0 0 0,0 1 0 0 0,0-1 0 0 0,1-1 1 0 0,0-14 86 0 0,-1-11-646 0 0,0 24-1523 0 0,0 17-488 0 0,0-13 2214 0 0,0 7-1690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 0 0 0,'0'0'20096'0'0,"-9"-2"-15235"0"0,10 20-4492 0 0,1 0-1 0 0,1 0 0 0 0,1 0 1 0 0,7 23-1 0 0,35 79-511 0 0,6 3 134 0 0,-28-64 10 0 0,-20-48-835 0 0,-7-27-12685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7 0 0 0,'0'0'23389'0'0,"-4"-7"-22838"0"0,-29 14-815 0 0,-53 1 872 0 0,-118-6 0 0 0,112-3-295 0 0,54 2-367 0 0,-48 6 0 0 0,73-5-394 0 0,1 1 1 0 0,-23 6-1 0 0,17-1-2969 0 0,1 2-4099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0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2 116 728 0 0,'0'0'17443'0'0,"0"5"-17451"0"0,0-2 7 0 0,-1 0 34 0 0,1 1 0 0 0,-1-1 0 0 0,1 0 0 0 0,0 0 0 0 0,1 0 0 0 0,-1 0 0 0 0,0 1 0 0 0,1-1 0 0 0,1 6 0 0 0,6 4 225 0 0,11 14-1 0 0,-2-5-15 0 0,-10-14-126 0 0,-6-7-86 0 0,0-1 1 0 0,0 1 0 0 0,0 0 0 0 0,0-1-1 0 0,-1 1 1 0 0,1 0 0 0 0,0 0 0 0 0,-1 0-1 0 0,1-1 1 0 0,-1 1 0 0 0,1 0-1 0 0,0 2 1 0 0,-3-13 3917 0 0,-5-7-2918 0 0,-1-7-1213 0 0,1 0 235 0 0,4 17 7 0 0,1-1-1 0 0,-2-14 1 0 0,3 13-4 0 0,-1-6 154 0 0,1-1 1 0 0,0 1 0 0 0,1 0 0 0 0,2-17 0 0 0,-2 31-188 0 0,1-1 0 0 0,-1 1-1 0 0,1 0 1 0 0,0 0 0 0 0,0-1 0 0 0,-1 1 0 0 0,1 0-1 0 0,0 0 1 0 0,0 0 0 0 0,0 0 0 0 0,0 0 0 0 0,0 0 0 0 0,0 0-1 0 0,0 0 1 0 0,0 1 0 0 0,1-1 0 0 0,-1 0 0 0 0,0 1 0 0 0,0-1-1 0 0,1 1 1 0 0,1-1 0 0 0,2-1-81 0 0,0 0 1 0 0,0 1-1 0 0,11-1 0 0 0,-1 1-294 0 0,0 1 0 0 0,-1 0-1 0 0,1 1 1 0 0,-1 1 0 0 0,1 1-1 0 0,-1 0 1 0 0,0 0 0 0 0,0 1-1 0 0,20 10 1 0 0,-1 2-4317 0 0,-3 2-3669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1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41 880 0 0,'0'0'23700'0'0,"-4"-6"-23460"0"0,-13-21-93 0 0,13 20-53 0 0,3 7-104 0 0,0 0-1 0 0,0 0 0 0 0,-1 0 0 0 0,1 0 0 0 0,0 0 0 0 0,0 0 0 0 0,-1 1 1 0 0,-1-1-1 0 0,2 1 10 0 0,-14 1 22 0 0,-29 11 0 0 0,11-4-29 0 0,25-7 3 0 0,3 0 9 0 0,1-1 0 0 0,-1 0-1 0 0,0-1 1 0 0,-5 1 0 0 0,10 1 97 0 0,-1-1 1 0 0,1 0 0 0 0,0 1-1 0 0,0-1 1 0 0,0 0 0 0 0,0 1-1 0 0,0-1 1 0 0,0 1 0 0 0,0-1-1 0 0,1 0 1 0 0,-1 0 0 0 0,1 3-1 0 0,0 0-183 0 0,0 2 88 0 0,-1-5-3 0 0,0 1 0 0 0,0-1-1 0 0,0 0 1 0 0,0 0 0 0 0,0 1 0 0 0,1-1 0 0 0,-1 0-1 0 0,0 0 1 0 0,1 0 0 0 0,-1 0 0 0 0,1 1-1 0 0,1 0 1 0 0,-2-1-3 0 0,1 0-1 0 0,-1 0 1 0 0,1 1-1 0 0,-1-1 0 0 0,1 0 1 0 0,-1 0-1 0 0,0 0 1 0 0,1 0-1 0 0,-1 1 1 0 0,0-1-1 0 0,0 0 0 0 0,0 0 1 0 0,0 0-1 0 0,0 2 1 0 0,2 10 10 0 0,-1-6 10 0 0,-1-7-11 0 0,0 1 1 0 0,0-1 0 0 0,0 1-1 0 0,0-1 1 0 0,0 1 0 0 0,1-1-1 0 0,-1 1 1 0 0,0-1 0 0 0,0 0-1 0 0,0 1 1 0 0,0-1 0 0 0,1 1-1 0 0,-1-1 1 0 0,0 1 0 0 0,1-1-1 0 0,-1 0 1 0 0,0 1 0 0 0,1-1-1 0 0,0 1 1 0 0,27 21 374 0 0,29 20-241 0 0,-49-36-181 0 0,1-1 0 0 0,0-1-1 0 0,0 1 1 0 0,0-2 0 0 0,10 4-1 0 0,-16-6 37 0 0,-1-1 0 0 0,1 1-1 0 0,-1-1 1 0 0,0 0 0 0 0,1 0 0 0 0,-1 0-1 0 0,1 0 1 0 0,-1 0 0 0 0,4-1-1 0 0,-5 1 5 0 0,0 0-1 0 0,0-1 1 0 0,0 1-1 0 0,0 0 1 0 0,0-1-1 0 0,0 1 1 0 0,0-1-1 0 0,0 0 1 0 0,0 1-1 0 0,0-1 0 0 0,-1 0 1 0 0,1 1-1 0 0,0-1 1 0 0,0 0-1 0 0,-1 0 1 0 0,1 0-1 0 0,0 0 1 0 0,-1 0-1 0 0,1 1 1 0 0,-1-1-1 0 0,1 0 1 0 0,-1-2-1 0 0,3-6-46 0 0,-2 1 0 0 0,1-1 0 0 0,-2 0 1 0 0,1 0-1 0 0,-2-16 0 0 0,1 5 469 0 0,0 20-431 0 0,0 0 0 0 0,0 0 0 0 0,0 0 1 0 0,0 0-1 0 0,0 0 0 0 0,1 0 0 0 0,-1 0 0 0 0,0 0 1 0 0,0 0-1 0 0,0 0 0 0 0,0 0 0 0 0,0 0 0 0 0,0 0 1 0 0,0 0-1 0 0,0 0 0 0 0,0 0 0 0 0,0 0 0 0 0,1 0 1 0 0,-1 0-1 0 0,0 0 0 0 0,0 0 0 0 0,0 0 0 0 0,0 0 1 0 0,0 0-1 0 0,0 0 0 0 0,0 0 0 0 0,0 0 0 0 0,0 0 1 0 0,1 0-1 0 0,-1 0 0 0 0,0 0 0 0 0,0 0 0 0 0,0 0 1 0 0,0 0-1 0 0,0 0 0 0 0,0 0 0 0 0,0 0 0 0 0,0 0 1 0 0,0 0-1 0 0,0 0 0 0 0,0 0 0 0 0,0 1 1 0 0,0-1-1 0 0,1 0 0 0 0,-1 0 0 0 0,0 0 0 0 0,0 0 1 0 0,5 4-201 0 0,-5-3 168 0 0,2 0-8 0 0,0 2 0 0 0,0-1 1 0 0,0 0-1 0 0,0 0 1 0 0,1 4-1 0 0,6 6 3 0 0,-1-1 36 0 0,-5-7-35 0 0,0 1 1 0 0,0-1 0 0 0,1 0-1 0 0,-1 0 1 0 0,1-1 0 0 0,5 5-1 0 0,26 18-2929 0 0,-35-26 2652 0 0,1 1 1 0 0,0-1 0 0 0,-1 0-1 0 0,1 0 1 0 0,-1 1-1 0 0,1-1 1 0 0,0 0-1 0 0,-1 0 1 0 0,1 0-1 0 0,0 0 1 0 0,-1 1-1 0 0,1-1 1 0 0,0 0-1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2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10154 0 0,'0'0'12918'0'0,"1"6"-12882"0"0,1 1-37 0 0,1 0 0 0 0,-1-1 1 0 0,1 1-1 0 0,0-1 0 0 0,7 11 1 0 0,7 10 26 0 0,-9-15-39 0 0,0 0-1 0 0,12 13 1 0 0,13 18-211 0 0,-28-38 107 0 0,0-1 0 0 0,11 8 0 0 0,-16-11 126 0 0,1-1 0 0 0,0 0 0 0 0,-1 1 0 0 0,1-1 0 0 0,-1 0 0 0 0,1 0 0 0 0,-1 0 0 0 0,1 1 0 0 0,-1-1 0 0 0,1 0 0 0 0,0 0 0 0 0,-1 0 0 0 0,1 0 0 0 0,-1 0 0 0 0,1 0 0 0 0,0 0 0 0 0,-1 0-1 0 0,1 0 1 0 0,-1-1 0 0 0,1 1 0 0 0,0 0 0 0 0,-1 0 0 0 0,1 0 0 0 0,-1-1 0 0 0,1 1 0 0 0,-1 0 0 0 0,1 0 0 0 0,-1-1 0 0 0,1 1 0 0 0,-1-1 0 0 0,1 1 0 0 0,-1 0 0 0 0,0-1 0 0 0,1 1-1 0 0,-1-1 1 0 0,1 1 0 0 0,-1-1 0 0 0,1 0 0 0 0,1-2 17 0 0,0-1 0 0 0,-1 1-1 0 0,1-1 1 0 0,2-7 0 0 0,3-17 290 0 0,4-33 0 0 0,-8 47-131 0 0,-3 11-48 0 0,1 0-1 0 0,-1 0 0 0 0,1 0 1 0 0,0 0-1 0 0,0 0 0 0 0,0 0 0 0 0,0 0 1 0 0,1 0-1 0 0,2-3 0 0 0,-4 6 79 0 0,2-1-210 0 0,-1 1 0 0 0,1 0 0 0 0,0 0 0 0 0,0 1-1 0 0,0-1 1 0 0,-1 0 0 0 0,1 0 0 0 0,0 1 0 0 0,-1-1 0 0 0,1 1 0 0 0,0 0-1 0 0,-1-1 1 0 0,1 1 0 0 0,-1 0 0 0 0,3 2 0 0 0,24 18-467 0 0,-19-14 409 0 0,12 12-214 0 0,23 24 0 0 0,-14-13-1537 0 0,1-3-3923 0 0,-29-25 4139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4.3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 35 0 0 0,'0'0'18828'0'0,"-12"-5"-18557"0"0,-37-16-25 0 0,47 19-201 0 0,-1 1 0 0 0,0 0 0 0 0,1 0 0 0 0,-1 0 0 0 0,1 0 0 0 0,-1 1 0 0 0,0-1 0 0 0,0 1 0 0 0,1-1 0 0 0,-1 1 0 0 0,0 0 0 0 0,-4 1 0 0 0,-4 0 29 0 0,7-1-56 0 0,0 1 0 0 0,1-1 0 0 0,-1 1 0 0 0,0 0 0 0 0,1 0 0 0 0,-1 1-1 0 0,-6 3 1 0 0,-10 3 51 0 0,-2 0 69 0 0,18 3 202 0 0,3-10-335 0 0,0-1 0 0 0,1 1-1 0 0,-1 0 1 0 0,0 0 0 0 0,1 0 0 0 0,-1-1 0 0 0,1 1 0 0 0,-1 0 0 0 0,1 0 0 0 0,-1 0 0 0 0,1 0-1 0 0,0 0 1 0 0,-1 0 0 0 0,1 0 0 0 0,0 0 0 0 0,0 0 0 0 0,0 0 0 0 0,0 0 0 0 0,-1 0 0 0 0,2 2-1 0 0,-1-3 6 0 0,1 10 703 0 0,4-2-484 0 0,1-1 0 0 0,0 0 0 0 0,1 0 0 0 0,0-1 0 0 0,9 7 0 0 0,41 27-248 0 0,-40-30 50 0 0,-4-1-72 0 0,56 38-206 0 0,-58-38 155 0 0,-1-1 1 0 0,0 1-1 0 0,0 1 1 0 0,9 12-1 0 0,-19-21 68 0 0,1-1 0 0 0,-1 1-1 0 0,1 0 1 0 0,-1 0 0 0 0,1 0 0 0 0,-1 0-1 0 0,1-1 1 0 0,-1 1 0 0 0,0 0-1 0 0,1 0 1 0 0,-1 0 0 0 0,0 0-1 0 0,0 0 1 0 0,1 0 0 0 0,-1 0-1 0 0,0 0 1 0 0,0 0 0 0 0,0 0 0 0 0,-1 0-1 0 0,1 0 1 0 0,0 0 0 0 0,0 0-1 0 0,-1 1 1 0 0,1-1 8 0 0,-1 0 1 0 0,0 0-1 0 0,1 0 0 0 0,-1 0 1 0 0,0-1-1 0 0,0 1 0 0 0,0 0 0 0 0,1 0 1 0 0,-1 0-1 0 0,0-1 0 0 0,0 1 1 0 0,0-1-1 0 0,0 1 0 0 0,-1-1 1 0 0,1 1-1 0 0,0-1 0 0 0,0 1 1 0 0,-2-1-1 0 0,-10 3 113 0 0,0-2 1 0 0,0 0-1 0 0,0 0 0 0 0,-19-3 1 0 0,22 2-72 0 0,-17-3-686 0 0,0-2-1 0 0,0 0 1 0 0,-41-15 0 0 0,40 11-2963 0 0,15 6-1945 0 0,0-1-4391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63 1384 0 0,'0'0'20603'0'0,"-13"-10"-20523"0"0,-39-31-48 0 0,44 35-26 0 0,0 1-2 0 0,7 6-12 0 0,-1-1 6 0 0,0 1 0 0 0,0-1 1 0 0,0 1-1 0 0,0 0 0 0 0,0 0 1 0 0,0-1-1 0 0,0 1 0 0 0,0 1 1 0 0,0-1-1 0 0,0 0 0 0 0,1 0 1 0 0,-1 1-1 0 0,-1 1 0 0 0,-6 4 23 0 0,-6 6-11 0 0,14-11-8 0 0,-1 0-1 0 0,0 0 0 0 0,0-1 0 0 0,0 1 0 0 0,0 0 1 0 0,-3 1-1 0 0,4-3 1 0 0,1 1 0 0 0,-1 0 0 0 0,0-1 0 0 0,1 1 0 0 0,-1 0 0 0 0,1-1 0 0 0,-1 1 0 0 0,1 0 0 0 0,-1 0-1 0 0,1-1 1 0 0,-1 1 0 0 0,1 0 0 0 0,0 0 0 0 0,-1 0 0 0 0,1 0 0 0 0,0 0 0 0 0,0 0 0 0 0,0-1 0 0 0,0 3 0 0 0,-1 20 90 0 0,1-15-54 0 0,1 11 123 0 0,0 0 0 0 0,0 0 0 0 0,2 0-1 0 0,8 30 1 0 0,23 83 71 0 0,10 36-113 0 0,-23-97-93 0 0,22 63 39 0 0,-20-71-46 0 0,-13-32-30 0 0,17 32 0 0 0,-26-61 508 0 0,3 4-2490 0 0,-4-5 1922 0 0,0-1 0 0 0,0 0 0 0 0,0 0 0 0 0,0 0 0 0 0,0 0 0 0 0,1 0 0 0 0,-1 0 0 0 0,0 0 0 0 0,0 0-1 0 0,0 0 1 0 0,0 0 0 0 0,0 0 0 0 0,1 0 0 0 0,-1 0 0 0 0,0 0 0 0 0,0 0 0 0 0,0 0 0 0 0,0 0 0 0 0,0 0 0 0 0,1 0-1 0 0,-1 0 1 0 0,0 0 0 0 0,0-1 0 0 0,0 1 0 0 0,0 0 0 0 0,0 0 0 0 0,0 0 0 0 0,1 0 0 0 0,-1 0 0 0 0,0 0 0 0 0,0 0-1 0 0,0 0 1 0 0,0-1 0 0 0,0 1 0 0 0,0 0 0 0 0,0 0 0 0 0,0 0 0 0 0,0 0 0 0 0,0 0 0 0 0,1 0 0 0 0,-1-1-1 0 0,0 1 1 0 0,0 0 0 0 0,0 0 0 0 0,0 0 0 0 0,0-1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34 10578 0 0,'0'0'12135'0'0,"-26"-6"-12150"0"0,-76-16-22 0 0,96 21 10 0 0,0-1 1 0 0,0 1-1 0 0,0 0 1 0 0,0 1-1 0 0,-8-1 1 0 0,6 2-95 0 0,-35-1-1975 0 0,14 0-7035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6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56 1192 0 0,'0'0'21465'0'0,"-8"-8"-21068"0"0,-21-25-75 0 0,28 32-274 0 0,0 0 1 0 0,1 0 0 0 0,-1-1 0 0 0,0 1-1 0 0,0 1 1 0 0,0-1 0 0 0,0 0-1 0 0,0 0 1 0 0,0 0 0 0 0,-1 0 0 0 0,1 1-1 0 0,0-1 1 0 0,0 1 0 0 0,0-1 0 0 0,-1 1-1 0 0,1-1 1 0 0,0 1 0 0 0,-1 0-1 0 0,1-1 1 0 0,0 1 0 0 0,-1 0 0 0 0,1 0-1 0 0,0 0 1 0 0,-1 0 0 0 0,1 0-1 0 0,0 0 1 0 0,-2 1 0 0 0,-8 0 40 0 0,-68-3 123 0 0,79 2-202 0 0,-14 0 40 0 0,12 0-48 0 0,1 1 0 0 0,-1-1 0 0 0,1 0 0 0 0,-1 0 0 0 0,0 1 0 0 0,1-1 0 0 0,-1 1 0 0 0,1 0 0 0 0,0-1 0 0 0,-1 1 0 0 0,1 0 0 0 0,-1 0 0 0 0,1 0-1 0 0,0 0 1 0 0,0 0 0 0 0,0 0 0 0 0,-1 0 0 0 0,1 0 0 0 0,0 1 0 0 0,0-1 0 0 0,1 0 0 0 0,-2 2 0 0 0,-8 9-28 0 0,9-11 34 0 0,0 1 0 0 0,0-1 1 0 0,-1 1-1 0 0,1 0 0 0 0,0-1 0 0 0,1 1 0 0 0,-1 0 0 0 0,0 0 1 0 0,1 0-1 0 0,-1-1 0 0 0,1 1 0 0 0,-1 0 0 0 0,1 0 1 0 0,0 0-1 0 0,0 0 0 0 0,-1 0 0 0 0,2 0 0 0 0,-1 0 0 0 0,0 0 1 0 0,0 0-1 0 0,1 2 0 0 0,0 0 43 0 0,0-1-1 0 0,0 0 1 0 0,0 1-1 0 0,1-1 1 0 0,-1 0-1 0 0,1 0 1 0 0,0 0-1 0 0,0 0 1 0 0,0 0 0 0 0,3 3-1 0 0,10 9 7 0 0,1-1-1 0 0,0-1 1 0 0,0-1 0 0 0,1 0-1 0 0,1-1 1 0 0,34 16-1 0 0,-29-17-77 0 0,30 9-1 0 0,-44-17 19 0 0,1 0 1 0 0,-1 0-1 0 0,1 0 1 0 0,-1-2-1 0 0,1 1 0 0 0,13-2 1 0 0,-21 1 3 0 0,0 0 1 0 0,-1-1-1 0 0,1 1 1 0 0,0-1-1 0 0,-1 0 1 0 0,1 1-1 0 0,-1-1 0 0 0,1 0 1 0 0,0 0-1 0 0,-1 0 1 0 0,0 0-1 0 0,1 0 1 0 0,-1 0-1 0 0,0-1 1 0 0,0 1-1 0 0,1 0 0 0 0,-1-1 1 0 0,0 1-1 0 0,0-1 1 0 0,-1 1-1 0 0,1-1 1 0 0,0 1-1 0 0,0-1 1 0 0,-1 0-1 0 0,1 1 0 0 0,0-4 1 0 0,0 0-88 0 0,0 0 0 0 0,0-1 1 0 0,0 1-1 0 0,-1-1 0 0 0,0 1 1 0 0,0 0-1 0 0,-1-8 0 0 0,-1 6-51 0 0,1 1 0 0 0,-1 0 0 0 0,-1 0 0 0 0,1 0 0 0 0,-1 0 0 0 0,0 0 0 0 0,0 1 0 0 0,-1-1 0 0 0,0 1 0 0 0,1 0 0 0 0,-2 0 1 0 0,1 1-1 0 0,-9-8 0 0 0,-1 0-978 0 0,-1 1 0 0 0,0 1 0 0 0,-27-14 0 0 0,6 9-3464 0 0,10 7-1845 0 0,12 5-1740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7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0 225 24 0 0,'0'0'19879'0'0,"2"6"-19814"0"0,6 18-14 0 0,-8-22-45 0 0,1-1-1 0 0,-1 1 1 0 0,1-1-1 0 0,-1 1 1 0 0,1-1-1 0 0,0 1 1 0 0,0-1-1 0 0,0 0 1 0 0,0 1 0 0 0,0-1-1 0 0,0 0 1 0 0,0 0-1 0 0,3 2 1 0 0,2 3 7 0 0,-3-3 32 0 0,0 0 1 0 0,-1 0-1 0 0,1-1 1 0 0,0 1-1 0 0,1-1 1 0 0,4 3-1 0 0,-6-9 2835 0 0,-2-8-2959 0 0,0 11 294 0 0,2-262 889 0 0,-2 262-1088 0 0,0 1-1 0 0,0-1 1 0 0,0 0 0 0 0,0 0 0 0 0,0 0 0 0 0,0 1-1 0 0,1-1 1 0 0,-1 0 0 0 0,0 0 0 0 0,1 0 0 0 0,-1 1-1 0 0,0-1 1 0 0,1 0 0 0 0,-1 1 0 0 0,1-1-1 0 0,-1 0 1 0 0,1 1 0 0 0,-1-1 0 0 0,1 1 0 0 0,0-1-1 0 0,-1 0 1 0 0,2 0 0 0 0,0 0-55 0 0,0 0 1 0 0,0 1-1 0 0,0-1 1 0 0,0 0-1 0 0,0 1 1 0 0,0-1-1 0 0,0 1 1 0 0,4-1-1 0 0,-1 1-109 0 0,0 0 1 0 0,0 0-1 0 0,0 1 0 0 0,0-1 1 0 0,-1 1-1 0 0,1 0 0 0 0,7 3 0 0 0,-4 0-293 0 0,1 1 0 0 0,-1 1-1 0 0,0-1 1 0 0,13 12 0 0 0,10 13-4916 0 0,-20-16-4049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8.2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9 0 0 0,'0'0'23630'0'0,"-2"-1"-23491"0"0,-5-5-30 0 0,5 4 29 0 0,2 4-282 0 0,-1 0 102 0 0,1 0-1 0 0,0 0 1 0 0,0 0-1 0 0,0 0 1 0 0,1 4-1 0 0,-1-1 86 0 0,0 3 34 0 0,0 0 52 0 0,0 0 0 0 0,0 0 0 0 0,1 0 0 0 0,0 0 0 0 0,4 14 0 0 0,2 0 77 0 0,-3-7-43 0 0,10 20 0 0 0,9 9-4 0 0,39 58 0 0 0,-57-96 19 0 0,-4-8 665 0 0,1-7-487 0 0,2-3-331 0 0,0 1 1 0 0,-1-1 0 0 0,-1 0-1 0 0,0 0 1 0 0,0-19 0 0 0,5-23 24 0 0,-5 34-42 0 0,-2 16 13 0 0,0 1-1 0 0,1-1 1 0 0,-1 1-1 0 0,1-1 1 0 0,-1 1-1 0 0,1 0 1 0 0,0-1-1 0 0,0 1 1 0 0,1 0-1 0 0,-1 0 1 0 0,1 0-1 0 0,3-6 0 0 0,-4 9-19 0 0,-1-1 0 0 0,1 1 0 0 0,-1 0-1 0 0,1-1 1 0 0,-1 1 0 0 0,1 0-1 0 0,-1-1 1 0 0,1 1 0 0 0,-1 0-1 0 0,1 0 1 0 0,0 0 0 0 0,-1 0-1 0 0,1 0 1 0 0,-1-1 0 0 0,1 1-1 0 0,0 0 1 0 0,-1 0 0 0 0,1 0 0 0 0,-1 1-1 0 0,1-1 1 0 0,0 0 0 0 0,-1 0-1 0 0,1 0 1 0 0,-1 0 0 0 0,1 1-1 0 0,0-1 1 0 0,-1 0 0 0 0,1 0-1 0 0,-1 1 1 0 0,1-1 0 0 0,16 14-279 0 0,-14-11 274 0 0,56 55-198 0 0,-34-31 217 0 0,1-2-1 0 0,52 39 1 0 0,-63-54 7 0 0,20 12-26 0 0,-32-20 21 0 0,1 0-1 0 0,-1-1 0 0 0,1 0 1 0 0,-1 0-1 0 0,1 0 1 0 0,0 0-1 0 0,-1 0 1 0 0,8-1-1 0 0,-10 0-15 0 0,0 0 0 0 0,0-1 0 0 0,0 1-1 0 0,0-1 1 0 0,0 1 0 0 0,0-1-1 0 0,0 1 1 0 0,0-1 0 0 0,0 0 0 0 0,0 0-1 0 0,0 1 1 0 0,0-1 0 0 0,-1 0-1 0 0,1 0 1 0 0,0 0 0 0 0,-1 0-1 0 0,1 0 1 0 0,0 0 0 0 0,-1 0 0 0 0,1 0-1 0 0,-1 0 1 0 0,1-2 0 0 0,8-27-162 0 0,-5 14 58 0 0,-2 12 57 0 0,-1-1 0 0 0,0 0 1 0 0,1-6-1 0 0,5-64-312 0 0,-2 57 385 0 0,-3 18-63 0 0,0 0 0 0 0,0 0 0 0 0,0 0 0 0 0,0 0 0 0 0,-1 0 0 0 0,4 1 0 0 0,0 1-46 0 0,-1 1-1 0 0,1 0 1 0 0,-1 0-1 0 0,1 0 1 0 0,-1 1 0 0 0,0-1-1 0 0,5 8 1 0 0,8 5-74 0 0,35 35-362 0 0,10 8-1634 0 0,-48-48 993 0 0,9 8-1883 0 0,-10-7-4781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0 0 0 0,'0'0'14220'0'0,"-2"0"-13738"0"0,-8 0 2302 0 0,13 7 218 0 0,-2-5-2979 0 0,0-1 0 0 0,0 1 0 0 0,-1-1 0 0 0,1 1 0 0 0,0-1 0 0 0,-1 1 0 0 0,0 0 0 0 0,1 2-1 0 0,-1-3-1 0 0,5 17 76 0 0,-3-9-104 0 0,0-1-1 0 0,0 1 0 0 0,1 17 1 0 0,-3 75 1207 0 0,-1-105-1035 0 0,1 1 0 0 0,-1-1 0 0 0,0 0 0 0 0,-3-6 0 0 0,1 1-143 0 0,-22-77 111 0 0,20 71-68 0 0,1 1 731 0 0,4 14-793 0 0,0 0-1 0 0,0 0 1 0 0,0 0 0 0 0,0 1-1 0 0,0-1 1 0 0,0 0 0 0 0,0 0-1 0 0,1 0 1 0 0,-1 0 0 0 0,0 0-1 0 0,0 0 1 0 0,0 0 0 0 0,0 0-1 0 0,0 0 1 0 0,0 0 0 0 0,0 0-1 0 0,0 0 1 0 0,0 0 0 0 0,0 0-1 0 0,0 0 1 0 0,0 0-1 0 0,0 0 1 0 0,0 0 0 0 0,0 0-1 0 0,0 0 1 0 0,0 0 0 0 0,0 0-1 0 0,0 0 1 0 0,0 0 0 0 0,0 0-1 0 0,0 0 1 0 0,0 0 0 0 0,0 0-1 0 0,0 0 1 0 0,0 0 0 0 0,0 0-1 0 0,0 0 1 0 0,1 0 0 0 0,-1 0-1 0 0,0 0 1 0 0,0 0 0 0 0,0 0-1 0 0,0 0 1 0 0,0 0 0 0 0,0 0-1 0 0,0 0 1 0 0,0 0 0 0 0,0 0-1 0 0,0 0 1 0 0,0 0 0 0 0,0 0-1 0 0,0 0 1 0 0,0 0-1 0 0,0 0 1 0 0,0 0 0 0 0,0 0-1 0 0,0 0 1 0 0,0 0 0 0 0,0 0-1 0 0,0 0 1 0 0,0 0 0 0 0,0-1-1 0 0,0 1 1 0 0,0 0 0 0 0,0 0-1 0 0,0 0 1 0 0,0 0 0 0 0,0 0-1 0 0,6 7-247 0 0,-4-5 221 0 0,-1 1 1 0 0,0-1-1 0 0,0 0 1 0 0,0 0-1 0 0,0 1 1 0 0,1 3-1 0 0,2 7 32 0 0,16 35 4 0 0,-16-37-99 0 0,0 0 0 0 0,0 0 0 0 0,2 0 0 0 0,-1-1 0 0 0,1 0 0 0 0,8 10 1 0 0,0 2-2889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03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13 0 0 0,'-6'-4'25512'0'0,"19"0"-24740"0"0,-12 4-741 0 0,1-1-1 0 0,0 0 0 0 0,0 1 0 0 0,-1-1 1 0 0,1 1-1 0 0,4-1 0 0 0,3 1-39 0 0,0 0 0 0 0,0 1 0 0 0,1 0-1 0 0,-1 0 1 0 0,0 1 0 0 0,0 1 0 0 0,0-1 0 0 0,0 1-1 0 0,-1 1 1 0 0,15 7 0 0 0,41 29 6 0 0,-32-19-1 0 0,-5-3 5 0 0,0 1-1 0 0,-1 1 1 0 0,35 37 0 0 0,-46-42-1 0 0,-1 1 1 0 0,-1 1 0 0 0,0 1-1 0 0,-2 0 1 0 0,0 0-1 0 0,12 28 1 0 0,-20-38-9 0 0,0 1 0 0 0,2 13 0 0 0,-2-9-4 0 0,0 6 14 0 0,-1 0-1 0 0,-1 0 1 0 0,-2 35 0 0 0,0-14 6 0 0,1-12-4 0 0,-2 78 62 0 0,1-98-65 0 0,0 0-1 0 0,-1 0 1 0 0,-4 10-1 0 0,0 3 0 0 0,5-18 1 0 0,0-1 0 0 0,0 1 0 0 0,-1 0-1 0 0,1-1 1 0 0,-1 0 0 0 0,1 1 0 0 0,-1-1 0 0 0,-3 3 0 0 0,-6 10 5 0 0,-5 6 18 0 0,14-17-22 0 0,0-1 0 0 0,-1 0 0 0 0,0 0 0 0 0,1 0-1 0 0,-1 0 1 0 0,0 0 0 0 0,-6 3 0 0 0,7-3-8 0 0,2 0-1 0 0,-8 0 5 0 0,-1 4 17 0 0,8-6-14 0 0,0 0 1 0 0,1-1-1 0 0,-1 1 0 0 0,0-1 0 0 0,1 1 0 0 0,-1-1 1 0 0,0 1-1 0 0,1-1 0 0 0,-1 1 0 0 0,-2 0 0 0 0,-7 8 34 0 0,5-6-42 0 0,5-2-13 0 0,-1-1 1 0 0,1 0-1 0 0,-1 1 0 0 0,1-1 1 0 0,-1 0-1 0 0,1 1 0 0 0,-1-1 0 0 0,1 0 1 0 0,-1 0-1 0 0,1 0 0 0 0,-1 0 1 0 0,1 1-1 0 0,-1-1 0 0 0,0 0 1 0 0,1 0-1 0 0,-1 0 0 0 0,0 0 1 0 0,-3 0-560 0 0,1 1 0 0 0,0 0 0 0 0,0 0 0 0 0,-1 0 0 0 0,-4 3 0 0 0,-2 0-5104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179 314 4849 0 0,'0'0'16957'0'0,"-8"-12"-16286"0"0,-24-37-102 0 0,-5 1 599 0 0,30 40-1002 0 0,1 0 0 0 0,0 0 0 0 0,0-1-1 0 0,1 0 1 0 0,-9-18 0 0 0,2-12-547 0 0,1 3-2038 0 0,8 30 793 0 0,1 0-1 0 0,-1 0 0 0 0,-6-9 0 0 0,-2-1-5190 0 0,4 5-2268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3273 0 0,'0'0'16449'0'0,"1"4"-16259"0"0,22 23 65 0 0,0 0-1 0 0,2-2 1 0 0,1-1-1 0 0,46 34 1 0 0,69 28 87 0 0,-94-60-275 0 0,-27-14-55 0 0,-4-3-28 0 0,18 13-1 0 0,-33-22-215 0 0,0 1 1 0 0,0-1 0 0 0,-1 1-1 0 0,1-1 1 0 0,0 1 0 0 0,-1-1-1 0 0,1 1 1 0 0,0 0 0 0 0,-1-1-1 0 0,1 1 1 0 0,-1 0 0 0 0,1-1-1 0 0,-1 1 1 0 0,1 1 0 0 0,-2-2-128 0 0,1 1 0 0 0,-1-1 0 0 0,0 0 0 0 0,0 0 0 0 0,0 0 0 0 0,0 0 0 0 0,0 0 0 0 0,1 0 0 0 0,-1 0 0 0 0,0 0 0 0 0,0 0 0 0 0,0-1 0 0 0,0 1 0 0 0,1 0 0 0 0,-1-1 0 0 0,-1 0 0 0 0,-8-2-4085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6937 0 0,'0'0'15258'0'0,"-11"11"-14717"0"0,-5 5-373 0 0,-33 35 416 0 0,44-45-456 0 0,1-1 0 0 0,-1 1 0 0 0,2 0 0 0 0,-1 1 0 0 0,1-1 1 0 0,-6 14-1 0 0,4-3-415 0 0,-5 29-1 0 0,9-43-310 0 0,1 0-1 0 0,-1 0 0 0 0,0-1 1 0 0,-1 1-1 0 0,-2 5 0 0 0,-4 5-9564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31 7410 0 0,'0'0'15380'0'0,"-32"-5"-15182"0"0,-96-15-50 0 0,118 18-112 0 0,1 1 1 0 0,-1 0 0 0 0,-9 0-1 0 0,12 1 10 0 0,3 0-28 0 0,-1 1 1 0 0,1-1-1 0 0,0 1 0 0 0,-5 1 1 0 0,7-2-11 0 0,1 1 1 0 0,0-1 0 0 0,-1 0-1 0 0,1 1 1 0 0,0 0-1 0 0,-1-1 1 0 0,1 1-1 0 0,0 0 1 0 0,0 0 0 0 0,0-1-1 0 0,0 1 1 0 0,-1 0-1 0 0,1 0 1 0 0,1 0-1 0 0,-3 3 1 0 0,3-4 0 0 0,0 1 1 0 0,0-1-1 0 0,0 0 0 0 0,0 1 1 0 0,0-1-1 0 0,0 1 0 0 0,0-1 1 0 0,0 1-1 0 0,0-1 1 0 0,0 0-1 0 0,0 1 0 0 0,1-1 1 0 0,-1 1-1 0 0,0-1 0 0 0,0 0 1 0 0,0 1-1 0 0,1-1 0 0 0,-1 0 1 0 0,0 1-1 0 0,1-1 0 0 0,-1 0 1 0 0,0 1-1 0 0,1-1 0 0 0,11 10 111 0 0,-7-5-60 0 0,0 0-45 0 0,-1 1-1 0 0,0-1 1 0 0,0 1 0 0 0,0 0-1 0 0,-1 0 1 0 0,4 8 0 0 0,13 42-38 0 0,-15-43 26 0 0,1 10-8 0 0,-1 0-1 0 0,-1 0 1 0 0,-1 1 0 0 0,-1 34 0 0 0,6 36-21 0 0,-4-56 44 0 0,-3-22-11 0 0,6 28 0 0 0,-3-31 15 0 0,-3-9-11 0 0,1 0 0 0 0,-1-1 0 0 0,-1 1 0 0 0,1 0 0 0 0,0 5 0 0 0,-1-8 0 0 0,0-1-1 0 0,0 0 1 0 0,1 1 0 0 0,-1-1 0 0 0,0 0 0 0 0,0 0 0 0 0,0 1-1 0 0,0-1 1 0 0,0 0 0 0 0,1 0 0 0 0,-1 1 0 0 0,0-1 0 0 0,0 0-1 0 0,1 0 1 0 0,-1 1 0 0 0,0-1 0 0 0,0 0 0 0 0,1 0 0 0 0,-1 0-1 0 0,0 0 1 0 0,0 0 0 0 0,1 1 0 0 0,-1-1 0 0 0,0 0 0 0 0,1 0-1 0 0,-1 0 1 0 0,0 0 0 0 0,1 0 0 0 0,10 2 534 0 0,-7-2-353 0 0,23 2 97 0 0,37-2 1 0 0,-27-1-176 0 0,-24 1-719 0 0,0-1 0 0 0,-1-1 0 0 0,1 0-1 0 0,19-6 1 0 0,-18 2-3714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21 7362 0 0,'0'0'16979'0'0,"3"-4"-17021"0"0,-2 2 27 0 0,9-9-20 0 0,-10 10 33 0 0,0 1-1 0 0,1 0 1 0 0,-1-1-1 0 0,0 1 0 0 0,1 0 1 0 0,-1 0-1 0 0,0 0 1 0 0,1-1-1 0 0,-1 1 0 0 0,0 0 1 0 0,1 0-1 0 0,-1 0 1 0 0,1 0-1 0 0,-1 0 0 0 0,0 0 1 0 0,1 0-1 0 0,-1 0 1 0 0,1 0-1 0 0,-1 0 0 0 0,0 0 1 0 0,1 0-1 0 0,-1 0 1 0 0,1 0-1 0 0,-1 0 0 0 0,0 0 1 0 0,1 0-1 0 0,-1 0 1 0 0,1 1-1 0 0,-1-1 0 0 0,0 0 1 0 0,1 0-1 0 0,-1 0 1 0 0,0 1-1 0 0,1-1 0 0 0,-1 1 1 0 0,82 75-218 0 0,-77-70 221 0 0,0 0 0 0 0,-1-1 0 0 0,0 2 0 0 0,5 8 0 0 0,6 11-24 0 0,-13-24 3 0 0,0 1-1 0 0,-1 0 1 0 0,0-1-1 0 0,1 1 0 0 0,-1 0 1 0 0,0 0-1 0 0,0 0 1 0 0,0 0-1 0 0,-1 0 0 0 0,1 4 1 0 0,-1-7 15 0 0,0 1 0 0 0,-1-1-1 0 0,1 1 1 0 0,0-1 0 0 0,0 1 0 0 0,-1-1 0 0 0,1 1 0 0 0,0-1 0 0 0,-1 1 0 0 0,1-1-1 0 0,-1 0 1 0 0,1 1 0 0 0,0-1 0 0 0,-1 0 0 0 0,1 1 0 0 0,-1-1 0 0 0,1 0 0 0 0,-1 0 0 0 0,1 1-1 0 0,-1-1 1 0 0,1 0 0 0 0,-1 0 0 0 0,1 0 0 0 0,-1 0 0 0 0,1 0 0 0 0,-1 0 0 0 0,1 0 0 0 0,-1 0-1 0 0,0 0 1 0 0,0 0 0 0 0,-22 1 59 0 0,17-1-41 0 0,-11 0 67 0 0,1 0 0 0 0,-1-1 0 0 0,0-1 1 0 0,1 0-1 0 0,-25-8 0 0 0,27 6 41 0 0,-1-2-1 0 0,2 0 1 0 0,-1-1 0 0 0,1 0-1 0 0,0-1 1 0 0,0 0-1 0 0,1-1 1 0 0,-13-12 0 0 0,23 19-58 0 0,1 1 0 0 0,-1-1 0 0 0,1 0 0 0 0,0 1 0 0 0,0-1 0 0 0,0 0 0 0 0,0 0 0 0 0,0 1 0 0 0,0-1 0 0 0,1 0 0 0 0,-1 0 0 0 0,0-3 0 0 0,1 4-47 0 0,0 0 1 0 0,0 0-1 0 0,0-1 0 0 0,0 1 0 0 0,0 0 1 0 0,0 0-1 0 0,0 0 0 0 0,0 0 0 0 0,0 0 0 0 0,1 0 1 0 0,-1 0-1 0 0,0 0 0 0 0,1 0 0 0 0,-1 1 1 0 0,1-1-1 0 0,-1 0 0 0 0,1 0 0 0 0,0 0 1 0 0,-1 0-1 0 0,1 1 0 0 0,0-1 0 0 0,-1 0 1 0 0,1 0-1 0 0,0 1 0 0 0,1-2 0 0 0,6-2-91 0 0,0-1-1 0 0,1 1 1 0 0,-1 1-1 0 0,1 0 1 0 0,0 0-1 0 0,0 0 1 0 0,0 1-1 0 0,11-1 1 0 0,10 1-1300 0 0,35 1 0 0 0,-42 1-373 0 0,-22 0 1343 0 0,15 1-2155 0 0,-9 2-825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4665 0 0,'0'0'19600'0'0,"6"-14"-19462"0"0,21-41-40 0 0,-27 53-92 0 0,1 1-1 0 0,0-1 1 0 0,0 0-1 0 0,1 0 1 0 0,-1 1 0 0 0,0-1-1 0 0,3-2 1 0 0,-4 4-8 0 0,0 0 1 0 0,0 0-1 0 0,1 0 1 0 0,-1 0 0 0 0,0 0-1 0 0,0-1 1 0 0,1 1 0 0 0,-1 0-1 0 0,0 0 1 0 0,0 0-1 0 0,1 0 1 0 0,-1 0 0 0 0,0 0-1 0 0,0 0 1 0 0,1 0-1 0 0,-1 0 1 0 0,0 0 0 0 0,1 0-1 0 0,-1 0 1 0 0,0 0-1 0 0,0 1 1 0 0,1-1 0 0 0,-1 0-1 0 0,0 0 1 0 0,5 1-55 0 0,-2-1 13 0 0,1 1 0 0 0,0-1 0 0 0,0 1 0 0 0,-1 0 1 0 0,1 0-1 0 0,0 0 0 0 0,-1 0 0 0 0,1 1 1 0 0,-1-1-1 0 0,0 1 0 0 0,5 3 0 0 0,3 3-14 0 0,19 17 0 0 0,-9-6 36 0 0,-6-6-13 0 0,0 0 0 0 0,19 23 0 0 0,-28-28-12 0 0,0 0 1 0 0,0 0 0 0 0,-1 0 0 0 0,-1 0 0 0 0,1 1 0 0 0,-1 0-1 0 0,3 11 1 0 0,-3-3-5 0 0,-2 0 0 0 0,0 0 0 0 0,0 1-1 0 0,-2-1 1 0 0,-2 29 0 0 0,1-40 43 0 0,0 0 1 0 0,0 0-1 0 0,-2 7 0 0 0,-2 7-21 0 0,2 0 33 0 0,1-1 0 0 0,1 22 0 0 0,1-37-2 0 0,0 0 0 0 0,1 1 0 0 0,0-1 1 0 0,-1 0-1 0 0,2 0 0 0 0,-1 0 0 0 0,0 0 0 0 0,1 0 0 0 0,0 0 1 0 0,-1 0-1 0 0,2 0 0 0 0,-1-1 0 0 0,0 1 0 0 0,1-1 0 0 0,4 5 1 0 0,5 10 17 0 0,9 8-48 0 0,-21-26-6 0 0,1 1 0 0 0,-1 0 1 0 0,1 0-1 0 0,-1-1 0 0 0,1 1 0 0 0,-1 0 0 0 0,0 0 0 0 0,1-1 0 0 0,-1 1 0 0 0,0 0 0 0 0,0 0 0 0 0,0 0 1 0 0,0 0-1 0 0,1-1 0 0 0,-1 1 0 0 0,0 0 0 0 0,0 0 0 0 0,-1 0 0 0 0,1 0 0 0 0,0 0 0 0 0,0-1 0 0 0,0 1 0 0 0,0 0 1 0 0,-1 0-1 0 0,1 0 0 0 0,0-1 0 0 0,-1 1 0 0 0,1 0 0 0 0,-1 0 0 0 0,1-1 0 0 0,-1 1 0 0 0,1 0 0 0 0,-1-1 0 0 0,0 1 1 0 0,1-1-1 0 0,-1 1 0 0 0,0 0 0 0 0,1-1 0 0 0,-1 0 0 0 0,0 1 0 0 0,0-1 0 0 0,1 1 0 0 0,-1-1 0 0 0,0 0 1 0 0,-1 1-1 0 0,-14 2-686 0 0,0-1 1 0 0,0 0-1 0 0,0-1 1 0 0,-28-2-1 0 0,9 0-3270 0 0,-5 0-3505 0 0,28-1 1037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8266 0 0,'0'0'15227'0'0,"-5"0"-15360"0"0,2-1 134 0 0,-11 1 14 0 0,14 0-14 0 0,-1 1 0 0 0,1-1 0 0 0,-1 0 0 0 0,1 0-1 0 0,-1 0 1 0 0,1 0 0 0 0,0 1 0 0 0,-1-1 0 0 0,1 0 0 0 0,0 1 0 0 0,-1-1-1 0 0,1 0 1 0 0,0 0 0 0 0,-1 1 0 0 0,1-1 0 0 0,0 1 0 0 0,0-1 0 0 0,-1 0-1 0 0,1 1 1 0 0,0-1 0 0 0,0 1 0 0 0,0-1 0 0 0,-1 0 0 0 0,1 1 0 0 0,0-1 0 0 0,0 1-1 0 0,0-1 1 0 0,0 1 0 0 0,0-1 0 0 0,0 0 0 0 0,0 2 0 0 0,1 12 124 0 0,1 1 1 0 0,0-1-1 0 0,1 1 1 0 0,1-1-1 0 0,0 0 1 0 0,7 14-1 0 0,4 17-1482 0 0,-12-33-1301 0 0,4 22 0 0 0,-3-27-1112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22 8170 0 0,'0'0'15032'0'0,"-32"-3"-14948"0"0,-101-11-41 0 0,118 12-41 0 0,0 0-1 0 0,-19 2 1 0 0,23 1-27 0 0,-5 0-486 0 0,-1 1 0 0 0,-19 4 0 0 0,-8 7-7694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3321 0 0,'0'0'22687'0'0,"-4"-7"-22540"0"0,-11-21-115 0 0,15 28-33 0 0,0 0 1 0 0,0 0-1 0 0,0 1 0 0 0,0-1 0 0 0,0 0 1 0 0,0 0-1 0 0,1 0 0 0 0,-1 0 0 0 0,0 0 1 0 0,0 0-1 0 0,0 0 0 0 0,0 0 1 0 0,0 0-1 0 0,0 0 0 0 0,0 0 0 0 0,0 0 1 0 0,1 0-1 0 0,-1 0 0 0 0,0 0 1 0 0,0 0-1 0 0,0 0 0 0 0,0 0 0 0 0,0 0 1 0 0,0 0-1 0 0,0 0 0 0 0,1 0 1 0 0,-1 0-1 0 0,0 0 0 0 0,0 0 0 0 0,0 0 1 0 0,0 0-1 0 0,0 0 0 0 0,0 0 1 0 0,0 0-1 0 0,0-1 0 0 0,0 1 0 0 0,0 0 1 0 0,1 0-1 0 0,-1 0 0 0 0,0 0 1 0 0,0 0-1 0 0,0 0 0 0 0,0 0 0 0 0,0 0 1 0 0,0 0-1 0 0,0 0 0 0 0,0-1 1 0 0,0 1-1 0 0,0 0 0 0 0,0 0 0 0 0,0 0 1 0 0,0 0-1 0 0,0 0 0 0 0,0 0 1 0 0,0 0-1 0 0,0-1 0 0 0,0 1 0 0 0,0 0 1 0 0,0 0-1 0 0,0 0 0 0 0,0 0 1 0 0,0 0-1 0 0,0 0 0 0 0,0 0 0 0 0,0 0 1 0 0,0-1-1 0 0,0 1 0 0 0,0 0 1 0 0,0 0-1 0 0,10 4-41 0 0,-7-3 30 0 0,20 9-35 0 0,-1 1 1 0 0,27 17-1 0 0,39 33 46 0 0,-33-22-179 0 0,-38-26-390 0 0,22 20 1 0 0,-28-26 27 0 0,2 2-4037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4401 0 0,'0'0'15110'0'0,"-21"19"-14875"0"0,-65 60-70 0 0,54-50-51 0 0,22-16-13 0 0,6-8-69 0 0,-6 10-85 0 0,1 1 0 0 0,-7 16 0 0 0,7-12-1283 0 0,2-2-3105 0 0,5-9-1338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216 116 9538 0 0,'0'0'15871'0'0,"-27"-19"-15831"0"0,-81-57-26 0 0,78 58-21 0 0,30 17 6 0 0,0 1 0 0 0,0 0 0 0 0,0 0 1 0 0,-1 0-1 0 0,1 0 0 0 0,0 0 0 0 0,-1-1 0 0 0,1 1 1 0 0,0 0-1 0 0,0 0 0 0 0,-1 0 0 0 0,1 0 0 0 0,0 0 1 0 0,-1 0-1 0 0,1 0 0 0 0,0 0 0 0 0,-1 0 0 0 0,1 0 1 0 0,0 0-1 0 0,-1 0 0 0 0,1 0 0 0 0,0 0 1 0 0,-1 0-1 0 0,-2 1-24 0 0,1-1-2 0 0,0 0 0 0 0,-1 0 1 0 0,1 0-1 0 0,0 0 0 0 0,0 1 0 0 0,0-1 0 0 0,0 1 0 0 0,0-1 0 0 0,-1 1 0 0 0,1 0 1 0 0,-3 2-1 0 0,4-3 11 0 0,0 1 0 0 0,0 0 0 0 0,1 0-1 0 0,-1 0 1 0 0,0 0 0 0 0,0 0 0 0 0,0 0 0 0 0,1 0 0 0 0,-1 1 0 0 0,1-1 0 0 0,-1 0 0 0 0,1 0 0 0 0,-1 0 0 0 0,1 1 0 0 0,0-1-1 0 0,-1 0 1 0 0,1 1 0 0 0,0-1 0 0 0,0 0 0 0 0,0 0 0 0 0,0 2 0 0 0,0 5-15 0 0,0 0 1 0 0,0-1-1 0 0,1 1 0 0 0,0-1 1 0 0,4 14-1 0 0,6 13 50 0 0,-2 0 1 0 0,-1 1-1 0 0,5 57 0 0 0,-10-61-12 0 0,0-2-14 0 0,-2 0 0 0 0,-3 49 0 0 0,-7 100 176 0 0,9-177-121 0 0,0-1 18 0 0,0 1 1 0 0,1-1-1 0 0,-1 0 0 0 0,0 1 0 0 0,1-1 1 0 0,-1 0-1 0 0,1 1 0 0 0,-1-1 1 0 0,1 0-1 0 0,-1 0 0 0 0,0 1 0 0 0,1-1 1 0 0,-1 0-1 0 0,1 0 0 0 0,-1 0 1 0 0,1 0-1 0 0,-1 1 0 0 0,1-1 1 0 0,-1 0-1 0 0,1 0 0 0 0,-1 0 0 0 0,1 0 1 0 0,-1 0-1 0 0,1 0 0 0 0,0 0 1 0 0,-1-1-1 0 0,1 1 0 0 0,-1 0 0 0 0,1 0 1 0 0,0 0-1 0 0,20-6-105 0 0,-17 5 154 0 0,63-21-1108 0 0,-45 14-3334 0 0,0-1-5719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9218 0 0,'0'0'12601'0'0,"12"-8"-12738"0"0,37-23 76 0 0,-47 30 56 0 0,0 0-1 0 0,-1 1 1 0 0,1-1 0 0 0,0 0 0 0 0,0 1 0 0 0,0-1 0 0 0,0 1 0 0 0,-1-1 0 0 0,3 1 0 0 0,7 3-38 0 0,-8-1 27 0 0,8 2-16 0 0,-1 1-1 0 0,-1 0 0 0 0,1 0 1 0 0,-1 1-1 0 0,14 11 0 0 0,-21-15 20 0 0,0-1 0 0 0,0 1 0 0 0,-1 0 0 0 0,1 0 0 0 0,-1 0-1 0 0,1 0 1 0 0,-1 0 0 0 0,0 0 0 0 0,0 1 0 0 0,0-1 0 0 0,0 0 0 0 0,0 0 0 0 0,-1 1-1 0 0,1-1 1 0 0,-1 1 0 0 0,1-1 0 0 0,-1 1 0 0 0,0-1 0 0 0,0 0 0 0 0,0 1-1 0 0,0-1 1 0 0,0 1 0 0 0,-1-1 0 0 0,1 1 0 0 0,-1-1 0 0 0,-1 4 0 0 0,-1 2 32 0 0,-1 0 1 0 0,0 0-1 0 0,0-1 1 0 0,0 1 0 0 0,-1-1-1 0 0,-7 8 1 0 0,3-4 37 0 0,2 0 0 0 0,-8 13 0 0 0,14-21-35 0 0,0 0 0 0 0,0 1 0 0 0,0 0 1 0 0,0-1-1 0 0,1 1 0 0 0,-1-1 0 0 0,1 1 0 0 0,0-1 1 0 0,0 1-1 0 0,1 3 0 0 0,0 5 232 0 0,-1-11-208 0 0,0 0 0 0 0,0 0 0 0 0,0 1 0 0 0,0-1 0 0 0,1 0 0 0 0,-1 0 0 0 0,1 0 0 0 0,-1 0 0 0 0,1 0 0 0 0,-1 0 0 0 0,1 0 0 0 0,-1 0 0 0 0,1 0 0 0 0,0 0 0 0 0,0-1-1 0 0,-1 1 1 0 0,1 0 0 0 0,0 0 0 0 0,0-1 0 0 0,0 1 0 0 0,0 0 0 0 0,0-1 0 0 0,0 1 0 0 0,0-1 0 0 0,0 1 0 0 0,0-1 0 0 0,0 0 0 0 0,0 1 0 0 0,0-1 0 0 0,0 0 0 0 0,2 0 0 0 0,5 2 237 0 0,0-2 1 0 0,1 1-1 0 0,10-1 1 0 0,-9-1-196 0 0,14 1-83 0 0,0-2 0 0 0,-1 0 0 0 0,35-9 0 0 0,-4-5-5226 0 0,-42 13-4161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9234 0 0,'0'0'12541'0'0,"9"-11"-12811"0"0,30-33 90 0 0,-38 43 168 0 0,0 0 0 0 0,0 0 0 0 0,-1 1 0 0 0,1-1 0 0 0,0 0 0 0 0,0 1 0 0 0,0-1 0 0 0,0 0 0 0 0,0 1 1 0 0,0 0-1 0 0,0-1 0 0 0,0 1 0 0 0,0-1 0 0 0,0 1 0 0 0,0 0 0 0 0,0 0 0 0 0,0 0 0 0 0,0-1 0 0 0,0 1 1 0 0,1 0-1 0 0,0 1-7 0 0,-1-1 1 0 0,0 1-1 0 0,0-1 1 0 0,0 1-1 0 0,0-1 1 0 0,0 1-1 0 0,0 0 1 0 0,0 0 0 0 0,0-1-1 0 0,0 1 1 0 0,1 1-1 0 0,3 2-44 0 0,6 4 1 0 0,-1 0 0 0 0,0 1 1 0 0,0 0-1 0 0,-1 1 0 0 0,12 15 0 0 0,-16-18 22 0 0,0 0 0 0 0,-1 1 0 0 0,0 0 0 0 0,0 0 0 0 0,0 0-1 0 0,-1 1 1 0 0,-1-1 0 0 0,1 1 0 0 0,1 10 0 0 0,-2 5-52 0 0,0 26 0 0 0,-2-27 93 0 0,5 36-1 0 0,-1-38 9 0 0,1-1 1 0 0,14 35-1 0 0,-9-26-5 0 0,-5-13-16 0 0,9 17 0 0 0,-10-23 14 0 0,0 1 1 0 0,5 21 0 0 0,-5-17-11 0 0,-2-10 7 0 0,-1 0 0 0 0,0 0-1 0 0,-1 0 1 0 0,1 0 0 0 0,-1 0 0 0 0,0 0 0 0 0,-1 7 0 0 0,0-10 11 0 0,1-1 0 0 0,-1 0 0 0 0,0 1 0 0 0,1-1 0 0 0,-1 0 1 0 0,0 0-1 0 0,0 0 0 0 0,0 0 0 0 0,0 0 0 0 0,0 0 0 0 0,0 0 1 0 0,0 0-1 0 0,0 0 0 0 0,0 0 0 0 0,0-1 0 0 0,0 1 0 0 0,-1 0 1 0 0,1-1-1 0 0,0 1 0 0 0,-2 0 0 0 0,-28 6 221 0 0,-15 1-452 0 0,3-2-2582 0 0,15 0-3219 0 0,15-3-4122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4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157 388 0 0 0,'-5'-27'0'0'0,"-6"-24"0"0"0,9 43 0 0 0,-1 0 0 0 0,-6-12 0 0 0,6 13 0 0 0,-1 0 0 0 0,1 0 0 0 0,-2-9 0 0 0,3 8 0 0 0,0 0 0 0 0,-6-10 0 0 0,-1-2 0 0 0,-7-21 0 0 0,4 15 0 0 0,-2-4 0 0 0,12 26 0 0 0,0 0 0 0 0,0 0 0 0 0,0 0 0 0 0,-1 1 0 0 0,1-1 0 0 0,-1 1 0 0 0,0-1 0 0 0,-4-3 0 0 0,5 5 0 0 0,0 0 0 0 0,0-1 0 0 0,1 1 0 0 0,-1-1 0 0 0,0 0 0 0 0,1 1 0 0 0,0-1 0 0 0,-2-4 0 0 0,-2-4 0 0 0,5 9 0 0 0,0 0 0 0 0,-2 1 0 0 0,2-5 4162 0 0,2 16-577 0 0,1-5-3387 0 0,0-1 0 0 0,1 1 0 0 0,-1-1-1 0 0,6 6 1 0 0,6 7 121 0 0,59 67 300 0 0,61 120-1272 0 0,-97-135-1644 0 0,-7-11-3792 0 0,-23-43 5454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6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4 0 0 0,'0'0'2405'0'0,"-5"0"-1324"0"0,-27-3 12369 0 0,32 5-14181 0 0,5 83 2112 0 0,-2-52-1277 0 0,-2-10-138 0 0,-1-15-96 0 0,-1-7 121 0 0,0 0 0 0 0,0-1-1 0 0,0 1 1 0 0,0-1-1 0 0,0 1 1 0 0,0-1-1 0 0,0 0 1 0 0,0 1-1 0 0,0-1 1 0 0,0 0 0 0 0,-2 1-1 0 0,-5-1 45 0 0,2 0 29 0 0,1 0 0 0 0,-1 0 0 0 0,0-1 0 0 0,0 1 0 0 0,0-1 0 0 0,-8-3 0 0 0,-105-46 304 0 0,5 3-1063 0 0,86 36-554 0 0,10 2-3506 0 0,9 6-1929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3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 0 0 0,'0'0'7659'0'0,"-1"-2"-6528"0"0,-8-7 4163 0 0,9 20-4750 0 0,1 0-128 0 0,0 1-1 0 0,1 0 1 0 0,1-1-1 0 0,6 20 0 0 0,-8-30-380 0 0,23 71 1544 0 0,58 112 0 0 0,-73-167-1519 0 0,-4-9-36 0 0,-1 0 1 0 0,0 1-1 0 0,0-1 1 0 0,3 12-1 0 0,-1-4 54 0 0,-5-14-423 0 0,-1 0 1 0 0,1-1-1 0 0,0 1 0 0 0,0 0 0 0 0,-1 0 0 0 0,1-1 1 0 0,-1 1-1 0 0,0 0 0 0 0,1 3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47 0 0 0,'0'0'12845'0'0,"-7"-7"-11870"0"0,-1-2-671 0 0,-17-19 2462 0 0,30 30-1691 0 0,-4-2-1023 0 0,0 0 0 0 0,-1 0-1 0 0,1 0 1 0 0,0 0 0 0 0,-1 0-1 0 0,1 0 1 0 0,0 0 0 0 0,0 1 0 0 0,-1-1-1 0 0,1 0 1 0 0,0 0 0 0 0,0 1-1 0 0,28 21-66 0 0,1-2-1 0 0,48 24 1 0 0,-8-13-351 0 0,-79-30-2316 0 0,-13-5 2638 0 0,-4-5 251 0 0,10 5-144 0 0,-14-8 1 0 0,11 4 37 0 0,14 7-6 0 0,0-1 0 0 0,1 0 0 0 0,-1 0 0 0 0,1 0 0 0 0,-1-1 0 0 0,1 1 0 0 0,-6-6 0 0 0,6 4 358 0 0,4 4-415 0 0,0-1 1 0 0,0 1 0 0 0,-1 0 0 0 0,1-1 0 0 0,0 1 0 0 0,-1 0-1 0 0,1-1 1 0 0,-1 1 0 0 0,1 0 0 0 0,0 0 0 0 0,-1-1-1 0 0,1 1 1 0 0,-1 0 0 0 0,1 0 0 0 0,-1 0 0 0 0,1-1-1 0 0,-1 1-13 0 0,1 0-1 0 0,-1-1 1 0 0,1 1-1 0 0,-1 0 1 0 0,1-1 0 0 0,0 1-1 0 0,-1-1 1 0 0,1 1-1 0 0,0-1 1 0 0,-1 1-1 0 0,1-1 1 0 0,0 1-1 0 0,0-1 1 0 0,-1 1-1 0 0,1-1 1 0 0,0 1-1 0 0,0-1 1 0 0,0 1-1 0 0,0-1 1 0 0,0 1-1 0 0,0-2 1 0 0,0 1-22 0 0,0 1 0 0 0,0-1 1 0 0,-1 0-1 0 0,1 0 0 0 0,0 0 1 0 0,0 1-1 0 0,0-1 0 0 0,-1 0 1 0 0,1 1-1 0 0,0-1 0 0 0,-1 0 1 0 0,1 1-1 0 0,-1-1 0 0 0,1 0 1 0 0,-1 1-1 0 0,1-1 1 0 0,-1 1-1 0 0,1-1 0 0 0,-1 0 1 0 0,0 0-1 0 0,-22-13-79 0 0,16 9 58 0 0,6 4 28 0 0,0 0 0 0 0,-1 0 1 0 0,1 0-1 0 0,-1 0 0 0 0,1 0 1 0 0,-1 0-1 0 0,0 1 0 0 0,-1-2 1 0 0,-2 1 60 0 0,5 0-40 0 0,0 1-1 0 0,0 0 0 0 0,0 0 0 0 0,0 0 1 0 0,0 0-1 0 0,0 0 0 0 0,-1 0 0 0 0,1 0 1 0 0,0 0-1 0 0,0 0 0 0 0,0 0 0 0 0,0 0 1 0 0,0 0-1 0 0,-1 0 0 0 0,1-1 0 0 0,0 1 0 0 0,0 0 1 0 0,0 0-1 0 0,0 0 0 0 0,0 0 0 0 0,-1 1 1 0 0,1-1-1 0 0,0 0 0 0 0,0 0 0 0 0,0 0 1 0 0,0 0-1 0 0,0 0 0 0 0,-1 0 0 0 0,1 0 1 0 0,0 0-1 0 0,0 0 0 0 0,0 0 0 0 0,0 0 1 0 0,0 0-1 0 0,0 0 0 0 0,-1 1 0 0 0,1-1 1 0 0,0 0-1 0 0,0 0 0 0 0,0 0 0 0 0,0 0 1 0 0,0 0-1 0 0,0 0 0 0 0,0 1 0 0 0,0-1 0 0 0,0 0 1 0 0,0 0-1 0 0,0 0 0 0 0,0 0 0 0 0,0 0 1 0 0,-1 1-1 0 0,1-1 0 0 0,0 0 0 0 0,0 0 1 0 0,-6 13 56 0 0,0 1 1 0 0,0 0 0 0 0,1 0 0 0 0,-4 17 0 0 0,2-6 3 0 0,6-18-298 0 0,0 0-1 0 0,0-1 0 0 0,0 1 1 0 0,1 0-1 0 0,1 9 0 0 0,0 2-2417 0 0,-1-9-2440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7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0 0 0,'-10'0'21981'0'0,"10"0"-21803"0"0,0 1 1 0 0,0 0-1 0 0,0 0 1 0 0,0-1 0 0 0,1 1-1 0 0,-1 0 1 0 0,0-1-1 0 0,1 1 1 0 0,-1 0 0 0 0,1-1-1 0 0,0 2 1 0 0,10 1-155 0 0,0 1 0 0 0,-1 0 0 0 0,1 1 0 0 0,-1 0 0 0 0,12 8 1 0 0,47 37-25 0 0,-65-47 0 0 0,41 33 30 0 0,-33-26-28 0 0,0-1 1 0 0,-1 1 0 0 0,0 1 0 0 0,15 17 0 0 0,-19-21-5 0 0,0 0-1 0 0,1 0 1 0 0,-1-1 0 0 0,12 7-1 0 0,8 7 47 0 0,-18-13-34 0 0,1 0-1 0 0,-1-1 0 0 0,1 0 1 0 0,17 8-1 0 0,-27-14-78 0 0,1 0 0 0 0,-1 0 0 0 0,0 0 0 0 0,0 0 1 0 0,0 0-1 0 0,0 0 0 0 0,0 0 0 0 0,0 1 0 0 0,1-1 0 0 0,-1 0 0 0 0,0 0 0 0 0,0 0 1 0 0,0 0-1 0 0,0 0 0 0 0,0 0 0 0 0,1 0 0 0 0,-1 0 0 0 0,0 0 0 0 0,0 0 1 0 0,0 0-1 0 0,0 0 0 0 0,1 0 0 0 0,-1 0 0 0 0,0 0 0 0 0,0 0 0 0 0,0 0 1 0 0,0 0-1 0 0,0 0 0 0 0,1 0 0 0 0,-1 0 0 0 0,0-1 0 0 0,0 1 0 0 0,0 0 0 0 0,0 0 1 0 0,0 0-1 0 0,1 0 0 0 0,-1 0 0 0 0,0 0 0 0 0,0-1 0 0 0,-2-5-2787 0 0,-7-6-5529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8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0 0 0,'0'0'21903'0'0,"-2"0"-21423"0"0,1 0-465 0 0,1-1 27 0 0,0 1-1 0 0,-1 0 0 0 0,1 0 1 0 0,0 0-1 0 0,0 0 0 0 0,0 0 1 0 0,-1 0-1 0 0,1 0 0 0 0,0 0 1 0 0,0 0-1 0 0,0 0 0 0 0,0 0 0 0 0,-1 0 1 0 0,1 0-1 0 0,0 0 0 0 0,0 0 1 0 0,0 0-1 0 0,0 0 0 0 0,-1 0 1 0 0,1 1-1 0 0,0-1 0 0 0,0 0 0 0 0,0 0 1 0 0,0 0-1 0 0,-1 0 0 0 0,1 0 1 0 0,0 0-1 0 0,0 0 0 0 0,0 1 1 0 0,0-1-1 0 0,0 0 0 0 0,0 0 0 0 0,-1 0 1 0 0,1 0-1 0 0,0 0 0 0 0,0 1 1 0 0,0-1-1 0 0,0 0 0 0 0,0 0 1 0 0,0 0-1 0 0,0 0 0 0 0,0 1 1 0 0,0-1 78 0 0,-10 2 100 0 0,9-1-224 0 0,1 0 8 0 0,-1-1 38 0 0,0 1 1 0 0,0 0 0 0 0,0 0 0 0 0,0 0 0 0 0,0 1 0 0 0,0-1 0 0 0,0 0 0 0 0,1 0 0 0 0,-1 0 0 0 0,0 1-1 0 0,0-1 1 0 0,1 0 0 0 0,-1 3 0 0 0,-6 8 99 0 0,-3 3-70 0 0,-4 4-28 0 0,12-15-38 0 0,0-1 0 0 0,-1 1-1 0 0,2-1 1 0 0,-1 1 0 0 0,-2 6-1 0 0,3-8-7 0 0,-20 40 41 0 0,16-32-48 0 0,3-7 18 0 0,0 1 1 0 0,1-1 0 0 0,-1 1-1 0 0,-1 4 1 0 0,-10 20 22 0 0,9-19-16 0 0,-2 0 12 0 0,5-8-26 0 0,0 0 1 0 0,1 0-1 0 0,-1-1 0 0 0,1 1 1 0 0,-1 0-1 0 0,1 0 0 0 0,-1 0 1 0 0,1 0-1 0 0,0 0 0 0 0,-1 0 1 0 0,1 0-1 0 0,0 0 0 0 0,0 0 1 0 0,-1 0-1 0 0,1 2 0 0 0,0-2 0 0 0,0 1-1 0 0,-1 0 0 0 0,1 0 1 0 0,-1-1-1 0 0,1 1 1 0 0,-1 0-1 0 0,0-1 1 0 0,0 1-1 0 0,0-1 0 0 0,0 1 1 0 0,0-1-1 0 0,-2 2 1 0 0,-3 8-22 0 0,5-10 19 0 0,0 0-1 0 0,0 0 1 0 0,0 0 0 0 0,0 0-1 0 0,1 0 1 0 0,-1 0 0 0 0,0-1 0 0 0,-1 1-1 0 0,0 1 1 0 0,-4 3 31 0 0,4 1-260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0 0 0,'0'0'16217'0'0,"-2"0"-16453"0"0,1 0 248 0 0,1 0-88 0 0,-1 1 0 0 0,0-1 0 0 0,0 0 0 0 0,1 0 0 0 0,-1 1 0 0 0,0-1 0 0 0,1 0 0 0 0,-1 1-1 0 0,0-1 1 0 0,1 1 0 0 0,-1-1 0 0 0,1 1 0 0 0,-1-1 0 0 0,0 1 0 0 0,1-1 0 0 0,-1 1 0 0 0,1 0-1 0 0,-1-1 1 0 0,1 1 0 0 0,0 0 0 0 0,-1 0 0 0 0,0 0 78 0 0,1 0 0 0 0,-1 0 1 0 0,0 0-1 0 0,0 0 0 0 0,1 0 0 0 0,-1 0 0 0 0,0-1 1 0 0,0 1-1 0 0,0 0 0 0 0,-1 0 0 0 0,-6 5 37 0 0,8-5-28 0 0,-1-1 1 0 0,0 1 0 0 0,1-1 0 0 0,-1 1-1 0 0,0-1 1 0 0,0 1 0 0 0,1-1-1 0 0,-1 0 1 0 0,0 0 0 0 0,0 1-1 0 0,0-1 1 0 0,0 0 0 0 0,1 0-1 0 0,-1 0 1 0 0,0 0 0 0 0,-1 0 0 0 0,-19 0 534 0 0,13-1-370 0 0,6 1-173 0 0,1 1 0 0 0,0-1 0 0 0,-1 0-1 0 0,1 0 1 0 0,0 1 0 0 0,-1-1 0 0 0,1 1 0 0 0,0-1-1 0 0,-2 2 1 0 0,-3 1-4 0 0,-3 1-23 0 0,3-1 32 0 0,6-3-7 0 0,-1 0-1 0 0,1 0 1 0 0,0 0-1 0 0,-1 0 0 0 0,1 0 1 0 0,0 1-1 0 0,-1-1 1 0 0,1 0-1 0 0,0 0 0 0 0,0 0 1 0 0,-1 0-1 0 0,1 0 0 0 0,0 1 1 0 0,0-1-1 0 0,-1 0 1 0 0,1 0-1 0 0,0 1 0 0 0,0-1 1 0 0,0 0-1 0 0,-1 0 1 0 0,1 1-1 0 0,0-1 0 0 0,-2 2 1 0 0,1 0-1 0 0,-1 0 0 0 0,0 0 0 0 0,0 0 1 0 0,0 0-1 0 0,-2 1 0 0 0,-2 2-4 0 0,5-3 127 0 0,-1 0 1 0 0,1 0-1 0 0,0 0 1 0 0,-1 0 0 0 0,1 0-1 0 0,0 0 1 0 0,0 1 0 0 0,1-1-1 0 0,-1 0 1 0 0,0 1 0 0 0,1-1-1 0 0,0 1 1 0 0,-1-1-1 0 0,1 0 1 0 0,0 1 0 0 0,0-1-1 0 0,0 1 1 0 0,1-1 0 0 0,-1 1-1 0 0,0-1 1 0 0,1 0-1 0 0,0 1 1 0 0,-1-1 0 0 0,1 0-1 0 0,0 0 1 0 0,3 5 0 0 0,6 18 606 0 0,-5-8-548 0 0,1-3-146 0 0,-1 0 0 0 0,-1 0 1 0 0,-1 0-1 0 0,3 22 0 0 0,2 7-22 0 0,-4-20 12 0 0,1 36 1 0 0,0-3 61 0 0,1-13 68 0 0,-4-23-18 0 0,2 6 85 0 0,-4-16-184 0 0,0-1 4 0 0,2 0-15 0 0,0 0 0 0 0,-1 0 0 0 0,0 0 0 0 0,-1 9 0 0 0,0-17 73 0 0,0-1 1 0 0,0 1-1 0 0,0-1 1 0 0,0 1-1 0 0,0-1 1 0 0,0 1-1 0 0,0-1 1 0 0,0 1 0 0 0,0-1-1 0 0,0 1 1 0 0,0-1-1 0 0,1 1 1 0 0,-1-1-1 0 0,0 1 1 0 0,0-1-1 0 0,1 0 1 0 0,-1 1-1 0 0,0-1 1 0 0,0 1-1 0 0,1-1 1 0 0,-1 0 0 0 0,0 1-1 0 0,1-1 1 0 0,-1 0-1 0 0,1 1 1 0 0,-1-1-1 0 0,0 0 1 0 0,1 1-1 0 0,-1-1 1 0 0,1 0-1 0 0,-1 0 1 0 0,1 0-1 0 0,-1 0 1 0 0,1 1 0 0 0,-1-1-1 0 0,2 0 1 0 0,11-2-309 0 0,0 1 1 0 0,1 0-1 0 0,-1 1 1 0 0,1 1-1 0 0,-1 0 1 0 0,0 1-1 0 0,1 0 1 0 0,-1 1 0 0 0,17 6-1 0 0,-22-7-841 0 0,1 0 1 0 0,14 2-1 0 0,-6-3-8510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1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13 512 0 0,'0'0'23569'0'0,"-3"-2"-23281"0"0,1 0-211 0 0,-7-6 237 0 0,10 9-318 0 0,-1-1-1 0 0,1 1 1 0 0,0 0-1 0 0,0 0 1 0 0,0 0-1 0 0,-1 0 1 0 0,1 0 0 0 0,-1 0-1 0 0,1 0 1 0 0,0 0-1 0 0,-1 0 1 0 0,0 0-1 0 0,1 0 1 0 0,-1 0 0 0 0,1 2-1 0 0,3 22-50 0 0,-2-16 68 0 0,4 11-4 0 0,-4-15-11 0 0,-1-1 1 0 0,0 1-1 0 0,2 6 0 0 0,-1 4-26 0 0,7 18-1 0 0,-4-13 37 0 0,12 27 23 0 0,-17-46-66 0 0,0-1 0 0 0,0 0 1 0 0,0 1-1 0 0,0-1 0 0 0,0 1 1 0 0,1-1-1 0 0,-1 0 0 0 0,0 1 1 0 0,0-1-1 0 0,0 0 0 0 0,0 1 1 0 0,0-1-1 0 0,1 0 0 0 0,-1 1 1 0 0,0-1-1 0 0,0 0 0 0 0,0 0 1 0 0,1 1-1 0 0,-1-1 0 0 0,0 0 1 0 0,1 0-1 0 0,-1 1 0 0 0,0-1 1 0 0,0 0-1 0 0,1 0 0 0 0,-1 0 1 0 0,0 1-1 0 0,1-1 0 0 0,0 0 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0 664 0 0,'0'0'18356'0'0,"20"3"-18299"0"0,62 10 14 0 0,-70-12-32 0 0,0 1 0 0 0,-1 1-1 0 0,16 5 1 0 0,-4-1 29 0 0,1 0 28 0 0,-14-3 143 0 0,-1-1-1 0 0,1-1 1 0 0,-1 0 0 0 0,19 2 1990 0 0,-36-3-1550 0 0,8-1-740 0 0,-7 24-486 0 0,5-12 568 0 0,1 0 0 0 0,0 0-1 0 0,0 1 1 0 0,2 14 0 0 0,0 0-15 0 0,0-9 3 0 0,0-1 0 0 0,2 0 0 0 0,0 0 0 0 0,1-1 0 0 0,10 26 0 0 0,1 16 1 0 0,-10-37-13 0 0,6 14-24 0 0,2-3 19 0 0,5 15-8 0 0,-16-43-3 0 0,0 0-1 0 0,-1 0 1 0 0,2 8 0 0 0,3 10-64 0 0,-5-21 59 0 0,-1 0 0 0 0,0 0 0 0 0,0 0 0 0 0,1 0 0 0 0,-1 0-1 0 0,0 0 1 0 0,0 1 0 0 0,0-1 0 0 0,0 0 0 0 0,0 0 0 0 0,0 0 0 0 0,-1 0 0 0 0,1 0-1 0 0,0 0 1 0 0,-1 0 0 0 0,1 0 0 0 0,0 1 0 0 0,-1-1 0 0 0,1 0 0 0 0,-1 0 0 0 0,0-1 0 0 0,0 3-1 0 0,-13 8-177 0 0,6-6 139 0 0,7-4 57 0 0,0 0 0 0 0,0 0 0 0 0,0 0 0 0 0,0-1 0 0 0,0 1-1 0 0,0 0 1 0 0,-1-1 0 0 0,1 1 0 0 0,0-1 0 0 0,-1 1 0 0 0,1-1 0 0 0,-3 1 0 0 0,-11 0-269 0 0,-1 0 0 0 0,-25-2-1 0 0,18-2-2260 0 0,1-2-3348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 0 0 0,'0'0'17401'0'0,"-1"2"-17008"0"0,-6 5-100 0 0,6-7-189 0 0,0 1 1 0 0,0-1 0 0 0,0 0-1 0 0,0 1 1 0 0,0-1 0 0 0,0 0 0 0 0,0 0-1 0 0,0 1 1 0 0,0-1 0 0 0,0 0 0 0 0,0 0-1 0 0,0 0 1 0 0,0 0 0 0 0,0 0 0 0 0,0-1-1 0 0,-1 1 1 0 0,-2-1 292 0 0,-132 8 1709 0 0,97-5-2045 0 0,19-1-1530 0 0,1 0-3950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5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45 0 0 0,'0'0'14792'0'0,"0"-2"-14209"0"0,-4-9 2444 0 0,3 9-2823 0 0,0-1 0 0 0,1 1-1 0 0,-1-1 1 0 0,0 1 0 0 0,1-1 0 0 0,-1 1-1 0 0,1-1 1 0 0,0 1 0 0 0,0-1-1 0 0,0-3 1 0 0,-2 7 1697 0 0,6 0-1867 0 0,6 7 392 0 0,34 31-24 0 0,62 34-144 0 0,25 16-157 0 0,-34-25-141 0 0,-92-60 554 0 0,1 0-2577 0 0,-6-5 1955 0 0,0 1 1 0 0,0 0-1 0 0,0 0 1 0 0,0 0-1 0 0,0-1 0 0 0,0 1 1 0 0,0 0-1 0 0,1 0 1 0 0,-1 0-1 0 0,0-1 0 0 0,0 1 1 0 0,0 0-1 0 0,0 0 1 0 0,0-1-1 0 0,0 1 0 0 0,0 0 1 0 0,-1 0-1 0 0,1 0 1 0 0,0-1-1 0 0,0 1 0 0 0,0 0 1 0 0,0 0-1 0 0,0 0 1 0 0,0-1-1 0 0,0 1 1 0 0,0 0-1 0 0,0 0 0 0 0,-1 0 1 0 0,1-1-1 0 0,0 1 1 0 0,0 0-1 0 0,0 0 0 0 0,-14-20-12002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2 5489 0 0,'0'0'18931'0'0,"-3"0"-18778"0"0,-7-1-58 0 0,10 1-90 0 0,-1 0 0 0 0,1 1 0 0 0,0-1 0 0 0,0 0 0 0 0,-1 0 0 0 0,1 1 0 0 0,0-1 0 0 0,0 0 0 0 0,0 0 0 0 0,-1 1 0 0 0,1-1 0 0 0,0 0 0 0 0,0 1 0 0 0,0-1 0 0 0,0 0 0 0 0,0 0 0 0 0,0 1 0 0 0,0-1 0 0 0,0 0 0 0 0,0 1 0 0 0,0-1 0 0 0,0 0 0 0 0,0 1 0 0 0,0-1 0 0 0,0 0 0 0 0,0 1 0 0 0,0-1 0 0 0,0 0 0 0 0,0 1 0 0 0,0 2 20 0 0,-3 4-15 0 0,0 0 1 0 0,0-1-1 0 0,-6 8 1 0 0,-4 8 23 0 0,-12 24 13 0 0,-8 18-48 0 0,30-58 81 0 0,-1 0-1 0 0,0 0 1 0 0,0 0-1 0 0,-6 7 0 0 0,-5 6-2140 0 0,3 2-7434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 0 0 0,'0'0'20383'0'0,"-20"-8"-20191"0"0,-62-24-57 0 0,58 24-85 0 0,18 8-6 0 0,1 0-16 0 0,0 0-27 0 0,3 0-1 0 0,1 0 0 0 0,0 0-1 0 0,-1 0 1 0 0,1 0 0 0 0,-1 0-1 0 0,1 0 1 0 0,-1 0 0 0 0,1 0-1 0 0,-1 1 1 0 0,1-1-1 0 0,0 0 1 0 0,-1 1 0 0 0,-1 1-1 0 0,2-1-27 0 0,0 0 0 0 0,0 0 0 0 0,1 0 0 0 0,-1 0 0 0 0,0 0 0 0 0,1 0 0 0 0,-1 0 0 0 0,1 0-1 0 0,0 1 1 0 0,-1-1 0 0 0,1 3 0 0 0,-4 10-64 0 0,3 12 380 0 0,0-18-218 0 0,1 0-1 0 0,0 0 0 0 0,0 1 1 0 0,1-1-1 0 0,0 0 0 0 0,3 12 1 0 0,13 44 170 0 0,5 13 14 0 0,4 11-83 0 0,6 40-132 0 0,-29-104-70 0 0,1 6 2 0 0,-1-18 26 0 0,0 0 0 0 0,-1 1 0 0 0,1 23 0 0 0,2 17-67 0 0,-5-45 28 0 0,0 5-81 0 0,17-13 2366 0 0,1-6-2129 0 0,-15 5-142 0 0,-1 0 0 0 0,1 0 0 0 0,0 0 0 0 0,0 1 1 0 0,4-2-1 0 0,24 1-699 0 0,33 3-1 0 0,-33 1-3596 0 0,0 0-5685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8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87 0 0 0,'0'0'23054'0'0,"-2"0"-22552"0"0,-11 1 347 0 0,13-1-780 0 0,0 1-1 0 0,0-1 0 0 0,0 0 1 0 0,0 0-1 0 0,0 0 1 0 0,0 0-1 0 0,0 1 0 0 0,0-1 1 0 0,0 0-1 0 0,0 0 1 0 0,0 0-1 0 0,0 0 1 0 0,0 1-1 0 0,0-1 0 0 0,0 0 1 0 0,0 0-1 0 0,0 0 1 0 0,0 0-1 0 0,0 0 0 0 0,0 1 1 0 0,1-1-1 0 0,-1 0 1 0 0,0 0-1 0 0,0 0 0 0 0,0 0 1 0 0,0 0-1 0 0,0 0 1 0 0,0 0-1 0 0,1 0 0 0 0,-1 0 1 0 0,0 1-1 0 0,0-1 1 0 0,0 0-1 0 0,0 0 0 0 0,1 0 1 0 0,6-2 310 0 0,5-6-638 0 0,-3 2 222 0 0,0 0-1 0 0,0 1 0 0 0,10-6 0 0 0,-9 6 18 0 0,0 0 0 0 0,11-10 1 0 0,-13 10 21 0 0,-1 0 0 0 0,1 1 0 0 0,0 0 0 0 0,9-4 0 0 0,-12 7-71 0 0,1 0 0 0 0,0 0-1 0 0,0 1 1 0 0,0 0 0 0 0,0 0-1 0 0,0 0 1 0 0,0 1 0 0 0,9 2-1 0 0,-5 0 7 0 0,0 2 0 0 0,0-1 0 0 0,0 1 0 0 0,0 0 0 0 0,-1 1 0 0 0,0 1 0 0 0,0-1 0 0 0,12 13 0 0 0,-18-16-13 0 0,0-1 0 0 0,-1 1 0 0 0,1 0-1 0 0,-1 0 1 0 0,2 4 0 0 0,-3-5-37 0 0,0 0 0 0 0,0 1 0 0 0,-1-1 1 0 0,1 0-1 0 0,-1 1 0 0 0,1-1 1 0 0,-1 0-1 0 0,0 6 0 0 0,-1-7 99 0 0,1 1-1 0 0,-1 0 1 0 0,1-1 0 0 0,-1 1-1 0 0,0 0 1 0 0,0-1 0 0 0,1 1-1 0 0,-1-1 1 0 0,0 1 0 0 0,0-1-1 0 0,-1 0 1 0 0,1 1 0 0 0,0-1-1 0 0,0 0 1 0 0,-1 0 0 0 0,1 0-1 0 0,-3 2 1 0 0,-1 0 18 0 0,0 0 0 0 0,0 1 0 0 0,-12 3-1 0 0,-55 18 133 0 0,67-23-139 0 0,1-1 0 0 0,-1 1-1 0 0,1-1 1 0 0,-1 0-1 0 0,1 0 1 0 0,-8 0-1 0 0,12-1 8 0 0,0 0-1 0 0,0 0 0 0 0,0 0 0 0 0,0 1 0 0 0,0-1 0 0 0,0 0 0 0 0,0 0 0 0 0,0 0 0 0 0,0 0 0 0 0,0 1 1 0 0,0-1-1 0 0,0 0 0 0 0,0 0 0 0 0,0 0 0 0 0,0 1 0 0 0,0-1 0 0 0,1 0 0 0 0,-1 0 0 0 0,0 0 0 0 0,0 0 1 0 0,0 0-1 0 0,0 1 0 0 0,0-1 0 0 0,0 0 0 0 0,1 0 0 0 0,-1 0 0 0 0,0 0 0 0 0,0 0 0 0 0,0 0 0 0 0,0 0 1 0 0,0 1-1 0 0,1-1 0 0 0,-1 0 0 0 0,0 0 0 0 0,0 0 0 0 0,1 0 0 0 0,7 1 29 0 0,0 1 1 0 0,0 0-1 0 0,1 0 0 0 0,-1 1 1 0 0,-1 0-1 0 0,12 6 0 0 0,-9-5-24 0 0,17 10-148 0 0,0 1 1 0 0,31 23 0 0 0,-53-35 115 0 0,-1 1 0 0 0,0 0 1 0 0,-1 0-1 0 0,5 5 0 0 0,-4-5-20 0 0,-1 0-1 0 0,1 0 1 0 0,5 5 0 0 0,-8-9 23 0 0,-1 1 1 0 0,0 0-1 0 0,1-1 1 0 0,-1 1-1 0 0,0 0 1 0 0,1-1-1 0 0,-1 1 1 0 0,0 0-1 0 0,0-1 1 0 0,0 1-1 0 0,1 0 1 0 0,-1 0-1 0 0,0-1 0 0 0,0 1 1 0 0,0 0-1 0 0,0 0 1 0 0,0-1-1 0 0,-1 2 1 0 0,1-1-5 0 0,0 1-1 0 0,0-1 1 0 0,-1 1 0 0 0,1-1 0 0 0,0 0-1 0 0,-1 1 1 0 0,1-1 0 0 0,-2 2 0 0 0,-1 1 36 0 0,0 0 1 0 0,0-1 0 0 0,-1 1 0 0 0,0-1 0 0 0,1 0 0 0 0,-1 0-1 0 0,0 0 1 0 0,-1 0 0 0 0,1-1 0 0 0,0 0 0 0 0,-1 0-1 0 0,1 0 1 0 0,-1 0 0 0 0,-5 1 0 0 0,-7 1-89 0 0,1 0 1 0 0,-1-1-1 0 0,0 0 1 0 0,-18-1-1 0 0,5-1-1410 0 0,14 0-1465 0 0,1-1-4390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0 0 0,'0'0'24505'0'0,"1"-4"-24077"0"0,1-13-85 0 0,-1 16-309 0 0,0 0-1 0 0,-1 0 0 0 0,1 0 1 0 0,0 0-1 0 0,-1 0 1 0 0,1 0-1 0 0,0 1 1 0 0,0-1-1 0 0,0 0 1 0 0,0 0-1 0 0,0 1 1 0 0,0-1-1 0 0,0 1 1 0 0,0-1-1 0 0,0 1 0 0 0,0-1 1 0 0,0 1-1 0 0,0-1 1 0 0,1 1-1 0 0,-1 0 1 0 0,2 0-1 0 0,5-2-113 0 0,1 1 0 0 0,-1 1-1 0 0,0 0 1 0 0,13 1 0 0 0,-18-1 47 0 0,0 1 0 0 0,0-1 1 0 0,0 1-1 0 0,0 0 1 0 0,0 0-1 0 0,0 0 1 0 0,0 1-1 0 0,-1-1 0 0 0,1 1 1 0 0,0-1-1 0 0,-1 1 1 0 0,1 0-1 0 0,-1 0 1 0 0,0 0-1 0 0,3 4 0 0 0,-4-5-2 0 0,1 0 1 0 0,-1 0-1 0 0,0 0 0 0 0,0 0 0 0 0,-1 1 0 0 0,1-1 0 0 0,0 0 0 0 0,0 1 0 0 0,-1-1 0 0 0,1 0 0 0 0,0 1 1 0 0,-1-1-1 0 0,0 1 0 0 0,1-1 0 0 0,-1 1 0 0 0,0-1 0 0 0,0 1 0 0 0,1 0 0 0 0,-1-1 0 0 0,-1 1 0 0 0,1-1 0 0 0,0 1 1 0 0,0-1-1 0 0,0 1 0 0 0,-1-1 0 0 0,1 1 0 0 0,-1-1 0 0 0,-1 3 0 0 0,0 2 31 0 0,-1-1 1 0 0,1 1-1 0 0,-1 0 0 0 0,2 0 1 0 0,-1 0-1 0 0,1 0 0 0 0,0 0 0 0 0,-1 8 1 0 0,2 55 55 0 0,0-38 29 0 0,1-13-72 0 0,1 0 1 0 0,8 34-1 0 0,-5-29 3 0 0,2 23 0 0 0,-5-18-17 0 0,5 89-71 0 0,-7-103 83 0 0,1-1 0 0 0,0 0 1 0 0,4 17-1 0 0,-4-27 3 0 0,0 0 1 0 0,0-1-1 0 0,1 1 0 0 0,-1-1 1 0 0,1 0-1 0 0,0 1 0 0 0,-1-1 1 0 0,1 0-1 0 0,0 0 0 0 0,0 0 1 0 0,5 3-1 0 0,9 11 14 0 0,-2-3-21 0 0,-6-8-10 0 0,-7-4-50 0 0,8 6 98 0 0,-9-7-69 0 0,0 1 0 0 0,1-1 1 0 0,-1 0-1 0 0,0 0 1 0 0,0 1-1 0 0,1-1 0 0 0,-1 0 1 0 0,0 1-1 0 0,0-1 1 0 0,0 0-1 0 0,0 1 0 0 0,1-1 1 0 0,-1 0-1 0 0,0 1 1 0 0,0-1-1 0 0,0 0 1 0 0,0 1-1 0 0,0-1 0 0 0,0 0 1 0 0,0 1-1 0 0,0-1 1 0 0,0 0-1 0 0,0 1 0 0 0,0-1 1 0 0,0 1-1 0 0,0-1 1 0 0,-16 0-628 0 0,-73 0 176 0 0,51 0-6449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237 162 0 0 0,'0'0'2437'0'0,"-10"-5"-2316"0"0,-31-12-5 0 0,38 16-36 0 0,0-1 0 0 0,0 1 0 0 0,-1 0 0 0 0,1 0 0 0 0,0 1 0 0 0,-7-1 0 0 0,-4-2 670 0 0,-31-12 5432 0 0,39 14-6161 0 0,0 0 0 0 0,0 1 0 0 0,-1 0 0 0 0,-11 1 0 0 0,-1 0 118 0 0,18-1 106 0 0,-1 0 0 0 0,1 0-1 0 0,0 0 1 0 0,-1 0 0 0 0,1 0-1 0 0,0-1 1 0 0,-1 1 0 0 0,1 0 0 0 0,0-1-1 0 0,-1 1 1 0 0,1 0 0 0 0,0-1-1 0 0,0 0 1 0 0,0 1 0 0 0,-1-1-1 0 0,1 0 1 0 0,0 1 0 0 0,0-1-1 0 0,0 0 1 0 0,0 0 0 0 0,0 0 0 0 0,0 0-1 0 0,1 0 1 0 0,-1 0 0 0 0,0 0-1 0 0,0-1 1 0 0,1 1 0 0 0,-1 0-1 0 0,1 0 1 0 0,-2-3 0 0 0,2 4-202 0 0,0 0 1 0 0,0 0-1 0 0,0 0 1 0 0,0 0-1 0 0,0 0 1 0 0,0-1-1 0 0,-1 1 1 0 0,1 0-1 0 0,0 0 1 0 0,0 0-1 0 0,0 0 1 0 0,0 0-1 0 0,0-1 0 0 0,0 1 1 0 0,0 0-1 0 0,0 0 1 0 0,0 0-1 0 0,0 0 1 0 0,0 0-1 0 0,0-1 1 0 0,0 1-1 0 0,0 0 1 0 0,0 0-1 0 0,0 0 1 0 0,0 0-1 0 0,0-1 1 0 0,0 1-1 0 0,0 0 1 0 0,0 0-1 0 0,0 0 1 0 0,0 0-1 0 0,0 0 1 0 0,0-1-1 0 0,0 1 0 0 0,1 0 1 0 0,-1 0-1 0 0,0 0 1 0 0,0 0-1 0 0,0 0 1 0 0,0 0-1 0 0,0 0 1 0 0,0-1-1 0 0,1 1 1 0 0,-1 0-1 0 0,0 0 1 0 0,0 0-1 0 0,0 0 1 0 0,0 0-1 0 0,0 0 1 0 0,1 0-1 0 0,-1 0 1 0 0,0 0-1 0 0,0 0 1 0 0,0 0-1 0 0,0 0 0 0 0,0 0 1 0 0,1 0-1 0 0,-1 0 1 0 0,0 0-1 0 0,0 0 1 0 0,0 0-1 0 0,0 0 1 0 0,1 0-1 0 0,-1 0 1 0 0,0 0-1 0 0,0 0 1 0 0,0 0-1 0 0,0 0 1 0 0,1 1-1 0 0,4-1-203 0 0,164 0 1878 0 0,-144 1-1571 0 0,32 6 0 0 0,-18-1-34 0 0,17-3 609 0 0,101-5 1 0 0,-67-6-315 0 0,31-1-164 0 0,-44 8-224 0 0,84 2 63 0 0,-56 8 0 0 0,52 2 5 0 0,-102-7-51 0 0,200 1 181 0 0,-159-6-167 0 0,233-6 59 0 0,-18 2-38 0 0,-115 13-33 0 0,-3-1-46 0 0,29-1 44 0 0,129-1-22 0 0,-156-4-20 0 0,146-1 9 0 0,56-33 18 0 0,-376 30-13 0 0,-6 0-16 0 0,31-1 0 0 0,48 2 10 0 0,72 2-3 0 0,109 14 16 0 0,-110-26 5 0 0,-61 3 7 0 0,64-12-24 0 0,-31 3-8 0 0,-34 3 33 0 0,-62 9 2 0 0,43-3-6 0 0,-6 5-46 0 0,-27 2 20 0 0,32 2-19 0 0,-45 0 24 0 0,-8 1-14 0 0,31 6 1 0 0,-21-2 4 0 0,106 16-2 0 0,-115-16 1 0 0,-22-3 4 0 0,1 0 0 0 0,18 1 0 0 0,-9-1 7 0 0,-19-1 3 0 0,0-1 62 0 0,-14 4-10258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2418 0 0 0,'0'0'2353'0'0,"-6"-1"-2080"0"0,-61-3 1153 0 0,64 4-1166 0 0,1-1 1 0 0,-1 1 0 0 0,1-1-1 0 0,-1 1 1 0 0,1-1 0 0 0,-4-2 0 0 0,-8-4 10651 0 0,19 4-10801 0 0,30-13 1942 0 0,-5-4 41 0 0,-22 14-1945 0 0,0 1-1 0 0,0-1 1 0 0,1 1 0 0 0,0 1 0 0 0,-1 0 0 0 0,2 0-1 0 0,-1 1 1 0 0,15-4 0 0 0,53-3-62 0 0,-28 4 30 0 0,56-14-1 0 0,-65 10-26 0 0,92-27 347 0 0,-84 21-265 0 0,56-20 61 0 0,-39 14-40 0 0,80-17-1 0 0,-103 28-163 0 0,119-31 154 0 0,-130 33-173 0 0,154-46 140 0 0,-34 3-46 0 0,-116 38-97 0 0,66-23 28 0 0,-79 29-17 0 0,0 0-1 0 0,-1-1 0 0 0,0-1 1 0 0,-1-1-1 0 0,27-18 0 0 0,24-14 38 0 0,-48 30-55 0 0,-2 3 5 0 0,-1 1 0 0 0,24-7 0 0 0,-7 2-17 0 0,59-16 45 0 0,-35 12-18 0 0,-17 5 14 0 0,-2-2 0 0 0,0-1 1 0 0,45-27-1 0 0,23-18-1 0 0,33-19 20 0 0,-115 64-41 0 0,0 2-1 0 0,2 1 1 0 0,-1 1 0 0 0,57-14-1 0 0,0-2 34 0 0,3-2 22 0 0,-62 22-6 0 0,39-18 0 0 0,43-25 22 0 0,-47 20-38 0 0,-49 24-9 0 0,18-12 0 0 0,3-2 17 0 0,-13 9-43 0 0,-13 6 4 0 0,0 2-1 0 0,10-5 0 0 0,6-2-22 0 0,8-3-13 0 0,93-32 54 0 0,13-3-17 0 0,-22 5 0 0 0,-33 18-7 0 0,125-58 0 0 0,-183 73-2 0 0,33-10-1 0 0,3-1-3 0 0,33-12 6 0 0,17-9-34 0 0,-58 25 72 0 0,-18 7-34 0 0,84-26-6 0 0,-66 21-1 0 0,-2 1 8 0 0,67-31 0 0 0,-39 15-23 0 0,3-2 38 0 0,11-11-63 0 0,-85 39 58 0 0,95-47-35 0 0,-26 14 37 0 0,-48 26-24 0 0,20-8 23 0 0,21-7-27 0 0,-43 16 39 0 0,11-8-44 0 0,-18 9 20 0 0,24-10 1 0 0,59-18-1 0 0,-49 20 9 0 0,-35 12-1 0 0,-1-2-1 0 0,-1 0 0 0 0,1-1 1 0 0,24-17-1 0 0,-18 9 15 0 0,11-8-41 0 0,-29 21 12 0 0,19-8 14 0 0,9-6-20 0 0,-6 8-10 0 0,2 1 0 0 0,-1 1-1 0 0,53-6 1 0 0,-76 13 13 0 0,-3 1-1 0 0,0 0 1 0 0,-1-1-1 0 0,1 1 0 0 0,-1-1 1 0 0,1 1-1 0 0,-1-1 1 0 0,4-2-1 0 0,8 0-1512 0 0,-1 2-4259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0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136 104 0 0 0,'0'0'17512'0'0,"8"-10"-16912"0"0,25-32-116 0 0,-30 39-397 0 0,0-1 0 0 0,0 0 1 0 0,0 1-1 0 0,0-1 0 0 0,1 1 0 0 0,0 0 0 0 0,0 0 0 0 0,0 0 1 0 0,0 1-1 0 0,0 0 0 0 0,0-1 0 0 0,0 1 0 0 0,1 1 1 0 0,-1-1-1 0 0,1 1 0 0 0,0 0 0 0 0,-1 0 0 0 0,9-1 0 0 0,-3 0-24 0 0,4 1-11 0 0,-1 0-1 0 0,21 1 1 0 0,-10 0-10 0 0,-19 0-37 0 0,1 1 1 0 0,0 0-1 0 0,0-1 0 0 0,0 2 0 0 0,0-1 0 0 0,-1 1 0 0 0,1 0 0 0 0,0 0 0 0 0,-1 0 0 0 0,0 1 1 0 0,0 0-1 0 0,0 0 0 0 0,0 1 0 0 0,0-1 0 0 0,0 1 0 0 0,-1 0 0 0 0,0 0 0 0 0,0 0 0 0 0,0 1 0 0 0,0-1 1 0 0,-1 1-1 0 0,4 6 0 0 0,-6-9 0 0 0,1 1 0 0 0,-1 0 0 0 0,0 0 0 0 0,0 0 1 0 0,-1-1-1 0 0,1 1 0 0 0,0 0 0 0 0,-1 0 0 0 0,0 0 1 0 0,0 0-1 0 0,0 0 0 0 0,0 0 0 0 0,0 0 0 0 0,-2 5 0 0 0,2-3 23 0 0,-2-1-1 0 0,1 1 1 0 0,-1-1 0 0 0,1 0-1 0 0,-1 0 1 0 0,0 0-1 0 0,-1 0 1 0 0,-4 7-1 0 0,-2-1 65 0 0,-1-1 1 0 0,0 0-1 0 0,0-1 0 0 0,-1 0 0 0 0,0 0 1 0 0,-1-1-1 0 0,1 0 0 0 0,-1-1 1 0 0,-1-1-1 0 0,-12 5 0 0 0,5-4 56 0 0,-1 0 0 0 0,1-2 0 0 0,-1 0-1 0 0,1-1 1 0 0,-1-1 0 0 0,0-1 0 0 0,-32-3 0 0 0,45 1-68 0 0,0 0 1 0 0,-1 0-1 0 0,1-1 0 0 0,0 0 1 0 0,0-1-1 0 0,0 0 0 0 0,0 0 1 0 0,1-1-1 0 0,-1 0 0 0 0,1 0 1 0 0,0 0-1 0 0,-10-9 0 0 0,15 11-44 0 0,1 0 1 0 0,0 1-1 0 0,0-1 0 0 0,0 0 1 0 0,0 1-1 0 0,0-1 0 0 0,0 0 1 0 0,0 0-1 0 0,1 0 0 0 0,-1 0 1 0 0,0-3-1 0 0,-2-23 255 0 0,3 21-269 0 0,-1 0 1 0 0,2 0-1 0 0,-1 0 1 0 0,1 0-1 0 0,0 0 0 0 0,1 0 1 0 0,-1 1-1 0 0,2-1 1 0 0,3-11-1 0 0,-2 12-22 0 0,-1 1-1 0 0,1-1 1 0 0,0 0 0 0 0,0 1 0 0 0,0 0-1 0 0,1 0 1 0 0,0 0 0 0 0,0 1 0 0 0,0-1-1 0 0,0 1 1 0 0,1 0 0 0 0,-1 1-1 0 0,1-1 1 0 0,0 1 0 0 0,8-3 0 0 0,-1 2-62 0 0,1 0 1 0 0,-1 1 0 0 0,0 0 0 0 0,1 1 0 0 0,0 1 0 0 0,20 0 0 0 0,-31 2 14 0 0,-1-1 1 0 0,0 1-1 0 0,1 0 0 0 0,-1 1 1 0 0,0-1-1 0 0,0 0 0 0 0,0 0 1 0 0,0 1-1 0 0,0 0 0 0 0,0-1 1 0 0,0 1-1 0 0,-1 0 0 0 0,3 2 1 0 0,0 0-191 0 0,2 3-828 0 0,1 0 0 0 0,8 14-1 0 0,-4-1-3328 0 0,-6 0-3755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92 234 0 0 0,'0'0'2406'0'0,"-1"-7"-2375"0"0,-1-1-18 0 0,1 3 9 0 0,0 1 0 0 0,0 0 0 0 0,1 0 1 0 0,0-1-1 0 0,-1-5 0 0 0,2 9 87 0 0,-1-1 0 0 0,0 1 0 0 0,0 0 0 0 0,1 0 0 0 0,-1-1 1 0 0,1 1-1 0 0,-1 0 0 0 0,2-2 0 0 0,-2 2 62 0 0,1-1 0 0 0,0 1 0 0 0,-1 0 0 0 0,1 0 0 0 0,-1 0 0 0 0,0-1 0 0 0,1 1 0 0 0,-1-3 0 0 0,2-7 999 0 0,-2 9-1008 0 0,0 1 0 0 0,1-1 0 0 0,-1 1 0 0 0,0 0 0 0 0,0-1 1 0 0,0 1-1 0 0,0-1 0 0 0,0 1 0 0 0,0-1 0 0 0,-1 1 0 0 0,1-1 0 0 0,0 1 0 0 0,-1-2 0 0 0,-31-76 8241 0 0,31 78-8364 0 0,1 0-1 0 0,-1 0 0 0 0,1 0 1 0 0,0 0-1 0 0,-1 0 1 0 0,1-1-1 0 0,0 1 0 0 0,-1 0 1 0 0,1 0-1 0 0,0-1 0 0 0,0 1 1 0 0,0 0-1 0 0,0 0 1 0 0,0 0-1 0 0,1-1 0 0 0,-1 1 1 0 0,0 0-1 0 0,1 0 0 0 0,-1 0 1 0 0,0-1-1 0 0,1 1 1 0 0,-1 0-1 0 0,1 0 0 0 0,0 0 1 0 0,-1 0-1 0 0,1 0 0 0 0,0 0 1 0 0,0 0-1 0 0,0 0 1 0 0,-1 0-1 0 0,1 0 0 0 0,0 1 1 0 0,0-1-1 0 0,0 0 0 0 0,0 1 1 0 0,1-1-1 0 0,-1 0 1 0 0,0 1-1 0 0,0-1 0 0 0,0 1 1 0 0,0 0-1 0 0,2-1 0 0 0,6-1 300 0 0,0 1 0 0 0,0 0 0 0 0,0 0 0 0 0,16 1 0 0 0,-15 0-260 0 0,0 1-77 0 0,-1 0 0 0 0,0 1-1 0 0,0 0 1 0 0,0 0-1 0 0,0 1 1 0 0,0 1 0 0 0,0-1-1 0 0,0 1 1 0 0,-1 1 0 0 0,0-1-1 0 0,0 1 1 0 0,11 10-1 0 0,-16-13-2 0 0,-1 0 0 0 0,0 0 0 0 0,0 0 0 0 0,0 0 0 0 0,0 1 0 0 0,-1-1 0 0 0,1 0 0 0 0,-1 1 0 0 0,1 0 0 0 0,-1-1 0 0 0,0 1 0 0 0,0 0 0 0 0,1 2 0 0 0,-1 1 9 0 0,0 0 0 0 0,0-1-1 0 0,-1 1 1 0 0,0 0 0 0 0,-1 9-1 0 0,1-12 7 0 0,-1-1 0 0 0,1 1 0 0 0,-1-1-1 0 0,0 0 1 0 0,0 1 0 0 0,0-1-1 0 0,0 0 1 0 0,-1 0 0 0 0,1 0 0 0 0,-1 0-1 0 0,1 0 1 0 0,-1 0 0 0 0,0 0-1 0 0,1 0 1 0 0,-1-1 0 0 0,0 1 0 0 0,0-1-1 0 0,-3 2 1 0 0,2-1 51 0 0,-1 0 1 0 0,0 0-1 0 0,1 0 0 0 0,-1 0 0 0 0,0-1 0 0 0,0 0 1 0 0,0 1-1 0 0,0-2 0 0 0,0 1 0 0 0,-6 0 1 0 0,1 0 38 0 0,0-2 0 0 0,0 1 1 0 0,0-1-1 0 0,0 0 0 0 0,0-1 1 0 0,1 0-1 0 0,-1-1 0 0 0,0 0 1 0 0,-8-4-1 0 0,-23-10 55 0 0,27 12-92 0 0,1-1 0 0 0,0 1 0 0 0,-22-16 0 0 0,32 19-34 0 0,0 1 1 0 0,0-1 0 0 0,1 0-1 0 0,-1 0 1 0 0,1 0 0 0 0,-1 0 0 0 0,1 0-1 0 0,0 0 1 0 0,0 0 0 0 0,0-1 0 0 0,0 1-1 0 0,-1-4 1 0 0,2 5-25 0 0,-1-1 0 0 0,1 1 0 0 0,0 0 1 0 0,0 0-1 0 0,0 0 0 0 0,0 0 0 0 0,0 0 0 0 0,0 0 0 0 0,0 0 0 0 0,0 0 0 0 0,0-1 1 0 0,0 1-1 0 0,1 0 0 0 0,-1 0 0 0 0,0 0 0 0 0,1 0 0 0 0,-1 0 0 0 0,1 0 0 0 0,-1 0 1 0 0,1 0-1 0 0,-1 0 0 0 0,1 1 0 0 0,0-1 0 0 0,0 0 0 0 0,-1 0 0 0 0,1 0 0 0 0,0 1 1 0 0,0-1-1 0 0,0 0 0 0 0,1 0 0 0 0,4-2-15 0 0,0 1-1 0 0,0 0 1 0 0,-1 1-1 0 0,1-1 1 0 0,0 1-1 0 0,0 0 1 0 0,7 0-1 0 0,-2 1-42 0 0,-1 0 0 0 0,1 1 0 0 0,13 2 0 0 0,-22-3-18 0 0,0 1 0 0 0,0-1-1 0 0,0 1 1 0 0,0 0 0 0 0,-1 0 0 0 0,1-1 0 0 0,0 1 0 0 0,-1 0-1 0 0,1 0 1 0 0,0 1 0 0 0,-1-1 0 0 0,1 0 0 0 0,-1 0 0 0 0,0 1-1 0 0,1-1 1 0 0,-1 1 0 0 0,0-1 0 0 0,0 1 0 0 0,2 3-1 0 0,0 9-3857 0 0,-5 1-4892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4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43 0 0 0,'0'0'5555'0'0,"-4"-7"-4858"0"0,-16-28 502 0 0,21 37-899 0 0,0-1 0 0 0,1 1 1 0 0,-1-1-1 0 0,1 1 0 0 0,0-1 0 0 0,-1 1 0 0 0,1-1 1 0 0,3 2-1 0 0,20 11 105 0 0,-18-10-18 0 0,81 43 1693 0 0,73 34-39 0 0,-41-23-1333 0 0,-53-28-274 0 0,32 15 26 0 0,-46-21-292 0 0,16 6 1 0 0,48 17 17 0 0,41 14 99 0 0,-39-26 155 0 0,-5 1-51 0 0,-34-11-177 0 0,35 14 82 0 0,20 6 136 0 0,106 21 143 0 0,-164-44-399 0 0,37 11 41 0 0,23 2-7 0 0,-27-2-35 0 0,80 28 232 0 0,-77-23-255 0 0,-74-25-112 0 0,74 22 50 0 0,198 44-4 0 0,-119-27-4 0 0,55 21-34 0 0,-18-3-31 0 0,-147-40-36 0 0,3-1 41 0 0,28 8 1 0 0,-34-13-18 0 0,-25-8 1 0 0,-25-7 5 0 0,57 14 31 0 0,120 29-12 0 0,-34-7-3 0 0,-9-3-12 0 0,89 18 85 0 0,-187-47-63 0 0,-1 3 0 0 0,120 47 0 0 0,-126-39 4 0 0,31 13 73 0 0,-3-5-32 0 0,-30-13-4 0 0,114 39 109 0 0,-89-32-105 0 0,-57-18 8 0 0,0 1 0 0 0,-1 1 0 0 0,26 14-1 0 0,-25-10 127 0 0,37 16-1 0 0,-21-14-64 0 0,54 14 1 0 0,-34-13-65 0 0,59 15 146 0 0,-8 0-202 0 0,-107-30-51 0 0,-1-1 1 0 0,1 1-1 0 0,-1-1 0 0 0,1 1 0 0 0,-1 0 1 0 0,0 1-1 0 0,0-1 0 0 0,0 0 0 0 0,0 1 1 0 0,0 0-1 0 0,3 4 0 0 0,-5-6-147 0 0,0 0 1 0 0,-1 0-1 0 0,1 0 0 0 0,-1 0 0 0 0,1 0 0 0 0,-1 0 0 0 0,1 0 1 0 0,-1 0-1 0 0,1 0 0 0 0,-1 0 0 0 0,0 0 0 0 0,0 1 1 0 0,0-1-1 0 0,0 0 0 0 0,1 0 0 0 0,-2 0 0 0 0,1 0 1 0 0,0 1-1 0 0,0-1 0 0 0,0 0 0 0 0,0 0 0 0 0,-1 0 0 0 0,1 0 1 0 0,-1 0-1 0 0,1 1 0 0 0,-1-1 0 0 0,1 0 0 0 0,-1 0 1 0 0,1 0-1 0 0,-1 0 0 0 0,0 0 0 0 0,0-1 0 0 0,1 1 0 0 0,-1 0 1 0 0,0 0-1 0 0,0 0 0 0 0,0-1 0 0 0,0 1 0 0 0,-1 0 1 0 0,-10 6-5548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66 0 0 0,'-3'1'12476'0'0,"6"-1"-10272"0"0,12-1-837 0 0,17-1-846 0 0,160-5 2139 0 0,20 2-1030 0 0,-134 7-1446 0 0,120 19 1 0 0,28-2 3 0 0,-57-19 8 0 0,-48-7-129 0 0,-31 0-28 0 0,-3-2 55 0 0,436 4 1 0 0,-256 7-57 0 0,-194-2-3 0 0,-18-3-7 0 0,92-17-1 0 0,-121 15-22 0 0,269-33 55 0 0,-139 37-86 0 0,-85 1 28 0 0,118 7 20 0 0,212-1 22 0 0,-273-11-18 0 0,-78 3-5 0 0,68-3-22 0 0,46 3-2 0 0,-88 3 38 0 0,220-1-51 0 0,-110 4 8 0 0,64 6 8 0 0,-219-6-16 0 0,-1 1 0 0 0,56 16-1 0 0,-71-16 23 0 0,-1 0-1 0 0,1-2 1 0 0,1 1-1 0 0,-1-2 1 0 0,28 2-1 0 0,477-4 65 0 0,-338-4-80 0 0,-34 10-11 0 0,-18-2 71 0 0,-32-1-876 0 0,-93-3 495 0 0,23 3-3161 0 0,-12 2-5852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8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316 351 0 0 0,'0'0'9319'0'0,"27"0"-8434"0"0,84 0 13 0 0,-94 0-627 0 0,23 0 1305 0 0,-28 1-998 0 0,67-1 4460 0 0,-77 0-4933 0 0,-1 0 1 0 0,0 0-1 0 0,0-1 0 0 0,0 1 0 0 0,0 0 0 0 0,0-1 0 0 0,0 1 1 0 0,0-1-1 0 0,0 1 0 0 0,0-1 0 0 0,1-1 0 0 0,9-4 402 0 0,2-1-165 0 0,-11 6-280 0 0,-1-1 1 0 0,1 1 0 0 0,0 0 0 0 0,-1 0 0 0 0,1 0-1 0 0,3-1 1 0 0,85-24 704 0 0,-57 16-202 0 0,-33 10-542 0 0,0 0 0 0 0,0 0-1 0 0,1 0 1 0 0,-1 0 0 0 0,0 0-1 0 0,1 0 1 0 0,-1-1 0 0 0,0 1-1 0 0,1 0 1 0 0,-1 0 0 0 0,0 0-1 0 0,0 0 1 0 0,1-1 0 0 0,-1 1-1 0 0,0 0 1 0 0,0 0 0 0 0,1 0-1 0 0,-1-1 1 0 0,0 1 0 0 0,0 0-1 0 0,0 0 1 0 0,1-1 0 0 0,-1 1-1 0 0,0-1 1 0 0,-5-3 145 0 0,-18-2-295 0 0,17 4 170 0 0,-13-2-33 0 0,-23-4-1 0 0,14 3-13 0 0,-21-4 24 0 0,-53-9 32 0 0,-125-40 0 0 0,164 39-35 0 0,51 1 477 0 0,-2 8-529 0 0,14 9 35 0 0,-1 1 0 0 0,1 0 1 0 0,-1 0-1 0 0,1-1 0 0 0,-1 1 0 0 0,1 0 0 0 0,0-1 0 0 0,-1 1 1 0 0,1-1-1 0 0,-1 1 0 0 0,1 0 0 0 0,0-1 0 0 0,-1 1 0 0 0,1-1 1 0 0,0 0-3 0 0,-1 1 0 0 0,1-1 0 0 0,0 1 1 0 0,-1-1-1 0 0,1 1 0 0 0,0 0 0 0 0,-1-1 1 0 0,1 1-1 0 0,-1-1 0 0 0,1 1 0 0 0,0 0 1 0 0,-1 0-1 0 0,1-1 0 0 0,-1 1 0 0 0,0-1 1 0 0,-58-14-67 0 0,15 6 66 0 0,39 8-67 0 0,5 1 77 0 0,0 0 1 0 0,-1 0 0 0 0,1 0 0 0 0,0 0 0 0 0,0 0 0 0 0,-1 0 0 0 0,1 0 0 0 0,0 0 0 0 0,0 0 0 0 0,-1 0 0 0 0,1 0 0 0 0,0 0 0 0 0,0-1 0 0 0,-1 1 0 0 0,1 0 0 0 0,0 0 0 0 0,0 0 0 0 0,-1 0 0 0 0,1 0 0 0 0,0 0 0 0 0,0-1 0 0 0,0 1 0 0 0,-1 0 0 0 0,1 0 0 0 0,0 0 0 0 0,0 0 0 0 0,0-1 0 0 0,0 1 0 0 0,0 0 0 0 0,-1 0 0 0 0,1-1 0 0 0,0 1 0 0 0,0 0 0 0 0,0 0-1 0 0,0 0 1 0 0,0-1 0 0 0,0 1 0 0 0,0 0 0 0 0,0 0 0 0 0,0-1 0 0 0,0 1 0 0 0,0 0 0 0 0,0 0 0 0 0,0-1 0 0 0,0 1 0 0 0,0 0 0 0 0,0 0 0 0 0,0-1 0 0 0,0 1 0 0 0,0 0 0 0 0,0 0 0 0 0,1-1 0 0 0,-1 1 0 0 0,0 0 0 0 0,0 0 0 0 0,0-1 0 0 0,1-1-8 0 0,-1 1 0 0 0,0-1 0 0 0,0 0 0 0 0,0 1 0 0 0,0-1 0 0 0,0 0 1 0 0,0 0-1 0 0,-1 1 0 0 0,1-1 0 0 0,0 0 0 0 0,-1 1 0 0 0,1-1 0 0 0,-1 1 0 0 0,0-1 0 0 0,0 0 0 0 0,0 1 1 0 0,1-1-1 0 0,-1 1 0 0 0,0 0 0 0 0,-1-1 0 0 0,1 1 0 0 0,-2-2 0 0 0,-2-3-37 0 0,-1-2 29 0 0,-4 1 19 0 0,9 6-18 0 0,-1-1 0 0 0,0 1 1 0 0,1 0-1 0 0,-1 0 0 0 0,0 0 1 0 0,1 0-1 0 0,-1 0 0 0 0,-3 0 0 0 0,-10-4-166 0 0,19 10 173 0 0,0-1-1 0 0,0 0 0 0 0,0 0 0 0 0,1-1 1 0 0,-1 1-1 0 0,8 3 0 0 0,34 18 97 0 0,-31-18-64 0 0,205 88 122 0 0,145 19-24 0 0,-312-99-111 0 0,-45-12 13 0 0,-12 0 35 0 0,-4 0-18 0 0,2 0 14 0 0,0 0 0 0 0,-13 3 1 0 0,6-2 2 0 0,-22 10 96 0 0,-40 12 34 0 0,-51 8-59 0 0,111-30-612 0 0,-1 0-1 0 0,-26 13 0 0 0,20-5-2841 0 0,2 2-3601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0 0 0,'0'0'11837'0'0,"-3"-1"-10455"0"0,-10 1 9248 0 0,14 6-10095 0 0,34 35-405 0 0,-21-25-60 0 0,16 17-1 0 0,2 6 9 0 0,3 4-61 0 0,-24-28-1 0 0,16 16-1 0 0,-20-23-9 0 0,-5-6-2 0 0,-1 0 1 0 0,1 0 0 0 0,0 0-1 0 0,0 0 1 0 0,1-1 0 0 0,3 4-1 0 0,19 10 54 0 0,-3-5-11684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6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 0 0 0,'0'0'23714'0'0,"-1"-1"-23055"0"0,-1-1-797 0 0,-1-1 1447 0 0,2 3-1285 0 0,1 0 0 0 0,0 0 0 0 0,0 0 1 0 0,0 1-1 0 0,0-1 0 0 0,0 0 0 0 0,0 0 0 0 0,0 0 1 0 0,-1 0-1 0 0,1 0 0 0 0,0 0 0 0 0,0 0 1 0 0,0 0-1 0 0,0 0 0 0 0,0 0 0 0 0,0 0 0 0 0,0 0 1 0 0,0 0-1 0 0,0 0 0 0 0,0 1 0 0 0,-1-1 1 0 0,1 0-1 0 0,0 0 0 0 0,0 0 0 0 0,0 0 0 0 0,0 0 1 0 0,0 0-1 0 0,0 0 0 0 0,0 1 0 0 0,0-1 0 0 0,0 0 1 0 0,0 0-1 0 0,0 0 0 0 0,0 0 0 0 0,0 0 1 0 0,0 0-1 0 0,0 0 0 0 0,0 1 0 0 0,0-1 0 0 0,0 0 1 0 0,0 0-1 0 0,0 0 0 0 0,0 0 0 0 0,0 0 1 0 0,1 0-1 0 0,-1 2-173 0 0,-2-2-38 0 0,2 0 148 0 0,-11 3-137 0 0,2 9 178 0 0,-1 0 1 0 0,2 0-1 0 0,0 1 1 0 0,0 0-1 0 0,-8 22 0 0 0,3-9 27 0 0,2 2-21 0 0,9-19-3 0 0,-1-1 0 0 0,-6 10 1 0 0,-4 11 26 0 0,7-14-11 0 0,6-14-17 0 0,-1 1 0 0 0,0 0 0 0 0,1 0 0 0 0,-1-1-1 0 0,0 1 1 0 0,0 0 0 0 0,0-1 0 0 0,-2 3 0 0 0,1 0-2414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42 0 0 0,'0'0'21020'0'0,"-10"-7"-20705"0"0,-34-19-88 0 0,29 18-32 0 0,9 8-176 0 0,2 1-9 0 0,4-1-9 0 0,-1 0 1 0 0,1 0-1 0 0,-1 1 0 0 0,0-1 0 0 0,1 0 1 0 0,-1 0-1 0 0,1 0 0 0 0,-1 1 0 0 0,1-1 1 0 0,-1 0-1 0 0,1 1 0 0 0,-1-1 1 0 0,1 1-1 0 0,-1-1 0 0 0,1 1 0 0 0,-1-1 1 0 0,1 0-1 0 0,0 1 0 0 0,-1 0 0 0 0,1 0 1 0 0,-1 0-3 0 0,1-1 1 0 0,-1 1-1 0 0,1 0 1 0 0,-1-1 0 0 0,0 1-1 0 0,1 0 1 0 0,-1-1-1 0 0,0 1 1 0 0,1-1 0 0 0,-1 1-1 0 0,0-1 1 0 0,0 1-1 0 0,-3 1 9 0 0,1-1 0 0 0,0 1 0 0 0,1 0-1 0 0,-1 0 1 0 0,-4 5 0 0 0,3 12-72 0 0,3-10 182 0 0,0-1 0 0 0,0 1-1 0 0,1 0 1 0 0,0 0 0 0 0,2 14 0 0 0,12 45 311 0 0,-4-27-337 0 0,0 4-46 0 0,-3-18-16 0 0,2 28 0 0 0,-2-7-29 0 0,-3-30 8 0 0,-2 1 0 0 0,1 19 0 0 0,2-2-20 0 0,-3-33 16 0 0,-2-3-5 0 0,0 0 0 0 0,0 0 0 0 0,0 0 0 0 0,0 0 0 0 0,0 0 0 0 0,0 0 0 0 0,1 0 0 0 0,-1 0 0 0 0,0 0 0 0 0,0 1 0 0 0,0-1 0 0 0,0 0 0 0 0,0 0 0 0 0,0 0 0 0 0,0 0 0 0 0,1 0 0 0 0,-1 0 0 0 0,0 1 0 0 0,0-1-1 0 0,0 0 1 0 0,0 0 0 0 0,0 0 0 0 0,0 0 0 0 0,0 0 0 0 0,0 1 0 0 0,0-1 0 0 0,0 0 0 0 0,0 0 0 0 0,0 0 0 0 0,0 0 0 0 0,0 0 0 0 0,0 1 0 0 0,0-1 0 0 0,0 0 0 0 0,0 0 0 0 0,0 0 0 0 0,0 1 23 0 0,13-1 2244 0 0,14 0-2249 0 0,32 5 1 0 0,-41-2-236 0 0,11 2-506 0 0,-27-4 121 0 0,0-1 0 0 0,0 0 1 0 0,0-1-1 0 0,0 1 1 0 0,0 0-1 0 0,4-1 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0 0 0,'0'0'24249'0'0,"-4"-7"-23835"0"0,-10-22-90 0 0,11 21 433 0 0,11 31-1448 0 0,-6-17 678 0 0,-1-1-1 0 0,0 1 1 0 0,1 10-1 0 0,-1-11 16 0 0,0 1 0 0 0,0 0 0 0 0,3 9 0 0 0,0-2 10 0 0,3 17 0 0 0,3 6 41 0 0,5 14-8 0 0,-8-27-40 0 0,-6-17 3 0 0,1-1 0 0 0,0 0 0 0 0,3 6-1 0 0,0 5 2 0 0,-5-14-8 0 0,0-1-1 0 0,1 1 1 0 0,-1-1 0 0 0,0 0-1 0 0,1 1 1 0 0,0-1-1 0 0,-1 0 1 0 0,1 1 0 0 0,0-1-1 0 0,-1 0 1 0 0,2 2-1 0 0,2 3-3188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34 448 0 0,'0'0'19488'0'0,"7"-6"-19496"0"0,24-15-18 0 0,-29 20 23 0 0,-1 0 0 0 0,1 1 0 0 0,0-1 1 0 0,0 0-1 0 0,0 0 0 0 0,0 1 1 0 0,0-1-1 0 0,0 1 0 0 0,0 0 0 0 0,0-1 1 0 0,0 1-1 0 0,0 0 0 0 0,0 0 1 0 0,0 0-1 0 0,3 1 0 0 0,5 0-16 0 0,-6-1 12 0 0,2 0 16 0 0,0 0-1 0 0,0 0 1 0 0,0 1-1 0 0,0-1 1 0 0,0 1-1 0 0,0 1 1 0 0,6 1-1 0 0,-6-1 30 0 0,-6-2-38 0 0,0 0 1 0 0,0 0-1 0 0,1 0 0 0 0,-1 0 0 0 0,0 0 1 0 0,0 0-1 0 0,1 0 0 0 0,-1 0 0 0 0,0 0 0 0 0,0 0 1 0 0,1 0-1 0 0,-1 0 0 0 0,0 1 0 0 0,0-1 0 0 0,0 0 1 0 0,1 0-1 0 0,-1 0 0 0 0,0 0 0 0 0,0 1 1 0 0,0-1-1 0 0,1 0 0 0 0,-1 0 0 0 0,0 0 0 0 0,0 1 1 0 0,0-1-1 0 0,0 0 0 0 0,0 0 0 0 0,0 1 1 0 0,0-1-1 0 0,1 0 0 0 0,-1 0 0 0 0,0 1 0 0 0,0-1 1 0 0,0 0-1 0 0,0 0 0 0 0,0 1 0 0 0,0-1 0 0 0,0 0 1 0 0,0 1-1 0 0,0-1-16 0 0,0 0-55 0 0,0 0 68 0 0,0 0 0 0 0,0 0 0 0 0,0 0 0 0 0,0 0 0 0 0,0 0 0 0 0,0 1 0 0 0,0-1 0 0 0,0 0 0 0 0,0 0 0 0 0,0 0 0 0 0,1 0 0 0 0,-1 0 0 0 0,0 0 0 0 0,0 0 0 0 0,0 0 0 0 0,0 1 0 0 0,0-1 0 0 0,0 0 0 0 0,0 0 0 0 0,0 0 0 0 0,0 0 0 0 0,0 0-1 0 0,0 0 1 0 0,0 0 0 0 0,0 1 0 0 0,0-1 0 0 0,0 0 0 0 0,0 0 0 0 0,-1 0 0 0 0,1 0 0 0 0,0 0 0 0 0,0 0 0 0 0,0 0 0 0 0,0 0 0 0 0,0 1 0 0 0,0-1 0 0 0,0 0 0 0 0,0 0 0 0 0,0 0 0 0 0,0 0 0 0 0,0 0 0 0 0,0 0 0 0 0,-1 0 0 0 0,1 0 0 0 0,0 0 0 0 0,0 0 0 0 0,0 0 0 0 0,-4 5 31 0 0,3-5-27 0 0,0 3 49 0 0,-1 0 0 0 0,1 1 1 0 0,-1-1-1 0 0,1 0 0 0 0,0 0 0 0 0,0 1 0 0 0,0 6 0 0 0,-1-1 35 0 0,0 1 21 0 0,1 0 1 0 0,0 1 0 0 0,0-1 0 0 0,2 13 0 0 0,0 0 65 0 0,0-12-90 0 0,0 0-1 0 0,1-1 0 0 0,1 1 0 0 0,-1-1 0 0 0,9 20 0 0 0,-1-4 33 0 0,30 79 66 0 0,-20-56-139 0 0,-7-12-66 0 0,-6-20 2 0 0,-6-12 11 0 0,1-1 1 0 0,-1 0-1 0 0,0 1 0 0 0,0-1 1 0 0,0 0-1 0 0,0 1 0 0 0,0 6 1 0 0,-1-7 42 0 0,0-3-41 0 0,0-1-1 0 0,0 0 0 0 0,0 0 1 0 0,0 1-1 0 0,0-1 1 0 0,0 0-1 0 0,0 1 1 0 0,0-1-1 0 0,0 0 1 0 0,0 1-1 0 0,0-1 1 0 0,0 0-1 0 0,0 1 0 0 0,0-1 1 0 0,0 0-1 0 0,0 0 1 0 0,0 1-1 0 0,-1-1 1 0 0,1 0-1 0 0,0 1 1 0 0,0-1-1 0 0,0 0 1 0 0,0 0-1 0 0,-1 0 0 0 0,1 1 1 0 0,0-1-1 0 0,0 0 1 0 0,-1 0-1 0 0,1 0 1 0 0,0 1-1 0 0,0-1 1 0 0,-1 0-1 0 0,1 0 0 0 0,0 0 1 0 0,-1 0-1 0 0,1 0 1 0 0,0 1-1 0 0,0-1 1 0 0,-1 0-1 0 0,1 0 1 0 0,0 0-1 0 0,-1 0 1 0 0,1 0-1 0 0,0 0 0 0 0,-1 0 1 0 0,1 0-1 0 0,-1 0 1 0 0,-9 3-94 0 0,7-2 25 0 0,0 0 0 0 0,0 0 0 0 0,1-1 0 0 0,-1 1 1 0 0,0-1-1 0 0,-3 1 0 0 0,-18-1-1188 0 0,-6 1-2025 0 0,11-2-3378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5 568 0 0,'0'0'24012'0'0,"-2"-1"-23815"0"0,2 0-195 0 0,0 1 0 0 0,0 0-1 0 0,0 0 1 0 0,0 0 0 0 0,-1-1 0 0 0,1 1-1 0 0,0 0 1 0 0,0 0 0 0 0,0 0 0 0 0,0 0-1 0 0,0-1 1 0 0,-1 1 0 0 0,1 0-1 0 0,0 0 1 0 0,0 0 0 0 0,0 0 0 0 0,-1 0-1 0 0,1 0 1 0 0,0 0 0 0 0,0 0-1 0 0,-1 0 1 0 0,1 0 0 0 0,0 0 0 0 0,0 0-1 0 0,0 0 1 0 0,-1 0 0 0 0,1 0-1 0 0,0 0 1 0 0,0 0 0 0 0,-1 0 0 0 0,1 0-1 0 0,0 0 1 0 0,0 0 0 0 0,0 0 0 0 0,-1 0-1 0 0,1 0 1 0 0,0 0 0 0 0,0 0-1 0 0,0 0 1 0 0,-1 1 0 0 0,1-1 0 0 0,0 0-1 0 0,0 0 1 0 0,0 0 0 0 0,0 0-1 0 0,-1 0 1 0 0,1 1 0 0 0,0-1 0 0 0,0 0-1 0 0,0 0 1 0 0,0 0 0 0 0,0 1-1 0 0,0-1 1 0 0,0 0 0 0 0,-1 3-10 0 0,1-1 0 0 0,0 0 1 0 0,-1 1-1 0 0,1-1 0 0 0,0 1 0 0 0,1 2 0 0 0,1 4 24 0 0,0 1-1 0 0,0-1 0 0 0,1-1 0 0 0,5 13 1 0 0,4 13 22 0 0,-9-25-23 0 0,1 0 0 0 0,5 11 0 0 0,-5-14-63 0 0,-1 1 1 0 0,0 0 0 0 0,0 0-1 0 0,2 10 1 0 0,-5-16-84 0 0,1 1 1 0 0,-1-1-1 0 0,1 0 0 0 0,-1 0 1 0 0,1 0-1 0 0,0 1 1 0 0,-1-1-1 0 0,1 0 0 0 0,0 0 1 0 0,0 0-1 0 0,0 0 1 0 0,1 1-1 0 0,0-1-237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9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30 5857 0 0,'0'0'18644'0'0,"-22"-5"-18381"0"0,-70-14-56 0 0,87 17-174 0 0,0 1 0 0 0,-1 0 0 0 0,1 0 1 0 0,0 1-1 0 0,-8-1 0 0 0,6 2 17 0 0,-4-2-126 0 0,-1 1 0 0 0,1 1 1 0 0,0 0-1 0 0,0 1 0 0 0,0 0 0 0 0,-11 3 0 0 0,-9 5-2223 0 0,11-6-6886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 4073 0 0,'0'0'17868'0'0,"-1"-1"-17859"0"0,-2-1-430 0 0,-1 1 2031 0 0,6 5-639 0 0,16 8-1095 0 0,1 2 144 0 0,82 63-86 0 0,-21-14 26 0 0,4 3-506 0 0,-83-65 475 0 0,0 0-1 0 0,0-1 1 0 0,0 1-1 0 0,0 0 1 0 0,-1 0-1 0 0,1 0 1 0 0,0 0-1 0 0,-1 0 1 0 0,1 0 0 0 0,-1 0-1 0 0,1 0 1 0 0,-1 0-1 0 0,1 1 1 0 0,-1 0-1 0 0,0-2-117 0 0,-12-9-3307 0 0,3 3 2294 0 0,-16-13-3405 0 0,11 5-4093 0 0,8 6 4612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35 2785 0 0,'0'0'20708'0'0,"-7"-6"-20409"0"0,-21-16-37 0 0,18 16 82 0 0,6 6-231 0 0,1 1-15 0 0,2-1-92 0 0,1 0-1 0 0,-1 0 1 0 0,0 0-1 0 0,0 1 0 0 0,0-1 1 0 0,0 0-1 0 0,1 0 1 0 0,-1 1-1 0 0,0-1 1 0 0,0 1-1 0 0,1-1 1 0 0,-1 1-1 0 0,0-1 0 0 0,1 1 1 0 0,-1-1-1 0 0,0 1 1 0 0,0 1-1 0 0,-11 15 53 0 0,7-9-55 0 0,-10 16 60 0 0,1 1 0 0 0,-13 33 0 0 0,10-17 7 0 0,15-37-184 0 0,0 0 0 0 0,1 1 0 0 0,-1-1 0 0 0,1 0 0 0 0,0 1 0 0 0,0-1 0 0 0,0 1-1 0 0,1-1 1 0 0,-1 8 0 0 0,1 1-2225 0 0,0-5-1010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1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67 160 0 0,'0'0'22856'0'0,"-10"-11"-22695"0"0,-28-33-81 0 0,28 33-69 0 0,10 11-234 0 0,-1 0 210 0 0,0 0 0 0 0,1 0 0 0 0,-1 0 0 0 0,1 0 0 0 0,-1 0 0 0 0,1 1 0 0 0,-1-1 0 0 0,1 0 0 0 0,-1 1 0 0 0,1-1 0 0 0,-1 0 0 0 0,1 1-1 0 0,-1-1 1 0 0,1 0 0 0 0,-1 1 0 0 0,-1 0 22 0 0,-3 2 13 0 0,0 0 0 0 0,0-1 0 0 0,0 0-1 0 0,-1 0 1 0 0,1-1 0 0 0,-1 1 0 0 0,-9 0 0 0 0,-4 0 110 0 0,-21-2 1 0 0,20 0-37 0 0,19 0 188 0 0,5 9-15 0 0,1 0-258 0 0,0 0 0 0 0,-1 0 0 0 0,0 0-1 0 0,-1 1 1 0 0,1-1 0 0 0,2 17-1 0 0,-3-13-1 0 0,1 7-8 0 0,3 33-1 0 0,-2-15-14 0 0,-2-2 24 0 0,-2 59 1 0 0,-1-51-13 0 0,0-34 12 0 0,-1-1-13 0 0,1-1 1 0 0,1 0-1 0 0,2 12 1 0 0,-2 4 4 0 0,-1-21-6 0 0,0 1 0 0 0,0-1 0 0 0,1 1 0 0 0,-1-1 0 0 0,1 1 0 0 0,-1-1 0 0 0,3 5 0 0 0,-2-4-112 0 0,1 0-1 0 0,-1 1 1 0 0,0-1-1 0 0,0 1 0 0 0,0-1 1 0 0,0 7-1 0 0,17-11 632 0 0,-6-1-493 0 0,1-1-1 0 0,-1 0 1 0 0,0 0 0 0 0,16-6-1 0 0,19-4-404 0 0,-20 5-2247 0 0,-18 3-1676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2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48 4065 0 0,'0'0'20111'0'0,"-4"-6"-19767"0"0,-14-17-37 0 0,14 17 315 0 0,16 6-315 0 0,9 1-299 0 0,-15-1 10 0 0,1 1 0 0 0,0-1 0 0 0,0 0 1 0 0,-1-1-1 0 0,1 0 0 0 0,0 0 0 0 0,9-3 1 0 0,-3 2 23 0 0,-12 2-31 0 0,0 0-1 0 0,0 0 0 0 0,0-1 0 0 0,0 1 1 0 0,0 0-1 0 0,0 0 0 0 0,1-1 0 0 0,-1 1 1 0 0,0 0-1 0 0,0-1 0 0 0,0 1 0 0 0,1-2 1 0 0,3 2 19 0 0,-2 0-59 0 0,0 1-1 0 0,0 0 0 0 0,0-1 1 0 0,0 1-1 0 0,0 1 0 0 0,0-1 1 0 0,0 0-1 0 0,0 1 0 0 0,4 2 1 0 0,27 20-87 0 0,-28-19 93 0 0,1 0-36 0 0,-1 1 0 0 0,1 0 0 0 0,-1 0-1 0 0,11 14 1 0 0,-15-17-16 0 0,1 1 0 0 0,-1-1 0 0 0,0 1 1 0 0,-1 0-1 0 0,1 0 0 0 0,-1 0 0 0 0,0 0 0 0 0,0 0 0 0 0,0 0 0 0 0,0 0 1 0 0,0 0-1 0 0,-1 6 0 0 0,0-9 61 0 0,0 0 1 0 0,-1 0-1 0 0,1 0 0 0 0,0 0 1 0 0,-1 0-1 0 0,1 0 0 0 0,0 0 1 0 0,-1 0-1 0 0,1 0 0 0 0,-1-1 1 0 0,0 1-1 0 0,1 0 0 0 0,-1 0 1 0 0,0 0-1 0 0,1-1 0 0 0,-1 1 1 0 0,0 0-1 0 0,0-1 0 0 0,0 1 1 0 0,-1 0-1 0 0,-21 10 13 0 0,23-11 1 0 0,-18 6 25 0 0,1-1 1 0 0,-35 4-1 0 0,39-6 4 0 0,13-3-30 0 0,1 0 0 0 0,-1 0-1 0 0,0 0 1 0 0,0 0 0 0 0,1 0-1 0 0,-1 0 1 0 0,0 0 0 0 0,0 0-1 0 0,0 0 1 0 0,1 0 0 0 0,-1 0-1 0 0,0 1 1 0 0,0-1 0 0 0,0 0-1 0 0,0 0 1 0 0,1 0 0 0 0,-1 0-1 0 0,0 1 1 0 0,0-1-1 0 0,0 0 1 0 0,0 0 0 0 0,0 0-1 0 0,0 1 1 0 0,0-1 0 0 0,1 0-1 0 0,-1 0 1 0 0,0 0 0 0 0,0 1-1 0 0,0-1 1 0 0,0 0 0 0 0,0 0-1 0 0,0 0 1 0 0,0 1 0 0 0,0-1-1 0 0,0 0 1 0 0,0 0 0 0 0,0 1-1 0 0,0-1 1 0 0,0 0 0 0 0,0 0-1 0 0,-1 0 1 0 0,1 1 0 0 0,0-1-1 0 0,0 0 1 0 0,0 0 0 0 0,0 0-1 0 0,0 1 1 0 0,0-1 0 0 0,0 0-1 0 0,-1 0 1 0 0,1 0 0 0 0,0 0-1 0 0,0 1 1 0 0,0-1 0 0 0,0 0-1 0 0,-1 0 1 0 0,1 0 0 0 0,0 0-1 0 0,0 0 1 0 0,0 0 0 0 0,-1 0-1 0 0,1 1 1 0 0,0-1 0 0 0,0 0-1 0 0,-1 0 1 0 0,67 27 22 0 0,-52-22-58 0 0,-1 0-1 0 0,0 1 0 0 0,0 0 1 0 0,0 1-1 0 0,0 0 0 0 0,18 15 0 0 0,-30-20 6 0 0,1-1 0 0 0,-1 1 0 0 0,1-1 0 0 0,-1 1-1 0 0,0 0 1 0 0,0 0 0 0 0,0 0 0 0 0,0 0 0 0 0,0 0 0 0 0,0 0-1 0 0,1 2 1 0 0,-2-3 18 0 0,0 0-1 0 0,0 0 0 0 0,1 0 1 0 0,-1 0-1 0 0,0 0 0 0 0,0 0 1 0 0,0 0-1 0 0,0 0 0 0 0,0 0 1 0 0,0 0-1 0 0,0 0 1 0 0,-1 0-1 0 0,1 0 0 0 0,0 0 1 0 0,-1 0-1 0 0,1 0 0 0 0,0 0 1 0 0,-1 0-1 0 0,1 0 1 0 0,-1 0-1 0 0,0 0 0 0 0,0 1 1 0 0,-9 15-13 0 0,5-13 42 0 0,-1 1 0 0 0,1-1 0 0 0,-1 0 0 0 0,0-1 0 0 0,-11 6 0 0 0,10-6-6 0 0,0 0-42 0 0,0 0 1 0 0,0 0 0 0 0,-8 2-1 0 0,-20 2-2132 0 0,22-6-1250 0 0,1-1-3346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37 168 0 0,'0'0'20794'0'0,"7"-6"-20745"0"0,20-18-18 0 0,-26 24-29 0 0,0-1-1 0 0,-1 1 1 0 0,1-1 0 0 0,0 0 0 0 0,0 1-1 0 0,-1-1 1 0 0,1 1 0 0 0,0 0-1 0 0,0-1 1 0 0,0 1 0 0 0,0 0 0 0 0,0-1-1 0 0,-1 1 1 0 0,1 0 0 0 0,0 0 0 0 0,0 0-1 0 0,0 0 1 0 0,0 0 0 0 0,0 0 0 0 0,0 0-1 0 0,0 0 1 0 0,1 0 0 0 0,2 1 9 0 0,4-1 37 0 0,-1 1 0 0 0,0 0 0 0 0,1 1 0 0 0,-1-1 0 0 0,0 1 0 0 0,10 4 0 0 0,-10-4 115 0 0,-7-2-138 0 0,0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0,1 0 0 0 0,-1-1 0 0 0,0 1 0 0 0,0 0 0 0 0,0 0 0 0 0,-1 2-52 0 0,0 0 0 0 0,0-1 0 0 0,0 1 0 0 0,1 0 0 0 0,-1-1 0 0 0,1 1-1 0 0,-1 0 1 0 0,1 0 0 0 0,-1 2 0 0 0,1 1 35 0 0,0 7 18 0 0,0-1 0 0 0,1 1-1 0 0,3 17 1 0 0,33 101 102 0 0,-28-100-135 0 0,-3-13-4 0 0,-1 0 0 0 0,-1 0 0 0 0,0 0-1 0 0,1 29 1 0 0,-3 63-19 0 0,-1-107 36 0 0,-1 1 0 0 0,1-1 0 0 0,0 0 0 0 0,-1 1 1 0 0,1-1-1 0 0,1 0 0 0 0,-1 0 0 0 0,0 0 1 0 0,0 0-1 0 0,1 0 0 0 0,1 2 0 0 0,13 12 30 0 0,-10-12-117 0 0,-11-3-1409 0 0,-7 6 616 0 0,5-2 643 0 0,-19 6-769 0 0,6-2-1532 0 0,7-3-2165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15 24575,'-32'-4'0,"-3"-1"0,0 2 0,-58 1 0,83 3 0,-1 1 0,0 0 0,-16 7 0,0-1 0,20-6 0,-14 3 0,1 2 0,-24 9 0,37-13 0,1 1 0,0-1 0,0 1 0,0 0 0,1 1 0,0-1 0,-1 1 0,1 0 0,1 0 0,-8 11 0,5-6 0,1 0 0,1 0 0,0 1 0,0 0 0,1 0 0,0 1 0,1-1 0,-3 22 0,5-26 0,1 0 0,0 0 0,0 0 0,0 0 0,1 0 0,0 0 0,0-1 0,1 1 0,0 0 0,0 0 0,1-1 0,-1 0 0,2 1 0,-1-1 0,0 0 0,7 7 0,-2-4 9,0 0-1,1-1 1,0 0-1,0 0 1,1-1 0,0 0-1,0-1 1,1 0-1,0 0 1,0-1-1,0-1 1,0 0-1,13 2 1,6 0-380,0-1-1,0-2 1,60-1 0,-70-2-6455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63 24575,'-28'-7'0,"-45"-10"0,66 16 0,0 0 0,0 0 0,-1 1 0,1 0 0,0 1 0,0-1 0,-13 4 0,19-4 0,-1 1 0,1-1 0,0 0 0,0 0 0,0 1 0,0-1 0,0 1 0,0-1 0,0 1 0,0-1 0,0 1 0,0 0 0,0-1 0,0 1 0,0 0 0,1 0 0,-1 0 0,0 0 0,1 0 0,-1 0 0,0 0 0,1 0 0,-1 0 0,1 0 0,-1 0 0,1 0 0,0 0 0,-1 0 0,1 0 0,0 0 0,0 0 0,0 1 0,0-1 0,0 0 0,0 0 0,0 0 0,0 0 0,1 0 0,-1 1 0,0-1 0,1 0 0,-1 0 0,0 0 0,1 0 0,0 0 0,0 2 0,3 2 0,-1 1 0,1-1 0,0 0 0,1 0 0,-1 0 0,11 8 0,4 1 0,1 0 0,0-1 0,38 17 0,-46-25 0,1 0 0,-1-1 0,1 0 0,0-1 0,0-1 0,1 0 0,-1 0 0,18-1 0,-29-1 0,0 0 0,-1 0 0,1 0 0,0-1 0,0 1 0,0 0 0,0-1 0,0 0 0,0 1 0,0-1 0,0 0 0,-1 0 0,1 0 0,0 0 0,-1 0 0,1 0 0,-1-1 0,1 1 0,-1 0 0,0-1 0,1 1 0,-1-1 0,0 0 0,0 1 0,1-3 0,-1 1 0,0 0 0,-1 1 0,1-1 0,-1 0 0,0 0 0,1 0 0,-1 0 0,0 0 0,-1 0 0,1 0 0,-1 1 0,1-1 0,-1 0 0,0 0 0,0 0 0,-2-4 0,-2-1 0,1 1 0,-1-1 0,0 1 0,-1 0 0,0 1 0,0-1 0,-11-8 0,-5-3 0,-26-14 0,41 27 15,-1 0 0,0 1 0,0 1 0,0-1 0,-1 1 0,1 1 0,-12-3 0,15 5-114,0-1 0,0 0 0,0 1 0,0 0 0,0 0 0,0 1 0,0 0 0,0-1 0,0 2 0,1-1 0,-1 0 0,0 1 0,0 0 0,-5 3 0,1 1-6727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24575,'13'14'0,"1"-1"0,1 0 0,28 18 0,-38-28 0,0 0 0,0-1 0,0 1 0,0-1 0,1 0 0,-1 0 0,0-1 0,1 0 0,0 0 0,-1 0 0,1-1 0,0 0 0,-1 0 0,1 0 0,0-1 0,0 1 0,6-3 0,-8 1 0,0 0 0,0 0 0,0 0 0,0 0 0,0-1 0,-1 0 0,1 0 0,-1 0 0,0 0 0,0 0 0,0-1 0,0 1 0,-1-1 0,1 0 0,-1 0 0,0 0 0,2-4 0,-4 7 0,0 1 0,0-1 0,1 0 0,-1 1 0,0-1 0,1 1 0,-1-1 0,1 1 0,-1-1 0,0 1 0,1-1 0,-1 1 0,1 0 0,-1-1 0,1 1 0,-1 0 0,1-1 0,0 1 0,-1 0 0,1 0 0,-1-1 0,1 1 0,0 0 0,-1 0 0,1 0 0,1 0 0,-1 0 0,1 0 0,0 1 0,-1-1 0,1 1 0,0-1 0,-1 1 0,1-1 0,-1 1 0,1 0 0,1 1 0,4 4 0,0-1 0,13 14 0,-18-17 0,3 5-136,1-1-1,0 0 1,1 0-1,-1-1 1,1 0-1,0 0 1,1-1-1,-1 1 0,14 4 1,-8-6-6690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24575,'0'0'0,"-1"0"0,1 0 0,-1 0 0,1 0 0,-1 0 0,1 0 0,-1 0 0,1 0 0,-1 1 0,1-1 0,-1 0 0,1 0 0,-1 0 0,1 1 0,0-1 0,-1 0 0,1 0 0,-1 1 0,1-1 0,0 0 0,-1 1 0,1-1 0,0 1 0,-1-1 0,1 0 0,0 1 0,0-1 0,-1 1 0,1-1 0,0 1 0,0-1 0,0 1 0,0-1 0,0 1 0,0-1 0,0 1 0,0-1 0,0 1 0,0-1 0,0 1 0,0-1 0,0 1 0,0-1 0,0 1 0,0-1 0,0 0 0,0 1 0,1-1 0,-1 1 0,1 0 0,0 3 0,1 0 0,-1-1 0,1 1 0,4 6 0,9 9 0,1-1 0,1 0 0,0-1 0,1-1 0,1 0 0,0-2 0,22 13 0,-36-23 0,1-1 0,0 0 0,0 0 0,0 0 0,0-1 0,1 0 0,-1 0 0,0 0 0,10 0 0,-15-2 0,0 0 0,0 0 0,0-1 0,0 1 0,0-1 0,0 1 0,0-1 0,0 1 0,0-1 0,0 0 0,0 1 0,-1-1 0,1 0 0,0 0 0,0 1 0,-1-1 0,1 0 0,-1 0 0,1 0 0,-1 0 0,1 0 0,-1 0 0,1 0 0,-1 0 0,0 0 0,1 0 0,-1 0 0,0 0 0,0 0 0,0 0 0,0-2 0,0-3 0,0 0 0,0 1 0,0-1 0,-3-9 0,-2-7-455,1 0 0,-2-40 0,6 49-6371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176 149 24575,'-49'-80'0,"44"73"0,-1 0 0,0 0 0,0 0 0,-1 0 0,0 1 0,0 0 0,-15-9 0,20 14 0,1 0 0,-1 0 0,1 1 0,-1-1 0,1 0 0,-1 1 0,1-1 0,-1 1 0,0 0 0,1 0 0,-1-1 0,0 1 0,1 0 0,-1 0 0,0 0 0,1 1 0,-1-1 0,0 0 0,1 1 0,-1-1 0,0 1 0,1-1 0,-2 2 0,1-1 0,1 0 0,-1 1 0,1-1 0,-1 1 0,1-1 0,-1 1 0,1 0 0,0 0 0,0-1 0,0 1 0,0 0 0,0 0 0,1 0 0,-1 0 0,0 0 0,1 0 0,0 0 0,-1 3 0,1 1 0,0 1 0,0-1 0,0 1 0,1-1 0,0 1 0,0-1 0,0 1 0,1-1 0,0 0 0,1 0 0,-1 0 0,7 10 0,-5-8 0,1-1 0,1 1 0,0 0 0,0-1 0,0 0 0,1-1 0,0 0 0,9 7 0,-10-9 0,-1-1 0,1 1 0,0-1 0,0-1 0,0 1 0,0-1 0,1 0 0,-1 0 0,0-1 0,1 0 0,0 0 0,11 0 0,-15-2 0,1 1 0,0-1 0,0 1 0,0-1 0,-1 0 0,1-1 0,0 1 0,-1-1 0,1 0 0,-1 1 0,0-1 0,1-1 0,-1 1 0,0 0 0,0-1 0,-1 0 0,1 0 0,0 1 0,-1-2 0,0 1 0,0 0 0,4-7 0,-4 7 4,-1-1 1,1 0-1,-1 0 0,0 1 0,0-1 0,0 0 0,-1 0 0,1 0 0,-1 0 1,0 0-1,0 0 0,0 0 0,0 0 0,-1 0 0,0 0 0,0 0 0,0 0 1,0 0-1,-1 0 0,1 1 0,-1-1 0,0 1 0,0-1 0,0 1 0,-1 0 1,1-1-1,-1 1 0,-5-5 0,2 2-110,-1 1 0,1 0 0,-1 0 0,0 1 0,0-1 0,-1 1-1,1 1 1,-1 0 0,0 0 0,0 0 0,0 1 0,0 0 0,-9-1 0,2 2-6720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7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209 586 24575,'6'-35'0,"-1"-1"0,0-52 0,-6 68 0,0 0 0,-1 1 0,-1-1 0,-1 0 0,-1 1 0,-8-20 0,-3 1 0,-2 1 0,-2 1 0,-1 0 0,-35-43 0,53 74 0,-1 0 0,0 1 0,0-1 0,0 1 0,0 0 0,0 1 0,-1-1 0,-8-4 0,13 8 0,0-1 0,-1 1 0,1 0 0,-1 0 0,1 0 0,-1 0 0,1 0 0,0 0 0,-1 0 0,1 0 0,-1 0 0,1 0 0,-1 0 0,1 0 0,-1 0 0,1 0 0,-1 0 0,1 0 0,0 1 0,-1-1 0,1 0 0,-1 0 0,1 0 0,0 1 0,-1-1 0,1 0 0,0 1 0,-1-1 0,1 0 0,0 1 0,-1-1 0,1 0 0,0 1 0,0-1 0,-1 0 0,1 1 0,0-1 0,0 1 0,0-1 0,0 1 0,0-1 0,-1 1 0,-2 22 0,3-21 0,-1 22 0,1 0 0,2 0 0,0 0 0,2 0 0,1 0 0,0-1 0,2 1 0,1-1 0,0-1 0,2 0 0,1 0 0,0-1 0,2 0 0,0-1 0,1 0 0,1-1 0,22 20 0,-30-32 0,1 0 0,0-1 0,1 0 0,-1-1 0,1 0 0,0 0 0,0 0 0,1-2 0,11 5 0,-17-7 0,1 0 0,0 0 0,0 0 0,0 0 0,0-1 0,0 0 0,0 0 0,0 0 0,0 0 0,-1-1 0,1 0 0,0 0 0,0 0 0,0-1 0,-1 1 0,1-1 0,-1 0 0,1-1 0,-1 1 0,7-6 0,-6 3 0,0 0 0,-1 0 0,0 0 0,0 0 0,0-1 0,-1 1 0,0-1 0,0 0 0,0 0 0,1-7 0,-2 9 0,-1 1 0,0-1 0,0 0 0,-1 0 0,1 0 0,-1 0 0,1 0 0,-1 0 0,0 0 0,-1 0 0,1 0 0,-1 0 0,0 0 0,0 0 0,0 0 0,0 0 0,-3-5 0,3 8 0,1 0 0,-1 0 0,1 1 0,-1-1 0,0 0 0,1 0 0,-1 0 0,0 1 0,0-1 0,0 0 0,1 1 0,-1-1 0,0 1 0,0-1 0,0 1 0,-1-1 0,1 1 0,1 0 0,-1 0 0,0 0 0,1 0 0,-1 0 0,1 0 0,-1 0 0,1 0 0,-1 0 0,1 0 0,-1 1 0,1-1 0,-1 0 0,1 0 0,-1 1 0,1-1 0,0 0 0,-1 1 0,1-1 0,-1 0 0,1 1 0,-1 0 0,0 1 0,-1 0 0,1 1 0,-1-1 0,1 1 0,0-1 0,0 1 0,0 0 0,1-1 0,-1 1 0,0 4 0,1-1 0,0 0 0,0-1 0,0 1 0,1 0 0,0 0 0,0-1 0,1 1 0,-1 0 0,1-1 0,1 1 0,-1-1 0,1 0 0,0 0 0,0 0 0,0 0 0,1 0 0,-1-1 0,7 6 0,-5-5 0,0 0 0,1-1 0,0 0 0,-1 0 0,1 0 0,0-1 0,1 1 0,-1-2 0,1 1 0,-1-1 0,1 0 0,0 0 0,0-1 0,0 0 0,7 1 0,-8-2 0,-1 0 0,1-1 0,-1 1 0,1-1 0,-1 0 0,1-1 0,-1 1 0,0-1 0,1 0 0,-1-1 0,0 1 0,-1-1 0,1 0 0,0 0 0,-1 0 0,1-1 0,-1 1 0,0-1 0,0 0 0,-1 0 0,1-1 0,-1 1 0,0-1 0,0 0 0,2-5 0,-1 2 0,-2 2 0,1-1 0,0 1 0,7-9 0,-10 14 0,0 1 0,1-1 0,-1 1 0,0-1 0,1 1 0,-1-1 0,0 1 0,1-1 0,-1 1 0,1 0 0,-1-1 0,1 1 0,-1-1 0,1 1 0,-1 0 0,1-1 0,-1 1 0,1 0 0,-1 0 0,1 0 0,-1-1 0,1 1 0,0 0 0,-1 0 0,1 0 0,0 0 0,-1 0 0,1 0 0,-1 0 0,1 0 0,0 0 0,-1 0 0,1 1 0,-1-1 0,1 0 0,-1 0 0,1 1 0,0-1 0,-1 0 0,1 0 0,-1 1 0,1-1 0,-1 1 0,0-1 0,1 0 0,-1 1 0,1-1 0,-1 1 0,1 0 0,1 3-52,0 1-1,-1-1 0,1 0 1,-1 1-1,0-1 1,0 1-1,0 0 0,-1-1 1,0 1-1,0-1 1,0 9-1,-1-6-681,1 7-6092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24575,'55'204'0,"12"40"0,-66-242 0,0 3 0,1 0 0,0 0 0,0 0 0,0 0 0,1 0 0,0 0 0,0-1 0,4 7 0,-6-11 0,-1 0 0,0 1 0,0-1 0,0 0 0,0 0 0,1 0 0,-1 1 0,0-1 0,0 0 0,1 0 0,-1 0 0,0 1 0,0-1 0,0 0 0,1 0 0,-1 0 0,0 0 0,1 0 0,-1 0 0,0 0 0,0 0 0,1 0 0,-1 0 0,0 0 0,1 0 0,-1 0 0,2-6 0,-7-13 0,-3-3 0,-16-29 0,2 4 0,22 46 0,0 1 0,0 0 0,-1-1 0,1 1 0,0-1 0,0 1 0,0-1 0,0 1 0,0-1 0,0 1 0,-1-1 0,1 1 0,0-1 0,1 1 0,-1-1 0,0 1 0,0-1 0,0 1 0,0-1 0,0 1 0,0-1 0,1 1 0,-1-1 0,0 1 0,0-1 0,1 1 0,-1-1 0,1 0 0,0 1 0,0-1 0,-1 1 0,1 0 0,0-1 0,0 1 0,0 0 0,0-1 0,0 1 0,0 0 0,0 0 0,-1 0 0,3 0 0,2 0 0,-1 0 0,1 1 0,0-1 0,8 3 0,43 18 0,-39-14 0,-1 0 0,1-2 0,0 0 0,21 3 0,71 4 0,-91-10 0,-13-2 0,-1 1 0,1-1 0,0 1 0,-1 0 0,1 1 0,7 2 0,-11-3 0,1 0 0,-1 0 0,0 0 0,0 0 0,0 0 0,0 0 0,0 1 0,0-1 0,0 0 0,0 0 0,0 1 0,0-1 0,-1 1 0,1-1 0,-1 1 0,1-1 0,-1 1 0,1-1 0,-1 1 0,0-1 0,0 1 0,0-1 0,0 1 0,0-1 0,0 3 0,-1 1 11,1-1 0,-1 1 0,0 0 0,-1-1 0,1 1 0,-1-1-1,0 1 1,0-1 0,0 0 0,-4 6 0,5-9-52,0 1-1,1-1 1,-1 0 0,0 0 0,0 0-1,0 1 1,-1-1 0,1 0 0,0 0-1,0-1 1,0 1 0,-1 0 0,1 0-1,-1 0 1,1-1 0,0 1 0,-1-1-1,1 1 1,-1-1 0,1 0 0,-1 0-1,1 1 1,-1-1 0,1 0 0,-1 0-1,0 0 1,1-1 0,-1 1 0,1 0-1,-1 0 1,1-1 0,-1 1 0,1-1-1,0 0 1,-2 0 0,-7-5-6785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24575,'2'2'0,"-1"4"0,-1 6 0,-1 2 0,-2 3 0,-1 0 0,1 0 0,0-3-8191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24575,'6'32'0,"4"52"0,-10-74 0,0 0 0,0 0 0,-1 0 0,0 0 0,-1 0 0,0 0 0,0 0 0,-1 0 0,-6 12 0,9-21 0,-1 0 0,1 1 0,-1-1 0,1 0 0,-1 0 0,1 0 0,-1 0 0,0 0 0,1-1 0,-1 1 0,0 0 0,0 0 0,0 0 0,0 0 0,1-1 0,-1 1 0,0-1 0,0 1 0,-1 0 0,1-1 0,0 0 0,0 1 0,0-1 0,0 0 0,0 1 0,0-1 0,0 0 0,-1 0 0,1 0 0,0 0 0,0 0 0,0 0 0,0 0 0,-1-1 0,1 1 0,0 0 0,0-1 0,0 1 0,0 0 0,0-1 0,0 1 0,0-1 0,0 0 0,0 1 0,-2-2 0,-1-3 0,-1 1 0,1 0 0,-1-1 0,1 0 0,1 0 0,-1 0 0,-3-7 0,3 5 0,1-1 0,0 0 0,0 1 0,1-1 0,0 0 0,-1-11 0,2 14 0,0 0 0,1-1 0,0 1 0,0 0 0,1-1 0,-1 1 0,1 0 0,0 0 0,1-1 0,2-7 0,-3 11 0,0 0 0,1 1 0,-1-1 0,0 0 0,1 1 0,-1 0 0,1-1 0,-1 1 0,1 0 0,0 0 0,-1-1 0,1 1 0,0 1 0,0-1 0,0 0 0,0 0 0,0 1 0,-1-1 0,1 1 0,1 0 0,-1-1 0,0 1 0,0 0 0,0 0 0,0 0 0,0 0 0,0 1 0,2 0 0,5 0 0,0 1 0,0 1 0,-1-1 0,17 9 0,-23-10 0,41 18 0,-2 3 0,48 32 0,-87-53 0,-1 0 0,1 0 0,-1 0 0,1 0 0,-1-1 0,1 1 0,0 0 0,-1-1 0,1 1 0,0-1 0,-1 1 0,1-1 0,0 0 0,0 0 0,0 1 0,-1-1 0,4-1 0,-2 0 0,-1 0 0,1 0 0,-1 0 0,0 0 0,1 0 0,-1-1 0,0 1 0,0-1 0,0 1 0,0-1 0,3-3 0,20-24 0,-16 19 0,-1 0 0,2 0 0,16-13 0,-23 21 0,0 0 0,0 0 0,0 0 0,0 0 0,0 1 0,1 0 0,-1-1 0,1 1 0,-1 0 0,1 1 0,-1-1 0,1 1 0,-1-1 0,1 1 0,0 0 0,-1 0 0,1 1 0,3 0 0,1 2 0,0 0 0,0 0 0,-1 1 0,1 0 0,-1 1 0,0 0 0,0 0 0,9 9 0,12 8 0,-6-7 0,80 60 0,-93-66-1365,-1-1-5461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9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24575,'10'23'0,"1"1"0,1-1 0,27 36 0,-35-52 0,2-1 0,-1 1 0,1-1 0,0-1 0,0 1 0,0-1 0,1 0 0,0-1 0,0 1 0,0-1 0,0-1 0,1 1 0,0-1 0,-1-1 0,16 4 0,-20-5 0,-1-1 0,1 0 0,-1 1 0,0-1 0,1 0 0,-1 0 0,1-1 0,-1 1 0,1 0 0,-1-1 0,0 0 0,1 1 0,-1-1 0,0 0 0,1 0 0,-1 0 0,0 0 0,0-1 0,0 1 0,0-1 0,0 1 0,0-1 0,-1 0 0,1 0 0,2-2 0,-2-1 0,1 1 0,-1-1 0,0 0 0,0 0 0,-1 0 0,1 0 0,-1-1 0,0 1 0,-1 0 0,1-10 0,-4-101 0,27 154 0,-17-25 0,0-1 0,1 1 0,1-1 0,0-1 0,0 1 0,2-2 0,-1 1 0,1-2 0,1 1 0,19 12 0,-26-20-195,0 1 0,-1-1 0,1 0 0,0 0 0,0-1 0,11 2 0,-4-1-6631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76 24575,'-12'-9'0,"-3"-2"0,1 1 0,-2 0 0,1 1 0,-1 1 0,-19-7 0,33 15 0,1-1 0,-1 0 0,1 1 0,-1 0 0,1-1 0,-1 1 0,1 0 0,-1 0 0,0 0 0,1 0 0,-1 0 0,1 0 0,-1 0 0,1 1 0,-1-1 0,1 0 0,-1 1 0,1-1 0,-1 1 0,1 0 0,-2 1 0,2-1 0,0 0 0,0 0 0,1 0 0,-1 0 0,0 0 0,1 1 0,-1-1 0,1 0 0,-1 0 0,1 1 0,0-1 0,0 0 0,-1 1 0,1-1 0,0 0 0,0 1 0,0-1 0,0 0 0,1 1 0,-1-1 0,0 0 0,1 0 0,-1 1 0,1 1 0,2 6 0,1-1 0,-1 0 0,1 0 0,1 0 0,-1 0 0,1-1 0,1 0 0,-1 0 0,1 0 0,12 10 0,3 0 0,2-1 0,27 16 0,-45-30 0,-1 1 0,0 0 0,0 0 0,0 1 0,5 5 0,-9-8 0,1 0 0,-1-1 0,1 1 0,-1-1 0,1 1 0,-1 0 0,0 0 0,1-1 0,-1 1 0,0 0 0,0 0 0,0-1 0,1 1 0,-1 0 0,0 0 0,0-1 0,0 1 0,0 1 0,-1-1 0,1 0 0,-1-1 0,1 1 0,-1 0 0,1-1 0,-1 1 0,1 0 0,-1-1 0,1 1 0,-1-1 0,0 1 0,1-1 0,-1 1 0,0-1 0,0 1 0,1-1 0,-1 0 0,0 0 0,0 1 0,0-1 0,-1 0 0,-4 2 0,1-1 0,-1-1 0,0 1 0,0-1 0,0 0 0,0 0 0,-9-2 0,-44-11 0,32 6 0,-29-4 0,24 6 0,-33-12 0,55 12 120,9 5-150,1-1 1,0 1-1,0 0 0,0 0 0,0 0 1,0 0-1,-1 0 0,1-1 1,0 1-1,0 0 0,0 0 1,0 0-1,0 0 0,0-1 0,0 1 1,0 0-1,-1 0 0,1 0 1,0 0-1,0-1 0,0 1 1,0 0-1,0 0 0,0 0 0,0-1 1,0 1-1,0 0 0,0 0 1,0 0-1,1-1 0,-1 1 1,0 0-1,0 0 0,0 0 0,0-1 1,0 1-1,0 0 0,0 0 1,0 0-1,1 0 0,-1 0 1,0-1-1,0 1 0,0 0 0,0 0 1,0 0-1,1 0 0,-1 0 1,0-1-1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24575,'-3'5'0,"0"4"0,0 3 0,3 0 0,1 0 0,1 0 0,3-1 0,2-1 0,1 1 0,1-1 0,-1 0 0,1-2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24575,'2'7'0,"2"6"0,-1 2 0,0 2 0,-2 0 0,3 0 0,0-1 0,-1-2-8191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24575,'3'8'0,"1"-1"0,0 0 0,1 0 0,-1 0 0,12 12 0,-15-18 0,0 0 0,1 0 0,-1 0 0,0 0 0,1 0 0,-1 0 0,1-1 0,-1 1 0,1 0 0,-1-1 0,1 1 0,-1-1 0,1 1 0,0-1 0,-1 0 0,1 1 0,0-1 0,-1 0 0,1 0 0,0-1 0,-1 1 0,1 0 0,0 0 0,-1-1 0,1 1 0,-1-1 0,1 1 0,0-1 0,-1 0 0,1 0 0,-1 0 0,0 0 0,1 0 0,-1 0 0,2-1 0,26-26 0,-21 19 0,0 1 0,1 0 0,10-7 0,-16 13 0,0 0 0,1 1 0,-1-1 0,0 1 0,1-1 0,-1 1 0,1 0 0,0 0 0,-1 0 0,1 1 0,0 0 0,-1-1 0,1 1 0,4 1 0,-2 0 0,0 0 0,1 1 0,-1 0 0,0 1 0,0-1 0,0 1 0,-1 0 0,1 0 0,-1 1 0,1 0 0,-1 0 0,6 6 0,-3-3 0,-1 1 0,0 0 0,0 1 0,-1 0 0,1 0 0,6 15 0,-7-9-1365,-2-3-5461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76 24575,'0'0'0,"-53"-44"0,46 40 0,0-1 0,0 1 0,0 0 0,0 1 0,0 0 0,-10-3 0,15 5 0,1 1 0,-1 0 0,1-1 0,0 1 0,-1 0 0,1 0 0,-1 0 0,1 0 0,-1 0 0,1 0 0,-1 0 0,1 1 0,-3 0 0,3-1 0,1 1 0,-1-1 0,0 0 0,1 1 0,-1-1 0,1 1 0,-1-1 0,0 1 0,1 0 0,0-1 0,-1 1 0,1-1 0,-1 1 0,1 0 0,0-1 0,-1 1 0,1 0 0,0 0 0,-1 0 0,1 2 0,0 0 0,0-1 0,0 1 0,0 0 0,1-1 0,-1 1 0,1 0 0,-1-1 0,1 1 0,0-1 0,0 1 0,2 4 0,5 4 0,-1 0 0,1 0 0,1-1 0,-1 0 0,2-1 0,-1 1 0,2-2 0,-1 0 0,1 0 0,21 11 0,-29-17 0,1-1 0,0 1 0,-1-1 0,1 0 0,0 0 0,0 0 0,0 0 0,0-1 0,0 0 0,0 0 0,0 0 0,0 0 0,6-1 0,-8 0 0,1 0 0,-1 1 0,0-1 0,0 0 0,0 0 0,0 0 0,0-1 0,0 1 0,0 0 0,0-1 0,0 1 0,-1-1 0,1 0 0,-1 1 0,1-1 0,-1 0 0,1 0 0,-1 0 0,0 0 0,0 0 0,0 0 0,0-1 0,-1 1 0,2-3 0,-1 0 0,0-1 0,0 0 0,0 0 0,-1 0 0,0-10 0,0 14 0,-1 0 0,1-1 0,0 1 0,-1 0 0,1 0 0,-1 0 0,0-1 0,0 1 0,0 0 0,0 0 0,0 0 0,0 0 0,0 1 0,-1-1 0,1 0 0,-1 0 0,-2-2 0,4 4 0,-1 0 0,1-1 0,-1 1 0,1 0 0,0 0 0,-1-1 0,1 1 0,-1 0 0,1 0 0,-1 0 0,1-1 0,-1 1 0,0 0 0,1 0 0,-1 0 0,1 0 0,-1 0 0,1 0 0,-1 0 0,1 0 0,-1 0 0,1 1 0,-1-1 0,1 0 0,-1 0 0,0 1 0,0 0 0,0-1 0,0 1 0,0 0 0,0 0 0,0 0 0,1 0 0,-1 0 0,0 0 0,1 0 0,-1 0 0,0 2 0,-2 4 0,1 0 0,0 0 0,-1 9 0,3-13 0,-4 22 0,2 1 0,0-1 0,2 1 0,1 0 0,7 47 0,39 125 0,-30-135 0,-8-31 0,7 24 0,-15-50 0,0 1 0,0-1 0,-1 0 0,1 1 0,-1-1 0,-1 9 0,0-14 0,1 1 0,0-1 0,-1 0 0,1 0 0,0 0 0,-1 0 0,0 1 0,1-1 0,-1 0 0,0 0 0,1 0 0,-1 0 0,0 0 0,0-1 0,0 1 0,0 0 0,0 0 0,0 0 0,0-1 0,0 1 0,0-1 0,0 1 0,0 0 0,0-1 0,-1 0 0,1 1 0,0-1 0,0 0 0,0 0 0,-1 0 0,1 1 0,0-1 0,0-1 0,-1 1 0,1 0 0,0 0 0,0 0 0,-2-1 0,-5-1 0,1 0 0,0 0 0,0 0 0,0-1 0,-7-4 0,1 0 0,-1-1 0,1 0 0,0-1 0,1-1 0,0 0 0,-20-21 0,26 23 0,0 1 0,1-1 0,0 1 0,0-1 0,1-1 0,0 1 0,0-1 0,1 1 0,0-1 0,1 0 0,0 0 0,0 0 0,0-10 0,2 14 0,0-1 0,1 1 0,-1-1 0,1 1 0,0 0 0,0-1 0,1 1 0,-1 0 0,1 0 0,0 0 0,1 0 0,-1 0 0,1 0 0,0 1 0,0 0 0,0-1 0,1 1 0,0 0 0,0 0 0,0 1 0,0-1 0,0 1 0,1 0 0,-1 0 0,1 0 0,0 1 0,0 0 0,0 0 0,0 0 0,0 0 0,10-1 0,-2 1-105,1 1 0,-1 0 0,1 1 0,0 0 0,-1 1 0,1 0 0,-1 1 0,1 1 0,-1 0 0,0 1 0,0 1 0,17 7 0,-16-4-6721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24575,'49'153'0,"-35"-119"0,0 0 0,27 42 0,-33-66-76,-9-10 79,1 0 0,0 0 0,0 0 1,0-1-1,0 1 0,0 0 0,0 0 0,0 0 0,0 0 0,0 0 0,0 0 0,0 0 0,0 0 0,0 0 0,0 0 0,0 0 0,0 0 0,0 0 0,0 0 0,0 0 0,0 0 0,0 0 0,0 0 0,0 0 1,0-1-1,0 1 0,0 0 0,0 0 0,0 0 0,0 0 0,0 0 0,0 0 0,0 0 0,0 0 0,0 0 0,0 0 0,0 0 0,0 0 0,0 0 0,0 0 0,0 0 0,0 0 0,1 0 0,-1 0 0,0 0 0,0 0 1,0 0-1,0 0 0,0 0 0,0 0 0,0 0 0,0 0 0,0 0 0,0 0 0,0 0 0,0 0 0,0 0 0,0 0 0,0 0 0,0 0 0,0 0 0,-9-19-1481,0 6-5348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24575,'28'-10'0,"14"-3"0,4 0 0,1 3 0,-4 3 0,-6 2 0,-5 3 0,-5 1 0,-4 1 0,-4 0 0,-3 1 0,-4 2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24575,'21'0'0,"5"-3"0,2 0 0,-1 0 0,-4 0 0,-2 2 0,-3-1 0,-1 2 0,-2 0 0,-1 0 0,-2 2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41 24575,'0'0'0,"0"0"0,0 0 0,1 0 0,-1 0 0,0 0 0,0 1 0,0-1 0,0 0 0,0 0 0,0 0 0,0 0 0,0 0 0,0 1 0,0-1 0,1 0 0,-1 0 0,0 0 0,0 0 0,0 1 0,0-1 0,0 0 0,0 0 0,0 0 0,0 0 0,0 1 0,0-1 0,-1 0 0,1 0 0,0 0 0,0 0 0,0 0 0,0 1 0,0-1 0,0 0 0,0 0 0,0 0 0,0 0 0,0 0 0,-1 0 0,1 1 0,0-1 0,0 0 0,0 0 0,0 0 0,0 0 0,0 0 0,-1 0 0,1 0 0,0 0 0,0 0 0,0 0 0,0 0 0,-1 0 0,1 0 0,0 1 0,0-1 0,0 0 0,0 0 0,-1-1 0,16 12 0,-11-8 0,-15-24 0,-17-17 0,28 38 0,0 0 0,0 0 0,0 0 0,0 0 0,0 0 0,0-1 0,0 1 0,0 0 0,0 0 0,0 0 0,0 0 0,-1 0 0,1 0 0,0 0 0,0 0 0,0 0 0,0 0 0,0-1 0,0 1 0,0 0 0,-1 0 0,1 0 0,0 0 0,0 0 0,0 0 0,0 0 0,0 0 0,-1 0 0,1 0 0,0 0 0,0 0 0,0 0 0,0 0 0,0 0 0,0 0 0,-1 0 0,1 0 0,0 0 0,0 1 0,0-1 0,0 0 0,0 0 0,-1 0 0,0 7 0,2 10 0,5 21 0,14 71 0,-15-91 0,0 0 0,1 0 0,15 30 0,-9-33 0,-12-15 0,0 0 0,0 0 0,0 0 0,0 0 0,0 0 0,0 0 0,0 0 0,0 0 0,0 0 0,0 0 0,0 0 0,0 1 0,0-1 0,1 0 0,-1 0 0,0 0 0,0 0 0,0 0 0,0 0 0,0 0 0,0 0 0,0 0 0,0 0 0,0 0 0,1 0 0,-1 0 0,0 0 0,0 0 0,0 0 0,0 0 0,0 0 0,0 0 0,0 0 0,0 0 0,0 0 0,1 0 0,-1 0 0,0-1 0,0 1 0,0 0 0,0 0 0,0 0 0,0 0 0,0 0 0,0 0 0,-1-11 0,0 5-273,-1 0 0,0 0 0,0 0 0,-6-9 0,2 5-6553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24575,'31'-5'0,"11"-2"0,5 1 0,-4 1 0,-6 1 0,-5 2 0,-5 1 0,-5 0 0,-3 1 0,-3 1 0,-6-1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24575,'17'-3'0,"9"0"0,2-1 0,-1 2 0,-2 0 0,-4 1 0,-5 3 0,-2 1 0,-2 0 0,-2 2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24575,'5'20'0,"1"12"0,3 3 0,0-3 0,0-3 0,2-4 0,1-5 0,-2-2 0,1-3 0,1 0 0,0-1 0,1 0 0,1-3 0,-2-2-8191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 89 24575,'-30'-15'0,"-13"-5"0,-3 1 0,0 4 0,6 4 0,7 4 0,5 6 0,3 3 0,2 3 0,2 4 0,0 3 0,1 2 0,-2-2 0,-1 0 0,0-2 0,4-3-8191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7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16 24575,'-23'0'0,"-12"0"0,-8 0 0,-1-2 0,1-2 0,3 1 0,4 1 0,5 0 0,3 1 0,3 0 0,4 1 0,6 0-8191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8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55 121 24575,'2'1'0,"0"-1"0,1 1 0,-1-1 0,0 1 0,0 0 0,0-1 0,0 1 0,0 0 0,0 0 0,0 1 0,-1-1 0,1 0 0,0 1 0,2 2 0,20 25 0,-2 9 0,-1 2 0,-2 1 0,15 45 0,-34-85 0,11 39 0,-17-56 0,-11-22 0,2 5 0,-26-53 0,-52-81 0,68 126 0,23 37 0,-16-23 0,32 55 0,7-4 0,1-1 0,1 0 0,1-2 0,1-1 0,33 22 0,-45-34 0,0 0 0,23 9 0,-32-16 0,-1 1 0,1-1 0,0 0 0,0 0 0,0 0 0,-1 0 0,1 0 0,0-1 0,0 0 0,0 0 0,0 0 0,0-1 0,0 1 0,0-1 0,4-1 0,-5 1 0,-1-1 0,0 1 0,1-1 0,-1 1 0,0-1 0,0 0 0,0 0 0,-1 0 0,1 0 0,0 0 0,-1 0 0,1-1 0,-1 1 0,0 0 0,0-1 0,0 1 0,0-1 0,0 1 0,-1-1 0,1 0 0,0-2 0,0-8 0,0 0 0,0 0 0,-2-14 0,1 13 0,0 0 0,0 10 0,0 0 0,0 0 0,0 0 0,0 0 0,0 0 0,-1 0 0,0 0 0,0 0 0,0 0 0,-2-4 0,8 39 0,7-1 0,1-2 0,2 1 0,0-2 0,2 0 0,30 36 0,-29-41-672,35 31-1,-53-53 653,10 9-6806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0 387 24575,'2'6'0,"0"0"0,1 0 0,0-1 0,0 1 0,0-1 0,1 1 0,0-1 0,0 0 0,0-1 0,1 1 0,-1-1 0,11 8 0,-13-11 0,1 1 0,0 0 0,0-1 0,-1 0 0,1 1 0,0-1 0,0-1 0,1 1 0,-1 0 0,0-1 0,0 1 0,0-1 0,0 0 0,1 0 0,-1 0 0,0-1 0,0 1 0,0-1 0,0 1 0,0-1 0,0 0 0,0 0 0,0-1 0,0 1 0,0-1 0,0 1 0,2-3 0,8-11 0,0 1 0,-13 14 0,1-1 0,-1 1 0,1 0 0,0 0 0,-1 0 0,1 0 0,-1 0 0,1-1 0,0 1 0,-1 0 0,1 0 0,0 1 0,-1-1 0,1 0 0,-1 0 0,1 0 0,0 0 0,-1 0 0,1 1 0,-1-1 0,1 0 0,-1 0 0,1 1 0,-1-1 0,1 1 0,-1-1 0,1 0 0,0 2 0,28 28 0,-21-22 0,0 1 0,14 10 0,-10-11 0,0 0 0,0-1 0,0 0 0,1-1 0,0-1 0,0 0 0,26 6 0,-20-8 0,0 0 0,0-1 0,0-1 0,0-1 0,25-3 0,-42 3 0,0 0 0,0 0 0,0-1 0,0 1 0,0-1 0,0 1 0,0-1 0,0 0 0,0 0 0,0 0 0,-1 0 0,1 0 0,0 0 0,-1 0 0,1 0 0,-1-1 0,1 1 0,-1-1 0,0 1 0,1-1 0,-1 0 0,0 1 0,0-1 0,0 0 0,0 0 0,-1 0 0,1 1 0,0-1 0,-1 0 0,1 0 0,-1 0 0,0 0 0,0 0 0,1 0 0,-2 0 0,1-1 0,0-2 0,-1-4 0,-1 0 0,0 1 0,0-1 0,0 1 0,-1 0 0,-1 0 0,-5-12 0,-6-7 0,1-1 0,2-1 0,0 0 0,3 0 0,0-1 0,2 0 0,1-1 0,1 0 0,-1-57 0,6 83 0,0 0 0,0 1 0,0-1 0,-1 1 0,0-1 0,0 0 0,0 1 0,0-1 0,-5-7 0,5 10 0,0 0 0,0 1 0,0-1 0,-1 1 0,1-1 0,0 1 0,-1-1 0,0 1 0,1 0 0,-1 0 0,0 0 0,1 0 0,-1 0 0,0 0 0,0 0 0,0 1 0,0-1 0,0 1 0,0-1 0,0 1 0,0 0 0,0 0 0,0 0 0,-4 0 0,3 0 0,-1 1 0,1-1 0,0 1 0,-1 0 0,1 0 0,0 0 0,0 1 0,-1-1 0,1 1 0,0-1 0,1 1 0,-1 0 0,0 0 0,0 0 0,1 1 0,-1-1 0,1 1 0,0-1 0,-2 4 0,2-4 0,1 1 0,-1-1 0,1 1 0,0-1 0,0 1 0,0 0 0,0-1 0,0 1 0,1 0 0,-1 0 0,1 0 0,0 0 0,-1-1 0,1 1 0,1 0 0,-1 0 0,0 0 0,1 0 0,0-1 0,-1 1 0,1 0 0,2 4 0,14 22 0,36 48 0,-29-44 0,1 2 0,1 3 0,57 63 0,-74-92 0,0-1 0,1-1 0,-1 0 0,1 0 0,1-1 0,-1-1 0,1 1 0,0-2 0,17 6 0,-27-10-54,0 1-1,1-1 0,-1 0 1,1 0-1,-1 0 1,1 0-1,-1 0 0,0 0 1,1 0-1,-1-1 1,1 1-1,-1 0 0,0-1 1,1 1-1,-1-1 0,0 0 1,0 1-1,1-1 1,-1 0-1,0 0 0,0 1 1,0-1-1,0 0 1,1-2-1,5-5-6771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24575,'10'8'0,"0"1"0,-1-1 0,-1 2 0,1-1 0,12 21 0,28 58 0,-34-59 0,16 30 0,-8-14 0,1-1 0,34 46 0,-56-87 0,9 11 0,14 24 0,-25-38 0,0 0 0,0 0 0,0 0 0,0 0 0,0 0 0,0 0 0,0 0 0,0 0 0,0 0 0,0 0 0,0 0 0,-1 0 0,1 0 0,0 0 0,0 0 0,0 0 0,0 0 0,0 0 0,0 0 0,0 0 0,0 0 0,0 0 0,0 0 0,0 0 0,0 0 0,0 0 0,-1 0 0,1 0 0,0 0 0,0 0 0,0 0 0,0 0 0,0 0 0,0 0 0,0 0 0,0 0 0,0 1 0,0-1 0,0 0 0,0 0 0,0 0 0,0 0 0,0 0 0,0 0 0,0 0 0,0 0 0,0 0 0,0 0 0,0 0 0,0 0 0,0 0 0,0 0 0,0 1 0,0-1 0,0 0 0,0 0 0,0 0 0,0 0 0,0 0 0,0 0 0,0 0 0,0 0 0,-11-5 0,-11-9 0,-5-5 0,6 5 0,0-1 0,2 0 0,-25-26 0,43 40 0,0 0 0,1 1 0,-1-1 0,0 0 0,0 0 0,1 0 0,-1 0 0,0 0 0,1 0 0,-1 0 0,1 0 0,-1 0 0,1 0 0,0 0 0,-1 0 0,1 0 0,0-1 0,0 1 0,0 0 0,0 0 0,0 0 0,0 0 0,0 0 0,0-1 0,1-1 0,0 2 0,0 0 0,0 0 0,0 0 0,0 0 0,0 1 0,0-1 0,0 0 0,1 0 0,-1 1 0,0-1 0,0 1 0,1-1 0,-1 1 0,0 0 0,1-1 0,-1 1 0,0 0 0,1 0 0,-1 0 0,0 0 0,1 0 0,1 0 0,13 2 0,1 1 0,-1 0 0,0 1 0,0 1 0,-1 1 0,17 7 0,-6-2 0,26 6 0,117 14 0,-96-21 0,-72-10 0,0 0 0,-1 0 0,1 0 0,0 0 0,0 0 0,0 1 0,0-1 0,-1 0 0,1 0 0,0 1 0,0-1 0,0 0 0,-1 1 0,1-1 0,0 1 0,0-1 0,-1 1 0,1-1 0,0 1 0,-1 0 0,1-1 0,-1 1 0,1 0 0,-1-1 0,1 1 0,-1 0 0,0 0 0,1-1 0,0 3 0,-1 0 0,-1-1 0,1 1 0,-1-1 0,1 1 0,-1 0 0,0-1 0,0 1 0,-1 2 0,1-2 0,-8 25-1365,6-15-5461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24575,'-5'7'0,"-4"6"0,-1 2 0,2 2 0,-1-3 0,2-3-8191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24575,'114'259'0,"-99"-215"0,16 70 0,-30-100 0,-1-14 0,-1 0 0,1 0 0,0 0 0,0 0 0,0 0 0,0 0 0,-1 0 0,1 0 0,0 0 0,0 0 0,0 0 0,0 0 0,-1 0 0,1 0 0,0 0 0,0 0 0,0 0 0,0 0 0,-1 0 0,1 0 0,0-1 0,0 1 0,0 0 0,0 0 0,-1 0 0,1 0 0,0 0 0,0 0 0,0 0 0,0-1 0,0 1 0,0 0 0,0 0 0,0 0 0,-1-1 0,-14-21 0,13 19 0,-20-33 0,2-1 0,1-1 0,2-1 0,2 0 0,-18-72 0,29 93 0,1-1 0,1 1 0,0-24 0,2 34 0,0 0 0,1 0 0,0 0 0,0 1 0,1-1 0,0 0 0,1 0 0,-1 1 0,2 0 0,3-9 0,-5 14 0,-1-1 0,1 1 0,0 0 0,0-1 0,0 1 0,0 0 0,0 0 0,1 1 0,-1-1 0,0 0 0,1 1 0,0-1 0,-1 1 0,6-2 0,-3 2 0,-1 0 0,1 0 0,0 1 0,0-1 0,0 1 0,-1 0 0,1 0 0,6 2 0,4 1 0,0 1 0,0 0 0,0 2 0,21 10 0,-33-15 0,0 1 0,0 0 0,0-1 0,0 1 0,0 0 0,-1 1 0,1-1 0,-1 0 0,0 1 0,1-1 0,-1 1 0,0 0 0,0 0 0,-1 0 0,1 0 0,1 3 0,-2-3 0,-1-1 0,1 1 0,-1-1 0,0 1 0,0-1 0,1 1 0,-2 0 0,1-1 0,0 1 0,0-1 0,-1 1 0,0-1 0,1 1 0,-1-1 0,0 1 0,0-1 0,0 0 0,-1 1 0,1-1 0,0 0 0,-1 0 0,-1 2 0,-2 1 15,0 0 0,0 0 0,0-1 0,0 0 0,-1 0 0,1 0 0,-10 4 0,-1-1-758,-28 10 1,21-10-6084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149 534 24575,'-7'-68'0,"-28"-108"0,-34-62 0,66 225 0,2 9 0,-1-1 0,1 0 0,-1 1 0,0-1 0,-4-7 0,5 12 0,1 0 0,0-1 0,0 1 0,0 0 0,0 0 0,0 0 0,0 0 0,0-1 0,0 1 0,-1 0 0,1 0 0,0 0 0,0 0 0,0 0 0,0 0 0,-1-1 0,1 1 0,0 0 0,0 0 0,0 0 0,-1 0 0,1 0 0,0 0 0,0 0 0,0 0 0,-1 0 0,1 0 0,0 0 0,0 0 0,0 0 0,-1 0 0,1 0 0,0 0 0,0 0 0,0 0 0,-1 0 0,1 0 0,0 0 0,0 1 0,-5 7 0,0 14 0,1 27 0,4 67 0,2-51 0,-2-54 0,0 0 0,1 0 0,0 0 0,1 0 0,1 0 0,0 0 0,0-1 0,7 16 0,-7-20 0,1 0 0,-1-1 0,1 0 0,0 1 0,0-1 0,0-1 0,1 1 0,0-1 0,0 0 0,0 0 0,0 0 0,1 0 0,-1-1 0,1 0 0,11 4 0,-6-3 0,0 0 0,0-1 0,0 0 0,0-1 0,1-1 0,12 1 0,-20-2 0,1 0 0,-1-1 0,1 1 0,-1-1 0,1 0 0,-1-1 0,1 1 0,-1-1 0,0 1 0,0-1 0,0-1 0,0 1 0,0 0 0,-1-1 0,1 0 0,-1 0 0,1 0 0,2-4 0,0 0 0,-1 0 0,0 0 0,-1-1 0,0 1 0,0-1 0,4-11 0,-7 15 0,0 1 0,1-1 0,-2 0 0,1 1 0,0-1 0,-1 0 0,1 1 0,-1-1 0,0 0 0,-1 1 0,1-1 0,0 0 0,-1 0 0,0 1 0,0-1 0,-3-6 0,4 9 0,0 1 0,0 0 0,-1-1 0,1 1 0,0-1 0,0 1 0,0 0 0,-1-1 0,1 1 0,0-1 0,-1 1 0,1 0 0,0-1 0,-1 1 0,1 0 0,0 0 0,-1-1 0,1 1 0,-1 0 0,1 0 0,0 0 0,-1-1 0,1 1 0,-1 0 0,1 0 0,-1 0 0,1 0 0,-1 0 0,1 0 0,-1 0 0,0 0 0,0 1 0,0-1 0,1 1 0,-1-1 0,0 1 0,0 0 0,1-1 0,-1 1 0,0 0 0,1 0 0,-1 0 0,0 0 0,1-1 0,-1 3 0,-1 2 0,-1 0 0,2 0 0,-1 1 0,-1 6 0,2-5 0,1-1 0,0 1 0,0 0 0,1-1 0,0 1 0,0-1 0,1 1 0,-1-1 0,1 1 0,1-1 0,-1 0 0,1 0 0,0 0 0,0 0 0,1-1 0,0 1 0,0-1 0,6 6 0,-5-5 0,1-1 0,0 0 0,0 0 0,0 0 0,1-1 0,-1 0 0,1 0 0,0-1 0,0 0 0,1 0 0,-1 0 0,1-1 0,-1 0 0,1-1 0,10 1 0,-15-2 0,0 0 0,0 0 0,-1 0 0,1 0 0,0-1 0,-1 1 0,1-1 0,0 0 0,-1 0 0,1 0 0,-1 0 0,1-1 0,-1 1 0,1-1 0,-1 1 0,0-1 0,0 0 0,0 0 0,0 0 0,0 0 0,0 0 0,-1 0 0,1 0 0,0-1 0,-1 1 0,0 0 0,0-1 0,0 0 0,0 1 0,1-5 0,1-4 0,-1 0 0,0 0 0,-1 0 0,0 0 0,0 0 0,-2-13 0,2 49 0,3 47 0,43 156 0,-23-122 0,-16-76 0,-5-20 0,0-1 0,-1 1 0,0 0 0,0 0 0,-1 18 0,-1-27 0,0 0 0,0-1 0,0 1 0,0-1 0,0 1 0,0 0 0,0-1 0,0 1 0,-1-1 0,1 1 0,0 0 0,0-1 0,-1 1 0,1-1 0,0 1 0,-1-1 0,1 1 0,0-1 0,-1 1 0,1-1 0,-1 1 0,1-1 0,-1 0 0,1 1 0,-1-1 0,1 0 0,-2 1 0,1-1 0,0 0 0,0 0 0,0 0 0,0 0 0,0 0 0,0 0 0,0 0 0,0-1 0,0 1 0,0 0 0,0-1 0,0 1 0,0-1 0,-2 0 0,-4-4 0,0-1 0,0 1 0,-6-8 0,9 10 0,-16-16 0,2 0 0,-30-38 0,43 50 0,0 1 0,1-1 0,0-1 0,1 1 0,-1 0 0,1-1 0,1 0 0,-1 0 0,2 1 0,-1-1 0,1-1 0,0 1 0,0-13 0,1 20 4,1-1 0,-1 1 0,0-1 0,1 1 0,-1-1-1,1 1 1,0 0 0,-1-1 0,1 1 0,0-1 0,0 1 0,0 0-1,0 0 1,0 0 0,0 0 0,0-1 0,0 1 0,0 1 0,1-1 0,-1 0-1,0 0 1,1 0 0,-1 1 0,1-1 0,-1 0 0,0 1 0,1 0-1,0-1 1,-1 1 0,3 0 0,2-1-169,-1 0 0,0 1 0,0 0 0,0 1 0,0-1 0,1 1 0,-1 0 0,6 1 0,-1 2-6661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2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77 24575,'-28'-8'0,"-13"-4"0,-6-1 0,3 0 0,4 1 0,6 4 0,7 2 0,5 3 0,4 2 0,2 1 0,2 0 0,0 3 0,1 3 0,-1 1 0,0 2 0,3-1-8191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24575,'10'22'0,"6"11"0,0 1 0,0-2 0,-2-4 0,-2-4 0,-3-6-8191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24575,'-2'5'0,"-2"5"0,1 2 0,0 0-8191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24575,'37'45'0,"-20"-24"0,0-1 0,1 0 0,26 20 0,-42-37 0,1-1 0,0 0 0,0-1 0,0 1 0,0 0 0,0-1 0,1 0 0,-1 0 0,7 2 0,-9-3 0,1 0 0,-1 0 0,1 0 0,-1 0 0,0 0 0,1 0 0,-1-1 0,0 1 0,1 0 0,-1-1 0,0 1 0,1-1 0,-1 1 0,0-1 0,0 0 0,0 1 0,1-1 0,-1 0 0,0 0 0,0 0 0,0 0 0,0 0 0,0 0 0,-1 0 0,1 0 0,0 0 0,0-2 0,2-3 0,0 0 0,-1-1 0,0 1 0,2-9 0,4-13 0,-8 28 0,0-1 0,0 1 0,0 0 0,0-1 0,1 1 0,-1-1 0,0 1 0,0 0 0,0-1 0,1 1 0,-1 0 0,0-1 0,1 1 0,-1 0 0,0-1 0,1 1 0,-1 0 0,1 0 0,-1 0 0,0-1 0,1 1 0,-1 0 0,1 0 0,-1 0 0,0 0 0,1 0 0,-1-1 0,1 1 0,0 0 0,0 1 0,1-1 0,-1 0 0,0 1 0,0-1 0,0 1 0,1-1 0,-1 1 0,0 0 0,0-1 0,1 2 0,22 23 0,-23-25 0,12 14-273,0 0 0,1-1 0,0-1 0,21 14 0,-25-20-6553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 24575,'39'41'0,"-25"-24"0,2-1 0,0 0 0,1-1 0,0-1 0,28 17 0,-43-29 0,1-1 0,-1 0 0,1 0 0,-1 0 0,1 0 0,0 0 0,-1-1 0,1 1 0,0-1 0,-1 1 0,1-1 0,0 0 0,0 0 0,-1-1 0,1 1 0,5-1 0,-6 0 0,0 0 0,0 0 0,0-1 0,0 1 0,0 0 0,0 0 0,0-1 0,-1 1 0,1-1 0,-1 0 0,1 0 0,-1 1 0,1-1 0,-1 0 0,0 0 0,0 0 0,0 0 0,0 0 0,0-1 0,0-2 0,1-3 0,0 0 0,-1-1 0,0 1 0,0-1 0,-1 1 0,0 0 0,-1-1 0,0 1 0,0 0 0,0-1 0,-1 1 0,-1 0 0,0 0 0,0 0 0,0 1 0,-1-1 0,0 1 0,0-1 0,-9-9 0,13 16 0,-1 0 0,0 0 0,0 0 0,0 0 0,0 0 0,0 0 0,0 1 0,0-1 0,0 0 0,0 1 0,0-1 0,0 0 0,0 1 0,-3-1 0,4 1 0,-1 0 0,1 0 0,-1 0 0,1 0 0,-1 0 0,1 0 0,0 0 0,-1 0 0,1 1 0,-1-1 0,1 0 0,-1 0 0,1 0 0,0 1 0,-1-1 0,1 0 0,0 1 0,-1-1 0,1 0 0,0 1 0,-1-1 0,1 0 0,0 1 0,0-1 0,-1 0 0,1 2 0,-1 0 0,0 0 0,1 1 0,-1-1 0,1 0 0,-1 1 0,1-1 0,0 1 0,0-1 0,0 1 0,0-1 0,1 1 0,-1-1 0,2 4 0,0 0 0,0-1 0,1 0 0,0 0 0,0 0 0,0 0 0,1 0 0,0-1 0,0 0 0,0 1 0,0-1 0,9 6 0,0-1 0,0-1 0,0 0 0,19 8 0,-19-12 0,0 1 0,0-2 0,1 0 0,-1 0 0,1-1 0,0-1 0,0 0 0,0-1 0,20-2 0,-31 1 0,0 1 0,-1-1 0,1 1 0,0-1 0,-1 0 0,1 0 0,-1 0 0,1 0 0,-1-1 0,0 1 0,1 0 0,-1-1 0,0 0 0,0 1 0,0-1 0,0 0 0,0 0 0,-1 0 0,3-3 0,-2 1 0,0 0 0,0 0 0,-1 0 0,1 0 0,-1 0 0,0 0 0,0 0 0,0 0 0,-1-1 0,1 1 0,-1-7 0,0 6 0,-1 0 0,1 0 0,-1 0 0,0 0 0,0 0 0,-1 0 0,0 0 0,1 1 0,-6-9 0,5 10 0,1 0 0,-1 1 0,0-1 0,0 1 0,0 0 0,0 0 0,-1 0 0,1 0 0,0 0 0,-1 0 0,0 1 0,1-1 0,-1 1 0,0-1 0,0 1 0,-4-1 0,5 2 0,1-1 0,-1 1 0,0 0 0,0-1 0,1 1 0,-1 0 0,0 0 0,0 0 0,1 1 0,-1-1 0,0 0 0,0 1 0,1-1 0,-1 1 0,0 0 0,1-1 0,-1 1 0,1 0 0,-3 2 0,2-1 0,0 0 0,0 0 0,0 0 0,0 0 0,1 1 0,-1-1 0,1 0 0,0 1 0,-1 0 0,1-1 0,-1 4 0,0 4 0,0 0 0,0-1 0,1 1 0,1 0 0,0 19 0,1-21 0,0 0 0,1 0 0,0 0 0,0 0 0,1-1 0,-1 1 0,2-1 0,-1 0 0,1 0 0,0 0 0,1 0 0,-1-1 0,1 0 0,1 0 0,-1 0 0,1 0 0,0-1 0,0 0 0,11 6 0,-9-6 0,0 0 0,1-1 0,0 0 0,-1 0 0,1-1 0,1 0 0,-1-1 0,0 0 0,0 0 0,1-1 0,-1-1 0,1 1 0,0-1 0,-1-1 0,1 0 0,9-2 0,-12 1 0,1 0 0,-1 0 0,0-1 0,0 0 0,0 0 0,0 0 0,0-1 0,-1 0 0,0-1 0,9-7 0,-11 8 0,-1 1 0,0-2 0,1 1 0,-2 0 0,1-1 0,0 1 0,-1-1 0,0 0 0,0 0 0,0 0 0,0 0 0,-1 0 0,0 0 0,0 0 0,-1 0 0,1-6 0,-1-1 0,0 0 0,-1 0 0,-2-13 0,2 20 0,0-1 0,-1 1 0,0 0 0,0-1 0,0 1 0,0 0 0,-1 1 0,-5-10 0,1 8-76,3 7 266,3 0-289,1 0 1,-1 0-1,1 0 0,0-1 1,0 1-1,0 0 1,-1 0-1,1 0 0,0 0 1,0 0-1,0 0 1,0 0-1,0-1 1,1 2-1,0 9-6727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30 24575,'-9'-3'0,"-9"-4"0,-27-8 0,41 14 0,0 0 0,0 0 0,-1 1 0,1-1 0,0 1 0,0 0 0,0 0 0,-1 0 0,1 1 0,0 0 0,0-1 0,-7 4 0,10-4 0,-1 1 0,1-1 0,0 1 0,0 0 0,0-1 0,0 1 0,-1 0 0,1 0 0,0 0 0,0 0 0,1 0 0,-1 0 0,0 0 0,0 1 0,0-1 0,1 0 0,-1 0 0,1 1 0,-1-1 0,0 3 0,1-2 0,0 1 0,-1 0 0,1-1 0,1 1 0,-1-1 0,0 1 0,1 0 0,-1-1 0,1 1 0,1 3 0,2 3 0,0-1 0,0 1 0,1-1 0,12 15 0,-7-11 0,2-1 0,-1 0 0,1-1 0,1 0 0,21 11 0,14 12 0,-48-32 0,1-1 0,0 1 0,0-1 0,-1 1 0,1-1 0,0 1 0,0 0 0,-1-1 0,1 1 0,-1 0 0,1 0 0,-1-1 0,1 1 0,-1 0 0,1 0 0,-1 0 0,0 0 0,0-1 0,1 1 0,-1 0 0,0 0 0,0 0 0,0 0 0,0 0 0,0 0 0,0 1 0,-1-1 0,1 1 0,-1-1 0,0 0 0,0 1 0,1-1 0,-1 0 0,0 0 0,0 0 0,0 0 0,-1 0 0,1 0 0,0 0 0,0 0 0,-2 1 0,-5 2 0,0 0 0,0-1 0,0 0 0,-13 4 0,1-4-341,0 0 0,0-1-1,-28 0 1,31-3-6485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5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132 200 24575,'7'-33'0,"-2"12"0,-1 0 0,-1-1 0,1-41 0,-4 62 0,0-1 0,0 0 0,0 0 0,0 0 0,-1 1 0,1-1 0,-1 0 0,1 1 0,-1-1 0,1 0 0,-1 1 0,0-1 0,0 0 0,0 1 0,0 0 0,0-1 0,0 1 0,-1-1 0,-1-1 0,1 2 0,1 1 0,-1-1 0,0 0 0,1 1 0,-1-1 0,0 1 0,0-1 0,1 1 0,-1 0 0,0 0 0,0-1 0,0 1 0,0 1 0,0-1 0,-3 1 0,-1 0 0,0 1 0,1 0 0,-1 0 0,0 1 0,1-1 0,-1 1 0,1 1 0,0-1 0,-10 9 0,11-8 0,0 0 0,0 1 0,0 0 0,0 0 0,1 0 0,-1 0 0,1 0 0,1 1 0,-1 0 0,-2 9 0,4-13 0,1 1 0,-1-1 0,1 1 0,0-1 0,0 1 0,0-1 0,0 1 0,0 0 0,1-1 0,-1 1 0,1-1 0,-1 1 0,1-1 0,0 1 0,0-1 0,0 0 0,0 1 0,1-1 0,-1 0 0,1 0 0,-1 0 0,1 0 0,0 0 0,0 0 0,-1-1 0,1 1 0,3 1 0,5 4 0,0-1 0,1-1 0,-1 0 0,19 6 0,48 10 0,-65-18 0,11 3 0,-1-1 0,1-1 0,0-1 0,0-1 0,46-1 0,-57-4-1365,-3 0-5461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24575,'1'18'0,"1"0"0,0-1 0,1 1 0,1-1 0,1 1 0,0-1 0,1 0 0,13 25 0,5 1 0,54 74 0,-66-105 120,-12-12-171,0 0 0,0 1-1,0-1 1,1 0 0,-1 1 0,0-1 0,0 0-1,1 1 1,-1-1 0,0 0 0,1 0-1,-1 1 1,0-1 0,1 0 0,-1 0 0,0 0-1,1 0 1,-1 1 0,0-1 0,1 0 0,-1 0-1,0 0 1,1 0 0,-1 0 0,1 0 0,-1 0-1,0 0 1,1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24575,'14'-13'0,"0"0"0,25-18 0,-29 25 0,0 0 0,0 1 0,0 0 0,1 1 0,18-6 0,48-4 0,-20 5 0,-41 3 0,-12 2 0,-11 0 0,-1 3-151,0 1-1,0 0 0,0 0 0,0 1 1,0 0-1,1 1 0,-1-1 1,-12 6-1,5-2-6674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24575,'20'-2'0,"10"-1"0,1-1 0,-1 2 0,-4 0 0,-4 1 0,-2 0 0,-6 4 0,-4 0-8191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24575,'5'13'0,"2"6"0,2 2 0,-1 1 0,2-1 0,-2-2 0,1-1 0,1-2 0,-1 0 0,0-2 0,-1 1 0,1 0 0,0-1 0,3 0 0,0-1 0,0-5-8191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24575,'27'-20'0,"13"-7"0,0 2 0,-2 4 0,-7 6 0,-5 6 0,-4 4 0,-5 4 0,-1 1 0,-2 3 0,0 1 0,-3 3 0,-3 2 0,-6 0 0,-5-1 0,-5-3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24575,'10'8'0,"6"2"0,3 0 0,0-3 0,0-1 0,1-3 0,1-1 0,-2-1 0,-1-1 0,-1-1 0,-1 1 0,-1-1 0,0 1 0,-1 0 0,-2-3 0,-6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24575,'1'14'0,"0"0"0,1 0 0,1 0 0,0 0 0,1 0 0,1 0 0,10 21 0,0-5 0,1 0 0,23 29 0,-35-52 0,-2-5 0,-1 1 0,1 0 0,0 0 0,0-1 0,0 1 0,0-1 0,0 0 0,1 0 0,-1 0 0,4 3 0,-5-5 1,-1 0 0,0 0 1,0 0-1,0-1 0,0 1 0,0 0 0,0 0 0,0 0 0,0 0 0,1 0 0,-1 0 0,0 0 0,0 0 1,0 0-1,0-1 0,0 1 0,0 0 0,0 0 0,0 0 0,0 0 0,0 0 0,0 0 0,0-1 1,0 1-1,0 0 0,0 0 0,0 0 0,0 0 0,0 0 0,0 0 0,0-1 0,0 1 0,0 0 1,0 0-1,0 0 0,0 0 0,0 0 0,0 0 0,0 0 0,0-1 0,-1 1 0,1 0 0,0 0 0,0 0 1,0 0-1,0 0 0,0 0 0,-4-8-1016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543 55 24575,'-2'-5'0,"0"-1"0,-1 1 0,0 0 0,0-1 0,0 1 0,-4-4 0,6 8 0,0 0 0,0 0 0,0 0 0,-1 0 0,1 0 0,0 0 0,0 0 0,0 0 0,-1 1 0,1-1 0,0 0 0,-1 1 0,1-1 0,0 1 0,-1 0 0,1-1 0,-1 1 0,1 0 0,-1 0 0,1 0 0,-1 0 0,1 0 0,-1 0 0,1 1 0,0-1 0,-1 0 0,1 1 0,-1-1 0,-1 2 0,-13 5 0,0-1 0,0-1 0,0 0 0,-1-1 0,1-1 0,-1 0 0,0-1 0,-20 0 0,-252-4-1365,268 2-5461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24575,'-3'3'0,"0"3"0,0 3 0,0 2 0,4 0 0,1 1 0,1 0 0,1-2 0,2 0 0,1-1 0,-1-1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24575,'0'-2'0,"0"1"0,0 3 0,0 5 0,0 3 0,0 2 0,0-1-8191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24575,'-29'9'0,"16"-6"0,0 1 0,1 1 0,0-1 0,0 2 0,0 0 0,-22 15 0,33-20 0,-1 0 0,1 0 0,0 0 0,0 1 0,-1-1 0,1 0 0,0 1 0,0-1 0,0 1 0,1-1 0,-1 1 0,0-1 0,1 1 0,-1 0 0,1-1 0,-1 1 0,1 0 0,0 0 0,-1-1 0,1 4 0,1-2 0,-1 0 0,1-1 0,0 1 0,0 0 0,0-1 0,0 1 0,0-1 0,0 1 0,1-1 0,-1 0 0,5 5 0,1 1 0,2 0 0,-1-1 0,1 1 0,1-2 0,11 8 0,107 55 0,-66-37 0,-61-32 0,0 0 0,0 1 0,0-1 0,-1 1 0,1-1 0,0 1 0,0-1 0,0 1 0,0 0 0,-1-1 0,1 1 0,0 0 0,-1 0 0,1 0 0,0 1 0,-1-2 0,0 0 0,0 1 0,0-1 0,0 0 0,0 0 0,-1 1 0,1-1 0,0 0 0,0 0 0,0 1 0,-1-1 0,1 0 0,0 0 0,0 1 0,-1-1 0,1 0 0,0 0 0,0 0 0,-1 0 0,1 1 0,0-1 0,-1 0 0,1 0 0,0 0 0,0 0 0,-1 0 0,1 0 0,0 0 0,-1 0 0,1 0 0,-37 2 0,33-2 0,-97-8 128,9-1-1621,74 9-5333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304 113 24575,'-8'-6'0,"-21"-17"0,-2 2 0,-53-29 0,80 48 0,0 0 0,0 0 0,0 1 0,0-1 0,-1 1 0,1 0 0,0 1 0,-6-1 0,9 1 0,0 0 0,0 0 0,-1 0 0,1 0 0,0 1 0,0-1 0,0 0 0,0 1 0,0-1 0,-1 1 0,1-1 0,0 1 0,0 0 0,0-1 0,0 1 0,1 0 0,-1 0 0,0 0 0,0 0 0,0 0 0,1-1 0,-1 1 0,0 1 0,1-1 0,-1 0 0,1 0 0,-1 0 0,1 0 0,-1 0 0,1 0 0,0 1 0,0 0 0,-2 7 0,2-1 0,-1 1 0,1-1 0,0 0 0,1 1 0,2 11 0,14 51 0,-13-57 0,15 46 0,2 0 0,2-2 0,4 0 0,1-2 0,64 92 0,0-31 0,-88-111 0,-7-6 0,-9-9 0,-1-4 0,2 0 0,0-1 0,0-1 0,1 0 0,-10-21 0,-32-84 0,51 115 0,-2 0 0,1 0 0,-1 0 0,1 1 0,-1-1 0,0 1 0,-1 0 0,1 0 0,-1 0 0,0 0 0,0 1 0,0-1 0,0 1 0,-1 0 0,1 0 0,-1 1 0,0-1 0,-6-1 0,-2 0 0,0 1 0,1 0 0,-1 1 0,0 1 0,0 0 0,-18 1 0,12 0-75,10-1-183,1 1 0,-1 0 0,1 1 0,-14 3 0,13-1-6568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24 24575,'-42'-8'0,"14"3"0,1 0 0,-1 2 0,-33 0 0,43 7 0,18-4 0,-1 1 0,1-1 0,0 0 0,-1 0 0,1 1 0,-1-1 0,1 0 0,0 1 0,-1-1 0,1 0 0,0 1 0,-1-1 0,1 1 0,0-1 0,-1 1 0,1-1 0,0 1 0,0-1 0,-1 1 0,1 1 0,1-1 0,-1 0 0,0 0 0,0 1 0,1-1 0,-1 0 0,1 0 0,-1 1 0,1-1 0,0 0 0,-1 0 0,1 0 0,0 0 0,0 0 0,0 0 0,-1 0 0,1 0 0,0 0 0,0 0 0,2 0 0,5 5 0,1 0 0,0-1 0,-1-1 0,2 1 0,-1-1 0,0-1 0,1 0 0,0 0 0,-1-1 0,1 0 0,11 0 0,-19-2 0,-1 1 0,1-1 0,-1 0 0,1 0 0,-1 0 0,1 0 0,-1-1 0,0 1 0,1 0 0,-1-1 0,1 1 0,-1-1 0,0 1 0,1-1 0,-1 1 0,0-1 0,0 0 0,1 0 0,-1 0 0,0 0 0,0 0 0,0 0 0,0 0 0,0 0 0,0 0 0,0 0 0,-1 0 0,1-1 0,0 1 0,-1 0 0,1-1 0,-1 1 0,2-3 0,-2 2 0,0-1 0,0 1 0,0 0 0,0-1 0,-1 1 0,1 0 0,0-1 0,-1 1 0,0 0 0,1 0 0,-1-1 0,0 1 0,0 0 0,-1 0 0,1 0 0,0 0 0,0 0 0,-1 1 0,0-1 0,-2-2 0,4 4 0,0-1 0,0 1 0,-1 0 0,1-1 0,0 1 0,0 0 0,-1 0 0,1-1 0,0 1 0,-1 0 0,1 0 0,0-1 0,-1 1 0,1 0 0,0 0 0,-1 0 0,1 0 0,-1 0 0,1 0 0,0-1 0,-1 1 0,1 0 0,-1 0 0,1 8 0,10 13 0,-2-12-124,0 0 0,1 0 0,1-1 0,-1 0 0,1 0 0,1-2-1,-1 1 1,1-1 0,0 0 0,17 5 0,-15-6-6702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0 24575,'-11'0'0,"0"1"0,0 0 0,0 0 0,0 1 0,0 0 0,-20 7 0,28-8 0,1 0 0,0 0 0,-1 1 0,1-1 0,0 0 0,-1 1 0,1-1 0,0 1 0,0 0 0,0 0 0,1 0 0,-1 0 0,0 0 0,1 0 0,-1 0 0,1 1 0,0-1 0,-1 0 0,1 1 0,1-1 0,-1 1 0,0-1 0,0 1 0,1 0 0,0-1 0,-1 1 0,1 0 0,0-1 0,0 1 0,0 0 0,1-1 0,-1 1 0,1 0 0,0 2 0,2 4 0,0 1 0,1-1 0,0 0 0,0 0 0,1-1 0,11 15 0,-5-8 0,1 0 0,23 19 0,-34-33 0,0 0 0,0 0 0,0 0 0,0 0 0,0 0 0,0 0 0,0 1 0,0-1 0,-1 0 0,1 0 0,0 3 0,-1-4 0,0 1 0,0-1 0,0 0 0,0 1 0,0-1 0,0 1 0,0-1 0,0 0 0,0 1 0,0-1 0,0 1 0,0-1 0,0 0 0,0 1 0,-1-1 0,1 1 0,0-1 0,0 0 0,-1 1 0,1-1 0,0 0 0,0 1 0,-1-1 0,1 0 0,-1 1 0,-1 0 0,0 0 0,-1 0 0,1 0 0,-1-1 0,1 1 0,-1 0 0,1-1 0,-1 0 0,1 0 0,-1 1 0,-3-2 0,-14-1 0,0-1 0,0-1 0,-34-11 0,28 7 0,-7 0-1365,20 5-5461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24575,'7'30'0,"6"18"0,5 5 0,2 2 0,0-4 0,-1-6 0,0-5 0,-2-4 0,-4-6 0,-1-6 0,-3-1 0,0-3 0,-2-2 0,-2-4-8191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 24575,'75'70'0,"-62"-60"0,0 0 0,1-1 0,0 0 0,19 8 0,-24-14 0,-1-1 0,1 1 0,0-2 0,0 1 0,-1-1 0,1 0 0,0-1 0,13-1 0,2-1 0,43-10 0,-55 10 0,1-2 0,-1 0 0,0 0 0,0-1 0,-1-1 0,1 0 0,-1-1 0,0 0 0,-1 0 0,0-1 0,16-16 0,-23 21 0,-1 0 0,0 0 0,0 0 0,0-1 0,-1 1 0,1 0 0,-1-1 0,0 1 0,1-1 0,-2 1 0,1-1 0,0-5 0,-1 8 0,1 0 0,-1-1 0,-1 1 0,1-1 0,0 1 0,0 0 0,0-1 0,-1 1 0,1 0 0,-1-1 0,1 1 0,-1 0 0,1-1 0,-1 1 0,0 0 0,0 0 0,1 0 0,-1 0 0,0 0 0,0 0 0,0 0 0,0 0 0,-1 0 0,1 0 0,0 0 0,0 1 0,0-1 0,-1 0 0,1 1 0,0-1 0,-1 1 0,1 0 0,0-1 0,-3 1 0,0-1 0,-1 0 0,0 1 0,0 0 0,0 0 0,0 0 0,0 0 0,0 1 0,0 0 0,1 0 0,-1 0 0,0 1 0,0-1 0,1 1 0,-1 0 0,1 1 0,0-1 0,0 1 0,-7 5 0,8-6 0,0 1 0,1 0 0,0 0 0,-1 0 0,1 0 0,0 0 0,0 1 0,1-1 0,-1 0 0,1 1 0,-1-1 0,1 1 0,0 0 0,1-1 0,-1 1 0,0 0 0,1 0 0,0-1 0,0 1 0,0 0 0,1 0 0,-1-1 0,1 1 0,0 0 0,1 4 0,1-2 0,-1 0 0,1 0 0,1-1 0,-1 1 0,1-1 0,0 1 0,0-1 0,0 0 0,1-1 0,10 9 0,-2-3 0,0-1 0,0-1 0,21 11 0,-15-12 0,0 0 0,1-1 0,0-1 0,-1-1 0,2-1 0,-1 0 0,0-2 0,0 0 0,1-1 0,-1-1 0,0-2 0,26-4 0,-41 6 0,0-1 0,0 1 0,0-1 0,0 0 0,0 0 0,0 0 0,8-6 0,-12 7 0,1 0 0,-1-1 0,1 0 0,-1 1 0,1-1 0,-1 0 0,0 1 0,0-1 0,0 0 0,0 0 0,0 0 0,0 0 0,-1 0 0,1 0 0,-1 0 0,1-1 0,-1 1 0,0 0 0,1 0 0,-1 0 0,-1-4 0,0 0 0,0-1 0,0 0 0,-1 1 0,0-1 0,0 1 0,-1 0 0,0-1 0,0 1 0,0 1 0,-1-1 0,-7-9 0,-6-4 0,-32-31 0,36 38 0,12 12 0,0-1 0,0 0 0,0 0 0,0 0 0,0 0 0,0-1 0,0 1 0,0 0 0,0 0 0,1-1 0,-1 1 0,0 0 0,1-1 0,-1 1 0,1 0 0,0-1 0,-1 1 0,1-1 0,0 1 0,0-1 0,0 1 0,0-1 0,0 1 0,0 0 0,0-1 0,1-2 0,0 2 0,0 0 0,1 0 0,-1 0 0,1 1 0,-1-1 0,1 0 0,0 1 0,-1-1 0,1 1 0,0-1 0,0 1 0,0 0 0,0 0 0,0 0 0,0 0 0,5-1 0,-1 0 12,1 1 0,0 0 0,-1 0 0,1 0 0,0 1 0,0 0 0,0 0 0,0 0 0,12 4 0,-4-1-383,-1 1-1,1 1 1,18 8 0,-21-7-6455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24575,'8'27'0,"5"34"0,1 8 0,8 8 0,3-1 0,4-1 0,3-1 0,51 86 0,-70-138-1365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0 317 24575,'76'37'0,"82"30"0,-149-64 0,0 0 0,0-1 0,0 0 0,0-1 0,0 0 0,1 0 0,-1-1 0,0 0 0,13-2 0,-17 1 0,-1 0 0,0 0 0,1 0 0,-1-1 0,0 0 0,0 1 0,0-1 0,0-1 0,-1 1 0,1-1 0,0 1 0,-1-1 0,0 0 0,1 0 0,-1 0 0,0-1 0,-1 1 0,1-1 0,-1 0 0,1 1 0,2-8 0,-2 2 0,0 0 0,-1-1 0,0 1 0,-1-1 0,1 1 0,-2-1 0,1 1 0,-2-1 0,1 0 0,-1 1 0,-1-1 0,1 1 0,-7-18 0,-4-7 0,-1 1 0,-23-41 0,35 70 0,-5-8 0,-1-1 0,0 2 0,-16-21 0,23 31 0,0 1 0,0-1 0,-1 1 0,1 0 0,0-1 0,-1 1 0,1-1 0,-1 1 0,1 0 0,0-1 0,-1 1 0,1 0 0,-1 0 0,1-1 0,-1 1 0,1 0 0,-1 0 0,1 0 0,-1-1 0,1 1 0,-1 0 0,1 0 0,-1 0 0,1 0 0,-2 0 0,2 1 0,-1-1 0,1 0 0,-1 1 0,1-1 0,0 1 0,-1-1 0,1 1 0,0-1 0,0 1 0,-1 0 0,1-1 0,0 1 0,0-1 0,0 1 0,0-1 0,0 1 0,0 0 0,0 0 0,2 31 0,6 5 0,1 0 0,2 0 0,2-1 0,1 0 0,29 51 0,-35-74 0,0 0 0,19 22 0,-25-33 0,1 1 0,0 0 0,-1 0 0,1-1 0,0 1 0,0-1 0,1 0 0,-1 0 0,0 0 0,1-1 0,-1 1 0,1-1 0,0 1 0,-1-1 0,1-1 0,7 2 0,-10-2 0,1 0 0,-1 0 0,1 0 0,-1-1 0,1 1 0,-1 0 0,1-1 0,-1 1 0,1-1 0,-1 1 0,0-1 0,1 0 0,-1 0 0,0 1 0,0-1 0,0 0 0,2-2 0,-1 1 0,0-1 0,-1 1 0,1 0 0,-1-1 0,0 1 0,1-1 0,-1 1 0,-1-1 0,2-3 0,0-4 0,-1-1 0,1 0 0,-2-20 0,0 29 0,0-5 0,-1 5 0,1 0 0,0 1 0,0-1 0,0 0 0,0 1 0,0-1 0,0 0 0,0 0 0,1 1 0,-1-1 0,0 0 0,2-1 0,-2 3 0,0 0 0,1 0 0,-1 0 0,0 0 0,0 0 0,1 0 0,-1 0 0,0 0 0,1 0 0,-1 0 0,0 0 0,0 0 0,1 0 0,-1 0 0,0 0 0,0 0 0,1 0 0,-1 1 0,0-1 0,0 0 0,1 0 0,-1 0 0,0 0 0,0 1 0,0-1 0,1 0 0,-1 0 0,0 0 0,0 1 0,9 8 0,-8-7 0,9 10 0,2 0 0,-1 0 0,1-1 0,1-1 0,0 0 0,1-1 0,-1 0 0,2-1 0,-1-1 0,32 12 0,-34-15-1365,-3 0-5461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6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 24575,'-1'-1'0,"0"-1"0,-1 1 0,1-1 0,-1 1 0,0 0 0,0 0 0,1-1 0,-1 1 0,0 0 0,0 1 0,0-1 0,-4-1 0,6 2 0,-1 0 0,1 0 0,-1 0 0,1 0 0,-1 0 0,0 0 0,1 0 0,-1 1 0,1-1 0,-1 0 0,1 0 0,-1 0 0,1 1 0,0-1 0,-1 0 0,1 1 0,-1-1 0,1 0 0,-1 1 0,1-1 0,-1 2 0,0-1 0,0 0 0,1 1 0,-1-1 0,0 0 0,1 1 0,-1-1 0,1 1 0,0-1 0,-1 2 0,0 7 0,0 1 0,1-1 0,0 0 0,1 0 0,0 1 0,1-1 0,0 0 0,0 0 0,1 0 0,0-1 0,1 1 0,0-1 0,1 0 0,0 0 0,0 0 0,1 0 0,0-1 0,0 0 0,1 0 0,0-1 0,13 11 0,-18-16 0,1 0 0,-1-1 0,1 1 0,0-1 0,-1 1 0,1-1 0,0 0 0,0 0 0,0 0 0,0-1 0,-1 1 0,1 0 0,0-1 0,0 0 0,0 0 0,0 0 0,4-1 0,-5 1 0,0-1 0,0 1 0,0-1 0,-1 0 0,1 0 0,0 0 0,0 0 0,-1 0 0,1 0 0,-1-1 0,1 1 0,-1-1 0,1 1 0,-1-1 0,0 1 0,0-1 0,0 0 0,0 1 0,0-1 0,0 0 0,0 0 0,0 0 0,-1 0 0,1 0 0,-1 0 0,1-2 0,0-5 0,0 0 0,0 0 0,-1 0 0,-1 1 0,1-1 0,-1 0 0,-1 0 0,1 0 0,-5-11 0,-4-8 0,-19-38 0,23 55 0,6 11 0,-1 0 0,1 0 0,0 0 0,0 0 0,0 0 0,0 0 0,0 0 0,0 0 0,0 0 0,0 0 0,0 0 0,0 0 0,0 0 0,0 0 0,0 0 0,0 0 0,0 0 0,0 0 0,-1 0 0,1 0 0,0 0 0,0 0 0,0 0 0,0 0 0,0 0 0,0 0 0,0 0 0,0 0 0,0 0 0,0 0 0,0 0 0,0 0 0,0 0 0,0 0 0,0 0 0,-1 0 0,1 0 0,0 0 0,0 0 0,0 0 0,0 0 0,0 0 0,0 0 0,0 0 0,0 0 0,0 0 0,0 1 0,0-1 0,0 0 0,0 0 0,0 0 0,0 0 0,0 0 0,0 0 0,0 0 0,0 0 0,0 0 0,0 0 0,0 0 0,0 0 0,0 0 0,0 0 0,0 1 0,0-1 0,0 0 0,4 21 0,5 0 0,1-1 0,1 0 0,0-1 0,2 0 0,0-1 0,26 28 0,-34-41 0,1 0 0,0 0 0,-1 0 0,14 7 0,-17-11 0,1 0 0,-1 0 0,0 1 0,1-1 0,-1 0 0,1-1 0,0 1 0,-1 0 0,1-1 0,-1 0 0,1 1 0,0-1 0,-1 0 0,1 0 0,0-1 0,-1 1 0,4-1 0,-5 0 0,1 0 0,-1 0 0,1-1 0,-1 1 0,1 0 0,-1-1 0,0 1 0,1-1 0,-1 1 0,0-1 0,0 0 0,0 1 0,0-1 0,-1 0 0,1 0 0,0 1 0,-1-1 0,1 0 0,-1 0 0,0 0 0,1 0 0,-1 0 0,0 0 0,-1-3 0,1-3 0,0 1 0,-1 0 0,0-1 0,0 1 0,-3-9 0,-1 3 0,3 8 0,0 0 0,0-1 0,1 1 0,-1-1 0,1 1 0,0-7 0,1 11 0,0 0 0,0 1 0,0-1 0,0 0 0,0 1 0,0-1 0,1 0 0,-1 1 0,0-1 0,0 1 0,1-1 0,-1 0 0,0 1 0,1-1 0,-1 1 0,0-1 0,1 1 0,-1-1 0,1 1 0,-1-1 0,1 1 0,-1-1 0,2 1 0,-1-1 0,1 1 0,-1-1 0,1 1 0,-1 0 0,1 0 0,-1 0 0,1 0 0,-1 0 0,1 0 0,0 0 0,-1 0 0,1 1 0,-1-1 0,3 1 0,5 3 0,1 0 0,0 1 0,-1 0 0,0 0 0,-1 1 0,11 9 0,8 4 0,-4-3 0,-10-7 0,0 0 0,1 0 0,18 7 0,-30-15 0,0 0 0,0 0 0,0-1 0,0 1 0,0-1 0,-1 1 0,1-1 0,0 0 0,0 0 0,1 0 0,-1 0 0,0 0 0,0 0 0,0-1 0,-1 1 0,1 0 0,0-1 0,0 0 0,0 1 0,0-1 0,0 0 0,0 0 0,-1 0 0,1 0 0,0-1 0,-1 1 0,3-3 0,-2 1 0,0 0 0,1 0 0,-2 0 0,1 0 0,0-1 0,-1 1 0,1-1 0,-1 1 0,0-1 0,0 0 0,-1 0 0,1 1 0,0-8 0,-2-3 0,1 8 0,0 1 0,0 0 0,0 0 0,1 0 0,0 0 0,2-9 0,-3 14 0,0-1 0,1 0 0,-1 0 0,0 1 0,1-1 0,-1 0 0,1 1 0,-1-1 0,1 1 0,0-1 0,-1 1 0,1-1 0,-1 1 0,1-1 0,0 1 0,-1-1 0,1 1 0,0 0 0,1-1 0,-1 1 0,1 0 0,0-1 0,-1 1 0,1 0 0,-1 1 0,1-1 0,0 0 0,-1 0 0,1 1 0,-1-1 0,1 1 0,-1-1 0,3 2 0,13 7 0,0 1 0,0 1 0,15 13 0,1 0 0,61 49-1365,-81-63-5461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24575,'1'-1'0,"1"0"0,-1 0 0,0 0 0,0 1 0,1-1 0,-1 0 0,0 1 0,1-1 0,-1 1 0,1 0 0,-1-1 0,1 1 0,-1 0 0,1 0 0,-1 0 0,1 0 0,1 0 0,-2 1 0,0-1 0,0 1 0,0-1 0,0 1 0,0 0 0,0-1 0,0 1 0,0 0 0,0 0 0,0 0 0,0 0 0,-1 0 0,1 0 0,0 0 0,-1 0 0,1 0 0,-1 0 0,1 0 0,-1 0 0,0 1 0,1 0 0,8 29 0,-6-18 0,1 1 0,1-1 0,10 21 0,-3-12 0,14 35 0,-23-48 0,0 0 0,-1 0 0,1 0 0,-2 0 0,1 0 0,-1 1 0,-1 10 0,0-17 15,0 1 0,-1-1 0,0 0 0,0 1 0,0-1 0,0 0 0,-3 5 0,4-7-98,-1 1 1,0-1-1,0 1 1,0-1-1,0 0 1,0 0-1,0 1 1,0-1-1,0 0 1,0 0-1,-1 0 1,1 0-1,0 0 1,-1-1-1,1 1 1,-1 0-1,-1 0 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 24575,'-24'2'0,"-26"8"0,42-8 0,1 0 0,0 0 0,0 1 0,0 0 0,1 0 0,-1 1 0,-10 7 0,16-10 0,-1 0 0,1 0 0,0 0 0,-1 0 0,1 0 0,0 0 0,0 1 0,0-1 0,0 0 0,0 0 0,1 1 0,-1-1 0,0 1 0,0-1 0,1 1 0,-1-1 0,1 1 0,0-1 0,-1 1 0,1-1 0,0 1 0,0 0 0,0-1 0,0 1 0,0-1 0,0 1 0,0 0 0,1-1 0,-1 1 0,1-1 0,-1 1 0,1-1 0,-1 1 0,1-1 0,0 0 0,0 1 0,0-1 0,-1 0 0,3 2 0,0 0 0,0 1 0,0-1 0,1-1 0,-1 1 0,1 0 0,0-1 0,0 0 0,0 0 0,0 0 0,0 0 0,0-1 0,0 1 0,5 0 0,12 0 0,0-1 0,36-1 0,-33-1 0,35 2 0,-28 3-91,69 5-1183,-86-9-5552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34 24575,'2'-1'0,"-1"0"0,1 0 0,-1 0 0,0 0 0,0 0 0,1-1 0,-1 1 0,0 0 0,0 0 0,0-1 0,0 1 0,0-2 0,-1 3 0,1-1 0,-1 1 0,0 0 0,0-1 0,0 1 0,0 0 0,0-1 0,0 1 0,0 0 0,0 0 0,0-1 0,-1 1 0,1 0 0,0-1 0,0 1 0,0 0 0,0 0 0,0-1 0,0 1 0,0 0 0,-1 0 0,1-1 0,0 1 0,0 0 0,-1-1 0,-12-3 0,-13 1 0,-1 2 0,-36 3 0,9-1 0,-99-2 0,-146 3 0,235 0 0,-122 22 0,182-23 0,1 0 0,-1 0 0,1 0 0,-1 1 0,1-1 0,0 1 0,-5 2 0,8-3 0,-1-1 0,1 0 0,-1 1 0,1-1 0,0 1 0,-1-1 0,1 1 0,-1-1 0,1 1 0,0-1 0,-1 1 0,1-1 0,0 1 0,0 0 0,-1-1 0,1 1 0,0-1 0,0 1 0,0 0 0,0 0 0,0 0 0,0 0 0,1 0 0,-1 0 0,0-1 0,1 1 0,-1 0 0,0 0 0,1-1 0,-1 1 0,1 0 0,-1-1 0,1 1 0,-1 0 0,1-1 0,0 1 0,-1-1 0,2 1 0,8 5 0,-1-2 0,0 0 0,1 0 0,0 0 0,0-1 0,0-1 0,19 3 0,-5-1 0,149 28 0,-65-13 0,123 37 0,-221-53 0,25 9 0,-32-11 0,-1 0 0,0 0 0,0 0 0,0 1 0,0-1 0,0 1 0,0-1 0,0 1 0,0 0 0,0 0 0,2 2 0,-4-3 0,0 0 0,1 0 0,-1 0 0,0 0 0,1 0 0,-1 0 0,0 0 0,0 0 0,0 0 0,0 0 0,1 0 0,-2 0 0,1 0 0,0 0 0,0 0 0,0 0 0,0 0 0,-1 0 0,1 0 0,0-1 0,-1 1 0,1 0 0,-1 0 0,1 0 0,-1 0 0,1 0 0,-1-1 0,0 1 0,1 0 0,-1 0 0,0-1 0,0 1 0,1-1 0,-1 1 0,0-1 0,-1 1 0,-3 3 0,0-1 0,-1-1 0,1 1 0,-11 2 0,-38 9 0,-68 8 0,47-10 0,39-5 0,-230 45 0,260-50 0,-25 7 0,30-9 0,-1 0 0,1 1 0,0-1 0,0 1 0,0-1 0,0 1 0,0 0 0,0-1 0,0 1 0,0 0 0,0 0 0,0 0 0,0 0 0,1 0 0,-1 0 0,0 0 0,0 0 0,1 0 0,-1 0 0,1 0 0,-1 1 0,1-1 0,0 0 0,0 0 0,1 0 0,-1-1 0,0 1 0,0 0 0,1 0 0,-1-1 0,0 1 0,1 0 0,-1 0 0,1-1 0,-1 1 0,1 0 0,0-1 0,-1 1 0,1-1 0,-1 1 0,1-1 0,0 1 0,0-1 0,-1 1 0,1-1 0,0 0 0,0 1 0,0-1 0,26 9 0,-23-7 0,37 9-3,1-2 0,75 7 0,88-7 79,-6-1-1508,-168-5-5394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2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24575,'0'24'0,"2"-1"0,0 0 0,1 1 0,2-1 0,0 0 0,13 32 0,3 5 0,41 98 0,-48-130 0,16 37 0,-26-56 0,-1 1 0,0-1 0,-1 1 0,3 18 0,-6-40 0,-1-4 0,1-1 0,1 1 0,2-20 0,-1 33 0,-1-1 0,0 1 0,1-1 0,0 1 0,0-1 0,0 1 0,0 0 0,1 0 0,-1-1 0,1 1 0,0 0 0,0 0 0,0 1 0,0-1 0,0 0 0,0 1 0,1-1 0,0 1 0,-1 0 0,1 0 0,6-4 0,-6 5 0,-1 1 0,1-1 0,0 1 0,0-1 0,0 1 0,0 0 0,0 0 0,-1 0 0,1 0 0,0 1 0,0-1 0,0 1 0,-1 0 0,1 0 0,0 0 0,0 0 0,-1 0 0,1 0 0,-1 1 0,1 0 0,-1-1 0,2 3 0,7 4 0,-2 1 0,1 0 0,10 13 0,56 71 0,-55-68 120,-17-22-321,-14-16-1083,2 3-5542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47 24575,'-6'-5'0,"-7"-4"0,-20-12 0,30 20 0,-1-1 0,1 0 0,-1 1 0,1 0 0,-1 0 0,1 0 0,-1 0 0,1 0 0,-1 1 0,0-1 0,0 1 0,-3 1 0,5-1 0,0 0 0,1 1 0,-1 0 0,0-1 0,1 1 0,-1 0 0,1 0 0,-1 0 0,1 0 0,0 0 0,-1 0 0,1 0 0,0 0 0,0 1 0,-1-1 0,1 0 0,0 1 0,1-1 0,-1 1 0,0-1 0,0 1 0,1 0 0,-1-1 0,0 1 0,1 0 0,0-1 0,-1 1 0,1 2 0,-1 6 0,0 0 0,1 1 0,1 15 0,-1-16 0,0-2 0,1-1 0,0 1 0,0-1 0,0 1 0,1-1 0,0 0 0,0 1 0,1-1 0,0-1 0,0 1 0,1 0 0,0-1 0,0 1 0,0-1 0,10 9 0,0 1 0,1 0 0,0 1 0,15 21 0,-26-31 0,-1-1 0,1 1 0,-1 0 0,0 0 0,-1 0 0,1 0 0,-1 0 0,-1 0 0,1 1 0,-1 11 0,-2 21 0,0-32 0,0 1 0,1-1 0,0 0 0,0 1 0,1-1 0,0 0 0,0 1 0,4 11 0,-4-19 0,0 1 0,0 0 0,1-1 0,-1 1 0,0-1 0,1 1 0,-1-1 0,1 0 0,-1 0 0,1 0 0,0 0 0,-1 0 0,1 0 0,0 0 0,0 0 0,0-1 0,0 1 0,-1 0 0,1-1 0,0 0 0,0 0 0,2 1 0,8-1 0,0 1 0,19-3 0,-13 1 0,15 1-79,18 0 270,-45-1-376,-1 1 0,0-1 1,0 0-1,0-1 1,0 1-1,0-1 1,6-3-1,-2-1-6641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52 24575,'-7'-7'0,"3"3"0,0-1 0,-1 1 0,1 0 0,-1 0 0,0 0 0,0 1 0,0-1 0,0 1 0,0 1 0,-10-5 0,14 7 0,1 0 0,-1 0 0,1 0 0,-1 0 0,1 0 0,-1 0 0,0 0 0,1 0 0,-1 0 0,1 0 0,-1 0 0,1 0 0,-1 0 0,1 0 0,-1 1 0,1-1 0,-1 0 0,1 0 0,-1 1 0,1-1 0,-1 0 0,1 0 0,0 1 0,-1-1 0,1 1 0,-1-1 0,1 0 0,0 1 0,-1-1 0,1 1 0,0-1 0,0 1 0,-1-1 0,1 1 0,0-1 0,0 1 0,0-1 0,0 1 0,0-1 0,-1 1 0,1-1 0,0 1 0,0-1 0,0 1 0,1 0 0,-1 0 0,0 3 0,0 1 0,1-1 0,0 0 0,1 7 0,14 33 0,39 78 0,-21-52 0,-23-45 0,2-1 0,1 0 0,1-1 0,24 28 0,-31-39 120,-7-9-321,-6-8-1083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24575,'-13'2'0,"0"1"0,0 0 0,-23 10 0,32-11 0,0 0 0,1-1 0,-1 1 0,0 1 0,1-1 0,0 1 0,-1-1 0,1 1 0,0 0 0,0 0 0,1 0 0,-1 0 0,1 1 0,0-1 0,-1 1 0,-1 4 0,4-6 0,-1-1 0,1 1 0,0 0 0,-1-1 0,1 1 0,0-1 0,0 1 0,0 0 0,0-1 0,0 1 0,1-1 0,-1 1 0,0 0 0,1-1 0,-1 1 0,1-1 0,0 2 0,1 0 0,0 0 0,0 0 0,0-1 0,0 1 0,0-1 0,1 1 0,-1-1 0,3 2 0,2 1 0,1 0 0,-1-1 0,1 0 0,0 0 0,13 4 0,-9-5 0,0-1 0,0 0 0,0-1 0,1 0 0,-1-1 0,0 0 0,0-1 0,1 0 0,-1-1 0,14-4 0,-21 5 24,0-1 0,0 0 0,0-1 0,6-3 0,-9 5-123,0 0 0,-1-1 0,1 1 0,-1 0 0,1-1 0,-1 1 0,0-1 0,1 1 0,-1-1 0,0 0 0,0 1 0,0-1 0,0 0 0,0-3 0,1-5-6727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24575,'13'-3'0,"-1"0"0,0 0 0,1 1 0,21-1 0,-28 4 0,0-1 0,-1 1 0,1-1 0,0 2 0,-1-1 0,1 1 0,-1-1 0,1 2 0,-1-1 0,0 0 0,0 1 0,8 6 0,0 0 0,-1 1 0,0 1 0,0 0 0,-1 0 0,-1 1 0,12 18 0,-18-25 0,-1 1 0,0 0 0,0-1 0,0 1 0,-1 0 0,0 0 0,0 0 0,-1 1 0,1-1 0,-1 0 0,-1 1 0,1-1 0,-1 0 0,0 1 0,-1-1 0,1 1 0,-1-1 0,-3 9 0,3-13 0,-5 18 0,-4 24 0,9-36 0,0-1 0,0 1 0,1-1 0,0 1 0,1-1 0,2 14 0,-1-13 0,0-1 0,0 0 0,1 1 0,0-1 0,1 0 0,0-1 0,0 1 0,5 6 0,4 3 0,25 23 0,5 6 0,-40-43 0,-1 1 0,0 0 0,0 0 0,0 0 0,-1 0 0,1 0 0,-1 0 0,1 0 0,-1 0 0,1 5 0,-2-7 0,0 1 0,0-1 0,0 0 0,0 0 0,0 1 0,0-1 0,0 0 0,-1 1 0,1-1 0,0 0 0,-1 0 0,1 1 0,-1-1 0,0 0 0,1 0 0,-1 0 0,0 0 0,1 0 0,-1 0 0,0 0 0,0 0 0,0 0 0,0 0 0,0 0 0,0-1 0,0 1 0,0 0 0,0-1 0,-1 1 0,0 0 0,-16 6 0,-1-1 0,1-1 0,-39 6 0,16-3 0,20-4-1365,5-1-5461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24575,'37'21'0,"41"30"0,-47-30 0,29 21-43,85 52-1279,-136-90-5504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24575,'-7'28'0,"-6"11"0,0 2 0,2-4 0,3-2 0,0-6 0,2-5 0,-1-3 0,1-7-8191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24575,'-27'2'0,"9"-1"0,0 1 0,0 0 0,0 1 0,1 1 0,-1 0 0,-20 9 0,35-12 0,1 0 0,0 0 0,-1 1 0,1-1 0,0 0 0,0 1 0,0 0 0,0-1 0,0 1 0,0 0 0,1 0 0,-1 0 0,1 0 0,-1 0 0,1 0 0,0 1 0,0-1 0,0 0 0,-2 5 0,3-5 0,0 1 0,0-1 0,0 0 0,0 1 0,1-1 0,-1 0 0,1 1 0,-1-1 0,1 0 0,0 0 0,0 0 0,0 1 0,0-1 0,0 0 0,0 0 0,1-1 0,-1 1 0,1 0 0,-1 0 0,1-1 0,3 3 0,48 39 0,-41-35 0,0 1 0,-1 0 0,0 1 0,-1 0 0,0 0 0,0 1 0,10 17 0,-11-12 0,-1 0 0,-1 1 0,0 0 0,-2 0 0,0 1 0,0-1 0,-2 1 0,2 30 0,8 30 0,-12-76 4,-1 1 0,1-1 0,0 0 0,0 1 0,0-1 0,0 0 0,0 0 0,1 0 0,-1 0 0,1 0 0,-1 0 0,1 0 0,0 0 0,-1 0 0,1-1 0,0 1 0,0-1 0,0 1 0,1-1 0,-1 0 0,0 0 0,0 0 0,1 0 0,-1 0 0,0-1 0,1 1 0,-1-1 0,1 1 0,3-1 0,0 0-118,0 0 0,-1 0-1,1 0 1,0-1 0,-1 1 0,1-1-1,0-1 1,-1 1 0,1-1 0,-1 0-1,0-1 1,7-2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24575,'-1'2'0,"0"1"0,1 0 0,-1-1 0,1 1 0,-1-1 0,1 1 0,0 0 0,0-1 0,0 1 0,0-1 0,1 1 0,-1 0 0,1-1 0,0 1 0,-1-1 0,1 1 0,0-1 0,0 1 0,1-1 0,0 3 0,2 1 0,0 0 0,1 0 0,-1 0 0,1 0 0,11 9 0,-7-7 0,2 1 0,0 1 0,23 13 0,-32-22 0,1 1 0,0-1 0,0 1 0,0-1 0,0 0 0,-1 0 0,1 0 0,1-1 0,-1 1 0,0-1 0,0 0 0,0 1 0,0-1 0,0-1 0,0 1 0,0 0 0,0-1 0,0 1 0,4-2 0,-5 1 0,-1-1 0,1 1 0,-1 0 0,1 0 0,-1-1 0,1 1 0,-1 0 0,0-1 0,0 1 0,0-1 0,0 0 0,0 1 0,0-1 0,0 0 0,0 0 0,-1 0 0,2-2 0,5-38 0,-5 30 0,-1 5 0,0 0 0,-1 0 0,1 0 0,-2-7 0,1 14 0,0-1 0,0 1 0,0 0 0,0 0 0,0 0 0,0 0 0,0 0 0,0 0 0,0 0 0,0 0 0,0 0 0,0 0 0,0 0 0,0 0 0,0 0 0,0-1 0,0 1 0,0 0 0,0 0 0,0 0 0,0 0 0,0 0 0,0 0 0,0 0 0,0 0 0,0 0 0,0 0 0,0 0 0,0 0 0,0 0 0,0-1 0,0 1 0,0 0 0,0 0 0,0 0 0,0 0 0,0 0 0,0 0 0,0 0 0,0 0 0,0 0 0,1 0 0,-1 0 0,0 0 0,0 0 0,0 0 0,0 0 0,0 0 0,0 0 0,0 0 0,0 0 0,0 0 0,0 0 0,0 0 0,1 0 0,4 4 0,11 14 0,-6-7 0,10 10-58,-10-9-269,0-2 0,1 0 1,13 10-1,-13-13-6499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28 24575,'-30'-5'0,"-13"-2"0,-1 1 0,4 1 0,7 1 0,6 4 0,8 2-8191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24575,'2'30'0,"4"15"0,3 5 0,3 2 0,1-4 0,2-4 0,0-3 0,3-3 0,0-2 0,-2-6 0,-1-5 0,-2-4 0,-2-4 0,0-1 0,-3-4-8191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0 24575,'-16'7'0,"-26"12"0,37-16 0,1 0 0,-1 0 0,0 0 0,1 1 0,0 0 0,0 0 0,0 0 0,-7 9 0,11-12 0,-1 0 0,0 0 0,1 0 0,-1 1 0,1-1 0,-1 0 0,1 0 0,0 1 0,-1-1 0,1 0 0,0 0 0,0 1 0,0-1 0,0 0 0,0 0 0,0 1 0,0-1 0,1 0 0,-1 1 0,1 0 0,0 1 0,0-1 0,1 0 0,-1 1 0,0-1 0,1 0 0,0 0 0,-1 0 0,1 0 0,4 2 0,2 2 0,1 0 0,0-1 0,19 9 0,-6-5-170,0-1-1,0-1 0,0-1 1,1-2-1,0 0 0,0-1 1,33 0-1,-44-3-6655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8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24575,'46'3'0,"85"12"0,-116-12 0,0 0 0,0 1 0,0 1 0,0 1 0,-1 0 0,20 12 0,-32-17 0,0 1 0,0-1 0,0 1 0,0 0 0,0 0 0,0 0 0,-1 0 0,1 0 0,0 0 0,-1 1 0,0-1 0,0 0 0,1 1 0,-1-1 0,-1 1 0,1-1 0,0 1 0,-1-1 0,1 1 0,-1 0 0,1 4 0,-2 5 0,0-1 0,0 1 0,-6 21 0,-1 6 0,7-18 0,-1-1 0,2 1 0,1 0 0,4 26 0,-2-33 0,0 0 0,1 0 0,1 0 0,0 0 0,1-1 0,14 25 0,61 80 0,-80-117 0,0 0 0,0 0 0,-1 0 0,1 1 0,0-1 0,-1 0 0,1 1 0,0-1 0,-1 0 0,0 1 0,1-1 0,-1 1 0,0-1 0,0 1 0,0-1 0,0 1 0,0-1 0,0 1 0,0-1 0,0 0 0,-1 1 0,0 1 0,0-1 0,0-1 0,0 1 0,-1-1 0,1 0 0,-1 1 0,1-1 0,-1 0 0,0 0 0,1 0 0,-1 0 0,0 0 0,0 0 0,1-1 0,-1 1 0,0-1 0,-3 1 0,-13 3-94,0-2 0,0 0 0,-1-1 0,-18-2 0,20 1-801,-2 0-5931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303 113 24575,'-6'-4'0,"-93"-54"0,77 46 0,-1 2 0,-35-12 0,53 20 0,0 1 0,0 0 0,0 0 0,-1 0 0,1 0 0,0 1 0,-8 0 0,11 1 0,1-1 0,-1 0 0,0 1 0,0-1 0,0 1 0,1 0 0,-1-1 0,0 1 0,1 0 0,-1 0 0,1 0 0,-1 0 0,1 0 0,-1 0 0,1 1 0,0-1 0,0 0 0,-1 1 0,1-1 0,0 1 0,0-1 0,0 1 0,-1 3 0,0 2 0,0 0 0,0 1 0,1-1 0,0 0 0,0 1 0,1-1 0,0 1 0,0-1 0,3 14 0,1 3 0,13 38 0,5 0 0,2-2 0,3-1 0,3-1 0,2-2 0,3-1 0,42 52 0,-51-76 0,41 40 0,-66-69 0,1-1 0,-1 0 0,0 0 0,1 0 0,-1 0 0,1 0 0,-1 0 0,1 0 0,0-1 0,-1 1 0,1-1 0,0 1 0,-1-1 0,1 1 0,2-1 0,-4 0 0,1 0 0,-1 0 0,0 0 0,1 0 0,-1 0 0,1 0 0,-1-1 0,0 1 0,1 0 0,-1 0 0,1 0 0,-1-1 0,0 1 0,1 0 0,-1 0 0,0-1 0,1 1 0,-1 0 0,0-1 0,0 1 0,1 0 0,-1-1 0,0 0 0,1 0 0,-1 0 0,0 0 0,1 0 0,-1 0 0,0-1 0,0 1 0,0 0 0,0 0 0,0 0 0,0 0 0,0-1 0,-1-1 0,-6-23 0,-1-1 0,-1 1 0,-1 0 0,-1 1 0,-23-39 0,29 58 0,0 0 0,0 0 0,-1 0 0,0 0 0,0 1 0,0 0 0,0 0 0,-1 1 0,0-1 0,0 2 0,0-1 0,-15-5 0,8 4 0,0 1 0,-1 1 0,0 0 0,0 1 0,-29-1 0,40 3 20,-1 0 0,1 1 0,-1-1 0,0 1 0,-6 2 0,10-3-71,0 1 0,-1-1-1,1 0 1,0 1 0,0-1 0,0 1 0,0 0-1,0-1 1,1 1 0,-1 0 0,0-1-1,0 1 1,0 0 0,1 0 0,-1 0 0,0 0-1,1 0 1,-1-1 0,0 1 0,1 1 0,-1-1-1,1 0 1,0 0 0,-1 0 0,1 0 0,0 0-1,0 0 1,0 1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173 168 24575,'-1'-1'0,"-25"-1"0,-29 1 0,48 1 0,0 0 0,1 1 0,-1 0 0,1 0 0,-1 1 0,1 0 0,-1 0 0,1 0 0,-11 7 0,16-9 0,0 1 0,0-1 0,0 1 0,0 0 0,1-1 0,-1 1 0,0 0 0,0 0 0,0 0 0,1 0 0,-1 0 0,0 0 0,1 0 0,-1 0 0,1 0 0,-1 0 0,1 0 0,0 0 0,-1 0 0,1 0 0,0 1 0,0 0 0,0 0 0,0 0 0,0 0 0,1-1 0,-1 1 0,1 0 0,0 0 0,-1-1 0,1 1 0,0-1 0,0 1 0,0 0 0,2 2 0,2 1 0,1 1 0,-1-1 0,1 1 0,0-2 0,11 7 0,-8-5 0,1-1 0,1-1 0,-1 0 0,1 0 0,-1-1 0,23 4 0,-26-6 0,0 0 0,0 0 0,0-1 0,0 0 0,0-1 0,0 1 0,0-1 0,0-1 0,-1 1 0,1-1 0,0 0 0,7-4 0,-12 5 0,0 0 0,-1 0 0,1 0 0,0 0 0,-1 0 0,1 0 0,-1-1 0,1 1 0,-1 0 0,0-1 0,1 1 0,-1-1 0,0 1 0,0-1 0,0 0 0,0 0 0,0 1 0,-1-1 0,1 0 0,-1 0 0,1 0 0,-1 0 0,1 0 0,-1 0 0,0 0 0,0 0 0,0 1 0,0-1 0,0 0 0,-1 0 0,1 0 0,-1 0 0,1 0 0,-1-2 0,-1 0 0,0 0 0,0 0 0,-1 0 0,1 0 0,-1 0 0,0 1 0,0-1 0,0 1 0,0 0 0,-1 0 0,1 0 0,-1 0 0,-6-4 0,3 4 0,2 0 0,1 1 0,-1-1 0,1 1 0,0-1 0,-6-5 0,10 7 0,0 1 0,-1 0 0,1-1 0,0 1 0,-1 0 0,1-1 0,0 1 0,0-1 0,0 1 0,-1-1 0,1 1 0,0 0 0,0-1 0,0 1 0,0-1 0,0 1 0,0-1 0,0 1 0,0-1 0,0 1 0,0-1 0,0 1 0,0-1 0,0 1 0,0-1 0,1 0 0,0 0 0,0 0 0,0 0 0,0 0 0,0 0 0,-1 1 0,1-1 0,1 0 0,-1 0 0,0 1 0,0-1 0,0 1 0,0-1 0,2 0 0,3 0 0,-1 0 0,0-1 0,1 2 0,-1-1 0,1 1 0,-1 0 0,1 0 0,-1 0 0,1 1 0,-1-1 0,6 3 0,11 3 0,30 12 0,-15-3 0,-14-8 0,125 38 0,-118-37 0,0-2 0,0-2 0,32 2 0,-59-6 0,0 0 0,1 0 0,-1 0 0,0-1 0,0 1 0,1-1 0,4-2 0,-7 3 0,0 0 0,0-1 0,0 1 0,-1-1 0,1 1 0,0-1 0,0 0 0,-1 1 0,1-1 0,-1 0 0,1 1 0,0-1 0,-1 0 0,1 0 0,-1 1 0,1-1 0,-1 0 0,0 0 0,1 0 0,-1 0 0,0 0 0,0 0 0,0 1 0,0-1 0,1 0 0,-1 0 0,0 0 0,0 0 0,-1 0 0,1 0 0,0 0 0,0-1 0,-2-4 0,0 0 0,0-1 0,-1 1 0,1 0 0,-1 1 0,-7-10 0,-25-33 0,31 44 0,-12-17 0,-1 2 0,-1 1 0,-30-26 0,38 38-1365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0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32 24575,'0'26'0,"6"47"0,-4-63 0,0 1 0,1-1 0,0 0 0,1 1 0,0-2 0,0 1 0,8 11 0,-1-3 0,-9-13 0,0 0 0,1-1 0,-1 1 0,1-1 0,0 0 0,1 0 0,-1 0 0,6 4 0,-11-23 0,-6-4 0,0 1 0,-15-23 0,12 22 0,-13-32 0,23 51 0,-3-10 0,1 1 0,0-1 0,0 0 0,1-1 0,-2-12 0,4 21 0,0 1 0,0-1 0,0 0 0,0 0 0,0 0 0,0 1 0,0-1 0,1 0 0,-1 0 0,1 1 0,0-1 0,-1 0 0,1 1 0,0-1 0,0 0 0,0 1 0,0-1 0,0 1 0,0 0 0,0-1 0,1 1 0,-1 0 0,1 0 0,-1 0 0,0 0 0,1 0 0,0 0 0,-1 0 0,1 0 0,0 1 0,-1-1 0,1 0 0,0 1 0,0 0 0,-1-1 0,1 1 0,3 0 0,10-1-227,-1 1-1,0 1 1,0 0-1,0 1 1,20 5-1,-21-4-6598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220 654 24575,'7'-13'0,"-1"0"0,0 0 0,0-1 0,-1 1 0,-1-1 0,4-25 0,-6 27 0,-1 0 0,-1 1 0,0-1 0,-1 0 0,0 1 0,-1-1 0,0 1 0,-7-22 0,-9-10 0,-1 1 0,-3 0 0,-28-41 0,-2-5 0,40 67 0,4 6 0,0 0 0,-1 0 0,-17-19 0,26 33 0,-1 0 0,1 0 0,-1 1 0,1-1 0,-1 0 0,0 1 0,1-1 0,-1 1 0,0-1 0,1 1 0,-1-1 0,0 1 0,0-1 0,0 1 0,1 0 0,-1-1 0,0 1 0,0 0 0,0 0 0,0 0 0,0 0 0,-1 0 0,2 0 0,-1 0 0,1 1 0,-1-1 0,1 1 0,-1-1 0,1 0 0,-1 1 0,1 0 0,0-1 0,-1 1 0,1-1 0,0 1 0,-1-1 0,1 1 0,0 0 0,0-1 0,-1 1 0,1 0 0,0-1 0,0 1 0,0 1 0,-1 5 0,1 0 0,0 0 0,2 15 0,4 16 0,3 0 0,1 0 0,19 47 0,58 105 0,-78-173 0,0-1 0,1 0 0,1 0 0,1-1 0,0 0 0,20 18 0,-26-27 0,0-1 0,1 0 0,-1-1 0,1 1 0,0-1 0,0 0 0,1-1 0,-1 0 0,1 0 0,-1 0 0,1-1 0,0 0 0,0-1 0,0 0 0,0 0 0,0 0 0,13-2 0,3-5-1365,-15 2-5461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162 108 24575,'-1'-1'0,"-47"-58"0,43 53 0,0 1 0,-1 0 0,0 0 0,1 1 0,-2 0 0,1 0 0,-14-6 0,19 9 0,-1 0 0,0 0 0,0 1 0,0-1 0,0 1 0,0 0 0,0-1 0,0 1 0,0 0 0,0 0 0,0 0 0,0 1 0,0-1 0,-3 1 0,4 0 0,0-1 0,0 1 0,0-1 0,0 1 0,0 0 0,0 0 0,0-1 0,0 1 0,0 0 0,0 0 0,0 0 0,0 0 0,1 0 0,-1 0 0,0 0 0,1 1 0,-2 0 0,1 1 0,1 1 0,-1-1 0,0 0 0,1 0 0,0 0 0,0 1 0,0-1 0,0 0 0,0 0 0,1 1 0,-1-1 0,1 0 0,0 0 0,0 0 0,0 0 0,2 3 0,1 2 0,1 0 0,0-1 0,0 0 0,1 0 0,0 0 0,1 0 0,-1-1 0,1-1 0,0 1 0,0-1 0,12 6 0,-8-5 0,0 0 0,0-1 0,0-1 0,1 0 0,-1-1 0,1 0 0,24 3 0,-34-6 0,-1 1 0,1-1 0,0 0 0,0 0 0,-1 0 0,1-1 0,0 1 0,-1 0 0,1-1 0,0 1 0,-1-1 0,1 1 0,-1-1 0,1 0 0,-1 1 0,1-1 0,-1 0 0,1 0 0,-1 0 0,0 0 0,0-1 0,1 1 0,0-2 0,-1 1 0,0 0 0,0 0 0,0-1 0,0 1 0,-1-1 0,1 1 0,-1 0 0,1-1 0,-1 1 0,0-1 0,0 1 0,0-1 0,0 1 0,-1-1 0,0-3 0,-1-1 8,0 0-1,0 1 1,-1-1-1,0 1 1,0 0-1,-1-1 1,1 2-1,-1-1 1,-1 0-1,1 1 1,-1 0-1,0 0 1,0 0-1,0 0 1,-12-7-1,8 7-142,1 0 0,-1 1 0,0-1 0,0 2 0,-1-1 0,1 1 0,-1 1 0,1-1 0,-1 2 0,-16-2 0,11 3-6691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24575,'19'23'0,"1"-1"0,1-1 0,36 28 0,-52-45 0,1 2 0,1-1 0,0 1 0,1-1 0,-1-1 0,1 0 0,11 5 0,-18-9 0,-1 1 0,1-1 0,0 0 0,-1 0 0,1 0 0,0 0 0,-1 0 0,1 0 0,0 0 0,-1 0 0,1 0 0,0 0 0,-1 0 0,1-1 0,-1 1 0,1 0 0,0 0 0,-1 0 0,1-1 0,-1 1 0,1-1 0,0 1 0,-1 0 0,1-1 0,-1 1 0,0-1 0,1 1 0,0-1 0,0-1 0,0 0 0,-1 1 0,1-1 0,0 0 0,0 0 0,-1 0 0,0 0 0,1 1 0,-1-5 0,1-2 0,-1-1 0,-1 1 0,-1-13 0,-21-71 0,23 91 0,-1 1 0,1 0 0,0-1 0,0 1 0,0-1 0,0 1 0,-1-1 0,1 1 0,0-1 0,0 1 0,0-1 0,0 1 0,0-1 0,0 1 0,0-1 0,1 1 0,-1-1 0,0 1 0,0 0 0,0-1 0,0 1 0,1-1 0,-1 1 0,0-1 0,0 1 0,1-1 0,0 1 0,-1 0 0,1 0 0,0 0 0,-1 1 0,1-1 0,-1 0 0,1 0 0,-1 1 0,1-1 0,-1 0 0,1 1 0,-1-1 0,1 1 0,-1-1 0,1 1 0,0 0 0,19 23 0,-20-23 0,15 20-49,-8-10-390,1 0 1,16 17-1,-13-18-6387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3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 24575,'-4'-2'0,"-1"-1"0,0 1 0,1-1 0,-1 1 0,0 1 0,-8-3 0,12 4 0,0 0 0,0 0 0,0 0 0,0 0 0,0 0 0,-1 0 0,1 0 0,0 0 0,0 0 0,0 0 0,0 1 0,0-1 0,0 0 0,0 1 0,0-1 0,0 1 0,0-1 0,0 1 0,0-1 0,1 1 0,-1 0 0,0-1 0,0 1 0,0 0 0,1 0 0,-1 0 0,0 0 0,1-1 0,-1 1 0,1 0 0,-1 0 0,1 0 0,0 0 0,-1 0 0,1 0 0,0 0 0,-1 2 0,1 3 0,-1 0 0,1-1 0,0 1 0,0-1 0,1 1 0,0-1 0,0 1 0,0-1 0,1 1 0,1 5 0,3 4 0,1-1 0,10 19 0,-15-30 0,2 4 0,0 0 0,1 0 0,11 13 0,-15-19 0,0 0 0,0 0 0,1 0 0,-1 0 0,0 0 0,0-1 0,1 1 0,-1 0 0,0-1 0,1 1 0,-1 0 0,1-1 0,1 1 0,-2-1 0,-1 0 0,1 0 0,0-1 0,0 1 0,0 0 0,0 0 0,0-1 0,0 1 0,0 0 0,-1-1 0,1 1 0,0 0 0,0-1 0,0 0 0,-1 1 0,1-1 0,0 1 0,-1-1 0,1 0 0,0 1 0,-1-1 0,1 0 0,0-1 0,1-1 0,-1 0 0,0 0 0,1-1 0,-1 1 0,0-1 0,0 1 0,-1-1 0,1 0 0,-1 1 0,0-1 0,0-5 0,1-9 0,-1 18 0,0 0 0,0 0 0,0 0 0,0 0 0,1 0 0,-1 0 0,0 0 0,0 0 0,0 0 0,0 0 0,0 0 0,0 0 0,0 0 0,0 0 0,0 0 0,1 0 0,-1 0 0,0 0 0,0 0 0,0 0 0,0 0 0,0 0 0,0 0 0,0 0 0,0 0 0,1 0 0,-1 0 0,0 0 0,0 0 0,0 0 0,0 0 0,0 0 0,0 0 0,0 0 0,0 0 0,0 0 0,0-1 0,0 1 0,1 0 0,-1 0 0,0 0 0,0 0 0,0 0 0,0 0 0,0 0 0,0 0 0,0 0 0,0-1 0,3 11 0,7 53 0,-3 0 0,-2 0 0,-7 103 0,2-162 0,0 0 0,-1 0 0,1 0 0,-1-1 0,0 1 0,0 0 0,-1 0 0,1-1 0,-1 1 0,1-1 0,-1 1 0,0-1 0,-1 0 0,-3 6 0,4-8 0,0 1 0,0 0 0,-1-1 0,1 1 0,0-1 0,-1 0 0,1 0 0,-1 0 0,1 0 0,-1 0 0,1-1 0,-1 1 0,0-1 0,1 1 0,-1-1 0,0 0 0,1 0 0,-1 0 0,0 0 0,1-1 0,-1 1 0,-3-2 0,0 0 0,0 0 0,0-1 0,0 0 0,0 0 0,1 0 0,-1-1 0,1 1 0,-1-1 0,1-1 0,1 1 0,-1-1 0,-6-9 0,5 7 0,1 0 0,0 0 0,1-1 0,-1 0 0,2 0 0,-1 0 0,1 0 0,-4-17 0,6 21 0,0-1 0,1 1 0,-1-1 0,1 1 0,0-1 0,1 1 0,-1 0 0,1-1 0,0 1 0,0-1 0,0 1 0,0 0 0,1 0 0,0 0 0,3-6 0,-2 5 0,1 1 0,0-1 0,0 1 0,0 0 0,0 0 0,0 0 0,1 1 0,0 0 0,0 0 0,8-4 0,2 0 0,1 1 0,0 1 0,0 1 0,1 0 0,-1 1 0,1 1 0,20 0 0,32 5-1365,-39 0-5461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92 310 24575,'1'-1'0,"10"-21"0,-2 1 0,-1-2 0,0 1 0,6-36 0,-13 52 0,0 0 0,0 1 0,-1-1 0,0 0 0,-1 0 0,1 0 0,-1 0 0,0 0 0,0 0 0,-1 0 0,1 1 0,-2-1 0,1 1 0,0-1 0,-1 1 0,0 0 0,0 0 0,-1 0 0,1 0 0,-1 1 0,0-1 0,0 1 0,-8-6 0,7 6 0,0 1 0,0 0 0,0 0 0,0 0 0,-1 0 0,1 1 0,-9-3 0,12 5 0,1 0 0,0-1 0,0 1 0,0 0 0,-1 0 0,1 0 0,0 0 0,0 0 0,-1 0 0,1 0 0,0 0 0,0 0 0,-1 1 0,1-1 0,0 0 0,0 1 0,0-1 0,-1 1 0,1-1 0,0 1 0,0 0 0,0-1 0,0 1 0,0 0 0,0 0 0,0 0 0,1 0 0,-1 0 0,0 0 0,0 0 0,1 0 0,-1 0 0,0 0 0,1 0 0,-1 0 0,1 1 0,0-1 0,-1 0 0,1 0 0,0 3 0,-1 5 0,0 0 0,1-1 0,0 1 0,1 0 0,0 0 0,0 0 0,1-1 0,0 1 0,0-1 0,1 1 0,0-1 0,1 0 0,0 0 0,0 0 0,1-1 0,10 14 0,-2-5 0,0 0 0,2-1 0,0-1 0,1 0 0,0-1 0,20 12 0,-19-14 0,0-1 0,1 0 0,0-2 0,1 0 0,0-1 0,0-1 0,28 5 0,-45-10 0,1-1 0,-1 1 0,1-1 0,-1 0 0,1 0 0,-1-1 0,1 1 0,-1 0 0,1-1 0,-1 1 0,1-1 0,-1 0 0,0 0 0,1 0 0,-1 0 0,0 0 0,0-1 0,0 1 0,0 0 0,0-1 0,3-2 0,-3 1 0,0 0 0,0-1 0,0 1 0,0 0 0,0-1 0,-1 1 0,0-1 0,0 1 0,0-1 0,0 1 0,0-1 0,-1 0 0,1-7 0,-1 1 0,0-1 0,-1 0 0,0 0 0,-4-16 0,4 23 0,0-1 0,-1 1 0,0-1 0,0 1 0,0 0 0,0 0 0,0 0 0,-1 0 0,0 0 0,0 0 0,0 1 0,-6-6 0,4 7 0,8 8 0,8 10 0,0-4 0,-1-1 0,2 0 0,-1-1 0,1 0 0,1-1 0,0 0 0,0-1 0,1-1 0,0 0 0,0-1 0,1 0 0,-1-1 0,27 5 0,-39-9 0,0-1 0,0 0 0,1 0 0,-1 0 0,0 0 0,0 0 0,1 0 0,-1 0 0,0-1 0,0 1 0,0-1 0,1 1 0,-1-1 0,0 0 0,0 0 0,0 0 0,0 0 0,0 0 0,2-3 0,-3 3 0,1-1 0,-1 0 0,0 0 0,0 1 0,0-1 0,0 0 0,0 0 0,0 0 0,0-1 0,-1 1 0,1 0 0,-1 0 0,0 0 0,1 0 0,-1-1 0,0 1 0,0 0 0,-1 0 0,0-4 0,0-1 0,-1-1 0,0 1 0,0 0 0,-1 0 0,0 1 0,0-1 0,-1 1 0,-6-10 0,30 40 0,2 0 0,44 38 0,-49-49-682,20 12-1,-27-20-6143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214 151 24575,'-16'-11'0,"-60"-42"0,63 44 0,0 2 0,-1 0 0,-26-9 0,38 15 0,1 1 0,-1-1 0,1 1 0,-1-1 0,0 1 0,1 0 0,-1 0 0,1 0 0,-1 0 0,0 0 0,1 0 0,-1 0 0,0 0 0,1 1 0,-1-1 0,1 1 0,-2 0 0,2 0 0,0 0 0,0-1 0,0 1 0,0 0 0,0 0 0,0 0 0,1 0 0,-1 0 0,0 0 0,1 1 0,-1-1 0,1 0 0,-1 0 0,1 0 0,0 1 0,-1-1 0,1 0 0,0 0 0,0 1 0,0 1 0,0 5 0,1 0 0,0 0 0,0 0 0,0-1 0,1 1 0,0-1 0,1 1 0,0-1 0,0 0 0,1 0 0,-1 0 0,7 8 0,0 0 0,1-1 0,1 0 0,0-1 0,19 15 0,-21-19 0,1 0 0,0-1 0,12 6 0,-21-13 0,0 1 0,1-1 0,-1 0 0,0 0 0,1 0 0,-1 0 0,1 0 0,-1 0 0,1-1 0,0 1 0,-1-1 0,1 0 0,0 0 0,-1 0 0,1 0 0,-1 0 0,1-1 0,0 1 0,-1-1 0,1 0 0,-1 0 0,5-1 0,-5 0 0,0 0 0,0 0 0,-1 0 0,1 0 0,-1 0 0,1 0 0,-1 0 0,0 0 0,0-1 0,0 1 0,0 0 0,0-1 0,0 1 0,-1-1 0,1 1 0,-1-1 0,0 1 0,1-1 0,-1 1 0,0-1 0,-1-4 0,-1-4 0,1 0 0,-1 0 0,-6-17 0,1 8 0,-1 1 0,0 1 0,-12-19 0,14 26 0,0 1 0,-1 1 0,-1-1 0,1 1 0,-2 1 0,-13-13 0,19 19-38,0 0 0,0 0 0,0 0 1,0 0-1,0 1 0,0 0 0,0-1 0,0 1 0,-1 0 0,1 0 0,0 1 0,-1-1 0,1 1 0,0 0 0,-1 0 0,1 0 1,-1 0-1,1 0 0,-1 1 0,1 0 0,0-1 0,0 1 0,-1 0 0,1 1 0,0-1 0,0 1 0,0-1 0,0 1 0,0 0 1,0 0-1,1 0 0,-1 0 0,1 1 0,-1-1 0,-3 6 0,-2 2-6788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24575,'14'10'0,"3"1"0,0 1 0,28 25 0,-44-35 0,1-1 0,-1 1 0,1-1 0,-1 0 0,1 0 0,0 0 0,-1 0 0,1 0 0,0 0 0,0 0 0,0 0 0,-1-1 0,1 1 0,0-1 0,0 0 0,3 1 0,-3-1 0,-1 0 0,0-1 0,0 1 0,0 0 0,0-1 0,0 1 0,0-1 0,0 1 0,0-1 0,0 1 0,-1-1 0,1 0 0,0 1 0,0-1 0,0 0 0,-1 0 0,1 0 0,0 0 0,-1 1 0,1-1 0,-1 0 0,1 0 0,-1 0 0,1 0 0,-1 0 0,0 0 0,1-1 0,-1 1 0,0 0 0,0-2 0,1-13 0,-1 14 0,0-1 0,0 1 0,0-1 0,1 1 0,-1 0 0,1-1 0,-1 1 0,1-1 0,0 1 0,0 0 0,1-4 0,-1 6 0,-1 0 0,1-1 0,-1 1 0,1 0 0,-1 0 0,1 0 0,-1-1 0,1 1 0,-1 0 0,1 0 0,-1 0 0,1 0 0,-1 0 0,1 0 0,-1 0 0,1 0 0,-1 0 0,1 0 0,-1 0 0,1 1 0,0-1 0,-1 0 0,0 0 0,1 0 0,-1 1 0,1-1 0,-1 0 0,1 1 0,-1-1 0,1 0 0,-1 1 0,0-1 0,1 0 0,0 2 0,16 15 0,-16-15 0,47 59-1365,-42-51-5461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26 24575,'-22'-6'0,"-47"-11"0,62 16 0,0 0 0,1 0 0,-1 1 0,0 0 0,0 0 0,0 1 0,-11 2 0,17-3 0,0 0 0,0 0 0,1 1 0,-1-1 0,0 0 0,0 0 0,0 1 0,1-1 0,-1 1 0,0-1 0,1 0 0,-1 1 0,0-1 0,1 1 0,-1 0 0,0-1 0,1 1 0,-1-1 0,1 1 0,-1 0 0,1 0 0,0-1 0,-1 1 0,0 1 0,1 0 0,0-1 0,0 0 0,1 0 0,-1 0 0,0 1 0,0-1 0,0 0 0,1 0 0,-1 0 0,1 0 0,-1 1 0,1-1 0,-1 0 0,3 2 0,1 3 0,1-1 0,1 1 0,11 9 0,7 6 0,2-2 0,48 28 0,-64-41 0,1-1 0,-1-1 0,1 0 0,-1 0 0,1-1 0,0 0 0,1-1 0,-1 0 0,0-1 0,1 0 0,14-2 0,-25 1 0,1 0 0,-1 0 0,0 0 0,1-1 0,-1 1 0,0 0 0,1-1 0,-1 1 0,0-1 0,0 1 0,1-1 0,-1 0 0,0 0 0,0 1 0,0-1 0,0 0 0,0 0 0,0 0 0,0 0 0,0 0 0,0-1 0,0 0 0,0 0 0,-1 0 0,1 0 0,-1 0 0,1 0 0,-1 0 0,0 0 0,1 0 0,-1 0 0,0 0 0,-1 0 0,1-3 0,-2-2 0,1 0 0,-1 1 0,-1 0 0,1-1 0,-1 1 0,0 0 0,-5-7 0,6 10 0,0 0 0,0 0 0,0 1 0,-1-1 0,1 1 0,-1 0 0,1 0 0,-1 0 0,-3-3 0,5 5 0,0 0 0,0-1 0,0 1 0,0 0 0,0 0 0,0-1 0,0 1 0,0 0 0,0 0 0,0 0 0,0 0 0,0 0 0,0 0 0,0 0 0,0 1 0,0-1 0,0 0 0,1 1 0,-1-1 0,0 0 0,0 1 0,0-1 0,0 1 0,0-1 0,1 1 0,-1 0 0,0-1 0,0 1 0,1 0 0,-1-1 0,1 1 0,-1 0 0,0 0 0,1 0 0,-1 1 0,-3 5 0,1-1 0,0 1 0,1 0 0,-1 0 0,1 0 0,1 0 0,-1 0 0,1 1 0,1-1 0,-1 0 0,1 1 0,1-1 0,1 13 0,3 8 0,1-1 0,11 33 0,-13-48 0,6 20 0,2 0 0,0-1 0,2 0 0,2-1 0,0-1 0,24 31 0,-34-48 0,-6-12 0,0 0 0,0 0 0,0 0 0,0 1 0,0-1 0,0 0 0,0 0 0,0 0 0,-1 0 0,1 0 0,0 0 0,0 0 0,0 0 0,0 0 0,0 1 0,0-1 0,0 0 0,-1 0 0,1 0 0,0 0 0,0 0 0,0 0 0,0 0 0,0 0 0,0 0 0,-1 0 0,1 0 0,0 0 0,0 0 0,0 0 0,0 0 0,0 0 0,0 0 0,-1 0 0,1 0 0,0 0 0,0 0 0,0 0 0,0 0 0,0-1 0,0 1 0,-1 0 0,1 0 0,-21-12 0,-60-49 0,43 34 0,-69-64 0,104 88 0,0-1 0,0 1 0,1-1 0,-1 1 0,1-1 0,0 0 0,-3-5 0,5 8 0,0 0 0,0 0 0,-1 1 0,1-1 0,0 0 0,0 0 0,0 0 0,0 0 0,0 1 0,0-1 0,0 0 0,0 0 0,0 0 0,0 0 0,1 1 0,-1-1 0,0 0 0,1-1 0,0 1 0,-1 1 0,1-1 0,0 0 0,0 1 0,0-1 0,-1 0 0,1 1 0,0-1 0,0 1 0,0 0 0,0-1 0,0 1 0,0 0 0,0-1 0,0 1 0,0 0 0,0 0 0,0 0 0,2 0 0,6 0-97,0 1 0,0 0 0,1 1 0,-1 0 0,0 0 0,9 4 0,-11-4-589,12 4-6140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7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24575,'77'263'0,"-69"-234"0,1 0 0,2-1 0,21 40 0,-31-66 0,0-1 0,-1 1 0,1-1 0,0 1 0,0-1 0,0 0 0,0 0 0,1 1 0,-1-1 0,0 0 0,1 0 0,-1 0 0,0 0 0,1 0 0,-1 0 0,1 0 0,-1-1 0,1 1 0,0-1 0,-1 1 0,1-1 0,3 1 0,-4-1 0,1-1 0,-1 1 0,1 0 0,0-1 0,-1 1 0,1-1 0,-1 0 0,1 1 0,-1-1 0,0 0 0,1 0 0,-1 0 0,0 0 0,1 0 0,-1 0 0,0-1 0,0 1 0,0 0 0,0-1 0,0 1 0,-1 0 0,1-1 0,1-2 0,3-8 0,0-1 0,-1 0 0,4-18 0,1-6 0,-9 36 0,0 0 0,1 0 0,-1 0 0,0 0 0,1 0 0,-1 0 0,1 0 0,-1 1 0,1-1 0,-1 0 0,1 0 0,0 0 0,-1 1 0,1-1 0,0 0 0,0 1 0,-1-1 0,1 0 0,0 1 0,0-1 0,0 1 0,0 0 0,0-1 0,0 1 0,0 0 0,0-1 0,0 1 0,0 0 0,0 0 0,0 0 0,0 0 0,0 0 0,0 0 0,0 0 0,0 0 0,0 0 0,0 1 0,0-1 0,0 0 0,0 0 0,-1 1 0,1-1 0,2 2 0,3 1 0,0 0 0,-1 1 0,1 0 0,-1 0 0,8 7 0,9 12 0,0 2 0,33 47 0,-46-57-1365,-2-2-5461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24575,'0'-2'0,"6"-11"0,-2 11 0,0 8 0,49 167 0,-22-70 0,-19-66 0,-2-8 0,-2 0 0,0 1 0,5 51 0,-13-87 0,1 0 0,0 0 0,0 0 0,3-7 0,0-3 0,-1 1 0,1 1 0,0-1 0,10-19 0,-13 30 0,1 1 0,-1-1 0,1 0 0,0 1 0,1 0 0,-1-1 0,1 1 0,-1 0 0,1 0 0,0 1 0,0-1 0,0 1 0,0-1 0,1 1 0,-1 0 0,1 0 0,6-3 0,-5 5 0,0-1 0,0 1 0,-1 0 0,1 0 0,0 1 0,-1-1 0,1 1 0,-1 0 0,1 0 0,-1 1 0,7 2 0,1 1 0,0 1 0,21 14 0,-13-6 60,32 30 0,-45-37-225,-1-1 0,0 1 0,0 0 0,0 0 0,-1 1 0,0 0 0,-1 0 0,4 9 0,-4-4-6661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23 24575,'-29'-6'0,"1"0"0,-35-4 0,55 10 0,0-1 0,1 1 0,-1 1 0,0-1 0,1 1 0,-1 0 0,1 1 0,-1 0 0,-11 4 0,15-3 0,0 0 0,0-1 0,0 1 0,0 1 0,0-1 0,1 0 0,-1 1 0,1 0 0,0 0 0,0 0 0,0 0 0,-4 9 0,6-11 0,1-1 0,-1 0 0,0 1 0,1-1 0,-1 1 0,1 0 0,-1-1 0,1 1 0,0-1 0,0 1 0,0 0 0,0-1 0,0 1 0,0 0 0,0-1 0,0 1 0,1-1 0,-1 1 0,0-1 0,1 1 0,0 0 0,-1-1 0,1 0 0,0 1 0,0-1 0,0 1 0,0-1 0,0 0 0,0 0 0,0 1 0,0-1 0,0 0 0,1 0 0,-1 0 0,0 0 0,1-1 0,-1 1 0,1 0 0,-1-1 0,1 1 0,-1 0 0,3-1 0,5 3 0,0 1 0,-1-1 0,1 1 0,0 1 0,13 9 0,-17-10 0,-1 0 0,1 0 0,-1 0 0,0 1 0,0 0 0,-1 0 0,1 0 0,-1 0 0,0 1 0,2 5 0,0 3 0,-1 0 0,0 0 0,-1 1 0,-1-1 0,-1 1 0,1 26 0,-2-17 0,5 28 0,-3-40 0,1 0 0,-1 0 0,2 0 0,0-1 0,7 16 0,-8-22 0,1 1 0,-1 0 0,1-1 0,1 0 0,-1 0 0,1 0 0,-1 0 0,1-1 0,1 0 0,-1 0 0,8 4 0,-6-4 0,0-1 0,0 0 0,1 0 0,-1-1 0,1 1 0,-1-2 0,12 2 0,-14-2 0,0-1 0,-1 0 0,1 0 0,0 0 0,0-1 0,-1 1 0,1-1 0,0 0 0,-1-1 0,1 1 0,-1-1 0,0 0 0,7-3 0,-10 4-85,0 0 0,0 1-1,0-1 1,-1 0 0,1 0-1,0 0 1,0 1 0,0-1-1,-1 0 1,1 0 0,0 0-1,-1-1 1,1 1 0,-1 0-1,1-2 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24575,'2'-4'0,"1"-2"0,0 1 0,0-1 0,0 1 0,8-10 0,-11 15 0,1-1 0,-1 1 0,1-1 0,-1 1 0,1-1 0,-1 1 0,1 0 0,-1-1 0,1 1 0,0 0 0,-1 0 0,1-1 0,-1 1 0,1 0 0,0 0 0,-1 0 0,1 0 0,-1 0 0,1 0 0,0 0 0,-1 0 0,2 0 0,-1 0 0,0 1 0,0 0 0,0-1 0,0 1 0,0 0 0,0 0 0,-1-1 0,1 1 0,0 0 0,0 0 0,-1 0 0,1 0 0,0 0 0,-1 0 0,1 0 0,-1 0 0,1 2 0,5 16 0,-1-1 0,0 1 0,-2 0 0,3 30 0,3 18 0,1-24 0,2 0 0,2 0 0,2-2 0,37 71 0,-43-93 120,-7-12-321,-5-11-1083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8 24575,'-3'-2'0,"1"1"0,0 0 0,0 1 0,0-1 0,-1 0 0,1 1 0,-1-1 0,1 1 0,0 0 0,-1-1 0,1 1 0,-1 0 0,1 1 0,0-1 0,-1 0 0,1 1 0,0-1 0,-1 1 0,1 0 0,0 0 0,-1 0 0,1 0 0,0 0 0,-2 2 0,1-1 0,0 1 0,1-1 0,0 0 0,-1 1 0,1 0 0,0 0 0,0-1 0,1 1 0,-1 1 0,1-1 0,-1 0 0,1 0 0,0 0 0,0 1 0,1-1 0,-2 7 0,2-6 0,-1-1 0,1 1 0,0 0 0,0 0 0,1 0 0,-1 0 0,1 0 0,0 0 0,0-1 0,0 1 0,0 0 0,1-1 0,2 6 0,-2-7 0,-1 1 0,1-1 0,0 0 0,1 0 0,-1 0 0,0 0 0,1 0 0,-1-1 0,1 1 0,-1-1 0,1 1 0,0-1 0,-1 0 0,1 0 0,0 0 0,0 0 0,0-1 0,3 1 0,26 2 0,0-1 0,37-3 0,25 1 0,-79 1 0,0 0 0,0 2 0,0-1 0,18 8 0,-17-4-1365,-5 1-5461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24575,'15'-2'0,"5"-1"0,32 0 0,-47 3 0,0 0 0,0 1 0,0-1 0,0 1 0,-1 0 0,1 0 0,0 1 0,0-1 0,-1 1 0,1 0 0,8 5 0,-12-5 0,1-1 0,-1 0 0,1 0 0,-1 1 0,1-1 0,-1 1 0,0 0 0,0-1 0,1 1 0,-1 0 0,-1-1 0,1 1 0,0 0 0,0 0 0,-1 0 0,1 0 0,0 3 0,-1 0 0,0 0 0,0 0 0,0 0 0,-1 0 0,-1 7 0,0-7 0,1 1 0,1 0 0,-1-1 0,1 12 0,29 148 0,-12-75 0,-9-49 0,-2-13 0,-1 0 0,1 35 0,-5-47 0,0-13 0,-1-1 0,0 1 0,0 0 0,0 0 0,0 0 0,-1 5 0,1-7 0,-1 0 0,1 0 0,-1 0 0,1 0 0,-1-1 0,1 1 0,-1 0 0,0 0 0,1 0 0,-1 0 0,0-1 0,0 1 0,1 0 0,-1-1 0,0 1 0,0-1 0,0 1 0,0-1 0,0 1 0,0-1 0,0 0 0,-2 1 0,-15 4-273,-1-2 0,1 0 0,-1 0 0,-25-2 0,25-1-6553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5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16 24575,'7'-5'0,"-7"1"0,-14 0 0,-20 2 0,-12 10 0,13-1 0,15-4 0,-1 1 0,1 0 0,0 1 0,0 2 0,0-1 0,1 2 0,0 0 0,1 2 0,0-1 0,0 2 0,1 0 0,-26 25 0,38-32 0,0 0 0,0 0 0,0 0 0,0 0 0,1 0 0,0 0 0,0 1 0,-2 8 0,0 4 0,-3 20 0,1-2 0,3-18 0,-1 24 0,3-24 0,-5 27 0,5-39 0,0 0 0,0 0 0,1 1 0,0-1 0,0 1 0,0-1 0,1 0 0,0 1 0,0-1 0,0 0 0,0 0 0,1 0 0,0 0 0,0 0 0,1 0 0,-1 0 0,1-1 0,0 1 0,0-1 0,0 0 0,1 0 0,0 0 0,-1 0 0,2 0 0,-1-1 0,0 0 0,0 0 0,1 0 0,6 2 0,14 8 0,1-2 0,0-1 0,0-1 0,1-2 0,40 7 0,-15-7 0,102-1 0,-147-5 24,-1-2 0,0 1 0,0-1 0,9-2 0,-13 3-98,0-1-1,-1 0 1,1 1 0,0-1 0,-1 0-1,1 0 1,-1 0 0,1 0 0,-1 0-1,0 0 1,1-1 0,-1 1 0,0 0-1,0-1 1,0 1 0,0-1 0,0 1-1,0-1 1,1-2 0,2-7-6752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52 24575,'-27'-9'0,"-71"-21"0,82 26 0,1 1 0,0 1 0,-1 0 0,-22 1 0,35 1 0,1 0 0,-1 0 0,0 0 0,1 1 0,-1-1 0,1 1 0,-1 0 0,1 0 0,-1 0 0,1 0 0,-1 0 0,1 0 0,0 1 0,0-1 0,0 1 0,0-1 0,0 1 0,0 0 0,-3 4 0,3-3 0,1-1 0,-1 1 0,1 0 0,0 0 0,0 0 0,1-1 0,-1 1 0,0 0 0,1 0 0,0 0 0,0 0 0,0 0 0,0 0 0,0 0 0,0 0 0,1 0 0,0 3 0,2 5 0,1-1 0,0 0 0,0 1 0,1-2 0,0 1 0,1-1 0,0 1 0,1-2 0,-1 1 0,2-1 0,-1 0 0,11 8 0,-12-10 0,1-1 0,0 0 0,0 0 0,0-1 0,1 1 0,-1-2 0,1 1 0,0-1 0,0 0 0,0-1 0,1 0 0,-1 0 0,1-1 0,-1 0 0,1 0 0,9-2 0,-16 1 0,0 0 0,0 0 0,0 0 0,0-1 0,-1 1 0,1-1 0,0 0 0,0 1 0,0-1 0,0 0 0,-1 0 0,1 0 0,0-1 0,-1 1 0,1 0 0,-1 0 0,1-1 0,-1 1 0,0-1 0,2-1 0,-2 0 0,1 0 0,-1 0 0,0 0 0,0 0 0,0 0 0,-1 0 0,1 0 0,-1 0 0,1-1 0,-1 1 0,-1-5 0,0-1 0,0 0 0,-1 0 0,0 0 0,0 0 0,-1 1 0,0-1 0,-1 1 0,-4-9 0,1 8 0,7 9 0,0 0 0,0 0 0,0 0 0,0 0 0,0 0 0,0 0 0,0 0 0,0 0 0,0 0 0,0 0 0,0 0 0,0 0 0,0 0 0,0 0 0,0 0 0,0 0 0,0 0 0,0 0 0,0 0 0,0 0 0,0 0 0,0 0 0,0 0 0,0 0 0,0 1 0,0-1 0,0 0 0,0 0 0,0 0 0,0 0 0,0 0 0,0 0 0,0 0 0,0 0 0,0 0 0,0 0 0,0 0 0,0 0 0,0 0 0,0 0 0,9 19 0,0-8-151,0-1-1,0 1 0,1-1 0,1-1 1,-1 0-1,2-1 0,-1 0 1,18 10-1,-16-11-6674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24575,'1'-1'0,"-1"1"0,0-1 0,0 1 0,0 0 0,0-1 0,0 1 0,1-1 0,-1 1 0,0 0 0,0-1 0,1 1 0,-1 0 0,0-1 0,1 1 0,-1 0 0,0-1 0,1 1 0,-1 0 0,0 0 0,1 0 0,-1-1 0,1 1 0,-1 0 0,0 0 0,1 0 0,-1 0 0,1 0 0,-1-1 0,1 1 0,-1 0 0,1 0 0,-1 0 0,0 0 0,1 1 0,1-1 0,-1 1 0,0 0 0,0-1 0,-1 1 0,1 0 0,0 0 0,0 0 0,0 0 0,0 0 0,-1 0 0,1 0 0,0 1 0,3 5 0,-1 0 0,0 0 0,2 9 0,7 29 0,53 176 0,-51-184 0,-4-9 0,1 0 0,1-1 0,2 0 0,21 31 0,-34-56 6,0 0-1,0-1 1,0 0-1,1 1 0,-1-1 1,1 0-1,-1 0 1,1 1-1,0-1 1,-1 0-1,1-1 1,0 1-1,-1 0 0,1 0 1,0-1-1,0 1 1,0-1-1,0 0 1,0 1-1,0-1 1,3 0-1,-2-1-140,1 1 0,-1-1 0,1 0 0,-1 0 0,1 0 0,-1 0 0,0-1 0,0 1 0,1-1 0,4-4 0,-1 1-6691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 24575,'-30'-2'0,"-12"-2"0,-2 4 0,4 1 0,6 0 0,7 0 0,5 1 0,7 1 0,3 1 0,1-1 0,0 3 0,-1-1 0,-1-1 0,0-1 0,2-1-8191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0 24575,'-21'10'0,"-24"13"0,40-19 0,-1-1 0,1 1 0,0 0 0,0 0 0,1 0 0,-1 1 0,1 0 0,0 0 0,-4 7 0,7-10 0,0 0 0,0 0 0,0 0 0,0 0 0,0 0 0,1 0 0,-1 0 0,1 0 0,0 1 0,0-1 0,-1 0 0,1 0 0,1 0 0,-1 1 0,0-1 0,1 2 0,0 0 0,0-1 0,1 1 0,-1-1 0,1 0 0,0 0 0,0 0 0,0 0 0,0 0 0,3 3 0,4 3 0,1-1 0,0 1 0,1-2 0,14 10 0,-17-13 0,1 1 0,-1-1 0,1 0 0,0-1 0,0 0 0,0 0 0,0-1 0,1 0 0,-1 0 0,0-1 0,1-1 0,-1 0 0,16-1 0,-22 0-49,0 1 1,0-1-1,0 0 0,0 0 0,-1 0 1,1 0-1,0 0 0,-1-1 0,1 1 1,-1-1-1,1 0 0,-1 0 0,0 0 1,0 0-1,0 0 0,0 0 0,0-1 1,0 1-1,-1 0 0,1-1 0,-1 0 1,0 1-1,1-1 0,-1 0 0,-1 0 0,1 1 1,1-6-1,0-5-6777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24575,'-2'17'0,"1"0"0,0 0 0,2 0 0,0 0 0,0-1 0,2 1 0,0 0 0,0-1 0,2 1 0,9 21 0,-1-9 0,1 0 0,1-1 0,2 0 0,31 38 0,-46-62 0,44 49 0,-42-49 0,0 1 0,1-1 0,0 0 0,0-1 0,0 1 0,1-1 0,-1 0 0,11 4 0,-15-7 0,0 1 0,0-1 0,0 0 0,1 0 0,-1 1 0,0-1 0,0 0 0,0 0 0,0 0 0,0 0 0,0 0 0,0-1 0,0 1 0,0 0 0,0 0 0,2-1 0,-3 0 0,1 1 0,-1 0 0,1-1 0,0 1 0,-1-1 0,1 1 0,-1-1 0,0 0 0,1 1 0,-1-1 0,1 0 0,-1 1 0,0-1 0,1 0 0,-1 1 0,0-1 0,0 0 0,0 0 0,1-5 0,-1 1 0,0-1 0,0 1 0,-1-1 0,-1-7 0,0-10 0,2 23 0,0-1 0,0 1 0,0-1 0,0 1 0,0 0 0,1-1 0,-1 1 0,0-1 0,0 1 0,1 0 0,-1-1 0,0 1 0,1-1 0,-1 1 0,0 0 0,1 0 0,-1-1 0,1 1 0,-1 0 0,0-1 0,1 1 0,-1 0 0,1 0 0,-1 0 0,1 0 0,-1 0 0,1-1 0,-1 1 0,1 0 0,-1 0 0,1 0 0,-1 0 0,0 0 0,1 0 0,-1 0 0,1 1 0,-1-1 0,1 0 0,-1 0 0,1 0 0,-1 0 0,1 1 0,23 9 0,-22-8 0,-1-2-3,29 15-451,0 2 0,33 25 0,-52-34-6372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24575,'2'3'0,"1"3"0,1 3 0,-2 2 0,0 3 0,-1 0 0,0-1-8191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1-8191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24575,'0'-1'0,"0"1"0,0 0 0,0 0 0,0 0 0,0 0 0,-1-1 0,1 1 0,0 0 0,0 0 0,0 0 0,0 0 0,0 0 0,-1 0 0,1 0 0,0-1 0,0 1 0,0 0 0,-1 0 0,1 0 0,0 0 0,0 0 0,0 0 0,0 0 0,-1 0 0,1 0 0,0 0 0,0 0 0,0 0 0,-1 0 0,1 0 0,0 0 0,0 0 0,0 0 0,-1 1 0,1-1 0,0 0 0,0 0 0,0 0 0,-4 9 0,4 12 0,2-3 0,1 0 0,1-1 0,10 31 0,26 52 0,-25-65 0,8 15 0,-9-18 0,13 37 0,-19-52-1365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24575,'25'-12'0,"13"-5"0,6 1 0,0 3 0,-3 4 0,-3 6 0,-5 3 0,-4 2 0,-3 1 0,-5-1 0,-8-3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24575,'12'-6'0,"7"0"0,3-1 0,0 2 0,-1 2 0,-2 0 0,-2 2 0,0 1 0,-4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24575,'16'31'0,"4"11"0,1 2 0,0-4 0,-3-6 0,-3-7 0,-4-6 0,-1-3 0,-2-2 0,-3-7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24575,'25'-10'0,"13"-4"0,3 2 0,0 1 0,-5 4 0,-7 3 0,-4 1 0,-5 2 0,-3 1 0,-5-2 0,-6-1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24575,'20'-3'0,"10"-3"0,1 0 0,-1 0 0,-4-1 0,-4 1 0,-2 1 0,-6 4 0,-4 2-8191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24575,'7'20'0,"3"9"0,2 3 0,2 0 0,0-3 0,-1-3 0,-1-2 0,0-1 0,-2-4 0,0-1 0,1-2 0,-2-1 0,0-2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493 41 24575,'-14'-8'0,"0"1"0,-30-12 0,39 18 0,0-1 0,-1 1 0,1 0 0,-1 0 0,1 1 0,-1 0 0,1 0 0,-1 0 0,1 0 0,-1 1 0,1 0 0,-8 2 0,-25 10 0,13-4 0,-1-1 0,-45 7 0,19-10-682,-55-4-1,84-1-6143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73 24575,'37'-4'0,"30"-3"0,-59 7 0,1 0 0,0 0 0,-1 1 0,1 0 0,10 3 0,-18-3 0,0-1 0,0 0 0,1 1 0,-1-1 0,0 1 0,0-1 0,0 1 0,0-1 0,0 1 0,0 0 0,0-1 0,0 1 0,-1 0 0,1 0 0,0 0 0,0 0 0,-1 0 0,1 0 0,0 0 0,-1 0 0,1 0 0,-1 0 0,1 0 0,-1 0 0,0 0 0,1 0 0,-1 1 0,0-1 0,0 0 0,0 0 0,0 0 0,0 0 0,0 1 0,0-1 0,0 0 0,0 0 0,-1 0 0,1 0 0,0 1 0,-1-1 0,1 0 0,-2 1 0,-2 6 0,0 0 0,0 0 0,-1-1 0,-8 10 0,11-14 0,-12 16 0,-17 22 0,28-38 0,1-1 0,-1 1 0,0-1 0,0 0 0,0 1 0,0-1 0,0 0 0,0-1 0,0 1 0,-7 2 0,8-4 0,-1 0 0,1 1 0,0-1 0,-1-1 0,1 1 0,0 0 0,-1 0 0,1-1 0,0 1 0,0-1 0,-1 0 0,1 0 0,0 0 0,0 0 0,0 0 0,0 0 0,0 0 0,-2-3 0,-5-3 0,1 0 0,-11-14 0,13 14 0,-12-11 0,7 7 0,0 0 0,-16-24 0,25 31 0,0 0 0,-1 1 0,2-1 0,-1 0 0,0 0 0,1-1 0,0 1 0,0 0 0,0 0 0,0-1 0,1 1 0,0 0 0,-1-1 0,2-7 0,0 10 0,-1 0 0,1 0 0,-1 0 0,1 0 0,0 0 0,-1 1 0,1-1 0,0 0 0,0 1 0,0-1 0,0 0 0,1 1 0,-1-1 0,0 1 0,1 0 0,2-3 0,-1 2 0,0 1 0,1-1 0,-1 0 0,0 1 0,1 0 0,-1 0 0,1 0 0,5-1 0,-1 1 0,1 1 0,-1-1 0,1 2 0,-1-1 0,0 1 0,1 0 0,9 3 0,-10-1-142,-1 0 0,15 8 0,-15-7-797,6 3-5887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 24575,'-6'6'2,"1"1"-1,0 0 0,1 0 1,0 0-1,0 0 0,0 1 1,1 0-1,0 0 0,0 0 1,1 0-1,0 0 0,0 0 1,1 1-1,0 16 0,1 7-77,1 1 0,9 45 0,-9-72 45,18 103-272,5-1 1,59 165 0,-81-266 356,31 77-130,-28-74 241,0 0-1,1-1 0,0 1 1,1-1-1,13 15 1,-20-23-157,1 0 0,0 0 0,-1-1 0,1 1 1,0 0-1,0-1 0,0 1 0,0 0 0,0-1 0,-1 1 0,1-1 0,0 0 0,0 1 1,0-1-1,0 0 0,0 1 0,0-1 0,0 0 0,1 0 0,0 0 0,-2 0-6,1 0-1,0-1 0,-1 1 1,1 0-1,0-1 0,-1 1 0,1-1 1,0 1-1,-1-1 0,1 1 0,-1-1 1,1 1-1,-1-1 0,0 0 1,1 1-1,-1-1 0,1 0 0,-1 1 1,0-1-1,1-1 0,0-3-3,0 0 0,0 0-1,0 0 1,0 0 0,-1 0 0,-1-9-1,-1-2-1362,-2 2-5461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74 24575,'-15'-10'0,"-8"-3"0,-4 0 0,-1 3 0,0 3 0,-1 2 0,0 0 0,0 1 0,-1 1 0,3 1 0,6 0-8191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9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75 107 24575,'1'37'0,"2"0"0,2 0 0,1-1 0,2 1 0,1-1 0,2-1 0,2 0 0,1 0 0,1-1 0,34 53 0,-41-76 0,-7-16 0,-12-20 0,-34-52 0,-38-71 0,69 119 0,1 0 0,2-1 0,-10-39 0,19 59 0,-2-1 0,2-1 0,0 0 0,0 0 0,1 0 0,0-16 0,1 25 0,0 1 0,1 0 0,-1-1 0,1 1 0,-1 0 0,1-1 0,0 1 0,0 0 0,0 0 0,0 0 0,0-1 0,0 1 0,1 0 0,-1 1 0,1-1 0,-1 0 0,1 0 0,0 1 0,0-1 0,0 1 0,0-1 0,0 1 0,0 0 0,0 0 0,0 0 0,0 0 0,0 0 0,1 0 0,-1 1 0,0-1 0,1 1 0,-1 0 0,4-1 0,3 1 0,0-1 0,0 2 0,0-1 0,0 1 0,0 1 0,0 0 0,0 0 0,0 0 0,-1 1 0,1 0 0,-1 1 0,11 6 0,-8-3 0,-1 0 0,1 1 0,-2 0 0,1 0 0,-1 1 0,0 0 0,-1 1 0,10 14 0,-16-21 0,0 0 0,0 0 0,-1 1 0,1-1 0,-1 0 0,1 1 0,-1 0 0,0-1 0,0 1 0,-1 0 0,1-1 0,-1 8 0,0-9 0,0 0 0,-1 0 0,1 0 0,-1 1 0,1-1 0,-1 0 0,0 0 0,0-1 0,0 1 0,0 0 0,0 0 0,0 0 0,0-1 0,-1 1 0,1 0 0,-1-1 0,1 0 0,-1 1 0,0-1 0,1 0 0,-1 0 0,0 0 0,-3 2 0,-4 0 0,1 0 0,0-1 0,-1 1 0,0-2 0,1 1 0,-1-1 0,0-1 0,0 0 0,-9-1 0,-14-2 0,-33-7 0,57 8 0,-44-10-1365,39 9-5461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193 373 24575,'0'-25'0,"-5"-101"0,4 113 0,-2 0 0,1 1 0,-1-1 0,-1 0 0,0 1 0,-1 0 0,-9-17 0,12 26 0,0 0 0,0 0 0,0 1 0,0-1 0,0 0 0,0 1 0,-1 0 0,1-1 0,-1 1 0,1 0 0,-1 0 0,0 1 0,0-1 0,0 1 0,0-1 0,-6-1 0,7 3 0,0 0 0,-1-1 0,1 1 0,0 0 0,-1 1 0,1-1 0,0 0 0,0 1 0,-1-1 0,1 1 0,0 0 0,0 0 0,0-1 0,0 1 0,0 1 0,0-1 0,0 0 0,0 0 0,0 1 0,0-1 0,1 1 0,-1 0 0,1-1 0,-3 4 0,-2 3 0,0 0 0,1 0 0,0 1 0,0-1 0,1 1 0,0 0 0,1 1 0,-1-1 0,2 1 0,0-1 0,-2 16 0,4-23 0,0 0 0,0 0 0,0 0 0,1 0 0,-1 0 0,1 1 0,-1-1 0,1 0 0,0-1 0,0 1 0,0 0 0,0 0 0,0 0 0,0 0 0,0-1 0,1 1 0,-1-1 0,1 1 0,-1-1 0,1 1 0,-1-1 0,1 0 0,0 0 0,0 0 0,0 0 0,-1 0 0,5 1 0,4 2 0,0-2 0,0 1 0,1-2 0,14 2 0,-5-1 0,60 14 0,115 36 0,-127-32 0,-65-19 0,2 1 0,1 0 0,-1-1 0,1 0 0,-1 0 0,10 0 0,-14-1 0,0 0 0,0 0 0,0-1 0,0 1 0,0 0 0,0 0 0,1-1 0,-1 1 0,0-1 0,0 1 0,0-1 0,0 1 0,0-1 0,0 1 0,-1-1 0,1 0 0,0 0 0,0 0 0,0 1 0,-1-1 0,1 0 0,0 0 0,-1 0 0,1 0 0,-1 0 0,1 0 0,-1 0 0,1 0 0,-1-1 0,0 1 0,1 0 0,-1 0 0,0-1 0,0-3 0,1 0 0,-1 0 0,-1 0 0,1 0 0,-1 0 0,0 1 0,0-1 0,-3-8 0,-18-38 0,12 30 0,-14-30 0,14 33 0,0-1 0,2-1 0,0 1 0,2-1 0,-6-23 0,12 40 15,0 1 0,0-1 0,0 1 0,1-1 0,-1 1 0,1-1 0,0-2 0,-1 4-37,0 1 0,0 0-1,0-1 1,0 1 0,0 0 0,0-1 0,1 1 0,-1 0 0,0-1-1,0 1 1,0 0 0,0 0 0,0-1 0,1 1 0,-1 0-1,0 0 1,0-1 0,0 1 0,1 0 0,-1 0 0,0 0-1,0-1 1,1 1 0,-1 0 0,0 0 0,0 0 0,1 0-1,-1 0 1,0 0 0,1-1 0,-1 1 0,0 0 0,1 0-1,-1 0 1,0 0 0,0 0 0,1 0 0,-1 0 0,0 0-1,1 0 1,-1 1 0,0-1 0,1 0 0,-1 0 0,0 0-1,0 0 1,1 0 0,-1 0 0,0 1 0,1-1 0,-1 0-1,0 0 1,0 0 0,0 1 0,1-1 0,-1 0 0,0 0 0,0 1-1,0-1 1,1 0 0,-1 0 0,0 1 0,0-1 0,0 0-1,0 1 1,0-1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0 24575,'-5'3'0,"-2"3"0,1 3 0,3 2 0,3 3 0,1 0 0,2 2 0,2-1 0,2 0 0,2-2 0,0-1 0,1 0 0,1 0 0,1 1 0,-1-4 0,-6-7 0,-2-5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24575,'16'5'0,"4"4"0,-1 3 0,-4 2 0,-4-1-8191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210 104 24575,'-3'0'0,"1"1"0,-1 0 0,1-1 0,-1 1 0,1 1 0,0-1 0,-3 2 0,-5 2 0,0 0 0,-1 1 0,1 1 0,-13 9 0,14-9 0,-1 0 0,0 0 0,-14 6 0,22-12 0,1-1 0,-1 1 0,0 0 0,1-1 0,-1 1 0,0-1 0,1 0 0,-1 1 0,0-1 0,1 0 0,-1 0 0,0 0 0,0 0 0,1 0 0,-1-1 0,0 1 0,1 0 0,-1-1 0,0 1 0,1-1 0,-1 0 0,1 0 0,-1 1 0,1-1 0,-1 0 0,1 0 0,-1 0 0,1-1 0,0 1 0,0 0 0,0 0 0,0-1 0,0 1 0,0-1 0,-2-2 0,1-1 0,-1 0 0,1-1 0,1 1 0,-1-1 0,1 0 0,0 1 0,0-1 0,0 0 0,1-8 0,0 5 0,0 0 0,1 0 0,0 0 0,1 0 0,0 0 0,3-10 0,-4 18 0,-1-1 0,1 0 0,0 1 0,-1-1 0,1 0 0,0 1 0,0-1 0,0 1 0,0-1 0,0 1 0,1 0 0,-1 0 0,0-1 0,1 1 0,-1 0 0,1 0 0,-1 0 0,1 0 0,-1 0 0,1 1 0,0-1 0,-1 1 0,1-1 0,0 1 0,-1-1 0,1 1 0,0 0 0,0 0 0,-1-1 0,1 2 0,0-1 0,0 0 0,0 0 0,-1 0 0,1 1 0,0-1 0,0 1 0,2 1 0,-1-1-136,0 1-1,0 0 1,0 0-1,0 0 1,0 0-1,-1 0 1,1 0-1,-1 1 0,4 4 1,3 3-6690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167 450 24575,'-15'-3'0,"1"0"0,0 1 0,-1 1 0,1 0 0,-1 1 0,0 1 0,-18 3 0,31-4 0,0 0 0,1 1 0,-1-1 0,0 1 0,0 0 0,1-1 0,-1 1 0,1 0 0,-1 0 0,1 0 0,-1 0 0,1 0 0,-1 0 0,1 0 0,0 1 0,0-1 0,0 0 0,-1 1 0,0 1 0,2-2 0,0 1 0,-1-1 0,1 0 0,0 0 0,0 1 0,0-1 0,0 0 0,0 1 0,0-1 0,1 0 0,-1 0 0,0 1 0,1-1 0,-1 0 0,1 0 0,-1 0 0,1 0 0,-1 1 0,1-1 0,0 0 0,0 0 0,0 0 0,-1 0 0,1-1 0,0 1 0,2 1 0,3 3 0,-1 0 0,1-1 0,1 0 0,-1 0 0,0-1 0,1 0 0,0 0 0,0-1 0,0 1 0,0-1 0,0-1 0,13 2 0,-17-3 0,0 1 0,-1-1 0,1 0 0,0 0 0,0-1 0,-1 1 0,1-1 0,0 1 0,-1-1 0,1 0 0,-1 0 0,1 0 0,-1 0 0,1 0 0,-1-1 0,0 1 0,1-1 0,-1 1 0,0-1 0,0 0 0,0 0 0,0 0 0,-1 0 0,1 0 0,-1 0 0,1-1 0,-1 1 0,0 0 0,1-1 0,-1 1 0,-1-1 0,1 0 0,0 1 0,0-1 0,-1 0 0,1-4 0,0-10 0,-1 0 0,0 0 0,-1 0 0,-1 0 0,0 0 0,-6-16 0,-34-99 0,16 55 0,-12-57 0,61 260 0,42 89 0,17-6 0,-74-193-341,0 1 0,1-2-1,14 21 1,-14-24-6485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24575,'13'15'0,"3"7"0,0 3 0,-3 0 0,-4-5-8191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24575,'7'10'0,"3"6"0,-3 2 0,-2 1 0,-3-2-8191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24575,'-3'4'0,"0"0"0,0 1 0,1-1 0,0 1 0,-1 0 0,2 0 0,-1 0 0,0 0 0,1 0 0,0 0 0,0 0 0,1 0 0,0 0 0,-1 1 0,2-1 0,-1 0 0,0 0 0,1 0 0,0 0 0,1 1 0,-1-1 0,1-1 0,0 1 0,0 0 0,0 0 0,1-1 0,-1 1 0,7 7 0,-1-3 0,0 0 0,0-1 0,0 0 0,1 0 0,1-1 0,-1 0 0,1 0 0,1-1 0,-1-1 0,1 1 0,0-2 0,0 0 0,0 0 0,1-1 0,-1 0 0,1-1 0,-1 0 0,1-1 0,0 0 0,18-2 0,-26 0-227,0 1-1,-1-1 1,1 0-1,0 0 1,6-4-1,2-1-6598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24575,'10'23'0,"4"9"0,-1 0-8191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58 24575,'3'-15'0,"0"-3"0,-2 5 0,-4 4 0,-5 7 0,-2 5 0,-3 5 0,-4 4 0,-1 0 0,2 0 0,3-2-8191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24575,'20'33'0,"7"15"0,1 8 0,-1-1 0,-4-5 0,-2-4 0,-3-3 0,-1-6 0,-5-3 0,-1-2 0,1-5 0,-3-1 0,0-3 0,-2 0 0,1-2 0,-1-2 0,-2-3-8191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279 124 24575,'-12'-17'0,"-7"-9"0,-3 0 0,0 5 0,1 6 0,0 5 0,0 5 0,-1 2 0,0 3 0,0 1 0,0 0 0,2 0 0,2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24575,'24'32'0,"1"-1"0,50 48 0,-69-73 0,0-1 0,0 0 0,0-1 0,0 1 0,1-1 0,10 5 0,-15-9 0,-1 1 0,1 0 0,-1-1 0,1 1 0,-1-1 0,1 0 0,0 1 0,-1-1 0,1 0 0,-1 0 0,1 0 0,0 0 0,-1 0 0,1 0 0,0-1 0,-1 1 0,1 0 0,-1-1 0,1 1 0,-1-1 0,1 0 0,-1 1 0,1-1 0,-1 0 0,0 0 0,1 0 0,-1 0 0,0 0 0,0 0 0,0-1 0,1 1 0,-1 0 0,-1 0 0,1-1 0,0 1 0,0-1 0,0-1 0,1-3 0,0 1 0,0-1 0,-1 0 0,0 1 0,0-1 0,0 0 0,-1-9 0,-4-44 0,3 57 0,1-4 0,-1 1 0,0-1 0,0 1 0,-1-1 0,-2-5 0,2 9 0,1 6 0,1 8 0,34 151 0,-3-12 0,-21-94 0,-4-1 0,-1 1 0,-4 67 0,-2-120 0,1 0 0,0-1 0,-1 1 0,0-1 0,0 1 0,0-1 0,0 1 0,0-1 0,-1 0 0,0 0 0,1 0 0,-1 0 0,0 0 0,-1 0 0,1 0 0,0 0 0,-1-1 0,-4 4 0,2-3 0,1 0 0,-1-1 0,0 0 0,1 0 0,-1 0 0,0 0 0,0-1 0,0 0 0,-1 0 0,1 0 0,0-1 0,-7 0 0,4 0 0,0 0 0,0-1 0,0 0 0,0-1 0,0 1 0,1-2 0,-1 1 0,0-1 0,-7-4 0,12 5 0,-1 1 0,1-1 0,0 0 0,0-1 0,1 1 0,-1 0 0,0-1 0,1 1 0,-1-1 0,1 0 0,0 0 0,0 0 0,0 0 0,0 0 0,1-1 0,-1 1 0,1 0 0,0-1 0,0 1 0,0-1 0,0 1 0,0-6 0,1 7-72,0 0 1,0-1-1,1 1 0,-1 0 0,0-1 0,1 1 0,0 0 0,-1 0 1,1-1-1,0 1 0,0 0 0,0 0 0,1 0 0,-1 0 0,0 0 1,1 1-1,-1-1 0,4-3 0,4-3-6754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24575,'7'7'0,"6"6"0,0 2 0,-3 2 0,1 0 0,-2 0 0,-3 2 0,0 0 0,0 0 0,0-2 0,0 0 0,-1-1 0,-2-3-8191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24575,'5'0'0,"1"2"0,1 4 0,-2 3 0,-2 3 0,0 4 0,-2 2 0,-1 0 0,0-2-8191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6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24575,'10'18'0,"1"-1"0,1 0 0,1-1 0,0 0 0,1-1 0,20 17 0,-32-31 0,0 1 0,0 0 0,0 0 0,0-1 0,1 1 0,-1-1 0,1 0 0,-1 0 0,1 0 0,-1 0 0,1 0 0,-1 0 0,1-1 0,0 1 0,0-1 0,-1 0 0,1 0 0,0 0 0,-1 0 0,1 0 0,0 0 0,0-1 0,-1 1 0,1-1 0,0 0 0,4-2 0,-2 0 0,1 0 0,-1-1 0,0 1 0,0-1 0,0 0 0,-1-1 0,1 1 0,-1-1 0,0 0 0,5-8 0,-1-1 0,7-12 0,-14 24 0,0 1 0,0 0 0,0 0 0,-1 0 0,1 0 0,0 0 0,0 0 0,1 1 0,-1-1 0,0 0 0,0 0 0,0 1 0,0-1 0,1 1 0,-1-1 0,3 0 0,-3 1 0,0 0 0,1 1 0,-1-1 0,0 0 0,0 0 0,0 1 0,0-1 0,1 1 0,-1-1 0,0 1 0,0 0 0,0-1 0,0 1 0,0 0 0,0 0 0,-1 0 0,1 0 0,0 0 0,0 0 0,1 1 0,12 24 0,-12-22 0,18 44-1365,-14-37-5461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24575,'34'47'0,"-1"1"0,40 83 0,-72-128 0,1 0 0,-1 0 0,1-1 0,0 1 0,0-1 0,0 1 0,0-1 0,0 0 0,4 3 0,-6-5 0,1 1 0,-1-1 0,1 0 0,-1 0 0,1 1 0,-1-1 0,1 0 0,-1 0 0,1 0 0,-1 0 0,1 1 0,-1-1 0,1 0 0,0 0 0,-1 0 0,1 0 0,-1 0 0,1-1 0,-1 1 0,1 0 0,-1 0 0,2 0 0,-1-1 0,0 0 0,-1 1 0,1-1 0,0 0 0,0 0 0,0 0 0,-1 0 0,1 0 0,0 0 0,-1 0 0,1 0 0,-1 0 0,1 0 0,-1 0 0,1-2 0,4-16 0,-1 0 0,0-1 0,1-34 0,-4 43 0,2-23 0,8-33 0,-11 66 0,0 0 0,1 0 0,-1 0 0,0 0 0,0 0 0,0 0 0,1 0 0,-1 1 0,0-1 0,1 0 0,-1 0 0,1 0 0,-1 1 0,1-1 0,0 0 0,-1 0 0,1 1 0,-1-1 0,1 1 0,0-1 0,0 1 0,1-2 0,-1 2 0,-1 0 0,1 0 0,0 0 0,0 0 0,0 1 0,-1-1 0,1 0 0,0 0 0,0 0 0,-1 1 0,1-1 0,0 0 0,0 1 0,-1-1 0,1 1 0,0-1 0,-1 1 0,1-1 0,0 2 0,4 3 0,0 1 0,0-1 0,-1 1 0,4 8 0,1 1 0,-1 1 0,0 0 0,-2 0 0,0 1 0,-1-1 0,6 34 0,-8-32-1365,1-2-5461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24575,'0'31'0,"0"11"0,-3 2 0,-3-6 0,-3-8 0,-2-6 0,-3-8 0,2-5-8191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24575,'8'30'0,"4"15"0,1 5 0,1-1 0,0-4 0,-3-5 0,1-6 0,-1-4 0,1-2 0,-1-4 0,-1 0 0,1-2 0,-1-3 0,-3-1 0,0-4 0,-1-2 0,1-1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24575,'-1'4'0,"-1"1"0,-1-1 0,1 1 0,-5 6 0,-9 17 0,13-22 0,1-1 0,0 1 0,1-1 0,-1 1 0,1-1 0,0 1 0,1 0 0,-1-1 0,1 7 0,1-9 0,-1 0 0,0 0 0,1 0 0,0 0 0,0-1 0,0 1 0,0 0 0,0-1 0,0 1 0,1 0 0,-1-1 0,1 0 0,0 1 0,-1-1 0,1 0 0,0 0 0,1 0 0,-1 0 0,4 3 0,5 1 0,-1 0 0,2-1 0,-1 0 0,23 6 0,51 7 0,-62-14 0,10 1 27,-18-3-723,27 7 0,-33-6-6130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38 24575,'-19'-8'0,"-45"-15"0,58 21 0,0 1 0,0 0 0,0 0 0,1 0 0,-1 1 0,0 0 0,0 0 0,-12 2 0,16-2 0,0 1 0,1 0 0,-1-1 0,0 1 0,0 0 0,0 0 0,0 1 0,1-1 0,-1 0 0,0 0 0,1 1 0,-1-1 0,1 1 0,0 0 0,-1-1 0,1 1 0,0 0 0,0 0 0,0-1 0,0 1 0,0 0 0,1 0 0,-1 0 0,1 0 0,-1 0 0,1 1 0,0-1 0,-1 3 0,1 7 0,0-1 0,0 1 0,4 22 0,-2-26 0,-1-1 0,1 0 0,0 0 0,0 0 0,1 0 0,0-1 0,0 1 0,0-1 0,1 0 0,0 0 0,0 0 0,1-1 0,0 1 0,0-1 0,0 0 0,0 0 0,1-1 0,0 0 0,7 5 0,10 4 0,1-1 0,-1-1 0,42 12 0,-50-18-273,-1-1 0,1-1 0,0 0 0,23 1 0,-25-4-6553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76 24575,'-2'1'0,"-8"4"0,1 0 0,0 1 0,1 1 0,-15 12 0,22-18 0,0 0 0,0 0 0,-1 1 0,1-1 0,0 1 0,0-1 0,0 1 0,0-1 0,1 1 0,-1-1 0,0 1 0,1 0 0,-1-1 0,1 1 0,-1 0 0,1 0 0,0-1 0,0 1 0,0 0 0,0 0 0,0 0 0,0-1 0,0 1 0,0 0 0,1 0 0,-1-1 0,1 1 0,0 0 0,-1-1 0,1 1 0,0 0 0,0-1 0,0 1 0,0-1 0,0 0 0,2 3 0,2 1 0,0-1 0,1 1 0,-1-1 0,1 0 0,0-1 0,0 1 0,1-1 0,-1 0 0,10 2 0,-1 0 0,1-1 0,32 4 0,-45-7 0,1-1 0,-1 0 0,0 0 0,1 0 0,-1 0 0,1-1 0,-1 0 0,0 1 0,0-1 0,1 0 0,-1-1 0,0 1 0,0 0 0,0-1 0,0 0 0,0 0 0,0 0 0,4-4 0,-6 5 0,1-1 0,-1 0 0,1 0 0,-1-1 0,0 1 0,0 0 0,0 0 0,0-1 0,0 1 0,0 0 0,-1-1 0,1 1 0,-1 0 0,0-1 0,0 1 0,1-1 0,-2 1 0,1-1 0,0 1 0,0-1 0,-1 1 0,1-1 0,-1 1 0,0 0 0,0-1 0,-2-3 0,-3-5 0,0 0 0,-1 1 0,-1 0 0,0 0 0,0 0 0,-1 1 0,0 0 0,0 1 0,-1 0 0,0 0 0,-1 1 0,0 0 0,0 1 0,0 1 0,-1-1 0,-13-3 0,21 8-76,1 0 1,-1 0-1,0 0 0,0 1 0,0-1 0,0 1 0,0 0 0,0 0 1,0 0-1,1 1 0,-1-1 0,0 1 0,0 0 0,0 0 1,1 1-1,-1-1 0,-4 3 0,-1 2-6750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24575,'40'74'0,"-29"-54"0,0 1 0,23 32 0,-28-47 0,-1 0 0,0-1 0,1 1 0,0-1 0,0-1 0,8 5 0,-11-7 0,0 0 0,0-1 0,-1 1 0,1-1 0,0 0 0,1 0 0,-1 0 0,0 0 0,0-1 0,0 1 0,1-1 0,-1 0 0,0 0 0,0 0 0,1 0 0,-1 0 0,4-2 0,-6 2 0,1-1 0,-1 0 0,1 0 0,-1-1 0,0 1 0,1 0 0,-1 0 0,0-1 0,0 1 0,0 0 0,0-1 0,0 1 0,0-1 0,-1 1 0,1-1 0,0 0 0,-1 1 0,1-1 0,-1 0 0,0 1 0,1-1 0,-1 0 0,0 0 0,0-2 0,0-6 0,0 0 0,-2-18 0,-8-15 0,2 14 0,8 29 0,0-1 0,0 1 0,0 0 0,0 0 0,0 0 0,0 0 0,0 0 0,0 0 0,0 0 0,0 0 0,0 0 0,0 0 0,0 0 0,0 0 0,0 0 0,0 0 0,1 0 0,-1 0 0,0 0 0,0-1 0,0 1 0,0 0 0,0 0 0,0 0 0,0 0 0,0 0 0,0 0 0,0 0 0,0 0 0,0 0 0,0 0 0,1 0 0,-1 0 0,0 0 0,0 0 0,0 0 0,0 0 0,0 0 0,0 0 0,0 1 0,0-1 0,0 0 0,0 0 0,0 0 0,0 0 0,0 0 0,1 0 0,-1 0 0,0 0 0,0 0 0,0 0 0,0 0 0,0 0 0,0 0 0,0 0 0,0 0 0,0 0 0,0 0 0,0 1 0,0-1 0,0 0 0,0 0 0,0 0 0,0 0 0,0 0 0,0 0 0,10 9 0,14 15 0,-16-16 0,4 5 0,2 1 0,28 23 0,-38-34 0,0 0 0,0-1 0,0 1 0,1-1 0,-1 0 0,1 0 0,-1 0 0,1 0 0,0-1 0,0 0 0,0 0 0,7 0 0,-10 0 0,-1-2 0,1 1 0,0 0 0,-1 0 0,1 0 0,0-1 0,-1 1 0,1-1 0,0 1 0,-1-1 0,1 0 0,-1 0 0,1 0 0,-1 0 0,0 0 0,1 0 0,-1 0 0,0 0 0,0 0 0,1 0 0,-1-1 0,0 1 0,0-1 0,-1 1 0,1-1 0,0 1 0,0-1 0,-1 1 0,2-3 0,0-5 0,-1 1 0,0 0 0,0-1 0,0-14 0,-1 6 0,0 16 0,0 0 0,0 0 0,0 0 0,0 0 0,0 0 0,1 0 0,-1 0 0,0 0 0,1-1 0,-1 1 0,0 0 0,1 0 0,-1 0 0,1 0 0,-1 1 0,1-1 0,0 0 0,0 0 0,-1 0 0,2-1 0,-1 2 0,-1 0 0,1 0 0,0 0 0,0-1 0,-1 1 0,1 0 0,0 0 0,0 0 0,-1 0 0,1 0 0,0 0 0,0 1 0,-1-1 0,1 0 0,0 0 0,0 0 0,-1 1 0,1-1 0,0 0 0,-1 1 0,2 0 0,2 2 0,1 0 0,-1 1 0,0 0 0,0 0 0,0 0 0,4 6 0,1 2-1365,-1-3-5461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88 175 24575,'25'46'0,"49"90"0,-58-102 0,-2 0 0,12 42 0,-15-39 0,-30-63 0,-3-10 0,1-2 0,2 0 0,-26-79 0,41 96 0,0 0 0,1-1 0,1 1 0,1-1 0,1 1 0,3-28 0,-3 43 0,1 1 0,1 0 0,-1 0 0,1-1 0,0 1 0,0 0 0,0 0 0,0 0 0,1 1 0,0-1 0,0 1 0,1-1 0,-1 1 0,1 0 0,4-4 0,-5 5 0,0 1 0,0 0 0,0-1 0,1 1 0,-1 0 0,1 1 0,-1-1 0,1 0 0,-1 1 0,1 0 0,0 0 0,0 0 0,-1 0 0,1 1 0,0 0 0,0-1 0,0 1 0,0 1 0,0-1 0,0 0 0,5 3 0,3 0 0,-1 2 0,1 0 0,-1 0 0,-1 1 0,16 11 0,-20-13 0,-1 0 0,-1 0 0,1 0 0,-1 0 0,1 1 0,-1 0 0,-1 0 0,1 0 0,-1 0 0,1 1 0,-2-1 0,5 10 0,-7-13 0,1 0 0,-1-1 0,1 1 0,-1 0 0,0 0 0,0 0 0,0 0 0,0 0 0,0 0 0,0 0 0,0 0 0,0-1 0,-1 1 0,1 0 0,-1 0 0,0 0 0,1 0 0,-1-1 0,-1 3 0,0-2 0,0 0 0,0 0 0,0 0 0,0-1 0,0 1 0,0 0 0,0-1 0,0 1 0,-1-1 0,1 0 0,-1 0 0,-2 1 0,-8 2 0,-1-1 0,1-1 0,-1 0 0,-18 0 0,23-2 0,-167 2-187,130-3-991,16 1-5648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0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24575,'23'41'0,"-15"-29"0,1-2 0,0 1 0,1-1 0,0-1 0,13 10 0,59 38 0,-78-55 0,-3-1 0,6 4 0,0-1 0,1 0 0,-1 0 0,1 0 0,10 2 0,-16-5 0,-1-1 0,1 1 0,0-1 0,0 0 0,0 0 0,-1 0 0,1 0 0,0 0 0,0 0 0,0 0 0,0 0 0,-1-1 0,1 1 0,0-1 0,0 0 0,-1 1 0,1-1 0,0 0 0,-1 0 0,1 0 0,-1 0 0,1 0 0,-1 0 0,0-1 0,1 1 0,-1 0 0,0-1 0,0 1 0,0-1 0,1-1 0,0-1 0,0 0 0,0 0 0,-1 0 0,0-1 0,1 1 0,-1 0 0,-1-1 0,1 1 0,-1 0 0,0-1 0,0 1 0,0 0 0,0-1 0,-1 1 0,-2-8 0,0-1 0,-1 0 0,-1 1 0,-11-23 0,15 33 0,0 1 0,0-1 0,0 1 0,0 0 0,0-1 0,0 1 0,0 0 0,-1-1 0,1 1 0,0 0 0,-3-2 0,4 3 0,-1 0 0,1 0 0,0 0 0,0 0 0,0 0 0,0 0 0,-1 0 0,1 0 0,0 0 0,0 0 0,0 0 0,0 0 0,-1 0 0,1 0 0,0 0 0,0 0 0,0 0 0,0 0 0,0 0 0,-1 0 0,1 0 0,0 0 0,0 0 0,0 1 0,0-1 0,0 0 0,-1 0 0,1 0 0,0 0 0,0 0 0,0 0 0,0 0 0,0 1 0,0-1 0,0 0 0,-1 0 0,1 0 0,0 0 0,0 14 0,2-6 0,1 0 0,0 0 0,0 0 0,0 0 0,1-1 0,0 0 0,7 9 0,-2-3 0,0-2 0,1 1 0,14 12 0,-9-12-682,21 14-1,-27-20-6143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24575,'10'31'0,"6"14"0,3 7 0,0 0 0,-3-1 0,-1-5 0,-1-2 0,-1-3 0,-2-5 0,0-2 0,0-6 0,-2-1 0,1-4 0,-3-2 0,-1-3 0,0-2 0,0-4-8191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24575,'33'6'0,"215"30"0,-236-35 0,1 0 0,-1-1 0,0-1 0,0 0 0,18-4 0,-25 4 0,1 0 0,-1-1 0,0 0 0,0 0 0,1 0 0,-2 0 0,1-1 0,0 0 0,0 0 0,-1-1 0,0 1 0,0-1 0,0 0 0,5-5 0,-7 5 0,0 1 0,-1 0 0,1 0 0,-1-1 0,0 1 0,0-1 0,0 1 0,0-1 0,0 1 0,-1-1 0,0 0 0,0 1 0,0-1 0,0 0 0,0 1 0,-1-1 0,1 0 0,-1 1 0,0-1 0,0 1 0,-1 0 0,1-1 0,-1 1 0,0 0 0,-1-3 0,0 1 0,0 1 0,0 0 0,0-1 0,0 2 0,-1-1 0,1 0 0,-1 1 0,0-1 0,0 1 0,-1 0 0,1 1 0,0-1 0,-1 1 0,0 0 0,1 0 0,-1 0 0,-6-1 0,10 3 0,-1-1 0,1 1 0,-1 0 0,1 0 0,0 0 0,-1 0 0,1 0 0,-1 1 0,1-1 0,0 0 0,-1 1 0,1-1 0,-1 1 0,1-1 0,0 1 0,0-1 0,-1 1 0,1 0 0,-2 2 0,1-2 0,1 1 0,-1 0 0,1 0 0,-1 0 0,1 0 0,0 1 0,0-1 0,0 0 0,0 0 0,-1 5 0,1 0 0,0 0 0,0 0 0,1 0 0,0 0 0,0-1 0,0 1 0,3 10 0,-1-10 0,0 0 0,1 0 0,0 0 0,0-1 0,1 1 0,0-1 0,0 0 0,0 0 0,1 0 0,0-1 0,0 1 0,0-1 0,1 0 0,0-1 0,0 0 0,12 7 0,5 2 0,0-2 0,1-1 0,36 11 0,-38-15-227,0-2-1,0 0 1,0-1-1,1-1 1,30-2-1,-37 0-6598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2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24575,'-10'5'0,"1"1"0,0 0 0,0 0 0,0 1 0,1 1 0,-9 8 0,15-13 0,0 0 0,0 0 0,0-1 0,0 1 0,1 0 0,-1 1 0,1-1 0,-1 0 0,1 0 0,0 1 0,1-1 0,-1 0 0,0 1 0,1-1 0,0 1 0,0-1 0,0 1 0,0-1 0,1 1 0,-1-1 0,1 0 0,0 1 0,1 3 0,2 3 0,1 1 0,0-2 0,0 1 0,1 0 0,0-1 0,1-1 0,14 16 0,-6-10 0,-1-2 0,2 1 0,26 15 0,-38-25 0,0 0 0,0 0 0,0 0 0,0 0 0,-1 1 0,0 0 0,4 4 0,-6-7 0,-1 0 0,0-1 0,1 1 0,-1 0 0,1 0 0,-1 0 0,0-1 0,1 1 0,-1 0 0,0 0 0,0 0 0,0 0 0,0-1 0,0 1 0,0 0 0,0 0 0,0 0 0,0 0 0,0 1 0,-1-1 0,0 0 0,1 0 0,-1-1 0,0 1 0,1 0 0,-1 0 0,0-1 0,0 1 0,0-1 0,0 1 0,0 0 0,0-1 0,0 0 0,0 1 0,0-1 0,0 1 0,0-1 0,0 0 0,0 0 0,-2 0 0,-18 3-5,0-2 0,0 0 0,-21-3 0,2 0-1340,17 2-5481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73 24575,'-76'-44'0,"64"39"0,1 0 0,-1 0 0,0 1 0,-23-5 0,32 9 0,0 0 0,0 0 0,0 0 0,0 0 0,1 1 0,-1-1 0,0 1 0,0 0 0,0-1 0,1 1 0,-1 1 0,1-1 0,-1 0 0,0 1 0,1-1 0,0 1 0,-3 2 0,-5 5 0,0 0 0,-12 16 0,0 0 0,16-20 0,1 1 0,0 0 0,0 0 0,0 0 0,1 1 0,0 0 0,0 0 0,1 0 0,-1 0 0,-1 9 0,4-13 0,0 0 0,1 0 0,0 0 0,-1 1 0,1-1 0,0 0 0,0 1 0,1-1 0,-1 0 0,1 0 0,0 0 0,-1 1 0,1-1 0,1 0 0,-1 0 0,0 0 0,1 0 0,0-1 0,-1 1 0,1 0 0,0-1 0,0 1 0,1-1 0,-1 0 0,0 1 0,1-1 0,2 2 0,21 12 0,1-1 0,0 0 0,42 14 0,-67-28 0,29 12 0,0-2 0,1-1 0,59 10 0,-89-20-85,0 1 0,0-1-1,0 0 1,1 0 0,-1 0-1,0 0 1,0 0 0,0-1-1,0 1 1,0-1 0,0 1-1,0-1 1,0 0 0,0 0-1,3-1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24575,'10'22'0,"6"11"0,2 1 0,-1-1 0,-1-8 0,-4-7-8191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24575,'0'12'0,"0"8"0,0-1-8191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64 239 24575,'0'1'0,"0"-1"0,0 0 0,0 0 0,0 0 0,0 0 0,0 0 0,0 0 0,0 0 0,-1 0 0,1 0 0,0 0 0,0 1 0,0-1 0,0 0 0,0 0 0,0 0 0,0 0 0,0 0 0,0 0 0,0 0 0,0 0 0,0 0 0,0 0 0,0 0 0,0 0 0,0 1 0,0-1 0,-1 0 0,1 0 0,0 0 0,0 0 0,0 0 0,0 0 0,0 0 0,0 0 0,0 0 0,0 0 0,0 0 0,0 0 0,-1 0 0,1 0 0,0 0 0,0 0 0,0 0 0,0 0 0,0 0 0,0 0 0,0 0 0,0 0 0,0 0 0,-1 0 0,1 0 0,-7-5 0,-6-6 0,9 6 0,0 0 0,0-1 0,0 1 0,1-1 0,0 0 0,0 0 0,0 0 0,1 0 0,0-1 0,0 1 0,0-1 0,1 1 0,0-1 0,0-7 0,1 8 0,-1-1 0,2 1 0,-1-1 0,1 1 0,0-1 0,0 1 0,1-1 0,-1 1 0,2 0 0,-1 0 0,1 0 0,-1 0 0,2 0 0,5-8 0,-7 12 5,0 0-1,0-1 0,1 1 0,-1 0 1,1 0-1,-1 1 0,1-1 0,0 1 1,0-1-1,0 1 0,0 0 1,0 0-1,0 0 0,0 0 0,0 0 1,0 1-1,0 0 0,0-1 0,1 1 1,-1 0-1,4 1 0,6 1-213,0 1-1,0 0 0,22 8 1,-23-6-412,1-1-6205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12 24575,'-6'-2'0,"-16"-2"0,-28-1 0,44 5 0,1-1 0,-1 2 0,1-1 0,-1 1 0,1-1 0,0 2 0,-1-1 0,1 0 0,0 1 0,-9 4 0,12-4 0,0-1 0,1 1 0,-1-1 0,0 1 0,1-1 0,-1 1 0,1 0 0,-1 0 0,1 0 0,0 0 0,0 0 0,0 0 0,0 0 0,0 0 0,0 0 0,1 1 0,-1-1 0,1 0 0,0 1 0,-1 3 0,1 5 0,0 1 0,1 0 0,2 11 0,0 5 0,-3-25 0,1 0 0,-1 0 0,0 0 0,1 0 0,0 0 0,0 0 0,0 0 0,0-1 0,0 1 0,0 0 0,1-1 0,-1 1 0,1-1 0,3 5 0,-1-4 0,-1 0 0,1 0 0,0 0 0,0 0 0,1-1 0,-1 0 0,0 0 0,7 3 0,30 9 0,0-1 0,1-1 0,65 8 0,-30-17-1365,-62-4-5461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24575,'9'20'0,"1"-1"0,0-1 0,2 0 0,0 0 0,1-1 0,0-1 0,2 0 0,0-1 0,0-1 0,19 13 0,-30-24 0,-1-1 0,1 1 0,0-1 0,-1 0 0,1 0 0,0 0 0,0-1 0,1 0 0,-1 0 0,0 0 0,5 1 0,-7-2 0,0 0 0,0 0 0,0 0 0,0-1 0,0 1 0,0-1 0,0 1 0,0-1 0,0 1 0,0-1 0,0 0 0,0 0 0,-1 0 0,1 0 0,0 0 0,-1-1 0,1 1 0,-1 0 0,1-1 0,-1 1 0,1-1 0,-1 1 0,0-1 0,0 0 0,2-3 0,-2 1 0,1 0 0,0 0 0,-1 1 0,0-1 0,0 0 0,0 0 0,-1-1 0,1 1 0,-1 0 0,0 0 0,-1-8 0,-1-1 0,-1 1 0,-6-19 0,1 5 0,8 26 0,0 0 0,0-1 0,0 1 0,0 0 0,-1 0 0,1 0 0,0 0 0,0-1 0,0 1 0,0 0 0,0 0 0,0 0 0,0-1 0,0 1 0,0 0 0,0 0 0,0 0 0,0-1 0,0 1 0,0 0 0,0 0 0,0 0 0,0-1 0,0 1 0,0 0 0,0 0 0,0 0 0,0-1 0,0 1 0,1 0 0,-1 0 0,0 0 0,0 0 0,0-1 0,0 1 0,0 0 0,1 0 0,-1 0 0,0 0 0,0 0 0,0 0 0,0-1 0,1 1 0,-1 0 0,0 0 0,11 5 0,11 14 0,36 47-833,-54-61 301,4 6-6294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5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136 670 24575,'12'-19'0,"0"0"0,-1 0 0,-1-2 0,10-28 0,-17 37 0,0 0 0,0 0 0,-1 0 0,0 0 0,-1-1 0,-1 1 0,0-1 0,-1 1 0,-3-19 0,-7-14 0,-2 2 0,-2-1 0,-23-45 0,12 35 0,-36-52 0,60 104 0,1 0 0,0 0 0,0 0 0,-1 0 0,1 0 0,-1 0 0,1 1 0,-4-3 0,5 3 0,-1 1 0,1 0 0,-1 0 0,1 0 0,-1 0 0,1-1 0,0 1 0,-1 0 0,1 0 0,-1 0 0,1 0 0,-1 0 0,1 0 0,-1 0 0,1 0 0,-1 0 0,1 0 0,0 0 0,-1 1 0,1-1 0,-1 0 0,1 0 0,-1 0 0,1 1 0,0-1 0,-1 0 0,1 0 0,-1 1 0,1-1 0,0 0 0,-1 1 0,1-1 0,0 0 0,0 1 0,-1-1 0,1 1 0,0-1 0,0 0 0,0 1 0,-1-1 0,1 1 0,0 0 0,-3 5 0,1 0 0,0 0 0,1 0 0,-1 1 0,1-1 0,0 1 0,1-1 0,-1 1 0,2 11 0,1 2 0,8 37 0,-2-28 0,1 0 0,1-1 0,1 0 0,2-1 0,1 0 0,0-1 0,2 0 0,1-2 0,2 0 0,0 0 0,1-2 0,32 27 0,4 5-1365,-46-45-5461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29 24575,'-5'-2'0,"-7"-3"0,0 0 0,-1 1 0,0 1 0,0 0 0,0 0 0,0 2 0,-20-1 0,32 1 0,-1 1 0,1 1 0,0-1 0,-1 0 0,1 0 0,-1 0 0,1 1 0,-1-1 0,1 1 0,0-1 0,-1 1 0,1 0 0,0-1 0,0 1 0,0 0 0,-1 0 0,1 0 0,0 0 0,0 0 0,0 0 0,0 0 0,0 2 0,0-2 0,0 1 0,1 0 0,-1 0 0,1 0 0,-1 0 0,1 0 0,0 0 0,0 0 0,0 0 0,0 0 0,0 0 0,0 0 0,1 0 0,0 2 0,2 7 0,1-1 0,0 0 0,0 0 0,10 15 0,-6-12 0,1 1 0,0-1 0,1-1 0,1 0 0,0 0 0,0-1 0,1-1 0,21 15 0,-28-22 0,-1-1 0,0 0 0,1 0 0,0 0 0,-1-1 0,1 1 0,0-1 0,0 0 0,0-1 0,6 1 0,-9-1 0,0 0 0,0 0 0,0 0 0,0 0 0,-1-1 0,1 1 0,0 0 0,0-1 0,-1 1 0,1-1 0,0 0 0,-1 0 0,1 0 0,-1 1 0,1-1 0,-1-1 0,1 1 0,-1 0 0,0 0 0,1-1 0,-1 1 0,0 0 0,0-1 0,0 1 0,0-1 0,0 1 0,0-1 0,-1 0 0,1 1 0,0-4 0,1-5 0,0-1 0,-2 1 0,1 0 0,-1 0 0,-1-1 0,0 1 0,0 0 0,-1 0 0,0 0 0,-1 0 0,0 0 0,-1 0 0,0 1 0,-5-11 0,8 23 0,0-1 0,0 0 0,1 1 0,-1-1 0,1 1 0,0-1 0,0 0 0,0 4 0,1 0 6,0 0-1,0-1 1,1 1-1,-1 0 1,1-1-1,1 0 1,-1 1-1,1-1 1,0 0-1,0 0 1,0 0-1,1 0 1,-1-1-1,1 0 1,1 1-1,-1-2 1,7 6-1,6 3-238,1-1 0,0-1 0,29 12 0,-31-15-299,-6-2-6294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89 328 24575,'-3'-27'0,"-2"2"0,0-1 0,-2 0 0,-1 1 0,-19-42 0,21 56 0,0 0 0,0 0 0,-5-19 0,10 28 0,0 0 0,0 0 0,1-1 0,-1 1 0,1-1 0,0 1 0,-1 0 0,1-1 0,1 1 0,-1-1 0,0 1 0,0 0 0,1-1 0,-1 1 0,1 0 0,0-1 0,0 1 0,0 0 0,1-3 0,0 3 0,0 1 0,0-1 0,0 0 0,0 1 0,0-1 0,0 1 0,0 0 0,0-1 0,0 1 0,1 0 0,-1 1 0,0-1 0,1 0 0,-1 1 0,1-1 0,-1 1 0,1 0 0,4 0 0,0 0 0,-1 0 0,1 1 0,-1 0 0,0 0 0,1 0 0,7 3 0,2 4-204,1 0 1,-1 1-1,0 1 0,14 12 0,-26-19-142,10 7-6480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24575,'-7'0'0,"0"0"0,0 1 0,0 0 0,0 0 0,0 0 0,0 1 0,0 0 0,0 1 0,1 0 0,-1 0 0,-7 4 0,11-4 0,-1-1 0,1 1 0,0 0 0,0 0 0,0 0 0,0 0 0,0 1 0,0-1 0,1 1 0,0 0 0,0-1 0,0 1 0,0 0 0,1 0 0,-1 0 0,1 1 0,0-1 0,0 0 0,0 8 0,0-5 0,1 1 0,0-1 0,1 0 0,0 1 0,0-1 0,0 1 0,1-1 0,0 0 0,0 0 0,1 0 0,0 0 0,5 8 0,-3-7 0,1 0 0,0-1 0,0 1 0,1-1 0,0-1 0,0 1 0,1-1 0,0 0 0,9 5 0,-2-2-195,0 0 0,1-1 0,0-1 0,1 0 0,0-1 0,32 7 0,-32-11-6631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59 24575,'-3'1'0,"-1"0"0,1 1 0,-1 0 0,1 0 0,0 0 0,-1 0 0,1 0 0,0 1 0,0-1 0,1 1 0,-4 4 0,5-6 0,0 1 0,0 0 0,0 0 0,0 0 0,1 0 0,-1 0 0,1 0 0,-1 0 0,1 0 0,0 0 0,-1 0 0,1 0 0,0 0 0,1 1 0,-1-1 0,0 0 0,1 0 0,-1 0 0,1 0 0,-1 0 0,1 0 0,1 2 0,2 5 0,1-1 0,0 0 0,0 0 0,0-1 0,1 1 0,0-1 0,12 10 0,-13-12 0,1 0 0,0-1 0,0 1 0,0-2 0,1 1 0,-1 0 0,1-1 0,0 0 0,0-1 0,9 2 0,-14-3 0,0-1 0,0 1 0,0-1 0,0 0 0,0 0 0,0 0 0,0 0 0,0 0 0,0 0 0,0-1 0,0 1 0,0-1 0,-1 1 0,1-1 0,0 0 0,0 0 0,0 0 0,0 0 0,-1 0 0,1 0 0,-1 0 0,1 0 0,-1-1 0,1 1 0,1-2 0,-2 0 0,0 1 0,0 0 0,0 0 0,0-1 0,0 1 0,-1 0 0,1-1 0,-1 1 0,0-1 0,1 1 0,-1 0 0,0-1 0,0 1 0,-1-1 0,1 1 0,0-1 0,-1 1 0,0 0 0,1-1 0,-3-3 0,-2-5 0,0 0 0,-1 0 0,-1 1 0,0 0 0,0 0 0,-1 1 0,-11-12 0,5 8 0,0 1 0,-1 0 0,-1 0 0,-16-8 0,27 17-114,0 1 1,0-1-1,0 1 0,0 0 0,0 1 1,-1-1-1,1 1 0,-1 0 0,1 0 1,0 1-1,-10 0 0,0 2-6712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8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24575,'62'79'0,"41"46"0,-102-123 0,0-1 0,1 0 0,-1 1 0,1-1 0,-1 0 0,1 0 0,-1 0 0,1 0 0,-1 0 0,1 0 0,0-1 0,0 1 0,-1 0 0,1-1 0,0 1 0,0-1 0,0 0 0,-1 0 0,4 0 0,-3 0 0,-1 0 0,1-1 0,-1 0 0,0 1 0,1-1 0,-1 0 0,1 1 0,-1-1 0,0 0 0,0 0 0,1 0 0,-1 0 0,0-1 0,0 1 0,0 0 0,0 0 0,0 0 0,-1-1 0,1 1 0,0-1 0,0 1 0,-1-1 0,1-1 0,2-7 0,-1 0 0,0 0 0,0-1 0,-1 1 0,0 0 0,-2-20 0,1-15 0,0 44 0,0 0 0,0 0 0,0 0 0,0 0 0,0 0 0,0 0 0,0 0 0,0 0 0,1 0 0,-1 1 0,0-1 0,1 0 0,-1 0 0,1 0 0,-1 0 0,1 0 0,-1 0 0,1 0 0,-1 1 0,1-1 0,0 0 0,-1 1 0,1-1 0,0 0 0,0 1 0,0-1 0,0 1 0,-1-1 0,1 1 0,0-1 0,0 1 0,0 0 0,0-1 0,0 1 0,0 0 0,0 0 0,0 0 0,0 0 0,0 0 0,0 0 0,0 0 0,0 0 0,0 0 0,0 0 0,0 0 0,2 1 0,3 1 0,0 1 0,0-1 0,0 1 0,0 0 0,9 8 0,142 111 0,-116-81-1365,-31-32-5461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24575,'53'46'0,"74"84"0,-122-125 0,15 20 0,2-2 0,0-1 0,47 36 0,-68-57 0,0-1 0,0 1 0,0 0 0,1 0 0,-1-1 0,0 1 0,1-1 0,-1 1 0,1-1 0,-1 1 0,0-1 0,1 0 0,-1 0 0,1 0 0,-1 0 0,1 0 0,-1 0 0,1 0 0,-1 0 0,1 0 0,-1-1 0,3 0 0,-3 0 0,1 0 0,-1 0 0,0 0 0,0 0 0,0 0 0,1 0 0,-1-1 0,0 1 0,0 0 0,0-1 0,-1 1 0,1-1 0,0 1 0,-1-1 0,1 1 0,-1-1 0,1 0 0,-1 1 0,1-1 0,-1-2 0,1-17 0,0 0 0,-2-1 0,0 1 0,-1 0 0,-10-40 0,6 37 0,2 0 0,1-1 0,1 1 0,0-26 0,3 49 9,-1-1-1,0 0 1,0 1-1,1-1 1,-1 1 0,1 0-1,-1-1 1,1 1-1,0-1 1,0 1-1,-1 0 1,1-1-1,2 0 1,-3 1-17,0 1-1,0 0 1,1 0-1,-1 0 1,0-1 0,0 1-1,1 0 1,-1 0 0,0 0-1,1 0 1,-1-1-1,0 1 1,1 0 0,-1 0-1,0 0 1,1 0 0,-1 0-1,0 0 1,1 0-1,-1 0 1,0 0 0,1 0-1,-1 0 1,1 1-68,0-1 1,-1 0-1,1 1 1,-1-1-1,1 1 1,-1-1-1,1 1 1,-1-1-1,1 1 1,-1-1-1,1 1 1,-1-1-1,0 1 1,1-1-1,-1 1 0,0 1 1,4 7-6751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214 171 24575,'-21'-27'0,"5"6"0,-1 1 0,-1 0 0,-1 1 0,-39-31 0,56 48 0,-1 0 0,1 1 0,-1-1 0,0 1 0,1 0 0,-1 0 0,0 0 0,0 0 0,0 1 0,-5-2 0,7 2 0,0 0 0,0 1 0,0-1 0,0 0 0,0 0 0,0 1 0,0-1 0,0 0 0,0 1 0,0-1 0,0 1 0,0-1 0,0 1 0,0 0 0,1-1 0,-1 1 0,0 0 0,0-1 0,1 1 0,-1 0 0,0 0 0,1 0 0,-1 0 0,1 0 0,-1 0 0,1 0 0,-1 0 0,1 0 0,0 0 0,-1 2 0,-1 5 0,1 0 0,0 0 0,0 0 0,1 0 0,0 1 0,0-1 0,1 0 0,0 0 0,0 0 0,1 0 0,0 0 0,1 0 0,0 0 0,4 9 0,-3-9 0,0 0 0,1 0 0,0 0 0,0-1 0,1 0 0,0 0 0,0 0 0,1-1 0,-1 1 0,2-2 0,-1 1 0,14 7 0,-16-11 0,-1 0 0,1 0 0,0 0 0,0-1 0,0 0 0,0 0 0,0 0 0,0-1 0,0 0 0,1 0 0,-1 0 0,0 0 0,0-1 0,0 0 0,0 0 0,6-2 0,-9 2 0,1 0 0,-1 0 0,1 0 0,-1-1 0,0 1 0,1-1 0,-1 1 0,0-1 0,0 0 0,0 0 0,0 0 0,0 0 0,-1 0 0,1 0 0,-1 0 0,1-1 0,-1 1 0,0 0 0,0-1 0,0 0 0,0 1 0,0-1 0,-1 1 0,1-1 0,-1 0 0,0 1 0,0-1 0,0 0 0,0 1 0,0-1 0,-1-5 0,-1 0 11,0 1 0,0 0 0,-1 0 0,0 0 0,0 0 0,-1 0-1,0 0 1,0 1 0,0-1 0,-6-5 0,-3-2-506,0 0 0,-27-21 0,23 22-6331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105 768 24575,'11'-25'0,"-1"0"0,-1 0 0,-2-1 0,9-51 0,-14 56 0,-1-1 0,0 0 0,-2 0 0,0 0 0,-2 0 0,-7-31 0,-10-21 0,-45-110 0,43 125 0,14 34 0,-18-36 0,26 61 0,0 0 0,0 0 0,0 0 0,0 0 0,0 0 0,0 0 0,0 0 0,0-1 0,0 1 0,0 0 0,0 0 0,0 0 0,0 0 0,0 0 0,0 0 0,0 0 0,0 0 0,0 0 0,0-1 0,0 1 0,0 0 0,0 0 0,-1 0 0,1 0 0,0 0 0,0 0 0,0 0 0,0 0 0,0 0 0,0 0 0,0 0 0,0 0 0,0 0 0,-1 0 0,1 0 0,0 0 0,0 0 0,0 0 0,0 0 0,0 0 0,0 0 0,0 0 0,-1 0 0,1 0 0,0 0 0,0 0 0,0 0 0,0 0 0,0 0 0,0 0 0,-2 7 0,1 11 0,1-18 0,0 54 0,3-1 0,18 99 0,-17-130 0,2 0 0,1 0 0,1-1 0,1 1 0,1-2 0,0 0 0,1 0 0,2-1 0,20 26 0,-25-36 0,0 0 0,1-1 0,1 0 0,-1 0 0,1-1 0,0 0 0,12 5 0,-14-8 0,0 0 0,0-1 0,0-1 0,0 1 0,0-1 0,1-1 0,-1 1 0,0-2 0,1 1 0,17-2 0,-24 1 0,1 0 0,-1-1 0,0 1 0,1-1 0,-1 0 0,1 1 0,-1-1 0,0 0 0,0-1 0,0 1 0,1 0 0,-1-1 0,0 1 0,0-1 0,-1 1 0,1-1 0,2-2 0,-2 0 0,0 1 0,0-1 0,0 1 0,0-1 0,-1 0 0,1 0 0,-1 1 0,0-1 0,1-7 0,-1-2 0,0 1 0,-1 0 0,-1-1 0,0 1 0,-5-24 0,4 29 0,0-1 0,0 1 0,-4-7 0,6 13 0,-1-1 0,1 1 0,-1 0 0,1 0 0,-1 0 0,1 0 0,-1 0 0,0 0 0,1 0 0,-1 0 0,0 0 0,0 1 0,0-1 0,0 0 0,0 0 0,0 1 0,0-1 0,0 0 0,0 1 0,0-1 0,0 1 0,0 0 0,0-1 0,-1 1 0,1 0 0,0 0 0,0 0 0,-2-1 0,2 2 0,0-1 0,0 1 0,0-1 0,0 1 0,1 0 0,-1-1 0,0 1 0,0 0 0,0 0 0,1-1 0,-1 1 0,0 0 0,1 0 0,-1 0 0,1 0 0,-1 0 0,1 0 0,-1 0 0,1 0 0,0 0 0,-1 0 0,1 0 0,0 0 0,0 0 0,0 2 0,-1 28 0,2-21 0,0-1 0,1 0 0,0 0 0,0 0 0,1 0 0,1 0 0,-1 0 0,2-1 0,-1 0 0,1 0 0,0 0 0,1 0 0,-1-1 0,2 0 0,-1 0 0,1 0 0,0-1 0,0 0 0,1-1 0,-1 1 0,1-2 0,1 1 0,11 4 0,-18-8 0,0 0 0,0 0 0,0 0 0,1 0 0,-1-1 0,0 1 0,1-1 0,-1 0 0,0 1 0,1-1 0,-1 0 0,0-1 0,1 1 0,-1 0 0,0-1 0,0 1 0,1-1 0,2-1 0,-2 1 0,0-1 0,0 0 0,-1 0 0,1 0 0,-1 0 0,0 0 0,1-1 0,-1 1 0,0-1 0,0 0 0,2-5 0,1-2 0,0-1 0,-1 0 0,0-1 0,-1 1 0,0 0 0,1-15 0,-4 25 0,0 0 0,0 0 0,0 0 0,0 0 0,0 0 0,0 0 0,0 0 0,1 0 0,-1 0 0,1 0 0,-1 1 0,0-1 0,1 0 0,-1 0 0,1 0 0,0 1 0,-1-1 0,2-1 0,-1 2 0,-1 0 0,1 0 0,-1-1 0,1 1 0,-1 0 0,1 0 0,-1 0 0,1 0 0,-1 1 0,1-1 0,0 0 0,-1 0 0,1 0 0,-1 0 0,1 0 0,-1 1 0,1-1 0,-1 0 0,0 0 0,1 1 0,-1-1 0,1 0 0,0 1 0,4 4 0,0 1 0,-1-1 0,8 12 0,-7-11 0,35 53-1365,-35-50-5461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24575,'41'50'-98,"-1"1"0,40 71-1,-66-96 62,0 0 1,-2 2-1,-1-1 0,-1 1 0,-1 0 0,-2 1 0,5 37 0,-11-59 79,-1-1 1,0 1-1,0-1 0,0 0 0,-1 1 0,-1 7 0,2-13-35,0 0 0,-1 1 0,1-1 0,0 0 0,-1 0-1,1 0 1,-1 0 0,1 0 0,-1 0 0,0 0 0,1 0 0,-1-1-1,0 1 1,1 0 0,-1 0 0,0 0 0,0-1 0,0 1 0,0 0-1,0-1 1,0 1 0,0-1 0,0 1 0,0-1 0,0 1 0,0-1 0,0 0-1,0 0 1,0 0 0,-1 1 0,1-1 0,0 0 0,0 0 0,0 0-1,0-1 1,0 1 0,0 0 0,-1 0 0,1-1 0,0 1 0,0 0-1,-2-2 1,-2 0-7,0 0 0,1-1 0,-1 0 0,1 0 0,0 0 0,-1 0 0,-3-5 0,-26-30 0,26 28 0,-3-2 0,1-1 0,0-1 0,1 0 0,1 0 0,0-1 0,1 0 0,-9-28 0,15 41 0,1 1 0,-1-1 0,1 1 0,0-1 0,-1 1 0,1-1 0,0 1 0,0-1 0,0 1 0,0-1 0,0 1 0,1 0 0,-1-1 0,0 1 0,1-1 0,-1 1 0,1-1 0,-1 1 0,1 0 0,0-1 0,0 1 0,1-2 0,-1 2 0,0 0 0,1 0 0,-1 1 0,0-1 0,1 1 0,-1-1 0,0 1 0,1 0 0,-1-1 0,1 1 0,-1 0 0,0 0 0,1 0 0,-1 0 0,1 0 0,-1 0 0,1 0 0,-1 1 0,0-1 0,1 0 0,-1 1 0,0-1 0,3 2 0,40 18 0,-1 2 0,42 30 0,57 29 0,-125-74 0,0 1 0,1-2 0,0 0 0,0-2 0,1 1 0,29 1 0,-44-5 0,-1-1 0,0 0 0,1 0 0,-1-1 0,1 1 0,-1-1 0,0 1 0,1-1 0,-1 0 0,0 0 0,4-2 0,-6 2 0,1 0 0,0 0 0,-1-1 0,1 1 0,-1 0 0,0-1 0,1 1 0,-1-1 0,0 1 0,0-1 0,0 0 0,0 0 0,0 1 0,-1-1 0,1 0 0,0 0 0,-1 0 0,1 0 0,-1 0 0,0-2 0,1-2 0,-1 0 0,0 0 0,0 0 0,0 0 0,-2-5 0,2 9 0,-1 0 0,1 0 0,0 0 0,-1 0 0,0 0 0,0 0 0,1 1 0,-1-1 0,0 0 0,0 0 0,0 1 0,-1-1 0,1 1 0,0-1 0,-1 1 0,1 0 0,-1-1 0,-1 0 0,2 1 0,0 1 0,0 0 0,0 0 0,1 0 0,-1 0 0,0-1 0,0 1 0,0 0 0,0 0 0,0 1 0,0-1 0,1 0 0,-1 0 0,0 0 0,0 0 0,0 1 0,0-1 0,1 1 0,-1-1 0,0 0 0,0 1 0,1-1 0,-1 1 0,0-1 0,1 1 0,-1 0 0,0-1 0,1 1 0,-1 0 0,1-1 0,-1 1 0,1 0 0,-1 1 0,-1 2 0,0-1 0,0 1 0,0 0 0,1-1 0,0 1 0,-1 4 0,0 6-211,1 0-1,1 25 1,0-32-520,0 6-6095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24575,'7'8'0,"3"4"0,0 3 0,-2 5 0,-6 0 0,-1-2-8191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66 24575,'29'18'0,"41"34"0,-62-45 0,0 0 0,0 1 0,-1 0 0,0 1 0,0 0 0,-1 0 0,0 0 0,9 20 0,-15-28 0,1 0 0,-1 1 0,1-1 0,-1 0 0,1 1 0,-1-1 0,0 1 0,0-1 0,1 0 0,-1 1 0,0-1 0,0 1 0,0-1 0,-1 1 0,1-1 0,0 0 0,-1 1 0,1-1 0,-1 0 0,1 1 0,-1-1 0,-1 2 0,1-1 0,0-1 0,0 0 0,-1 0 0,1 0 0,0 0 0,-1-1 0,1 1 0,-1 0 0,0-1 0,1 1 0,-1-1 0,1 1 0,-1-1 0,0 0 0,1 1 0,-1-1 0,0 0 0,1 0 0,-4-1 0,0 1 0,0-1 0,0 0 0,0-1 0,0 1 0,0-1 0,1 0 0,-1 0 0,0-1 0,1 1 0,-5-4 0,-8-7 0,-16-15 0,33 28 0,-11-10 0,1 0 0,0-1 0,0 0 0,-11-19 0,17 24 0,1 0 0,0 0 0,0 0 0,0 0 0,1-1 0,0 1 0,0-1 0,0 0 0,1 1 0,0-1 0,0-12 0,1 17 0,0 1 0,0-1 0,0 0 0,1 0 0,-1 1 0,0-1 0,1 0 0,-1 1 0,1-1 0,0 1 0,0-1 0,-1 1 0,1-1 0,0 1 0,0-1 0,0 1 0,1 0 0,-1-1 0,0 1 0,0 0 0,2-1 0,0 1 0,-1 0 0,0 0 0,1 0 0,-1 0 0,1 1 0,-1-1 0,1 1 0,0-1 0,-1 1 0,1 0 0,-1 0 0,5 1 0,3 0 0,-1 1 0,0 1 0,0-1 0,0 2 0,0-1 0,12 7 0,1 4 0,-1 1 0,0 1 0,23 24 0,-28-25 0,-1-1 0,2 0 0,-1-1 0,2-1 0,33 17 0,-50-29 0,-1 1 0,1-1 0,0 1 0,0-1 0,0 0 0,0 1 0,0-1 0,0 0 0,0 0 0,0 0 0,0 1 0,0-1 0,0 0 0,0 0 0,0-1 0,0 1 0,0 0 0,0 0 0,0 0 0,0-1 0,1 0 0,-1 1 0,-1-1 0,1 0 0,-1 1 0,1-1 0,-1 0 0,1 1 0,-1-1 0,0 0 0,0 0 0,1 1 0,-1-1 0,0 0 0,0 0 0,0 0 0,0 1 0,0-1 0,0 0 0,0 0 0,0 0 0,0 0 0,-1-7 0,-1 1 0,0 0 0,0-1 0,-3-6 0,4 13 0,-3-11 0,-3-4 0,-7-31 0,13 43 0,0 0 0,0 0 0,0 0 0,1 0 0,0 1 0,0-1 0,0 0 0,0 0 0,1 0 0,0 0 0,-1 0 0,1 0 0,1 1 0,1-5 0,-3 7 0,1-1 0,0 1 0,0 0 0,0 0 0,-1-1 0,2 1 0,-1 0 0,0 0 0,0 0 0,0 0 0,0 0 0,1 0 0,-1 0 0,0 0 0,1 1 0,-1-1 0,1 0 0,-1 1 0,3-1 0,-1 1 0,-1-1 0,1 1 0,-1 1 0,0-1 0,1 0 0,-1 0 0,1 1 0,-1 0 0,0-1 0,1 1 0,2 2 0,6 3 0,-1 0 0,-1 0 0,1 1 0,9 11 0,-14-14 0,49 43 0,121 97 0,-136-117-1365,-24-18-5461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24575,'5'8'0,"4"4"0,1 4 0,1 1 0,-2 0 0,1 2 0,-2 1 0,1-4 0,-2-1 0,-1-4-8191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24575,'0'-8'0,"-1"0"0,3 13 0,3 23 0,1 0 0,2 0 0,1-1 0,21 45 0,53 104 0,-82-173 0,2 1 0,-1 1 0,1 0 0,-1 0 0,-1 0 0,1 0 0,-1 0 0,1 0 0,-1 0 0,-1 0 0,1 8 0,-1-13 0,0 1 0,0-1 0,0 0 0,0 0 0,0 1 0,0-1 0,0 0 0,0 0 0,0 0 0,0 1 0,0-1 0,0 0 0,0 0 0,0 1 0,-1-1 0,1 0 0,0 0 0,0 0 0,0 1 0,0-1 0,0 0 0,-1 0 0,1 0 0,0 0 0,0 1 0,0-1 0,-1 0 0,1 0 0,0 0 0,0 0 0,0 0 0,-1 0 0,-6-4 0,-3-13 0,9 14 0,0-1 0,0 1 0,0-1 0,0 1 0,0-1 0,1 1 0,0-1 0,-1 1 0,1-1 0,1 1 0,-1-1 0,0 1 0,1-1 0,0 1 0,0 0 0,0-1 0,0 1 0,0 0 0,1-1 0,-1 1 0,1 0 0,0 0 0,0 0 0,0 1 0,1-1 0,-1 0 0,0 1 0,1-1 0,0 1 0,0 0 0,0 0 0,0 0 0,0 0 0,0 1 0,0-1 0,0 1 0,1 0 0,-1 0 0,0 0 0,1 0 0,-1 0 0,1 1 0,-1 0 0,1-1 0,4 2 0,-1 0 0,0 0 0,0 0 0,0 1 0,0 0 0,0 0 0,-1 1 0,1 0 0,-1 0 0,0 1 0,0-1 0,11 10 0,-10-7 0,1 1 0,-1 0 0,0 0 0,0 1 0,-1 0 0,0 0 0,9 17 0,-14-22 0,1 0 0,-1 1 0,0-1 0,1 1 0,-1-1 0,-1 1 0,1-1 0,-1 1 0,1 0 0,-1-1 0,0 1 0,0 0 0,-1 0 0,0 5 0,0-7 0,0 1 0,0-1 0,0 0 0,0 0 0,0 1 0,-1-1 0,1 0 0,-1 0 0,1 0 0,-1-1 0,0 1 0,1 0 0,-1-1 0,0 1 0,0-1 0,-1 1 0,1-1 0,0 0 0,0 0 0,0 0 0,-1 0 0,-2 0 0,-7 2 0,1-1 0,-1 0 0,0-1 0,1 0 0,-1-1 0,0 0 0,-16-3 0,-1-2 0,-50-15 0,77 20 0,0-1 0,0 0 0,0 0 0,0 0 0,1 0 0,-1 0 0,0 0 0,-2-2 0,3 3 0,1-1 0,0 1 0,0 0 0,0 0 0,0 0 0,0 0 0,0 0 0,0 0 0,0-1 0,-1 1 0,1 0 0,0 0 0,0 0 0,0 0 0,0 0 0,0-1 0,0 1 0,0 0 0,0 0 0,0 0 0,0 0 0,0-1 0,0 1 0,0 0 0,0 0 0,0 0 0,0 0 0,0-1 0,0 1 0,0 0 0,1 0 0,-1 0 0,0 0 0,0 0 0,0-1 0,0 1 0,0 0 0,13-4 0,34 2 0,68 4 0,-112-2 0,92 7 0,-56-2 0,-1-2 0,1-2 0,75-8 0,-108 6 0,0 0 0,0-1 0,0 0 0,0 0 0,0 0 0,0-1 0,-1 0 0,1 0 0,-1 0 0,0-1 0,0 1 0,8-9 0,-10 9 0,0 0 0,-1 0 0,0-1 0,1 1 0,-1-1 0,-1 0 0,1 1 0,0-1 0,-1 0 0,0 0 0,0 0 0,0 0 0,0 0 0,-1 0 0,1 0 0,-1 0 0,0 0 0,-1 0 0,1 0 0,-2-7 0,0 3 0,0 0 0,-1 0 0,0 0 0,-1 0 0,0 0 0,0 0 0,0 1 0,-6-7 0,6 9 0,0 0 0,-1 0 0,1 0 0,-1 1 0,0 0 0,0 0 0,0 0 0,0 0 0,-1 1 0,1 0 0,-9-3 0,12 5 0,0 0 0,0 1 0,0-1 0,0 1 0,0 0 0,0-1 0,0 1 0,0 0 0,0 0 0,0 1 0,0-1 0,0 0 0,0 0 0,0 1 0,0-1 0,1 1 0,-1 0 0,0 0 0,-2 1 0,2-1 0,0 1 0,0 0 0,0 0 0,0 0 0,0 0 0,1 0 0,-1 0 0,1 0 0,-1 0 0,1 1 0,0-1 0,-2 5 0,1 0 0,1 0 0,-1 0 0,1 0 0,0 0 0,1 0 0,0 0 0,0 0 0,0 0 0,3 14 0,2-4 0,0 0 0,1 0 0,1 0 0,1-1 0,0 0 0,2-1 0,-1 0 0,13 14 0,-15-19 0,1-1 0,1 0 0,0-1 0,0 0 0,0 0 0,1-1 0,0 0 0,1 0 0,-1-1 0,1-1 0,1 0 0,18 6 0,11-6-1365,-24-4-5461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24575,'-26'0'0,"-45"1"0,62 0 0,1 0 0,-1 0 0,1 1 0,0 1 0,0-1 0,-9 5 0,15-6 0,0 0 0,-1 0 0,1 0 0,0 1 0,0-1 0,0 1 0,0 0 0,0 0 0,1-1 0,-1 1 0,0 0 0,1 0 0,-1 1 0,1-1 0,0 0 0,0 0 0,-1 4 0,1-2 0,0 0 0,0 0 0,1 0 0,-1 0 0,1 0 0,0 0 0,1 0 0,-1 0 0,1 0 0,1 5 0,0 0 0,2 1 0,-1-1 0,1-1 0,0 1 0,1-1 0,0 1 0,1-1 0,9 11 0,-6-10-124,1 1 0,0-2 0,0 1 0,1-2 0,0 1 0,1-2-1,-1 1 1,1-1 0,1-1 0,13 4 0,-9-5-6702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35 24575,'-4'-1'0,"-14"-3"0,-30-1 0,43 4 0,0 1 0,1 0 0,-1 0 0,0 1 0,1 0 0,-1-1 0,1 1 0,-1 1 0,1-1 0,-1 1 0,-7 4 0,11-6 0,0 1 0,0 0 0,0 0 0,0 0 0,0 0 0,0 0 0,0 0 0,0 0 0,0 0 0,0 0 0,1 1 0,-1-1 0,0 0 0,1 1 0,-1-1 0,1 0 0,0 1 0,-1-1 0,1 2 0,0 0 0,0 0 0,0 0 0,0 0 0,1 0 0,-1 0 0,1 0 0,0 0 0,2 5 0,2 3 0,1 0 0,0 0 0,12 14 0,-15-21 0,4 6 0,1 0 0,1 0 0,0-1 0,15 13 0,-20-19 0,0 0 0,1 0 0,-1-1 0,1 1 0,-1-1 0,1 0 0,0 0 0,-1 0 0,1-1 0,0 0 0,0 0 0,0 0 0,0 0 0,7-1 0,-10 0 0,0 0 0,0-1 0,0 1 0,-1 0 0,1-1 0,0 1 0,-1-1 0,1 0 0,0 1 0,-1-1 0,1 0 0,-1 0 0,1 0 0,-1 0 0,1 0 0,-1 0 0,0-1 0,2 0 0,-2-1 0,1 0 0,0 1 0,-1-1 0,0 0 0,0 1 0,0-1 0,0 0 0,0 0 0,1-6 0,-2 0 0,1 0 0,-1 0 0,-1 0 0,1 0 0,-1-1 0,-3-9 0,1 7 0,-1-1 0,0 0 0,-1 1 0,0-1 0,-1 1 0,0 1 0,-12-17 0,17 28 0,1-1 0,0 1 0,-1-1 0,1 1 0,0-1 0,-1 1 0,1-1 0,-1 1 0,1 0 0,-1-1 0,1 1 0,-1 0 0,1 0 0,-1-1 0,1 1 0,-1 0 0,1 0 0,-1 0 0,0-1 0,0 1 0,1 1 0,0-1 0,0 0 0,-1 0 0,1 0 0,0 0 0,0 1 0,-1-1 0,1 0 0,0 0 0,0 1 0,0-1 0,-1 0 0,1 0 0,0 1 0,0-1 0,0 0 0,0 1 0,0-1 0,0 0 0,-1 0 0,1 1 0,0-1 0,0 1 0,0 2 0,0 0 0,0 0 0,0 0 0,0 0 0,0-1 0,1 5 0,2 3 0,1 0 0,0-1 0,0 1 0,1-1 0,0 0 0,0 0 0,1-1 0,0 0 0,1 0 0,0 0 0,0-1 0,9 8 0,-4-6 0,-1 0 0,2-1 0,-1 0 0,1-1 0,0-1 0,0 0 0,1 0 0,15 3 0,-25-8 0,0 0 0,0 0 0,0-1 0,0 1 0,0-1 0,0 0 0,0 0 0,0 0 0,1-1 0,-1 1 0,0-1 0,0 0 0,4-2 0,-6 2 0,0 0 0,1-1 0,-1 1 0,0-1 0,0 1 0,0-1 0,0 0 0,0 1 0,0-1 0,-1 0 0,1 0 0,0-1 0,-1 1 0,0 0 0,1 0 0,-1-1 0,0 1 0,0-1 0,-1 1 0,1-1 0,0-3 0,0-2 0,0 1 0,0-1 0,-1 0 0,-1-14 0,0 18 0,1 1 0,-1-1 0,0 0 0,0 0 0,0 1 0,0-1 0,-1 1 0,1-1 0,-1 1 0,0-1 0,-3-3 0,5 7 0,0 0 0,0 0 0,0 1 0,0-1 0,0 0 0,0 0 0,0 0 0,0 1 0,-1-1 0,1 0 0,0 0 0,0 0 0,0 1 0,0-1 0,0 0 0,0 0 0,0 0 0,0 0 0,0 1 0,-1-1 0,1 0 0,0 0 0,0 0 0,0 0 0,0 0 0,0 0 0,-1 1 0,1-1 0,0 0 0,0 0 0,0 0 0,0 0 0,-1 0 0,1 0 0,0 0 0,0 0 0,0 0 0,-1 0 0,1 0 0,0 0 0,0 0 0,0 0 0,-1 0 0,1 0 0,0 0 0,0 0 0,0 0 0,-1 0 0,1 0 0,0 0 0,0 0 0,0-1 0,0 1 0,-1 0 0,1 0 0,0 0 0,0 0 0,0 0 0,0 0 0,0-1 0,-1 1 0,1 0 0,0 0 0,2 17 0,1-6 0,1 1 0,0-1 0,1 0 0,1-1 0,-1 1 0,2-1 0,-1 0 0,1 0 0,1-1 0,0 0 0,0 0 0,12 9 0,-17-16 0,0-1 0,0 1 0,-1-1 0,1 1 0,0-1 0,0 0 0,0 0 0,0-1 0,1 1 0,-1 0 0,0-1 0,0 0 0,0 0 0,0 0 0,4 0 0,-5-1 0,0 1 0,1-1 0,-1 1 0,0-1 0,0 0 0,0 0 0,0 0 0,0 0 0,0 0 0,0 0 0,0 0 0,-1-1 0,1 1 0,0-1 0,-1 0 0,1 1 0,-1-1 0,1 0 0,-1 0 0,0 0 0,2-3 0,1-5 0,-1-1 0,0 1 0,0-1 0,-1 0 0,0 0 0,-1 0 0,0-1 0,-1 1 0,-1 0 0,1 0 0,-2 0 0,-2-16 0,3 27 0,1 0 0,0 0 0,0 0 0,0 0 0,0 0 0,0 0 0,0 0 0,0 0 0,0 0 0,0-1 0,0 1 0,0 0 0,0 0 0,0 0 0,0 0 0,0 0 0,0 0 0,0-1 0,0 1 0,0 0 0,0 0 0,0 0 0,0 0 0,0 0 0,0 0 0,0-1 0,0 1 0,0 0 0,0 0 0,0 0 0,0 0 0,0 0 0,0 0 0,0 0 0,0-1 0,0 1 0,0 0 0,0 0 0,1 0 0,-1 0 0,0 0 0,0 0 0,0 0 0,0 0 0,0 0 0,0 0 0,0 0 0,1 0 0,-1 0 0,0 0 0,0 0 0,0 0 0,0 0 0,0 0 0,0 0 0,0 0 0,1 0 0,-1 0 0,10 6 0,10 12 0,-20-18 0,37 37-61,-4-5-591,30 37 0,-54-56-6174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24575,'-3'1'0,"-1"-1"0,1 1 0,0 0 0,0 0 0,0 0 0,0 0 0,0 0 0,0 1 0,0-1 0,1 1 0,-1 0 0,0 0 0,1 0 0,-1 0 0,1 0 0,-4 5 0,4-4 0,1 0 0,0 0 0,0 0 0,0 0 0,0-1 0,0 1 0,0 0 0,1 0 0,0 1 0,-1-1 0,1 0 0,0 0 0,0 0 0,1 0 0,-1 0 0,1 0 0,1 6 0,2 1 0,-1 0 0,2 0 0,-1 0 0,1 0 0,10 14 0,38 43 0,-12-16 0,-31-38 0,-7-10 0,1 1 0,-2 0 0,1 0 0,0 0 0,-1 0 0,1 0 0,-1 0 0,0 1 0,1 5 0,-3-10 0,0 1 0,0-1 0,0 1 0,0-1 0,0 1 0,0-1 0,0 1 0,0-1 0,0 1 0,0-1 0,0 0 0,0 1 0,0-1 0,0 1 0,-1-1 0,1 1 0,0-1 0,0 1 0,-1-1 0,1 0 0,0 1 0,-1-1 0,1 1 0,0-1 0,-1 0 0,1 1 0,0-1 0,-1 0 0,1 0 0,-1 1 0,1-1 0,-1 0 0,1 0 0,-1 0 0,1 1 0,-1-1 0,1 0 0,0 0 0,-1 0 0,1 0 0,-1 0 0,1 0 0,-1 0 0,0 0 0,-24-5 0,-161-61 0,189 64 0,8 1 0,13 1 0,74 8 0,2 0 0,-84-7 0,2-1 0,-1 0 0,1-1 0,21-3 0,-35 3 0,1 0 0,-1 0 0,0-1 0,0 1 0,1-1 0,-1 0 0,0 0 0,0 0 0,0-1 0,-1 1 0,1-1 0,-1 0 0,1 0 0,-1 0 0,0 0 0,0-1 0,4-6 0,-3 3 0,0-1 0,-1 0 0,0 0 0,0 0 0,-1 0 0,0-1 0,0 1 0,-1-1 0,0 1 0,-1-1 0,0 0 0,0 1 0,-1-1 0,0 1 0,0-1 0,-1 1 0,0-1 0,-1 1 0,1 0 0,-2 0 0,1 0 0,-1 1 0,0-1 0,-1 1 0,0 0 0,-7-9 0,11 15 0,1 1 0,-1-1 0,1 0 0,-1 1 0,0-1 0,1 1 0,-1-1 0,0 1 0,1-1 0,-1 1 0,0-1 0,0 1 0,0 0 0,0-1 0,1 1 0,-1 0 0,0 0 0,0-1 0,0 1 0,0 0 0,0 0 0,0 0 0,1 0 0,-3 1 0,2-1 0,0 1 0,0-1 0,0 1 0,0 0 0,0 0 0,0 0 0,0-1 0,0 1 0,0 0 0,0 0 0,0 0 0,0 0 0,1 1 0,-2 1 0,-1 4 0,0 0 0,0 0 0,1 0 0,-3 13 0,4-10 0,-1 1 0,1-1 0,1 1 0,0-1 0,0 1 0,1-1 0,1 1 0,4 19 0,-4-24 0,0 0 0,1 0 0,-1 0 0,1 0 0,1-1 0,-1 0 0,1 1 0,-1-1 0,2 0 0,-1-1 0,0 1 0,1-1 0,0 0 0,0 0 0,11 6 0,-4-4 20,0 0 0,0-1 0,0-1 0,1 0 0,25 5 0,-14-7-515,0 0 0,31-1 0,-41-2-6331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49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294 512 24575,'-123'12'0,"66"-8"0,52-3 0,0 0 0,0 0 0,1 0 0,-1 0 0,0 1 0,1 0 0,-5 2 0,8-3 0,0-1 0,0 0 0,0 1 0,0-1 0,1 1 0,-1-1 0,0 1 0,1-1 0,-1 1 0,0 0 0,1-1 0,-1 1 0,0 0 0,1-1 0,-1 1 0,1 0 0,-1 0 0,1-1 0,0 1 0,-1 0 0,1 0 0,0 0 0,0 0 0,-1 0 0,1 0 0,0-1 0,0 1 0,0 0 0,0 0 0,0 0 0,0 0 0,0 0 0,1 0 0,-1 0 0,0 0 0,0-1 0,1 1 0,-1 0 0,0 0 0,1 0 0,-1 0 0,1-1 0,-1 1 0,1 0 0,1 0 0,1 2 0,0 0 0,0-1 0,0 1 0,1-1 0,-1 0 0,1 0 0,0 0 0,0-1 0,-1 1 0,1-1 0,0 0 0,0 0 0,0 0 0,0-1 0,5 1 0,9 0 0,-1-1 0,21-2 0,-33 1 0,0 1 0,0-1 0,0 0 0,0 0 0,-1 0 0,1-1 0,0 1 0,-1-1 0,1-1 0,-1 1 0,1 0 0,-1-1 0,0 0 0,0 0 0,-1 0 0,1-1 0,0 1 0,-1-1 0,0 0 0,0 0 0,0 0 0,0 0 0,-1 0 0,0-1 0,0 1 0,0-1 0,0 0 0,-1 0 0,1 1 0,-1-1 0,-1 0 0,2-8 0,-2 0 0,-1 0 0,0 0 0,0 0 0,-2 1 0,1-1 0,-1 0 0,-1 1 0,0 0 0,-1 0 0,-11-20 0,-8-8 0,-46-60 0,50 73 0,-11-14 0,-66-69 0,79 97 0,17 13 0,1 0 0,0-1 0,0 1 0,-1 0 0,1 0 0,0 0 0,-1 0 0,1 0 0,0 0 0,-1 0 0,1 0 0,0 0 0,-1 0 0,1 0 0,0 0 0,-1 0 0,1 0 0,0 0 0,-1 0 0,1 0 0,0 0 0,-1 1 0,1-1 0,-1 1 0,1-1 0,0 1 0,-1-1 0,1 1 0,0-1 0,0 1 0,0-1 0,0 1 0,-1-1 0,1 1 0,0-1 0,0 1 0,0-1 0,0 1 0,0-1 0,0 1 0,0-1 0,1 2 0,3 15 0,0-1 0,2 1 0,0-1 0,1-1 0,12 23 0,-9-19 0,24 45 0,2-1 0,4-1 0,70 83 0,-76-109-1365,-27-26-5461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24575,'10'21'0,"6"8"0,3 2 0,-3-1 0,0-4 0,-4-4 0,-3-2 0,-4-6-8191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24575,'0'3'0,"0"2"0,0 4 0,0 3 0,3 2 0,0 0 0,0-1-8191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 24575,'-16'-2'0,"-1"2"0,0 0 0,-21 3 0,32-2 0,1 0 0,-1 0 0,1 0 0,-1 1 0,1 0 0,-1 0 0,1 0 0,0 1 0,0 0 0,0 0 0,1 0 0,-1 1 0,-4 3 0,7-4 0,0 0 0,0 0 0,0 0 0,0 0 0,0 0 0,1 1 0,-1-1 0,1 0 0,0 1 0,0-1 0,1 1 0,-1 0 0,1-1 0,-1 1 0,1-1 0,0 1 0,1 4 0,1 6 0,0 0 0,1 0 0,5 15 0,4 7 0,28 58 0,27 32 0,-9-19 0,-28-42 0,-16-33 0,1-1 0,2-1 0,21 30 0,-36-57 0,1 0 0,0 0 0,0 0 0,0 0 0,0-1 0,0 0 0,0 1 0,6 2 0,-8-5 0,0 1 0,0-1 0,0 1 0,0-1 0,0 0 0,0 0 0,0 1 0,0-1 0,0 0 0,0 0 0,0 0 0,0 0 0,0 0 0,-1 0 0,1 0 0,0 0 0,0-1 0,0 1 0,0 0 0,0-1 0,0 1 0,0 0 0,0-1 0,0 1 0,0-1 0,-1 0 0,1 1 0,0-1 0,0 1 0,-1-1 0,1 0 0,0 0 0,-1 1 0,1-1 0,-1 0 0,1 0 0,-1 0 0,1 0 0,-1 0 0,1-1 0,0-3 0,1 0 0,-1-1 0,0 1 0,0-1 0,-1 1 0,0-1 0,0 0 0,0 1 0,0-1 0,-1 1 0,0-1 0,-2-5 0,0-1 0,0 1 0,-2 0 0,1 0 0,-11-17 0,5 11 0,-1 1 0,-24-27 0,27 34 0,0 1 0,-1 1 0,1-1 0,-2 1 0,1 1 0,-13-7 0,7 8 0,1 0 0,0 1 0,-1 1 0,0 0 0,0 1 0,-24 0 0,31 1 0,0 2 0,0-1 0,0 1 0,-15 3 0,19-3 0,1 0 0,0 0 0,0 0 0,0 0 0,0 1 0,0-1 0,0 1 0,1 0 0,-1-1 0,0 1 0,1 1 0,-1-1 0,1 0 0,-4 5 0,6-7-27,0 0 1,-1 1-1,1-1 0,0 1 0,0-1 1,-1 0-1,1 1 0,0-1 0,0 1 1,0-1-1,0 1 0,-1-1 0,1 1 0,0-1 1,0 0-1,0 1 0,0-1 0,0 1 1,0-1-1,0 1 0,0-1 0,0 1 1,1-1-1,-1 1 0,0-1 0,0 1 0,0-1 1,0 0-1,1 1 0,-1-1 0,0 1 1,0-1-1,1 0 0,-1 1 0,0-1 1,1 0-1,-1 1 0,0-1 0,1 0 0,-1 0 1,1 1-1,-1-1 0,0 0 0,1 0 1,-1 1-1,1-1 0,-1 0 0,1 0 0,-1 0 1,1 0-1,8 0-6799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1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24575,'-5'7'0,"0"-1"0,1 2 0,0-1 0,1 0 0,-1 1 0,1 0 0,1-1 0,0 1 0,0 0 0,0 1 0,0 11 0,1-8 0,2 1 0,-1 0 0,2-1 0,0 1 0,0-1 0,8 22 0,4 3 0,3 0 0,1-1 0,37 53 0,126 182-1365,-173-257-5461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1 350 24575,'64'-12'0,"88"-6"0,-121 15 0,-1-1 0,49-13 0,-65 13 0,-1 0 0,1-1 0,-1-1 0,-1 0 0,1-1 0,-1 0 0,21-17 0,-29 21 0,-1 0 0,0 0 0,0 0 0,0-1 0,0 0 0,-1 1 0,1-1 0,-1 0 0,0 0 0,0 0 0,0 0 0,-1 0 0,0-1 0,0 1 0,0-1 0,1-6 0,-2 8 0,0 0 0,-1 0 0,1 0 0,0 0 0,-1 0 0,0 0 0,0 0 0,0 0 0,0 1 0,0-1 0,-1 0 0,1 1 0,-1-1 0,1 1 0,-1-1 0,0 1 0,0 0 0,0 0 0,-1 0 0,1 0 0,0 0 0,-1 0 0,1 1 0,-1-1 0,-4-1 0,0 0 0,-1 0 0,1 1 0,0 0 0,-1 0 0,1 1 0,-9-1 0,12 1 0,0 1 0,0 0 0,0 0 0,0 0 0,0 1 0,0-1 0,0 1 0,0 0 0,0 0 0,0 0 0,0 1 0,-7 3 0,9-4 0,1 1 0,-1-1 0,0 1 0,1 0 0,-1-1 0,1 1 0,0 0 0,0 0 0,-1 0 0,1 0 0,0 0 0,1 0 0,-1 0 0,0 0 0,0 0 0,1 0 0,0 1 0,-1-1 0,1 0 0,0 0 0,0 1 0,0-1 0,0 0 0,0 0 0,1 1 0,-1-1 0,1 0 0,0 0 0,-1 0 0,2 3 0,1 2 0,1 0 0,-1 0 0,1-1 0,0 1 0,1-1 0,0 0 0,9 9 0,3 1 0,0-1 0,1-1 0,0-1 0,1 0 0,25 11 0,-29-17 0,1-1 0,-1 0 0,1-1 0,0-1 0,0 0 0,0-2 0,0 0 0,17 0 0,-1-2 0,0-2 0,58-10 0,-88 11 0,-1 1 0,1 0 0,-1 0 0,1-1 0,-1 1 0,0-1 0,1 0 0,-1 1 0,0-1 0,1 0 0,-1 0 0,0 1 0,0-1 0,1 0 0,-1 0 0,0-1 0,0 1 0,0 0 0,0 0 0,-1 0 0,1-1 0,0 1 0,0 0 0,-1-1 0,1 1 0,-1-1 0,1 1 0,-1 0 0,0-1 0,0 1 0,1-1 0,-1 1 0,0-1 0,0 1 0,-1-3 0,0-5 0,-1 0 0,0 0 0,0 1 0,-1-1 0,-4-7 0,0-4 0,6 17 0,-4-10 0,1-1 0,0 0 0,1 1 0,1-1 0,0 0 0,0-19 0,2 32 0,0 0 0,0 0 0,0-1 0,0 1 0,1 0 0,-1 0 0,0 0 0,1-1 0,-1 1 0,1 0 0,-1 0 0,1 0 0,-1 0 0,1 0 0,0 0 0,0 0 0,-1 0 0,1 0 0,0 1 0,0-1 0,0 0 0,0 0 0,0 1 0,0-1 0,0 1 0,0-1 0,0 1 0,0-1 0,1 1 0,-1-1 0,0 1 0,0 0 0,0 0 0,3 0 0,3 0 0,0 0 0,1 1 0,-1 0 0,0 0 0,7 3 0,12 1 0,-25-4 0,74 2 0,-68-3 0,1 0 0,-1-1 0,0 0 0,0 0 0,0 0 0,0-1 0,0-1 0,8-2 0,-13 3 0,0 1 0,0-1 0,0 1 0,0-1 0,0 0 0,-1 1 0,1-1 0,0 0 0,-1 0 0,1-1 0,-1 1 0,0 0 0,0 0 0,0 0 0,1-4 0,-1 5 0,-1-1 0,0 1 0,1 0 0,-1 0 0,0-1 0,0 1 0,0 0 0,0 0 0,0-1 0,0 1 0,0 0 0,-1 0 0,1-1 0,0 1 0,-1 0 0,1 0 0,0 0 0,-1 0 0,0 0 0,1-1 0,-1 1 0,0 0 0,1 0 0,-1 0 0,0 1 0,0-1 0,0 0 0,0 0 0,0 0 0,0 1 0,0-1 0,-2-1 0,2 2 0,1 0 0,-1-1 0,0 1 0,0 0 0,0 0 0,0 0 0,0-1 0,0 1 0,0 0 0,0 0 0,0 0 0,0 1 0,0-1 0,0 0 0,0 0 0,0 0 0,1 1 0,-1-1 0,0 0 0,0 1 0,0-1 0,0 1 0,0-1 0,1 1 0,-1 0 0,0-1 0,0 1 0,1 0 0,-1-1 0,1 1 0,-1 0 0,1 0 0,-1-1 0,1 1 0,-1 0 0,0 1 0,-1 2 0,0 1 0,1-1 0,-1 0 0,1 1 0,0-1 0,-1 7 0,-1 9 0,2 0 0,2 39 0,0-52 0,0 1 0,0-1 0,0 0 0,1 0 0,0 1 0,1-1 0,0 0 0,0-1 0,0 1 0,1-1 0,4 8 0,-5-11 0,-1 0 0,1-1 0,-1 1 0,1-1 0,0 1 0,0-1 0,0 0 0,0 0 0,0-1 0,1 1 0,-1 0 0,0-1 0,1 0 0,-1 0 0,1 0 0,0 0 0,-1-1 0,1 1 0,0-1 0,-1 0 0,8-1 0,-6 1 0,0-2 0,-1 1 0,1 0 0,0-1 0,-1 0 0,1 0 0,-1 0 0,1-1 0,-1 1 0,0-1 0,0 0 0,-1 0 0,1 0 0,0-1 0,4-6 0,1-2 0,-2 0 0,11-20 0,-10 15 0,-7 16 0,-1 0 0,1 0 0,-1 0 0,1 0 0,-1 0 0,1 0 0,0 0 0,-1 0 0,1 1 0,0-1 0,0 0 0,-1 0 0,1 1 0,0-1 0,0 0 0,0 1 0,0-1 0,0 1 0,0-1 0,0 1 0,0-1 0,0 1 0,0 0 0,0-1 0,1 1 0,-1 0 0,0 0 0,2 0 0,-1 1 0,0 0 0,1 0 0,-1 0 0,0 0 0,0 0 0,0 0 0,0 1 0,-1-1 0,1 1 0,0-1 0,-1 1 0,1 0 0,1 2 0,1 1 0,5 6 0,0 0 0,12 10 0,-18-18 0,0-1 0,0 1 0,1-1 0,-1 0 0,1 0 0,0 0 0,-1 0 0,1-1 0,0 1 0,0-1 0,7 1 0,11 1 0,-10-1 0,1 0 0,0-1 0,0-1 0,0 0 0,19-3 0,-25 2 0,1 0 0,0 0 0,0 1 0,-1 0 0,1 0 0,0 1 0,0 0 0,-1 1 0,1-1 0,-1 1 0,12 5 0,-4-1 0,-3-1 0,26 6 0,-29-10-1365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24575,'17'27'0,"12"15"0,2 7 0,-1 4 0,0-1 0,-4-1 0,-3-2 0,-3-4 0,0-2 0,-3-4 0,-2-3 0,-2-5 0,-2-3 0,-1-4 0,-2-3 0,-2-3 0,-3-5-8191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269 159 24575,'-27'-28'0,"-12"-8"0,-2 1 0,3 6 0,7 9 0,5 10 0,5 9 0,3 8 0,2 2 0,5 0-8191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84 24575,'-17'-10'0,"-9"-6"0,-1 2 0,-56-23 0,79 36 0,0-1 0,-1 1 0,1 0 0,0 0 0,-1 1 0,-5-1 0,9 1 0,0 0 0,0 1 0,0-1 0,-1 0 0,1 0 0,0 1 0,0-1 0,0 0 0,0 1 0,0-1 0,0 1 0,0-1 0,0 1 0,0 0 0,0 0 0,0-1 0,0 1 0,0 0 0,0 0 0,1 0 0,-1 0 0,0 0 0,1 0 0,-1 0 0,0 0 0,1 0 0,-1 2 0,-1 3 0,1 0 0,0 0 0,1 0 0,-1 0 0,1 0 0,0 0 0,0 0 0,1 0 0,0-1 0,3 12 0,2 6 0,15 30 0,9 15 0,3-2 0,2-1 0,4-2 0,3-1 0,89 102 0,-116-147 0,2 3 0,1-2 0,37 31 0,-52-47-227,0 0-1,1 0 1,0 0-1,-1 0 1,6 2-1,3-1-6598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300 123 24575,'-31'-17'0,"-11"-7"0,-2 2 0,1 2 0,7 3 0,5 6 0,7 4 0,4 4 0,3 2 0,5 1-8191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254 357 24575,'44'33'0,"-125"-89"0,44 32 0,-39-32 0,63 45 0,1-1 0,0 0 0,1-1 0,-11-15 0,17 21 0,1 0 0,0-1 0,1 1 0,-1-1 0,1 0 0,1 1 0,0-1 0,0 0 0,0-1 0,0-11 0,2 15 0,-1 0 0,1 1 0,1-1 0,-1 0 0,1 0 0,-1 0 0,1 0 0,3-6 0,-3 9 0,0 0 0,0 1 0,0-1 0,0 0 0,0 0 0,1 1 0,-1-1 0,1 1 0,-1-1 0,1 1 0,0 0 0,-1 0 0,1-1 0,0 1 0,0 0 0,0 1 0,0-1 0,0 0 0,0 0 0,0 1 0,3-1 0,4 0 11,-1 0 0,0 1 0,0 0 0,0 0 0,0 1 0,0 0-1,0 1 1,0 0 0,0 0 0,13 6 0,-7-2-308,-1 0 0,1 1 0,-2 1 0,24 18 0,-25-17-6529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226 179 24575,'-30'-11'0,"-48"-14"0,67 23 0,0-1 0,-1 2 0,1-1 0,-22 1 0,31 1 0,1 0 0,-1 0 0,1 0 0,-1 0 0,1 0 0,-1 0 0,1 1 0,-1-1 0,1 1 0,0-1 0,-1 1 0,1-1 0,-1 1 0,1 0 0,0-1 0,0 1 0,-1 0 0,1 0 0,0 0 0,0 0 0,0 0 0,0 0 0,0 1 0,0-1 0,0 0 0,0 0 0,1 1 0,-1-1 0,1 0 0,-1 1 0,1-1 0,-1 1 0,1-1 0,-1 1 0,1-1 0,0 1 0,0-1 0,0 1 0,0-1 0,0 1 0,0-1 0,1 1 0,-1 1 0,2 3 0,0 1 0,0 0 0,0-1 0,1 1 0,0-1 0,0 0 0,0 0 0,6 7 0,0-2 0,0 0 0,1-1 0,17 14 0,-20-18 0,1 0 0,-1-1 0,1 0 0,0-1 0,1 0 0,13 5 0,-19-8 0,1 0 0,-1 0 0,0 0 0,1-1 0,-1 1 0,1-1 0,-1 0 0,1 0 0,-1 0 0,1-1 0,-1 1 0,1-1 0,-1 0 0,0 0 0,1 0 0,-1 0 0,0-1 0,0 1 0,0-1 0,0 0 0,0 0 0,0 0 0,-1 0 0,6-5 0,-5 3 0,0 1 0,-1-1 0,1-1 0,-1 1 0,0 0 0,0-1 0,0 1 0,0-1 0,-1 1 0,0-1 0,0 0 0,0 1 0,-1-1 0,1 0 0,-1 0 0,-1 0 0,0-7 0,-1 2 0,0 0 0,-1 0 0,0 0 0,-1 1 0,0-1 0,0 1 0,-1 0 0,0 0 0,-1 1 0,-7-10 0,-2 0 0,-1 0 0,-1 2 0,-24-19 0,37 31 14,-1 1-1,1 0 0,-1 0 0,0 0 1,0 0-1,0 1 0,0 0 1,-9-2-1,12 3-81,0 1 1,-1 0-1,1-1 1,-1 1-1,1 0 1,-1 0-1,1 0 1,0 1-1,-1-1 1,1 1-1,-1-1 1,1 1-1,0 0 1,-1 0-1,1 0 1,0 0-1,0 0 1,0 1-1,0-1 1,0 0-1,-2 3 1,-6 6-6759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24575,'3'0'0,"0"0"0,0 1 0,0-1 0,0 1 0,0 0 0,0 0 0,-1 0 0,1 0 0,0 1 0,-1-1 0,4 3 0,26 22 0,-13-11 0,72 64 0,-89-78 0,-1 0 0,1 0 0,-1 0 0,1 0 0,-1 0 0,1 0 0,-1 0 0,1 0 0,0-1 0,0 1 0,-1-1 0,1 1 0,0-1 0,0 0 0,0 0 0,-1 0 0,1 1 0,0-2 0,0 1 0,0 0 0,0 0 0,3-2 0,-3 1 0,0 0 0,-1 0 0,1-1 0,0 1 0,0 0 0,-1-1 0,1 0 0,-1 1 0,0-1 0,1 0 0,-1 0 0,0 0 0,0 0 0,0 0 0,0 0 0,-1 0 0,1 0 0,0 0 0,-1-3 0,1-1 0,0-1 0,-1 0 0,1 0 0,-2 0 0,1 0 0,-1 1 0,-2-13 0,-2-15 0,5 34 0,-1 0 0,1 0 0,0 0 0,0 0 0,0-1 0,0 1 0,0 0 0,0 0 0,0 0 0,0 0 0,0-1 0,0 1 0,0 0 0,0 0 0,0 0 0,0 0 0,0 0 0,0-1 0,0 1 0,0 0 0,0 0 0,0 0 0,0 0 0,1 0 0,-1-1 0,0 1 0,0 0 0,0 0 0,0 0 0,0 0 0,0 0 0,0 0 0,0 0 0,1-1 0,-1 1 0,0 0 0,0 0 0,0 0 0,0 0 0,0 0 0,1 0 0,-1 0 0,0 0 0,0 0 0,7 5 0,8 14 0,-14-18 0,6 8 0,0 0 0,0 0 0,1-1 0,1 0 0,-1 0 0,1-1 0,19 11 0,-23-15 0,0 0 0,1 0 0,0-1 0,-1 0 0,1 0 0,0 0 0,0-1 0,0 0 0,0 0 0,0-1 0,1 0 0,-1 0 0,0 0 0,0 0 0,0-1 0,9-2 0,-13 2 0,1 0 0,-1 0 0,0 0 0,1-1 0,-1 1 0,0-1 0,0 1 0,0-1 0,0 0 0,0 1 0,0-1 0,0 0 0,-1 0 0,1-1 0,-1 1 0,1 0 0,-1 0 0,2-5 0,7-10 0,-9 16 0,-1 0 0,1 0 0,1 0 0,-1 0 0,0 0 0,0 0 0,0 0 0,0 0 0,1 1 0,-1-1 0,0 0 0,1 1 0,-1-1 0,1 1 0,-1-1 0,1 1 0,-1 0 0,0 0 0,1 0 0,-1 0 0,1 0 0,-1 0 0,1 0 0,-1 0 0,1 0 0,-1 1 0,1-1 0,-1 0 0,2 2 0,7 1 0,-1 1 0,0 0 0,11 8 0,-8-5 0,18 6-1365,-18-8-5461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237 776 24575,'13'-25'0,"-1"0"0,-1-1 0,-1 0 0,8-33 0,-15 44 0,0-1 0,-1 1 0,-1-1 0,0 0 0,-1 0 0,-1 0 0,-1 1 0,-6-30 0,0 15 0,-2 2 0,-1-1 0,-1 1 0,-2 1 0,-24-37 0,-97-117 0,126 170 0,5 6 0,0-1 0,0 1 0,-1 1 0,1-1 0,-1 1 0,0-1 0,-10-5 0,14 10 0,1-1 0,0 1 0,-1 0 0,1 0 0,0-1 0,-1 1 0,1 0 0,0 0 0,-1 0 0,1-1 0,-1 1 0,1 0 0,0 0 0,-1 0 0,1 0 0,-1 0 0,1 0 0,-1 0 0,1 0 0,0 0 0,-1 0 0,1 0 0,-1 0 0,1 0 0,0 1 0,-1-1 0,1 0 0,-1 0 0,1 0 0,0 0 0,-1 1 0,1-1 0,0 0 0,-1 0 0,1 1 0,0-1 0,0 0 0,-1 1 0,1-1 0,0 0 0,0 1 0,-1-1 0,1 0 0,0 1 0,0-1 0,0 1 0,0-1 0,-1 0 0,1 1 0,0-1 0,0 1 0,0-1 0,0 1 0,0-1 0,0 0 0,0 1 0,1 0 0,3 27 0,-4-26 0,22 75 0,3 0 0,46 98 0,-49-129 0,36 57 0,-42-79 0,2 0 0,0 0 0,36 33 0,-48-50 0,1-1 0,1 0 0,-1-1 0,1 0 0,0 0 0,0-1 0,0 0 0,12 4 0,-18-7 0,1 0 0,0-1 0,0 1 0,0-1 0,0 1 0,-1-1 0,1 0 0,0 0 0,0 0 0,0-1 0,0 1 0,0-1 0,-1 0 0,1 1 0,0-1 0,-1 0 0,1 0 0,0-1 0,-1 1 0,1-1 0,-1 1 0,0-1 0,1 0 0,-1 0 0,0 0 0,0 0 0,0 0 0,0 0 0,-1-1 0,2-2 0,3-4 0,-1-1 0,-1 0 0,0 0 0,0 0 0,-1 0 0,0-1 0,-1 0 0,2-19 0,-2-5 0,-3-47 0,3 90 0,1 0 0,1 0 0,0 0 0,5 8 0,-3-6 0,16 27 0,1-2 0,45 54 0,-51-75 120,-8-10-321,-9-4 163,0 0 0,1 0 1,-1 0-1,0 0 0,0 0 0,1-1 1,-1 1-1,0 0 0,0 0 0,0 0 1,1 0-1,-1-1 0,0 1 0,0 0 1,0 0-1,1 0 0,-1-1 0,0 1 0,0 0 1,0 0-1,0 0 0,0-1 0,0 1 1,0 0-1,0 0 0,1-1 0,-1 1 1,0 0-1,0 0 0,0-1 0,0 1 1,0 0-1,0-1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24575,'18'15'0,"5"7"0,-1 3 0,-4 0 0,-5-5-8191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24575,'61'47'0,"-10"-7"0,-49-39 0,0 1 0,1-1 0,-1 1 0,1-1 0,-1 0 0,1 0 0,-1 0 0,1 0 0,0 0 0,0 0 0,-1-1 0,1 0 0,5 1 0,-6-1 0,0-1 0,0 1 0,0-1 0,-1 1 0,1-1 0,0 0 0,-1 0 0,1 1 0,0-1 0,-1 0 0,1 0 0,-1-1 0,1 1 0,-1 0 0,0 0 0,1-1 0,-1 1 0,0-1 0,0 1 0,0-1 0,1-2 0,2-2 0,-2 2 0,0 0 0,0 0 0,1 0 0,0 1 0,-1-1 0,5-3 0,-6 6 0,1 0 0,-1 0 0,0 0 0,1 1 0,-1-1 0,1 0 0,-1 1 0,1-1 0,-1 1 0,1 0 0,-1-1 0,1 1 0,-1 0 0,1 0 0,0 0 0,-1 0 0,1 0 0,-1 0 0,1 1 0,-1-1 0,4 1 0,15 6 0,0 1 0,36 20 0,2 1 0,-30-16-682,29 16-1,-48-23-6143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24575,'55'-10'0,"35"-7"0,-76 13 0,0 0 0,0-1 0,0-1 0,14-7 0,-24 10 0,0 1 0,-1-1 0,1 0 0,-1 0 0,1 0 0,-1-1 0,0 1 0,0-1 0,0 0 0,-1 1 0,1-1 0,-1-1 0,0 1 0,0 0 0,0 0 0,-1-1 0,2-6 0,-3 8 0,1-1 0,-1 1 0,1 0 0,-1-1 0,0 1 0,-1-1 0,1 1 0,0 0 0,-1-1 0,0 1 0,0 0 0,0 0 0,0-1 0,0 1 0,-1 0 0,0 0 0,1 0 0,-1 1 0,0-1 0,0 0 0,-1 1 0,1-1 0,0 1 0,-5-4 0,3 3 0,-1 0 0,0 0 0,1 1 0,-1-1 0,0 1 0,0 0 0,0 1 0,-1-1 0,1 1 0,0 0 0,-1 0 0,1 1 0,0-1 0,-1 1 0,-10 1 0,13 0 0,-1 0 0,1-1 0,0 1 0,0 1 0,-1-1 0,1 0 0,0 1 0,0 0 0,0-1 0,1 1 0,-1 0 0,0 1 0,1-1 0,-1 0 0,1 1 0,0-1 0,0 1 0,0 0 0,0 0 0,0 0 0,1 0 0,-1 0 0,1 0 0,0 0 0,0 0 0,-1 5 0,0 0 0,0 1 0,1 0 0,1 0 0,-1 0 0,2-1 0,-1 1 0,1 0 0,0 0 0,1 0 0,0-1 0,0 1 0,1-1 0,0 1 0,6 11 0,0-5 0,0-1 0,0 0 0,1 0 0,1-1 0,1-1 0,21 20 0,-30-29-273,1 0 0,-1-1 0,1 0 0,6 4 0,0-2-6553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0 24575,'-16'5'0,"1"1"0,0 0 0,-28 17 0,40-21 0,-1 1 0,1-1 0,-1 0 0,1 1 0,0 0 0,0 0 0,1 0 0,-1 0 0,0 0 0,1 0 0,0 1 0,0-1 0,0 1 0,0 0 0,1-1 0,-1 1 0,1 0 0,0 0 0,0 0 0,0 0 0,0 6 0,1-8 0,0-1 0,0 1 0,0 0 0,0 0 0,0-1 0,1 1 0,-1 0 0,0-1 0,1 1 0,-1 0 0,1-1 0,0 1 0,0-1 0,-1 1 0,1-1 0,0 1 0,0-1 0,0 0 0,1 1 0,-1-1 0,0 0 0,0 0 0,1 0 0,-1 0 0,1 0 0,-1 0 0,1 0 0,-1 0 0,1-1 0,-1 1 0,1-1 0,0 1 0,-1-1 0,1 1 0,0-1 0,-1 0 0,4 0 0,2 0 0,-1 0 0,1-1 0,0 0 0,-1-1 0,0 1 0,1-1 0,-1 0 0,9-5 0,-7 4 0,-1-1 0,1 0 0,0 1 0,16-5 0,-21 8 0,0 0 0,1-1 0,-1 1 0,0 0 0,1 0 0,-1 1 0,0-1 0,1 1 0,-1-1 0,0 1 0,0 0 0,1 1 0,3 1 0,2 2-179,-1 0-1,0 1 1,0 0 0,0 1-1,-1 0 1,9 9-1,-15-15 71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0 356 24575,'52'31'0,"-12"-6"0,1-2 0,54 22 0,-85-42 0,0 1 0,1-2 0,19 4 0,-27-6 0,0 1 0,0-1 0,-1 0 0,1 0 0,0 0 0,0 0 0,0-1 0,0 1 0,-1-1 0,1 0 0,0 0 0,0 0 0,-1 0 0,1 0 0,-1 0 0,1-1 0,-1 1 0,1-1 0,2-2 0,-3 1 0,-1 1 0,1-1 0,-1 0 0,0 0 0,0 0 0,0 0 0,0 0 0,0 0 0,0 0 0,-1 0 0,0-1 0,1-5 0,-1 2 0,-1 0 0,1 0 0,-1 0 0,-3-13 0,0 10 0,0 0 0,-1 0 0,0 0 0,0 1 0,-1 0 0,-8-9 0,-44-48 0,6 15 0,28 29 0,1-1 0,1-1 0,2-1 0,-19-28 0,38 52 0,0 0 0,1 0 0,-1 0 0,0 0 0,1 0 0,-1 0 0,1 0 0,0-1 0,-1 1 0,1 0 0,0 0 0,0-1 0,-1 1 0,1 0 0,0 0 0,0-1 0,0 1 0,1 0 0,-1 0 0,0-1 0,0 1 0,1-1 0,0 0 0,0 1 0,0 0 0,0 0 0,0 0 0,0 0 0,0 0 0,0 0 0,0 1 0,1-1 0,-1 0 0,0 1 0,0-1 0,1 0 0,-1 1 0,0 0 0,3-1 0,3-1 0,0 1 0,1 1 0,-1-1 0,0 1 0,0 1 0,12 1 0,1 3-229,0 0 0,-1 2-1,0 1 1,34 18 0,-49-24 10,16 8-6607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8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24575,'2'20'0,"2"9"0,-1 2 0,2-4 0,0-4 0,-1-4 0,2-4 0,-1-3 0,0-6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0 24575,'-17'15'0,"-7"8"0,2 2 0,4-1 0,8-1 0,8-3 0,6 1 0,6-2 0,4 0 0,1-4 0,1-2 0,1-3 0,-1-1 0,0-2 0,-3-2-8191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29 24575,'-4'1'0,"0"0"0,0 0 0,0 0 0,0 1 0,0-1 0,0 1 0,1 0 0,-1 1 0,0-1 0,1 0 0,0 1 0,-5 5 0,6-6 0,0 0 0,1 0 0,-1 0 0,1 0 0,0 1 0,0-1 0,0 0 0,0 1 0,0-1 0,0 1 0,1-1 0,-1 1 0,1 0 0,-1-1 0,1 1 0,0-1 0,0 1 0,1 0 0,-1-1 0,0 1 0,2 3 0,1 5 0,1-1 0,0 0 0,0 0 0,1-1 0,1 1 0,10 13 0,-11-17 0,0 1 0,1 0 0,0-1 0,0 0 0,1-1 0,0 1 0,0-1 0,13 7 0,-17-10 0,1-1 0,0 0 0,-1 0 0,1 0 0,0 0 0,0 0 0,0-1 0,-1 1 0,1-1 0,0 0 0,0 0 0,0-1 0,0 1 0,4-2 0,-6 1 0,0 1 0,1-1 0,-1 0 0,0 0 0,0-1 0,0 1 0,0 0 0,0-1 0,0 1 0,0-1 0,0 1 0,0-1 0,-1 0 0,1 0 0,-1 0 0,1 0 0,-1 0 0,0 0 0,0 0 0,0-1 0,0 1 0,0 0 0,0-4 0,1 0 0,-1 1 0,0-1 0,-1-1 0,1 1 0,-1 0 0,0 0 0,-1 0 0,0 0 0,1 0 0,-2 0 0,-2-9 0,1 8 0,0 0 0,-1 0 0,0 1 0,0-1 0,0 1 0,-1 0 0,0 0 0,-9-9 0,2 4 40,-1-1 0,-26-17 0,34 26-146,1 1 0,0-1 0,-1 1 0,0 0 0,1 0 0,-1 1-1,0-1 1,0 1 0,0 0 0,0 0 0,0 1 0,0 0 0,-11 0 0,4 3-6720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24575,'55'37'0,"54"45"0,-94-70 0,-11-8 0,1-1 0,-1 0 0,1 0 0,0 0 0,0 0 0,0-1 0,5 2 0,-8-3 0,-1-1 0,1 0 0,-1 0 0,0 0 0,1 1 0,-1-1 0,0-1 0,1 1 0,-1 0 0,0 0 0,1 0 0,-1-1 0,0 1 0,1-1 0,-1 1 0,0-1 0,0 1 0,1-1 0,-1 0 0,0 0 0,0 0 0,0 1 0,0-1 0,0 0 0,0 0 0,0 0 0,0-1 0,-1 1 0,1 0 0,0 0 0,-1 0 0,1 0 0,0-3 0,3-6 0,0 0 0,-1 0 0,-1 0 0,0-1 0,0 1 0,0-16 0,0 9 0,-2 16 0,0-1 0,0 1 0,0 0 0,0-1 0,0 1 0,1-1 0,-1 1 0,1 0 0,-1-1 0,1 1 0,-1 0 0,1 0 0,0-1 0,0 1 0,-1 0 0,1 0 0,0 0 0,0 0 0,0 0 0,2-1 0,-2 1 0,0 1 0,0 0 0,0-1 0,1 1 0,-1 0 0,0 0 0,0 0 0,1 0 0,-1 0 0,0 0 0,0 0 0,1 0 0,-1 0 0,0 1 0,0-1 0,0 0 0,0 1 0,2 0 0,4 3 0,0 0 0,-1 0 0,1 0 0,-1 1 0,10 9 0,-3-1-273,0 0 0,0 1 0,-1 0 0,15 25 0,-20-26-6553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0 155 24575,'151'106'0,"-138"-96"0,-8-6 0,1 0 0,0 0 0,0-1 0,0 1 0,0-1 0,1-1 0,-1 1 0,7 1 0,-11-4 0,1 1 0,-1-1 0,0 0 0,0 0 0,0 0 0,0 0 0,0 0 0,0 0 0,1-1 0,-1 1 0,0-1 0,0 1 0,0-1 0,0 0 0,0 0 0,0 0 0,-1 0 0,1 0 0,0 0 0,0-1 0,-1 1 0,1 0 0,-1-1 0,1 1 0,-1-1 0,0 0 0,1 0 0,-1 1 0,1-4 0,2-2 0,-1-1 0,-1 1 0,1-1 0,-1 1 0,-1-1 0,1 0 0,-2 0 0,1 0 0,-1 1 0,-1-15 0,-1-2 0,-1-1 0,-8-24 0,7 28 0,3 14 0,0 0 0,-1 0 0,0 0 0,0 0 0,-4-8 0,6 15 2,0-1 0,0 1-1,0 0 1,-1-1 0,1 1-1,0-1 1,0 1 0,0 0 0,0-1-1,-1 1 1,1 0 0,0 0-1,0-1 1,-1 1 0,1 0-1,0-1 1,-1 1 0,1 0-1,0 0 1,-1 0 0,1-1 0,0 1-1,-1 0 1,1 0 0,0 0-1,-1 0 1,1 0 0,-1 0-1,1 0 1,0 0 0,-1-1 0,1 1-1,-1 1 1,1-1 0,0 0-1,-1 0 1,1 0 0,0 0-1,-1 0 1,1 0 0,-1 0-1,1 0 1,0 1 0,-1-1 0,1 0-1,0 0 1,-1 0 0,1 1-1,0-1 1,0 0 0,-1 1-1,1-1 1,0 0 0,0 1-1,-1-1 1,1 1 0,-11 22-899,10-21 332,-4 11-6261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78 24575,'-6'-8'0,"2"2"0,-1-1 0,0 0 0,0 1 0,-1 0 0,0 0 0,0 0 0,0 1 0,-1 0 0,-12-7 0,19 11 0,-1 1 0,0 0 0,0-1 0,1 1 0,-1 0 0,0-1 0,0 1 0,0 0 0,0 0 0,1 0 0,-1 0 0,0 0 0,0 0 0,0 0 0,0 0 0,1 0 0,-1 0 0,0 0 0,0 1 0,0-1 0,0 0 0,1 0 0,-1 1 0,0-1 0,0 1 0,0 0 0,0 0 0,0 0 0,0 0 0,1 0 0,-1 0 0,0 1 0,1-1 0,-1 0 0,1 0 0,-1 1 0,1-1 0,0 0 0,0 1 0,-1-1 0,1 2 0,0 4 0,0-1 0,1 1 0,-1-1 0,1 0 0,3 11 0,0-7 0,0 0 0,0 0 0,1 0 0,0-1 0,1 0 0,9 12 0,-11-16 0,1 1 0,0-1 0,1 0 0,-1 0 0,1-1 0,0 1 0,0-2 0,1 1 0,-1 0 0,9 2 0,-13-5 0,-1 0 0,1-1 0,0 1 0,0-1 0,0 1 0,0-1 0,0 0 0,0 1 0,0-1 0,0 0 0,0-1 0,0 1 0,0 0 0,0 0 0,0-1 0,0 1 0,0-1 0,0 0 0,0 0 0,-1 1 0,1-1 0,0 0 0,0 0 0,-1-1 0,1 1 0,-1 0 0,1-1 0,-1 1 0,0 0 0,1-1 0,-1 0 0,0 1 0,0-1 0,0 0 0,0 0 0,0 1 0,0-1 0,-1 0 0,1 0 0,-1 0 0,1 0 0,-1 0 0,0 0 0,0 0 0,0 0 0,0 0 0,0 0 0,-1-4 0,0 1-170,0 0-1,-1-1 0,0 1 1,0 0-1,0 0 0,-1 0 1,-5-8-1,-2 0-6655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1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164 622 24575,'6'-33'0,"-2"-1"0,1-52 0,-6 67 0,0 0 0,-2-1 0,0 1 0,-1 1 0,0-1 0,-8-18 0,-93-198 0,74 171 0,22 48 0,5 13 0,3 13 0,3 14 0,2 0 0,0 0 0,15 44 0,-7-27 0,6 20 0,2-2 0,2 0 0,3-2 0,39 67 0,-55-111 0,-1 0 0,20 21 0,-24-30 0,0 0 0,0 0 0,0 0 0,1-1 0,0 0 0,-1 0 0,1 0 0,0 0 0,0-1 0,11 4 0,-14-5 0,-1-1 0,0 0 0,1 0 0,-1 1 0,1-1 0,-1 0 0,1 0 0,-1 0 0,0-1 0,1 1 0,-1 0 0,1-1 0,-1 1 0,0 0 0,1-1 0,-1 0 0,0 1 0,0-1 0,1 0 0,-1 1 0,0-1 0,0 0 0,0 0 0,0 0 0,0 0 0,0 0 0,0 0 0,0 0 0,-1-1 0,1 1 0,0 0 0,-1 0 0,1-1 0,-1 1 0,1 0 0,-1-1 0,1 1 0,-1-3 0,2-6 0,-1 0 0,0-1 0,0 1 0,-2-13 0,1 13 0,-2-191 0,3 187 0,0 14 0,-1 0 0,0 0 0,0 0 0,0 0 0,0 0 0,0 0 0,0 0 0,0 0 0,0 0 0,0-1 0,0 1 0,0 0 0,0 0 0,0 0 0,1 0 0,-1 0 0,0 0 0,0 0 0,0 0 0,0 0 0,0 0 0,0 0 0,0 0 0,0 0 0,1 0 0,-1 0 0,0 0 0,0 0 0,0 0 0,0 0 0,0 0 0,0 0 0,0 0 0,1 0 0,-1 0 0,0 0 0,0 0 0,0 0 0,0 0 0,0 0 0,0 0 0,0 0 0,0 1 0,0-1 0,0 0 0,1 0 0,-1 0 0,0 0 0,0 0 0,12 20 0,-10-16 0,3 4 0,70 122 0,-64-114 0,1-1 0,1 0 0,0-1 0,1 0 0,28 21 0,-36-31 0,0 1 0,0-1 0,1-1 0,0 1 0,0-1 0,12 4 0,-17-6 0,0-1 0,0 0 0,0 1 0,0-1 0,0 0 0,0 0 0,0 0 0,-1 0 0,1 0 0,0-1 0,0 1 0,0-1 0,0 1 0,0-1 0,0 0 0,-1 1 0,1-1 0,0 0 0,0 0 0,-1 0 0,1-1 0,-1 1 0,1 0 0,-1 0 0,1-1 0,-1 1 0,0-1 0,0 1 0,0-1 0,2-3 0,-1 0 0,0 0 0,0-1 0,0 1 0,-1-1 0,0 1 0,0-1 0,0 1 0,-1-1 0,0 1 0,0-1 0,0 0 0,-1 1 0,0-1 0,-2-7 0,-3-8 0,0 1 0,-13-26 0,11 33 0,5 13 0,3 8 0,2 1 1,0-1-1,1 0 1,-1-1-1,2 1 1,-1 0-1,1-1 1,5 8-1,38 47 20,-6-11-1409,-33-39-5437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24575,'92'309'0,"-3"-14"0,-87-288 0,4 19 0,-6-25 0,0 0 0,1 1 0,-1-1 0,0 1 0,0-1 0,0 1 0,0-1 0,-1 1 0,1-1 0,0 0 0,-1 1 0,1-1 0,-1 2 0,1-3 0,-1 1 0,1-1 0,0 0 0,0 0 0,-1 0 0,1 0 0,0 0 0,0 0 0,-1 0 0,1 0 0,0 0 0,0 0 0,-1 0 0,1 0 0,0 0 0,0 0 0,-1 0 0,1 0 0,0 0 0,0 0 0,-1 0 0,1 0 0,0 0 0,0 0 0,0-1 0,-1 1 0,1 0 0,0 0 0,0 0 0,-1 0 0,1 0 0,0-1 0,0 1 0,0 0 0,0 0 0,0 0 0,-1-1 0,1 1 0,0 0 0,0-1 0,-9-11 0,8 11 0,-26-42 0,-26-53 0,51 92 0,1 1 0,-1-1 0,1 1 0,-1-1 0,1 0 0,0 1 0,1-1 0,-1-5 0,1 8 0,0 0 0,0 0 0,0 0 0,0 0 0,0 0 0,1 0 0,-1 0 0,0 0 0,1 0 0,-1 0 0,1 1 0,-1-1 0,1 0 0,0 0 0,-1 0 0,1 0 0,0 1 0,-1-1 0,1 0 0,0 1 0,0-1 0,0 0 0,-1 1 0,1-1 0,0 1 0,0-1 0,0 1 0,0 0 0,0-1 0,0 1 0,0 0 0,0 0 0,0 0 0,2 0 0,8-1 0,0 1 0,0 1 0,0 0 0,-1 0 0,17 5 0,9 0 0,0 0 0,0 1 0,0 1 0,-1 3 0,41 16 0,-56-18 0,0 1 0,0 1 0,-1 1 0,0 0 0,-1 2 0,-1 0 0,0 0 0,16 20 0,-29-29 0,0 0 0,0 1 0,0 0 0,4 10 0,-7-14 0,-1-1 0,1 1 0,0-1 0,-1 1 0,0 0 0,1-1 0,-1 1 0,0 0 0,0-1 0,0 1 0,0 2 0,-1-4 0,1 1 0,0 0 0,0 0 0,-1-1 0,1 1 0,0-1 0,-1 1 0,1 0 0,-1-1 0,1 1 0,-1-1 0,1 1 0,-1-1 0,1 1 0,-1-1 0,1 1 0,-1-1 0,0 0 0,1 1 0,-1-1 0,0 0 0,1 1 0,-1-1 0,0 0 0,1 0 0,-2 0 0,-1 1 0,0-1 0,0 0 0,0 0 0,1 0 0,-1-1 0,0 1 0,0-1 0,0 1 0,1-1 0,-1 0 0,0 0 0,-2-2 0,-33-19 0,28 16 0,1-1-227,-1 0-1,0 0 1,1-1-1,1 0 1,-15-16-1,14 11-6598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50 24575,'3'-12'0,"-2"-5"0,-4 4 0,-4 6 0,-2 6 0,-1 5-8191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76 24575,'5'-1'0,"0"0"0,1 1 0,-1 0 0,1 0 0,-1 0 0,1 0 0,-1 1 0,1 0 0,-1 0 0,11 4 0,-13-4 0,0 1 0,0 0 0,0 0 0,0 0 0,0 0 0,0 0 0,0 1 0,-1-1 0,1 1 0,-1 0 0,0-1 0,0 1 0,0 0 0,0 1 0,0-1 0,-1 0 0,3 6 0,-1 2 0,0-1 0,0 1 0,-1-1 0,0 1 0,-1 0 0,0 17 0,-1-25 0,0 0 0,0 0 0,-1 0 0,0 0 0,1 0 0,-1 0 0,0 0 0,0 0 0,-1-1 0,1 1 0,-1 0 0,-1 2 0,1-3 0,0 0 0,0-1 0,1 1 0,-1-1 0,0 1 0,0-1 0,0 0 0,-1 0 0,1 0 0,0 0 0,0 0 0,-1 0 0,1-1 0,0 1 0,-1-1 0,1 1 0,-4-1 0,0 0 0,1-1 0,-1 1 0,1-1 0,0 0 0,0-1 0,-1 1 0,1-1 0,0 0 0,0-1 0,0 1 0,1-1 0,-1 0 0,1 0 0,-9-7 0,2 0 0,1 0 0,0-1 0,0 0 0,-10-17 0,16 22 0,1 1 0,0-1 0,0 0 0,1 0 0,-1 0 0,1 0 0,0 0 0,1 0 0,0-1 0,0 1 0,0-1 0,1 1 0,-1-1 0,2-6 0,0 9 0,-1 0 0,1 0 0,0 1 0,0-1 0,1 1 0,-1-1 0,1 1 0,0-1 0,-1 1 0,2 0 0,-1 0 0,0 0 0,0 0 0,1 0 0,0 1 0,0-1 0,-1 1 0,1 0 0,1-1 0,-1 1 0,0 1 0,0-1 0,1 0 0,-1 1 0,6-2 0,-3 2 0,-1 0 0,1 0 0,0 0 0,0 1 0,-1 0 0,1 0 0,0 0 0,0 1 0,0 0 0,-1 0 0,1 0 0,0 1 0,-1 0 0,0 0 0,1 0 0,-1 1 0,9 5 0,6 6 0,0 1 0,34 33 0,-31-27 0,-15-14 0,22 21 0,48 33 0,-76-60 0,0 1 0,1-1 0,-1 0 0,1 0 0,0 0 0,-1 0 0,1 0 0,3 1 0,-6-2 0,1 0 0,-1 0 0,1 0 0,-1 0 0,1 0 0,-1 0 0,1 0 0,-1 0 0,0-1 0,1 1 0,-1 0 0,1 0 0,-1 0 0,1 0 0,-1-1 0,0 1 0,1 0 0,-1 0 0,1-1 0,-1 1 0,0 0 0,1-1 0,-1 0 0,1 0 0,-1 1 0,0-1 0,1 0 0,-1 0 0,0 0 0,0 0 0,0 0 0,0 0 0,0 0 0,0 1 0,0-1 0,0 0 0,0 0 0,0 0 0,-1-1 0,-3-14 0,0 0 0,-11-23 0,8 24 0,2 0 0,0 0 0,-4-19 0,9 32 0,0 0 0,-1 0 0,1 0 0,0 0 0,0 0 0,0 0 0,0 0 0,1 0 0,-1 0 0,0 0 0,1 0 0,0 0 0,-1 0 0,1 0 0,0 1 0,0-1 0,0 0 0,0 0 0,0 1 0,0-1 0,1 0 0,-1 1 0,1-1 0,-1 1 0,1 0 0,-1-1 0,1 1 0,0 0 0,-1 0 0,1 0 0,0 0 0,0 1 0,0-1 0,3-1 0,1 1 0,-1 0 0,0 0 0,1 1 0,-1 0 0,1-1 0,-1 2 0,0-1 0,1 1 0,-1 0 0,0 0 0,1 0 0,6 3 0,15 9 0,-1 2 0,-1 0 0,0 2 0,25 22 0,-11-9 0,-16-13-110,72 51-1145,-80-58-5571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61 24575,'0'-1'0,"-1"0"0,1 0 0,-1 0 0,1 0 0,-1 0 0,1-1 0,0 1 0,-1 0 0,1 0 0,0-1 0,0 1 0,0 0 0,0 0 0,0 0 0,0-1 0,1 1 0,-1 0 0,0 0 0,0 0 0,1-1 0,-1 1 0,2-2 0,-1 1 0,1 0 0,-1 1 0,1-1 0,0 1 0,-1-1 0,1 1 0,0-1 0,0 1 0,0 0 0,0 0 0,4-1 0,2-1 0,0 0 0,1 1 0,-1 0 0,1 1 0,12-1 0,7 1 0,1 1 0,-1 2 0,32 5 0,-49-5 0,0 0 0,-1 1 0,1 1 0,-1-1 0,0 2 0,0-1 0,-1 1 0,1 1 0,-1 0 0,0 0 0,10 10 0,-15-12 0,0 1 0,-1 0 0,1-1 0,-1 1 0,0 1 0,0-1 0,-1 0 0,0 1 0,0-1 0,0 1 0,0 0 0,1 11 0,-2-1 0,0-1 0,0 1 0,-4 26 0,2-33 0,-1-1 0,0 1 0,0-1 0,-1 0 0,0 0 0,0 0 0,-1-1 0,0 1 0,-1-1 0,1 0 0,-1 0 0,-1 0 0,1-1 0,-1 1 0,-1-1 0,1-1 0,-8 6 0,10-9 0,-1 1 0,1-1 0,-1-1 0,0 1 0,1-1 0,-1 0 0,0 0 0,0 0 0,0 0 0,0-1 0,0 0 0,0 0 0,0 0 0,0-1 0,-5-1 0,-10-2 0,0-2 0,-24-9 0,38 13 0,-11-4 0,0-2 0,1 0 0,0-1 0,1 0 0,0-1 0,0-1 0,-17-16 0,23 18 0,0 0 0,1-1 0,0 0 0,0 0 0,1-1 0,1 0 0,-1 0 0,2 0 0,0-1 0,0 0 0,-3-14 0,7 22-40,0 0 0,1 0 0,-1 0 0,1 0-1,0 0 1,0 0 0,1 0 0,-1 0 0,1 0 0,0 0 0,0 0-1,0 0 1,1 0 0,-1 1 0,1-1 0,0 0 0,0 1-1,0 0 1,1-1 0,-1 1 0,1 0 0,0 0 0,-1 0 0,1 1-1,1-1 1,-1 1 0,0-1 0,0 1 0,1 0 0,0 0-1,-1 1 1,1-1 0,6-1 0,3 0-6786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24575,'1'5'0,"-1"-1"0,1 1 0,0 0 0,0 0 0,0-1 0,1 1 0,0 0 0,0-1 0,0 0 0,0 1 0,1-1 0,0 0 0,-1 0 0,2 0 0,-1-1 0,0 1 0,1-1 0,-1 0 0,1 0 0,0 0 0,5 3 0,1 0 0,0-1 0,0 0 0,1 0 0,0-1 0,0 0 0,0 0 0,22 2 0,-32-5 0,1-1 0,-1 0 0,1 0 0,-1 1 0,1-1 0,-1 0 0,1 0 0,-1 0 0,1 0 0,-1-1 0,1 1 0,-1 0 0,1-1 0,-1 1 0,1-1 0,-1 1 0,1-1 0,-1 0 0,0 0 0,1 1 0,-1-1 0,0 0 0,0 0 0,0 0 0,0 0 0,0-1 0,0 1 0,0 0 0,0 0 0,0-1 0,0 1 0,-1 0 0,1-1 0,0 1 0,-1-1 0,1 1 0,-1-1 0,0 1 0,1-1 0,-1 1 0,0-1 0,0 1 0,0-1 0,0 1 0,-1-3 0,0-4 0,0 0 0,0 0 0,-1 1 0,0-1 0,-1 1 0,0 0 0,0-1 0,-6-8 0,13 20 0,0 1 0,0-1 0,0 0 0,1 0 0,-1 0 0,1 0 0,0-1 0,8 4 0,6 4 0,27 10 0,-28-16 0,0 0 0,0-1 0,1 0 0,-1-2 0,1 0 0,0-2 0,0 0 0,0-1 0,24-4 0,-37 4 0,0 0 0,-1 0 0,1-1 0,0 0 0,-1 0 0,0 0 0,1-1 0,-1 0 0,0 0 0,0 0 0,-1 0 0,1-1 0,7-8 0,-9 9 0,-1 0 0,0 0 0,0 0 0,0-1 0,0 1 0,0-1 0,-1 1 0,0-1 0,1 1 0,-1-1 0,0 0 0,-1 0 0,1 0 0,-1 0 0,0 1 0,0-1 0,0 0 0,0 0 0,-1 0 0,1 0 0,-3-7 0,2 9 0,0-1 0,0 0 0,-1 0 0,1 1 0,0-1 0,-1 1 0,0-1 0,1 1 0,-1 0 0,0 0 0,0 0 0,-1 0 0,1 0 0,0 0 0,-1 0 0,1 1 0,-1-1 0,1 1 0,-1 0 0,0-1 0,0 1 0,1 1 0,-1-1 0,0 0 0,0 1 0,0-1 0,0 1 0,0 0 0,0 0 0,0 0 0,0 0 0,0 1 0,1-1 0,-1 1 0,-6 1 0,6-1 0,0 0 0,0 0 0,1 0 0,-1 0 0,0 1 0,0-1 0,0 1 0,1 0 0,-1-1 0,1 1 0,0 0 0,-1 0 0,1 1 0,0-1 0,0 0 0,0 1 0,0 0 0,1-1 0,-1 1 0,1 0 0,0 0 0,0-1 0,-1 1 0,2 0 0,-1 0 0,0 0 0,1 1 0,-1-1 0,1 0 0,0 0 0,0 0 0,0 0 0,1 0 0,0 3 0,0-2 0,0 0 0,0-1 0,1 0 0,-1 1 0,1-1 0,0 0 0,0 0 0,0 0 0,0 0 0,1 0 0,3 4 0,0-3 0,-1 1 0,1-1 0,0 0 0,1 0 0,8 3 0,2 0 0,0-1 0,1-1 0,32 6 0,-10-7-59,0-1 0,56-4 0,-48 0-1129,-34 1-5638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12 24575,'-83'-11'0,"72"10"0,0 1 0,0 1 0,0 0 0,1 0 0,-17 4 0,25-4 0,0-1 0,1 1 0,-1-1 0,0 1 0,1-1 0,-1 1 0,1 0 0,-1 0 0,1 0 0,-1 0 0,1 0 0,-1 0 0,1 0 0,0 0 0,0 0 0,0 1 0,0-1 0,-1 1 0,2-1 0,-1 1 0,0-1 0,0 1 0,0-1 0,1 1 0,-1 0 0,1-1 0,-1 1 0,1 0 0,0-1 0,0 1 0,0 0 0,-1 0 0,2-1 0,-1 1 0,0 3 0,2 0 0,-1 0 0,1 0 0,0 0 0,0-1 0,0 1 0,1-1 0,0 1 0,-1-1 0,2 0 0,-1 0 0,4 4 0,10 7 0,2 0 0,-1-2 0,2 0 0,0-1 0,26 12 0,24 14 0,-69-37 0,0-1 0,0 1 0,0-1 0,0 1 0,0 0 0,0-1 0,0 1 0,0 0 0,-1-1 0,1 1 0,0 0 0,0 0 0,-1 0 0,1 0 0,-1 0 0,1 0 0,-1 0 0,1 1 0,-1-1 0,0 0 0,0-1 0,0 1 0,0-1 0,-1 1 0,1-1 0,0 1 0,0-1 0,-1 0 0,1 1 0,0-1 0,-1 1 0,1-1 0,-1 1 0,1-1 0,0 0 0,-1 1 0,1-1 0,-1 0 0,1 0 0,-1 1 0,1-1 0,-1 0 0,1 0 0,-1 0 0,-5 2 0,0 0 0,0-1 0,1 0 0,-1 0 0,-6 0 0,-18-1 0,1 0 0,-1-2 0,1-1 0,0-2 0,-43-11 0,68 14-170,0 1-1,1 0 0,-1-1 1,1 0-1,-1 0 0,1 0 1,-4-3-1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24575,'6'33'0,"3"16"0,3 6 0,2 0 0,1-2 0,1-3 0,2-5 0,1-5 0,0-4 0,-1-3 0,-1-5 0,-1-5 0,-1-3 0,0-3 0,0-5 0,-3-3-8191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24575,'-28'-5'0,"-11"-1"0,-4-1 0,2 2 0,6 2 0,7 0 0,7 5 0,6 1 0,2 0 0,3 2 0,7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71 208 24575,'5'5'0,"-1"0"0,1 0 0,-1 0 0,5 8 0,-9-11 0,-6-6 0,-6-9 0,-1-3 0,1-1 0,-12-23 0,18 30 0,2 0 0,-1 0 0,2 0 0,-1-1 0,1 1 0,-1-13 0,3 20 0,1 1 0,0-1 0,-1 1 0,1-1 0,1 1 0,-1-1 0,0 1 0,1-1 0,-1 1 0,1 0 0,-1-1 0,1 1 0,0 0 0,0-1 0,1 1 0,-1 0 0,0 0 0,1 0 0,-1 0 0,1 0 0,-1 0 0,1 0 0,0 0 0,0 1 0,0-1 0,0 1 0,0 0 0,0-1 0,0 1 0,1 0 0,-1 0 0,0 0 0,1 1 0,-1-1 0,1 0 0,-1 1 0,1 0 0,-1-1 0,1 1 0,-1 0 0,1 0 0,-1 1 0,1-1 0,-1 0 0,1 1 0,-1-1 0,0 1 0,1 0 0,2 2 0,9 3 20,-1 2-1,0-1 1,18 16 0,4 1-1464,-23-16-5382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3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17 24575,'-4'0'0,"-50"3"0,48-3 0,0 1 0,1 0 0,0 1 0,-1-1 0,1 1 0,0 0 0,-7 4 0,10-5 0,1-1 0,0 1 0,0 0 0,0 0 0,0 0 0,0-1 0,1 1 0,-1 0 0,0 0 0,0 0 0,0 0 0,1 0 0,-1 0 0,1 1 0,-1-1 0,1 0 0,-1 0 0,1 0 0,0 1 0,-1-1 0,1 0 0,0 0 0,0 1 0,0-1 0,0 0 0,0 0 0,0 1 0,0-1 0,0 0 0,1 0 0,-1 0 0,0 1 0,1-1 0,-1 0 0,1 0 0,0 0 0,-1 0 0,1 0 0,1 2 0,2 3 0,0 0 0,1-1 0,0 0 0,0 1 0,9 6 0,-3-4 0,0 0 0,1 0 0,0-1 0,15 6 0,-19-10 0,-1 0 0,1 0 0,0-1 0,0 0 0,0-1 0,0 1 0,1-2 0,10 1 0,-17-1 0,0 0 0,1 0 0,-1-1 0,0 1 0,0-1 0,0 1 0,1-1 0,-1 0 0,0 0 0,0 0 0,0 0 0,0 0 0,0 0 0,0-1 0,-1 1 0,1-1 0,0 1 0,-1-1 0,1 0 0,-1 1 0,1-1 0,-1 0 0,0 0 0,0 0 0,0 0 0,0 0 0,0 0 0,0 0 0,-1-1 0,2-3 0,-1 0 0,-1 1 0,0-1 0,0 1 0,0-1 0,0 1 0,-1-1 0,0 1 0,0-1 0,-1 1 0,1 0 0,-5-9 0,3 7 0,1 1 0,-1 0 0,0 0 0,0 1 0,0-1 0,-1 1 0,0 0 0,-8-9 0,12 14 0,0 0 0,0 0 0,0 0 0,0 0 0,0-1 0,0 1 0,0 0 0,0 0 0,0 0 0,-1 0 0,1 0 0,0 0 0,0 0 0,0 0 0,0 0 0,0 0 0,0 0 0,0 0 0,-1 0 0,1 0 0,0 0 0,0 0 0,0 0 0,0 0 0,0 0 0,0 0 0,0 0 0,0 0 0,-1 0 0,1 0 0,0 0 0,0 0 0,0 0 0,0 0 0,0 0 0,0 0 0,0 0 0,0 0 0,-1 0 0,1 1 0,0-1 0,0 0 0,0 0 0,0 0 0,0 0 0,0 0 0,0 0 0,0 0 0,0 0 0,0 1 0,-1 7 0,5 9 0,-1-7 0,1-1 0,1 0 0,0-1 0,0 1 0,0-1 0,1 0 0,13 14 0,-6-9 0,1 0 0,0-1 0,21 13 0,9 0-1365,-31-19-5461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24575,'0'-13'0,"-1"1"0,5 21 0,7 25 0,27 54 0,-11-27 0,-3 4 0,15 70 0,-30-102 0,-7-26 0,0-1 0,0 1 0,0-1 0,1 1 0,0-1 0,8 11 0,-10-15 0,0-1 0,0 1 0,1-1 0,-1 0 0,0 0 0,1 0 0,-1 0 0,0 0 0,1 0 0,0 0 0,-1 0 0,1 0 0,-1-1 0,1 1 0,0 0 0,0-1 0,-1 0 0,1 1 0,0-1 0,0 0 0,-1 0 0,1 0 0,0 0 0,0 0 0,0-1 0,-1 1 0,1 0 0,0-1 0,-1 1 0,1-1 0,3-1 0,4-4-1365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77 24575,'-30'-10'0,"-16"-4"0,-3-1 0,2 2 0,5 2 0,8 4 0,3 3 0,6 2 0,3 1 0,7 4 0,2 1 0,4 2 0,4 3 0,-1 0 0,2 1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148 254 24575,'-4'-48'0,"-2"1"0,-18-74 0,23 119 0,0 0 0,1-1 0,-1 1 0,0 0 0,0 0 0,0 0 0,0 0 0,-1 0 0,1 0 0,-1 0 0,1 0 0,-1 0 0,1 1 0,-1-1 0,0 1 0,-2-3 0,2 4 0,1-1 0,-1 1 0,1 0 0,-1-1 0,1 1 0,-1 0 0,1 0 0,-1 0 0,1 0 0,-1 0 0,1 0 0,-1 1 0,1-1 0,0 0 0,-1 1 0,1-1 0,-1 1 0,1-1 0,0 1 0,-1 0 0,1 0 0,0-1 0,0 1 0,-1 0 0,1 0 0,-1 2 0,-1 0 0,-1 1 0,1 0 0,0 0 0,0 1 0,0-1 0,0 1 0,1-1 0,0 1 0,-3 7 0,-1 7 0,-3 20 0,7-33 0,1-1 0,1 1 0,-1-1 0,1 1 0,0 0 0,0-1 0,0 1 0,1 0 0,1 6 0,0-8 0,-1-1 0,0 0 0,0 0 0,1 0 0,0 0 0,0 0 0,0 0 0,0 0 0,0-1 0,0 1 0,1-1 0,-1 1 0,1-1 0,0 0 0,0 0 0,3 2 0,5 2 17,1-1 0,-1-1 1,0 0-1,1 0 0,0-1 0,13 2 0,1-2-760,46 1 1,-58-5-6084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60 24575,'-19'-11'0,"-1"0"0,0 2 0,-1 0 0,-31-8 0,49 16 0,0 1 0,0-1 0,0 1 0,0 0 0,0 0 0,0 0 0,-1 0 0,-4 1 0,7-1 0,0 1 0,0-1 0,1 0 0,-1 1 0,0-1 0,0 1 0,0-1 0,1 0 0,-1 1 0,0 0 0,1-1 0,-1 1 0,0-1 0,1 1 0,-1 0 0,1 0 0,-1-1 0,1 1 0,-1 0 0,1 0 0,0-1 0,-1 1 0,1 0 0,0 0 0,-1 0 0,1 0 0,0 0 0,0 0 0,0-1 0,0 1 0,0 0 0,0 1 0,1 4 0,0 0 0,0-1 0,0 1 0,1-1 0,-1 1 0,2-1 0,-1 0 0,0 0 0,1 1 0,0-2 0,7 10 0,2 0 0,0 0 0,20 15 0,-29-26 0,1 0 0,0-1 0,-1 1 0,1-1 0,0 0 0,0 0 0,0-1 0,1 1 0,-1-1 0,0 0 0,1 0 0,-1 0 0,1 0 0,-1-1 0,6 0 0,-8 0 0,1 0 0,-1 0 0,0-1 0,1 1 0,-1-1 0,0 1 0,0-1 0,0 0 0,1 0 0,-1 0 0,0 0 0,0 0 0,0 0 0,0-1 0,-1 1 0,1-1 0,0 1 0,-1-1 0,1 0 0,-1 0 0,1 0 0,-1 0 0,0 0 0,1 0 0,-1 0 0,-1 0 0,1 0 0,0 0 0,0-1 0,0-1 0,0-3 0,0 0 0,0 0 0,-1 0 0,0 0 0,0 0 0,-1 0 0,1 0 0,-2 0 0,1 1 0,-1-1 0,0 0 0,0 1 0,-4-8 0,6 14 0,0-1 0,0 1 0,0 0 0,-1-1 0,1 1 0,0 0 0,0-1 0,0 1 0,0 0 0,-1-1 0,1 1 0,0 0 0,0 0 0,-1-1 0,1 1 0,0 0 0,-1 0 0,1-1 0,0 1 0,-1 0 0,1 0 0,0 0 0,-1 0 0,1 0 0,0-1 0,-1 1 0,1 0 0,0 0 0,-1 0 0,-4 9 0,2 18 0,4-10 0,1 0 0,1 0 0,0 0 0,8 21 0,28 67 0,-32-87 0,92 207 0,-70-163 0,-28-60 0,0 1 0,0-1 0,0 1 0,0 0 0,-1-1 0,1 1 0,-1 0 0,1 3 0,-1-5 0,0-1 0,0 1 0,0-1 0,0 0 0,0 1 0,-1-1 0,1 1 0,0-1 0,0 1 0,0-1 0,0 0 0,-1 1 0,1-1 0,0 0 0,-1 1 0,1-1 0,0 0 0,0 1 0,-1-1 0,1 0 0,-1 1 0,0-1 0,0 1 0,0-1 0,0 0 0,0 0 0,0 1 0,0-1 0,0 0 0,-1 0 0,1 0 0,0 0 0,0-1 0,0 1 0,-1 0 0,-11-5 0,0 0 0,1 0 0,0-1 0,0-1 0,0 0 0,-14-12 0,12 9 20,1 0 0,1-1 0,0-1 0,0 0 0,-11-16 0,18 22-134,0-1 0,1-1-1,-1 1 1,2 0 0,-1-1 0,1 0-1,1 0 1,-1 0 0,1 0 0,0 0-1,1-1 1,0-8 0,0 4-6712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69 24575,'-1'0'0,"1"0"0,0 0 0,0 0 0,0 0 0,0 0 0,0 0 0,-1 0 0,1 0 0,0 0 0,0 0 0,0 0 0,0 0 0,0 0 0,0 0 0,-1 0 0,1 1 0,0-1 0,0 0 0,0 0 0,0 0 0,0 0 0,0 0 0,0 0 0,0 0 0,-1 0 0,1 1 0,0-1 0,0 0 0,0 0 0,0 0 0,0 0 0,0 0 0,0 0 0,0 1 0,0-1 0,0 0 0,0 0 0,0 0 0,0 1 0,2 7 0,6 7 0,-4-10 0,0 0 0,1 0 0,-1 0 0,1 0 0,0-1 0,0 0 0,1 0 0,-1 0 0,1-1 0,0 1 0,0-1 0,0-1 0,0 1 0,9 1 0,-11-3 0,1 0 0,-1 0 0,1-1 0,-1 0 0,1 0 0,-1 0 0,1-1 0,-1 1 0,1-1 0,-1 0 0,1 0 0,-1-1 0,0 1 0,0-1 0,1 0 0,-1 0 0,-1 0 0,1-1 0,0 1 0,0-1 0,6-6 0,-1-3 0,0 0 0,-1 0 0,0 0 0,0-1 0,-2 0 0,1-1 0,4-15 0,-7 19 0,-2 21 0,-1 10 0,0 21 0,1 1 0,15 69 0,30 82 0,-21-96 0,-19-78 0,-6-16 0,1 0 0,-1-1 0,0 1 0,0 0 0,0 0 0,0 0 0,0 6 0,-1-9 0,-1 0 0,1-1 0,-1 1 0,1 0 0,0-1 0,-1 1 0,1-1 0,-1 1 0,1 0 0,-1-1 0,0 1 0,1-1 0,-1 1 0,0-1 0,1 0 0,-1 1 0,0-1 0,1 0 0,-1 1 0,0-1 0,0 0 0,1 0 0,-1 0 0,0 0 0,0 1 0,0-1 0,1 0 0,-1 0 0,0-1 0,0 1 0,0 0 0,-27-3 0,18 0 0,-1-1 0,0 0 0,1 0 0,0-1 0,0 0 0,0-1 0,-16-12 0,12 6 0,0 0 0,1-1 0,-23-29 0,35 40 0,0 1 0,-1 0 0,1-1 0,0 1 0,1-1 0,-1 0 0,0 1 0,0-1 0,1 0 0,-1 0 0,1 1 0,-1-1 0,1 0 0,0 0 0,0 1 0,0-1 0,0 0 0,0 0 0,0 0 0,0 0 0,1 1 0,-1-1 0,1 0 0,-1 0 0,1 1 0,-1-1 0,1 0 0,0 1 0,0-1 0,0 1 0,0-1 0,0 1 0,0-1 0,1 1 0,-1 0 0,0 0 0,1 0 0,1-2 0,3-1 0,0 0 0,-1 1 0,1 0 0,0 0 0,1 1 0,-1-1 0,0 1 0,1 0 0,9-1 0,0 2-227,0-1-1,0 2 1,0 0-1,0 1 1,23 5-1,-22-3-6598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24575,'2'20'0,"4"9"0,3 2 0,3-1 0,1-4 0,2-3 0,0-4 0,1-5 0,-4-1 0,0-5 0,0 1 0,-2-3-8191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24575,'8'7'0,"2"6"0,2 2 0,1 2 0,2 0 0,-3 0 0,-2-3-8191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30 24575,'-25'-7'0,"-52"-10"0,66 15 0,-1 0 0,0 1 0,1 1 0,-18 1 0,27-1 0,1 0 0,-1 0 0,0 0 0,1 1 0,-1-1 0,1 1 0,-1-1 0,1 1 0,-1-1 0,1 1 0,-1 0 0,1 0 0,0 0 0,-1 0 0,1 0 0,0 0 0,0 0 0,-1 0 0,1 0 0,0 1 0,-1 1 0,2-1 0,-1 0 0,0 0 0,1 0 0,-1 0 0,1 0 0,-1 0 0,1 1 0,0-1 0,0 0 0,0 0 0,0 0 0,1 1 0,0 3 0,2 3 0,0-1 0,0 1 0,1 0 0,0-1 0,1 1 0,5 7 0,5 4 0,0 0 0,2-2 0,32 30 0,-15-20 0,46 29 0,-79-56 0,1 0 0,0 1 0,-1-1 0,1 0 0,0 1 0,-1 0 0,0-1 0,1 1 0,0 2 0,-2-4 0,0 0 0,0 0 0,1 0 0,-1 1 0,0-1 0,0 0 0,0 0 0,0 1 0,0-1 0,0 0 0,0 0 0,0 0 0,0 1 0,0-1 0,0 0 0,0 0 0,0 1 0,0-1 0,0 0 0,0 0 0,0 0 0,0 1 0,-1-1 0,1 0 0,0 0 0,0 0 0,0 1 0,0-1 0,0 0 0,0 0 0,-1 0 0,1 1 0,-1-1 0,0 0 0,0 1 0,1-1 0,-1 0 0,0 0 0,0 0 0,0 0 0,0 0 0,0 0 0,0 0 0,0 0 0,0 0 0,-1 0 0,-73-14 0,18 3 0,-14-2-1365,53 11-5461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0,1-1 0,-1 1 0,0 0 0,0 0 0,0 0 0,1 0 0,-1 0 0,0 0 0,0 0 0,1-1 0,-1 1 0,0 0 0,0 0 0,1 0 0,-1 0 0,0 0 0,0 0 0,1 0 0,-1 0 0,0 0 0,0 1 0,1-1 0,-1 0 0,0 0 0,0 0 0,1 0 0,-1 0 0,0 0 0,1 1 0,7 8 0,4 15 0,-12-23 0,30 91 0,-12-28 0,41 126 0,-27-80 0,-30-103 0,1 0 0,-1 0 0,1 0 0,1 0 0,0 0 0,7 10 0,-9-15 0,0 1 0,0-1 0,1 1 0,-1-1 0,1 0 0,0 0 0,-1 0 0,1 0 0,0-1 0,0 1 0,0-1 0,0 0 0,0 0 0,0 0 0,1 0 0,-1 0 0,6 0 0,19-1-1365,-16-1-5461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61 24575,'-30'-8'0,"-15"-4"0,-5-1 0,1 2 0,7 3 0,5 3 0,6 2 0,4 4 0,3 2 0,4 3 0,3 3 0,1 0 0,4 1 0,1 1 0,3-1-8191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48 24575,'-4'-2'0,"-6"-2"0,-1-1 0,1 2 0,-1-1 0,1 1 0,-1 1 0,0 0 0,0 1 0,-15-1 0,25 2 0,0 0 0,-1 0 0,1 0 0,0 0 0,0 0 0,0 0 0,0 1 0,-1-1 0,1 0 0,0 1 0,0-1 0,0 1 0,0-1 0,0 1 0,0-1 0,0 1 0,0 0 0,0 0 0,0-1 0,0 1 0,1 0 0,-1 0 0,0 0 0,0 0 0,1 0 0,-1 0 0,1 0 0,-1 0 0,1 0 0,-1 0 0,1 1 0,0-1 0,-1 0 0,1 0 0,0 0 0,0 0 0,0 1 0,0-1 0,0 0 0,0 0 0,0 0 0,1 2 0,0 2 0,0 0 0,1 0 0,-1 0 0,1-1 0,1 1 0,-1 0 0,0-1 0,6 7 0,0-1 0,1 0 0,0 0 0,0-1 0,1-1 0,1 0 0,-1 0 0,1-1 0,0 0 0,15 6 0,-19-9 0,1-1 0,0 0 0,0 0 0,1-1 0,-1 0 0,1-1 0,-1 0 0,1 0 0,-1 0 0,1-1 0,-1-1 0,1 1 0,-1-2 0,17-3 0,-23 5 0,0-1 0,-1 0 0,1 1 0,0-1 0,-1 0 0,1 0 0,-1 0 0,1 0 0,-1 0 0,1-1 0,-1 1 0,0 0 0,0-1 0,1 1 0,-1-1 0,0 1 0,0-1 0,1-2 0,-1 1 0,-1 0 0,1 0 0,0 0 0,-1 0 0,0 0 0,1 0 0,-1 0 0,-1 0 0,1 0 0,-1-5 0,-1 1 0,0 0 0,0 0 0,-1 0 0,0 0 0,0 0 0,-1 0 0,1 1 0,-8-9 0,5 8-76,0 1 1,0 0-1,0 0 0,-1 0 0,0 1 0,0 0 0,0 1 0,-1-1 1,0 1-1,0 1 0,0 0 0,0 0 0,0 0 0,0 1 1,-1 0-1,1 1 0,-13-1 0,8 2-6750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 24575,'-5'-5'0,"6"12"0,4 15 0,17 44 0,37 81 0,42 58 0,-97-198 0,3 9 0,-4-9 0,1 0 0,-1 0 0,1-1 0,1 1 0,8 10 0,-13-17 0,0 0 0,0 0 0,0 0 0,0 1 0,1-1 0,-1 0 0,0 0 0,0 0 0,0 0 0,1 0 0,-1 1 0,0-1 0,0 0 0,0 0 0,1 0 0,-1 0 0,0 0 0,0 0 0,1 0 0,-1 0 0,0 0 0,0 0 0,1 0 0,-1 0 0,0 0 0,0 0 0,1 0 0,-1 0 0,0 0 0,0 0 0,0 0 0,1-1 0,-1 1 0,0 0 0,0 0 0,1 0 0,-1 0 0,0 0 0,0 0 0,0-1 0,0 1 0,1 0 0,-1 0 0,0 0 0,0-1 0,0 1 0,0 0 0,0 0 0,0 0 0,0-1 0,1 1 0,-1 0 0,0 0 0,0-1 0,0 1 0,0 0 0,0 0 0,0-1 0,0 1 0,0 0 0,1-18 0,0 17 0,-3-31 0,2 24 0,-1 0 0,1-1 0,0 1 0,1 0 0,2-10 0,-3 18 0,0-1 0,0 1 0,0 0 0,0-1 0,0 1 0,0-1 0,1 1 0,-1-1 0,0 1 0,0 0 0,0-1 0,1 1 0,-1 0 0,0-1 0,0 1 0,1 0 0,-1-1 0,0 1 0,1 0 0,-1 0 0,1-1 0,-1 1 0,0 0 0,1 0 0,-1 0 0,1 0 0,-1-1 0,0 1 0,1 0 0,0 0 0,0 0 0,0 0 0,0 1 0,0-1 0,0 0 0,1 1 0,-1-1 0,0 1 0,0-1 0,0 1 0,0-1 0,1 2 0,23 23 0,-24-24 0,89 121 0,-89-119 0,1-1 0,-1 0 0,0 1 0,1-1 0,-1 1 0,0 0 0,0-1 0,0 5 0,-1-6 0,0 0 0,0 0 0,0-1 0,0 1 0,0 0 0,0 0 0,0-1 0,-1 1 0,1 0 0,0-1 0,-1 1 0,1 0 0,0-1 0,-1 1 0,1 0 0,-1-1 0,1 1 0,-1-1 0,1 1 0,-1-1 0,1 1 0,-1-1 0,1 1 0,-1-1 0,0 1 0,1-1 0,-1 0 0,0 0 0,1 1 0,-1-1 0,0 0 0,0 0 0,1 0 0,-1 1 0,0-1 0,-1 0 0,-10 1 0,0 0 0,0 0 0,0-2 0,0 1 0,-12-3 0,-63-14 0,39 6 0,34 8-341,-1-1 0,0 0-1,-16-8 1,22 8-6485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24575,'18'17'0,"8"12"0,5 7 0,-1 6 0,-3 1 0,0 0 0,-3-2 0,-3-3 0,-2-3 0,-5-2 0,-2-2 0,-1-4 0,-1-1 0,-1-3 0,1-2 0,1-3 0,-1-4-8191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32 24575,'-14'-5'0,"1"1"0,-20-4 0,29 7 0,1 1 0,-1-1 0,0 1 0,0 0 0,0 0 0,0 0 0,0 0 0,1 1 0,-1 0 0,0 0 0,0 0 0,1 0 0,-6 3 0,7-4 0,1 1 0,0 0 0,0 0 0,-1 0 0,1 0 0,0 0 0,0 0 0,0 0 0,0 0 0,0 0 0,0 1 0,1-1 0,-1 0 0,0 1 0,0-1 0,1 0 0,-1 1 0,1-1 0,-1 3 0,1-1 0,0 0 0,0-1 0,0 1 0,0 0 0,1-1 0,-1 1 0,1-1 0,0 1 0,-1 0 0,3 3 0,0 0 0,0-1 0,0 1 0,1-1 0,0 0 0,0 0 0,0 0 0,0-1 0,10 8 0,-5-5 0,0-2 0,0 1 0,1-1 0,0 0 0,0-1 0,0-1 0,1 1 0,-1-1 0,1-1 0,0 0 0,0-1 0,0 0 0,19-1 0,-28 0 0,0 0 0,0 0 0,0-1 0,0 1 0,0-1 0,-1 0 0,1 1 0,0-1 0,0 0 0,-1 0 0,1 0 0,0 0 0,-1 0 0,1-1 0,-1 1 0,0 0 0,1-1 0,0-1 0,0 0 0,0 1 0,-1-1 0,1 0 0,-1 0 0,0 0 0,0-1 0,0 1 0,0 0 0,0-7 0,-1 3 0,0 0 0,0 0 0,0 0 0,-1 0 0,0 0 0,0 0 0,-1 0 0,0 0 0,-4-9 0,5 13-80,-1 0 0,0 0-1,1 0 1,-1 0 0,-1 1-1,1-1 1,0 0 0,0 1-1,-1 0 1,0-1 0,1 1 0,-1 0-1,0 1 1,0-1 0,0 0-1,-7-2 1,-2 1-6746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24575,'-8'5'0,"-1"1"0,2 0 0,-1 0 0,0 1 0,-9 12 0,15-17 0,1 0 0,0 0 0,-1 0 0,1 0 0,0 0 0,0 0 0,0 0 0,0 0 0,1 0 0,-1 0 0,1 0 0,-1 0 0,1 1 0,0-1 0,-1 0 0,1 0 0,0 1 0,1-1 0,-1 0 0,0 0 0,1 1 0,-1-1 0,1 0 0,0 0 0,-1 0 0,1 0 0,0 0 0,0 0 0,1 0 0,1 3 0,4 3 0,1 0 0,-1-1 0,1 0 0,1 0 0,-1-1 0,1 0 0,10 5 0,9 3 0,32 11 0,41 11 0,-87-32 0,1-1 0,-1 0 0,1-1 0,0 0 0,17-1 0,-15-3-1365,-4-2-5461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24575,'0'0'0,"1"0"0,-1-1 0,1 1 0,-1-1 0,1 1 0,-1 0 0,1-1 0,0 1 0,-1 0 0,1 0 0,-1-1 0,1 1 0,0 0 0,-1 0 0,1 0 0,0 0 0,-1 0 0,1 0 0,0 0 0,-1 0 0,1 0 0,0 0 0,-1 0 0,1 0 0,-1 0 0,1 1 0,0-1 0,-1 0 0,1 0 0,-1 1 0,1-1 0,-1 1 0,1-1 0,-1 0 0,1 1 0,-1-1 0,1 1 0,-1-1 0,1 1 0,-1-1 0,1 2 0,3 2 0,-1 1 0,0 1 0,5 8 0,-6-9 0,54 119 0,-17-33 0,-25-61-111,115 225-1143,-122-242-5572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24575,'-6'0'0,"0"1"0,-1-1 0,1 1 0,0 0 0,0 0 0,0 1 0,-8 3 0,12-4 0,1-1 0,0 1 0,-1 0 0,1-1 0,0 1 0,-1 0 0,1 0 0,0 0 0,0 0 0,0 0 0,0 0 0,0 1 0,0-1 0,0 0 0,0 0 0,0 1 0,1-1 0,-1 1 0,0-1 0,1 0 0,-1 1 0,1-1 0,0 1 0,-1 0 0,1-1 0,0 1 0,0-1 0,0 1 0,0-1 0,0 1 0,0-1 0,1 1 0,-1-1 0,1 3 0,2 2 0,-1 0 0,1 0 0,0 0 0,1-1 0,-1 0 0,1 1 0,0-1 0,1-1 0,5 7 0,48 36 0,-44-38 0,0 0 0,1-1 0,0-1 0,1 0 0,21 7 0,84 15 0,-96-26 72,7 2-1509,-23-2-5389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62 607 24575,'24'-13'0,"-4"2"0,30-19 0,-45 26 0,-1 0 0,1 0 0,-1 0 0,1 0 0,-1-1 0,0 0 0,-1 0 0,1 0 0,-1 0 0,5-10 0,-7 11 0,0-1 0,0 1 0,0-1 0,0 1 0,-1-1 0,0 0 0,0 1 0,0-1 0,0 0 0,-1 1 0,-2-9 0,-2-5 0,-12-29 0,7 20 0,-26-61 0,-57-101 0,78 159 0,13 26 0,-7-13 0,9 16 0,-1 1 0,1-1 0,-1 1 0,1-1 0,0 0 0,-1 1 0,1-1 0,-1 1 0,1-1 0,-1 1 0,0-1 0,1 1 0,-1-1 0,1 1 0,-1 0 0,0-1 0,1 1 0,-1 0 0,-1-1 0,2 2 0,-1-1 0,1 0 0,0 0 0,-1 1 0,1-1 0,0 0 0,-1 0 0,1 1 0,0-1 0,-1 0 0,1 1 0,0-1 0,0 1 0,0-1 0,-1 0 0,1 1 0,0-1 0,0 1 0,0-1 0,0 1 0,0-1 0,0 0 0,-1 1 0,1-1 0,1 1 0,-2 15 0,1-14 0,0 14 0,1 1 0,1-1 0,0 0 0,8 26 0,25 61 0,-23-73 0,2-1 0,0 0 0,2-1 0,39 51 0,-39-59 0,2 0 0,0-2 0,1 0 0,1-1 0,1 0 0,35 20 0,-36-25 0,48 25 0,-59-33 0,-1 0 0,1-1 0,0 0 0,1-1 0,16 3 0,-23-5 0,1 1 0,-1-1 0,0 0 0,0-1 0,0 1 0,0-1 0,0 1 0,0-1 0,0 0 0,0 0 0,0 0 0,0 0 0,0-1 0,0 1 0,0-1 0,-1 0 0,1 0 0,-1 0 0,0 0 0,1 0 0,-1 0 0,0-1 0,0 1 0,0-1 0,-1 0 0,1 1 0,0-1 0,-1 0 0,2-4 0,-1 1 0,0 0 0,-1 0 0,1-1 0,-1 1 0,-1 0 0,1 0 0,-1-1 0,0 1 0,0 0 0,-1 0 0,0-1 0,0 1 0,-4-12 0,0 5 0,-1 1 0,0 0 0,-1 0 0,0 0 0,-1 1 0,0 0 0,-1 1 0,0-1 0,-1 2 0,0-1 0,-22-15 0,31 24 0,-1 0 0,0 0 0,0 0 0,1 0 0,-1 0 0,0 0 0,0 1 0,0-1 0,0 0 0,0 1 0,0 0 0,0-1 0,0 1 0,0 0 0,0 0 0,0 0 0,0 0 0,0 1 0,0-1 0,-3 1 0,3 0 0,1 0 0,-1 0 0,1 0 0,0 0 0,-1 0 0,1 0 0,0 0 0,0 0 0,0 0 0,0 1 0,0-1 0,0 0 0,0 1 0,0-1 0,0 1 0,1-1 0,-1 1 0,1-1 0,-1 1 0,1 0 0,-1-1 0,1 1 0,0-1 0,0 1 0,0 3 0,0 1 0,1 1 0,0-1 0,0 1 0,1-1 0,0 0 0,0 1 0,0-1 0,1 0 0,0 0 0,0-1 0,6 8 0,3 5 0,1-1 0,18 17 0,-15-18 0,34 28 0,-43-39 0,0 0 0,0 0 0,0-1 0,1-1 0,0 1 0,-1-1 0,1 0 0,14 3 0,-20-6 0,1 0 0,-1 0 0,1 0 0,-1 0 0,0 0 0,1 0 0,-1 0 0,1-1 0,-1 1 0,0-1 0,1 0 0,-1 0 0,0 0 0,0 0 0,0 0 0,4-2 0,-3 0 0,0 1 0,-1-1 0,1 0 0,0 1 0,-1-1 0,0-1 0,0 1 0,0 0 0,0 0 0,1-5 0,-1 4 0,0-1 0,0 0 0,-1 0 0,1 0 0,-1 0 0,-1 0 0,1-1 0,-1 1 0,0 0 0,0 0 0,0 0 0,-1 0 0,0-1 0,0 1 0,0 0 0,-2-5 0,2 9 0,1 1 0,0-1 0,-1 0 0,1 0 0,0 1 0,-1-1 0,1 0 0,-1 1 0,1-1 0,-1 0 0,1 1 0,-1-1 0,0 1 0,1-1 0,-1 1 0,-1-1 0,2 1 0,-1 0 0,1 0 0,0 0 0,-1 0 0,1 0 0,0 0 0,-1 0 0,1 0 0,0 0 0,-1 0 0,1 0 0,0 0 0,-1 0 0,1 1 0,0-1 0,0 0 0,-1 0 0,1 0 0,0 1 0,0-1 0,-1 0 0,1 0 0,0 1 0,0-1 0,0 0 0,-1 0 0,1 1 0,-1 1 0,0 0 0,0 0 0,0 1 0,0-1 0,1 0 0,-1 1 0,1-1 0,-1 0 0,1 5 0,0-2 0,0-1 0,1 1 0,0 0 0,0 0 0,0-1 0,0 1 0,1 0 0,-1-1 0,1 1 0,1-1 0,-1 0 0,0 0 0,1 0 0,0 0 0,0 0 0,0-1 0,0 1 0,1-1 0,-1 1 0,1-1 0,7 4 0,-3-3 0,0 0 0,0 0 0,1-1 0,-1 0 0,1 0 0,0-1 0,-1 0 0,1 0 0,0-1 0,15 0 0,-15-2 0,1 0 0,0 0 0,-1-1 0,1-1 0,14-4 0,22-6 0,-38 11 40,0 1 0,16 0 0,-21 1-154,0 0 0,-1 1-1,1-1 1,0 1 0,-1-1 0,1 1-1,0 0 1,-1 0 0,1 0 0,-1 0-1,1 1 1,2 1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8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 24575,'-3'0'0,"0"0"0,0 0 0,0 0 0,0 1 0,-1-1 0,1 1 0,1 0 0,-1 0 0,0 0 0,0 0 0,0 0 0,0 0 0,1 1 0,-1 0 0,0-1 0,1 1 0,0 0 0,-1 0 0,1 0 0,0 1 0,-3 4 0,2-3 0,1 0 0,0 1 0,1-1 0,-1 1 0,1-1 0,0 1 0,0 0 0,0-1 0,1 1 0,-1 0 0,1 0 0,0-1 0,2 9 0,-1-7 0,0 0 0,0 1 0,1-1 0,-1 0 0,2 0 0,-1 0 0,1-1 0,-1 1 0,2-1 0,-1 1 0,1-1 0,7 9 0,-8-11 0,1 1 0,0-1 0,0 0 0,0 0 0,1 0 0,-1-1 0,1 1 0,-1-1 0,1 0 0,0 0 0,0-1 0,0 1 0,0-1 0,0 0 0,0-1 0,6 1 0,-9-1 0,0 0 0,1 0 0,-1 0 0,0 1 0,1-1 0,-1 1 0,0-1 0,0 1 0,1 0 0,-1 0 0,0 0 0,4 2 0,-5-1 0,0-1 0,1 0 0,-1 1 0,0-1 0,0 1 0,0-1 0,0 1 0,-1 0 0,1-1 0,0 1 0,-1 0 0,1 0 0,-1 0 0,0-1 0,1 1 0,-1 0 0,0 2 0,0 2 0,-1-1 0,1 1 0,-1-1 0,0 1 0,0-1 0,-1 1 0,1-1 0,-1 0 0,-1 0 0,1 0 0,-6 8 0,-1 1 0,0-2 0,-21 23 0,27-32-76,-1 1 1,1-1-1,-1-1 0,0 1 0,1 0 0,-2-1 0,1 0 0,0 0 1,0 0-1,-1 0 0,1-1 0,0 0 0,-1 0 0,0 0 1,1 0-1,-1-1 0,-5 0 0,-3 1-6750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46 24575,'-17'-45'0,"36"74"0,-17-26 0,9 15 0,-11-17 0,0-1 0,1 1 0,-1 0 0,1-1 0,-1 1 0,1 0 0,-1-1 0,1 1 0,0-1 0,-1 1 0,1-1 0,0 1 0,-1-1 0,1 0 0,0 1 0,1 0 0,-15-10 0,1 5 0,1 0 0,-1 0 0,0 1 0,0 0 0,-17-1 0,25 3 0,0 1 0,0 0 0,0 0 0,1 0 0,-1 0 0,0 1 0,0-1 0,1 1 0,-1 0 0,0 0 0,1 1 0,-1-1 0,1 1 0,-1 0 0,1 0 0,0 0 0,0 0 0,0 0 0,0 1 0,0-1 0,-3 5 0,3-4 0,1 0 0,0 1 0,0-1 0,0 0 0,0 1 0,1-1 0,-1 1 0,1 0 0,0 0 0,0-1 0,0 7 0,1-7 0,0-1 0,0 1 0,0-1 0,1 0 0,-1 1 0,1-1 0,-1 1 0,1-1 0,0 0 0,0 0 0,0 1 0,1-1 0,-1 0 0,0 0 0,1 0 0,-1 0 0,1-1 0,0 1 0,3 3 0,6 3 0,0 0 0,1-1 0,0 0 0,0 0 0,1-1 0,0-1 0,0 0 0,0-1 0,15 3 0,-24-6 0,0-1 0,1 0 0,-1 0 0,0 0 0,0 0 0,0 0 0,1-1 0,-1 0 0,0 0 0,0 0 0,0 0 0,0-1 0,0 0 0,-1 1 0,1-1 0,0-1 0,-1 1 0,1 0 0,-1-1 0,0 0 0,0 0 0,4-4 0,-4 0 0,-4 5 0,0 2 0,0 0 0,0 0 0,1 0 0,-1 1 0,0-1 0,0 0 0,1 1 0,-1-1 0,0 0 0,1 1 0,-1-1 0,1 1 0,-1-1 0,0 1 0,0 0 0,-2 3 0,1 0 0,-1 0 0,1 0 0,0 0 0,0 1 0,0-1 0,0 1 0,1-1 0,-1 1 0,1 0 0,0 9 0,-1 6 0,2 30 0,1-30 0,0 1 0,2 1 0,9 37 0,-8-42 0,0 0 0,-1 0 0,-1 0 0,0 0 0,-2 27 0,0-41 0,-1 0 0,1 0 0,-1 0 0,0 0 0,0 0 0,0 0 0,0 0 0,-1 0 0,1 0 0,-1-1 0,1 1 0,-1 0 0,0-1 0,0 0 0,0 1 0,-1-1 0,-2 2 0,1-1 0,0 0 0,-1 0 0,1-1 0,-1 0 0,1 0 0,-1 0 0,0-1 0,0 1 0,0-1 0,-5 0 0,1 0 0,0 0 0,0-1 0,0 0 0,0-1 0,0 0 0,0 0 0,0-1 0,0 0 0,1-1 0,-1 0 0,-15-7 0,15 5 0,-1-1 0,1-1 0,0 1 0,0-1 0,0-1 0,1 0 0,-10-11 0,18 18 0,-1 0 0,0 0 0,1 0 0,-1 0 0,1 0 0,-1 0 0,1 0 0,-1-1 0,1 1 0,0 0 0,0 0 0,-1 0 0,1 0 0,0 0 0,0 0 0,0-1 0,0 1 0,0 0 0,0 0 0,1 0 0,-1-2 0,1 2 0,0-1 0,0 1 0,0-1 0,0 1 0,0 0 0,0 0 0,0-1 0,0 1 0,1 0 0,-1 0 0,0 0 0,1 0 0,1 0 0,6-3 0,0 0 0,0 1 0,0 0 0,11-1 0,-14 2 0,32-4 0,-1 1 0,40 0 0,16-2 0,-72 5-1365,-4 0-5461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24575,'120'386'0,"-73"-227"0,-39-137 0,-6-17 0,0 0 0,0 0 0,0 0 0,-1 0 0,1 0 0,-1 1 0,-1-1 0,1 10 0,-1-14-54,0 0-1,0-1 0,-1 1 1,1 0-1,0-1 1,0 1-1,-1 0 0,1-1 1,0 1-1,-1 0 1,1-1-1,-1 1 0,1-1 1,-1 1-1,1-1 0,-1 1 1,1-1-1,-1 0 1,0 1-1,1-1 0,-1 1 1,1-1-1,-1 0 1,-1 1-1,-6 1-6771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0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24575,'47'7'0,"-1"2"0,68 21 0,-104-27 0,0 0 0,0-1 0,0 0 0,0-1 0,0 0 0,0 0 0,0-1 0,14-2 0,-20 1 0,0 0 0,0 0 0,0 0 0,0 0 0,0-1 0,0 1 0,0-1 0,0 0 0,-1 0 0,1-1 0,-1 1 0,0-1 0,0 1 0,0-1 0,0 0 0,0 0 0,0-1 0,-1 1 0,1 0 0,-1-1 0,0 0 0,3-6 0,-2-1 0,0 1 0,0-1 0,-1 0 0,-1 0 0,0 0 0,0 0 0,-1 0 0,-1-17 0,-3 1 0,0-1 0,-10-31 0,3 21 0,-1 1 0,-18-37 0,28 74 0,1 6 0,0 7 0,4 30 0,1 0 0,3 0 0,1-1 0,21 64 0,-22-84 0,0-1 0,2 0 0,0-1 0,2 0 0,21 32 0,-26-44 0,0 0 0,0-1 0,1 0 0,-1 0 0,2-1 0,-1 0 0,1 0 0,-1 0 0,2-1 0,-1-1 0,0 1 0,1-1 0,0-1 0,0 0 0,0 0 0,11 2 0,-16-5 0,-1 0 0,1 0 0,-1 0 0,1 0 0,-1 0 0,1-1 0,-1 0 0,1 0 0,-1 0 0,1 0 0,-1 0 0,0-1 0,1 1 0,-1-1 0,0 0 0,0 0 0,0 0 0,-1 0 0,1-1 0,0 1 0,-1-1 0,0 0 0,1 1 0,-1-1 0,0 0 0,2-6 0,-3 8 0,-1 0 0,1 0 0,-1 0 0,1 0 0,-1 1 0,1-1 0,0 0 0,-1 0 0,1 1 0,0-1 0,-1 0 0,1 1 0,0-1 0,0 1 0,0-1 0,0 1 0,-1 0 0,1-1 0,0 1 0,0 0 0,0-1 0,0 1 0,0 0 0,0 0 0,0 0 0,0 0 0,0 0 0,0 0 0,0 0 0,0 0 0,0 0 0,0 1 0,0-1 0,-1 0 0,1 0 0,0 1 0,0-1 0,0 1 0,0-1 0,1 2 0,4 2 0,0 0 0,-1 1 0,1 0 0,6 9 0,-3-5 0,65 74-1365,-66-73-5461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1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148 253 24575,'-12'31'0,"10"-18"0,1 0 0,0 0 0,1 0 0,1 0 0,-1 0 0,2 0 0,5 21 0,4 4 0,18 43 0,-10-29 0,-17-46 0,-8-17 0,-8-22 0,-42-91 0,28 66 0,-21-68 0,45 116 0,-10-33 0,-17-89 0,31 129 0,0 0 0,-1-1 0,1 1 0,0 0 0,1-1 0,-1 1 0,0 0 0,2-5 0,-2 7 0,1 0 0,-1 0 0,1 1 0,-1-1 0,0 0 0,1 0 0,-1 1 0,1-1 0,0 0 0,-1 1 0,1-1 0,0 0 0,-1 1 0,1-1 0,0 1 0,-1-1 0,1 1 0,0-1 0,0 1 0,0 0 0,0-1 0,-1 1 0,1 0 0,0 0 0,0 0 0,0 0 0,0 0 0,0 0 0,0 0 0,-1 0 0,1 0 0,0 0 0,0 0 0,0 0 0,0 0 0,1 1 0,4 1 0,1 1 0,-1 0 0,0 0 0,0 0 0,0 0 0,0 1 0,-1 0 0,6 5 0,41 41 0,-47-44 0,116 134 0,19 20 0,-75-95 0,125 96 0,-185-157 0,30 19 0,-33-22 0,1 1 0,-1-1 0,0 0 0,0 0 0,1-1 0,-1 1 0,1 0 0,-1-1 0,0 0 0,1 1 0,-1-1 0,1 0 0,3-1 0,-5 1 0,0 0 0,0-1 0,0 1 0,0-1 0,0 0 0,0 1 0,0-1 0,0 0 0,-1 1 0,1-1 0,0 0 0,0 0 0,-1 0 0,1 0 0,-1 0 0,1 0 0,-1 0 0,1 0 0,-1 0 0,0 0 0,1 0 0,-1 0 0,0 0 0,0 0 0,0 0 0,0 0 0,0-2 0,1-3 0,-2-1 0,1 1 0,-2-9 0,-4-19 0,-2 1 0,-19-51 0,-34-61 0,54 129 0,-19-42 0,-3 1 0,-43-64 0,49 93-1365,13 19-5461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4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24575,'0'-1'0,"0"0"0,-1 0 0,1 0 0,0 0 0,0 0 0,1 0 0,-1 0 0,0 0 0,0 0 0,0 0 0,1 0 0,-1 0 0,1 0 0,-1 0 0,1 0 0,-1 0 0,1 0 0,-1 0 0,1 0 0,0 0 0,-1 1 0,1-1 0,0 0 0,0 0 0,0 1 0,-1-1 0,1 1 0,0-1 0,0 1 0,0-1 0,0 1 0,0-1 0,0 1 0,0 0 0,0 0 0,0-1 0,0 1 0,0 0 0,1 0 0,-1 0 0,0 0 0,0 0 0,0 0 0,0 1 0,0-1 0,0 0 0,1 1 0,7 1 0,0 1 0,-1 1 0,1-1 0,10 7 0,-14-7 0,295 130 0,-220-101 0,65 22 0,-162-60 0,1 1 0,-31-6 0,40 10 0,-1 1 0,1-1 0,0 1 0,0 0 0,-1 1 0,1 0 0,0 0 0,0 0 0,0 1 0,-14 5 0,-18 8-455,-1-1 0,-59 12 0,85-23-6371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5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1 24575,'31'0'0,"-27"0"0,-20 0 0,-10 0 0,1-1 0,0 1 0,-1 2 0,1 0 0,0 1 0,-35 10 0,-28 21-1365,76-30-5461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24575,'2'-19'0,"-3"18"0,1 1 0,0 0 0,0 0 0,0 0 0,0 0 0,0 0 0,0 0 0,0 0 0,0 0 0,0 0 0,1 0 0,-1 0 0,0-1 0,0 1 0,0 0 0,0 0 0,0 0 0,0 0 0,0 0 0,0 0 0,0 0 0,0 0 0,0 0 0,0 0 0,0 0 0,0 0 0,0 0 0,0 0 0,0 0 0,0-1 0,0 1 0,1 0 0,-1 0 0,0 0 0,0 0 0,0 0 0,0 0 0,0 0 0,0 0 0,0 0 0,0 0 0,0 0 0,0 0 0,1 0 0,-1 0 0,0 0 0,0 0 0,0 0 0,0 0 0,0 0 0,0 0 0,0 1 0,5 9 0,6 27 0,-2 2 0,7 59 0,-2-9 0,7 10 0,-14-72 0,-1 0 0,-2 1 0,3 42 0,-7-68 0,0 0 0,0 0 0,0 1 0,0-1 0,0 0 0,1 0 0,-1 1 0,1-1 0,-1 0 0,3 3 0,-3-4 0,1 0 0,0 0 0,0-1 0,0 1 0,0 0 0,-1-1 0,1 1 0,0-1 0,0 0 0,0 1 0,0-1 0,0 1 0,0-1 0,1 0 0,-1 0 0,0 0 0,0 0 0,0 0 0,0 0 0,0 0 0,0 0 0,0 0 0,0 0 0,1-1 0,56-8 0,-33 4 0,45-2 0,-55 6-8,25-5 0,-24 3 54,27-2 0,-38 5-177,-1 0 0,1 0 0,-1 1 0,1-1 0,-1 1 0,0 0 0,1 0 0,-1 1 0,0-1 0,7 4 0,-2 1-6695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3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36 24575,'-6'-35'0,"12"45"0,2 11 0,9 73 0,-15-75 0,0 1 0,-2 26 0,0-28 0,0 0 0,2 0 0,3 20 0,-2-18 0,3 28 0,8-82 0,-12 29 0,0 1 0,1 0 0,-1 1 0,1-1 0,0 0 0,0 1 0,0-1 0,0 1 0,0 0 0,1 0 0,0 0 0,-1 1 0,1-1 0,0 1 0,0 0 0,0 0 0,1 0 0,-1 1 0,0-1 0,1 1 0,-1 0 0,1 0 0,-1 1 0,1-1 0,-1 1 0,1 0 0,0 0 0,-1 1 0,7 1 0,-3-1 0,-1 1 0,1 0 0,0 1 0,-1 0 0,1 0 0,-1 0 0,0 1 0,8 5 0,-12-6 0,1 0 0,0 0 0,-1 1 0,0-1 0,0 1 0,0 0 0,0-1 0,-1 1 0,0 0 0,1 1 0,-1-1 0,-1 0 0,1 1 0,-1-1 0,2 7 0,6 29-1365,-6-31-5461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0 0,0 0 0,0 0 0,0 0 0,0 0 0,0 1 0,0-1 0,0 0 0,1 0 0,-1 0 0,0 0 0,1 0 0,-1 1 0,0-1 0,1 0 0,-1 0 0,1 1 0,1-2 0,-2 2 0,1-1 0,-1 1 0,1 0 0,-1 0 0,1 0 0,-1 0 0,1 0 0,-1 0 0,1 0 0,0 0 0,-1 0 0,1 0 0,-1 0 0,1 0 0,-1 0 0,1 1 0,-1-1 0,1 0 0,-1 0 0,1 1 0,-1-1 0,2 1 0,1 2 0,1 0 0,0 0 0,-1 0 0,1 0 0,4 8 0,11 19 0,-2 0 0,-1 1 0,18 49 0,-22-50 0,-8-19-170,0 0-1,0 0 0,-1 1 1,-1-1-1,0 1 0,-1 0 1,0 23-1,-1-23-6655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47 24575,'-31'-8'0,"-11"-2"0,-2 1 0,4 1 0,4 2 0,6 3 0,5 1 0,4 1 0,4 4 0,1 1 0,5 2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5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24575,'2'-1'0,"1"0"0,-1-1 0,1 1 0,-1 0 0,1 1 0,-1-1 0,1 0 0,0 1 0,0 0 0,-1-1 0,1 1 0,0 0 0,0 0 0,-1 1 0,1-1 0,0 1 0,-1-1 0,1 1 0,0 0 0,-1 0 0,1 0 0,-1 0 0,1 0 0,-1 1 0,0-1 0,1 1 0,2 3 0,0-1 0,-1 1 0,-1 0 0,1-1 0,-1 2 0,1-1 0,-2 0 0,1 1 0,0-1 0,-1 1 0,0 0 0,2 10 0,3 22 0,3 66 0,-8 39 0,-2-95 0,-1-41 0,2 1 0,-1-1 0,1 0 0,0 0 0,4 11 0,-4-16 0,-1 0 0,1 0 0,0 0 0,0 0 0,0 0 0,0-1 0,0 1 0,1 0 0,-1-1 0,0 1 0,1 0 0,-1-1 0,1 0 0,-1 1 0,1-1 0,0 0 0,0 0 0,-1 0 0,1 0 0,0 0 0,0-1 0,0 1 0,3 0 0,14 1 0,-1-1 0,1 0 0,23-4 0,9 1 0,-22 1 0,-1-2 0,52-12 0,-55 10 0,-7 2-455,1 1 0,32 1 0,-38 1-6371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24575,'25'30'0,"-18"-21"0,1 0 0,11 10 0,7 3 0,2-1 0,0-1 0,1-1 0,53 24 0,-53-32-1365,-16-8-5461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3 24575,'0'0'0,"0"0"0,0 0 0,0-1 0,0 1 0,0 0 0,0 0 0,0 0 0,1 0 0,-1 0 0,0 0 0,0 0 0,0 0 0,0 0 0,0 0 0,0 0 0,0 0 0,0 0 0,0 0 0,0 0 0,0-1 0,0 1 0,0 0 0,0 0 0,0 0 0,0 0 0,0 0 0,0 0 0,0 0 0,-1 0 0,1 0 0,0 0 0,0 0 0,0 0 0,0 0 0,0 0 0,0 0 0,0 0 0,0-1 0,0 1 0,0 0 0,0 0 0,0 0 0,0 0 0,0 0 0,0 0 0,0 0 0,0 0 0,0 0 0,0 0 0,-1 0 0,1 0 0,0 0 0,0 0 0,0 0 0,0 0 0,0 0 0,0 0 0,0 0 0,0 0 0,0 0 0,0 0 0,0 0 0,0 0 0,0 0 0,-4 6 0,-3 7 0,2 0 0,0-1 0,-1 0 0,0 0 0,-1 0 0,-1-1 0,1 0 0,-2-1 0,-13 14 0,18-20-124,1 0 0,0 0 0,0 1 0,0-1 0,0 1 0,1 0-1,-1 0 1,1-1 0,0 2 0,-2 7 0,3 0-6702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12 24575,'3'-2'0,"-2"-2"0,-4 1 0,-4 1 0,-2 2 0,-4 2 0,-1 1 0,-1-1 0,0 0 0,-3-1 0,-1 0 0,1 0 0,0-1 0,1 0 0,1 0 0,1-1 0,0 1 0,3 0-8191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8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24575,'0'-35'0,"0"35"0,0 0 0,0 0 0,0 0 0,1 0 0,-1 0 0,0 0 0,0 0 0,0 0 0,0 1 0,0-1 0,0 0 0,0 0 0,0 0 0,0 0 0,1 0 0,-1 0 0,0 0 0,0 0 0,0 0 0,0 0 0,0 0 0,0 0 0,0 0 0,1 0 0,-1 0 0,0 0 0,0 0 0,0 0 0,0 0 0,0 0 0,0 0 0,0 0 0,0 0 0,1 0 0,-1 0 0,0 0 0,0 0 0,0-1 0,0 1 0,0 0 0,0 0 0,0 0 0,0 0 0,0 0 0,0 0 0,1 0 0,-1 0 0,0 0 0,0 0 0,0-1 0,0 1 0,0 0 0,0 0 0,0 0 0,0 0 0,0 0 0,4 9 0,24 96 0,49 118 0,-35-115 0,-80-191 0,-33-106 0,38 50 0,32 132 0,-1 0 0,0 0 0,-5-13 0,4 45 0,4-13-3,-1 0 1,2 1-1,0-1 0,0-1 0,1 1 1,1 0-1,5 11 0,5 9 63,21 32 0,-19-36-791,23 53-1,-34-66-6094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4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10 24575,'3'-8'0,"-4"7"0,-9 10 0,2-1 0,-12 11 0,3-4 0,0 1 0,-37 24 0,41-32 0,-47 28 0,-105 48 0,154-79-151,-1 2-1,1-1 0,0 2 0,0-1 1,0 1-1,1 1 0,1 0 1,-11 12-1,11-11-6674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0 544 24575,'18'-5'0,"0"0"0,-1-2 0,0 0 0,0 0 0,-1-2 0,0 0 0,0-1 0,-1 0 0,0-1 0,13-14 0,-19 17 0,0 0 0,-1-1 0,0 0 0,-1-1 0,8-12 0,-12 17 0,-1 0 0,1-1 0,-1 1 0,0-1 0,-1 0 0,1 1 0,-1-1 0,0 0 0,-1 0 0,1 1 0,-1-1 0,-1-11 0,-1 4 0,-1 0 0,0 0 0,-1 1 0,0-1 0,-1 1 0,0 0 0,-1 0 0,-14-21 0,-3 2 0,-45-47 0,35 41 0,23 28 0,10 9 0,0 0 0,0 0 0,0 0 0,0 0 0,0 0 0,0 0 0,0 0 0,0 0 0,0 0 0,0 0 0,0 0 0,0-1 0,-1 1 0,1 0 0,0 0 0,0 0 0,0 0 0,0 0 0,0 0 0,0 0 0,0 0 0,0 0 0,0 0 0,0 0 0,-1 1 0,1-1 0,0 0 0,0 0 0,0 0 0,0 0 0,0 0 0,0 0 0,0 0 0,0 0 0,0 0 0,0 0 0,0 0 0,0 0 0,-1 0 0,1 0 0,0 0 0,0 0 0,0 0 0,0 1 0,0-1 0,0 0 0,0 0 0,0 0 0,0 0 0,0 0 0,0 0 0,0 0 0,0 0 0,0 0 0,0 1 0,4 19 0,0-4 0,2 39 0,1 12 0,24 63 0,-25-111 0,2 0 0,0 0 0,0-1 0,20 28 0,-21-35 0,1 0 0,1-1 0,0 0 0,0-1 0,1 0 0,0 0 0,0-1 0,1 0 0,0-1 0,1 0 0,-1 0 0,1-2 0,1 1 0,-1-2 0,18 5 0,-5-3 0,1-2 0,40 3 0,-57-7 0,1 0 0,-1 0 0,0-1 0,0 0 0,0-1 0,0 0 0,0-1 0,0 1 0,0-2 0,14-6 0,-20 8 0,-1 0 0,1 1 0,-1-1 0,1 0 0,-1 0 0,0 0 0,0-1 0,0 1 0,0 0 0,0-1 0,0 1 0,-1-1 0,1 0 0,-1 0 0,0 1 0,0-1 0,0 0 0,0 0 0,0 0 0,-1 0 0,1 0 0,-1 0 0,0 0 0,0 0 0,0-1 0,0 1 0,0 0 0,-1 0 0,0 0 0,-1-4 0,0 1 0,0 1 0,0-1 0,-1 1 0,1 0 0,-1 0 0,0 1 0,-1-1 0,1 0 0,-1 1 0,0 0 0,0 0 0,-1 0 0,1 1 0,-1-1 0,-8-4 0,8 5 0,-1 1 0,0-1 0,1 1 0,-1 1 0,0-1 0,0 1 0,-11-1 0,16 2 0,0 0 0,0 0 0,0 0 0,0 0 0,-1 0 0,1 0 0,0 1 0,0-1 0,0 0 0,0 1 0,0-1 0,0 1 0,0-1 0,0 1 0,0-1 0,0 1 0,0 0 0,-1 1 0,1 0 0,0-1 0,1 0 0,-1 1 0,1-1 0,-1 1 0,1-1 0,-1 1 0,1-1 0,0 1 0,0-1 0,0 1 0,0-1 0,0 1 0,0-1 0,0 1 0,1-1 0,-1 1 0,1 2 0,1 1 0,1 1 0,-1-1 0,1 1 0,0-1 0,0 0 0,1 0 0,-1 0 0,1-1 0,0 1 0,1-1 0,5 5 0,1 0 0,0-1 0,1 0 0,23 12 0,-30-18 0,0 0 0,0 0 0,0 0 0,0-1 0,0 1 0,1-2 0,-1 1 0,7 0 0,-11-1 0,1 0 0,-1 0 0,1 0 0,-1 0 0,1 0 0,-1-1 0,1 1 0,-1-1 0,1 1 0,-1-1 0,0 1 0,1-1 0,-1 0 0,0 0 0,0 1 0,1-1 0,-1 0 0,0 0 0,0 0 0,0 0 0,0-1 0,0 1 0,0 0 0,0 0 0,-1 0 0,1-1 0,0 1 0,-1-1 0,1 1 0,-1 0 0,1-1 0,-1-2 0,1-5 0,0 0 0,-1 1 0,-1-13 0,0-16 0,1 36 0,0 1 0,0 0 0,0 0 0,0 0 0,0 0 0,0-1 0,0 1 0,0 0 0,0 0 0,1 0 0,-1 0 0,0-1 0,0 1 0,0 0 0,0 0 0,0 0 0,0 0 0,0-1 0,0 1 0,0 0 0,0 0 0,1 0 0,-1 0 0,0 0 0,0 0 0,0-1 0,0 1 0,0 0 0,1 0 0,-1 0 0,0 0 0,0 0 0,0 0 0,0 0 0,1 0 0,-1 0 0,0 0 0,8 4 0,7 14 0,-12-15 0,3 4 0,1 0 0,0-1 0,0 0 0,0 0 0,0-1 0,1 0 0,0 0 0,16 7 0,-21-11 0,1 1 0,0-1 0,0 0 0,-1 0 0,1-1 0,0 1 0,0-1 0,0 0 0,0 0 0,0 0 0,0 0 0,0-1 0,0 1 0,0-1 0,0 0 0,-1 0 0,1-1 0,0 1 0,-1-1 0,1 0 0,-1 0 0,1 0 0,2-3 0,-1 1 0,0-1 0,-1 1 0,0-1 0,0 0 0,-1 0 0,5-8 0,-2 3 0,-5 9 2,-1 0 0,0 0 0,1 1 0,-1-1 0,1 0 0,-1 1-1,1-1 1,-1 0 0,1 1 0,-1-1 0,1 1 0,0-1 0,-1 1 0,1-1-1,0 1 1,-1 0 0,1-1 0,0 1 0,0 0 0,-1-1 0,1 1 0,0 0-1,0 0 1,0 0 0,-1 0 0,1 0 0,0 0 0,0 0 0,0 0 0,0 0-1,-1 0 1,1 0 0,0 0 0,0 1 0,-1-1 0,1 0 0,0 1 0,0-1-1,-1 0 1,1 1 0,0-1 0,-1 1 0,2 0 0,2 3-133,1 0 1,-1 1 0,0-1-1,6 10 1,-5-7-666,2 4-6030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24575,'-4'1'0,"1"0"0,0 0 0,-1 0 0,1 1 0,0-1 0,0 1 0,0 0 0,0 0 0,0 0 0,1 1 0,-5 4 0,6-6 0,0 0 0,0 0 0,0 0 0,1 0 0,-1 0 0,0 0 0,1 1 0,-1-1 0,1 0 0,0 0 0,-1 1 0,1-1 0,0 0 0,0 1 0,0-1 0,0 0 0,0 1 0,0-1 0,0 0 0,0 1 0,0-1 0,1 0 0,-1 1 0,0-1 0,1 0 0,-1 0 0,1 0 0,0 1 0,-1-1 0,1 0 0,0 0 0,0 0 0,1 2 0,3 1 0,-1 0 0,1-1 0,-1 1 0,1-1 0,0 0 0,0 0 0,9 3 0,20 13 0,-31-17 0,-1 0 0,1 0 0,-1 1 0,1 0 0,-1-1 0,0 1 0,0 0 0,0 0 0,-1 0 0,1 0 0,-1 0 0,1 0 0,-1 1 0,0-1 0,0 0 0,-1 1 0,1-1 0,-1 0 0,1 1 0,-1-1 0,-1 5 0,0 5 0,-1-1 0,0 0 0,-1 0 0,-6 18 0,4-15 0,4-10 0,-1 1 0,0-1 0,0 1 0,0-1 0,-1 0 0,-4 7 0,6-10 0,0-1 0,-1 0 0,1 1 0,-1-1 0,1 0 0,-1 0 0,1 0 0,-1 0 0,0 0 0,1 0 0,-1-1 0,0 1 0,0-1 0,0 1 0,1-1 0,-1 0 0,0 1 0,0-1 0,0 0 0,0 0 0,0 0 0,1 0 0,-1-1 0,-3 0 0,1 0-227,1 1-1,-1-2 1,1 1-1,-1 0 1,-5-3-1,-1-3-6598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24575,'35'117'0,"17"45"0,-42-134 0,3 0 0,0-1 0,27 41 0,-39-66 0,0-1 0,0 1 0,1-1 0,-1 1 0,0-1 0,1 0 0,-1 0 0,1 1 0,-1-1 0,4 1 0,-5-2 0,0 0 0,0 0 0,1 0 0,-1 0 0,0 1 0,0-1 0,1 0 0,-1 0 0,0 0 0,1 0 0,-1 0 0,0 0 0,1 0 0,-1 0 0,0-1 0,0 1 0,1 0 0,-1 0 0,0 0 0,1 0 0,-1 0 0,0 0 0,0-1 0,1 1 0,-1 0 0,0 0 0,1-1 0,-1 0 0,1 0 0,-1 0 0,0 1 0,1-1 0,-1 0 0,0 0 0,1 0 0,-1 0 0,0 0 0,0 0 0,0 1 0,0-3 0,0-2 0,-1 0 0,0 0 0,0 0 0,0 1 0,0-1 0,-1 0 0,0 0 0,0 1 0,-3-6 0,-3-3 0,-15-21 0,7 19 0,16 15 0,-1 0 0,1-1 0,-1 1 0,1 0 0,-1-1 0,1 1 0,-1 0 0,1 0 0,-1 0 0,1-1 0,-1 1 0,0 0 0,1 0 0,-1 0 0,1 0 0,-1 0 0,1 0 0,-1 0 0,0 0 0,1 0 0,-1 1 0,1-1 0,-1 0 0,1 0 0,-1 0 0,0 1 0,1-1 0,-1 0 0,1 1 0,0-1 0,-2 1 0,2-1 0,0 0 0,0 0 0,0 1 0,-1-1 0,1 0 0,0 0 0,0 1 0,0-1 0,0 0 0,-1 0 0,1 1 0,0-1 0,0 0 0,0 0 0,0 1 0,0-1 0,0 0 0,0 1 0,0-1 0,0 0 0,0 0 0,0 1 0,0-1 0,0 0 0,0 1 0,0-1 0,0 0 0,0 0 0,0 1 0,0-1 0,0 0 0,1 0 0,-1 1 0,10 6 0,14-1 0,-19-6 0,1 1 0,-1-1 0,0 0 0,1 0 0,-1-1 0,0 1 0,1-1 0,-1-1 0,0 1 0,0-1 0,0 1 0,0-1 0,0-1 0,-1 1 0,8-5 0,-4 0 0,-1 1 0,0-1 0,0 0 0,-1 0 0,0-1 0,0 0 0,8-14 0,-7 8 0,0 0 0,-1 0 0,0-1 0,-1 1 0,-1-1 0,0-1 0,1-19 0,-2 4 0,-1 0 0,-5-53 0,3 84 0,-4-31 0,3 29 0,1 0 0,0 0 0,-1 1 0,1-1 0,-1 0 0,0 1 0,1-1 0,-1 1 0,0-1 0,0 1 0,0-1 0,0 1 0,0-1 0,-3-1 0,4 3 0,0 0 0,-1 0 0,1 0 0,0 0 0,0 0 0,0 0 0,-1 0 0,1 0 0,0-1 0,0 1 0,-1 0 0,1 1 0,0-1 0,0 0 0,-1 0 0,1 0 0,0 0 0,0 0 0,-1 0 0,1 0 0,0 0 0,0 0 0,-1 0 0,1 1 0,0-1 0,0 0 0,0 0 0,-1 0 0,1 0 0,0 1 0,0-1 0,0 0 0,0 0 0,-1 0 0,1 1 0,0-1 0,0 0 0,0 0 0,0 0 0,0 1 0,0-1 0,0 0 0,0 0 0,0 1 0,0-1 0,-3 14 0,3-14 0,-2 23 0,2 0 0,0 0 0,1 0 0,1-1 0,8 35 0,-2-24 0,2-1 0,1 0 0,16 34 0,-22-57 0,0 0 0,0 0 0,0 0 0,1 0 0,11 10 0,-14-15 0,0-1 0,0 0 0,1-1 0,-1 1 0,1-1 0,0 1 0,0-1 0,0 0 0,0 0 0,0-1 0,0 1 0,0-1 0,1 0 0,-1 0 0,5 0 0,-2-1 0,0 0 0,0 0 0,0-1 0,0 0 0,-1-1 0,1 1 0,-1-1 0,1-1 0,-1 1 0,1-1 0,-1 0 0,7-5 0,2 1 0,-12 5 0,0 0 0,0 1 0,0 0 0,0 0 0,1 0 0,-1 0 0,0 0 0,1 1 0,-1 0 0,0-1 0,1 1 0,-1 0 0,1 1 0,-1-1 0,0 1 0,7 1 0,-5 0 0,1 1 0,-1-1 0,0 1 0,-1 0 0,1 1 0,0-1 0,-1 1 0,0 0 0,5 5 0,-8-8-10,4 3-140,-1 1-1,1 1 1,-1-1-1,1 1 0,-1-1 1,-1 1-1,1 1 1,4 11-1,-6-7-6675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24575,'1'-2'0,"5"-11"0,-6 13 0,0 0 0,0-1 0,0 1 0,1 0 0,-1 0 0,0 0 0,0 0 0,0 0 0,1-1 0,-1 1 0,0 0 0,0 0 0,1 0 0,-1 0 0,0 0 0,0 0 0,1 0 0,-1 0 0,0 0 0,0 0 0,1 0 0,-1 0 0,0 0 0,0 0 0,0 0 0,1 0 0,-1 1 0,0-1 0,0 0 0,1 0 0,-1 0 0,0 0 0,0 0 0,0 0 0,1 1 0,-1-1 0,0 0 0,0 0 0,0 0 0,0 0 0,0 1 0,1-1 0,-1 0 0,0 0 0,0 1 0,0-1 0,0 0 0,0 0 0,0 0 0,0 1 0,0-1 0,0 0 0,0 0 0,0 1 0,8 16 0,-1 0 0,7 27 0,-3-12 0,15 42 0,30 95 0,-15 7 0,-41-175 0,0-1 0,0 1 0,0-1 0,0 0 0,0 1 0,0-1 0,0 1 0,0-1 0,0 1 0,0-1 0,0 0 0,1 1 0,-1-1 0,0 1 0,0-1 0,0 0 0,1 1 0,-1-1 0,0 0 0,1 1 0,-1-1 0,0 0 0,1 1 0,-1-1 0,0 0 0,1 0 0,-1 1 0,1-1 0,0-1 0,-1 1 0,1 0 0,-1 0 0,1 0 0,-1-1 0,1 1 0,-1 0 0,1-1 0,-1 1 0,0 0 0,1-1 0,-1 1 0,1-1 0,-1 1 0,0 0 0,1-2 0,15-26 0,-15 26 0,9-18 0,1 0 0,16-20 0,-22 33 0,1-1 0,0 1 0,1 1 0,-1-1 0,2 1 0,-1 0 0,15-9 0,-18 13 0,0 0 0,0 1 0,0-1 0,0 1 0,1 0 0,-1 0 0,0 0 0,0 0 0,1 1 0,-1 0 0,1 0 0,-1 0 0,0 0 0,6 2 0,-7-1 0,0-1 0,0 1 0,-1 0 0,1 1 0,-1-1 0,1 0 0,-1 1 0,1 0 0,-1-1 0,0 1 0,1 0 0,-1 0 0,0 0 0,0 0 0,-1 1 0,1-1 0,0 1 0,-1-1 0,1 1 0,-1-1 0,2 6 0,29 72 57,-16-44-1479,-11-23-5404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9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39 24575,'-26'-7'0,"-92"-23"0,116 29 0,1 1 0,-1 0 0,0 0 0,0-1 0,1 1 0,-1 0 0,0 1 0,0-1 0,1 0 0,-5 1 0,6-1 0,0 0 0,0 1 0,0-1 0,0 0 0,-1 0 0,1 0 0,0 0 0,0 0 0,0 1 0,0-1 0,0 0 0,-1 0 0,1 0 0,0 0 0,0 1 0,0-1 0,0 0 0,0 0 0,0 0 0,0 1 0,0-1 0,0 0 0,0 0 0,0 0 0,0 1 0,0-1 0,0 0 0,0 0 0,0 1 0,0-1 0,7 11 0,0-3 0,0 0 0,-1 1 0,0 0 0,-1 0 0,7 13 0,15 50 0,-19-50 0,1 5 0,0-3 0,-1 1 0,6 33 0,16 83 0,-29-133 0,0 1 0,1-1 0,0 1 0,1-1 0,0 0 0,4 9 0,-5-15 0,-1 1 0,1-1 0,0 1 0,-1-1 0,1 0 0,0 1 0,0-1 0,1 0 0,-1-1 0,0 1 0,1 0 0,-1-1 0,1 1 0,-1-1 0,1 0 0,0 1 0,-1-1 0,1-1 0,0 1 0,0 0 0,3 0 0,25 1 0,0-2 0,40-3 0,-68 3 9,-1-1 1,1 1-1,-1-1 0,0 1 0,1-1 1,-1 0-1,0 0 0,1 0 0,-1 0 0,0 0 1,0 0-1,2-3 0,-3 3-77,0 0 1,0 0-1,0 0 1,0 0-1,0 0 1,0 0-1,-1-1 1,1 1-1,0 0 1,-1-1-1,1 1 1,-1 0-1,0-1 1,1 1-1,-1-1 1,0 1-1,0 0 1,0-1-1,0 1 1,0-1-1,0-1 1,-2-9-6759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24575,'1'3'0,"0"0"0,0 0 0,0 0 0,1 0 0,-1-1 0,1 1 0,-1 0 0,1-1 0,0 1 0,0-1 0,0 0 0,4 3 0,-1 1 0,2 1 0,27 29 0,-30-32 0,0 0 0,0-1 0,1 1 0,-1-1 0,1 0 0,8 3 0,-12-6 0,0 1 0,0-1 0,0 1 0,0-1 0,0 0 0,0 0 0,0 1 0,0-1 0,0 0 0,0 0 0,0 0 0,1 0 0,-1-1 0,0 1 0,0 0 0,0 0 0,0 0 0,0-1 0,0 1 0,0-1 0,0 1 0,0-1 0,1 0 0,-1 0 0,0-1 0,0 1 0,1 0 0,-1-1 0,-1 1 0,1-1 0,0 1 0,0-1 0,0 0 0,-1 1 0,1-1 0,0-3 0,0-2 0,0 1 0,-1-1 0,0 0 0,0 1 0,0-1 0,-2-10 0,-2 2 0,2 10 0,1 0 0,0 0 0,0 0 0,1 0 0,-1 0 0,1-7 0,0 11 0,0 1 0,0 0 0,0 0 0,0-1 0,0 1 0,0 0 0,0 0 0,0-1 0,0 1 0,0 0 0,0 0 0,1-1 0,-1 1 0,0 0 0,0 0 0,0 0 0,0-1 0,0 1 0,0 0 0,1 0 0,-1 0 0,0-1 0,0 1 0,0 0 0,0 0 0,1 0 0,-1 0 0,0 0 0,0-1 0,1 1 0,-1 0 0,0 0 0,0 0 0,0 0 0,1 0 0,8 5 0,8 16 0,-15-19 0,9 11 0,1-1 0,1-1 0,-1 0 0,2-1 0,-1 0 0,1-1 0,1 0 0,16 6 0,-13-10 120,-17-5-159,-1 0 0,1 0 0,-1 0 0,0 0 0,1 0 0,-1 0-1,1 0 1,-1 0 0,1 0 0,-1 0 0,1 0 0,-1 0 0,0 0 0,1-1 0,-1 1 0,1 0 0,-1 0 0,0-1-1,1 1 1,-1 0 0,0-1 0,1 1 0,-1 0 0,0-1 0,1 1 0,-1 0 0,0-1 0,0 1 0,0 0 0,1-1 0,-1 1-1,0-1 1,0 1 0,0-1 0,0 1 0,0 0 0,0-1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95 24575,'-1'-9'0,"0"-1"0,0 1 0,2-18 0,-1 25 0,0 0 0,0 0 0,0 1 0,0-1 0,1 0 0,-1 1 0,1-1 0,-1 1 0,1-1 0,-1 1 0,1-1 0,0 1 0,0-1 0,0 1 0,0-1 0,0 1 0,0 0 0,0 0 0,0-1 0,1 1 0,-1 0 0,0 0 0,1 0 0,-1 0 0,1 1 0,-1-1 0,1 0 0,-1 1 0,4-2 0,-3 2 0,0 0 0,0 0 0,0 1 0,0-1 0,0 0 0,-1 1 0,1 0 0,0-1 0,0 1 0,0 0 0,0 0 0,-1 0 0,1 0 0,1 1 0,24 21 0,-21-18 0,105 100 0,-108-102 0,0 0 0,0 0 0,0 0 0,-1 0 0,1 1 0,-1-1 0,0 0 0,0 1 0,2 5 0,-3-6 0,0-1 0,-1 0 0,1 1 0,-1-1 0,1 1 0,-1-1 0,0 0 0,0 1 0,0-1 0,-1 1 0,1-1 0,0 0 0,-1 1 0,0-1 0,1 1 0,-3 3 0,-1 1 0,1 1 0,0 0 0,0 0 0,1 0 0,0 0 0,1 1 0,-2 13 0,3-17 0,0 1 0,1-1 0,-1 1 0,1-1 0,0 1 0,1-1 0,-1 0 0,1 1 0,0-1 0,0 0 0,1 0 0,4 7 0,2 1 0,19 18 0,-20-23 0,-1-1 0,0 1 0,-1 1 0,1-1 0,-2 1 0,7 11 0,-12-19 0,0 0 0,1 0 0,-1 0 0,0 0 0,1-1 0,-1 1 0,0 0 0,0 0 0,0 0 0,0 0 0,0 0 0,0 0 0,0 0 0,0 0 0,0-1 0,0 1 0,0 0 0,-1 0 0,1 0 0,0 0 0,-1 0 0,1-1 0,-1 1 0,1 0 0,0 0 0,-1-1 0,0 1 0,1 0 0,-1-1 0,1 1 0,-1 0 0,0-1 0,0 1 0,1-1 0,-1 1 0,0-1 0,0 1 0,0-1 0,1 0 0,-1 1 0,0-1 0,0 0 0,0 0 0,0 0 0,0 0 0,-1 0 0,-6 2 0,0-2 0,-1 1 0,1-1 0,-9-1 0,8 0 0,-49 0-1365,39 1-5461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 24575,'17'5'0,"19"5"0,47 20 0,-73-26 0,-1 0 0,0 1 0,0 0 0,0 1 0,-1 0 0,0 0 0,0 1 0,-1 0 0,14 16 0,-19-20 0,0 0 0,0 0 0,0 0 0,-1 0 0,1 1 0,-1-1 0,0 0 0,0 1 0,0-1 0,0 1 0,-1-1 0,1 6 0,-1-7 0,0-1 0,0 1 0,-1-1 0,1 1 0,-1 0 0,1-1 0,-1 1 0,1-1 0,-1 1 0,0-1 0,0 1 0,1-1 0,-1 0 0,0 1 0,0-1 0,-1 0 0,1 0 0,0 0 0,0 1 0,-1-1 0,1-1 0,0 1 0,-1 0 0,1 0 0,-1 0 0,1-1 0,-1 1 0,-2 0 0,-1 0 0,-1 0 0,0 0 0,1 0 0,-1-1 0,0 0 0,0 0 0,1-1 0,-1 1 0,0-1 0,1 0 0,-10-4 0,-6-2 0,-32-17 0,42 19 0,-13-6 0,13 7 0,0-1 0,0 0 0,0-1 0,1-1 0,0 1 0,-16-15 0,25 20 0,0 0 0,0 0 0,0 0 0,0 0 0,0 0 0,1 0 0,-1 0 0,0 0 0,1 0 0,-1 0 0,1-1 0,-1 1 0,1 0 0,-1 0 0,1 0 0,0-1 0,0 1 0,0 0 0,0-1 0,0 1 0,0 0 0,0 0 0,0-1 0,0 1 0,0 0 0,1-3 0,0 3 0,0-1 0,0 1 0,1-1 0,-1 1 0,0 0 0,0 0 0,1 0 0,-1 0 0,0 0 0,1 0 0,-1 0 0,1 0 0,0 0 0,-1 0 0,1 1 0,0-1 0,-1 1 0,1 0 0,2-1 0,7 0 29,0 0-1,20 2 1,-23-1-271,1 0 0,0 0 0,-1 0 1,1-1-1,13-3 0,-13 1-6584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86 24575,'-7'-6'0,"-2"-4"0,0 1 0,0 0 0,-1 1 0,0 0 0,-1 0 0,1 1 0,-22-10 0,31 16 0,0 1 0,0-1 0,0 1 0,-1 0 0,1-1 0,0 1 0,0 0 0,-1 0 0,1-1 0,0 1 0,0 0 0,-1 0 0,1 1 0,0-1 0,0 0 0,0 0 0,-1 1 0,1-1 0,0 0 0,0 1 0,0-1 0,0 1 0,0 0 0,-1-1 0,1 1 0,0 0 0,1 0 0,-1-1 0,0 1 0,0 0 0,0 0 0,0 0 0,1 0 0,-1 0 0,0 0 0,1 0 0,-1 1 0,1-1 0,-1 0 0,1 0 0,0 0 0,-1 0 0,1 1 0,0 0 0,-2 6 0,1 0 0,1 0 0,0 0 0,0 0 0,1 12 0,4 16 0,2-1 0,18 58 0,35 68 0,-38-104 0,-3-12-77,-9-24-181,-2 1 1,0 0-1,-1 0 1,4 27-1,-10-34-6568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307 108 24575,'-32'-17'0,"-14"-7"0,-4 2 0,2 4 0,6 5 0,5 5 0,7 4 0,8 2-8191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24575,'0'0'0,"-1"-1"0,0 1 0,1 0 0,-1-1 0,0 1 0,0 0 0,1 0 0,-1-1 0,0 1 0,0 0 0,0 0 0,1 0 0,-1 0 0,0 0 0,0 0 0,1 0 0,-1 1 0,0-1 0,0 0 0,1 0 0,-1 1 0,0-1 0,0 1 0,0-1 0,1 1 0,0 0 0,0-1 0,0 1 0,0-1 0,-1 1 0,1 0 0,0-1 0,0 1 0,0 0 0,1-1 0,-1 1 0,0 0 0,0-1 0,0 1 0,0 0 0,1-1 0,-1 1 0,0-1 0,1 2 0,3 5 0,1 1 0,9 11 0,66 72 0,116 101 0,-109-110 0,-81-76-227,0 0-1,0 0 1,-1 1-1,1 0 1,4 8-1,-4-2-6598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48 551 24575,'11'-1'0,"1"-1"0,0-1 0,0 0 0,-1-1 0,17-7 0,-24 10 0,-1-2 0,1 1 0,0 0 0,0-1 0,-1 0 0,0 0 0,1 0 0,-1 0 0,0-1 0,-1 1 0,1-1 0,0 1 0,-1-1 0,0 0 0,0 0 0,0 0 0,2-9 0,-2 3 0,0 0 0,-1-1 0,0 1 0,-1 0 0,0-1 0,-1 1 0,0 0 0,-4-18 0,-4-8 0,-15-35 0,24 70 0,-19-51 0,-2 1 0,-32-56 0,50 102 0,1 1 0,-1 1 0,0-1 0,0 0 0,-5-5 0,7 9 0,1-1 0,-1 1 0,1 0 0,-1-1 0,1 1 0,-1 0 0,1 0 0,-1-1 0,1 1 0,-1 0 0,1 0 0,-1 0 0,1 0 0,-1 0 0,1-1 0,-1 1 0,1 0 0,-1 0 0,0 0 0,1 0 0,-2 1 0,1-1 0,1 1 0,-1-1 0,0 1 0,1 0 0,-1-1 0,0 1 0,1 0 0,-1-1 0,1 1 0,-1 0 0,1 0 0,-1 0 0,1-1 0,0 1 0,-1 0 0,1 0 0,0 0 0,-1 1 0,-3 16 0,0-1 0,1 1 0,0 0 0,2 0 0,0 0 0,1 0 0,0 0 0,5 21 0,-3-28 0,2 0 0,0 0 0,0 0 0,0-1 0,2 0 0,8 15 0,46 53 0,-52-68 0,2 1 0,0-1 0,0 0 0,1-1 0,1 0 0,0-1 0,16 9 0,-5-5 0,0-1 0,42 13 0,-57-21 0,1 0 0,0-1 0,0-1 0,0 1 0,0-2 0,0 1 0,9-1 0,-15-1 0,0 1 0,-1 0 0,1-1 0,0 0 0,0 1 0,-1-1 0,1 0 0,0 0 0,-1-1 0,1 1 0,-1-1 0,0 1 0,1-1 0,-1 0 0,0 1 0,0-1 0,0 0 0,0-1 0,-1 1 0,1 0 0,0 0 0,-1-1 0,0 1 0,1-1 0,-1 1 0,1-4 0,0-3 0,0 0 0,0 0 0,-1 0 0,0 0 0,-1-1 0,0 1 0,0 0 0,-1 0 0,0 0 0,-3-11 0,2 13 0,0 0 0,0 0 0,0 1 0,-1-1 0,0 1 0,0-1 0,-1 1 0,1 0 0,-1 1 0,-1-1 0,1 1 0,-1-1 0,-10-7 0,15 12 0,-1 0 0,1 1 0,-1-1 0,0 1 0,1 0 0,-1-1 0,0 1 0,1-1 0,-1 1 0,0 0 0,1 0 0,-1-1 0,0 1 0,0 0 0,1 0 0,-1 0 0,0 0 0,0 0 0,0 0 0,1 0 0,-1 0 0,0 0 0,0 0 0,1 0 0,-2 1 0,1 0 0,0-1 0,1 1 0,-1 0 0,0-1 0,1 1 0,-1 0 0,1 0 0,0 0 0,-1 0 0,1 0 0,-1-1 0,1 1 0,0 0 0,0 0 0,0 0 0,-1 0 0,1 1 0,0 5 0,0-1 0,0 0 0,0 1 0,3 11 0,10 25 0,-12-39 0,1 0 0,0 0 0,0-1 0,0 1 0,0 0 0,1-1 0,0 0 0,4 5 0,-7-8 0,0 1 0,1-1 0,-1 0 0,0 1 0,1-1 0,-1 0 0,0 1 0,1-1 0,-1 0 0,1 0 0,-1 0 0,0 1 0,1-1 0,-1 0 0,1 0 0,-1 0 0,1 0 0,-1 0 0,0 0 0,1 0 0,0 0 0,1-5 0,-1 4 0,-1 1 0,0 0 0,0-1 0,-1 1 0,1 0 0,0 0 0,0-1 0,0 1 0,0 0 0,0 0 0,0-1 0,0 1 0,0 0 0,0 0 0,-1-1 0,1 1 0,0 0 0,0 0 0,0-1 0,-1 1 0,1 0 0,0 0 0,0 0 0,0 0 0,-1-1 0,1 1 0,0 0 0,0 0 0,-1 0 0,1 0 0,0 0 0,0 0 0,-1 0 0,1 0 0,0 0 0,-1 0 0,1 0 0,0 0 0,0 0 0,-1 0 0,1 0 0,0 0 0,-1 0 0,1 0 0,0 0 0,0 0 0,-1 0 0,1 0 0,0 0 0,0 1 0,-1-1 0,1 0 0,0 0 0,0 0 0,0 0 0,-1 1 0,1-1 0,0 1 0,-1-1 0,1 1 0,-1 0 0,1-1 0,0 1 0,0 0 0,0-1 0,-1 1 0,1 0 0,0 0 0,0-1 0,0 1 0,0 0 0,0-1 0,0 1 0,0 0 0,0 0 0,0-1 0,1 1 0,-1 0 0,0-1 0,0 1 0,1 0 0,-1-1 0,0 1 0,1 0 0,-1-1 0,0 1 0,1-1 0,-1 1 0,1-1 0,0 2 0,1 0 0,0 0 0,0 0 0,0 0 0,1 0 0,-1 0 0,5 3 0,10 3 0,0 0 0,26 6 0,-37-12 0,0-1 0,0 1 0,0-1 0,1-1 0,-1 1 0,0-1 0,0 0 0,0-1 0,1 0 0,-1 0 0,7-2 0,-11 3 0,-1 0 0,1-1 0,0 0 0,-1 1 0,1-1 0,-1 0 0,1 0 0,-1 1 0,1-1 0,-1 0 0,0-1 0,0 1 0,1 0 0,-1 0 0,0 0 0,0-1 0,0 1 0,0-1 0,0 1 0,0-1 0,-1 1 0,1-1 0,0 1 0,-1-1 0,1 0 0,-1 1 0,0-1 0,0 0 0,1 1 0,-1-3 0,-1-3 0,0 0 0,-1 0 0,0 1 0,0-1 0,0 0 0,-4-6 0,-6-22 0,12 34 0,0 1 0,0-1 0,-1 0 0,1 0 0,0 0 0,0 0 0,0 0 0,0 1 0,0-1 0,0 0 0,0 0 0,1 0 0,-1 0 0,0 0 0,0 1 0,1-1 0,-1 0 0,0 0 0,1 0 0,-1 1 0,1-1 0,-1 0 0,1 1 0,0-2 0,0 2 0,0-1 0,0 1 0,0-1 0,0 1 0,0 0 0,0 0 0,1 0 0,-1-1 0,0 1 0,0 0 0,0 0 0,0 0 0,0 1 0,0-1 0,0 0 0,2 1 0,4 1 0,0 1 0,0 0 0,0 0 0,7 5 0,0 1 0,-1 1 0,18 17 0,-20-17 0,0 0 0,0-1 0,20 11 0,-30-19 0,0 0 0,0-1 0,1 1 0,-1 0 0,0-1 0,0 1 0,1-1 0,-1 1 0,0-1 0,1 0 0,-1 0 0,0 1 0,1-1 0,-1 0 0,0 0 0,1 0 0,-1-1 0,0 1 0,1 0 0,-1 0 0,0-1 0,1 1 0,1-2 0,-2 1 0,1 0 0,-1 0 0,0-1 0,0 1 0,0-1 0,0 1 0,-1-1 0,1 1 0,0-1 0,0 1 0,-1-1 0,1 0 0,-1 1 0,0-1 0,1 0 0,-1 0 0,0 1 0,0-4 0,-2-27 0,1 25 0,1 1 0,0 0 0,0-1 0,0 1 0,0 0 0,1 0 0,2-7 0,-3 12 0,0 0 0,1 0 0,-1 0 0,1 0 0,-1 1 0,1-1 0,-1 0 0,1 0 0,0 1 0,-1-1 0,1 0 0,0 1 0,0-1 0,0 1 0,-1-1 0,1 1 0,0-1 0,0 1 0,0 0 0,0-1 0,0 1 0,0 0 0,0 0 0,-1 0 0,1-1 0,0 1 0,0 0 0,0 0 0,0 0 0,0 1 0,0-1 0,0 0 0,0 0 0,0 0 0,0 1 0,0-1 0,0 0 0,0 1 0,1 0 0,3 2 0,1 0 0,-1 0 0,1 0 0,7 7 0,24 20-92,-14-9-227,1-2 1,1-1 0,32 17 0,-45-29-6508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22 24575,'-3'-18'0,"5"15"0,5 9 0,4 10 0,-2 1 0,9 19 0,-11-22 0,0 0 0,1 0 0,17 24 0,-24-37 0,-1-1 0,1 1 0,-1 0 0,1 0 0,-1-1 0,1 1 0,-1 0 0,1-1 0,0 1 0,-1-1 0,1 1 0,0-1 0,0 1 0,-1-1 0,1 0 0,0 1 0,0-1 0,-1 0 0,1 0 0,0 1 0,0-1 0,0 0 0,0 0 0,0 0 0,0 0 0,0-1 0,0 1 0,0-1 0,-1 1 0,1-1 0,-1 0 0,1 1 0,-1-1 0,1 0 0,-1 0 0,1 1 0,-1-1 0,0 0 0,1 0 0,-1 0 0,0 0 0,0 1 0,0-1 0,1 0 0,-1-1 0,0-5 0,1 1 0,-1-1 0,0 0 0,-1 1 0,-1-10 0,-9-10 0,10 25 0,1 0 0,-1 0 0,0 0 0,1 0 0,-1 0 0,0 0 0,0 0 0,0 0 0,1 0 0,-1 0 0,0 0 0,0 1 0,-1-1 0,1 0 0,0 1 0,0-1 0,0 1 0,0-1 0,-2 0 0,3 1 0,-1 0 0,1 0 0,-1 1 0,1-1 0,-1 0 0,1 0 0,0 0 0,-1 0 0,1 0 0,-1 1 0,1-1 0,0 0 0,-1 0 0,1 1 0,0-1 0,-1 0 0,1 0 0,0 1 0,-1-1 0,1 0 0,0 1 0,0-1 0,-1 1 0,1-1 0,0 0 0,0 1 0,0-1 0,0 1 0,-1-1 0,1 0 0,0 1 0,0-1 0,0 1 0,0-1 0,0 1 0,0-1 0,0 1 0,2 19 0,-2-18 0,8 34 0,18 53 0,-6-23 0,-10-27 0,36 121 0,-43-150 0,-2-8 0,0 0 0,0 1 0,0-1 0,0 1 0,-1-1 0,1 1 0,-1 3 0,0-6 0,0 1 0,0-1 0,0 0 0,0 0 0,0 1 0,0-1 0,0 0 0,0 0 0,0 1 0,-1-1 0,1 0 0,0 0 0,0 1 0,0-1 0,0 0 0,-1 0 0,1 1 0,0-1 0,0 0 0,-1 0 0,1 0 0,0 0 0,0 1 0,-1-1 0,1 0 0,-1 0 0,-13-2 0,-6-5 0,0-2 0,-31-18 0,9 4 0,36 20-107,-2 0-102,1-1-1,0 0 0,-1 0 0,2-1 1,-11-8-1,8 3-6616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24575,'158'272'0,"-150"-257"0,-1 1 0,0 0 0,-1 0 0,-1 1 0,0 0 0,4 32 0,-9-48 0,0 0 0,0 0 0,0 1 0,0-1 0,0 0 0,0 0 0,0 0 0,-1 0 0,1 0 0,0 0 0,0 0 0,-1 0 0,1 0 0,-1 0 0,1 0 0,-1 0 0,1-1 0,-2 3 0,1-3 0,1 1 0,-1-1 0,0 0 0,0 1 0,1-1 0,-1 0 0,0 1 0,0-1 0,0 0 0,0 0 0,1 1 0,-1-1 0,0 0 0,0 0 0,0 0 0,0 0 0,-1-1 0,-2 0 0,1 1 0,-1-2 0,0 1 0,1 0 0,-1-1 0,1 0 0,0 1 0,-6-6 0,1 1 0,1-2 0,-1 1 0,1-1 0,1 0 0,0 0 0,0-1 0,0 0 0,1 0 0,1 0 0,-1-1 0,2 1 0,-1-1 0,1 0 0,-2-15 0,4 24 0,1 0 0,0 1 0,0-1 0,-1 0 0,1 0 0,0 0 0,0 0 0,0 0 0,0 1 0,0-1 0,0 0 0,0 0 0,1 0 0,-1 0 0,0 0 0,0 1 0,1-1 0,-1 0 0,0 0 0,1 0 0,-1 1 0,1-1 0,-1 0 0,1 1 0,-1-1 0,1 0 0,0 1 0,-1-1 0,1 1 0,0-1 0,-1 1 0,1-1 0,0 1 0,0-1 0,-1 1 0,1 0 0,0-1 0,0 1 0,0 0 0,0 0 0,0 0 0,-1-1 0,1 1 0,0 0 0,0 0 0,0 0 0,0 1 0,0-1 0,-1 0 0,1 0 0,0 0 0,1 1 0,6 1 0,-1 0 0,0 1 0,0-1 0,11 7 0,30 20 0,13 8 0,-54-34 0,-1-1 0,0 1 0,1-1 0,-1 0 0,1-1 0,0 1 0,-1-1 0,8 0 0,-13-1 0,1 0 0,-1 0 0,1-1 0,-1 1 0,0 0 0,1-1 0,-1 1 0,0-1 0,0 1 0,1-1 0,-1 0 0,0 1 0,0-1 0,0 0 0,0 0 0,0 0 0,0 0 0,0 0 0,0 0 0,0 0 0,-1 0 0,1 0 0,0-1 0,-1 1 0,1 0 0,0 0 0,-1-1 0,0 1 0,1 0 0,-1-1 0,0 1 0,0 0 0,1-3 0,0-5 0,-1-1 0,0 1 0,-1-17 0,0 19 0,0-9 0,-2 0 0,0-1 0,-10-29 0,-24-45 0,-6-18 0,38 94 0,3 9 0,0 0 0,1 0 0,-1 1 0,1-8 0,2 9 0,3 8 0,3 6 0,15 30 0,19 46 0,-14-28 0,10 25 0,-19-40 0,2-2 0,1 0 0,29 40 0,-46-76 0,0 0 0,0 0 0,1-1 0,-1 0 0,1 0 0,0 0 0,0 0 0,7 3 0,-10-6 0,-1 0 0,1 0 0,-1-1 0,1 1 0,-1-1 0,1 1 0,0-1 0,-1 1 0,1-1 0,0 0 0,-1 0 0,1 0 0,0 0 0,-1 0 0,1 0 0,0 0 0,-1 0 0,1-1 0,-1 1 0,1-1 0,0 1 0,-1-1 0,1 0 0,-1 1 0,1-1 0,-1 0 0,0 0 0,1 0 0,-1 0 0,0 0 0,0-1 0,0 1 0,1 0 0,-1 0 0,1-3 0,2-5 0,0 0 0,0 0 0,-1 0 0,0 0 0,-1-1 0,0 0 0,1-15 0,-1 13 0,0-1 0,0 1 0,1 0 0,5-12 0,-8 23 0,1-1 0,-1 1 0,1-1 0,0 1 0,-1 0 0,1-1 0,0 1 0,0 0 0,0 0 0,0 0 0,0-1 0,0 1 0,0 0 0,1 0 0,-1 1 0,0-1 0,0 0 0,1 0 0,-1 1 0,4-2 0,-4 2 0,1 0 0,0 0 0,0 0 0,-1 0 0,1 0 0,0 1 0,0-1 0,-1 0 0,1 1 0,0 0 0,-1-1 0,1 1 0,-1 0 0,1 0 0,1 1 0,6 4 0,-1 1 0,-1 0 0,1 1 0,10 14 0,-10-12 24,0 1 0,-1 0 0,-1 0 0,9 20 0,-12-24-173,-1 0 1,0 0-1,0 0 1,0 1-1,-1-1 1,0 0-1,0 1 1,-1 0-1,0 9 1,-3-2-6678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24575,'42'10'0,"-9"-3"0,34 13 0,-58-17 0,0 0 0,-1 1 0,0 0 0,0 0 0,0 1 0,-1 0 0,1 1 0,11 11 0,-16-14 0,-1 0 0,1 0 0,-1 0 0,0 0 0,0 0 0,0 1 0,0-1 0,-1 1 0,1-1 0,-1 1 0,0-1 0,0 1 0,-1 0 0,1 0 0,-1-1 0,1 1 0,-1 0 0,0 0 0,-1 0 0,1-1 0,-1 1 0,1 0 0,-1 0 0,0-1 0,-1 1 0,1-1 0,-1 1 0,1-1 0,-1 1 0,0-1 0,0 0 0,-1 0 0,1 0 0,0 0 0,-1 0 0,0-1 0,0 1 0,0-1 0,0 1 0,-4 1 0,0 0 0,-1 0 0,0-1 0,1 1 0,-2-1 0,1-1 0,0 0 0,0 0 0,-1-1 0,1 0 0,-1 0 0,0-1 0,-16-1 0,19 0 0,1 0 0,-1 0 0,1 0 0,0-1 0,0 0 0,-1 0 0,1 0 0,0 0 0,-6-5 0,8 4 0,0 1 0,0-1 0,0 0 0,0 1 0,1-1 0,-1 0 0,1-1 0,0 1 0,0 0 0,0-1 0,0 1 0,1-1 0,0 0 0,-2-4 0,2 5 0,1 1 0,-1-1 0,1 1 0,0-1 0,0 0 0,0 1 0,0-1 0,0 1 0,0-1 0,1 0 0,-1 1 0,1-1 0,0 1 0,0-1 0,2-3 0,-1 2 0,0 1 0,1 0 0,-1 0 0,1 0 0,0 0 0,0 0 0,0 0 0,0 1 0,5-4 0,0 2 0,1 0 0,-1 0 0,0 1 0,1 0 0,0 0 0,-1 1 0,1 0 0,12-1 0,11 2-1365,-19 2-5461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53 24575,'-11'-8'0,"2"1"0,0 1 0,-1 0 0,0 0 0,0 1 0,-18-7 0,27 12 0,0-1 0,0 1 0,0-1 0,0 1 0,-1 0 0,1 0 0,0 0 0,0 0 0,0-1 0,-1 2 0,1-1 0,0 0 0,0 0 0,-1 0 0,1 0 0,0 1 0,0-1 0,0 1 0,0-1 0,0 1 0,0-1 0,-1 1 0,1 0 0,-1 0 0,1 1 0,0-1 0,0 1 0,1-1 0,-1 1 0,0-1 0,1 1 0,-1 0 0,1-1 0,-1 1 0,1 0 0,0-1 0,0 1 0,0 0 0,0 0 0,0 1 0,1 8 0,1-1 0,0 0 0,0 0 0,6 14 0,30 70 0,66 116 0,-40-87 0,-10 0-1365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38 24575,'-25'-7'0,"-11"-3"0,-4 0 0,2 3 0,5 4 0,5 3 0,6 4 0,6 1-8191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24575,'-7'-14'0,"7"14"0,0 0 0,0-1 0,0 1 0,0 0 0,0 0 0,0 0 0,0 0 0,0 0 0,1 0 0,-1 0 0,0 0 0,0 0 0,0-1 0,0 1 0,0 0 0,0 0 0,0 0 0,1 0 0,-1 0 0,0 0 0,0 0 0,0 0 0,0 0 0,0 0 0,0 0 0,1 0 0,-1 0 0,0 0 0,0 0 0,0 0 0,0 0 0,0 0 0,0 0 0,1 0 0,-1 0 0,0 0 0,0 0 0,0 1 0,0-1 0,0 0 0,0 0 0,0 0 0,1 0 0,-1 0 0,0 0 0,0 0 0,0 0 0,0 0 0,0 1 0,26 18 0,-17-12 0,-8-7 0,196 137 0,-170-120 0,61 34 0,-79-48 120,-9-3-147,0 0 0,0 0 0,0 0 0,0 0 0,0-1 0,0 1 0,0 0 0,0 0 0,0 0 0,0 0 0,0 0 0,0 0 0,0 0 0,0 0 0,0 0 0,0 0 0,0 0 0,0-1 0,0 1 0,0 0 0,0 0 0,0 0 0,0 0 0,0 0 0,0 0 0,0 0 0,0 0 0,0 0 0,0 0 0,0 0 0,0 0 0,1 0 0,-1 0 0,0 0 0,0 0 0,0 0 0,0 0 0,0 0 0,0 0 0,0 0 0,0 0 0,0 0 0,0 0 0,0 0 0,1 0 0,-1 0 0,0 0 0,0 0 0,0 0 0,0 0 0,0 0 0,0 0 0,0 0 0,0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0 24575,'-8'8'0,"-4"2"0,-1 2 0,-1 1 0,1 2 0,1 0 0,1 0 0,2 0 0,0-2 0,1-1 0,3 0 0,-1 0 0,1-2-8191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73 24575,'-14'-8'0,"-57"-32"0,62 36 0,-1-1 0,1 2 0,-1 0 0,0 0 0,-17-2 0,25 4 0,-1 1 0,1 0 0,-1 0 0,1 0 0,0 0 0,-1 0 0,1 1 0,-1-1 0,1 1 0,0-1 0,-1 1 0,1 0 0,-4 2 0,5-2 0,0 0 0,-1 0 0,1 0 0,0 0 0,0 1 0,0-1 0,0 0 0,0 1 0,0-1 0,1 1 0,-1-1 0,0 1 0,1-1 0,-1 1 0,1 0 0,-1-1 0,1 1 0,0 0 0,0-1 0,0 3 0,0 7 0,0-1 0,1 0 0,0 1 0,5 17 0,16 39 0,-20-61 0,14 39 0,25 83 0,-20-64 0,-14-48 0,-2-1 0,0 1 0,-1 0 0,3 18 0,-7-31 0,0-1 0,0 1 0,1-1 0,-1 1 0,1-1 0,-1 1 0,1-1 0,0 0 0,0 0 0,0 1 0,0-1 0,2 2 0,-2-3 0,1 0 0,-1 0 0,0 0 0,0 0 0,0-1 0,1 1 0,-1 0 0,0-1 0,1 0 0,-1 1 0,1-1 0,-1 0 0,0 1 0,1-1 0,-1 0 0,1 0 0,-1 0 0,1 0 0,-1 0 0,1-1 0,-1 1 0,2-1 0,35-4-455,-1 1 0,52 1 0,-76 4-6371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26 24575,'-13'-21'0,"11"16"0,8 16 0,9 13 0,1 2 0,1 1 0,1-2 0,1-1 0,24 24 0,-42-47 0,1 1 0,0-1 0,0 1 0,0-1 0,0 0 0,0 0 0,0 0 0,0 0 0,0 0 0,0 0 0,0 0 0,1-1 0,-1 1 0,5 0 0,-6-1 0,0-1 0,0 1 0,0 0 0,0 0 0,0-1 0,0 1 0,0 0 0,0-1 0,0 1 0,0-1 0,0 0 0,0 1 0,0-1 0,0 0 0,-1 1 0,1-1 0,0 0 0,0 0 0,-1 0 0,1 0 0,0 0 0,-1 0 0,1 0 0,-1 0 0,1 0 0,-1 0 0,0 0 0,1 0 0,-1 0 0,0 0 0,0 0 0,0-1 0,2-11 0,-1 0 0,-1-21 0,-1 25 0,1 1 0,0-1 0,0 1 0,1-1 0,0 1 0,1 0 0,-1-1 0,7-14 0,-8 22 0,1-1 0,-1 1 0,1 0 0,0-1 0,0 1 0,0 0 0,0 0 0,0-1 0,0 1 0,0 0 0,0 0 0,0 0 0,1 0 0,-1 0 0,0 0 0,1 1 0,-1-1 0,0 0 0,1 1 0,-1-1 0,1 1 0,-1-1 0,1 1 0,-1 0 0,1 0 0,-1-1 0,1 1 0,0 0 0,-1 0 0,1 1 0,-1-1 0,1 0 0,-1 0 0,1 1 0,-1-1 0,1 1 0,1 1 0,6 2 0,0 1 0,0 0 0,-1 0 0,14 13 0,-11-10 0,6 5-341,-1 0 0,0 0-1,22 26 1,-29-26-6485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24575,'9'-10'0,"0"0"0,0 0 0,1 1 0,19-14 0,-26 21 0,0 0 0,1 0 0,-1 0 0,0 1 0,0 0 0,1 0 0,-1 0 0,1 0 0,-1 0 0,1 0 0,-1 1 0,1 0 0,0 0 0,-1 0 0,1 0 0,-1 0 0,1 1 0,0 0 0,-1-1 0,0 1 0,1 1 0,5 2 0,-8-4 0,11 6 0,-1 0 0,20 14 0,-28-18 0,0 1 0,-1-1 0,1 0 0,-1 1 0,0-1 0,0 1 0,0-1 0,0 1 0,0 0 0,-1 0 0,1 0 0,-1 0 0,0 0 0,0 1 0,0-1 0,1 5 0,-1 34 0,-1-33 0,0-1 0,0 1 0,1 0 0,0-1 0,0 1 0,5 15 0,22 51 0,-11-23 0,47 92 0,-48-119 0,-10-16 0,-1-1 0,0 1 0,0 1 0,-1-1 0,0 0 0,-1 1 0,4 14 0,-7-23 0,0 0 0,0 0 0,1 0 0,-1 0 0,0 0 0,0 0 0,-1-1 0,1 1 0,0 0 0,0 0 0,0 0 0,0 0 0,-1 0 0,1 0 0,0 0 0,-1-1 0,1 1 0,-1 0 0,1 0 0,-1-1 0,1 1 0,-1 0 0,0 0 0,1-1 0,-1 1 0,0-1 0,1 1 0,-1-1 0,0 1 0,0-1 0,0 1 0,1-1 0,-1 0 0,0 1 0,0-1 0,0 0 0,0 0 0,0 0 0,0 1 0,0-1 0,-1 0 0,-5 0 0,-1-1 0,1 0 0,0 0 0,-11-3 0,1 1 0,-52-1-1365,53 4-5461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24575,'46'45'0,"2"-3"0,78 53 0,-116-87 0,1-2 0,18 9 0,-27-14 0,0 0 0,1 0 0,-1 0 0,1 0 0,-1 0 0,1-1 0,-1 1 0,1-1 0,-1 0 0,1 0 0,0 0 0,-1 0 0,1 0 0,-1 0 0,1-1 0,0 1 0,-1-1 0,1 0 0,2-1 0,-3 1 0,-1 0 0,1-1 0,-1 0 0,1 1 0,-1-1 0,0 0 0,0 1 0,0-1 0,0 0 0,0 0 0,0 0 0,0 0 0,-1 0 0,1 0 0,-1 0 0,1-1 0,-1 1 0,0 0 0,0 0 0,0 0 0,0-3 0,-1-7 0,0 1 0,-4-19 0,3 23 0,-2-11 0,-11-26 0,0 1 0,20 45 0,-1 1 0,-1 0 0,1 1 0,5 5 0,29 37 0,-26-30 0,0 0 0,2-1 0,15 14 0,-25-26 0,0 1 0,1-1 0,-1 0 0,1 0 0,0-1 0,0 1 0,0-1 0,0 0 0,0 0 0,0-1 0,0 0 0,1 0 0,-1 0 0,0 0 0,11-1 0,-13 0 0,-1-1 0,1 1 0,-1 0 0,1-1 0,-1 0 0,0 0 0,1 0 0,-1 0 0,0 0 0,0 0 0,0-1 0,0 1 0,0 0 0,0-1 0,0 0 0,0 0 0,-1 1 0,1-1 0,0 0 0,-1 0 0,0 0 0,1-1 0,-1 1 0,1-4 0,0 0 0,0 1 0,0-1 0,-1 0 0,0 1 0,0-1 0,-1 0 0,0 0 0,0 0 0,-1-9 0,1 15 0,0-1 0,-1 0 0,1 0 0,0 0 0,0 0 0,0 1 0,0-1 0,0 0 0,0 0 0,0 0 0,0 0 0,0 0 0,1 1 0,-1-1 0,0 0 0,0 0 0,1 0 0,-1 1 0,1-1 0,-1 0 0,1 0 0,0 0 0,-1 1 0,1 0 0,0-1 0,-1 1 0,1 0 0,0 0 0,-1 0 0,1 0 0,0 0 0,-1 0 0,1 0 0,0 0 0,-1 0 0,1 0 0,0 0 0,-1 1 0,1-1 0,0 0 0,-1 0 0,1 1 0,1 0 0,5 3 0,0 0 0,-1 1 0,10 8 0,-13-10 0,14 10-341,0-1 0,2 0-1,36 17 1,-42-23-6485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 24575,'-7'-2'0,"1"0"0,-1 1 0,1 0 0,-1 0 0,0 1 0,0-1 0,-12 2 0,17 0 0,0-1 0,1 0 0,-1 1 0,0-1 0,1 1 0,-1 0 0,1-1 0,-1 1 0,1 0 0,-1 0 0,1 0 0,0 0 0,-1 0 0,1 0 0,0 0 0,0 1 0,0-1 0,0 0 0,0 1 0,0-1 0,0 1 0,0-1 0,0 1 0,1-1 0,-1 1 0,1 0 0,-1-1 0,1 1 0,0 0 0,0-1 0,-1 1 0,1 0 0,0-1 0,0 1 0,1 0 0,-1 2 0,1 3 0,1 0 0,0 0 0,0-1 0,0 1 0,0 0 0,1-1 0,0 1 0,1-1 0,5 8 0,-1-3 0,0 0 0,1-1 0,20 18 0,-24-24 0,0 0 0,0-1 0,1 1 0,-1-1 0,1 0 0,0-1 0,0 1 0,0-1 0,0 0 0,10 1 0,-14-3 0,0 1 0,0-1 0,1 0 0,-1 0 0,0 0 0,0 0 0,0 0 0,0 0 0,1-1 0,-1 1 0,0-1 0,0 0 0,0 1 0,0-1 0,0 0 0,0 0 0,0 0 0,-1 0 0,1-1 0,0 1 0,0 0 0,-1-1 0,1 0 0,-1 1 0,1-1 0,-1 0 0,0 1 0,0-1 0,0 0 0,0 0 0,0 0 0,0 0 0,0 0 0,0-2 0,0-4 0,0 1 0,0 0 0,-1-1 0,0 1 0,0 0 0,0-1 0,-1 1 0,0 0 0,-1 0 0,0 0 0,0 0 0,0 0 0,-1 0 0,0 0 0,0 0 0,-1 1 0,0 0 0,0 0 0,0 0 0,-10-10 0,13 16 0,1-1 0,0 1 0,-1-1 0,1 1 0,-1-1 0,1 1 0,-1-1 0,1 1 0,-1 0 0,0-1 0,1 1 0,-1 0 0,1 0 0,-1-1 0,0 1 0,1 0 0,-1 0 0,0 0 0,1 0 0,-1-1 0,0 1 0,1 0 0,-1 0 0,0 1 0,1-1 0,-1 0 0,-1 0 0,2 1 0,-1-1 0,1 1 0,-1 0 0,1-1 0,-1 1 0,1 0 0,-1 0 0,1 0 0,-1-1 0,1 1 0,0 0 0,0 0 0,-1 0 0,1 0 0,0 0 0,0 0 0,0 0 0,0 6 0,0 0 0,0 0 0,2 13 0,3-1-273,1-1 0,0 1 0,1-1 0,18 32 0,-16-35-6553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24575,'51'84'0,"64"150"0,11 100 0,-124-329-170,-1-1-1,0 0 0,1 0 1,0-1-1,0 1 0,0 0 1,4 3-1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75 133 24575,'-4'1'0,"-1"0"0,1 0 0,0 0 0,0 1 0,0 0 0,0 0 0,1 0 0,-1 0 0,0 1 0,1-1 0,-1 1 0,1 0 0,0 0 0,0 0 0,0 0 0,-4 6 0,6-6 0,0-1 0,0 1 0,0-1 0,0 1 0,0-1 0,0 1 0,1 0 0,-1-1 0,1 1 0,-1 0 0,1-1 0,0 1 0,0 0 0,1 0 0,-1-1 0,0 1 0,1 0 0,0-1 0,0 1 0,-1-1 0,2 1 0,-1-1 0,0 1 0,0-1 0,1 1 0,-1-1 0,3 3 0,2 1 0,0 0 0,0 0 0,1-1 0,-1 0 0,1 0 0,0 0 0,0-1 0,1 0 0,0-1 0,-1 0 0,1 0 0,0 0 0,15 2 0,6 0 0,-1-1 0,49-1 0,-58-3 0,0-1 0,0-1 0,0-1 0,-1 0 0,1-1 0,27-11 0,-36 11 0,0 0 0,0-1 0,-1-1 0,0 1 0,13-11 0,-17 11 0,0 1 0,0-1 0,0 0 0,-1-1 0,0 1 0,0-1 0,0 0 0,-1 0 0,4-9 0,-5 11 0,-1-1 0,1 1 0,-1-1 0,0 0 0,-1 1 0,1-1 0,-1 0 0,0 1 0,0-1 0,0 0 0,-1 0 0,1 1 0,-3-8 0,1 6 0,-1 0 0,1 0 0,-1 0 0,0 1 0,0 0 0,-1-1 0,0 1 0,0 0 0,-6-6 0,3 5 0,-1-1 0,1 1 0,-1 1 0,0 0 0,0 0 0,0 0 0,-1 1 0,0 1 0,0-1 0,0 1 0,0 1 0,0 0 0,-16-2 0,23 4 0,-1 0 0,0 0 0,0 0 0,0 0 0,0 1 0,0-1 0,1 1 0,-1 0 0,0 0 0,0 0 0,1 0 0,-1 0 0,1 1 0,-1-1 0,-4 4 0,4-2 0,0 0 0,0 0 0,1 1 0,-1-1 0,1 0 0,-1 1 0,1 0 0,0 0 0,1-1 0,-2 6 0,0-2 0,1 1 0,0 0 0,1 0 0,0 0 0,0 0 0,1 0 0,0 0 0,0 0 0,1 0 0,0 0 0,2 8 0,2-2 0,0-1 0,1 0 0,0 0 0,1 0 0,0-1 0,1 0 0,1-1 0,0 1 0,15 14 0,-13-15 0,1-1 0,0 0 0,1 0 0,0-1 0,0-1 0,1 0 0,0-1 0,21 8 0,-19-11-195,0-1 0,1 0 0,-1-1 0,0-1 0,1-1 0,16-1 0,-17 0-6631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4:2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 24575,'-3'-10'0,"7"6"0,-3 4 0,0 0 0,0 1 0,0-1 0,0 0 0,-1 0 0,1 1 0,0-1 0,0 1 0,0-1 0,0 0 0,0 1 0,0 0 0,-1-1 0,1 1 0,0 0 0,0 0 0,31 36 0,-23-25 0,1-1 0,0 0 0,17 14 0,-4-9-1365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3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8147 88 24575,'101'-32'0,"-85"28"0,1 0 0,0 2 0,0 0 0,19 0 0,-157 3 0,-108-6 0,-244-3 0,242 27 0,120-7 0,-74-1 0,-272-18 0,-259-14 0,386 36 0,38 0 0,92-6 0,78-3 0,12 1 0,-81 1 0,62-7 0,-220-3 0,216-5 0,-36-1 0,-411 8 0,374 8 0,-102-3 0,-434-19 0,519 15 0,19 7 0,17 0 0,74-8 0,-322 15 0,295 1 0,-193 12 0,328-28 0,-1-1 0,1 1 0,0-1 0,0 0 0,-6-3 0,10 4 0,0 0 0,0-1 0,0 1 0,0-1 0,0 1 0,0-1 0,0 1 0,0-1 0,0 0 0,1 1 0,-1-1 0,0 0 0,1 0 0,-2-1 0,2 2 0,0-1 0,0 1 0,0-1 0,-1 0 0,1 1 0,0-1 0,0 1 0,0-1 0,0 0 0,0 1 0,1-1 0,-1 1 0,0-1 0,0 0 0,0 1 0,0-1 0,1 1 0,-1-1 0,0 1 0,1-1 0,-1 1 0,0-1 0,1 1 0,-1-1 0,1 1 0,-1-1 0,1 1 0,1-2 0,0 1 0,-1-1 0,1 1 0,0 0 0,0 0 0,0 0 0,0 0 0,0 1 0,0-1 0,1 0 0,-1 1 0,4-1 0,31 0 0,-28 1 0,70-1 0,113-3 0,310-7-431,0 29-1309,-61 11 1740,-66-4 0,386-5 0,20-50 0,-21-2 0,-510 26 0,135-2 0,58 0-653,102-18 653,-154 7 0,-226 11 0,530-18 0,-201 26 783,-434 3-103,-1 3 1,100 22-1,-152-26-680,0 0 0,0 0 0,0 1 0,-1 0 0,8 4 0,-13-6 0,0 0 0,0-1 0,1 1 0,-1 0 0,0 0 0,0 1 0,0-1 0,0 0 0,0 0 0,0 0 0,0 1 0,-1-1 0,2 2 0,-2-2 0,0 0 0,1 0 0,-1 0 0,0 0 0,0 0 0,0 0 0,0 0 0,-1 0 0,1 0 0,0 0 0,0 0 0,0 0 0,-1 0 0,1 0 0,-1 0 0,1 0 0,0-1 0,-1 1 0,0 0 0,1 0 0,-1 0 0,-1 1 0,0 0 0,-1 0 0,1 0 0,-1 0 0,0 0 0,0 0 0,1-1 0,-1 1 0,-1-1 0,1 0 0,0 0 0,0 0 0,0 0 0,-1 0 0,-3 0 0,-8 0 0,-27 0 0,28-1 0,-390-22 0,-202-12-420,323 22 288,-131-3-49,28 1-876,268 8 1057,-815-27 0,875 33 0,-431-8 0,-224 10 0,167 14 0,104 1 0,288-12 0,-91 2 0,-140-10 0,-383-42 1790,329 40-1790,376 11 0,-124 28 0,22-2 0,96-24 0,-101 1 0,120-9 0,-45-1 0,47-6 0,35 4 0,0 1 0,0 0 0,0 1 0,-19 1 0,18 4 0,14-4 0,-1 0 0,1 0 0,-1 0 0,0 1 0,1-1 0,-1 0 0,1 0 0,0 1 0,-1-1 0,1 0 0,-1 1 0,1-1 0,-1 1 0,1-1 0,0 0 0,-1 1 0,1-1 0,0 1 0,-1-1 0,1 1 0,0-1 0,0 1 0,0 0 0,0-1 0,0 0 0,0 1 0,0-1 0,0 0 0,1 0 0,-1 1 0,0-1 0,0 0 0,1 0 0,-1 0 0,0 0 0,0 1 0,1-1 0,-1 0 0,0 0 0,0 0 0,1 0 0,-1 0 0,0 0 0,1 0 0,-1 1 0,0-1 0,1 0 0,-1 0 0,0 0 0,0 0 0,1 0 0,-1-1 0,0 1 0,1 0 0,-1 0 0,1 0 0,11-2 0,22-4 0,0 1 0,38 0 0,72 6 0,-58 0 0,189 0-2012,-221-1-4167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1874 30 24575,'-919'-29'-190,"531"51"-857,-91 1 2141,408-24-2316,55 1-5604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1077 119 24575,'26'-6'0,"-25"6"0,-1-1 0,1 1 0,0 0 0,0 0 0,0 0 0,0 0 0,0 0 0,0 0 0,0 0 0,0 1 0,0-1 0,0 0 0,-1 0 0,1 1 0,0-1 0,0 0 0,0 1 0,0-1 0,-1 1 0,1-1 0,0 1 0,-1 0 0,1-1 0,0 1 0,0 1 0,-1-2 0,0 1 0,0-1 0,0 1 0,0-1 0,-1 1 0,1-1 0,0 1 0,0-1 0,-1 1 0,1-1 0,0 1 0,0-1 0,-1 1 0,1-1 0,-1 0 0,1 1 0,0-1 0,-1 0 0,1 1 0,-1-1 0,1 0 0,-1 1 0,1-1 0,-1 0 0,1 0 0,-1 1 0,1-1 0,-1 0 0,0 0 0,-18 7 0,5-3 0,0-1 0,0-1 0,-26 1 0,-46-4 0,38 0 0,-656 1 0,702 0 0,-1 0 0,1-1 0,0 1 0,0 0 0,0-1 0,-1 1 0,1-1 0,0 0 0,0 1 0,0-1 0,-2-2 0,3 3 0,1 0 0,0 0 0,-1-1 0,1 1 0,0 0 0,-1-1 0,1 1 0,0 0 0,0-1 0,-1 1 0,1 0 0,0-1 0,0 1 0,0 0 0,0-1 0,-1 1 0,1-1 0,0 1 0,0-1 0,0 1 0,0 0 0,0-1 0,0 1 0,0-1 0,1 0 0,-1 0 0,0 0 0,1 0 0,-1 0 0,1 0 0,0 0 0,-1 0 0,1 0 0,0 0 0,-1 0 0,1 1 0,0-1 0,2-1 0,5-3 0,0 0 0,0 1 0,1 0 0,0 0 0,0 1 0,0 0 0,15-2 0,2-2 0,35-7 0,-44 11 0,1-1 0,-1-1 0,0 0 0,19-9 0,-35 14 0,-1-1 0,1 1 0,0 0 0,-1-1 0,1 1 0,0 0 0,-1-1 0,1 1 0,-1-1 0,1 1 0,-1-1 0,1 1 0,-1-1 0,1 1 0,-1-1 0,1 1 0,-1-1 0,0 0 0,1 1 0,-1-1 0,0 0 0,0 0 0,0 1 0,0-1 0,0 1 0,0-1 0,-1 1 0,1-1 0,0 1 0,0-1 0,-1 1 0,1 0 0,0-1 0,-1 1 0,1-1 0,0 1 0,-1 0 0,1-1 0,0 1 0,-1 0 0,1 0 0,-1-1 0,0 1 0,-3-2 0,0 0 0,-1 0 0,1 1 0,0 0 0,-6-1 0,-2 1 0,0 0 0,-1 1 0,1 0 0,0 1 0,-1 0 0,1 1 0,0 1 0,0 0 0,-17 6 0,8-2 0,-2-2 0,1 0 0,0-1 0,-1-2 0,-43 1 0,57-3 0,-1 0 0,1 1 0,-18 3 0,25-4 0,0 1 0,0 0 0,-1 0 0,1 0 0,0 0 0,0 0 0,0 0 0,0 0 0,-3 3 0,4-3 0,1 0 0,-1 0 0,0-1 0,1 1 0,-1 0 0,1 0 0,-1 0 0,1 0 0,-1 0 0,1 0 0,0 0 0,0 0 0,-1 0 0,1 0 0,0 0 0,0 0 0,0 0 0,0 0 0,0 0 0,0 0 0,0 0 0,1 2 0,0-1 0,0 0 0,0 0 0,0 0 0,0 0 0,0 0 0,0 0 0,1-1 0,-1 1 0,1 0 0,-1-1 0,1 1 0,0-1 0,0 0 0,-1 1 0,1-1 0,0 0 0,0 0 0,0 0 0,4 1 0,5 2 0,1-1 0,16 4 0,-16-5 0,53 12 0,96 26 0,-141-34-110,-11-4 189,0 1 0,15 7-1,-22-9-160,0 0-1,0 0 0,-1 0 0,1 0 0,0 0 0,-1 1 0,1-1 1,0 1-1,-1-1 0,0 1 0,1-1 0,-1 1 0,0 0 0,0 0 1,0 0-1,0-1 0,1 5 0,0 4-6743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 24575,'-2'16'0,"-3"29"0,1 52 0,4-82 0,1 0 0,1 0 0,0 0 0,1 0 0,1-1 0,0 1 0,9 19 0,-5-15 0,2 0 0,0 0 0,1 0 0,1-2 0,0 1 0,1-2 0,23 23 0,-80-111 0,21 42 0,-61-87 0,76 103 0,0-1 0,1 0 0,0 0 0,1 0 0,1 0 0,-6-27 0,10 39 0,1 0 0,-1 0 0,1-1 0,0 1 0,0 0 0,0 0 0,0-1 0,1 1 0,0 0 0,-1 0 0,1 0 0,0 0 0,0-1 0,0 1 0,3-3 0,-2 3 0,0 1 0,0-1 0,1 0 0,-1 1 0,1 0 0,0 0 0,0-1 0,0 2 0,0-1 0,0 0 0,0 1 0,1-1 0,4-1 0,2 0 0,0 1 0,0 0 0,1 0 0,-1 1 0,0 1 0,1-1 0,-1 2 0,17 2 0,-18-2 0,0 1 0,0 0 0,-1 0 0,1 1 0,-1 0 0,1 1 0,-1 0 0,0 0 0,0 0 0,7 7 0,-12-9 0,-1 0 0,1 0 0,-1 0 0,0 0 0,0 1 0,0-1 0,0 1 0,-1-1 0,1 1 0,-1 0 0,1 0 0,-1-1 0,0 1 0,0 0 0,0 0 0,-1 0 0,1 0 0,0 4 0,-1-4 0,-1 0 0,1 0 0,-1 1 0,1-1 0,-1 0 0,0 0 0,-1 0 0,1 0 0,0 0 0,-1 0 0,1 0 0,-1 0 0,0 0 0,0-1 0,0 1 0,-5 3 0,-2 2 0,0 0 0,-1-1 0,0 0 0,0-1 0,0 0 0,-1 0 0,-19 6 0,-3-1 0,-47 9 0,75-19-273,-1 0 0,0 0 0,1-1 0,-9 1 0,3-3-6553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61 24575,'-39'-14'0,"0"1"0,0 3 0,-1 1 0,-52-5 0,88 13 0,0 1 0,0 0 0,0 0 0,1 0 0,-1 1 0,0 0 0,-4 0 0,8 0 0,-1-1 0,0 0 0,1 0 0,-1 1 0,0-1 0,1 1 0,-1-1 0,1 0 0,-1 1 0,1-1 0,-1 1 0,1-1 0,-1 1 0,1 0 0,-1-1 0,1 1 0,0-1 0,-1 1 0,1 0 0,0-1 0,-1 1 0,1 0 0,0 0 0,0-1 0,0 1 0,0 0 0,0-1 0,0 1 0,0 0 0,0 0 0,0-1 0,0 1 0,0 0 0,0-1 0,0 1 0,1 0 0,-1-1 0,0 1 0,0 0 0,1-1 0,-1 1 0,1 0 0,0 0 0,1 3 0,1 0 0,-1 0 0,1-1 0,0 1 0,0-1 0,0 0 0,1 0 0,-1 0 0,1 0 0,0 0 0,-1-1 0,6 3 0,7 2 0,30 11 0,-33-14 0,1 1 0,1-1 0,-1-1 0,1 0 0,-1-1 0,1-1 0,0 0 0,25-2 0,-39 1 0,1 0 0,-1 0 0,1 0 0,-1-1 0,1 1 0,-1-1 0,1 1 0,-1-1 0,0 1 0,1-1 0,-1 0 0,0 0 0,1 1 0,1-3 0,-2 2 0,-1 0 0,1 0 0,-1 0 0,1 1 0,-1-1 0,1 0 0,-1 0 0,0 0 0,0 0 0,1 0 0,-1 0 0,0 0 0,0 0 0,0 0 0,0 0 0,0 0 0,0-1 0,-2-5 0,1 1 0,-2 0 0,1 1 0,0-1 0,-7-10 0,-3-8 0,14 23 0,3 4 0,4 4 0,7 7-112,-8-6-67,0-1 0,1 0 0,0 0 0,1 0 0,-1-1 0,12 5 0,-9-7-6647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285 398 24575,'-110'-53'0,"89"45"0,0 1 0,0 0 0,-33-4 0,51 10 0,0 1 0,0 0 0,0 0 0,-1 0 0,1 0 0,0 0 0,0 1 0,0-1 0,0 1 0,0 0 0,-4 1 0,6-1 0,0-1 0,0 1 0,0 0 0,0-1 0,0 1 0,0 0 0,0 0 0,0 0 0,0 0 0,0 0 0,0 0 0,1 0 0,-1 0 0,0 0 0,1 1 0,-1-1 0,1 0 0,0 0 0,-1 1 0,1-1 0,0 0 0,-1 0 0,1 1 0,0-1 0,0 0 0,0 1 0,0-1 0,1 0 0,-1 2 0,1 1 0,-1 1 0,1-1 0,1 0 0,-1 0 0,1 1 0,-1-1 0,1 0 0,0 0 0,1-1 0,-1 1 0,1 0 0,-1-1 0,6 6 0,-3-5 0,0 0 0,1 0 0,-1 0 0,1 0 0,0-1 0,0 0 0,0 0 0,9 2 0,-2-1 0,0-1 0,0 0 0,0-1 0,1-1 0,-1 0 0,1 0 0,-1-2 0,20-2 0,-29 3 0,1-1 0,0 0 0,-1 0 0,1-1 0,-1 0 0,1 1 0,-1-1 0,0-1 0,1 1 0,-1-1 0,-1 1 0,8-7 0,-9 6 0,1 0 0,-1 0 0,0 0 0,0 0 0,-1 0 0,1 0 0,-1 0 0,1 0 0,-1-1 0,0 1 0,0-1 0,-1 1 0,1-1 0,-1 1 0,1-1 0,-1 1 0,0-1 0,-1-3 0,-1-8 0,-1 1 0,0-1 0,-1 1 0,0 0 0,-1 0 0,-1 1 0,-12-22 0,-6-5 0,-32-39 0,34 51 0,-41-40 0,62 67 0,0 0 0,0 0 0,0 0 0,0 0 0,0 0 0,0 0 0,0 1 0,0-1 0,-1 0 0,1 1 0,0-1 0,-1 1 0,1-1 0,-3 0 0,4 1 0,-1 0 0,1 0 0,0 0 0,0 0 0,-1 1 0,1-1 0,0 0 0,0 0 0,-1 0 0,1 0 0,0 0 0,0 1 0,-1-1 0,1 0 0,0 0 0,0 0 0,0 1 0,-1-1 0,1 0 0,0 0 0,0 1 0,0-1 0,0 0 0,0 0 0,0 1 0,-1 13 0,3 5 0,1-1 0,1 0 0,1 0 0,0-1 0,16 33 0,51 78 0,-68-121-68,12 20-364,2-1-1,40 46 1,-45-59-6394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8 135 24575,'-1'0'0,"1"0"0,0 0 0,0 0 0,-1 0 0,1 0 0,0 0 0,-1 0 0,1 0 0,0 1 0,0-1 0,-1 0 0,1 0 0,0 0 0,0 0 0,-1 0 0,1 0 0,0 0 0,0 1 0,0-1 0,-1 0 0,1 0 0,0 0 0,0 1 0,0-1 0,0 0 0,-1 0 0,1 1 0,0-1 0,0 0 0,0 0 0,0 0 0,0 1 0,0-1 0,0 0 0,0 1 0,0-1 0,-1 0 0,1 0 0,0 1 0,0-1 0,0 0 0,1 0 0,-1 1 0,0-1 0,0 0 0,0 0 0,0 1 0,0-1 0,0 0 0,0 0 0,0 1 0,0-1 0,1 0 0,-1 0 0,0 1 0,0-1 0,0 0 0,1 0 0,10 15 0,-3-8 0,0 0 0,1-1 0,0 1 0,1-2 0,-1 1 0,1-1 0,0-1 0,0 0 0,1 0 0,21 3 0,-26-5 0,0-1 0,1 0 0,-1-1 0,1 1 0,-1-1 0,1 0 0,-1-1 0,1 0 0,-1 0 0,0 0 0,1-1 0,-1 0 0,0 0 0,0-1 0,0 1 0,0-1 0,-1-1 0,1 1 0,8-8 0,-3-5 0,-6 8 0,8 34 0,-10-23 0,0 0 0,1 0 0,-1 0 0,1 0 0,-1-1 0,1 0 0,0 1 0,0-1 0,0-1 0,0 1 0,0 0 0,0-1 0,1 0 0,-1 0 0,0 0 0,1-1 0,-1 0 0,0 1 0,1-1 0,-1-1 0,8 0 0,-4 0 0,0 0 0,-1-1 0,1 0 0,0 0 0,-1-1 0,0 0 0,1 0 0,-1-1 0,0 0 0,-1 0 0,10-7 0,-14 9 0,0 0 0,0 0 0,0-1 0,0 1 0,-1-1 0,1 0 0,-1 1 0,1-1 0,-1 0 0,0 0 0,0 0 0,0 0 0,0 0 0,-1 0 0,1 0 0,-1 0 0,0 0 0,0 0 0,0 0 0,0 0 0,0 0 0,-1 0 0,0 0 0,-1-5 0,0 2 0,0 0 0,-1 0 0,1 0 0,-1 0 0,-1 1 0,1 0 0,-1-1 0,0 1 0,0 0 0,-9-7 0,8 7-85,-1 0 0,0 1-1,-1 0 1,1 0 0,-1 1-1,1 0 1,-1 0 0,0 0-1,0 1 1,-1 0 0,1 1-1,0-1 1,-1 1 0,1 1-1,-12-1 1,6 2-6741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24575,'0'2'0,"3"4"0,0 3 0,3 3 0,0 1 0,1 2 0,0 0 0,-1-2-8191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24575,'10'-11'0,"1"3"0,-5 5 0,-2 5 0,-5 4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24575,'15'30'0,"8"18"0,2 5 0,-1-1 0,-1-4 0,-3-6 0,-2-4 0,-1-7 0,-4-3 0,-2-4 0,-2-4 0,-1-2 0,-1-3 0,-2 0 0,-2-1 0,-1 0 0,-4-2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128 388 24575,'-94'-280'0,"65"202"0,28 76 0,0-1 0,0 0 0,0 1 0,1-1 0,-1 1 0,1-1 0,0-5 0,0 8 0,0 0 0,0 0 0,0 0 0,0-1 0,0 1 0,0 0 0,0 0 0,0 0 0,0 0 0,0 0 0,0 0 0,0 0 0,0-1 0,0 1 0,0 0 0,0 0 0,0 0 0,1 0 0,-1 0 0,0 0 0,0 0 0,0 0 0,0 0 0,0 0 0,0-1 0,0 1 0,0 0 0,0 0 0,0 0 0,1 0 0,-1 0 0,0 0 0,0 0 0,0 0 0,0 0 0,0 0 0,0 0 0,0 0 0,1 0 0,-1 0 0,0 0 0,0 0 0,0 0 0,0 0 0,0 0 0,0 0 0,0 0 0,1 0 0,-1 0 0,0 0 0,0 0 0,0 0 0,10 13 0,29 61 0,43 110 0,-34-70 0,37 100 0,-84-213 0,-1 0 0,0-1 0,1 1 0,-1 0 0,1 0 0,-1 0 0,1 0 0,-1 0 0,1 0 0,0-1 0,-1 1 0,1 0 0,0-1 0,0 1 0,-1 0 0,1-1 0,0 1 0,0-1 0,1 1 0,-1-1 0,-1 0 0,1 0 0,0 0 0,-1 0 0,1 0 0,-1 0 0,1-1 0,0 1 0,-1 0 0,1 0 0,-1-1 0,1 1 0,-1 0 0,1-1 0,-1 1 0,1-1 0,-1 1 0,1 0 0,-1-1 0,0 1 0,1-1 0,0 0 0,3-6 0,-1 0 0,1-1 0,4-13 0,-4 10 0,-1 2 0,1 1 0,0-1 0,1 1 0,6-10 0,-9 16 0,-1 0 0,1 1 0,-1-1 0,1 0 0,0 1 0,-1-1 0,1 1 0,0-1 0,0 1 0,0 0 0,0 0 0,1 0 0,-1 0 0,0 0 0,0 0 0,1 0 0,-1 1 0,0 0 0,1-1 0,-1 1 0,0 0 0,4 0 0,5 2 0,-1 0 0,0 0 0,1 1 0,-1 1 0,18 8 0,47 32 0,-50-29 0,-19-11 24,1 0 0,0 1 0,-1 0 0,8 8 0,-13-12-98,1 1-1,-1 0 1,1-1 0,-1 1 0,0 0-1,0 0 1,0 0 0,0 0 0,0 0-1,0 0 1,0 0 0,-1 1 0,1-1-1,-1 0 1,1 0 0,-1 1 0,0-1-1,0 0 1,0 4 0,-3 3-6752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0 24575,'-30'0'0,"-16"0"0,-3 0 0,0 0 0,4 0 0,4 0 0,7 0 0,9 0-8191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24575,'5'-2'0,"0"1"0,0-1 0,1 1 0,-1 0 0,1 1 0,-1-1 0,1 1 0,-1 0 0,10 1 0,-12 0 0,1 0 0,0 0 0,-1 1 0,1-1 0,-1 1 0,0-1 0,1 1 0,-1 0 0,0 0 0,0 1 0,0-1 0,0 1 0,-1-1 0,1 1 0,1 3 0,57 79 0,-54-72 0,0 0 0,0 1 0,-1-1 0,-1 1 0,4 15 0,-8-25 0,-1-1 0,1 1 0,-1 0 0,0-1 0,0 1 0,0 0 0,0 0 0,-1-1 0,0 1 0,1 0 0,-1-1 0,-1 1 0,1-1 0,0 1 0,-1-1 0,-3 6 0,-2 1 0,-1-1 0,0 1 0,-15 13 0,1-1 0,21-22 0,1 1 0,-1-1 0,1 1 0,-1-1 0,1 1 0,-1-1 0,1 1 0,0-1 0,-1 1 0,1 0 0,0-1 0,0 1 0,-1 0 0,1-1 0,0 1 0,0 0 0,0-1 0,0 1 0,0 1 0,0-2 0,0 1 0,0-1 0,0 1 0,1-1 0,-1 1 0,0-1 0,1 0 0,-1 1 0,0-1 0,1 1 0,-1-1 0,1 0 0,-1 0 0,0 1 0,1-1 0,-1 0 0,1 0 0,-1 1 0,1-1 0,0 0 0,5 2 0,-1-1 0,1 0 0,0-1 0,5 1 0,0-1 0,180 20 0,-177-18-120,29 1 372,-39-3-401,0 0-1,-1 0 0,1 0 0,-1-1 1,1 0-1,-1 1 0,1-1 0,-1-1 1,5-1-1,2-3-6676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1 150 24575,'79'1'0,"108"-4"0,-174 1 0,0 0 0,0 0 0,0-1 0,14-6 0,-24 8 0,0 0 0,0 0 0,0-1 0,0 1 0,0-1 0,0 0 0,0 1 0,-1-1 0,1-1 0,0 1 0,-1 0 0,0-1 0,0 1 0,0-1 0,0 0 0,0 1 0,0-1 0,0 0 0,-1 0 0,0 0 0,2-5 0,-3 6 0,0 0 0,0-1 0,1 1 0,-2 0 0,1 0 0,0-1 0,0 1 0,-1 0 0,1 0 0,-1 0 0,0-1 0,0 1 0,1 0 0,-1 0 0,-1 0 0,1 0 0,0 0 0,0 1 0,-1-1 0,1 0 0,-1 0 0,1 1 0,-1-1 0,0 1 0,0 0 0,0-1 0,0 1 0,-2-1 0,-2-1 0,-1 0 0,1 0 0,-1 1 0,0 0 0,1 0 0,-1 0 0,-13 0 0,15 1 0,0 1 0,1 0 0,-1 0 0,0 0 0,1 1 0,-1-1 0,0 1 0,-5 2 0,9-2 0,-1-1 0,1 1 0,0 0 0,-1 0 0,1 0 0,0 0 0,0 0 0,0 0 0,0 0 0,0 0 0,0 1 0,0-1 0,0 0 0,0 0 0,1 1 0,-1-1 0,0 1 0,1-1 0,-1 1 0,1-1 0,0 1 0,-1-1 0,1 1 0,0-1 0,0 1 0,0 0 0,0-1 0,0 3 0,1 2 0,0 0 0,0-1 0,1 1 0,-1 0 0,1-1 0,0 1 0,1-1 0,0 0 0,-1 1 0,1-1 0,1-1 0,-1 1 0,1 0 0,0-1 0,0 0 0,0 0 0,1 0 0,-1 0 0,7 3 0,7 5 0,1-1 0,1-1 0,36 14 0,-40-18 0,0-1 0,1-1 0,0-1 0,-1 0 0,33 0 0,-24-3 0,0-1 0,-1-1 0,35-8 0,-54 9 0,0 0 0,0 0 0,0-1 0,0 0 0,0 0 0,-1 0 0,1 0 0,6-5 0,-10 6 0,0 0 0,0 0 0,0 0 0,-1 0 0,1 0 0,0-1 0,0 1 0,-1 0 0,1 0 0,0-1 0,-1 1 0,1 0 0,-1-1 0,0 1 0,1-1 0,-1 1 0,0 0 0,0-1 0,0 1 0,0-1 0,0 1 0,0-1 0,0 1 0,-1 0 0,1-1 0,0 1 0,-1 0 0,1-1 0,-1 1 0,0 0 0,1-1 0,-1 1 0,0 0 0,-1-2 0,-5-6 0,0 0 0,0 0 0,-1 0 0,-11-9 0,-16-18 0,28 28 0,4 5 0,1 1 0,-1-1 0,1 1 0,0-1 0,0 0 0,0 0 0,1 0 0,-1 0 0,1 0 0,-2-5 0,3 8 2,0 0 0,0 0 1,0-1-1,0 1 0,0 0 0,0-1 0,0 1 0,0 0 0,0 0 0,0-1 1,0 1-1,0 0 0,0 0 0,1-1 0,-1 1 0,0 0 0,0 0 0,0-1 0,0 1 1,1 0-1,-1 0 0,0-1 0,0 1 0,0 0 0,1 0 0,-1 0 0,0 0 1,0-1-1,1 1 0,-1 0 0,0 0 0,0 0 0,1 0 0,-1 0 0,0 0 0,0 0 1,1 0-1,11 0-1331,-11 0 1212,9 2-6709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99 24575,'-12'-7'0,"0"0"0,1 1 0,-1 0 0,0 1 0,0 0 0,0 1 0,-17-4 0,27 8 0,1-1 0,-1 1 0,1 0 0,-1 0 0,1 0 0,-1 0 0,1 0 0,-1 0 0,1 0 0,-1 0 0,1 1 0,-1-1 0,1 1 0,-1-1 0,1 1 0,0-1 0,-1 1 0,1 0 0,-2 1 0,3-1 0,-1 0 0,0 0 0,0 0 0,1 0 0,-1 0 0,0 0 0,1 0 0,-1 1 0,1-1 0,0 0 0,-1 1 0,1-1 0,0 0 0,0 0 0,0 1 0,0-1 0,0 2 0,1 4 0,0-1 0,0 0 0,1 0 0,-1 0 0,1 0 0,1 0 0,5 9 0,0-1 0,1 0 0,0-1 0,1 0 0,14 14 0,-21-23 0,2 0 0,-1 0 0,0 0 0,1-1 0,0 1 0,0-1 0,0 0 0,0-1 0,1 1 0,-1-1 0,0 0 0,1-1 0,0 1 0,-1-1 0,8 1 0,-11-2 0,0 0 0,-1 0 0,1-1 0,0 1 0,0 0 0,0-1 0,-1 1 0,1-1 0,0 0 0,0 1 0,-1-1 0,1 0 0,0 0 0,-1 0 0,1 0 0,-1-1 0,0 1 0,1 0 0,-1 0 0,0-1 0,0 1 0,0-1 0,0 1 0,0-1 0,0 0 0,0 1 0,0-1 0,-1 0 0,1 0 0,-1 1 0,1-1 0,-1 0 0,1-2 0,-1-2 0,1 1 0,-1-1 0,0 1 0,0-1 0,0 1 0,-1-1 0,0 1 0,0-1 0,0 1 0,-4-8 0,0 2 0,0 1 0,-1 0 0,-1 1 0,0-1 0,0 1 0,-9-9 0,-55-45 0,69 61 0,0 0 0,-1 1 0,1-1 0,0 1 0,-1 0 0,1 0 0,-1 0 0,1 0 0,-1 0 0,-3 0 0,6 1 0,0 0 0,-1 0 0,1 0 0,-1 0 0,1 0 0,-1 0 0,1 0 0,-1 0 0,1 0 0,-1 0 0,1 0 0,-1 0 0,1 0 0,0 1 0,-1-1 0,1 0 0,-1 0 0,1 1 0,0-1 0,-1 0 0,1 1 0,0-1 0,-1 1 0,0 0 0,1 0 0,0 0 0,-1 0 0,1 0 0,0 0 0,0 0 0,0 0 0,0 0 0,0 0 0,0 0 0,0 0 0,0 0 0,0 0 0,0 0 0,1 2 0,3 8-1365,2-2-5461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6 24575,'-10'-2'0,"-1"0"0,0 1 0,0 1 0,0-1 0,-12 2 0,20 0 0,0-1 0,0 1 0,1-1 0,-1 1 0,0 0 0,1 0 0,-1 0 0,0 1 0,1-1 0,-5 4 0,6-4 0,-1 0 0,1 0 0,0 1 0,0-1 0,0 1 0,0-1 0,0 1 0,1-1 0,-1 1 0,0-1 0,1 1 0,-1 0 0,1-1 0,-1 1 0,1 0 0,0-1 0,0 1 0,0 0 0,0 2 0,1 4 0,0-1 0,1 0 0,0 0 0,0 0 0,0 0 0,1 0 0,0 0 0,1-1 0,4 8 0,7 9 0,19 21 0,1-6 0,-24-27 0,0 1 0,12 18 0,-22-30 0,-1 1 0,0-1 0,1 0 0,-1 1 0,0-1 0,0 0 0,1 1 0,-1-1 0,0 1 0,0-1 0,0 1 0,0-1 0,0 0 0,1 1 0,-1-1 0,0 1 0,0-1 0,0 1 0,0-1 0,0 1 0,0-1 0,-1 1 0,1-1 0,0 0 0,0 1 0,0-1 0,0 1 0,0-1 0,-1 1 0,1-1 0,0 0 0,0 1 0,-1-1 0,1 0 0,0 1 0,-1-1 0,1 0 0,0 1 0,-1-1 0,1 0 0,0 0 0,-1 1 0,1-1 0,-1 0 0,1 0 0,0 0 0,-1 1 0,0-1 0,-26 5 0,18-5 0,-95 11 0,55-6 0,-52 10 0,30 0-1365,41-10-5461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24575,'-1'0'0,"0"0"0,1 0 0,-1 0 0,1 0 0,-1 0 0,1 0 0,-1 0 0,0 0 0,1 1 0,-1-1 0,1 0 0,-1 1 0,1-1 0,-1 0 0,1 1 0,-1-1 0,1 0 0,0 1 0,-1-1 0,1 1 0,-1-1 0,1 1 0,-1 0 0,-3 16 0,6 20 0,5-2 0,1 0 0,1 0 0,3-1 0,24 54 0,81 120 0,-84-155-1365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10 24575,'-27'-3'0,"-13"0"0,-1 0 0,4 3 0,6 1 0,5 1 0,4 0 0,5 2 0,1 1 0,4 1 0,4 3 0,6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94 24575,'-29'-15'0,"-16"-11"0,-56-21 0,98 46 0,0 0 0,-1 0 0,1 0 0,0 1 0,0-1 0,-1 1 0,1 0 0,0 0 0,-7 0 0,10 0 0,-1 0 0,1 1 0,-1-1 0,1 0 0,-1 0 0,1 0 0,-1 1 0,1-1 0,-1 0 0,1 0 0,-1 1 0,1-1 0,-1 1 0,1-1 0,-1 0 0,1 1 0,0-1 0,-1 1 0,1-1 0,0 1 0,-1-1 0,1 1 0,0 0 0,-1 0 0,1 0 0,0 0 0,0 0 0,0 1 0,0-1 0,1 0 0,-1 0 0,0 0 0,0 0 0,1 0 0,-1 1 0,1-1 0,-1 0 0,1 0 0,-1 0 0,2 1 0,4 8 0,1-1 0,0 0 0,1-1 0,0 1 0,0-1 0,12 8 0,59 38 0,-78-53 0,15 9 0,0-1 0,1-1 0,34 13 0,-39-18 0,-1 0 0,1 0 0,0-1 0,0-1 0,0 0 0,0-1 0,14-1 0,-24 1 0,-1 0 0,1 0 0,-1 0 0,0 0 0,1-1 0,-1 1 0,0 0 0,0-1 0,1 1 0,-1-1 0,0 0 0,0 1 0,0-1 0,1 0 0,-1 0 0,0 0 0,0 0 0,0 0 0,-1 0 0,1 0 0,1-1 0,-1 0 0,0 0 0,-1 0 0,1 1 0,-1-1 0,0 0 0,1 0 0,-1 0 0,0 0 0,0 1 0,0-1 0,0 0 0,-1 0 0,0-3 0,0-2 0,-2 1 0,1 0 0,0 0 0,-1 0 0,0 0 0,-1 0 0,-6-8 0,5 8-62,-1 0 0,0 0 0,-1 1 0,1 0 0,-1 0 0,0 0 0,0 1 0,-1 0 0,1 1 0,-1-1 0,0 2 0,0-1-1,0 1 1,0 0 0,0 1 0,-1-1 0,1 2 0,0-1 0,-1 1 0,1 1 0,-9 0 0,0 3-6764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284 730 24575,'13'-36'0,"-1"0"0,9-48 0,-19 73 0,-1-1 0,0-1 0,0 1 0,-1 0 0,-1 0 0,0 0 0,-1 0 0,0 0 0,0 0 0,-2 1 0,-5-17 0,-7-4 0,-1 0 0,-23-33 0,-48-57 0,73 103 0,-88-106 0,102 124 0,-1-2 0,0 1 0,0 0 0,0 1 0,0-1 0,0 0 0,0 0 0,0 1 0,-3-2 0,5 3 0,0 0 0,-1 0 0,1 0 0,0 0 0,0 0 0,-1 0 0,1 0 0,0-1 0,-1 1 0,1 0 0,0 1 0,-1-1 0,1 0 0,0 0 0,-1 0 0,1 0 0,0 0 0,0 0 0,-1 0 0,1 0 0,0 0 0,-1 1 0,1-1 0,0 0 0,0 0 0,-1 0 0,1 1 0,-1 0 0,1 0 0,-1 0 0,1 0 0,-1 0 0,1 0 0,0 0 0,-1 0 0,1 0 0,0 0 0,0 0 0,0 0 0,0 2 0,0 19 0,1 1 0,0 0 0,2-1 0,1 1 0,1-1 0,1 0 0,11 28 0,-5-21 0,1 0 0,1-1 0,2-1 0,0 0 0,2-1 0,1-1 0,1-1 0,1-1 0,27 23 0,-31-32 0,1-1 0,1 0 0,0-2 0,0 0 0,1-2 0,0 0 0,31 9 0,-42-16 0,0 0 0,0 0 0,1-1 0,-1 0 0,0-1 0,0 0 0,1 0 0,-1-1 0,17-3 0,-21 3 0,-1-1 0,1 1 0,-1-1 0,0 0 0,0 0 0,0 0 0,0-1 0,0 1 0,0-1 0,-1 0 0,1 0 0,-1 0 0,0-1 0,0 1 0,0-1 0,0 0 0,-1 0 0,1 0 0,-1 0 0,0 0 0,2-6 0,-3 4 0,0 1 0,0 0 0,0-1 0,0 1 0,-1-1 0,0 1 0,0-1 0,-1 1 0,1-1 0,-1 1 0,0 0 0,-1-1 0,1 1 0,-1 0 0,0 0 0,0 0 0,-1 0 0,-5-8 0,5 8 0,0 1 0,0 0 0,-1 0 0,1 0 0,-1 1 0,0-1 0,0 1 0,0 0 0,0 0 0,-1 0 0,1 1 0,-1 0 0,0-1 0,0 2 0,0-1 0,0 0 0,0 1 0,0 0 0,-10-1 0,12 3 0,0-1 0,1 1 0,-1-1 0,0 1 0,1 0 0,-1 0 0,0 1 0,1-1 0,0 0 0,-1 1 0,1-1 0,0 1 0,-1 0 0,1 0 0,0 0 0,0 0 0,1 0 0,-1 0 0,0 1 0,1-1 0,-1 0 0,1 1 0,0-1 0,0 1 0,-1 4 0,0-4 0,1 0 0,0 0 0,0 0 0,0 0 0,1 0 0,-1 0 0,1 0 0,0 0 0,-1 1 0,2-1 0,-1 0 0,0 0 0,0 0 0,1 0 0,0 1 0,0-1 0,0 0 0,0 0 0,0 0 0,0-1 0,1 1 0,2 4 0,1-4 0,-1 1 0,1-1 0,-1 0 0,1 0 0,0-1 0,0 1 0,1-1 0,9 3 0,14 6 0,-18-6 0,5 4 0,1-1 0,0-1 0,1 0 0,18 4 0,-17-7 0,-12-2 0,0 0 0,0-1 0,0 0 0,1 0 0,-1-1 0,9 0 0,-14 0 0,-1 0 0,1-1 0,0 1 0,0-1 0,0 0 0,-1 1 0,1-1 0,0 0 0,-1 0 0,1 0 0,-1 0 0,1 0 0,-1-1 0,1 1 0,-1 0 0,0-1 0,1 1 0,-1-1 0,0 1 0,0-1 0,0 1 0,-1-1 0,1 0 0,0 0 0,0 1 0,-1-1 0,1 0 0,-1 0 0,0-2 0,2-4 0,-2 1 0,1-1 0,-1-11 0,0-9 0,0 28 0,0-1 0,0 1 0,0 0 0,0 0 0,0 0 0,0-1 0,0 1 0,0 0 0,0 0 0,0 0 0,0-1 0,0 1 0,0 0 0,1 0 0,-1 0 0,0-1 0,0 1 0,0 0 0,0 0 0,0 0 0,0 0 0,1 0 0,-1-1 0,0 1 0,0 0 0,0 0 0,0 0 0,0 0 0,1 0 0,-1 0 0,0 0 0,0 0 0,0 0 0,1-1 0,7 5 0,9 11 0,-13-11 0,2 2 0,1-1 0,0 1 0,0-1 0,0-1 0,0 0 0,1 0 0,0 0 0,15 4 0,-18-6 0,1-1 0,-1 0 0,1-1 0,-1 1 0,1-1 0,0 0 0,-1-1 0,1 1 0,0-1 0,-1 0 0,1 0 0,-1-1 0,1 0 0,6-3 0,-5 2-273,0 0 0,0 0 0,0 1 0,13-3 0,-8 4-6553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 24575,'-3'-1'0,"-28"-7"0,29 7 0,1 1 0,-1 0 0,0 0 0,0 0 0,1 0 0,-1 0 0,0 0 0,0 0 0,1 1 0,-1-1 0,0 1 0,1-1 0,-1 1 0,0-1 0,-1 2 0,3-1 0,-1-1 0,1 1 0,-1-1 0,1 1 0,-1 0 0,1 0 0,-1-1 0,1 1 0,0 0 0,-1 0 0,1-1 0,0 1 0,0 0 0,0 0 0,-1 0 0,1-1 0,0 1 0,0 0 0,0 0 0,0 0 0,1-1 0,-1 1 0,0 0 0,0 0 0,0 0 0,1-1 0,-1 1 0,0 0 0,1 0 0,0 0 0,14 25 0,-14-24 0,8 10 0,0-1 0,0-1 0,1 1 0,13 10 0,47 30 0,-35-26 0,-28-21 0,-2 1 0,1 0 0,0 0 0,-1 0 0,0 1 0,7 10 0,-10-13 0,0 0 0,-1 1 0,1-1 0,-1 1 0,1-1 0,-1 1 0,0-1 0,0 1 0,-1 0 0,1-1 0,-1 1 0,0 0 0,0 0 0,0-1 0,-1 5 0,-1 3 0,0 0 0,-1 0 0,0-1 0,-1 0 0,0 0 0,0 0 0,-1 0 0,-1 0 0,-12 16 0,15-22 0,-1 0 0,0 0 0,0 0 0,0-1 0,0 0 0,0 0 0,-1 0 0,1 0 0,-1-1 0,0 0 0,0 0 0,0 0 0,0 0 0,0-1 0,0 0 0,0 0 0,0 0 0,-1-1 0,1 0 0,0 0 0,-1 0 0,-7-1 0,1-2-136,1 1-1,0-2 1,0 1-1,0-2 1,0 1-1,1-1 1,0-1-1,0 0 0,-17-13 1,12 6-6690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24575,'1'1'0,"132"233"0,-103-179 0,-17-33 0,-1 0 0,16 45 0,-27-64 0,0 1 0,-1-1 0,1 1 0,-1-1 0,0 5 0,0-7 0,0-1 0,0 0 0,0 1 0,0-1 0,0 0 0,0 1 0,0-1 0,0 0 0,0 1 0,-1-1 0,1 0 0,0 1 0,0-1 0,0 0 0,0 1 0,-1-1 0,1 0 0,0 0 0,0 1 0,0-1 0,-1 0 0,1 0 0,-1 1 0,1-1 0,-1 0 0,1 0 0,-1-1 0,0 1 0,1 0 0,-1 0 0,1 0 0,-1-1 0,1 1 0,-1 0 0,1-1 0,0 1 0,-1 0 0,1-1 0,-1 1 0,1 0 0,0-1 0,-1 1 0,1-1 0,-1 0 0,-3-4 0,1 0 0,0 0 0,0-1 0,0 1 0,0-1 0,-2-9 0,3 12 0,1-1 0,0 0 0,1 0 0,-1 1 0,1-1 0,-1 0 0,1 0 0,0 0 0,1 1 0,-1-1 0,2-7 0,-1 10 0,-1 0 0,1-1 0,-1 1 0,1 0 0,0 0 0,-1 0 0,1 0 0,0 0 0,0 0 0,0 0 0,-1 1 0,1-1 0,0 0 0,0 0 0,1 1 0,-1-1 0,0 0 0,0 1 0,0-1 0,0 1 0,0 0 0,1-1 0,-1 1 0,0 0 0,0 0 0,1 0 0,-1-1 0,0 1 0,0 1 0,1-1 0,1 0 0,5 1 0,-1 1 0,1 0 0,-1 0 0,9 4 0,-2 0 0,10 1 0,0-2 0,25 4 0,-47-9 0,0 1 0,-1-1 0,1 0 0,-1 0 0,1 0 0,0 0 0,-1 0 0,1-1 0,0 1 0,-1 0 0,1-1 0,-1 1 0,1-1 0,-1 0 0,1 1 0,-1-1 0,1 0 0,-1 0 0,0 0 0,1 0 0,-1 0 0,0 0 0,0 0 0,0-1 0,0 1 0,0 0 0,0-1 0,0 1 0,0 0 0,-1-1 0,1 1 0,0-1 0,-1 1 0,1-1 0,-1 0 0,0 1 0,1-1 0,-1 1 0,0-4 0,0-5 0,0 0 0,0 0 0,-1 1 0,0-1 0,-4-13 0,-5-13 0,-27-65 0,23 69 0,2-1 0,-12-49 0,23 70 0,5 17 0,8 22 0,-9-20 0,36 89 0,-18-41 0,39 71 0,-56-119 0,0 0 0,1 0 0,0 0 0,10 10 0,-14-16 0,0 0 0,0 0 0,0 0 0,0 0 0,0 0 0,0 0 0,0-1 0,0 1 0,1 0 0,-1-1 0,0 1 0,1-1 0,-1 1 0,0-1 0,1 1 0,-1-1 0,1 0 0,-1 0 0,0 0 0,1 0 0,-1 0 0,1 0 0,-1 0 0,1 0 0,-1-1 0,0 1 0,1-1 0,-1 1 0,0-1 0,1 1 0,-1-1 0,0 0 0,0 1 0,3-3 0,8-8 0,-9 7 0,1 1 0,0-1 0,0 1 0,0 0 0,6-3 0,-9 5 0,1 1 0,-1-1 0,0 1 0,1-1 0,-1 1 0,0 0 0,1 0 0,-1 0 0,1 0 0,-1 0 0,0 0 0,1 0 0,-1 0 0,0 0 0,1 1 0,-1-1 0,0 0 0,1 1 0,-1-1 0,0 1 0,0 0 0,1-1 0,-1 1 0,2 1 0,-2-1-57,-1 0 0,1-1 1,0 1-1,0 0 0,-1 0 0,1 0 0,0 0 0,-1-1 0,1 1 0,-1 0 0,1 0 1,-1 0-1,0 0 0,1 0 0,-1 0 0,0 1 0,0-1 0,0 0 0,0 0 1,0 0-1,0 0 0,0 0 0,0 2 0,-2 5-6769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7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16 167 24575,'-12'-2'0,"12"2"0,0 0 0,0 0 0,0 0 0,0 0 0,0 0 0,0 0 0,0 1 0,1-1 0,-1 0 0,0 0 0,0 0 0,0 0 0,0 0 0,0 0 0,0 1 0,0-1 0,0 0 0,0 0 0,0 0 0,0 0 0,0 0 0,0 0 0,0 1 0,0-1 0,0 0 0,0 0 0,0 0 0,0 0 0,0 0 0,0 1 0,0-1 0,0 0 0,0 0 0,0 0 0,0 0 0,-1 0 0,1 0 0,0 1 0,0-1 0,0 0 0,0 0 0,0 0 0,0 0 0,0 0 0,0 0 0,-1 0 0,1 0 0,0 0 0,0 0 0,0 0 0,0 1 0,0-1 0,0 0 0,-1 0 0,1 0 0,0 0 0,0 0 0,0 0 0,0 0 0,0 0 0,-1 0 0,1 0 0,0 0 0,0 0 0,0 0 0,1 0 0,-1 0 0,0 0 0,0 0 0,0 0 0,1 0 0,-1 0 0,0 0 0,0 0 0,1 1 0,-1-1 0,0 0 0,0 0 0,1 0 0,-1 0 0,0-1 0,0 1 0,1 0 0,-1 0 0,0 0 0,0 0 0,1 0 0,-1 0 0,0 0 0,0 0 0,0 0 0,1-1 0,-1 1 0,0 0 0,0 0 0,0 0 0,0 0 0,1-1 0,-1 1 0,0 0 0,0 0 0,0 0 0,0-1 0,0 1 0,0 0 0,0 0 0,1-1 0,-1 1 0,0 0 0,0 0 0,0-1 0,0 1 0,0 0 0,4-14 0,-2-3 0,1 0 0,1 0 0,1 0 0,0 0 0,13-25 0,-17 40 0,1 0 0,-1 0 0,0 0 0,1 1 0,0-1 0,-1 1 0,1-1 0,0 1 0,0 0 0,0 0 0,0-1 0,0 1 0,0 1 0,0-1 0,0 0 0,0 0 0,0 1 0,0-1 0,1 1 0,-1 0 0,0 0 0,0 0 0,1 0 0,-1 0 0,0 0 0,0 0 0,1 1 0,2 0 0,1 1 0,1 0 0,0 0 0,-1 1 0,1 0 0,-1 0 0,0 0 0,11 9 0,25 24 0,-38-32 0,0 0 0,0 0 0,-1 0 0,1 1 0,-1 0 0,0 0 0,4 8 0,-6-3-1365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140 252 24575,'-1'0'0,"0"-1"0,0 1 0,0-1 0,-1 1 0,1 0 0,0-1 0,0 1 0,0 0 0,0 0 0,0 0 0,0 0 0,-1 0 0,1 0 0,0 0 0,0 0 0,0 0 0,0 0 0,0 1 0,0-1 0,-1 1 0,1-1 0,0 0 0,0 1 0,0 0 0,0-1 0,0 1 0,1 0 0,-1-1 0,0 1 0,0 0 0,0 0 0,1 0 0,-1 0 0,0 0 0,1 0 0,-1 0 0,0 0 0,1 0 0,0 0 0,-1 0 0,1 0 0,0 0 0,-1 0 0,1 0 0,0 0 0,0 1 0,0-1 0,0 1 0,0 6 0,0 0 0,0-1 0,1 1 0,0 0 0,5 14 0,13 32 0,-17-48 0,1 0 0,0 0 0,1 0 0,-1 0 0,1-1 0,6 7 0,-9-11 0,-1-1 0,0 0 0,0 0 0,0 0 0,0 1 0,0-1 0,1 0 0,-1 0 0,0 0 0,0 1 0,1-1 0,-1 0 0,0 0 0,0 0 0,1 0 0,-1 0 0,0 0 0,0 1 0,1-1 0,-1 0 0,0 0 0,0 0 0,1 0 0,-1 0 0,0 0 0,1 0 0,-1 0 0,0 0 0,0 0 0,1 0 0,-1 0 0,0-1 0,0 1 0,1 0 0,-1 0 0,0 0 0,0 0 0,1 0 0,-1 0 0,0-1 0,0 1 0,0 0 0,1 0 0,-1 0 0,0-1 0,0 1 0,0 0 0,1 0 0,-1 0 0,0-1 0,0 1 0,0 0 0,0 0 0,0-1 0,0 1 0,0 0 0,0-1 0,0 1 0,0 0 0,0 0 0,0-1 0,2-18 0,-3-1 0,-2 1 0,0 0 0,-1 0 0,-1 1 0,-1-1 0,0 1 0,-14-26 0,-73-117 0,86 151 0,3 4 0,-9-14 0,12 19 0,1 0 0,-1 0 0,1-1 0,-1 1 0,1 0 0,-1 0 0,1 0 0,0-1 0,-1 1 0,1 0 0,0 0 0,0-1 0,0-1 0,0 3 0,0 0 0,1 0 0,-1 0 0,0-1 0,0 1 0,0 0 0,0 0 0,1 0 0,-1 0 0,0 0 0,0 0 0,0 0 0,1 0 0,-1 0 0,0 0 0,0 0 0,0 0 0,1 0 0,-1 0 0,0 0 0,0 0 0,0 0 0,1 0 0,-1 0 0,0 0 0,0 0 0,0 0 0,1 0 0,-1 0 0,0 0 0,0 0 0,0 1 0,0-1 0,1 0 0,-1 0 0,0 0 0,8 6 0,130 113 0,-120-104 0,100 73 0,-101-77 0,1-1 0,0-1 0,0 0 0,1-2 0,24 7 0,-33-11 0,0 0 0,0-1 0,0-1 0,0 0 0,13 0 0,-21-1 0,0 0 0,0 0 0,0 0 0,0-1 0,0 1 0,-1 0 0,1-1 0,0 0 0,0 1 0,0-1 0,-1 0 0,1 0 0,0 0 0,-1 0 0,1 0 0,0 0 0,-1-1 0,0 1 0,1-1 0,-1 1 0,0-1 0,0 1 0,1-1 0,-1 1 0,-1-1 0,1 0 0,0 0 0,0 1 0,-1-1 0,1 0 0,-1 0 0,1 0 0,-1 0 0,0-2 0,1-7 0,-1 1 0,-1 0 0,0 0 0,0-1 0,-1 1 0,0 0 0,-1 0 0,0 1 0,-1-1 0,0 0 0,0 1 0,-1 0 0,-11-15 0,6 10 0,0 1 0,-1 0 0,-1 1 0,0 0 0,0 1 0,-1 0 0,-25-14 0,35 22-72,0 2 1,0-1-1,0 0 0,-1 1 0,1-1 0,0 1 0,-1 0 0,1 0 1,-1 0-1,0 1 0,1-1 0,-1 1 0,0 0 0,1 0 0,-1 0 1,0 0-1,1 1 0,-6 1 0,-1 2-6754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24575,'-1'12'0,"2"-1"0,-1 1 0,2-1 0,0 1 0,0-1 0,1 1 0,0-1 0,1 0 0,0 0 0,1-1 0,0 1 0,8 11 0,8 13 0,-11-17 0,25 32 0,-32-49 0,-4-6 0,-2-7 0,-2-2-1365,0 0-5461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24575,'18'-17'0,"8"-7"0,2 2 0,-1 4 0,-3 5 0,-2 5 0,-1 2 0,-1 1 0,-1 1 0,-2 3 0,-1 0 0,-1 3 0,-2 4 0,-7 4 0,-6-1 0,-4 1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24575,'27'-5'0,"12"-2"0,2 1 0,-3 1 0,-9-2 0,-7 2 0,-4 0 0,-2 2 0,-3 2 0,-2 2 0,-4 5 0,-5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24575,'2'15'0,"2"8"0,-1 2 0,2-1 0,0-1 0,-1-3 0,-1-2 0,2-1 0,0-2 0,-2 0 0,0 0 0,1-4 0,0 0 0,0 1 0,1-3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1 183 24575,'1'-4'0,"10"-23"0,22-41 0,-29 61 0,0 0 0,1 1 0,0-1 0,0 1 0,0 0 0,1 1 0,0-1 0,0 1 0,0 0 0,14-7 0,-15 9 0,1 1 0,-1 1 0,1-1 0,0 1 0,-1 0 0,1 0 0,0 0 0,-1 1 0,1 0 0,0 0 0,0 1 0,-1 0 0,1 0 0,0 0 0,-1 0 0,1 1 0,-1 0 0,10 5 0,-14-7 0,-1 0 0,1 0 0,-1 0 0,0 1 0,1-1 0,-1 0 0,0 0 0,1 1 0,-1-1 0,0 0 0,1 0 0,-1 1 0,0-1 0,1 0 0,-1 1 0,0-1 0,0 0 0,1 1 0,-1-1 0,0 1 0,0-1 0,0 0 0,0 1 0,0-1 0,0 1 0,1-1 0,-1 1 0,0-1 0,0 0 0,0 1 0,0-1 0,0 1 0,-1-1 0,1 1 0,0-1 0,0 0 0,0 1 0,0-1 0,0 1 0,0-1 0,-1 0 0,1 1 0,0-1 0,0 0 0,-1 1 0,1-1 0,0 0 0,-1 1 0,1-1 0,0 0 0,-1 1 0,1-1 0,0 0 0,-1 0 0,1 0 0,-1 1 0,-3 1 0,1-1 0,0 1 0,-1-1 0,0 1 0,-3 0 0,-7 0-455,1 0 0,-16 0 0,14-2-6371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24575,'30'3'0,"13"0"0,1-2 0,-4-2 0,-7 0 0,-6-3 0,-5-1 0,-4-2 0,-7 1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35 24575,'-1'-18'0,"1"2"0,0 17 0,1-1 0,0 1 0,-1 0 0,1 0 0,-1 0 0,1-1 0,-1 1 0,1 0 0,-1 0 0,1 0 0,-1 0 0,0 0 0,0 0 0,1 0 0,-1 2 0,16 43 0,2 0 0,3-2 0,36 62 0,-47-87-1365,-7-10-5461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3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67 24575,'-1'-4'0,"0"-1"0,-1 1 0,1-1 0,-1 1 0,0-1 0,0 1 0,0 0 0,-4-6 0,5 9 0,-1-1 0,1 0 0,-1 0 0,0 1 0,0-1 0,0 1 0,0 0 0,0-1 0,0 1 0,0 0 0,0 0 0,0 0 0,0 0 0,-1 1 0,1-1 0,0 1 0,-1-1 0,-2 1 0,-32 0 0,1 1 0,-61 12 0,76-10 0,-232 37-1365,227-36-5461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0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24575,'4'-4'0,"0"1"0,0 0 0,0 0 0,0 0 0,1 1 0,-1-1 0,1 1 0,6-2 0,41-9 0,-40 10 0,0 1 0,0-1 0,20-9 0,-25 9 0,1 0 0,0 0 0,0 1 0,0 0 0,0 1 0,1-1 0,-1 2 0,0-1 0,0 1 0,1 0 0,-1 1 0,0 0 0,0 0 0,1 1 0,-1 0 0,8 3 0,-10-3 0,-1 0 0,0 1 0,0-1 0,0 1 0,0 0 0,0 0 0,-1 0 0,0 1 0,1-1 0,-1 1 0,0 0 0,-1 1 0,1-1 0,-1 0 0,0 1 0,0 0 0,0 0 0,-1 0 0,1 0 0,-1 0 0,-1 1 0,1-1 0,-1 0 0,1 9 0,-1-2 0,-1 1 0,0 0 0,-1-1 0,-1 1 0,0-1 0,-1 0 0,0 0 0,0 0 0,-2 0 0,1 0 0,-1-1 0,-1 1 0,0-1 0,-1-1 0,-9 13 0,4-7 0,1 0 0,-20 21 0,28-35 0,1 0 0,0 1 0,0 0 0,0-1 0,0 1 0,0 0 0,1 0 0,-1 0 0,-1 4 0,3-6 0,0-1 0,1 1 0,-1-1 0,0 0 0,0 1 0,0-1 0,0 1 0,1-1 0,-1 0 0,0 1 0,0-1 0,1 0 0,-1 1 0,0-1 0,1 0 0,-1 1 0,0-1 0,1 0 0,-1 0 0,0 1 0,1-1 0,-1 0 0,0 0 0,1 0 0,-1 0 0,1 1 0,-1-1 0,1 0 0,-1 0 0,0 0 0,1 0 0,-1 0 0,1 0 0,18 1 0,-16-1 0,23-1 0,38-6 0,11-1 0,-65 7 0,-1 1 0,1 0 0,-1 0 0,0-1 0,0-1 0,0 1 0,0-2 0,16-5 0,-25 8 3,1 0 1,-1 0-1,1-1 0,-1 1 0,1 0 0,-1-1 1,0 1-1,1-1 0,-1 1 0,1-1 0,-1 1 1,0-1-1,1 1 0,-1-1 0,0 1 0,0-1 1,1 1-1,-1-1 0,0 1 0,0-1 0,0 1 1,0-1-1,1 0 0,-1 1 0,0-1 0,0 1 1,0-1-1,0 1 0,-1-1 0,1 0 0,0 1 1,0-1-1,0 1 0,-1-2 0,-11-16-1275,12 18 1067,-8-10-6621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24575,'25'-20'0,"46"-26"0,-63 41 0,0 1 0,0 0 0,0 1 0,1 0 0,-1 0 0,1 1 0,0 0 0,0 0 0,0 1 0,16 0 0,-22 1 0,-1 0 0,1 0 0,-1 1 0,1-1 0,-1 1 0,1-1 0,-1 1 0,1 0 0,-1 0 0,0 0 0,1 0 0,-1 0 0,0 1 0,0-1 0,0 1 0,0-1 0,0 1 0,0 0 0,-1 0 0,1 0 0,-1 0 0,1 0 0,-1 0 0,0 0 0,1 1 0,-1-1 0,0 0 0,-1 1 0,1-1 0,0 3 0,0 0 0,0 0 0,-1-1 0,0 1 0,0 0 0,0-1 0,-1 1 0,0-1 0,1 1 0,-2-1 0,1 1 0,0-1 0,-1 1 0,0-1 0,0 0 0,-5 7 0,-8 9 0,-1 0 0,-29 26 0,44-45 0,0-1 0,1 1 0,-1-1 0,0 1 0,1 0 0,-1-1 0,1 1 0,-1 0 0,1-1 0,-1 1 0,1 0 0,-1 0 0,1-1 0,0 1 0,-1 0 0,1 0 0,0 0 0,0 0 0,0-1 0,-1 1 0,1 0 0,0 0 0,0 1 0,1-1 0,-1 0 0,1-1 0,-1 1 0,1 0 0,-1-1 0,1 1 0,0-1 0,-1 1 0,1-1 0,0 1 0,-1-1 0,1 1 0,0-1 0,0 0 0,-1 1 0,1-1 0,0 0 0,1 1 0,6 0 0,-1 1 0,0-1 0,15-1 0,2 1-86,-11 0-170,-1-1 0,0 0 1,0-1-1,19-4 0,-22 2-6570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0 110 24575,'1'-5'0,"0"0"0,-1 0 0,2 0 0,-1 0 0,0 0 0,1 1 0,0-1 0,0 1 0,1-1 0,-1 1 0,1 0 0,0-1 0,0 2 0,0-1 0,0 0 0,1 1 0,0-1 0,-1 1 0,1 0 0,0 0 0,1 0 0,-1 1 0,0 0 0,1 0 0,0 0 0,-1 0 0,1 1 0,0-1 0,9 0 0,1 0 0,0 1 0,0 1 0,-1 0 0,18 2 0,-27-1 0,0 0 0,0 0 0,0 0 0,-1 0 0,1 1 0,0-1 0,-1 1 0,1 1 0,-1-1 0,0 1 0,0-1 0,0 1 0,0 0 0,0 1 0,-1-1 0,5 5 0,-7-6 0,0-1 0,-1 0 0,1 1 0,0-1 0,-1 0 0,1 1 0,-1-1 0,1 1 0,-1-1 0,0 1 0,0-1 0,1 1 0,-1-1 0,0 1 0,-1-1 0,1 1 0,0-1 0,0 1 0,0-1 0,-1 1 0,1-1 0,-1 0 0,1 1 0,-1-1 0,0 0 0,1 1 0,-3 1 0,-2 4 0,-1 0 0,0-1 0,0 0 0,-7 6 0,-9 10 0,20-21 0,1 1 0,0-1 0,-1 1 0,1 0 0,0 0 0,0 0 0,0-1 0,1 1 0,-1 0 0,0 0 0,1 0 0,-1 0 0,1 0 0,0 0 0,-1 0 0,1 0 0,0 1 0,0-1 0,0 0 0,1 0 0,-1 0 0,0 0 0,2 2 0,0 0 0,0 0 0,0-1 0,0 0 0,0 1 0,1-1 0,0 0 0,-1 0 0,1-1 0,0 1 0,0 0 0,5 2 0,11 6 0,0 0 0,33 13 0,-30-14 0,39 22 0,-58-30 0,-1-1 0,0 1 0,1 0 0,-1 0 0,0 0 0,0 0 0,0 0 0,-1 0 0,1 0 0,0 1 0,-1-1 0,2 4 0,-2-4 0,-1-1 0,0 0 0,0 1 0,1-1 0,-1 0 0,0 1 0,0-1 0,0 0 0,-1 1 0,1-1 0,0 0 0,0 0 0,-1 1 0,1-1 0,-1 0 0,1 1 0,-1-1 0,1 0 0,-1 0 0,0 0 0,0 0 0,1 0 0,-1 0 0,0 0 0,0 0 0,0 0 0,0 0 0,-2 1 0,-3 2 0,0 0 0,0 0 0,-1-1 0,1 0 0,-1 0 0,0 0 0,0-1 0,-13 3 0,-61 5 0,64-8 0,-56 2 0,37-3 0,-35 7 0,68-8-56,0 1-37,0 0-1,-1-1 1,1 1-1,-1-1 1,1 0-1,-1 0 1,1 0-1,-1 0 1,1 0-1,-1-1 1,1 0-1,0 0 0,-7-2 1,1-3-6733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2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0 135 24575,'92'-76'0,"-79"66"0,0 2 0,1 0 0,0 0 0,1 1 0,21-7 0,-33 13 0,1 0 0,-1 1 0,1-1 0,-1 1 0,1-1 0,-1 1 0,1 0 0,-1 0 0,1 1 0,-1-1 0,1 1 0,-1 0 0,1 0 0,-1 0 0,1 0 0,-1 0 0,0 1 0,5 2 0,-6-2 0,1 0 0,-1 0 0,0 0 0,0 0 0,0 1 0,0-1 0,0 0 0,0 1 0,0 0 0,-1-1 0,0 1 0,1 0 0,-1 0 0,0 0 0,0 0 0,0 0 0,-1 0 0,1 0 0,-1 0 0,0 0 0,0 5 0,0-3 0,-1 0 0,0 0 0,-1 0 0,1-1 0,-1 1 0,0 0 0,0-1 0,0 1 0,-1-1 0,1 0 0,-7 8 0,1-2 0,-1 0 0,0 0 0,-13 10 0,12-12 0,-26 23 0,34-29 0,0 0 0,0 0 0,1 0 0,-1 1 0,0-1 0,1 1 0,-1 0 0,1-1 0,0 1 0,0 0 0,0 0 0,-1 4 0,2-6 0,0 1 0,0-1 0,0 0 0,1 0 0,-1 1 0,0-1 0,1 0 0,-1 0 0,1 0 0,-1 0 0,1 0 0,-1 0 0,1 0 0,0 0 0,-1 0 0,1 0 0,0 0 0,0 0 0,0 0 0,0 0 0,0 0 0,0-1 0,0 1 0,0 0 0,0-1 0,0 1 0,0-1 0,2 1 0,5 2 0,-1-1 0,1 0 0,10 1 0,-8-1 0,4 1-195,1-1 0,-1 0 0,1-1 0,0 0 0,0-1 0,24-4 0,-26 1-6631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24575,'-4'13'0,"0"0"0,1 0 0,1 1 0,0-1 0,1 1 0,1 0 0,0-1 0,0 1 0,2-1 0,0 1 0,4 16 0,-6-29 0,1 1 0,-1 0 0,1-1 0,0 1 0,0-1 0,0 1 0,0-1 0,0 1 0,0-1 0,0 1 0,0-1 0,0 0 0,1 0 0,-1 0 0,0 1 0,1-1 0,-1-1 0,1 1 0,0 0 0,-1 0 0,1 0 0,3 0 0,2 0 0,0 0 0,-1 0 0,1-1 0,12 0 0,14 0 0,-24 2 0,1 0 0,-1 1 0,-1-1 0,1 2 0,0-1 0,-1 1 0,12 8 0,-16-10 0,0 0 0,-1 1 0,1-1 0,-1 1 0,0 0 0,0 0 0,0 0 0,0 1 0,0-1 0,-1 1 0,1-1 0,-1 1 0,0 0 0,0 0 0,-1 0 0,1 0 0,-1 0 0,1 5 0,-1-7 0,-1 0 0,0 0 0,0 0 0,0 0 0,-1-1 0,1 1 0,0 0 0,-1 0 0,1 0 0,-1 0 0,1 0 0,-1-1 0,0 1 0,0 0 0,0-1 0,0 1 0,-2 2 0,1-2 0,0 0 0,-1 0 0,1 0 0,0 0 0,-1-1 0,0 1 0,1-1 0,-1 1 0,0-1 0,-3 1 0,-1 0 0,1 0 0,-1-1 0,0 0 0,0 0 0,0-1 0,1 0 0,-1 0 0,0-1 0,-8-1 0,7 0-170,0 0-1,1 0 0,0-1 1,0 0-1,0 0 0,0-1 1,-8-5-1,5 2-6655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24575,'30'-17'0,"15"-9"0,2 0 0,-3 5 0,-8 6 0,-5 5 0,-5 4 0,-4 4 0,-4 2 0,-2 1 0,-4 0-8191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24575,'1'0'0,"23"-7"0,31-4 0,-48 10 0,-1 1 0,1-1 0,-1 1 0,1 0 0,-1 1 0,1-1 0,-1 1 0,1 1 0,-1-1 0,7 3 0,-11-3 0,0 0 0,0 1 0,-1-1 0,1 0 0,0 0 0,-1 1 0,1-1 0,-1 1 0,0-1 0,1 1 0,-1 0 0,0-1 0,0 1 0,0 0 0,0 0 0,0 0 0,0 0 0,-1 0 0,1 0 0,-1 0 0,1 0 0,-1 0 0,0 3 0,1 6 0,-1 0 0,-1 0 0,-2 16 0,-1 0 0,4-24 0,0 0 0,0 0 0,0 0 0,0 0 0,0 0 0,1 0 0,0 0 0,-1 0 0,1-1 0,0 1 0,0 0 0,1 0 0,-1-1 0,0 1 0,1-1 0,0 1 0,-1-1 0,1 1 0,0-1 0,3 3 0,-2-3 0,1 0 0,-1 0 0,0-1 0,1 1 0,-1-1 0,1 1 0,-1-1 0,1 0 0,0 0 0,0-1 0,-1 1 0,1-1 0,0 0 0,0 0 0,6 0 0,1-2 14,0 0 0,0-1-1,18-7 1,-1 1-1434,-15 5-5406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24575,'12'-7'0,"0"1"0,1 0 0,0 0 0,0 1 0,0 1 0,26-6 0,-34 10 0,0-1 0,-1 1 0,1 0 0,-1 0 0,1 0 0,0 1 0,-1 0 0,1 0 0,-1 0 0,1 0 0,-1 1 0,0-1 0,1 1 0,-1 0 0,0 1 0,0-1 0,-1 1 0,1-1 0,0 1 0,-1 0 0,0 1 0,1-1 0,-1 1 0,4 5 0,2 4 0,-1 1 0,0-1 0,0 1 0,-2 1 0,1-1 0,-2 1 0,0 0 0,-1 0 0,-1 1 0,0-1 0,-1 1 0,0 0 0,-2 0 0,1-1 0,-2 1 0,-4 24 0,-15 73 0,19-110-1365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47 24575,'-28'-5'0,"-13"-4"0,-6-1 0,3 1 0,4 3 0,7 2 0,3 2 0,4 1 0,5 3 0,0 2 0,4 2 0,3 0 0,3-1-8191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24575,'21'-5'0,"5"-2"0,0 1 0,33-3 0,-52 8 0,-1 1 0,1 0 0,0 0 0,-1 1 0,1-1 0,-1 1 0,1 1 0,-1-1 0,1 1 0,-1 0 0,0 1 0,0-1 0,0 1 0,8 5 0,-11-6 0,0 0 0,-1 1 0,1-1 0,-1 0 0,0 1 0,0 0 0,0-1 0,0 1 0,0 0 0,0 0 0,-1 0 0,1 0 0,-1 0 0,0 0 0,0 1 0,0-1 0,0 0 0,-1 1 0,1-1 0,-1 0 0,0 1 0,0-1 0,0 1 0,0-1 0,-2 7 0,-1-2 0,1 0 0,-1 0 0,-1 0 0,0 0 0,0 0 0,0-1 0,-1 1 0,-11 12 0,16-20 0,-3 3 0,1 0 0,0 0 0,0 0 0,0 0 0,0 0 0,-2 3 0,4-5 0,0 0 0,0-1 0,0 1 0,0 0 0,0-1 0,0 1 0,0-1 0,0 1 0,0 0 0,0-1 0,0 1 0,0 0 0,0-1 0,0 1 0,0 0 0,1-1 0,-1 1 0,0-1 0,1 1 0,-1-1 0,0 1 0,1 0 0,-1-1 0,0 1 0,1-1 0,-1 0 0,1 1 0,-1-1 0,1 1 0,-1-1 0,1 0 0,-1 1 0,1-1 0,0 0 0,-1 0 0,1 1 0,-1-1 0,1 0 0,0 0 0,-1 0 0,1 0 0,0 0 0,26 6-132,0-2 0,1-1 1,-1-1-1,39-3 0,-46 1-574,-7 0-6120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0 24575,'-28'0'0,"-14"0"0,-2 0 0,4 3 0,3 0 0,6 0 0,5 0 0,5-1 0,6 1 0,3 1 0,1 0 0,0-2 0,-1 0 0,-1-1 0,3-3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62 24575,'-30'-8'0,"-13"-4"0,-4-1 0,2 2 0,5 3 0,4 3 0,7 2 0,5 1 0,1 2 0,3 3 0,5 1-8191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0,0 0 0,0 0 0,0 0 0,0 0 0,0 0 0,0 0 0,0 0 0,0 0 0,0 0 0,0 0 0,0 0 0,0 0 0,0 0 0,0 0 0,1 0 0,-1 0 0,0 0 0,0-1 0,0 1 0,0 0 0,0 0 0,0 0 0,0 0 0,0 0 0,0 0 0,0 0 0,0 0 0,0 0 0,1 0 0,-1 0 0,0 0 0,0 1 0,0-1 0,0 0 0,0 0 0,0 0 0,0 0 0,0 0 0,0 0 0,0 0 0,0 0 0,0 0 0,0 0 0,0 0 0,0 0 0,0 0 0,1 0 0,-1 0 0,0 0 0,0 0 0,0 0 0,0 0 0,0 1 0,0-1 0,0 0 0,0 0 0,1 8 0,-3 16 0,1-14 0,0 0 0,2 0 0,-1 0 0,1 0 0,1 0 0,0 0 0,5 15 0,26 54 0,-15-39 0,-12-26 0,-6-13 0,0 1 0,1 0 0,-1 0 0,1-1 0,0 1 0,-1 0 0,1-1 0,0 1 0,0 0 0,0-1 0,0 0 0,0 1 0,1-1 0,-1 1 0,0-1 0,0 0 0,1 0 0,-1 0 0,1 0 0,-1 0 0,1 0 0,0 0 0,-1-1 0,1 1 0,0 0 0,-1-1 0,1 1 0,3-1 0,27 3 0,1-2 0,45-4 0,-65 2 0,19-1 0,0-1 0,36-9 0,-65 11-195,0 0 0,0 0 0,0 0 0,-1 0 0,1 0 0,3-3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24575,'0'27'0,"0"13"0,3 0 0,2-2 0,2-7 0,1-5 0,0-5 0,1-3 0,-2-2 0,-1-2 0,1-3 0,-2-1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24575,'-2'6'0,"0"1"0,1 0 0,0 0 0,1 0 0,-1 0 0,1-1 0,0 1 0,1 0 0,0 0 0,0 0 0,0 0 0,1-1 0,5 13 0,-1-4 0,1-1 0,0-1 0,1 1 0,1-1 0,11 13 0,-17-22 0,1 0 0,0 0 0,-1-1 0,2 1 0,-1-1 0,0 0 0,7 4 0,-9-6 0,1 0 0,-1 0 0,1 0 0,-1 0 0,1 0 0,-1 0 0,1-1 0,0 0 0,-1 1 0,1-1 0,0 0 0,-1 0 0,1 0 0,0-1 0,-1 1 0,5-2 0,-4 1 0,27-9 0,1 2 0,37-6 0,-54 11-1365,-1 0-5461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24575,'8'27'0,"2"13"0,2 3 0,-1-2 0,0-4 0,-2-5 0,1-3 0,-3-5 0,2-2 0,-3-4 0,0-2 0,0-1 0,-1-1 0,-1-2-8191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24575,'3'22'0,"2"11"0,2 4 0,1-2 0,0-4 0,1-2 0,-2-4 0,2-3 0,-2-3 0,1-3 0,1-3 0,0-2 0,0-3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25 24575,'2'0'0,"-1"-1"0,1 1 0,0-1 0,-1 1 0,1 0 0,-1 0 0,1 0 0,0 0 0,-1 0 0,1 0 0,-1 0 0,1 1 0,-1-1 0,1 0 0,0 1 0,-1-1 0,1 1 0,-1 0 0,3 1 0,-2 0 0,0 0 0,1 0 0,-1 0 0,0 0 0,0 0 0,0 1 0,-1-1 0,1 1 0,2 4 0,0 2 0,-1 0 0,0-1 0,-1 1 0,1 0 0,-2 0 0,2 10 0,-3-12 0,1-1 0,-1 0 0,0 1 0,-1-1 0,1 0 0,-4 11 0,4-15 0,-1 0 0,0 0 0,0 0 0,0 0 0,0 0 0,0 0 0,0-1 0,-1 1 0,1-1 0,-1 1 0,1-1 0,-1 1 0,1-1 0,-1 0 0,0 1 0,0-1 0,0 0 0,1 0 0,-1-1 0,0 1 0,0 0 0,0-1 0,-4 2 0,-4-1 0,0 0 0,0 0 0,0-1 0,0 0 0,-1-1 0,1 0 0,0 0 0,1-1 0,-19-6 0,15 3 0,1 0 0,-1 0 0,1-1 0,0-1 0,1 0 0,-20-17 0,28 22 0,1 0 0,-1 0 0,1-1 0,0 1 0,0-1 0,0 0 0,0 1 0,0-1 0,1 0 0,-1 0 0,1 0 0,0 0 0,0-1 0,0 1 0,0 0 0,0-5 0,1 5 0,0 1 0,0-1 0,1 1 0,-1-1 0,1 1 0,-1-1 0,1 1 0,0-1 0,0 1 0,0-1 0,0 1 0,1 0 0,-1 0 0,1-1 0,-1 1 0,1 0 0,0 0 0,-1 1 0,1-1 0,0 0 0,4-2 0,3-2 0,1 0 0,1 1 0,-1 0 0,1 0 0,-1 1 0,1 1 0,1 0 0,-1 0 0,12-1 0,-11 4-1365,-2 2-5461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30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3 24575,'14'-1'0,"1"0"0,0 1 0,0 1 0,0 0 0,-1 1 0,1 0 0,-1 2 0,1-1 0,26 12 0,-34-12 0,-1 1 0,1 0 0,-1 0 0,1 0 0,-1 1 0,-1 0 0,1 0 0,-1 0 0,7 9 0,-9-10 0,0 1 0,0 1 0,0-1 0,-1 0 0,1 1 0,-1-1 0,0 1 0,-1 0 0,0-1 0,0 1 0,0 0 0,0 0 0,-1 7 0,0-10 0,0-1 0,0 1 0,-1 0 0,1-1 0,-1 1 0,0-1 0,1 1 0,-1-1 0,0 1 0,0-1 0,-1 1 0,1-1 0,0 0 0,-1 0 0,1 1 0,-4 2 0,2-3 0,0 1 0,0-1 0,-1 0 0,1 0 0,-1 0 0,1 0 0,-1-1 0,1 1 0,-1-1 0,-5 1 0,0 0 0,0-1 0,0 0 0,-1 0 0,1-1 0,0-1 0,0 1 0,-1-2 0,-16-3 0,-65-26 0,77 25 0,1 0 0,0-1 0,0 0 0,-17-15 0,27 20 0,0 0 0,1 0 0,0-1 0,-1 1 0,1-1 0,0 0 0,0 0 0,1 1 0,-1-1 0,0 0 0,1-1 0,0 1 0,0 0 0,0 0 0,0 0 0,0-6 0,1 6 0,0 1 0,0-1 0,0 1 0,0-1 0,1 1 0,-1-1 0,1 0 0,0 1 0,0 0 0,0-1 0,0 1 0,0-1 0,0 1 0,1 0 0,-1 0 0,1 0 0,-1 0 0,1 0 0,0 0 0,0 0 0,3-2 0,8-5-1365,-1 2-5461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3 24575,'-38'-1'0,"23"0"0,0 0 0,0 2 0,0-1 0,0 2 0,-21 4 0,33-5 0,1 0 0,-1 0 0,1 0 0,-1 0 0,1 1 0,-1-1 0,1 1 0,0-1 0,0 1 0,0 0 0,0 0 0,0 0 0,0 0 0,0 0 0,0 1 0,1-1 0,-1 0 0,1 1 0,0-1 0,0 1 0,0 0 0,0-1 0,0 1 0,1 0 0,-1-1 0,1 1 0,-1 0 0,1 0 0,0-1 0,1 7 0,-1-3 0,1 1 0,1 0 0,-1 0 0,1-1 0,0 1 0,0-1 0,1 1 0,0-1 0,0 0 0,1 0 0,6 9 0,-2-6 0,0 0 0,0-1 0,1 0 0,0-1 0,19 12 0,-22-15 0,-1-1 0,1 0 0,0 0 0,0-1 0,0 0 0,1 0 0,-1-1 0,1 1 0,-1-1 0,0 0 0,1-1 0,7 0 0,-12 0 0,0 0 0,0-1 0,0 1 0,1-1 0,-1 1 0,0-1 0,0 0 0,0 0 0,0 0 0,0 0 0,0 0 0,0 0 0,-1 0 0,1-1 0,0 1 0,-1-1 0,1 1 0,1-3 0,-1 1 0,0 0 0,-1 0 0,1-1 0,-1 1 0,0 0 0,1-1 0,-1 1 0,-1-1 0,1 1 0,0-5 0,-1-6 0,0 0 0,-1 0 0,0 1 0,-6-24 0,3 21 0,-10-28 0,24 61 0,1-1 0,0 0 0,18 18 0,-25-29 0,8 9 0,1-1 0,16 15 0,-25-25 0,0 0 0,0 1 0,1-2 0,-1 1 0,1 0 0,0-1 0,-1 0 0,1 0 0,0 0 0,0-1 0,1 1 0,5 0 0,-10-2-80,0 0 0,1 0-1,-1 0 1,0-1 0,0 1-1,1 0 1,-1 0 0,0-1-1,0 1 1,0 0 0,0-1 0,1 1-1,-1-1 1,0 0 0,0 1-1,1-2 1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23 24575,'-5'-3'0,"-1"-1"0,0 1 0,0 1 0,-1-1 0,1 1 0,0 0 0,-9-1 0,13 3 0,0-1 0,0 1 0,-1 0 0,1 0 0,0 0 0,0 1 0,-1-1 0,1 0 0,0 1 0,0 0 0,0-1 0,0 1 0,0 0 0,0 0 0,0 0 0,0 0 0,0 0 0,0 1 0,0-1 0,0 1 0,1-1 0,-1 1 0,1-1 0,-3 4 0,1 0 0,0 0 0,0 1 0,0-1 0,1 0 0,0 1 0,0 0 0,0-1 0,1 1 0,0 0 0,0 0 0,0 8 0,1-10 0,0 0 0,0 0 0,0 0 0,1 0 0,0 0 0,0 0 0,0 0 0,0 0 0,1 0 0,0-1 0,-1 1 0,1 0 0,1-1 0,-1 0 0,0 1 0,1-1 0,4 4 0,6 4 0,0-1 0,1-1 0,26 14 0,-25-15 0,1 1 0,-2 0 0,16 13 0,-29-22 0,0 1 0,0 0 0,0 0 0,-1 0 0,1 0 0,0 0 0,0-1 0,0 2 0,-1-1 0,1 0 0,-1 0 0,1 0 0,-1 0 0,1 0 0,-1 0 0,1 1 0,-1-1 0,0 2 0,0-2 0,0-1 0,-1 1 0,1 0 0,0 0 0,-1-1 0,1 1 0,-1 0 0,1-1 0,-1 1 0,0 0 0,1-1 0,-1 1 0,0-1 0,1 1 0,-1-1 0,0 1 0,0-1 0,1 1 0,-1-1 0,0 0 0,0 0 0,0 1 0,1-1 0,-1 0 0,0 0 0,0 0 0,-1 0 0,-39 7 44,-1-3 0,-49-1 1,42-2-794,-51 8 0,84-7-6077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1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100 516 24575,'0'0'0,"-14"3"0,0 1 0,-17 6 0,29-9 0,-1 0 0,0 0 0,1 0 0,-1 1 0,1-1 0,0 1 0,-1-1 0,1 1 0,0 0 0,0 0 0,0 0 0,0 0 0,1 0 0,-1 1 0,0-1 0,1 0 0,0 1 0,-2 3 0,2-4 0,1 0 0,0 0 0,0 0 0,1 0 0,-1-1 0,0 1 0,1 0 0,-1 0 0,1 0 0,-1-1 0,1 1 0,0 0 0,0-1 0,0 1 0,0 0 0,0-1 0,0 1 0,0-1 0,0 0 0,1 1 0,-1-1 0,0 0 0,1 0 0,2 2 0,3 2 0,1 0 0,0-1 0,13 7 0,-13-8 0,0-1 0,0 0 0,0 0 0,0 0 0,0-1 0,0-1 0,10 1 0,-15-1 0,0 0 0,-1-1 0,1 1 0,0-1 0,-1 1 0,1-1 0,0 0 0,-1 0 0,1 0 0,-1 0 0,3-3 0,-3 4 0,-1-1 0,0-1 0,0 1 0,0 0 0,0 0 0,0 0 0,-1 0 0,1-1 0,0 1 0,-1 0 0,1-1 0,0 1 0,-1 0 0,0-1 0,1 1 0,-1-1 0,0 1 0,0-1 0,0 1 0,1-1 0,-2-2 0,1 1 0,-1 1 0,0-1 0,1 0 0,-1 1 0,0-1 0,0 1 0,-1 0 0,1-1 0,0 1 0,-1 0 0,-2-4 0,3 5 0,1 1 0,-1-1 0,0 0 0,1 0 0,-1 1 0,0-1 0,0 0 0,0 1 0,1-1 0,-1 1 0,0-1 0,0 1 0,0-1 0,0 1 0,0 0 0,0-1 0,0 1 0,0 0 0,0 0 0,0-1 0,0 1 0,0 0 0,0 0 0,0 0 0,0 1 0,0-1 0,0 0 0,0 0 0,0 0 0,0 1 0,0-1 0,-1 1 0,1 0 0,1-1 0,-1 1 0,1 0 0,-1-1 0,1 1 0,0 0 0,-1-1 0,1 1 0,0 0 0,-1 0 0,1-1 0,0 1 0,0 0 0,0 0 0,0 0 0,0-1 0,0 1 0,0 0 0,0 0 0,0 0 0,0-1 0,0 1 0,0 0 0,1 0 0,-1-1 0,0 1 0,0 0 0,1 0 0,-1-1 0,1 1 0,-1 0 0,1-1 0,0 2 0,17 21 0,-12-16 0,2-1 0,-1 0 0,1 0 0,0-1 0,0 0 0,1 0 0,0-1 0,-1 0 0,1-1 0,0 0 0,1 0 0,-1-1 0,1 0 0,10 0 0,-11-1 0,0 0 0,0-1 0,0 0 0,0-1 0,0 1 0,0-2 0,0 0 0,0 0 0,-1 0 0,1-1 0,-1 0 0,1-1 0,-1 0 0,0 0 0,9-7 0,-13 7 0,1 0 0,0 0 0,-1-1 0,0 1 0,0-1 0,-1 0 0,1-1 0,-1 1 0,0 0 0,0-1 0,3-11 0,-3 8 0,-1-1 0,0 1 0,-1-1 0,0 1 0,-1-1 0,-1-19 0,-2 2 0,-2 0 0,-2 0 0,0 1 0,-16-37 0,4 15 0,-3 1 0,-1 1 0,-3 1 0,-59-78 0,85 123 0,0-1 0,-1 0 0,1 1 0,0-1 0,-1 1 0,1-1 0,-1 1 0,1-1 0,-1 1 0,1-1 0,-1 1 0,1 0 0,-1-1 0,0 1 0,1 0 0,-1-1 0,1 1 0,-1 0 0,0 0 0,1 0 0,-1 0 0,0-1 0,0 1 0,0 1 0,1-1 0,0 0 0,-1 1 0,1-1 0,-1 1 0,1-1 0,0 0 0,-1 1 0,1-1 0,0 1 0,0-1 0,-1 1 0,1-1 0,0 1 0,0-1 0,0 1 0,-1-1 0,1 1 0,0 0 0,0 0 0,0 6 0,0 0 0,0 0 0,1 7 0,4 37 0,3-1 0,3 0 0,27 84 0,-29-110 0,1 1 0,2-2 0,0 0 0,1 0 0,1-1 0,1 0 0,1-2 0,1 0 0,22 20 0,-30-32 0,0 0 0,0 0 0,1-1 0,0-1 0,1 0 0,-1 0 0,1-1 0,0 0 0,1-1 0,22 6 0,-32-10 6,-1 0 0,1 1 0,0-1 0,-1 0 0,1 0 0,-1 0 0,1-1 0,-1 1 0,1 0 0,0-1 0,-1 1 0,1-1 0,-1 1 0,0-1 0,1 1 0,-1-1 0,1 0 0,-1 0 0,3-2 0,-3 1-112,0 1 0,1-1 0,-1 0 0,0 0 0,0 0 0,0 0-1,0 0 1,-1 0 0,1 0 0,-1 0 0,1 0 0,-1 0 0,1-4 0,0-6-6720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2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24575,'25'61'0,"100"230"0,-5-7 0,-114-268 0,-9-20 0,-15-25 0,14 23 0,-35-52 0,22 33 0,0-1 0,-17-36 0,34 61 0,-1 1 0,1-1 0,0 0 0,-1 0 0,1 0 0,0 0 0,-1 0 0,1 0 0,0 0 0,0 0 0,0 0 0,0 0 0,0 0 0,0 0 0,0 0 0,0 0 0,0 0 0,1 0 0,-1-1 0,1 1 0,-1 1 0,1-1 0,-1 1 0,1-1 0,0 1 0,-1 0 0,1-1 0,-1 1 0,1 0 0,0-1 0,-1 1 0,1 0 0,0 0 0,-1 0 0,1 0 0,0-1 0,-1 1 0,1 0 0,0 0 0,1 0 0,4 1 0,1 0 0,0 1 0,-1-1 0,10 4 0,-13-3 0,40 12 0,121 34 0,-143-43 0,-1-2 0,1 0 0,1-1 0,-1-1 0,0-1 0,22-3 0,-37 2 0,0-1 0,0 1 0,0-1 0,-1 0 0,1 0 0,0 0 0,-1-1 0,0 0 0,7-4 0,-10 5 0,-1 1 0,1 0 0,0-1 0,0 0 0,-1 1 0,1-1 0,-1 0 0,1 0 0,-1 0 0,0 0 0,0 0 0,0 0 0,0 0 0,0 0 0,0 0 0,0-1 0,-1 1 0,1 0 0,-1-1 0,0 1 0,0 0 0,0-1 0,0 1 0,0 0 0,0-1 0,-1-3 0,0 2 0,-1 1 0,1 0 0,-1 0 0,0 0 0,1-1 0,-1 2 0,-1-1 0,1 0 0,0 0 0,-1 1 0,1-1 0,-1 1 0,0 0 0,0-1 0,0 1 0,0 1 0,-5-3 0,6 3 0,0 0 0,0 0 0,0 0 0,0 0 0,0 1 0,0-1 0,-1 1 0,1 0 0,0-1 0,0 1 0,-1 0 0,1 1 0,0-1 0,0 0 0,0 0 0,-1 1 0,1 0 0,0-1 0,0 1 0,0 0 0,0 0 0,0 0 0,0 0 0,0 0 0,0 1 0,0-1 0,1 0 0,-3 3 0,1 0 0,0 0 0,0 0 0,1 0 0,-1 0 0,1 1 0,0-1 0,0 1 0,1-1 0,-1 1 0,1 0 0,0-1 0,0 1 0,1 0 0,-1 0 0,1 0 0,0 0 0,1-1 0,-1 1 0,1 0 0,0 0 0,0 0 0,0-1 0,1 1 0,0-1 0,-1 1 0,2-1 0,-1 0 0,0 1 0,1-1 0,0 0 0,5 5 0,-2-4 0,0-1 0,0 0 0,0 0 0,0-1 0,0 0 0,1 0 0,0 0 0,-1-1 0,1 0 0,0 0 0,0-1 0,0 0 0,0 0 0,0 0 0,1-1 0,-1 0 0,0-1 0,8-1 0,-12 2 0,0-1 0,1 0 0,-1 0 0,0 0 0,0 0 0,0 0 0,0-1 0,0 1 0,0-1 0,0 0 0,0 0 0,0 0 0,-1 0 0,1 0 0,-1-1 0,0 1 0,0-1 0,0 0 0,0 1 0,0-1 0,0 0 0,-1 0 0,1 0 0,-1 0 0,0 0 0,0-1 0,0 1 0,-1 0 0,1-1 0,-1 1 0,1 0 0,-1-1 0,0 1 0,0 0 0,-1-1 0,1 1 0,-1 0 0,0-1 0,-1-4 0,-18-40 79,-5-14-1523,23 52-5382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0 512 24575,'84'79'0,"-8"-5"0,-74-73 0,0 1 0,0-1 0,0 1 0,-1-1 0,1 1 0,1-1 0,-1 0 0,0 0 0,0 0 0,0 0 0,4 0 0,-5-1 0,0 0 0,0 0 0,0 0 0,0-1 0,0 1 0,0 0 0,0-1 0,0 1 0,-1 0 0,1-1 0,0 1 0,0-1 0,0 0 0,0 1 0,-1-1 0,1 0 0,0 1 0,0-1 0,-1 0 0,1 0 0,-1 1 0,1-1 0,-1 0 0,1 0 0,-1 0 0,1 0 0,-1 0 0,1-2 0,3-8 0,-1-1 0,0 0 0,-1 0 0,2-20 0,-2 18 0,0-1 0,7-25 0,-9 39 0,1-1 0,-1 1 0,1-1 0,-1 1 0,1-1 0,0 1 0,0 0 0,0-1 0,0 1 0,0 0 0,0 0 0,0 0 0,0 0 0,0-1 0,0 1 0,1 1 0,-1-1 0,0 0 0,1 0 0,1 0 0,-1 0 0,1 1 0,-1-1 0,0 1 0,0 0 0,0 0 0,0 0 0,1 1 0,-1-1 0,0 0 0,0 1 0,0-1 0,0 1 0,2 1 0,6 2 0,0 1 0,-1 1 0,0 0 0,15 12 0,19 20 0,16 14 0,-51-47 0,0 1 0,0-1 0,0-1 0,1 1 0,16 5 0,-22-9 0,-1-1 0,1 1 0,0-1 0,-1 0 0,1 1 0,-1-1 0,1-1 0,-1 1 0,1 0 0,-1-1 0,1 1 0,-1-1 0,1 0 0,-1 1 0,1-1 0,-1-1 0,0 1 0,1 0 0,-1 0 0,0-1 0,0 1 0,0-1 0,0 0 0,0 0 0,-1 0 0,1 0 0,0 0 0,-1 0 0,0 0 0,1 0 0,-1 0 0,0-1 0,0 1 0,0 0 0,0-1 0,-1 1 0,1-1 0,-1 1 0,1-1 0,-1 0 0,0 1 0,0-1 0,0 1 0,-1-5 0,0 2 0,0 0 0,-1 0 0,1 0 0,-1 1 0,0-1 0,0 1 0,-1-1 0,1 1 0,-1 0 0,0 0 0,0 0 0,0 0 0,-5-3 0,6 4 0,0 1 0,0 0 0,-1 0 0,1 1 0,-1-1 0,1 0 0,-1 1 0,0 0 0,1-1 0,-1 1 0,0 0 0,0 1 0,0-1 0,0 0 0,0 1 0,0-1 0,0 1 0,0 0 0,0 0 0,0 0 0,0 1 0,-5 0 0,6 0 0,1 0 0,-1 0 0,0 0 0,1 0 0,-1 0 0,1 1 0,0-1 0,-1 0 0,1 1 0,0-1 0,0 1 0,0-1 0,0 1 0,0 0 0,0-1 0,1 1 0,-1 0 0,0 0 0,1-1 0,-1 1 0,1 0 0,0 0 0,0 0 0,-1 0 0,1 0 0,1 2 0,-1 2 0,0 0 0,1 0 0,-1 0 0,2 0 0,-1 0 0,0 0 0,4 6 0,-2-5 0,0-1 0,1 1 0,0-1 0,0 0 0,1 0 0,7 7 0,-10-11 0,-1 0 0,1-1 0,0 1 0,0-1 0,-1 1 0,1-1 0,0 0 0,0 0 0,0 0 0,1 0 0,-1 0 0,0 0 0,0 0 0,0-1 0,1 1 0,-1-1 0,0 0 0,0 1 0,1-1 0,-1 0 0,0 0 0,1-1 0,-1 1 0,4-1 0,-4-1 0,0 1 0,1 0 0,-1-1 0,0 0 0,0 1 0,-1-1 0,1 0 0,0 0 0,-1 0 0,1 0 0,-1 0 0,1 0 0,-1-1 0,0 1 0,0 0 0,0-1 0,0 1 0,0-1 0,0-2 0,0-2 0,1 0 0,-1 0 0,-1 0 0,1-1 0,-2-10 0,1 17 0,0 0 0,0 0 0,0 0 0,0 0 0,0 0 0,-1 0 0,1 0 0,0 0 0,-1 0 0,1 0 0,-1 0 0,1 0 0,-1 1 0,1-1 0,-2-1 0,-1 4 0,5 8 0,1 0 0,0 0 0,1 0 0,0-1 0,0 1 0,11 14 0,-13-20 0,0 0 0,1-1 0,0 0 0,-1 1 0,1-1 0,0 0 0,1-1 0,-1 1 0,0 0 0,1-1 0,-1 0 0,1 0 0,0 0 0,0 0 0,0-1 0,7 3 0,-10-4 0,0 0 0,0 0 0,1 0 0,-1 0 0,0 0 0,1 0 0,-1 0 0,0-1 0,0 1 0,1 0 0,-1-1 0,0 1 0,0-1 0,0 1 0,0-1 0,0 0 0,1 1 0,-1-1 0,1-1 0,0 0 0,-1 0 0,1 0 0,-1 0 0,1 0 0,-1-1 0,0 1 0,0 0 0,0-1 0,1-2 0,0-5 0,0 0 0,-1 0 0,0 1 0,0-11 0,-1-277 0,-2 110 0,3 168 0,-2 0 0,-1 0 0,-7-35 0,34 166 0,98 335 0,-116-428 0,-3-6 0,1 1 0,0-1 0,1 0 0,1-1 0,12 20 0,-18-32 0,-1 1 0,0-1 0,1 0 0,-1 1 0,1-1 0,-1 0 0,1 1 0,0-1 0,-1 0 0,1 1 0,-1-1 0,1 0 0,-1 0 0,1 0 0,0 0 0,-1 1 0,1-1 0,0 0 0,-1 0 0,1 0 0,-1 0 0,1 0 0,0-1 0,-1 1 0,1 0 0,-1 0 0,1 0 0,0 0 0,-1-1 0,1 1 0,-1 0 0,1-1 0,-1 1 0,1 0 0,-1-1 0,1 1 0,-1-1 0,1 1 0,-1 0 0,1-1 0,-1 1 0,0-1 0,1 0 0,3-4 0,-1 0 0,1 0 0,3-8 0,-5 9 0,15-32 0,5-10 0,-20 42 0,1 0 0,0 0 0,0 0 0,0 1 0,0-1 0,0 1 0,0 0 0,6-4 0,-8 6 0,0 1 0,0-1 0,0 1 0,0 0 0,0-1 0,0 1 0,0 0 0,1 0 0,-1-1 0,0 1 0,0 0 0,0 0 0,0 0 0,0 1 0,0-1 0,0 0 0,0 0 0,0 1 0,1-1 0,-1 0 0,0 1 0,0-1 0,-1 1 0,1-1 0,0 1 0,0 0 0,0-1 0,0 1 0,0 0 0,-1 0 0,1-1 0,1 2 0,3 4 0,-1 0 0,0 0 0,6 10 0,-7-12 0,55 112-1365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24575,'8'22'0,"2"11"0,-1 1 0,-1-4-8191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0 302 24575,'4'3'0,"1"0"0,-1-1 0,1 1 0,0-1 0,0 0 0,-1-1 0,1 1 0,7 0 0,-10-1 0,0-1 0,-1 0 0,1 0 0,0 0 0,0 0 0,0 0 0,0-1 0,0 1 0,-1 0 0,1-1 0,0 0 0,0 1 0,-1-1 0,1 0 0,0 0 0,-1 0 0,1 0 0,-1 0 0,1 0 0,-1 0 0,0 0 0,1-1 0,-1 1 0,0-1 0,2-2 0,1-3 0,0 0 0,-1-1 0,0 1 0,0-1 0,-1 0 0,0 0 0,-1 1 0,1-1 0,-1 0 0,-1-9 0,0-11 0,-7-44 0,0 8 0,7 59-112,-2-21 358,2 25-286,0 1 1,0-1 0,0 1-1,-1-1 1,1 1-1,0-1 1,0 1-1,0-1 1,0 1-1,0-1 1,-1 1 0,1-1-1,0 1 1,0-1-1,-1 1 1,1-1-1,0 1 1,-1-1-1,1 1 1,-1 0 0,1-1-1,0 1 1,-1 0-1,1-1 1,-1 1-1,1 0 1,-1 0-1,1-1 1,-1 1 0,1 0-1,-1 0 1,1 0-1,-1 0 1,1 0-1,-1 0 1,1 0-1,-2 0 1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107 253 24575,'6'-6'0,"62"-60"0,-62 59 0,0 0 0,0-1 0,-1 0 0,0 0 0,0 0 0,0-1 0,4-13 0,-9 20 0,1 0 0,-1 0 0,1-1 0,-1 1 0,0 0 0,1 0 0,-1-1 0,0 1 0,-1 0 0,1 0 0,0-1 0,-1 1 0,1 0 0,-1 0 0,0 0 0,0-1 0,-1-2 0,0 2 0,-1-1 0,1 1 0,-1 1 0,1-1 0,-1 0 0,0 1 0,0-1 0,0 1 0,-6-4 0,-1 1 0,0 1 0,0 0 0,-1 0 0,1 1 0,-1 0 0,-16-1 0,24 3 0,-1 0 0,0 1 0,1 0 0,-1 0 0,0 0 0,1 0 0,-1 1 0,0-1 0,1 1 0,-1 0 0,0 0 0,1 0 0,-1 1 0,1-1 0,0 1 0,0 0 0,-1 0 0,1 0 0,0 0 0,0 1 0,1-1 0,-1 1 0,1-1 0,-1 1 0,1 0 0,0 0 0,0 0 0,0 1 0,0-1 0,0 0 0,1 1 0,0-1 0,0 1 0,0-1 0,0 1 0,0 0 0,1-1 0,-1 1 0,1 0 0,0-1 0,0 5 0,1-1 0,0 0 0,1 0 0,-1-1 0,1 1 0,1-1 0,-1 1 0,1-1 0,0 0 0,0 0 0,1 0 0,0 0 0,0-1 0,0 1 0,1-1 0,0 0 0,6 5 0,7 5 0,1-1 0,1 0 0,27 14 0,-14-11 0,1-2 0,1-1 0,0-1 0,1-2 0,0-2 0,63 8 0,-79-15-1365,-3-1-5461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24575,'86'47'0,"-74"-39"0,-1-1 0,0 2 0,-1-1 0,0 2 0,10 10 0,-18-18 0,-1 0 0,1 0 0,-1 0 0,1 0 0,-1 0 0,0 1 0,0-1 0,0 0 0,0 1 0,0-1 0,-1 0 0,1 1 0,-1-1 0,1 1 0,-1-1 0,0 1 0,0-1 0,0 1 0,0 0 0,-1 2 0,0-2 0,0 0 0,0 0 0,-1 0 0,1 0 0,-1-1 0,0 1 0,0-1 0,0 1 0,0-1 0,0 0 0,0 0 0,-1 0 0,1 0 0,-1 0 0,1 0 0,-4 1 0,0 0 0,0 0 0,0 0 0,0-1 0,-1 0 0,1 0 0,-1-1 0,1 0 0,-1 0 0,0 0 0,1-1 0,-1 0 0,0 0 0,1-1 0,-1 0 0,0 0 0,1 0 0,-1-1 0,1 0 0,-13-6 0,15 6 0,-1 0 0,0-1 0,1 0 0,0 0 0,-1 0 0,1 0 0,0-1 0,1 0 0,-1 0 0,1 0 0,-1 0 0,1 0 0,1-1 0,-1 1 0,0-1 0,1 0 0,0 0 0,0 0 0,1 0 0,-1 0 0,1 0 0,0 0 0,1-1 0,-1 1 0,1-9 0,0 12 4,0 0-1,1 0 1,-1 0-1,0-1 1,1 1-1,0 0 1,-1 0-1,1 1 1,0-1-1,0 0 1,0 0 0,0 0-1,1 1 1,-1-1-1,0 0 1,1 1-1,-1-1 1,1 1-1,-1 0 1,1-1-1,0 1 1,-1 0-1,1 0 1,0 0-1,0 0 1,0 0-1,0 1 1,0-1-1,0 1 1,0-1-1,0 1 1,0 0-1,4-1 1,4 1-252,0 0 1,1 0-1,-1 1 1,0 0-1,15 4 1,-9-1-6579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243 205 24575,'-25'-34'0,"-1"2"0,-2 0 0,-49-43 0,70 70 0,1 0 0,-1 0 0,-11-6 0,16 10 0,0 0 0,0 1 0,0-1 0,1 0 0,-1 1 0,0 0 0,0-1 0,0 1 0,-3 0 0,4 0 0,0 0 0,0 0 0,1 0 0,-1 1 0,0-1 0,0 0 0,0 1 0,1-1 0,-1 0 0,0 1 0,0-1 0,1 1 0,-1-1 0,0 1 0,1 0 0,-1-1 0,1 1 0,-1-1 0,0 1 0,1 0 0,0 0 0,-1 0 0,-2 5 0,1 0 0,1 0 0,-1 1 0,1-1 0,0 0 0,1 1 0,-1-1 0,1 1 0,1 9 0,0 0 0,1 51-35,3-1 1,4 0-1,2 0 0,28 91 0,2-34-223,72 154 0,-100-249 176,-4-6-307,1-1-1,14 22 1,-13-28-5862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386 106 24575,'-27'-13'0,"-15"-6"0,-5 0 0,1 0 0,3 4 0,3 4 0,7 5 0,3 2 0,5 5 0,4 2 0,3 1 0,4 0-8191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24575,'25'94'0,"5"13"0,-25-94 0,0 0 0,1-1 0,0 0 0,1-1 0,0 1 0,12 12 0,-14-17 0,1-1 0,0 0 0,1 0 0,0-1 0,-1 0 0,2 0 0,-1 0 0,0-1 0,1 0 0,0-1 0,0 0 0,15 4 0,-13-5 0,-1-1 0,1 0 0,0 0 0,0-1 0,-1 0 0,1-1 0,0 0 0,0-1 0,-1 0 0,19-6 0,-5 1-95,-11 4-116,-1-1-1,-1 0 0,1-1 0,-1 0 1,14-8-1,-15 6-6614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24575,'-5'12'0,"-2"8"0,3 4 0,2 1 0,4 2 0,4-2 0,2 0 0,1-2 0,1-2 0,0-2 0,1 0 0,0 1 0,1-2 0,1-4 0,-1-1 0,-1-3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200 115 24575,'-14'-13'0,"-3"-3"0,0 1 0,-1 0 0,0 2 0,-36-21 0,51 33 0,1 0 0,-1-1 0,1 2 0,-1-1 0,1 0 0,-1 0 0,0 1 0,1-1 0,-1 1 0,0 0 0,0 0 0,-3 0 0,5 1 0,0-1 0,0 0 0,0 1 0,0-1 0,-1 1 0,1-1 0,0 1 0,0 0 0,0 0 0,0-1 0,0 1 0,0 0 0,1 0 0,-1 0 0,0 0 0,0 0 0,1 0 0,-1 0 0,0 0 0,1 0 0,-1 0 0,1 1 0,0-1 0,-1 0 0,1 0 0,0 0 0,-1 3 0,0 4 0,1 0 0,0 0 0,0 1 0,0-1 0,1 0 0,1 0 0,-1 0 0,1 0 0,0 0 0,1 0 0,0 0 0,6 11 0,-1-4 0,1-1 0,0 0 0,1 0 0,0-1 0,16 15 0,-20-23 0,1 1 0,-1-1 0,1 0 0,1 0 0,-1-1 0,1 0 0,-1-1 0,13 5 0,-15-6 0,0-1 0,0 0 0,0 0 0,0 0 0,0 0 0,0-1 0,0 0 0,0 0 0,0 0 0,0 0 0,0-1 0,0 0 0,-1 0 0,1 0 0,7-4 0,-9 4 0,-1 0 0,0-1 0,0 1 0,0-1 0,0 1 0,0-1 0,0 0 0,-1 0 0,1 0 0,0 0 0,-1 0 0,0 0 0,1 0 0,-1 0 0,1-4 0,0 2 0,-1-1 0,0 1 0,-1 0 0,1-1 0,-1 1 0,1 0 0,-1-1 0,-1-6 0,-1 2 0,1 0 0,-2 0 0,1 1 0,-1-1 0,0 1 0,-1-1 0,0 1 0,-6-9 0,4 8 17,0 0 0,-1 1 1,-1 0-1,1 0 0,-1 0 0,-15-10 0,18 14-116,0 1 0,0 0 0,0 1 0,0-1 0,-1 1 0,1 0 0,-1 0 0,1 1 0,-1-1 0,0 1 0,0 1 0,1-1 0,-1 1 0,-7 0 0,-4 3-6727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24575,'-1'0'0,"-18"19"0,-30 39 0,45-53 0,0 1 0,0 0 0,1 0 0,-1 1 0,1-1 0,1 1 0,-1-1 0,1 1 0,0 0 0,1 0 0,0 0 0,-1 9 0,3-11 0,-1 0 0,1 0 0,0 0 0,1-1 0,-1 1 0,1 0 0,0 0 0,0-1 0,1 1 0,-1-1 0,1 0 0,0 1 0,0-1 0,0-1 0,8 7 0,-1 0 0,1 0 0,1-2 0,0 1 0,16 8 0,-17-11 0,0-1 0,1 0 0,-1-1 0,1 0 0,0-1 0,0-1 0,14 2 0,-19-3 0,-1 0 0,0-1 0,1 0 0,-1-1 0,0 1 0,1-1 0,-1 0 0,0-1 0,0 1 0,0-1 0,0-1 0,0 1 0,0-1 0,0 0 0,7-6 0,-10 7 0,-1 0 0,0 0 0,0 0 0,0 0 0,0 0 0,0-1 0,0 1 0,0-1 0,-1 0 0,1 1 0,-1-1 0,0 0 0,0 0 0,0 0 0,0 0 0,0-4 0,-1 3 0,1 0 0,-2-1 0,1 1 0,0-1 0,-1 1 0,0 0 0,0-1 0,0 1 0,0 0 0,-3-5 0,-2-3 0,0 1 0,-1 0 0,0 1 0,-1 0 0,0 0 0,-17-16 0,-12-4-1365,22 20-5461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32 24575,'-6'3'0,"1"1"0,0 0 0,0 1 0,0-1 0,1 1 0,-1 0 0,1 0 0,0 0 0,1 1 0,-1-1 0,-3 9 0,6-11 0,0 0 0,0 1 0,0-1 0,0 0 0,1 0 0,-1 1 0,1-1 0,0 0 0,0 1 0,0-1 0,0 0 0,1 1 0,0-1 0,-1 0 0,1 0 0,0 1 0,0-1 0,1 0 0,-1 0 0,1 0 0,-1 0 0,1 0 0,0-1 0,2 4 0,4 2 0,0 0 0,0 0 0,1 0 0,0-1 0,0-1 0,0 1 0,1-2 0,0 1 0,0-1 0,1-1 0,-1 0 0,1 0 0,0-1 0,0 0 0,0-1 0,1 0 0,-1-1 0,0-1 0,21 0 0,-28 0 0,-1-1 0,0 1 0,0-1 0,1 1 0,-1-1 0,0 0 0,0 0 0,0 0 0,0-1 0,0 1 0,0-1 0,0 0 0,0 0 0,-1 0 0,1 0 0,-1 0 0,1 0 0,-1-1 0,0 1 0,0-1 0,0 1 0,0-1 0,-1 0 0,1 0 0,-1 0 0,1 0 0,-1 0 0,0 0 0,0 0 0,0-1 0,-1 1 0,1 0 0,-1 0 0,0-5 0,0 0 0,0 1 0,-1 0 0,1-1 0,-2 1 0,1 0 0,-1-1 0,0 1 0,-1 0 0,1 0 0,-1 0 0,-1 1 0,1-1 0,-1 1 0,-7-8 0,5 6-105,0 1 0,0 1 0,-1-1 0,0 1 0,0 1 0,-1-1 0,0 1 0,0 0 0,0 1 0,0 0 0,-1 0 0,-17-5 0,8 6-6721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164 106 24575,'-15'-3'0,"0"1"0,-30 0 0,39 2 0,0 1 0,1-1 0,-1 1 0,1 0 0,-1 1 0,1-1 0,0 1 0,-1 0 0,1 0 0,0 1 0,-6 3 0,10-5 0,-1 0 0,1 0 0,0 0 0,-1 0 0,1 1 0,0-1 0,0 0 0,0 1 0,0-1 0,0 0 0,1 1 0,-1-1 0,0 1 0,0 0 0,1-1 0,-1 1 0,1-1 0,0 1 0,-1 1 0,1 0 0,0 0 0,1 0 0,-1-1 0,1 1 0,-1-1 0,1 1 0,0 0 0,0-1 0,0 1 0,0-1 0,1 3 0,3 2 0,0 0 0,1 0 0,-1 0 0,1-1 0,0 0 0,10 8 0,-10-10 0,0 0 0,0 0 0,1-1 0,-1 0 0,1 0 0,0 0 0,0-1 0,0 0 0,0 0 0,0-1 0,0 0 0,0 0 0,0-1 0,13 0 0,-16 0 0,-1-1 0,1 1 0,0-1 0,-1 0 0,1 0 0,-1 0 0,1 0 0,-1-1 0,1 0 0,-1 1 0,0-1 0,0 0 0,0-1 0,0 1 0,0 0 0,0-1 0,-1 0 0,1 1 0,-1-1 0,0 0 0,0 0 0,0-1 0,0 1 0,0 0 0,-1-1 0,0 1 0,1-1 0,-1 1 0,0-1 0,0-3 0,0 0 6,-1 1 0,0 0-1,0 0 1,0 0 0,-1-1-1,0 1 1,0 0 0,-1 0 0,1 0-1,-1 0 1,-1 0 0,1 1-1,-1-1 1,0 1 0,0-1-1,-1 1 1,1 0 0,-1 0 0,0 1-1,-8-8 1,4 5-141,-1-1 0,0 2 0,0-1 0,0 1 0,-1 1 0,0 0 0,0 0 0,0 1 0,0 0 0,-20-4 0,9 4-6691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24575,'-11'5'0,"1"0"0,-1 1 0,1 0 0,0 1 0,0 0 0,1 0 0,0 1 0,1 0 0,-9 10 0,12-11 0,0 0 0,0 0 0,1 1 0,-1 0 0,1 0 0,1 0 0,0 0 0,0 0 0,1 1 0,0-1 0,0 1 0,-1 15 0,3-14 0,-1-1 0,2 0 0,-1 1 0,1-1 0,3 13 0,-3-18 0,0-1 0,0 0 0,1 0 0,-1-1 0,1 1 0,-1 0 0,1 0 0,0-1 0,0 1 0,0-1 0,0 1 0,1-1 0,-1 0 0,1 0 0,-1 0 0,1 0 0,0-1 0,0 1 0,3 1 0,2 0 0,1 0 0,-1-1 0,1 0 0,0 0 0,-1-1 0,14 0 0,53-3 0,-68 1 0,3 0 0,1 0 0,-1-1 0,0-1 0,0 1 0,-1-2 0,1 1 0,-1-1 0,1-1 0,-1 0 0,0 0 0,13-11 0,-18 13 0,-1 1 0,0-1 0,0 0 0,0-1 0,0 1 0,0-1 0,0 1 0,-1-1 0,0 0 0,0 0 0,0 0 0,0 0 0,0 0 0,-1 0 0,0 0 0,0-1 0,0 1 0,0-1 0,-1 1 0,0 0 0,0-1 0,0 1 0,0-1 0,-1 1 0,1 0 0,-1-1 0,0 1 0,-1 0 0,-1-5 0,0 2-80,-1 1 0,0 0-1,-1 0 1,1 0 0,-1 0-1,0 1 1,-1 0 0,1 0-1,-1 0 1,0 1 0,0 0 0,0 0-1,-1 0 1,1 1 0,-1 0-1,-10-3 1,-6-1-6746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24575,'0'-2'0,"7"-24"0,-7 24 0,1 0 0,-1 1 0,1 0 0,0-1 0,-1 1 0,1-1 0,0 1 0,0 0 0,0-1 0,0 1 0,0 0 0,0 0 0,3-2 0,-4 3 0,0 0 0,1 0 0,-1 0 0,1-1 0,-1 1 0,1 0 0,-1 0 0,1 0 0,-1 0 0,0 0 0,1 0 0,-1 0 0,1 0 0,-1 1 0,1-1 0,-1 0 0,0 0 0,1 0 0,-1 0 0,1 1 0,-1-1 0,0 0 0,1 0 0,-1 1 0,0-1 0,1 0 0,-1 0 0,0 1 0,1-1 0,-1 0 0,0 1 0,0-1 0,1 1 0,-1-1 0,0 0 0,0 1 0,0-1 0,1 1 0,6 19 0,-7-18 0,6 22 0,-1 0 0,-2 0 0,2 30 0,-6 76 0,0-53 0,1-56 0,-4 109 0,2-108 0,-1 1 0,-1-1 0,-12 38 0,16-59 0,-1 1 0,0 0 0,0 1 0,0-1 0,1 1 0,-1-1 0,1 1 0,-1 3 0,1-6 0,0 0 0,1 1 0,-1-1 0,0 0 0,0 0 0,0 1 0,0-1 0,0 0 0,0 0 0,0 1 0,1-1 0,-1 0 0,0 0 0,0 1 0,0-1 0,1 0 0,-1 0 0,0 0 0,0 0 0,0 1 0,1-1 0,-1 0 0,0 0 0,1 0 0,-1 0 0,0 0 0,14-1 0,17-9 0,-19 6 0,1 0 0,-1 0 0,1 2 0,20-3 0,0 3 0,1 2 0,-1 1 0,0 2 0,42 9 0,-72-11 49,-6-1-1463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1 0,-1-1 0,1 0 0,0 0 0,-1 0 0,1 0 0,0 0 0,0 0 0,-1 1 0,1-1 0,0 0 0,-1 0 0,1 0 0,0 1 0,0-1 0,0 0 0,-1 0 0,1 1 0,0-1 0,0 0 0,0 1 0,0-1 0,-1 0 0,1 1 0,0-1 0,0 0 0,0 1 0,0-1 0,0 0 0,0 1 0,0-1 0,0 0 0,0 1 0,0-1 0,0 0 0,0 0 0,0 1 0,0-1 0,0 0 0,0 1 0,1-1 0,-1 0 0,0 1 0,0-1 0,1 1 0,6 16 0,2-5 0,0 0 0,1-1 0,1 0 0,-1-1 0,2 0 0,13 10 0,-14-12 0,15 13 0,1-1 0,1-2 0,1-1 0,56 24 0,-64-35 0,-13-8 0,-8 2 0,0-1 0,0 1 0,1 0 0,-1-1 0,0 1 0,0-1 0,0 1 0,0 0 0,0-1 0,-1 1 0,1 0 0,0-1 0,0 1 0,0-1 0,0 1 0,0 0 0,0-1 0,-1 1 0,1 0 0,0-1 0,0 1 0,0 0 0,-1-1 0,1 1 0,-18-19-1365,9 9-5461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0 24575,'-25'18'0,"-11"8"0,1 2 0,4-1 0,7-3 0,7-2 0,7-4 0,6-1 0,2-1 0,0-2 0,0 1 0,-2-1 0,-3-2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35 24575,'-28'0'0,"-13"0"0,-4 0 0,5-3 0,6 0 0,6 0 0,6 0 0,3 1 0,4 1 0,0 0 0,4-1 0,1-2 0,0 1 0,1-2 0,0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62 24575,'-30'-8'0,"-15"-4"0,-3-1 0,5 2 0,5 3 0,6 3 0,5 2 0,6 1 0,4 2 0,1 0 0,5 1-8191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269 138 24575,'-13'-7'0,"-12"-7"0,0 1 0,-1 1 0,0 1 0,-32-9 0,55 19 0,0 1 0,0-1 0,0 1 0,1-1 0,-1 1 0,0 0 0,0 0 0,0 0 0,0 1 0,0-1 0,-3 2 0,5-2 0,0 1 0,0-1 0,0 1 0,0 0 0,0 0 0,0 0 0,0-1 0,0 1 0,0 0 0,0 0 0,1 0 0,-1 0 0,0 0 0,1 1 0,-1-1 0,1 0 0,-1 0 0,1 0 0,-1 0 0,1 1 0,0-1 0,-1 0 0,1 0 0,0 1 0,0-1 0,0 2 0,0 3 0,0 0 0,1 0 0,-1 1 0,1-1 0,1 0 0,-1-1 0,1 1 0,0 0 0,0 0 0,0-1 0,1 1 0,0-1 0,0 0 0,1 0 0,-1 0 0,1 0 0,0 0 0,0-1 0,1 0 0,5 5 0,-1-3 0,0 0 0,0-1 0,0 1 0,1-2 0,-1 0 0,1 0 0,0 0 0,0-2 0,1 1 0,-1-1 0,11 1 0,-15-3 0,0 1 0,0-1 0,0 0 0,0 0 0,0-1 0,0 0 0,0 0 0,10-3 0,-14 3 0,0 0 0,-1 0 0,1 0 0,0 0 0,0 0 0,-1-1 0,1 1 0,-1 0 0,1-1 0,-1 1 0,0-1 0,0 0 0,1 0 0,-1 1 0,0-1 0,0 0 0,-1 0 0,1 0 0,0 0 0,-1 0 0,1 0 0,-1 0 0,0 0 0,1 0 0,-1 0 0,0 0 0,0 0 0,-1-4 0,0 1 0,0-1 0,0 0 0,-1 0 0,1 0 0,-1 1 0,-1-1 0,1 1 0,-1 0 0,0-1 0,0 1 0,-7-7 0,-2-2 0,0 0 0,-21-17 0,22 22 0,0 1 0,0 0 0,0 0 0,-1 1 0,-16-7 0,23 12 0,-1 0 0,1 0 0,-1 0 0,0 1 0,0-1 0,0 2 0,0-1 0,0 1 0,0-1 0,0 2 0,0-1 0,0 1 0,0-1 0,-8 4 0,10-3-124,1 1 0,-1 0 0,1 0 0,0 0 0,0 0 0,0 1-1,0-1 1,0 1 0,0-1 0,-2 5 0,-5 4-6702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74 24575,'-11'3'0,"-65"20"0,65-19 0,0 1 0,0 0 0,1 0 0,-15 11 0,23-15 0,0 0 0,0 0 0,1 1 0,-1-1 0,0 1 0,1-1 0,-1 1 0,1 0 0,0-1 0,-1 1 0,1 0 0,0 0 0,0 0 0,0 0 0,1 0 0,-1 0 0,0 0 0,1 0 0,-1 1 0,1-1 0,0 0 0,-1 3 0,2-1 0,0-1 0,0 1 0,0 0 0,0-1 0,1 1 0,-1-1 0,1 0 0,0 1 0,0-1 0,0 0 0,1 0 0,2 3 0,3 2 0,1 1 0,0-2 0,0 1 0,1-1 0,0-1 0,0 0 0,1 0 0,-1-1 0,1 0 0,0-1 0,1 0 0,-1-1 0,1 0 0,-1-1 0,1 0 0,0-1 0,0 0 0,23-2 0,-32 1 0,0 0 0,-1 0 0,1-1 0,0 1 0,0-1 0,-1 0 0,1 1 0,0-1 0,-1 0 0,1-1 0,-1 1 0,0 0 0,1-1 0,-1 1 0,0-1 0,0 0 0,0 0 0,0 1 0,0-2 0,0 1 0,0 0 0,-1 0 0,1 0 0,-1-1 0,0 1 0,1-1 0,-1 1 0,0-1 0,0 1 0,-1-1 0,1 0 0,-1 0 0,1 1 0,-1-1 0,0 0 0,0-3 0,-1-4 0,1 0 0,-2 0 0,0 0 0,0 0 0,0 1 0,-1-1 0,-1 1 0,-8-16 0,4 10 30,0 1 0,-1 0 0,-21-24 0,24 32-195,0-1 0,-1 1 0,0 0 0,0 1 0,-1 0 0,0 0 0,0 0 0,-13-5 0,7 5-6661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93 24575,'-4'-1'0,"-17"-3"0,-38-2 0,54 6 0,0 0 0,-1 0 0,1 1 0,0-1 0,0 1 0,0 0 0,0 0 0,0 1 0,0 0 0,1 0 0,-1 0 0,0 0 0,-4 4 0,7-5 0,0 1 0,0 0 0,1-1 0,-1 1 0,0 0 0,1 0 0,-1 0 0,1 0 0,-1 0 0,1 1 0,0-1 0,0 0 0,0 0 0,0 1 0,1-1 0,-2 5 0,2-3 0,0 0 0,0 0 0,0 0 0,1 0 0,-1 0 0,1 0 0,0 0 0,0 0 0,3 6 0,1 0 0,0 0 0,0-1 0,2 1 0,-1-1 0,1 0 0,13 13 0,-11-13 0,0-1 0,1 1 0,0-1 0,0-1 0,1 0 0,0 0 0,1-1 0,-1-1 0,1 0 0,0 0 0,0-1 0,25 4 0,-34-7 0,0-1 0,0 0 0,0 0 0,0 0 0,0 0 0,0 0 0,0-1 0,0 1 0,0-1 0,0 0 0,0 0 0,0 0 0,0 0 0,-1 0 0,1-1 0,0 0 0,-1 1 0,1-1 0,-1 0 0,0 0 0,1 0 0,-1 0 0,2-3 0,-1 1 0,-1 0 0,0 0 0,0 0 0,0 0 0,-1 0 0,1-1 0,-1 1 0,0 0 0,0-1 0,0 1 0,-1-1 0,0 1 0,0-1 0,0 1 0,-1-6 0,-1-2 0,0 0 0,-1 0 0,-1 0 0,0 0 0,-1 1 0,0 0 0,0 0 0,-1 0 0,-8-9 0,3 4 0,-1 1 0,-1 1 0,0 0 0,-1 0 0,-17-11 0,25 21-105,0 0 0,0 0 0,0 1 0,-1 0 0,0 0 0,0 1 0,1 0 0,-1 0 0,0 1 0,-1-1 0,1 2 0,-13-1 0,3 1-6721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24575,'1'-1'0,"-1"0"0,1 1 0,-1-1 0,1 1 0,0-1 0,-1 1 0,1-1 0,0 1 0,-1-1 0,1 1 0,0 0 0,0-1 0,-1 1 0,1 0 0,0 0 0,0 0 0,-1-1 0,1 1 0,0 0 0,0 0 0,0 0 0,-1 0 0,3 1 0,-2-1 0,0 1 0,0-1 0,0 1 0,0 0 0,0 0 0,0-1 0,0 1 0,0 0 0,0 0 0,0 0 0,0 0 0,0 0 0,1 2 0,2 4 0,0 1 0,-1 0 0,5 14 0,-5-15 0,12 40 0,-2 1 0,-2 0 0,-2 1 0,4 72 0,-13-97 0,0 0 0,-6 40 0,-15 46 0,18-98 0,3-11 0,0 0 0,0 1 0,-1-1 0,1 0 0,0 0 0,0 0 0,0 0 0,0 0 0,0 0 0,0 0 0,1 0 0,-1 0 0,0 1 0,0-1 0,1 0 0,-1 0 0,1 0 0,-1 0 0,1 0 0,-1 0 0,1-1 0,1 3 0,-1-2 0,0 0 0,1-1 0,-1 1 0,1 0 0,-1 0 0,1-1 0,-1 1 0,1-1 0,-1 1 0,1-1 0,-1 0 0,1 0 0,3 0 0,5 0 0,1-1 0,-1-1 0,20-5 0,-22 5 0,206-35 0,-214 37-12,20-4 146,-19 4-161,-1 0 0,0 0 1,1 0-1,-1 0 1,0 0-1,0 0 1,1 0-1,-1 0 1,0 0-1,1 0 1,-1-1-1,0 1 0,0 0 1,1 0-1,-1 0 1,0 0-1,0-1 1,1 1-1,-1 0 1,0 0-1,0-1 1,0 1-1,1 0 0,-1 0 1,0-1-1,0 1 1,0 0-1,0-1 1,0 1-1,1 0 1,-1 0-1,0-1 1,0 1-1,0 0 0,0-1 1,0 1-1,0 0 1,0-1-1,0 1 1,0 0-1,0-1 1,-1 1-1,1 0 1,0-1-1,0 1 0,0 0 1,0 0-1,0-1 1,0 1-1,-1 0 1,1 0-1,0-1 1,0 1-1,0 0 1,-1-1-1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24575,'2'25'0,"1"-1"0,1 0 0,1 0 0,12 33 0,-15-52 0,66 181 0,-56-155 0,-12-31 0,0 0 0,0 0 0,0 1 0,0-1 0,0 0 0,0 0 0,0 1 0,1-1 0,-1 0 0,0 0 0,0 0 0,0 1 0,0-1 0,1 0 0,-1 0 0,0 0 0,0 0 0,0 1 0,1-1 0,-1 0 0,0 0 0,0 0 0,1 0 0,-1 0 0,0 0 0,0 0 0,1 0 0,-1 0 0,0 0 0,0 0 0,1 0 0,-1 0 0,0 0 0,0 0 0,1 0 0,-1 0 0,0 0 0,0 0 0,1 0 0,-1 0 0,0 0 0,0 0 0,0-1 0,1 1 0,-1 0 0,0 0 0,0 0 0,0 0 0,1-1 0,-1 1 0,14-15 0,2 0 0,-12 13 0,1 0 0,0 0 0,-1 1 0,1 0 0,0 0 0,0 0 0,0 1 0,0-1 0,0 1 0,0 0 0,-1 1 0,1-1 0,0 1 0,0 0 0,0 0 0,0 0 0,-1 1 0,1 0 0,-1 0 0,7 3 0,1 2 0,0 1 0,-1-1 0,0 2 0,0 0 0,19 20 0,-30-28 0,2 0 0,-1 0 0,0 0 0,0 1 0,0-1 0,0 0 0,0 1 0,0-1 0,0 1 0,0-1 0,0 1 0,-1 0 0,1-1 0,0 1 0,0 3 0,-2-5 2,1 1 0,0-1 0,0 0 0,-1 0-1,1 0 1,0 1 0,0-1 0,-1 0 0,1 0 0,0 0 0,-1 0-1,1 0 1,0 0 0,-1 1 0,1-1 0,0 0 0,-1 0 0,1 0-1,0 0 1,-1 0 0,1 0 0,0 0 0,-1 0 0,1-1-1,0 1 1,0 0 0,-1 0 0,1 0 0,-1 0 0,-10-4-1238,11 4 1051,-10-5-6641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3 24575,'-10'0'0,"-6"0"0,-2 0 0,-2 0 0,1 0 0,1 0 0,1 0 0,1 0 0,1 0 0,0 0 0,0 0 0,1 0 0,-1 0 0,3-2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89 24575,'-28'-13'0,"-14"-4"0,-2 2 0,1-1 0,6 4 0,3 3 0,6 3 0,2 6 0,3 2 0,3 4 0,3 0 0,3 0-8191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5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24575,'23'-8'0,"0"1"0,1 1 0,0 1 0,0 2 0,0 0 0,33 0 0,-43 3 0,-1 1 0,1 1 0,0 0 0,-1 0 0,1 1 0,-1 1 0,0 1 0,0-1 0,0 2 0,0 0 0,-1 1 0,17 11 0,-25-15 0,-1 0 0,1 0 0,-1 0 0,0 1 0,0-1 0,0 1 0,-1-1 0,1 1 0,-1 0 0,2 5 0,-3-8 0,0 1 0,-1 0 0,1 0 0,-1 0 0,0 0 0,1 0 0,-1-1 0,0 1 0,0 0 0,0 0 0,0 0 0,-1 0 0,1 0 0,0 0 0,-1 0 0,1-1 0,-1 1 0,0 0 0,0 0 0,0-1 0,1 1 0,-2 0 0,1-1 0,0 1 0,-2 1 0,-2 2 0,-1 0 0,0-1 0,1 0 0,-2 0 0,1 0 0,0-1 0,-1 0 0,1 0 0,-15 3 0,-6 3 0,26-8 0,0-1 0,0 0 0,0 1 0,0-1 0,0 1 0,0-1 0,0 1 0,1-1 0,-1 1 0,0-1 0,0 1 0,0 0 0,0 0 0,1-1 0,-1 1 0,0 0 0,1 0 0,-1 0 0,1 0 0,-1 0 0,1 0 0,-1 1 0,1-1 0,0 0 0,0 0 0,0 0 0,1 0 0,-1 0 0,0 0 0,0 0 0,1 0 0,-1 0 0,1 0 0,-1 0 0,1 0 0,-1 0 0,1 0 0,0-1 0,-1 1 0,1 0 0,1 1 0,5 4 0,1 0 0,0-1 0,16 9 0,-17-10 0,21 12 0,1 0 0,-1 1 0,47 38 0,-71-52 0,-1 0 0,0 0 0,0 0 0,-1 1 0,1-1 0,-1 1 0,0 0 0,0 0 0,0 0 0,0 0 0,-1 0 0,1 0 0,-1 0 0,1 7 0,-2-9 0,0 1 0,0-1 0,0 1 0,0-1 0,0 1 0,0-1 0,-1 1 0,0-1 0,1 1 0,-1-1 0,0 1 0,0-1 0,0 0 0,0 0 0,-1 1 0,1-1 0,-1 0 0,1 0 0,-1 0 0,0-1 0,0 1 0,1 0 0,-1-1 0,0 1 0,-5 2 0,-1 0 0,-1 0 0,0 0 0,0-1 0,0 0 0,0 0 0,-1-1 0,-14 1 0,4-1 0,1-2 0,-34-2 0,38-1-1365,2 0-5461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6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24575,'23'-13'0,"0"1"0,46-15 0,-60 24 0,0 1 0,0 0 0,0 0 0,1 1 0,-1 0 0,1 0 0,-1 1 0,0 0 0,1 1 0,-1 0 0,13 4 0,-18-4 0,1 1 0,0 1 0,0-1 0,-1 1 0,1 0 0,-1 0 0,0 0 0,0 0 0,0 1 0,0 0 0,4 6 0,-7-9 0,1 0 0,-1 1 0,0-1 0,0 1 0,0-1 0,0 1 0,-1-1 0,1 1 0,0 0 0,-1-1 0,1 1 0,-1 0 0,0 0 0,1-1 0,-1 1 0,0 0 0,0 0 0,0 0 0,0-1 0,0 1 0,-1 0 0,1 0 0,-1-1 0,1 1 0,-1 0 0,1-1 0,-1 1 0,0 0 0,0-1 0,0 1 0,0-1 0,0 1 0,0-1 0,0 0 0,0 1 0,-3 0 0,-27 17 0,25-17 0,1 1 0,-1 0 0,0 1 0,1-1 0,0 1 0,-6 5 0,10-7 0,0-1 0,0 0 0,0 0 0,0 0 0,1 1 0,-1-1 0,1 0 0,-1 1 0,1-1 0,-1 1 0,1-1 0,0 0 0,-1 1 0,1-1 0,0 1 0,0-1 0,0 1 0,0-1 0,0 1 0,1-1 0,-1 1 0,0-1 0,1 0 0,-1 1 0,1-1 0,-1 0 0,1 1 0,0-1 0,0 0 0,-1 1 0,1-1 0,2 2 0,7 8 0,0 0 0,1 0 0,0-1 0,18 13 0,-14-12 0,32 23 0,17 13 0,-57-41 0,-1 0 0,0 0 0,0 1 0,0 0 0,-1 0 0,8 13 0,-12-18 0,0 0 0,0 0 0,-1 0 0,1-1 0,0 1 0,-1 0 0,1 0 0,-1 0 0,0 0 0,1 0 0,-1 0 0,0 0 0,0 0 0,0 0 0,-1 0 0,1 0 0,0 0 0,-1 0 0,1 0 0,-1 0 0,0 0 0,0 0 0,0 0 0,1-1 0,-2 1 0,1 0 0,0-1 0,0 1 0,0-1 0,-1 1 0,1-1 0,-1 1 0,1-1 0,-1 0 0,0 0 0,1 0 0,-1 0 0,-3 1 0,-3 2 0,-1-1 0,1 0 0,0 0 0,-1-1 0,0 0 0,1 0 0,-15 0 0,-144 11-1365,153-12-5461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22 24575,'2'0'0,"11"-5"0,1 1 0,0 0 0,0 1 0,17-2 0,-28 5 0,1 0 0,-1 0 0,1 0 0,0 0 0,-1 1 0,1 0 0,-1-1 0,1 1 0,-1 0 0,0 1 0,1-1 0,-1 1 0,0-1 0,0 1 0,0 0 0,0 0 0,0 0 0,0 0 0,-1 1 0,1-1 0,-1 1 0,3 3 0,0 2 0,-1-1 0,0 1 0,0 0 0,-1 1 0,0-1 0,0 1 0,-1-1 0,0 1 0,-1 0 0,0-1 0,0 1 0,-1 0 0,0 0 0,0 0 0,-1 0 0,0 0 0,-3 9 0,3-15 0,0 0 0,0 1 0,-1-1 0,1 0 0,-1 0 0,0 0 0,0 0 0,0 0 0,0 0 0,-1-1 0,1 1 0,-1-1 0,1 1 0,-1-1 0,0 0 0,0 0 0,0 0 0,0 0 0,0-1 0,0 1 0,-1-1 0,1 0 0,0 0 0,-1 0 0,1-1 0,-1 1 0,-6 0 0,4-1 0,0 0 0,0 0 0,0-1 0,1 0 0,-1 0 0,0 0 0,0-1 0,1 1 0,-1-2 0,1 1 0,0 0 0,-1-1 0,1 0 0,0 0 0,1-1 0,-6-4 0,5 4 0,1-1 0,0 1 0,0-1 0,1 0 0,0-1 0,0 1 0,0-1 0,0 1 0,1-1 0,0 0 0,-2-9 0,2 4 0,0 0 0,1 0 0,0 0 0,1 0 0,3-18 0,-2 23 15,0 0 0,0 0 1,1 1-1,3-8 0,1-4-1456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24575,'25'9'0,"0"2"0,-2 1 0,33 20 0,-50-28 0,0 1 0,0-1 0,0 1 0,-1 1 0,0-1 0,0 1 0,0 0 0,0 0 0,-1 0 0,0 1 0,-1-1 0,1 1 0,-1 0 0,0 0 0,-1 0 0,3 14 0,1 4 0,-4-20 0,-1 0 0,0 1 0,0-1 0,0 1 0,0-1 0,-1 1 0,0-1 0,-1 11 0,1-15 0,-1 0 0,1 0 0,-1 0 0,0 0 0,1 0 0,-1-1 0,0 1 0,1 0 0,-1 0 0,0-1 0,0 1 0,0-1 0,1 1 0,-1 0 0,0-1 0,0 0 0,0 1 0,0-1 0,0 0 0,0 1 0,0-1 0,0 0 0,0 0 0,0 0 0,0 0 0,0 0 0,0 0 0,0 0 0,0 0 0,0 0 0,-1-1 0,-7 0 0,1-1 0,-14-4 0,16 5 0,-16-7 0,0 0 0,0-1 0,1-1 0,0-1 0,-29-20 0,45 28 0,1 0 0,0-1 0,0 1 0,1-1 0,-1 0 0,1 0 0,-1-1 0,1 1 0,-4-9 0,6 11 0,1 1 0,-1 0 0,1-1 0,0 1 0,-1-1 0,1 1 0,0-1 0,0 0 0,0 1 0,0-1 0,0 1 0,0-1 0,0 1 0,1-1 0,-1 1 0,0-1 0,1 1 0,-1-1 0,1 1 0,0 0 0,-1-1 0,1 1 0,0 0 0,0-1 0,0 1 0,0 0 0,0 0 0,0 0 0,0 0 0,1 0 0,-1 0 0,0 0 0,0 0 0,1 0 0,-1 1 0,1-1 0,1 0 0,5-3-195,0 1 0,1 0 0,0 0 0,-1 1 0,1 0 0,16-1 0,-12 2-6631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1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38 24575,'7'-1'0,"0"2"0,0-1 0,1 1 0,-1 0 0,0 0 0,0 1 0,0 0 0,0 0 0,0 0 0,-1 1 0,1 0 0,-1 1 0,1-1 0,-1 1 0,0 1 0,-1-1 0,1 1 0,-1 0 0,0 0 0,0 0 0,8 12 0,14 24 0,-13-22 0,-1 1 0,10 22 0,-22-41 0,0 1 0,0 0 0,0 0 0,0 0 0,-1 0 0,1 0 0,-1 0 0,1 0 0,-1 0 0,0 0 0,0 0 0,0 0 0,0 0 0,0 0 0,0 0 0,-1 0 0,1 0 0,-1 2 0,0-2 0,0-1 0,-1 0 0,1 1 0,0-1 0,0 0 0,0 0 0,-1 0 0,1 0 0,-1 0 0,1 0 0,-1 0 0,1 0 0,-1-1 0,1 1 0,-1-1 0,1 1 0,-1-1 0,0 0 0,1 1 0,-1-1 0,0 0 0,-2 0 0,-36 1 0,-56-5 0,91 4 0,0-1 0,0 0 0,1 0 0,-1 0 0,0 0 0,1-1 0,-1 0 0,1 0 0,0 0 0,-1 0 0,1-1 0,0 0 0,1 0 0,-1 0 0,0 0 0,1 0 0,0-1 0,-1 0 0,2 0 0,-1 1 0,0-2 0,1 1 0,-1 0 0,1 0 0,1-1 0,-1 1 0,0-1 0,1 0 0,0 1 0,0-1 0,1 0 0,-1 0 0,1 1 0,0-1 0,0 0 0,1 0 0,1-7 0,2-4-170,1 0-1,1 0 0,0 0 1,1 1-1,1 0 0,0 1 1,17-22-1,-18 26-6655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2 0,2 2 0,-1-1 0,2 1 0,0 0 0,2-1 0,0 0 0,0-2 0,0-2 0,-1 1 0,0-2 0,0-1 0,-2 2 0,2-2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 24575,'-27'-5'0,"-15"-2"0,-2 3 0,3 3 0,7 3 0,4 1 0,4 4 0,5-1 0,2 0 0,6-2-8191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24575,'0'-3'0,"1"0"0,-1 0 0,1 0 0,-1 0 0,1 0 0,0 1 0,0-1 0,0 0 0,1 0 0,-1 1 0,1-1 0,-1 0 0,1 1 0,0 0 0,0-1 0,0 1 0,0 0 0,0 0 0,1 0 0,-1 0 0,1 1 0,-1-1 0,1 1 0,0-1 0,-1 1 0,1 0 0,3-1 0,1 0 0,1-1 0,-1 2 0,1-1 0,-1 1 0,1 0 0,0 1 0,-1-1 0,1 2 0,12 1 0,-3 1 0,-1 1 0,1 1 0,-1 1 0,0 1 0,0 0 0,-1 1 0,23 15 0,-36-22 0,-1 0 0,1 0 0,-1 0 0,0 0 0,0 0 0,0 0 0,1 0 0,-1 0 0,0 1 0,0-1 0,-1 0 0,1 1 0,0-1 0,0 1 0,-1-1 0,2 4 0,-2-4 0,0 0 0,0 1 0,0-1 0,0 0 0,0 0 0,-1 1 0,1-1 0,0 0 0,-1 0 0,1 1 0,0-1 0,-1 0 0,0 0 0,1 0 0,-1 0 0,0 0 0,0 1 0,-3 2 0,0 0 0,0-1 0,0 0 0,0 0 0,0 0 0,0 0 0,-1 0 0,0-1 0,-5 2 0,-15 4 0,19-7 0,1 1 0,-1 0 0,0 0 0,1 0 0,-1 0 0,1 1 0,0 0 0,-6 4 0,11-6 0,-1-1 0,1 1 0,-1-1 0,1 1 0,-1 0 0,1-1 0,0 1 0,-1 0 0,1-1 0,0 1 0,0 0 0,0-1 0,-1 1 0,1 0 0,0 0 0,0-1 0,0 1 0,0 0 0,0-1 0,0 1 0,0 0 0,1 0 0,-1-1 0,0 1 0,0 0 0,1-1 0,-1 1 0,0 0 0,0-1 0,1 1 0,-1-1 0,1 1 0,-1 0 0,1-1 0,-1 1 0,1-1 0,-1 1 0,1 0 0,4 3 0,-1-1 0,0 1 0,9 4 0,-11-6 0,29 18 0,2 1 0,39 32 0,-68-50 0,0 1 0,-1-1 0,0 1 0,1-1 0,-1 1 0,-1 0 0,1 0 0,-1 1 0,1-1 0,-1 0 0,2 6 0,-4-8 0,1 0 0,-1 0 0,0 1 0,0-1 0,0 0 0,0 0 0,0 0 0,0 0 0,0 1 0,-1-1 0,1 0 0,-1 0 0,1 0 0,-1 0 0,0 0 0,0 0 0,0 0 0,0 0 0,0-1 0,0 1 0,-1 0 0,1-1 0,-1 1 0,1 0 0,-1-1 0,-3 3 0,1-1 0,0 0 0,-1-1 0,0 1 0,0-1 0,1 0 0,-1 0 0,-1-1 0,1 1 0,0-1 0,-10 1 0,-5-1 0,-32-3 0,22 1 0,18 0-160,1 0-1,-17-5 0,20 4-722,-4 0-5943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70 24575,'18'-11'0,"1"0"0,0 1 0,0 1 0,1 1 0,22-7 0,-35 13 0,0 1 0,0 0 0,0 0 0,0 1 0,0 0 0,0 0 0,0 0 0,10 3 0,-12-2 0,0 0 0,0 1 0,-1 0 0,1 0 0,0 0 0,-1 1 0,0 0 0,1-1 0,-1 1 0,-1 1 0,1-1 0,0 1 0,3 4 0,-4-5 0,0 1 0,-1 0 0,1 0 0,-1 1 0,0-1 0,0 0 0,0 1 0,-1 0 0,1-1 0,-1 1 0,0 0 0,-1-1 0,1 1 0,-1 0 0,0 0 0,0 0 0,-1-1 0,1 1 0,-1 0 0,0 0 0,-3 8 0,-2 3 0,-1 1 0,0-1 0,-2 0 0,-14 21 0,21-33 0,0-1 0,0 1 0,0-1 0,1 1 0,-1-1 0,1 1 0,0 0 0,0 0 0,0 0 0,0 0 0,1 0 0,0 0 0,0 5 0,0-7 0,0 0 0,1-1 0,-1 1 0,1 0 0,0 0 0,0 0 0,-1-1 0,1 1 0,0 0 0,0-1 0,1 1 0,-1-1 0,0 1 0,0-1 0,1 1 0,-1-1 0,1 0 0,-1 0 0,1 0 0,0 0 0,-1 0 0,1 0 0,0 0 0,0 0 0,-1-1 0,1 1 0,0-1 0,0 1 0,2-1 0,19 3 0,0-1 0,0-1 0,36-4 0,-5 1 0,-37 2-109,26 0-519,68-9 0,-95 6-6198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0 24575,'14'2'0,"-19"1"0,-25 4 0,-158 35 0,180-40-124,1-1 0,-1 1 0,1-1 0,-1-1 0,0 1 0,1-2-1,-1 1 1,0-1 0,1 0 0,-13-3 0,11 1-6702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28 24575,'-28'-5'0,"-11"-2"0,-2 0 0,4 2 0,5 2 0,6 3 0,5 2 0,3 3 0,3 1 0,0-1 0,-1-1 0,-1-1 0,3 1 0,3 0-8191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 24575,'-6'-8'0,"6"8"0,0 0 0,0 0 0,-1 0 0,1 0 0,0 0 0,0 0 0,0 0 0,0 0 0,0 0 0,0 0 0,0 0 0,-1 0 0,1 0 0,0 0 0,0 0 0,0 0 0,0 0 0,0 0 0,0 0 0,0 0 0,0 0 0,-1 1 0,1-1 0,0 0 0,0 0 0,0 0 0,0 0 0,0 0 0,0 0 0,0 0 0,0 0 0,0 1 0,0-1 0,0 0 0,0 0 0,0 0 0,0 0 0,0 0 0,0 1 0,0 0 0,-1 1 0,1 0 0,0 0 0,0 0 0,0-1 0,0 1 0,1 0 0,0 2 0,9 23 0,0-2 0,2 1 0,30 44 0,2 8 0,-38-69-105,4 12 334,-9-21-296,-1 1-1,0 0 0,1 0 0,-1 0 1,0 0-1,0-1 0,0 1 1,0 0-1,0 0 0,0 0 1,0 0-1,0 0 0,0-1 0,-1 1 1,1 0-1,0 0 0,0 0 1,-1-1-1,1 1 0,0 0 1,-2 1-1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24575,'5'3'0,"4"3"0,1 5 0,1 4 0,1 2 0,1 0 0,1 3 0,-2-1 0,-1 1 0,1-2 0,1 1 0,-3 1 0,-2-2 0,0-3 0,-2-2 0,-1 0 0,-2-1 0,-2-1-8191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24575,'10'-7'0,"-1"0"0,1 1 0,0 0 0,0 1 0,1 0 0,0 0 0,0 1 0,0 0 0,0 1 0,20-3 0,-24 5 0,1 1 0,0 0 0,0 0 0,-1 0 0,1 1 0,0 0 0,-1 1 0,1 0 0,-1 0 0,1 0 0,-1 1 0,0 0 0,0 1 0,0-1 0,0 1 0,-1 1 0,7 4 0,-11-7 0,0 0 0,1 1 0,-1-1 0,0 1 0,0-1 0,0 1 0,-1 0 0,1 0 0,-1 0 0,1 0 0,-1 0 0,0 0 0,0 0 0,0 0 0,-1 0 0,1 1 0,-1-1 0,0 0 0,0 0 0,0 1 0,0-1 0,0 0 0,-2 6 0,-2 5 0,0-1 0,-1 1 0,0-1 0,-9 15 0,5-10 0,-11 23 0,-16 37 0,35-77 0,1 1 0,-1-1 0,1 1 0,-1-1 0,1 1 0,0 0 0,0-1 0,-1 1 0,1 0 0,0-1 0,1 1 0,-1-1 0,0 1 0,0 0 0,1-1 0,-1 1 0,1-1 0,-1 1 0,1-1 0,0 1 0,1 1 0,-1-1 0,1 0 0,0 0 0,0 0 0,0 0 0,0-1 0,0 1 0,0-1 0,1 0 0,-1 1 0,0-1 0,1 0 0,3 0 0,3 2 0,1-1 0,0 0 0,1-1 0,-1 0 0,19-1 0,3-4 0,0-1 0,49-15 0,-35 8 0,-31 9-1365,-3 1-5461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793 20 24575,'-10'5'0,"-8"2"0,-14-4 0,0-1 0,-42-2 0,38-1 0,-53 6 0,-59 7 0,57-6 0,43-1 0,-1-3 0,-50-4 0,95 2 11,0-1 0,1 0 0,-1 0 0,0 0 0,1 0 0,-1-1-1,1 1 1,-1-1 0,1 0 0,-4-3 0,5 4-94,0 0 1,0-1-1,0 0 1,1 1-1,-1-1 1,1 0-1,-1 0 1,1 0-1,0 0 1,-1 0-1,1 0 1,0 0-1,0 0 1,1 0-1,-1-1 1,0 1-1,0-3 1,1-5-6744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15 24575,'-133'-11'0,"-167"8"0,245 7-682,-57 13-1,95-14-6143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3 24575,'-5'-1'0,"1"0"0,-1 1 0,0-1 0,-9 2 0,13-1 0,1 0 0,-1 0 0,0 0 0,1 0 0,-1 0 0,0 0 0,1 0 0,-1 0 0,0 0 0,1 1 0,-1-1 0,1 0 0,-1 0 0,0 1 0,1-1 0,-1 1 0,1-1 0,-1 0 0,1 1 0,-1-1 0,1 1 0,0-1 0,-1 1 0,1-1 0,-1 1 0,1 0 0,0-1 0,0 1 0,-1-1 0,1 1 0,0 0 0,0-1 0,0 1 0,0-1 0,-1 1 0,1 0 0,0-1 0,0 1 0,0 0 0,1-1 0,-1 1 0,0 0 0,0-1 0,0 1 0,1 1 0,0 2 0,1-1 0,0 1 0,0 0 0,0-1 0,0 1 0,1-1 0,-1 1 0,1-1 0,4 3 0,32 27 0,-29-26 0,40 29 0,62 35 0,59 19 0,-140-76 0,-21-10 0,0 1 0,-1 0 0,1 0 0,13 10 0,-23-14 0,1-1 0,0 1 0,-1-1 0,1 0 0,-1 1 0,1 0 0,-1-1 0,1 1 0,-1-1 0,1 1 0,-1-1 0,0 1 0,1 0 0,-1-1 0,0 1 0,0 0 0,1 0 0,-1-1 0,0 1 0,0 0 0,0 1 0,0-2 0,0 1 0,-1 0 0,1-1 0,0 1 0,-1-1 0,1 1 0,0-1 0,-1 1 0,1-1 0,-1 1 0,1-1 0,-1 1 0,1-1 0,-1 1 0,1-1 0,-1 0 0,1 1 0,-2-1 0,-4 3 0,0-1 0,0-1 0,1 1 0,-8 0 0,9-1 0,-62 10-114,22-5 235,-57 17 1,87-19-288,0 1 0,1 1 0,0 0 0,0 0 0,0 1 0,1 1 0,0 0 0,-13 13 0,13-10-6660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31 193 24575,'-1'0'0,"1"1"0,0-1 0,-1 0 0,1 0 0,-1 0 0,1 0 0,-1 0 0,1 1 0,0-1 0,-1 0 0,1 0 0,-1 1 0,1-1 0,0 0 0,-1 1 0,1-1 0,0 0 0,0 1 0,-1-1 0,1 1 0,0-1 0,0 0 0,-1 1 0,1-1 0,0 1 0,0-1 0,0 1 0,0-1 0,0 0 0,0 1 0,0-1 0,0 1 0,0-1 0,0 1 0,0-1 0,0 1 0,0 0 0,3 20 0,-2-19 0,6 22 0,1 1 0,21 41 0,-20-48 0,-1-1 0,0 2 0,-2-1 0,0 1 0,-1 0 0,3 25 0,-7-41 0,0 6 0,0-1 0,-1 0 0,0 1 0,0-1 0,-1 1 0,-3 15 0,4-24 0,0 0 0,0 0 0,0 1 0,0-1 0,0 0 0,0 0 0,-1 0 0,1 1 0,0-1 0,0 0 0,0 0 0,0 0 0,0 1 0,0-1 0,-1 0 0,1 0 0,0 0 0,0 1 0,0-1 0,-1 0 0,1 0 0,0 0 0,0 0 0,0 0 0,-1 0 0,1 0 0,0 1 0,0-1 0,0 0 0,-1 0 0,1 0 0,0 0 0,0 0 0,-1 0 0,-6-7 0,-4-14 0,10 19 0,-14-40 0,2-1 0,2 0 0,-9-64 0,-2-6 0,21 109 0,-2-8 0,1 0 0,0-1 0,0 1 0,1 0 0,1-18 0,0 30 0,0-1 0,0 1 0,0 0 0,0 0 0,0 0 0,0 0 0,0-1 0,0 1 0,0 0 0,0 0 0,1 0 0,-1 0 0,0-1 0,0 1 0,0 0 0,0 0 0,0 0 0,0 0 0,1 0 0,-1 0 0,0 0 0,0 0 0,0-1 0,0 1 0,1 0 0,-1 0 0,0 0 0,0 0 0,0 0 0,1 0 0,-1 0 0,0 0 0,0 0 0,0 0 0,1 0 0,-1 0 0,0 0 0,0 0 0,0 0 0,0 0 0,1 1 0,-1-1 0,0 0 0,0 0 0,0 0 0,0 0 0,1 0 0,-1 0 0,0 0 0,0 1 0,0-1 0,0 0 0,0 0 0,0 0 0,1 0 0,-1 0 0,0 1 0,9 8 0,41 53 0,6 10 0,-29-44 0,1-1 0,1-1 0,52 35 0,-67-51 0,0-2 0,1 0 0,-1-1 0,1 0 0,1-1 0,-1-1 0,1-1 0,0 0 0,0-1 0,0 0 0,21 0 0,-32-3 0,-1 0 0,1-1 0,0 1 0,-1-1 0,1 0 0,0 0 0,-1 0 0,1-1 0,-1 1 0,9-6 0,-11 6 0,0-1 0,0 0 0,0 0 0,0 0 0,0 0 0,0 0 0,0 0 0,-1 0 0,1-1 0,-1 1 0,0 0 0,1-1 0,-1 0 0,0 1 0,-1-1 0,1 0 0,0 1 0,-1-1 0,1-5 0,0-12 0,-1 0 0,0 0 0,-2-1 0,0 1 0,-2 0 0,0 0 0,-10-30 0,-1 13 0,0 0 0,-39-64 0,52 98-195,0 0 0,0 1 0,0-1 0,0 0 0,0 1 0,-5-4 0,-2 0-6631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 24575,'-25'2'0,"-11"2"0,-4-1 0,2-1 0,5 3 0,5-1 0,6 0 0,1-1 0,1-1 0,3-4 0,0-1 0,-1 0 0,0-2 0,0 0 0,4-2 0,3 0-8191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31 24575,'-22'-5'0,"-11"-2"0,-1 1 0,-1 1 0,4 1 0,1 2 0,4 1 0,2 3 0,-1 1 0,1 0 0,-2 0 0,1-1 0,1 2 0,6 0-8191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24575,'1'8'0,"0"0"0,1 0 0,-1-1 0,2 1 0,5 13 0,-4-9 0,12 25 0,1-1 0,33 50 0,18 37 0,-65-117-120,-2-3 37,-1-1 0,1 0 0,0 1 0,0-1 0,1 0 0,-1 0 0,0 0 0,1 0 0,-1 0 0,1 0 0,0 0 0,-1-1 0,1 1 0,3 1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24575,'125'-51'0,"-106"45"0,1 0 0,0 2 0,1 0 0,30-2 0,-45 6 0,0 1 0,0-1 0,-1 1 0,1 0 0,0 0 0,-1 1 0,1-1 0,5 4 0,-8-4 0,0 0 0,-1 1 0,1-1 0,0 1 0,-1 0 0,1 0 0,-1 0 0,1 0 0,-1 0 0,0 0 0,0 1 0,0-1 0,0 1 0,0-1 0,-1 1 0,2 3 0,1 6 0,0 1 0,-1 0 0,-1 0 0,0 0 0,-1 0 0,0 0 0,-1 0 0,0 0 0,-2 0 0,1 0 0,-5 18 0,1-14 0,0 0 0,-1 0 0,-1-1 0,0 0 0,-2 0 0,0-1 0,-20 28 0,26-40 0,0 0 0,1 1 0,-1-1 0,1 1 0,-1 0 0,-2 6 0,5-9 0,0-1 0,0 1 0,-1 0 0,1-1 0,0 1 0,0 0 0,0-1 0,0 1 0,0 0 0,0-1 0,0 1 0,0 0 0,0-1 0,1 1 0,-1 0 0,0-1 0,0 1 0,1-1 0,-1 1 0,0 0 0,1-1 0,-1 1 0,0-1 0,1 1 0,-1-1 0,1 1 0,-1-1 0,1 1 0,-1-1 0,1 0 0,-1 1 0,1-1 0,0 0 0,-1 1 0,1-1 0,-1 0 0,1 0 0,0 1 0,-1-1 0,1 0 0,0 0 0,-1 0 0,1 0 0,0 0 0,0 0 0,22 2 0,-1 0 0,1-2 0,24-2 0,5 0 0,-28 2-56,-14 1-206,-1-1 0,0 0 1,1-1-1,13-2 0,-14 0-6564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182 132 24575,'2'-5'0,"3"-7"0,13-22 0,-17 32 0,1-1 0,-1 1 0,1 0 0,0 0 0,0-1 0,0 1 0,0 0 0,0 0 0,0 1 0,0-1 0,1 0 0,-1 1 0,1 0 0,4-3 0,-6 4 0,1 0 0,-1 0 0,0-1 0,1 1 0,-1 0 0,0 0 0,1 1 0,-1-1 0,0 0 0,1 0 0,-1 1 0,0-1 0,0 0 0,1 1 0,-1-1 0,0 1 0,2 1 0,0 0 0,-1 0 0,1 0 0,-1 0 0,0 1 0,0-1 0,0 1 0,2 3 0,1 2 0,-1 0 0,0 0 0,-1 0 0,4 13 0,-2-4 0,-2-10 0,-1 0 0,0 1 0,-1-1 0,0 1 0,1 10 0,-2-16 0,0 0 0,0 0 0,-1 0 0,1-1 0,0 1 0,-1 0 0,0 0 0,1 0 0,-1 0 0,0 0 0,0-1 0,0 1 0,0 0 0,0-1 0,0 1 0,-1-1 0,1 1 0,0-1 0,-1 1 0,1-1 0,-1 0 0,0 0 0,1 0 0,-1 0 0,-3 1 0,-4 1 0,1-1 0,-1 0 0,0-1 0,0 0 0,0 0 0,0-1 0,0 0 0,-15-2 0,-4 1 0,13 0 0,1 0 0,-1-1 0,-27-6 0,36 6 0,1 0 0,-1 0 0,0 0 0,0-1 0,1 0 0,0 0 0,-1 0 0,1 0 0,1-1 0,-1 0 0,0 0 0,-4-6 0,7 7 0,0 0 0,1 0 0,-1-1 0,1 1 0,-1-1 0,1 1 0,0-1 0,0 0 0,1 1 0,-1-1 0,1 0 0,0 0 0,-1 0 0,2 1 0,-1-1 0,0 0 0,1 0 0,2-6 0,-1 2 0,0 0 0,1 0 0,1 0 0,-1 1 0,1 0 0,0-1 0,8-9 0,-8 12 11,0 1 0,0-1 0,1 1 0,-1 0 0,1 0 0,0 1-1,0-1 1,0 1 0,0 0 0,7-2 0,-10 4-56,0 0 0,0 1 0,0-1 0,0 1 0,0 0 0,0 0 0,0-1 0,0 1 0,0 1 0,0-1 0,0 0 0,0 0 0,0 1 0,0-1 0,0 1 0,0 0 0,0-1 0,0 1 0,0 0 0,0 0 0,-1 0 0,1 0 0,0 1 0,-1-1 0,1 0 0,-1 1 0,1-1 0,-1 1 0,0-1 0,0 1 0,1 0 0,0 3 0,4 6-6781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17 24575,'0'-1'0,"0"1"0,0-1 0,0 0 0,0 1 0,0-1 0,0 1 0,0-1 0,0 0 0,0 1 0,1-1 0,-1 1 0,0-1 0,0 0 0,1 1 0,-1-1 0,0 1 0,0-1 0,1 1 0,-1-1 0,1 1 0,-1 0 0,0-1 0,1 1 0,-1-1 0,1 1 0,-1 0 0,1-1 0,-1 1 0,1 0 0,0 0 0,-1-1 0,1 1 0,-1 0 0,1 0 0,-1 0 0,1 0 0,0 0 0,-1 0 0,1 0 0,-1 0 0,1 0 0,0 0 0,-1 0 0,1 0 0,-1 0 0,1 0 0,0 0 0,-1 1 0,1-1 0,-1 0 0,1 1 0,3 0 0,0 1 0,0 0 0,-1 0 0,1 0 0,-1 0 0,5 4 0,5 5 0,3 2 0,-2 1 0,1 0 0,-2 1 0,14 18 0,-26-31 0,7 10 0,0 0 0,-1 1 0,7 16 0,-12-25 0,-1 0 0,0 0 0,1 0 0,-2-1 0,1 1 0,0 0 0,-1 0 0,0 0 0,0 0 0,0 0 0,0 0 0,-1 0 0,0 0 0,1 0 0,-1 0 0,-1-1 0,-1 5 0,2-5 0,-1-1 0,0 1 0,0-1 0,0 0 0,0 0 0,0 0 0,0 0 0,0-1 0,-1 1 0,1 0 0,-1-1 0,1 0 0,-1 1 0,0-1 0,1 0 0,-1-1 0,0 1 0,-4 0 0,0 1 0,-1-1 0,1 0 0,-1-1 0,0 0 0,-13-1 0,10-1 0,-1-1 0,1 0 0,-1 0 0,1-1 0,0 0 0,1-1 0,-1-1 0,1 1 0,-18-15 0,24 17 0,0 0 0,1-1 0,-1 0 0,1 1 0,0-1 0,0 0 0,0-1 0,1 1 0,-1 0 0,1-1 0,-2-5 0,3 7 0,0-1 0,1 0 0,-1 0 0,1 0 0,0 0 0,0 0 0,0 0 0,0 0 0,1 0 0,-1 1 0,1-1 0,0 0 0,0 0 0,1 0 0,2-6 0,2 1-136,0 0-1,1 0 1,0 1-1,0 0 1,1 0-1,0 1 1,0 0-1,1 0 0,18-10 1,-15 9-6690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 24575,'-10'-2'0,"-6"1"0,-3 1 0,0 0 0,2 4 0,3 0 0,3 2 0,0 0 0,1-1 0,-1-1 0,-2-1 0,3-2-8191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14 24575,'-30'-2'0,"-12"-2"0,-5 1 0,4 0 0,4 2 0,6 2 0,4 2 0,1 0 0,1-1 0,2 3 0,1-1 0,2 0 0,4-1-8191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24575,'6'-6'0,"1"0"0,0 0 0,0 1 0,0 0 0,1 0 0,-1 1 0,1 0 0,0 0 0,0 1 0,1 0 0,-1 0 0,1 1 0,0 0 0,-1 1 0,1 0 0,0 0 0,0 1 0,12 0 0,81 3 0,-100-3 0,-1 0 0,0 0 0,1 0 0,-1 1 0,1-1 0,-1 1 0,0-1 0,0 1 0,1-1 0,-1 1 0,0 0 0,0-1 0,1 1 0,-1 0 0,0 0 0,0 0 0,0 0 0,0 0 0,0 0 0,-1 0 0,1 1 0,0-1 0,0 0 0,-1 0 0,1 1 0,-1-1 0,1 0 0,-1 1 0,1-1 0,-1 0 0,0 1 0,0-1 0,0 1 0,0-1 0,0 3 0,0 5 0,-1 0 0,0 0 0,-1-1 0,-4 14 0,4-13 0,-5 12 0,0 0 0,-1-1 0,-14 25 0,-38 54 0,42-79 0,15-16 0,-1-1 0,1 0 0,0 1 0,1 0 0,-1 0 0,-3 7 0,6-10 0,-1-1 0,1 1 0,0 0 0,0-1 0,0 1 0,0 0 0,0-1 0,0 1 0,0 0 0,0-1 0,0 1 0,0-1 0,1 1 0,-1 0 0,0-1 0,0 1 0,1 0 0,-1-1 0,0 1 0,1-1 0,-1 1 0,0-1 0,1 1 0,-1-1 0,1 1 0,-1-1 0,1 1 0,-1-1 0,1 0 0,-1 1 0,1-1 0,-1 0 0,1 1 0,0-1 0,-1 0 0,1 0 0,-1 1 0,1-1 0,1 0 0,4 2 0,0-1 0,0 0 0,9 0 0,-5 0 0,52 6 0,108-3 0,-144-4 0,-22 0 0,-1 0 0,0 0 0,1 0 0,-1-1 0,0 1 0,1-1 0,-1 0 0,0 0 0,6-3 0,-8 3 0,0 1 0,-1-1 0,1 0 0,0 1 0,0-1 0,-1 0 0,1 0 0,-1 0 0,1 0 0,-1 1 0,1-1 0,-1 0 0,1 0 0,-1 0 0,0 0 0,1 0 0,-1 0 0,0 0 0,0 0 0,0 0 0,0 0 0,0 0 0,0 0 0,0 0 0,0-1 0,0 1 0,0 0 0,-1 0 0,1 1 0,0-1 0,-1 0 0,1 0 0,-1 0 0,1 0 0,-1 0 0,0-1 0,-1-1-227,-1-1-1,1 0 1,-1 1-1,1 0 1,-7-6-1,-3-1-6598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24575,'11'-4'0,"20"-7"0,1 2 0,49-9 0,-71 17 0,1 0 0,-1 0 0,0 1 0,0 1 0,1-1 0,-1 2 0,0 0 0,0 0 0,0 0 0,0 1 0,-1 1 0,14 6 0,-15-5 0,1-1 0,-1 1 0,0 1 0,-1 0 0,1 0 0,-1 0 0,-1 1 0,13 15 0,-16-17 0,-1-1 0,1 1 0,-1 0 0,1 0 0,-1 0 0,-1 0 0,1 0 0,-1 0 0,0 1 0,0-1 0,-1 0 0,1 1 0,-1-1 0,0 1 0,-1-1 0,1 0 0,-2 8 0,-9 29 0,5-22 0,1 1 0,-4 41 0,8-56 0,1-1 0,0 1 0,1 0 0,-1 0 0,1 0 0,0-1 0,1 1 0,-1 0 0,1-1 0,0 1 0,0-1 0,1 0 0,0 0 0,0 0 0,5 7 0,-2-4-1365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24575,'-25'0'0,"-13"3"0,-3 0 0,0 3 0,3-1 0,3 3 0,4-1 0,5-1 0,7-2-8191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51 24575,'-2'-12'0,"2"8"0,0 0 0,-1 0 0,1 0 0,-1 1 0,0-1 0,0 0 0,-1 0 0,-2-4 0,3 28 0,25 95 0,39 116 0,-40-154 0,-33-98-1365,5 10-5461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0 121 24575,'30'-17'0,"15"-7"0,5 2 0,-3 4 0,-6 5 0,-6 3 0,-7 2 0,-6 3 0,-3 3 0,-6 1-8191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24575,'25'0'0,"11"0"0,1 0 0,-2 0 0,-5 0 0,-5 0 0,-5 0 0,-5 3 0,-2 0 0,-2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24575,'-2'10'0,"-2"6"0,1 2 0,1 1 0,2 0 0,5-1 0,1-1 0,2-3 0,0-2 0,1-3 0,1-2 0,-1-6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164 524 24575,'7'-30'0,"0"-1"0,3-51 0,-10 66 0,0-1 0,-1 1 0,-1 0 0,0 0 0,-1 1 0,-1-1 0,-5-15 0,-4 0 0,-2 1 0,-1 0 0,0 1 0,-3 1 0,0 1 0,-24-26 0,43 53 0,-1-1 0,1 0 0,-1 0 0,0 1 0,1-1 0,-1 1 0,1-1 0,-1 0 0,0 1 0,0-1 0,1 1 0,-1 0 0,0-1 0,0 1 0,0 0 0,1-1 0,-1 1 0,-2 0 0,3 0 0,-1 0 0,1 0 0,0 0 0,-1 0 0,1 1 0,-1-1 0,1 0 0,-1 1 0,1-1 0,0 0 0,-1 1 0,1-1 0,0 0 0,-1 1 0,1-1 0,0 0 0,0 1 0,-1-1 0,1 1 0,0-1 0,0 1 0,0-1 0,-1 1 0,0 4 0,0 0 0,1 0 0,-1 0 0,1 0 0,0 6 0,2 2 0,-1 1 0,2-1 0,0 1 0,0-1 0,2 0 0,7 19 0,44 72 0,-52-97 0,10 15 0,0-1 0,1 0 0,2-1 0,0-1 0,1 0 0,0-2 0,40 29 0,-50-41 0,0 1 0,1-1 0,0-1 0,1 0 0,-1 0 0,0-1 0,1 0 0,0 0 0,0-1 0,0-1 0,14 1 0,-22-2-52,0 0-1,0 0 1,0-1-1,0 1 1,-1 0-1,1-1 1,0 0-1,0 1 1,-1-1-1,1 0 1,0 0-1,-1 0 1,1 0-1,-1 0 1,1 0-1,-1-1 1,0 1-1,1 0 1,-1-1-1,0 1 0,0-1 1,0 0-1,0 1 1,0-1-1,1-2 1,2-8-6774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24575,'-3'20'0,"1"0"0,1 1 0,1-1 0,1 1 0,0-1 0,2 0 0,0 0 0,1 0 0,1 0 0,1 0 0,1-1 0,12 23 0,63 96 0,-76-128-341,1 0 0,1-1-1,15 16 1,-14-18-6485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24575,'39'3'0,"80"6"0,-101-9 0,-1-1 0,0 0 0,0-1 0,31-9 0,-43 9 0,1 0 0,-1 0 0,0 0 0,0-1 0,-1 0 0,1 0 0,0 0 0,6-7 0,-9 9 0,-1 0 0,0 0 0,0-1 0,0 1 0,0 0 0,0-1 0,0 1 0,0-1 0,0 1 0,0-1 0,-1 1 0,1-1 0,-1 1 0,1-1 0,-1 0 0,0 1 0,1-1 0,-1 0 0,0 0 0,0 1 0,0-1 0,0 0 0,-1 1 0,1-1 0,0 0 0,-1 1 0,1-1 0,-1 0 0,1 1 0,-1-1 0,0 1 0,-1-2 0,1 1 0,-1 0 0,1 0 0,-1 1 0,0-1 0,1 1 0,-1-1 0,0 1 0,0-1 0,0 1 0,0 0 0,0 0 0,0 0 0,-1 0 0,1 1 0,0-1 0,0 1 0,-1-1 0,1 1 0,0 0 0,-1-1 0,1 1 0,0 1 0,0-1 0,-1 0 0,1 0 0,0 1 0,-4 0 0,3 0 0,0 0 0,0 0 0,1 0 0,-1 1 0,0-1 0,0 0 0,1 1 0,-1 0 0,1 0 0,-1 0 0,1 0 0,0 0 0,-1 0 0,1 1 0,0-1 0,1 1 0,-1-1 0,0 1 0,-2 5 0,4-4 0,-1-1 0,0 1 0,1 0 0,0-1 0,0 1 0,0 0 0,0 0 0,1-1 0,-1 1 0,1 0 0,0-1 0,0 1 0,0 0 0,1-1 0,-1 0 0,1 1 0,0-1 0,0 0 0,0 0 0,0 0 0,4 5 0,1-1 0,0 1 0,1-1 0,0-1 0,0 1 0,0-1 0,16 8 0,-7-6 0,1-1 0,0 0 0,1-1 0,-1-1 0,1-1 0,0-1 0,0-1 0,27 1 0,19 3 0,-42-3 0,0 0 0,38-2 0,-60-1 0,1 0 0,-1 0 0,1 0 0,-1-1 0,1 1 0,-1 0 0,1 0 0,-1-1 0,1 1 0,-1-1 0,1 1 0,-1-1 0,0 0 0,1 0 0,-1 1 0,0-1 0,0 0 0,1 0 0,-1 0 0,0 0 0,0-1 0,0 1 0,0 0 0,0 0 0,-1-1 0,1 1 0,0 0 0,0-1 0,-1 1 0,1-1 0,-1 1 0,0-1 0,1 1 0,-1-1 0,0-2 0,0-1 0,0 1 0,-1 0 0,0-1 0,0 1 0,0-1 0,-1 1 0,1 0 0,-1 0 0,0 0 0,0 0 0,-3-4 0,-24-39 0,-12-18 0,34 56-1365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24575,'18'10'0,"8"6"0,2 3 0,1 3 0,-3 0 0,-5-1 0,-3-1 0,-4-2 0,-6-2 0,-2 0 0,-4-1 0,-2-3-8191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24575,'3'10'0,"0"6"0,0 3 0,0-2-8191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24575,'19'23'0,"33"37"0,-46-54 0,0 0 0,1 0 0,0-1 0,0 0 0,0 0 0,15 6 0,-21-10 0,1 0 0,-1-1 0,1 1 0,0-1 0,-1 0 0,1 1 0,0-1 0,0 0 0,-1 0 0,1 0 0,0 0 0,-1 0 0,1-1 0,0 1 0,0 0 0,-1-1 0,1 1 0,-1-1 0,1 0 0,0 1 0,-1-1 0,1 0 0,-1 0 0,0 0 0,1 0 0,-1 0 0,0-1 0,0 1 0,1 0 0,-1-1 0,0 1 0,1-3 0,3-5 0,0 0 0,-1 0 0,0 0 0,3-15 0,-2 11 0,-4 9 0,0 1 0,1-1 0,-1 0 0,1 1 0,0-1 0,1 1 0,-1 0 0,0 0 0,1 0 0,4-5 0,-6 7 0,1 0 0,-1 1 0,0-1 0,1 0 0,-1 0 0,1 1 0,-1-1 0,1 0 0,0 1 0,-1 0 0,1-1 0,-1 1 0,1 0 0,0 0 0,-1 0 0,1 0 0,0 0 0,-1 0 0,1 1 0,-1-1 0,1 0 0,0 1 0,-1-1 0,1 1 0,-1 0 0,1-1 0,-1 1 0,2 1 0,6 5 0,0 0 0,-1 1 0,1 0 0,-2 1 0,9 11 0,-6-9 0,-9-10-19,7 10-173,0-1-1,1-1 1,0 0 0,1 0 0,0 0-1,13 7 1,-13-10-6634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4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62 24575,'-16'-9'0,"-1"0"0,1 0 0,-1 1 0,-1 0 0,-33-9 0,48 17 0,1-1 0,0 1 0,-1 0 0,1 0 0,0-1 0,-1 2 0,1-1 0,0 0 0,-1 0 0,1 1 0,-3 0 0,5-1 0,-1 1 0,0-1 0,1 0 0,-1 1 0,1-1 0,-1 1 0,1-1 0,-1 1 0,1-1 0,-1 1 0,1 0 0,-1-1 0,1 1 0,0-1 0,-1 1 0,1 0 0,0-1 0,0 1 0,-1 0 0,1-1 0,0 1 0,0 0 0,0 0 0,0-1 0,0 1 0,0 0 0,0-1 0,0 1 0,0 0 0,0 0 0,0-1 0,1 1 0,-1 0 0,0-1 0,0 1 0,1 0 0,0 0 0,6 15 0,1-1 0,1-1 0,0 1 0,1-1 0,15 15 0,-13-16 0,17 16 0,-24-24 0,1-1 0,-1 0 0,1 0 0,0-1 0,0 1 0,9 3 0,-14-7 0,0 1 0,0-1 0,1 0 0,-1 1 0,0-1 0,0 0 0,1 0 0,-1 0 0,0 0 0,1 0 0,-1 0 0,0 0 0,1 0 0,-1-1 0,0 1 0,0 0 0,1-1 0,-1 1 0,0-1 0,0 1 0,2-2 0,-1 0 0,-1 1 0,0-1 0,1 1 0,-1-1 0,0 0 0,0 1 0,0-1 0,0 0 0,0 0 0,0 0 0,-1 0 0,2-3 0,-1 0 0,0-1 0,0 1 0,-1 0 0,0-1 0,0 1 0,0-1 0,0 1 0,-1 0 0,-2-10 0,2 14 0,1 1 0,0-1 0,0 1 0,0-1 0,0 0 0,-1 1 0,1-1 0,0 1 0,0-1 0,-1 1 0,1 0 0,-1-1 0,1 1 0,0-1 0,-1 1 0,1 0 0,-1-1 0,1 1 0,-1 0 0,1-1 0,-1 1 0,0-1 0,1 1 0,-1 1 0,1-1 0,-1 0 0,1 0 0,-1 0 0,1 0 0,-1 0 0,1 0 0,-1 1 0,1-1 0,-1 0 0,1 0 0,0 1 0,-1-1 0,1 0 0,-1 0 0,1 1 0,0-1 0,-1 1 0,-1 2 0,0-1 0,0 1 0,0 0 0,1 0 0,-1 0 0,-1 4 0,-6 26 0,0 1 0,-6 60 0,6 72 0,17-9 0,-1-60 0,-7-93 0,0 0 0,0 0 0,0-1 0,0 1 0,-1 0 0,-1 5 0,2-8 0,-1 0 0,1-1 0,0 1 0,0 0 0,-1-1 0,1 1 0,-1-1 0,1 1 0,0 0 0,-1-1 0,1 1 0,-1-1 0,1 1 0,-1-1 0,0 0 0,1 1 0,-1-1 0,1 0 0,-1 1 0,0-1 0,1 0 0,-1 0 0,0 1 0,1-1 0,-1 0 0,0 0 0,1 0 0,-1 0 0,0 0 0,1 0 0,-1 0 0,0 0 0,0 0 0,1 0 0,-1 0 0,0-1 0,1 1 0,-1 0 0,0 0 0,1-1 0,-1 1 0,1 0 0,-2-1 0,-6-4 0,1 1 0,-1-1 0,1 0 0,0-1 0,-7-7 0,-31-35 0,43 46 0,1 1 0,-13-15 0,0-1 0,-19-29 0,31 42 0,-1-1 0,0 0 0,1 1 0,0-1 0,0 0 0,1 0 0,-1-1 0,1 1 0,0 0 0,0 0 0,1-1 0,0 1 0,0 0 0,0-1 0,0 1 0,2-8 0,-1 10 0,0 0 0,1 0 0,-1 0 0,1 0 0,-1 0 0,1 0 0,0 1 0,0-1 0,0 1 0,0-1 0,0 1 0,5-4 0,-2 3 0,0 0 0,0 0 0,0 0 0,1 0 0,-1 1 0,9-3 0,3 1 0,1 1 0,0 0 0,27 0 0,85 3-550,-112 1-265,1-1-6011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24575,'6'-13'0,"-6"13"0,0 0 0,0 0 0,0 0 0,0 0 0,1 0 0,-1 0 0,0 0 0,0-1 0,0 1 0,0 0 0,0 0 0,0 0 0,0 0 0,0 0 0,1 0 0,-1 0 0,0 0 0,0 0 0,0 0 0,0 0 0,0 0 0,0 0 0,0 0 0,1 0 0,-1 0 0,0 0 0,0 0 0,0 0 0,0 0 0,0 0 0,0 0 0,0 1 0,1-1 0,-1 0 0,0 0 0,0 0 0,0 0 0,0 0 0,0 0 0,0 0 0,0 0 0,0 0 0,0 0 0,0 1 0,0-1 0,0 0 0,1 0 0,-1 0 0,6 24 0,-6-22 0,13 67 0,4-1 0,2-1 0,48 111 0,11-21 0,-73-149-411,0 0 0,11 12-1,-15-20 281,5 8-6695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24 24575,'-27'0'0,"-15"0"0,-2-3 0,3 0 0,7 0 0,6 0 0,6 1 0,4 1 0,2 1 0,2-1 0,0 1 0,1 0 0,-1-2 0,3-4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24575,'0'-1'0,"0"1"0,-1 0 0,1 0 0,0 0 0,0 0 0,0-1 0,0 1 0,-1 0 0,1 0 0,0 0 0,0 0 0,0 0 0,-1 0 0,1 0 0,0 0 0,0 0 0,-1 0 0,1 0 0,0 0 0,0 0 0,0 0 0,-1 0 0,1 0 0,0 0 0,0 0 0,-1 0 0,1 0 0,0 0 0,0 0 0,0 0 0,-1 0 0,1 0 0,0 1 0,0-1 0,0 0 0,0 0 0,-1 0 0,1 0 0,0 0 0,0 1 0,0-1 0,0 0 0,-1 1 0,3 11 0,10 17 0,0-6 0,1 0 0,29 36 0,39 36 0,121 92 0,-186-176 0,-10-12 0,-6-8 0,-3 0 0,0-1 0,0 1 0,-1 1 0,-6-11 0,5 9 0,0 1 0,1-1 0,-4-11 0,7 20 0,1 0 0,0 0 0,0 0 0,-1 0 0,1 0 0,0 0 0,0 0 0,0 0 0,0 0 0,0 0 0,0 0 0,0 0 0,0 0 0,1 0 0,-1 1 0,0-1 0,0 0 0,1 0 0,-1 0 0,1-1 0,0 1 0,0 1 0,-1-1 0,1 1 0,-1 0 0,1-1 0,0 1 0,-1 0 0,1 0 0,0-1 0,0 1 0,-1 0 0,1 0 0,0 0 0,0 0 0,-1 0 0,1 0 0,0 0 0,0 0 0,-1 0 0,2 1 0,2 0 0,1 0 0,-1 0 0,1 1 0,-1 0 0,0 0 0,0 0 0,4 4 0,27 18 0,40 22 0,-70-44 15,1 0 0,-1 0 0,1 0 0,-1 0 0,1-1 0,0 0 0,12 0 0,-15-1-121,1 0 0,0 0 0,0 0 0,0 0 0,-1-1 0,1 0-1,0 0 1,0 0 0,-1 0 0,1 0 0,-1-1 0,1 0 0,3-2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24575,'10'10'0,"6"6"0,2 2 0,2 1 0,-4 0 0,-1-1 0,-2-1 0,1-1 0,-5-5 0,-5-8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24575,'12'15'0,"5"7"0,-1 3 0,-3 0 0,-4-3 0,-3-4-8191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24575,'4'4'0,"40"30"0,-40-32 0,0 0 0,-1 0 0,1 0 0,0 0 0,0-1 0,1 1 0,-1-1 0,0 0 0,0 0 0,5 0 0,-6-1 0,-1 0 0,0 0 0,0-1 0,0 1 0,0-1 0,0 1 0,0-1 0,0 0 0,0 0 0,0 0 0,0 0 0,0 0 0,0 0 0,0 0 0,-1-1 0,3-1 0,2-3 0,0-1 0,9-13 0,-12 15 0,0 0 0,1 0 0,-1 1 0,1-1 0,0 1 0,1 0 0,5-4 0,-8 6 0,1 1 0,-1 0 0,0 0 0,1 0 0,0 0 0,-1 0 0,1 1 0,-1-1 0,1 1 0,0 0 0,-1-1 0,1 1 0,0 0 0,-1 1 0,5 0 0,-3 0 0,1 0 0,-1 1 0,0-1 0,0 1 0,0 0 0,0 1 0,0-1 0,5 5 0,3 4 0,0 1 0,-1 0 0,18 26 0,-26-34 0,23 25-1365,-17-21-5461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24575,'-15'-4'0,"0"0"0,-23-3 0,34 6 0,1 1 0,-1-1 0,0 1 0,0 1 0,0-1 0,1 0 0,-1 1 0,0 0 0,1 0 0,-1 0 0,-5 2 0,8-2 0,0-1 0,0 1 0,-1 0 0,1 0 0,0 0 0,0-1 0,0 1 0,0 0 0,0 0 0,0 1 0,0-1 0,1 0 0,-1 0 0,0 0 0,1 0 0,-1 1 0,1-1 0,-1 0 0,1 1 0,-1-1 0,1 2 0,0 0 0,0-1 0,0 1 0,0 0 0,0-1 0,1 1 0,-1-1 0,1 1 0,0 0 0,0-1 0,1 4 0,2 2 0,1 0 0,-1-1 0,1 0 0,1 0 0,10 11 0,-13-15 0,1 1 0,-1-1 0,1 0 0,0-1 0,0 1 0,0-1 0,1 0 0,-1 0 0,1 0 0,-1-1 0,5 2 0,-6-2 0,0-1 0,-1 0 0,1 1 0,0-1 0,-1 0 0,1-1 0,0 1 0,-1 0 0,1-1 0,-1 1 0,1-1 0,0 0 0,-1 0 0,1 0 0,-1 0 0,0 0 0,1-1 0,-1 1 0,0-1 0,3-2 0,-4 3 0,-1 1 0,1-1 0,0 0 0,-1 1 0,1-1 0,0 1 0,0-1 0,-1 1 0,1-1 0,0 1 0,0 0 0,0-1 0,0 1 0,-1 0 0,1 0 0,2-1 0,-3 1 0,1 1 0,-1-1 0,0 0 0,1 0 0,-1 0 0,1 0 0,-1 1 0,1-1 0,-1 0 0,0 0 0,1 1 0,-1-1 0,0 0 0,1 1 0,-1-1 0,0 0 0,1 1 0,-1-1 0,0 1 0,0-1 0,0 0 0,1 2 0,0 2 0,1 1 0,-1 0 0,0 0 0,0 9 0,0-3 0,15 162 0,-12-126 0,1 7 0,-3 0 0,-6 76 0,3-125 0,1 1 0,-1-1 0,0 1 0,-1-1 0,0 1 0,0-1 0,0 0 0,-5 9 0,6-12 0,0-1 0,-1 1 0,1-1 0,0 0 0,-1 0 0,1 1 0,0-1 0,-1 0 0,0 0 0,1 0 0,-1 0 0,0-1 0,1 1 0,-1 0 0,0-1 0,0 1 0,0-1 0,1 0 0,-1 1 0,0-1 0,0 0 0,0 0 0,0 0 0,0 0 0,1-1 0,-1 1 0,0-1 0,0 1 0,-2-2 0,0 1 0,0-1 0,0 0 0,0 0 0,1-1 0,-1 1 0,1-1 0,0 1 0,0-1 0,0 0 0,0 0 0,0-1 0,1 1 0,-1-1 0,-3-6 0,0-3 0,0 1 0,1-1 0,-6-17 0,8 17 0,0 0 0,0-1 0,1 1 0,1 0 0,0-1 0,1 1 0,3-24 0,-2 31 0,0 0 0,0 1 0,1 0 0,0-1 0,0 1 0,0 0 0,1 0 0,0 0 0,4-5 0,-5 7 0,1 0 0,0 0 0,-1 0 0,2 0 0,-1 1 0,0-1 0,0 1 0,1 0 0,-1 0 0,1 1 0,0-1 0,-1 1 0,1-1 0,5 0 0,-2 1-151,1 0-1,-1 0 0,1 1 0,0 0 1,-1 0-1,1 1 0,-1 0 1,11 2-1,-2 1-6674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1 24575,'-8'0'0,"0"2"0,-1-1 0,1 1 0,0 0 0,-10 4 0,16-5 0,0 0 0,0 0 0,0 0 0,0 0 0,1 0 0,-1 1 0,1-1 0,-1 0 0,0 1 0,1-1 0,0 1 0,-1 0 0,1-1 0,0 1 0,0 0 0,0 0 0,0 0 0,0 0 0,1 0 0,-1 0 0,0 0 0,1 0 0,0 0 0,-1 0 0,1 0 0,0 3 0,1 1 0,-1-1 0,1 1 0,1-1 0,-1 0 0,1 1 0,0-1 0,0 0 0,0 0 0,1 0 0,0 0 0,0-1 0,4 6 0,8 8 0,27 25 0,-24-25 0,74 71 0,-91-88 0,1 1 0,-1-1 0,1 1 0,-1 0 0,1-1 0,-1 1 0,0 0 0,0 0 0,0 0 0,0 0 0,1 4 0,-2-6 0,0 1 0,0-1 0,0 1 0,0-1 0,0 1 0,0-1 0,0 1 0,0-1 0,-1 1 0,1-1 0,0 0 0,0 1 0,0-1 0,0 1 0,-1-1 0,1 0 0,0 1 0,-1-1 0,1 1 0,0-1 0,0 0 0,-1 1 0,-1 0 0,1-1 0,0 1 0,-1 0 0,1-1 0,-1 1 0,1-1 0,0 1 0,-1-1 0,1 0 0,-3 1 0,-30 0 0,1-1 0,-67-8 0,8 0 0,-42 6-1365,110 2-5461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24575,'8'20'0,"2"9"0,2 3 0,1-5 0,-1-5 0,0-5 0,0-3 0,-2-5-8191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52 24575,'-10'-15'0,"-4"-2"0,2 4 0,4 6 0,4 8 0,3 5 0,1 5 0,3 1 0,2-3-8191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24575,'4'8'0,"1"-1"0,0 0 0,0 0 0,1 0 0,-1 0 0,13 10 0,-15-15 0,0 1 0,0 0 0,1-1 0,-1 0 0,1 1 0,-1-1 0,1-1 0,0 1 0,0 0 0,0-1 0,0 0 0,0 0 0,0 0 0,0-1 0,9 1 0,-12-1 0,1 0 0,-1-1 0,1 1 0,0 0 0,-1-1 0,1 1 0,-1-1 0,1 0 0,-1 0 0,0 1 0,1-1 0,-1 0 0,0 0 0,1 0 0,1-2 0,11-21 0,-13 22 0,0 0 0,0 0 0,0 0 0,0-1 0,0 1 0,1 0 0,-1 0 0,0 1 0,1-1 0,0 0 0,-1 0 0,1 1 0,0-1 0,0 1 0,0-1 0,0 1 0,0 0 0,0 0 0,1 0 0,3-1 0,1 1 0,-1 0 0,1 1 0,0 0 0,0 1 0,-1-1 0,1 1 0,0 0 0,-1 1 0,10 3 0,8 4 0,27 15 0,-14-7 0,-23-11-119,75 37-1127,-80-37-5580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24575,'66'148'0,"32"71"0,-87-196 0,11 24 0,-20-43 0,1 0 0,-1 0 0,1 0 0,0 0 0,0 0 0,0-1 0,7 6 0,-9-8 0,0-1 0,0 1 0,0 0 0,0-1 0,-1 1 0,1-1 0,0 1 0,0-1 0,0 0 0,0 1 0,0-1 0,0 0 0,1 0 0,-1 0 0,0 0 0,0 0 0,0 0 0,0 0 0,0 0 0,0 0 0,0 0 0,0-1 0,1 1 0,0-1 0,-1 0 0,1 0 0,-1-1 0,1 1 0,-1 0 0,0 0 0,1-1 0,-1 1 0,0-1 0,0 1 0,0-1 0,1-1 0,2-7 0,0 1 0,-1 0 0,5-19 0,-8 25 0,2-1 0,-1-1 0,0 0 0,1 1 0,0-1 0,3-5 0,-5 10 0,1-1 0,-1 1 0,1-1 0,-1 0 0,0 1 0,1-1 0,-1 1 0,1-1 0,0 1 0,-1 0 0,1-1 0,-1 1 0,1-1 0,0 1 0,-1 0 0,1 0 0,0-1 0,0 1 0,0 0 0,0 0 0,0 0 0,-1 1 0,1-1 0,0 0 0,0 0 0,-1 1 0,1-1 0,0 0 0,0 1 0,-1-1 0,1 1 0,-1-1 0,1 1 0,0-1 0,-1 1 0,1 0 0,-1-1 0,1 1 0,-1-1 0,1 2 0,3 4 0,-1 0 0,0 0 0,0 0 0,0 0 0,-1 0 0,0 1 0,0-1 0,0 1 0,-1-1 0,0 1 0,-1 0 0,1 0 0,-1-1 0,-2 13 0,2-16 0,0 0 0,-1 0 0,0 1 0,0-1 0,0-1 0,0 1 0,0 0 0,0 0 0,-1 0 0,1 0 0,-1-1 0,0 1 0,0-1 0,0 0 0,0 1 0,0-1 0,-1 0 0,1 0 0,-1 0 0,1 0 0,-1-1 0,0 1 0,0-1 0,1 0 0,-1 0 0,0 0 0,0 0 0,0 0 0,0 0 0,-1-1 0,1 1 0,0-1 0,-5 0 0,-2-1 0,0 0 0,0 0 0,1-1 0,-1-1 0,0 1 0,1-1 0,-16-8 0,-61-37 0,68 37 0,8 6-227,1-1-1,-1-1 1,1 0-1,1 0 1,-9-9-1,7 4-6598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48 24575,'-3'-5'0,"-3"-4"0,-1-1 0,-10-11 0,17 21 0,0 0 0,0 0 0,0 0 0,0 0 0,0 0 0,0-1 0,0 1 0,-1 0 0,1 0 0,0 0 0,0 0 0,0 0 0,0 0 0,0-1 0,0 1 0,0 0 0,-1 0 0,1 0 0,0 0 0,0 0 0,0 0 0,0 0 0,0 0 0,-1 0 0,1 0 0,0 0 0,0 0 0,0 0 0,0 0 0,0 0 0,-1 0 0,1 0 0,0 0 0,0 0 0,0 0 0,0 0 0,0 0 0,-1 0 0,1 0 0,0 0 0,0 0 0,0 0 0,0 0 0,0 0 0,-1 0 0,1 1 0,0-1 0,0 0 0,0 0 0,0 0 0,0 0 0,0 0 0,-1 1 0,1 11 0,5 16 0,3-1 0,1-1 0,21 39 0,32 45 0,7 15 0,-62-110-227,0-1-1,2 0 1,-1 0-1,2 0 1,19 21-1,-19-25-6598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78 24575,'-1'-1'0,"-16"-11"0,1 0 0,-2 1 0,1 1 0,-35-13 0,50 22 0,0 1 0,0-1 0,0 1 0,0-1 0,-1 1 0,1 0 0,0-1 0,0 1 0,0 0 0,-1 1 0,-3 0 0,5-1 0,0 0 0,1 1 0,-1-1 0,0 1 0,1-1 0,-1 0 0,1 1 0,-1-1 0,1 1 0,-1 0 0,1-1 0,-1 1 0,1-1 0,0 1 0,-1 0 0,1-1 0,0 1 0,-1 0 0,1-1 0,0 1 0,0 0 0,0 0 0,-1-1 0,1 1 0,0 0 0,0 0 0,0-1 0,0 1 0,1 0 0,-1 0 0,0-1 0,0 1 0,0 0 0,0-1 0,1 2 0,2 7 0,1 0 0,-1 0 0,1-1 0,1 1 0,-1-1 0,2 0 0,-1-1 0,1 1 0,0-1 0,11 10 0,-5-6 0,0 0 0,1-2 0,1 1 0,-1-1 0,21 9 0,-32-17 0,0 0 0,0 0 0,0-1 0,0 1 0,0 0 0,0-1 0,0 1 0,0-1 0,0 0 0,0 1 0,0-1 0,0 0 0,0 0 0,0-1 0,1 1 0,-1 0 0,0-1 0,0 1 0,0-1 0,0 0 0,0 1 0,0-1 0,0 0 0,-1 0 0,1 0 0,0-1 0,0 1 0,-1 0 0,1-1 0,-1 1 0,1-1 0,-1 1 0,0-1 0,1 0 0,-1 1 0,0-1 0,0 0 0,0 0 0,-1 0 0,1 0 0,0 0 0,-1 0 0,1 0 0,-1 0 0,0 0 0,1 0 0,-1-1 0,0-1 0,0-2 8,-1-1-1,1 1 1,-1-1-1,0 1 1,0 0-1,-1 0 1,0-1-1,0 1 1,0 0-1,-1 1 1,0-1-1,0 0 1,-1 1-1,1 0 1,-7-7-1,6 7-94,0 1-1,0 0 1,-1 0 0,1 0-1,-1 0 1,0 1 0,0 0-1,0 0 1,-1 1-1,1-1 1,-1 1 0,1 0-1,-1 0 1,0 1 0,0 0-1,-9-1 1,2 2-6739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24575,'-13'13'0,"1"0"0,0 0 0,0 2 0,2-1 0,-17 31 0,25-41 0,0 0 0,0 0 0,0 0 0,1 0 0,0 1 0,0-1 0,0 0 0,1 1 0,-1-1 0,1 1 0,0-1 0,0 0 0,1 1 0,-1-1 0,1 1 0,0-1 0,0 0 0,0 1 0,1-1 0,-1 0 0,1 0 0,0 0 0,1 0 0,-1-1 0,0 1 0,1 0 0,0-1 0,0 0 0,5 4 0,1 1 0,0 0 0,0-1 0,1 0 0,1-1 0,-1 0 0,1-1 0,0 0 0,0 0 0,0-2 0,13 4 0,-19-6 0,1 0 0,-1-1 0,0 1 0,1-1 0,-1 0 0,0-1 0,1 1 0,-1-1 0,0 0 0,9-3 0,-10 2 0,0 0 0,0 0 0,-1 0 0,1 0 0,-1 0 0,0-1 0,1 0 0,-1 0 0,0 0 0,-1 0 0,1 0 0,0 0 0,-1-1 0,0 1 0,3-6 0,1-5-1365,-2 0-5461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24575,'0'7'0,"2"1"0,-1 0 0,1 0 0,0-1 0,5 13 0,2 7 0,-5-13 0,8 36 0,3-1 0,2-1 0,30 59 0,-33-79-119,-2-5-131,0 0 1,2-1 0,0 0 0,23 26 0,-24-36-6577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50 24575,'-6'-5'0,"0"0"0,0 0 0,0 0 0,0 1 0,-1-1 0,1 1 0,-1 0 0,0 1 0,-14-5 0,20 8 0,0-1 0,0 1 0,0 0 0,0 0 0,0 0 0,0 0 0,0 0 0,0 0 0,0 0 0,0 0 0,1 0 0,-1 0 0,0 1 0,0-1 0,0 0 0,0 1 0,0-1 0,0 0 0,0 1 0,1-1 0,-1 1 0,0-1 0,-1 2 0,1-1 0,1 0 0,-1 1 0,0-1 0,0 0 0,1 1 0,-1-1 0,1 1 0,-1-1 0,1 0 0,0 1 0,0-1 0,-1 1 0,1 2 0,0 1 0,1 0 0,-1 0 0,1 0 0,0 0 0,0 0 0,0 0 0,4 9 0,1-3 0,0-1 0,1 0 0,0 0 0,1-1 0,0 1 0,0-2 0,1 1 0,0-1 0,1-1 0,15 11 0,-11-10 0,0 0 0,1-1 0,0 0 0,0-1 0,1-1 0,-1-1 0,24 4 0,-33-6-170,0-2-1,0 1 0,-1-1 1,1 0-1,0 0 0,0 0 1,11-3-1,-8 0-6655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 24575,'-17'3'0,"0"2"0,-23 9 0,36-13 0,0 1 0,0 0 0,0 0 0,0 0 0,1 1 0,-1-1 0,1 1 0,0-1 0,-1 1 0,2 0 0,-1 1 0,0-1 0,0 0 0,1 1 0,-4 7 0,5-8 0,0-1 0,1 1 0,-1 0 0,1 0 0,0 0 0,0 0 0,0 0 0,0 0 0,1 0 0,-1 0 0,1 0 0,-1 0 0,1-1 0,0 1 0,0 0 0,1 0 0,-1-1 0,0 1 0,1-1 0,3 5 0,4 4 0,0 0 0,21 19 0,-23-24 0,79 71 0,-85-76 0,1 0 0,-1 0 0,0 0 0,0 0 0,0 0 0,0 0 0,0 0 0,-1 0 0,1 1 0,0-1 0,0 0 0,-1 0 0,1 1 0,-1-1 0,1 1 0,-1-1 0,0 1 0,1 1 0,-1-3 0,-1 1 0,1 0 0,0 0 0,-1 0 0,1 0 0,-1-1 0,1 1 0,-1 0 0,1 0 0,-1-1 0,1 1 0,-1 0 0,0-1 0,1 1 0,-1-1 0,0 1 0,0-1 0,1 1 0,-1-1 0,0 0 0,0 1 0,0-1 0,0 0 0,0 1 0,1-1 0,-1 0 0,0 0 0,0 0 0,0 0 0,-1 0 0,-23 2 31,0-2-1,0 0 0,-48-8 1,-22-1-1518,76 8-5339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10 24575,'-12'-5'0,"-5"1"0,1 3 0,1 2 0,2 4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24575,'-3'10'0,"0"6"0,0 2 0,0-1-8191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24575,'12'31'0,"8"16"0,1 6 0,1 2 0,-1-4 0,0-1 0,0-3 0,1 0 0,0-3 0,0-1 0,0-3 0,-5-4 0,-2-4 0,-3-7 0,-5-6-8191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0 294 24575,'216'75'0,"-206"-72"0,-1 0 0,1 0 0,1-1 0,-1-1 0,0 1 0,0-2 0,13 0 0,-20 0 0,-1 0 0,1 0 0,0-1 0,-1 1 0,1-1 0,-1 1 0,1-1 0,-1 0 0,0 0 0,1-1 0,-1 1 0,0 0 0,0-1 0,1 1 0,-1-1 0,-1 0 0,1 1 0,0-1 0,0 0 0,0 0 0,-1 0 0,0-1 0,1 1 0,-1 0 0,0-1 0,0 1 0,0 0 0,0-1 0,0 1 0,-1-1 0,1 0 0,-1 1 0,1-4 0,-1 1 0,0-1 0,0 1 0,-1-1 0,0 1 0,0-1 0,0 1 0,-2-6 0,-16-38 0,8 25 0,-39-89 0,13 34 0,31 68 0,5 17 0,7 20 0,19 38 0,40 72 0,45 54 0,-31-71-1365,-74-110-5461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245 141 24575,'-40'-31'0,"9"7"0,-1 1 0,-54-30 0,84 52 0,-1-1 0,0 1 0,0 0 0,0 0 0,0 0 0,0 0 0,0 1 0,0-1 0,0 1 0,0 0 0,-4 0 0,7 0 0,-1 0 0,0 0 0,0 1 0,1-1 0,-1 0 0,0 0 0,1 1 0,-1-1 0,0 1 0,1-1 0,-1 0 0,0 1 0,1-1 0,-1 1 0,1-1 0,-1 1 0,1 0 0,-1 0 0,0 1 0,0-1 0,1 0 0,-1 1 0,1-1 0,0 1 0,-1-1 0,1 1 0,0-1 0,0 1 0,0-1 0,0 1 0,0 2 0,2 5 0,0 0 0,0 1 0,1-1 0,0 0 0,1 0 0,0-1 0,0 1 0,1-1 0,0 0 0,0 0 0,1 0 0,11 12 0,-4-7 0,0-1 0,1 0 0,0-1 0,1 0 0,30 15 0,-39-23 0,1 0 0,-1 0 0,1 0 0,0-1 0,0-1 0,1 1 0,13 1 0,-19-3 0,-1 0 0,1 0 0,0 0 0,0 0 0,-1-1 0,1 1 0,0 0 0,-1-1 0,1 1 0,0-1 0,-1 1 0,1-1 0,-1 0 0,1 0 0,-1 0 0,1 0 0,-1 0 0,1 0 0,-1 0 0,0 0 0,0-1 0,0 1 0,1 0 0,-1-1 0,0 1 0,-1-1 0,1 1 0,0-1 0,0 1 0,-1-1 0,1 0 0,-1 1 0,1-1 0,-1 0 0,0 0 0,0 1 0,0-1 0,0-2 0,0-2 7,0 1 0,-1-1 0,1 0 0,-2 0 0,1 0 1,-1 1-1,1-1 0,-2 0 0,1 1 0,0 0 0,-1-1 0,0 1 0,-1 0 0,1 1 0,-1-1 0,-6-6 0,2 3-172,0 1 0,0 0 0,-1 0 0,1 1 0,-1 0 0,-1 1 0,1 0 0,-13-5 0,8 5-6661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24575,'0'0'0,"0"0"0,0-1 0,0 1 0,0 0 0,0 0 0,0 0 0,0 0 0,0 0 0,0 0 0,0 0 0,0 0 0,0 0 0,0 0 0,1 0 0,-1-1 0,0 1 0,0 0 0,0 0 0,0 0 0,0 0 0,0 0 0,0 0 0,0 0 0,0 0 0,0 0 0,0 0 0,0 0 0,0 0 0,1 0 0,-1 0 0,0 0 0,0 0 0,0 0 0,0 0 0,0 0 0,0 0 0,0 0 0,0 0 0,0 0 0,1 0 0,-1 0 0,0 0 0,0 0 0,0 0 0,0 0 0,0 0 0,0 0 0,0 0 0,0 0 0,0 0 0,8 4 0,5 6 0,26 24 0,62 47 0,-96-77 0,1-1 0,0-1 0,0 1 0,0-1 0,0 0 0,0 0 0,0 0 0,1-1 0,-1 0 0,12 0 0,-15-1 0,0 0 0,-1 0 0,1 0 0,0-1 0,-1 1 0,1-1 0,0 0 0,-1 0 0,1 0 0,-1 0 0,6-3 0,-7 3 0,1 0 0,-1-1 0,0 1 0,1-1 0,-1 1 0,0-1 0,0 1 0,0-1 0,0 0 0,0 1 0,0-1 0,-1 0 0,1 0 0,0 0 0,-1 0 0,0 0 0,1 1 0,-1-5 0,0 3 0,0-1 0,0 1 0,-1-1 0,0 1 0,1-1 0,-1 1 0,-1 0 0,1-1 0,0 1 0,-1 0 0,-1-4 0,-8-16 0,11 22 0,0 1 0,0 0 0,0-1 0,0 1 0,-1 0 0,1-1 0,0 1 0,0 0 0,0-1 0,0 1 0,0-1 0,0 1 0,0 0 0,0-1 0,0 1 0,0 0 0,0-1 0,1 1 0,-1 0 0,0-1 0,0 1 0,0 0 0,0-1 0,0 1 0,1 0 0,-1-1 0,0 1 0,0 0 0,1 0 0,-1-1 0,1 1 0,0-1 0,0 1 0,0 0 0,-1 0 0,1 0 0,0 0 0,0 0 0,0 0 0,0 0 0,0 0 0,-1 0 0,1 0 0,1 0 0,33 13 0,-27-9 0,19 6 0,39 8 0,-59-16 0,1-1 0,0 0 0,0 0 0,0-1 0,0 0 0,0 0 0,0-1 0,-1 0 0,1-1 0,9-2 0,-15 4 0,0-1 0,0 0 0,0 0 0,0 0 0,0 0 0,0 0 0,0 0 0,0-1 0,-1 1 0,1-1 0,0 1 0,-1-1 0,1 0 0,-1 1 0,1-1 0,-1 0 0,0 0 0,0 0 0,0 0 0,0 0 0,0 0 0,-1-1 0,1 1 0,-1 0 0,1-3 0,-1 2 0,0 1 0,0-1 0,0 0 0,-1 1 0,1-1 0,-1 1 0,1-1 0,-1 1 0,0-1 0,0 1 0,0 0 0,-1-1 0,1 1 0,0 0 0,-1 0 0,0 0 0,1 0 0,-1 0 0,0 0 0,0 1 0,-4-4 0,-11-5-170,-2-1-1,1 2 0,-1 1 1,-1 0-1,1 2 0,-1 0 1,-34-6-1,32 9-6655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207 385 24575,'-43'-5'0,"17"2"0,0 0 0,-52 3 0,77 0 0,-1 1 0,0-1 0,1 0 0,-1 0 0,0 1 0,1-1 0,-1 1 0,1-1 0,-1 1 0,1 0 0,-1-1 0,1 1 0,-1 0 0,1 0 0,0 0 0,-1 0 0,1 0 0,0 0 0,0 1 0,-2 1 0,3-1 0,-1-1 0,1 1 0,0-1 0,-1 1 0,1-1 0,0 1 0,0-1 0,0 1 0,0 0 0,0-1 0,1 1 0,-1-1 0,0 1 0,1-1 0,-1 1 0,1-1 0,0 1 0,-1-1 0,1 0 0,0 1 0,2 2 0,2 3 0,1 1 0,1-1 0,-1 0 0,1 0 0,1-1 0,-1 0 0,1 0 0,16 9 0,-12-9 0,0 0 0,0-1 0,0 0 0,1-1 0,-1-1 0,16 3 0,-22-5 0,-1 0 0,1-1 0,0 1 0,-1-1 0,1-1 0,0 1 0,-1-1 0,1 0 0,10-3 0,-14 3 0,0-1 0,1 1 0,-1 0 0,0-1 0,0 1 0,0-1 0,0 0 0,0 0 0,0 0 0,0 0 0,0 0 0,-1 0 0,1 0 0,-1-1 0,0 1 0,0 0 0,1-1 0,-2 1 0,1-1 0,0 1 0,0-1 0,-1 0 0,1-3 0,0-5 0,-1 0 0,0-1 0,0 1 0,-1-1 0,-1 1 0,0 0 0,0 0 0,-6-13 0,-3-7 0,-24-46 0,7 23 0,-2 1 0,-55-70 0,84 121 0,-1 0 0,1 0 0,0 0 0,-1 1 0,1-1 0,-1 0 0,0 1 0,0-1 0,1 1 0,-1 0 0,-4-3 0,6 4 0,0 0 0,0 0 0,0 0 0,0 0 0,0 0 0,-1 0 0,1 0 0,0 0 0,0 0 0,0 0 0,0 1 0,0-1 0,-1 0 0,1 0 0,0 0 0,0 0 0,0 0 0,0 0 0,0 0 0,-1 0 0,1 0 0,0 0 0,0 0 0,0 1 0,0-1 0,0 0 0,0 0 0,0 0 0,0 0 0,0 0 0,0 0 0,-1 1 0,1-1 0,0 0 0,0 0 0,0 0 0,0 0 0,0 0 0,0 1 0,0-1 0,0 0 0,0 0 0,0 0 0,0 0 0,0 0 0,0 1 0,1 7 0,-1-7 0,5 19 0,1 0 0,1 0 0,12 24 0,-3-6 0,56 121 0,-29-66 0,-5-21-1365,-27-53-5461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64 24575,'3'-2'0,"0"1"0,0 0 0,0 0 0,0 0 0,0 0 0,1 1 0,-1-1 0,0 1 0,0 0 0,1 0 0,-1 0 0,0 0 0,0 1 0,1-1 0,2 2 0,-3-1 0,-1 1 0,1-1 0,-1 1 0,1-1 0,-1 1 0,0 0 0,0 0 0,0 0 0,0 0 0,0 0 0,-1 1 0,1-1 0,0 1 0,-1-1 0,0 1 0,0-1 0,2 5 0,1 7 0,0 1 0,-1 0 0,0 0 0,-2 0 0,1 0 0,-2 0 0,0 0 0,-3 23 0,3-36 0,-1-1 0,1 0 0,0 1 0,0-1 0,-1 0 0,1 1 0,-1-1 0,1 0 0,-1 0 0,0 1 0,1-1 0,-1 0 0,0 0 0,0 0 0,0 0 0,0 0 0,0 0 0,0 0 0,0 0 0,-2 1 0,1-1 0,0 0 0,0-1 0,0 1 0,-1 0 0,1-1 0,0 1 0,-1-1 0,1 0 0,0 0 0,-1 0 0,-2 0 0,-2-1 0,0 0 0,0-1 0,0 1 0,0-2 0,0 1 0,-12-7 0,3-1 0,1 0 0,0-1 0,1-1 0,0-1 0,1 0 0,-15-19 0,23 26 0,0-1 0,0-1 0,1 1 0,0-1 0,0 1 0,1-1 0,0 0 0,0 0 0,-2-14 0,5 19 0,-1-1 0,1 1 0,0 0 0,0 0 0,0 0 0,1-1 0,-1 1 0,1 0 0,0 0 0,-1 0 0,1 0 0,2-4 0,-1 5 0,-1 0 0,0 0 0,1 0 0,0 0 0,-1 0 0,1 0 0,0 1 0,0-1 0,0 1 0,0-1 0,0 1 0,0 0 0,0 0 0,1 0 0,-1 0 0,0 0 0,1 1 0,2-2 0,5 0 15,1 1 0,-1-1 0,1 2 0,0-1 0,-1 2 0,1-1 0,19 5 0,-24-4-121,1 1 0,-1-1 0,0 2 0,0-1 0,0 1 0,0-1-1,0 2 1,0-1 0,-1 1 0,0-1 0,1 2 0,-1-1 0,7 9 0,-5-3-6720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7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24575,'4'5'0,"34"34"0,2-2 0,79 58 0,-114-92 0,0 0 0,0 0 0,0-1 0,1 1 0,-1-1 0,1 0 0,11 2 0,-15-4 0,0 0 0,0 0 0,0 0 0,1 0 0,-1 0 0,0 0 0,0 0 0,0-1 0,0 1 0,0-1 0,0 0 0,1 1 0,-1-1 0,-1 0 0,1 0 0,0 0 0,0-1 0,0 1 0,0 0 0,-1-1 0,1 1 0,-1-1 0,3-2 0,-2 1 0,0 1 0,0-1 0,0 0 0,-1 0 0,1 1 0,-1-1 0,1 0 0,-1 0 0,0 0 0,0-1 0,-1 1 0,1 0 0,-1 0 0,1 0 0,-1-1 0,0 1 0,0 0 0,0 0 0,-1-1 0,1 1 0,-1 0 0,0 0 0,0 0 0,0 0 0,0 0 0,0 0 0,-3-4 0,4 7 0,-1-1 0,1 1 0,0 0 0,0-1 0,-1 1 0,1 0 0,0-1 0,-1 1 0,1 0 0,0 0 0,-1-1 0,1 1 0,0 0 0,-1 0 0,1-1 0,-1 1 0,1 0 0,-1 0 0,1 0 0,0 0 0,-1 0 0,1 0 0,-1 0 0,1 0 0,-1 0 0,1 0 0,0 0 0,-1 0 0,1 0 0,-1 0 0,1 0 0,-1 0 0,1 1 0,0-1 0,-1 0 0,1 0 0,-1 0 0,1 1 0,0-1 0,-1 0 0,1 1 0,0-1 0,0 0 0,-1 1 0,1-1 0,0 0 0,-1 1 0,1-1 0,0 0 0,0 1 0,0-1 0,-1 1 0,0 2 0,-1 0 0,1 0 0,-1 0 0,1 0 0,-1 6 0,0 0 0,1-1 0,1 1 0,0 0 0,0-1 0,1 1 0,0 0 0,3 10 0,19 59 0,-22-75 0,24 62 0,67 120 0,-66-135 0,-25-50 0,4 9 0,0 1 0,0-1 0,-1 1 0,0 0 0,-1 0 0,0 1 0,2 12 0,-5-22 0,0 0 0,1-1 0,-1 1 0,0 0 0,0 0 0,0-1 0,0 1 0,-1 0 0,1 0 0,0-1 0,0 1 0,0 0 0,0 0 0,-1-1 0,1 1 0,0 0 0,-1-1 0,1 1 0,-1-1 0,1 1 0,-1 0 0,1-1 0,-1 1 0,1-1 0,-1 1 0,1-1 0,-1 1 0,0-1 0,1 0 0,-1 1 0,0-1 0,1 0 0,-1 1 0,0-1 0,1 0 0,-1 0 0,0 0 0,0 0 0,1 0 0,-1 1 0,0-1 0,0-1 0,1 1 0,-1 0 0,0 0 0,-1 0 0,-2-1 0,0 0 0,0 0 0,0 0 0,0-1 0,1 1 0,-1-1 0,-4-3 0,-8-5 0,0-1 0,1-1 0,0-1 0,1 0 0,0-1 0,-14-19 0,20 23 0,1-1 0,1 1 0,0-1 0,0 0 0,1-1 0,0 1 0,1-1 0,0 0 0,1 0 0,-2-23 0,4 29-97,2-1-1,-1 1 1,0 0-1,1 0 1,1 0-1,-1-1 1,1 1-1,0 0 1,0 1-1,0-1 1,1 0-1,0 1 0,6-9 1,-3 4-6729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211 135 24575,'-37'-32'0,"17"14"0,-1 1 0,0 1 0,-2 0 0,-27-13 0,49 28 0,0 0 0,0 1 0,-1-1 0,1 0 0,0 1 0,0-1 0,0 1 0,0 0 0,-1-1 0,1 1 0,0 0 0,-1 0 0,1 0 0,0 0 0,0 0 0,-1 0 0,1 0 0,0 0 0,0 1 0,-1-1 0,1 0 0,0 1 0,0-1 0,0 1 0,-3 1 0,4-1 0,-1 0 0,0 1 0,1-1 0,-1 0 0,1 1 0,-1-1 0,1 1 0,0-1 0,-1 1 0,1-1 0,0 1 0,0-1 0,0 1 0,0-1 0,0 1 0,1-1 0,-1 0 0,0 1 0,1-1 0,-1 1 0,2 1 0,1 6 0,1 0 0,0 0 0,1-1 0,0 0 0,0 0 0,1 0 0,8 9 0,2 0 0,34 28 0,-40-38 0,0 0 0,0-1 0,0 0 0,1 0 0,0-1 0,0-1 0,0 0 0,1 0 0,-1-1 0,20 3 0,-29-6 0,0 0 0,0 0 0,-1 0 0,1 0 0,0 0 0,-1 0 0,1 0 0,0 0 0,-1-1 0,1 1 0,0-1 0,-1 1 0,1-1 0,-1 0 0,1 0 0,-1 1 0,1-1 0,-1 0 0,0 0 0,1 0 0,-1-1 0,0 1 0,0 0 0,0 0 0,0-1 0,0 1 0,1-2 0,-1 1 0,0-1 0,0 1 0,-1-1 0,1 1 0,-1 0 0,0-1 0,1 1 0,-1-1 0,0 1 0,0-1 0,-1 1 0,1-1 0,0 1 0,-1-1 0,0 1 0,1 0 0,-1-1 0,-2-2 0,-1-4 0,-1 0 0,-1 0 0,0 1 0,0 0 0,-1 0 0,0 0 0,0 1 0,-1 0 0,0 0 0,0 1 0,-18-10 0,14 9 0,-1 0 0,-1 1 0,1 1 0,-1 0 0,0 1 0,-1 1 0,-27-4 0,35 7-341,-1 0 0,1 0-1,-9 2 1,1 1-6485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24575,'10'23'0,"1"-2"0,17 27 0,-22-38 0,1-1 0,1 0 0,-1 0 0,1-1 0,1 0 0,17 13 0,-24-20 0,-1 0 0,1 1 0,0-1 0,0 0 0,0 0 0,0-1 0,0 1 0,0 0 0,0-1 0,0 1 0,0-1 0,0 1 0,0-1 0,0 0 0,1 0 0,-1 0 0,0 0 0,0-1 0,0 1 0,0 0 0,0-1 0,0 0 0,0 1 0,0-1 0,0 0 0,0 0 0,0 0 0,0 0 0,-1 0 0,1-1 0,0 1 0,-1 0 0,1-1 0,-1 1 0,1-1 0,1-3 0,1-1 0,0 0 0,0 0 0,-1-1 0,0 1 0,-1-1 0,1 1 0,-1-1 0,0 0 0,-1 0 0,1-7 0,-2 12 0,1-2 0,-1 0 0,0 1 0,1-1 0,0 1 0,2-7 0,-2 9 0,-1 0 0,0 1 0,1-1 0,-1 1 0,0-1 0,1 0 0,-1 1 0,1-1 0,-1 1 0,1-1 0,-1 1 0,1 0 0,0-1 0,-1 1 0,1 0 0,-1-1 0,1 1 0,0 0 0,-1-1 0,1 1 0,0 0 0,-1 0 0,1 0 0,0 0 0,0 0 0,-1 0 0,1 0 0,0 0 0,-1 0 0,1 0 0,0 0 0,-1 0 0,1 1 0,0-1 0,-1 0 0,1 0 0,0 1 0,0-1 0,6 5 0,1-1 0,-1 1 0,0 0 0,-1 0 0,1 1 0,-1 0 0,6 7 0,16 15 0,-8-10-682,20 23-1,-32-33-6143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24575,'2'16'0,"0"-1"0,1 1 0,0 0 0,8 20 0,-6-20 0,22 62 0,56 112 0,-79-182 0,4 11 0,1-1 0,1-1 0,0 0 0,2 0 0,0-1 0,15 15 0,-15-21-1365,-1-3-5461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38 24575,'-3'0'0,"1"0"0,-1 1 0,1-1 0,-1 1 0,1 0 0,0 0 0,-1 0 0,1 0 0,0 0 0,0 0 0,0 1 0,0-1 0,0 1 0,0 0 0,0-1 0,0 1 0,1 0 0,-1 0 0,0 0 0,1 0 0,0 0 0,0 0 0,-1 1 0,0 2 0,0-1 0,1 0 0,-1 0 0,1 0 0,0 1 0,0-1 0,0 0 0,0 1 0,1-1 0,0 1 0,0-1 0,0 1 0,2 8 0,-1-9 0,1 1 0,0-1 0,0 1 0,0-1 0,1 0 0,0 0 0,-1 0 0,1 0 0,1 0 0,-1 0 0,0-1 0,1 0 0,0 0 0,0 0 0,0 0 0,0 0 0,0-1 0,1 0 0,-1 0 0,9 3 0,1-1 0,0-1 0,0 0 0,0 0 0,0-2 0,27 1 0,-24-2 0,-1-1 0,1-1 0,-1 0 0,31-9 0,-42 10 0,-1 0 0,1-1 0,-1 0 0,0 0 0,0 0 0,0 0 0,0-1 0,0 0 0,0 1 0,0-1 0,-1-1 0,0 1 0,1 0 0,-1-1 0,-1 0 0,1 0 0,0 1 0,-1-2 0,0 1 0,0 0 0,3-9 0,-4 9 0,-1 0 0,0 1 0,1-1 0,-1 0 0,-1 0 0,1 0 0,0 1 0,-1-1 0,0 0 0,0 1 0,0-1 0,0 0 0,-1 1 0,1-1 0,-1 1 0,0 0 0,0 0 0,0-1 0,0 1 0,-1 1 0,1-1 0,-5-4 0,3 3 0,-1 1 0,1-1 0,-1 1 0,1 0 0,-1 0 0,0 1 0,0-1 0,0 1 0,0 0 0,-1 1 0,1-1 0,-1 1 0,1 0 0,-10 0 0,14 0 0,-1 1 0,1 0 0,0 1 0,0-1 0,-1 0 0,1 0 0,0 0 0,0 1 0,-1-1 0,1 1 0,0-1 0,0 1 0,0-1 0,0 1 0,0 0 0,0-1 0,0 1 0,0 0 0,0 0 0,0 0 0,0 0 0,-1 1 0,1 0 0,0 0 0,1 0 0,-1 0 0,0 0 0,1 0 0,-1 0 0,1 0 0,0 1 0,-1-1 0,1 0 0,0 0 0,1 3 0,0 1 0,0 0 0,0 0 0,0-1 0,1 1 0,0 0 0,0-1 0,1 1 0,5 9 0,2-4 0,0 0 0,1-1 0,1 0 0,0-1 0,0 0 0,1-1 0,21 11 0,-18-11 0,1-1 0,0 0 0,34 8 0,-40-12 0,0-1 0,0-1 0,0 0 0,1 0 0,-1-1 0,0-1 0,18-2 0,-24 2 0,0-1 0,-1 0 0,1 0 0,0 0 0,-1 0 0,1-1 0,-1 0 0,1 0 0,-1 0 0,0 0 0,-1-1 0,1 1 0,-1-1 0,1 0 0,-1 0 0,0-1 0,-1 1 0,1 0 0,-1-1 0,1 0 0,-1 0 0,-1 1 0,3-9 0,-3 6 0,1 1 0,-1-1 0,0 1 0,-1-1 0,1 1 0,-1-1 0,-1 0 0,1 1 0,-1-1 0,0 1 0,-1-1 0,1 1 0,-1-1 0,-1 1 0,1 0 0,-1 0 0,0 0 0,-4-5 0,4 7 0,0 0 0,0 1 0,0 0 0,-1-1 0,0 1 0,1 1 0,-9-6 0,11 7 0,-1 1 0,1-1 0,0 0 0,0 1 0,-1-1 0,1 1 0,-1 0 0,1-1 0,0 1 0,-1 0 0,1 0 0,-1 0 0,1 0 0,0 0 0,-1 0 0,1 0 0,-1 0 0,1 0 0,0 1 0,-1-1 0,1 1 0,0-1 0,-1 1 0,1-1 0,0 1 0,0 0 0,0 0 0,-1-1 0,0 3 0,-1-1 0,1 1 0,0 0 0,0 0 0,0 0 0,0 0 0,0 0 0,1 0 0,0 0 0,-1 1 0,1-1 0,0 0 0,1 1 0,-1-1 0,0 1 0,1 3 0,0-1 0,0-1 0,1 0 0,0 0 0,0 1 0,0-1 0,1 0 0,0 0 0,0 0 0,3 6 0,2 0 0,1 1 0,0-1 0,0 0 0,1-1 0,0 1 0,22 16 0,-18-18 0,1 0 0,0-1 0,0 0 0,1-1 0,0-1 0,0 0 0,0-1 0,1-1 0,0 0 0,0-1 0,0-1 0,31 1 0,-39-4-151,0 1-1,-1-1 0,1-1 0,-1 1 1,0-1-1,1-1 0,-1 1 1,8-5-1,-6 2-6674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108 236 24575,'25'124'0,"7"28"0,-30-146 0,3 11 0,0 0 0,0 0 0,2-1 0,14 25 0,-21-39 0,1-1 0,0 0 0,0 0 0,-1-1 0,1 1 0,0 0 0,0 0 0,0 0 0,0 0 0,0-1 0,0 1 0,0-1 0,1 1 0,-1 0 0,0-1 0,2 1 0,-3-1 0,1 0 0,-1 0 0,0 0 0,1 0 0,-1 0 0,0 0 0,1 0 0,-1 0 0,0 0 0,1-1 0,-1 1 0,0 0 0,0 0 0,1 0 0,-1 0 0,0 0 0,1-1 0,-1 1 0,0 0 0,0 0 0,1-1 0,-1 1 0,0-1 0,1 1 0,-1-1 0,1 0 0,-1 0 0,0 0 0,0 0 0,1 0 0,-1 0 0,0 0 0,0 0 0,0 0 0,0 0 0,0-1 0,-2-8 0,0 0 0,-1 1 0,1-1 0,-2 0 0,-8-16 0,3 5 0,-3-7 0,-16-39 0,-32-114 0,55 161 0,-14-75 0,17 85 0,1-1 0,1 1 0,0 0 0,0-1 0,1 1 0,4-21 0,-5 29 0,1 0 0,0-1 0,-1 1 0,1 0 0,0 0 0,0 0 0,1 0 0,-1 0 0,0 0 0,1 0 0,-1 1 0,1-1 0,-1 0 0,1 1 0,0-1 0,0 1 0,0-1 0,-1 1 0,1 0 0,1 0 0,-1 0 0,0 0 0,0 0 0,0 1 0,0-1 0,1 1 0,-1-1 0,0 1 0,1 0 0,-1 0 0,0 0 0,0 0 0,1 0 0,3 1 0,2 1 0,0-1 0,0 2 0,0-1 0,0 1 0,-1 0 0,1 1 0,-1 0 0,10 7 0,2 3 0,32 30 0,-43-36 0,-1 0 0,0 0 0,0 1 0,-1-1 0,0 2 0,6 12 0,-11-20 0,0 1 0,0 0 0,0 0 0,0 0 0,0 0 0,-1 0 0,1-1 0,-1 1 0,0 0 0,0 0 0,0 0 0,0 0 0,-1 0 0,1 0 0,-1 0 0,0 0 0,1 0 0,-2 0 0,1-1 0,-2 5 0,1-3 0,-1-1 0,1 0 0,-1 0 0,0 0 0,0 0 0,0 0 0,0-1 0,-1 1 0,1-1 0,-1 0 0,1 0 0,-1 0 0,0-1 0,-6 3 0,-4 0 0,-1-1 0,0 0 0,-1-1 0,-16 0 0,-64-3 0,45-1 0,22 2-1365,4 0-5461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1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47 24575,'-85'-34'0,"76"31"0,-1 0 0,0 1 0,0 0 0,0 1 0,-1 0 0,-17 1 0,26 0 0,0 0 0,-1 0 0,1 1 0,0-1 0,-1 1 0,1 0 0,0-1 0,0 1 0,0 0 0,0 0 0,0 1 0,0-1 0,0 0 0,0 1 0,0-1 0,1 1 0,-1 0 0,-2 3 0,2-2 0,0 0 0,0 1 0,1-1 0,-1 1 0,1 0 0,0-1 0,0 1 0,0 0 0,1 0 0,-1 6 0,1 2 0,1 0 0,0 0 0,0 0 0,1 0 0,1 0 0,6 15 0,-4-14 0,1-1 0,0-1 0,1 1 0,1-1 0,0-1 0,0 1 0,1-1 0,0 0 0,1-1 0,0-1 0,1 1 0,-1-1 0,2-1 0,19 10 0,-23-13-91,0-1 0,1 0 0,-1 0 0,1-1 0,0 0 0,0-1 0,0 0 0,-1 0 0,1-1 0,0 0 0,0-1 0,0 0 0,0 0 0,15-5 0,-15 3-6735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56 24575,'-3'9'0,"0"1"0,0 0 0,1 0 0,1-1 0,0 1 0,0 0 0,1 0 0,1 14 0,-1-20 0,1 0 0,0 1 0,0-1 0,0 0 0,1 0 0,0 0 0,-1 0 0,1 0 0,1 0 0,-1-1 0,0 1 0,1-1 0,0 1 0,0-1 0,0 0 0,0 0 0,0-1 0,1 1 0,-1 0 0,1-1 0,6 3 0,-5-3 0,0 1 0,0-2 0,0 1 0,0 0 0,0-1 0,1 0 0,-1-1 0,1 1 0,-1-1 0,0 0 0,1 0 0,-1 0 0,1-1 0,6-2 0,-11 3 0,0-1 0,1 1 0,-1-1 0,0 1 0,0-1 0,0 0 0,0 0 0,0 1 0,0-1 0,-1 0 0,1 0 0,0 0 0,0 0 0,-1 0 0,1 0 0,0 0 0,-1 0 0,1 0 0,-1-1 0,1 0 0,-1-1 0,1 1 0,-1-1 0,0 1 0,0 0 0,0-1 0,0 1 0,-1-1 0,1 1 0,-2-5 0,-1-2 0,-1 0 0,0 1 0,0-1 0,-7-8 0,0 1 0,-1 0 0,0 1 0,-2 0 0,1 1 0,-2 1 0,0 0 0,0 1 0,-23-13 0,37 24 0,0 0 0,0 1 0,0-1 0,-1 0 0,1 1 0,0-1 0,-1 1 0,1-1 0,0 1 0,-1 0 0,1-1 0,-1 1 0,1 0 0,0 0 0,-1 0 0,1 0 0,-1 0 0,1 1 0,0-1 0,-3 1 0,3-1 0,0 1 0,0 0 0,0 0 0,0 0 0,-1 0 0,2 0 0,-1 0 0,0 0 0,0 0 0,0 0 0,0 0 0,1 0 0,-1 1 0,0-1 0,1 0 0,-1 0 0,1 2 0,-2 2 0,1 0 0,1-1 0,-1 1 0,1 0 0,0 0 0,0 0 0,0 0 0,0-1 0,1 1 0,2 8 0,-2-9-195,1-1 0,-1 0 0,1 0 0,0 0 0,0 0 0,3 4 0,4 3-6631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24575,'0'0'0,"-1"0"0,1 0 0,0 1 0,-1-1 0,1 0 0,0 0 0,-1 0 0,1 0 0,0 0 0,0 0 0,-1 0 0,1 1 0,0-1 0,0 0 0,-1 0 0,1 0 0,0 1 0,0-1 0,0 0 0,-1 0 0,1 1 0,0-1 0,0 0 0,0 0 0,0 1 0,0-1 0,-1 0 0,1 1 0,0-1 0,0 0 0,0 1 0,0-1 0,0 0 0,0 0 0,0 1 0,0-1 0,0 0 0,0 1 0,0-1 0,0 0 0,0 1 0,1-1 0,-1 0 0,0 0 0,0 1 0,0-1 0,0 1 0,8 16 0,-7-14 0,4 7 0,1-1 0,0 1 0,12 15 0,-16-23 0,0 1 0,1 0 0,0-1 0,-1 1 0,1-1 0,0 0 0,0 0 0,0 0 0,0 0 0,1 0 0,-1-1 0,0 0 0,1 1 0,-1-1 0,6 1 0,-8-2 0,0 0 0,0 0 0,0 0 0,0-1 0,0 1 0,1 0 0,-1 0 0,0-1 0,0 1 0,0 0 0,0-1 0,-1 1 0,1-1 0,0 1 0,0-1 0,0 0 0,0 1 0,0-1 0,-1 0 0,1 0 0,0 1 0,-1-1 0,1 0 0,0 0 0,-1 0 0,1 0 0,-1 0 0,0 0 0,1-2 0,1-3 0,0-1 0,0 0 0,0-11 0,0 4 0,0-7 0,-1 16 0,-1 0 0,1 1 0,0-1 0,0 0 0,3-8 0,-4 12 0,0 1 0,1-1 0,-1 1 0,0-1 0,0 1 0,1-1 0,-1 1 0,0 0 0,1-1 0,-1 1 0,1 0 0,-1-1 0,0 1 0,1 0 0,-1 0 0,1-1 0,-1 1 0,1 0 0,-1 0 0,1 0 0,-1-1 0,1 1 0,-1 0 0,1 0 0,0 0 0,0 0 0,0 0 0,1 1 0,-1-1 0,0 0 0,0 1 0,1-1 0,-1 1 0,0-1 0,0 1 0,1 0 0,25 21 0,-25-20 0,15 17-273,-1 0 0,-1 1 0,0 0 0,17 33 0,-26-42-6553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24575,'40'90'0,"-5"3"0,41 169 0,-76-259 0,2 3 0,-1 1 0,0-1 0,0 12 0,-1-17 0,0-1 0,1 1 0,-1-1 0,0 1 0,0 0 0,0-1 0,0 1 0,-1-1 0,1 1 0,0-1 0,0 1 0,0 0 0,0-1 0,-1 1 0,1-1 0,0 1 0,0-1 0,-1 1 0,1-1 0,0 0 0,-1 1 0,1-1 0,-1 1 0,1-1 0,0 0 0,-1 1 0,1-1 0,-1 0 0,1 1 0,-1-1 0,1 0 0,-1 0 0,1 1 0,-1-1 0,0 0 0,1 0 0,-1 0 0,1 0 0,-1 0 0,1 0 0,-1 0 0,1 0 0,-1 0 0,0 0 0,1 0 0,-1 0 0,1 0 0,-1-1 0,1 1 0,-1 0 0,1 0 0,-1 0 0,1-1 0,-1 1 0,1 0 0,-1-1 0,-5-2 0,1-1 0,0 1 0,0-1 0,0 0 0,1 0 0,-1-1 0,1 1 0,-7-11 0,3 3 0,0-1 0,-10-21 0,15 27 0,-3-4 0,0-1 0,2-1 0,-1 1 0,1-1 0,-2-18 0,5 30 0,1 0 0,0 0 0,0 0 0,0-1 0,0 1 0,0 0 0,0 0 0,0 0 0,1 0 0,-1 0 0,0 0 0,1 0 0,-1 0 0,0 0 0,1 0 0,0 0 0,-1 0 0,1 0 0,-1 0 0,1 0 0,0 0 0,0 1 0,1-2 0,-1 1 0,1 0 0,-1 1 0,1-1 0,0 0 0,-1 1 0,1 0 0,0-1 0,-1 1 0,1 0 0,0 0 0,-1 0 0,1 0 0,2 0 0,4 1 0,0 1 0,0 0 0,-1 0 0,1 1 0,9 4 0,22 15 0,-1 1 0,39 32 0,30 19 0,-89-63 0,0-2 0,1 0 0,0 0 0,25 6 0,-40-14 0,1 0 0,-1 0 0,0 0 0,1-1 0,-1 0 0,0 1 0,1-2 0,-1 1 0,0 0 0,1-1 0,-1 0 0,4-1 0,-6 1 0,0 0 0,0 0 0,0 0 0,0 0 0,0 0 0,-1 0 0,1-1 0,0 1 0,-1 0 0,1-1 0,-1 0 0,0 1 0,1-1 0,-1 0 0,0 1 0,0-1 0,0 0 0,0 0 0,0 0 0,-1 0 0,1 0 0,-1 0 0,1 0 0,-1 0 0,0 0 0,1-4 0,-2-1 0,1 1 0,-1 0 0,0-1 0,-1 1 0,0 0 0,0 0 0,0 0 0,0 0 0,-1 0 0,0 1 0,0-1 0,-1 1 0,1 0 0,-1 0 0,-1 0 0,-6-6 0,10 10 0,0 0 0,0 0 0,-1 0 0,1 1 0,0-1 0,-1 0 0,1 1 0,-1 0 0,1-1 0,-1 1 0,1 0 0,-1-1 0,1 1 0,-1 0 0,1 0 0,-1 0 0,1 0 0,-1 1 0,1-1 0,-1 0 0,1 0 0,0 1 0,-1-1 0,1 1 0,-1 0 0,1-1 0,0 1 0,-1 0 0,1 0 0,0 0 0,0 0 0,0 0 0,0 0 0,-2 1 0,1 1 0,-1 1 0,1-1 0,-1 0 0,1 0 0,0 1 0,0-1 0,1 1 0,-1 0 0,1-1 0,0 1 0,0 0 0,-1 5 0,1 5-1365,1-1-5461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24575,'5'-8'0,"2"1"0,0 3 0,-5 3 0,-2 4 0,-3 4 0,-2 3 0,1 0-8191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24575,'105'179'0,"-101"-174"0,-1-1 0,0 1 0,1 0 0,0-1 0,0 0 0,5 5 0,-8-9 0,-1 0 0,1 1 0,0-1 0,-1 1 0,1-1 0,-1 0 0,1 0 0,0 1 0,-1-1 0,1 0 0,-1 0 0,1 0 0,0 0 0,-1 0 0,1 1 0,0-1 0,-1 0 0,1-1 0,0 1 0,-1 0 0,1 0 0,0 0 0,1-1 0,-1 1 0,-1-1 0,1 0 0,0 0 0,0 0 0,0 0 0,-1 0 0,1-1 0,0 1 0,-1 0 0,1 0 0,-1 0 0,0-1 0,1 1 0,-1 0 0,0 0 0,0-1 0,1-1 0,0-17 0,0 1 0,-3-23 0,1 19 0,2-24 0,-1 45 0,0 0 0,0 1 0,0-1 0,0 1 0,1-1 0,-1 1 0,1-1 0,-1 1 0,1-1 0,-1 1 0,1 0 0,0-1 0,-1 1 0,1 0 0,0-1 0,0 1 0,0 0 0,0 0 0,0 0 0,0 0 0,0 0 0,1 0 0,-1 0 0,2-1 0,-1 2 0,0-1 0,0 1 0,0 0 0,-1 0 0,1 0 0,0 0 0,0 0 0,0 0 0,0 1 0,0-1 0,0 0 0,0 1 0,-1 0 0,1-1 0,0 1 0,0 0 0,-1 0 0,1 0 0,1 2 0,6 3 0,-1 0 0,0 1 0,0 0 0,-1 1 0,0 0 0,-1 0 0,8 12 0,34 66 0,-45-82 0,9 25-1365,-9-16-5461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24575,'6'17'0,"0"-1"0,1 0 0,0-1 0,2 1 0,0-2 0,0 1 0,2-1 0,0-1 0,23 24 0,-32-35 0,1 0 0,0 0 0,0-1 0,-1 1 0,1 0 0,0-1 0,1 0 0,-1 1 0,0-1 0,0 0 0,0-1 0,1 1 0,-1-1 0,0 1 0,1-1 0,-1 0 0,0 0 0,1-1 0,-1 1 0,6-2 0,-7 1 0,1 0 0,-1 0 0,1 0 0,-1 0 0,0 0 0,0-1 0,1 1 0,-1-1 0,0 0 0,0 0 0,-1 0 0,1 0 0,0 0 0,0 0 0,-1 0 0,0 0 0,1-1 0,-1 1 0,0 0 0,0-1 0,0 1 0,0-1 0,-1 0 0,1 1 0,-1-1 0,1-2 0,0-23 0,-2 23 0,1 0 0,0 0 0,1 0 0,-1 0 0,1-1 0,0 1 0,0 0 0,1 0 0,3-8 0,-5 13 0,0-1 0,1 1 0,-1-1 0,1 0 0,0 1 0,-1-1 0,1 1 0,-1-1 0,1 1 0,0-1 0,-1 1 0,1-1 0,0 1 0,-1 0 0,1 0 0,0-1 0,0 1 0,-1 0 0,1 0 0,0 0 0,0 0 0,0 0 0,-1 0 0,1 0 0,0 0 0,0 0 0,0 0 0,-1 0 0,1 0 0,0 0 0,0 1 0,-1-1 0,1 0 0,0 1 0,0-1 0,-1 0 0,1 1 0,-1-1 0,1 1 0,0-1 0,0 2 0,4 2 0,1 0 0,-1 1 0,7 8 0,-10-10 0,6 5 0,37 39 0,-41-44 0,0 1 0,1 0 0,-1-1 0,1 0 0,0 0 0,0-1 0,0 1 0,10 2 0,-13-4 0,-1-1 0,0 0 0,0 0 0,0 0 0,0 1 0,1-1 0,-1-1 0,0 1 0,0 0 0,0 0 0,0 0 0,0-1 0,1 1 0,-1 0 0,0-1 0,0 1 0,0-1 0,0 1 0,0-1 0,1-1 0,0 1 0,-1-1 0,1 0 0,-1 1 0,1-1 0,-1 0 0,0 0 0,0 0 0,0 0 0,0 0 0,0-3 0,1-3 0,0-1 0,0 0 0,-1 1 0,0-13 0,-1 13 0,1 1 0,-1 0 0,2 0 0,-1 0 0,5-11 0,-6 16 0,1 1 0,0-1 0,-1 1 0,1 0 0,0-1 0,0 1 0,0 0 0,0 0 0,0-1 0,0 1 0,0 0 0,0 0 0,3-2 0,-3 3 0,0 0 0,0 0 0,0-1 0,0 1 0,0 0 0,0 0 0,0 0 0,0 0 0,0 0 0,0 0 0,0 0 0,0 0 0,0 0 0,0 1 0,0-1 0,0 0 0,0 1 0,0-1 0,0 0 0,-1 1 0,1-1 0,0 1 0,0 0 0,1 0 0,4 5 0,0 0 0,0 1 0,0 0 0,-1 0 0,0 0 0,0 1 0,5 10 0,-2-3 0,4 5-273,-2 0 0,0 0 0,-1 1 0,7 24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32 24575,'5'-10'0,"0"-1"0,-5 4 0,-4 3 0,-1 5 0,-3 2 0,-2 4 0,0-1-8191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24575,'12'13'0,"-1"0"0,0 1 0,-1 1 0,15 27 0,24 67 0,-33-73 0,33 93 0,16 34 0,-44-125-1365,-15-29-5461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295 152 24575,'-28'-25'0,"-11"-8"0,-2 1 0,4 6 0,5 8 0,6 6 0,5 6 0,1 7 0,1 2 0,2 4 0,3 0-8191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6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24575,'3'9'0,"1"1"0,0-1 0,1 0 0,0-1 0,11 15 0,35 33 0,-48-52 0,-1-2 0,0 0 0,0 0 0,0-1 0,1 1 0,-1-1 0,0 1 0,1-1 0,-1 0 0,1 0 0,-1 0 0,1 0 0,-1 0 0,1-1 0,0 1 0,-1-1 0,1 1 0,3-1 0,-4 0 0,0-1 0,0 1 0,-1 0 0,1-1 0,0 1 0,0-1 0,-1 0 0,1 1 0,0-1 0,-1 0 0,1 0 0,-1 0 0,1 0 0,-1 0 0,0 0 0,1-1 0,-1 1 0,0 0 0,0-1 0,0 1 0,0-1 0,0 1 0,0-1 0,0 0 0,-1 1 0,2-4 0,3-15 0,-1-1 0,-1 1 0,0-1 0,-2 1 0,-2-40 0,2-29 0,-1 88 0,0 0 0,0 0 0,0 0 0,0 0 0,0 0 0,1 0 0,-1 0 0,0 0 0,0 0 0,1 1 0,-1-1 0,0 0 0,1 0 0,-1 0 0,1 1 0,-1-1 0,1 0 0,0-1 0,0 2 0,-1 0 0,0 0 0,1 0 0,-1 1 0,1-1 0,-1 0 0,0 0 0,1 0 0,-1 0 0,1 0 0,-1 0 0,0 0 0,1 1 0,-1-1 0,0 0 0,1 0 0,-1 1 0,0-1 0,1 0 0,-1 0 0,0 1 0,0-1 0,1 0 0,-1 1 0,0-1 0,1 1 0,2 4 0,0 0 0,0 0 0,-1 0 0,3 7 0,48 190 0,-19-59 0,-12-70 0,20 81 0,-33-116 0,-2 1 0,1 39 0,-7-74 0,-1 0 0,0-1 0,0 1 0,0 0 0,-1 0 0,1 0 0,-1 0 0,0-1 0,0 1 0,-3 6 0,3-8 0,0-1 0,-1 1 0,1-1 0,0 1 0,-1-1 0,1 0 0,0 1 0,-1-1 0,0 0 0,1 0 0,-1 0 0,0 0 0,1-1 0,-1 1 0,0 0 0,0-1 0,0 1 0,0-1 0,1 1 0,-1-1 0,0 0 0,0 0 0,-2 0 0,-3-1 0,0 1 0,1-1 0,-1-1 0,1 0 0,-1 1 0,1-2 0,0 1 0,-1-1 0,1 0 0,1 0 0,-1-1 0,-8-6 0,-6-6 0,-33-35 0,45 44 0,1-1 0,1 0 0,-1-1 0,1 0 0,1 1 0,0-2 0,0 1 0,0-1 0,-3-11 0,7 17 0,0 0 0,1 0 0,-1 0 0,1 0 0,-1 0 0,1 0 0,0 0 0,1 0 0,-1 0 0,1 0 0,0 0 0,0 1 0,0-1 0,0 0 0,0 0 0,1 1 0,0-1 0,0 1 0,0-1 0,0 1 0,0 0 0,1-1 0,0 1 0,-1 1 0,1-1 0,0 0 0,4-2 0,2-1 15,0 0 0,0 0 0,1 0 0,0 2 0,0-1 0,1 1 0,15-4 0,-9 4-386,1 1-1,0 1 1,33 0 0,-32 2-6455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74 24575,'2'-5'0,"0"-3"0,1 0 0,0 0 0,0 1 0,1-1 0,0 1 0,7-11 0,-4 13 0,-7 11 0,-5 12 0,-9 8 0,-35 51 0,32-54 0,1 1 0,-19 41 0,4 11 0,-29 108 0,-23 64 0,74-227 0,-1 0 0,-1-1 0,0 0 0,-2 0 0,-22 26 0,31-42-170,1 0-1,-1-1 0,0 1 1,0-1-1,0 0 0,-1 0 1,-6 3-1,-1-1-6655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24575,'-3'3'0,"1"0"0,-1 0 0,1 1 0,0-1 0,0 1 0,0-1 0,1 1 0,-1 0 0,1-1 0,0 1 0,0 0 0,0 0 0,0 0 0,1 0 0,0 0 0,0 0 0,0 0 0,0 0 0,0 0 0,1 0 0,0 0 0,0 0 0,0-1 0,2 7 0,0-2 0,1 1 0,0-1 0,0 0 0,1 0 0,0 0 0,1-1 0,-1 0 0,1 0 0,12 11 0,-6-8 0,2 2 0,17 12 0,-28-21 0,1-1 0,0 0 0,-1 0 0,1 0 0,0-1 0,0 1 0,0-1 0,0 0 0,0 0 0,8 1 0,-11-3 0,1 1 0,0 0 0,0 0 0,-1-1 0,1 1 0,0-1 0,-1 1 0,1-1 0,0 0 0,-1 0 0,1 1 0,-1-1 0,1 0 0,-1-1 0,1 1 0,-1 0 0,0 0 0,0-1 0,0 1 0,1 0 0,-1-1 0,-1 1 0,1-1 0,0 1 0,0-1 0,0 0 0,-1 1 0,1-1 0,-1 0 0,1 0 0,-1-2 0,2-7 0,0 0 0,-1 0 0,-1-20 0,0 25 0,-2-104 0,5 121 0,1 1 0,1-1 0,0-1 0,10 17 0,-4-7 0,-4-6 0,1-1 0,1 0 0,16 20 0,-21-28 0,1 0 0,0 0 0,-1-1 0,2 0 0,-1 0 0,0 0 0,1 0 0,0-1 0,0 0 0,12 4 0,-17-6 0,0-1 0,1 0 0,-1 0 0,0 1 0,0-1 0,0 0 0,0 0 0,0 0 0,1 0 0,-1-1 0,0 1 0,0 0 0,0 0 0,0-1 0,0 1 0,0-1 0,0 1 0,0-1 0,0 1 0,2-2 0,-1 0 0,-1 1 0,1-1 0,-1 1 0,0-1 0,0 0 0,0 0 0,0 0 0,0 1 0,0-1 0,1-4 0,0-2 0,0-1 0,-1 1 0,0-1 0,0-12 0,-1 11 0,0 0 0,-2 0 0,-2-15 0,4 25 0,0-1 0,-1 1 0,1 0 0,0 0 0,0 0 0,0-1 0,0 1 0,0 0 0,0 0 0,0 0 0,0-1 0,0 1 0,0 0 0,0 0 0,0-1 0,0 1 0,0 0 0,0 0 0,0-1 0,0 1 0,0 0 0,0 0 0,0 0 0,0-1 0,0 1 0,0 0 0,0 0 0,1 0 0,-1-1 0,0 1 0,0 0 0,0 0 0,0 0 0,0 0 0,1-1 0,-1 1 0,0 0 0,0 0 0,0 0 0,1 0 0,-1 0 0,0 0 0,0 0 0,0-1 0,1 1 0,-1 0 0,14 6 0,18 19 0,-28-21 0,27 21 0,61 40 0,-67-54-1365,-14-9-5461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75 355 24575,'2'-4'0,"38"-122"0,-36 110 0,-1 0 0,0 0 0,-2-1 0,0 1 0,-1 0 0,-1-18 0,0 25 0,0 0 0,-1 0 0,0 0 0,0 1 0,-1-1 0,-5-10 0,8 18 0,-1-1 0,0 1 0,0-1 0,0 1 0,0 0 0,-1-1 0,1 1 0,0 0 0,0 0 0,-1-1 0,1 1 0,-1 0 0,1 1 0,-1-1 0,-3-1 0,3 1 0,0 1 0,0 0 0,0 0 0,0 0 0,0 0 0,0 0 0,0 0 0,0 1 0,0-1 0,1 0 0,-1 1 0,0 0 0,0 0 0,0-1 0,0 1 0,0 0 0,-2 2 0,1 0 0,-1 0 0,0 0 0,1 0 0,-1 0 0,1 0 0,0 1 0,0 0 0,1 0 0,-1 0 0,1 0 0,0 0 0,0 0 0,0 0 0,0 1 0,1-1 0,0 1 0,0-1 0,-1 6 0,1-4 0,1 0 0,0-1 0,0 1 0,0 0 0,0 0 0,1 0 0,0-1 0,0 1 0,1-1 0,0 1 0,-1-1 0,2 1 0,-1-1 0,5 7 0,11 13 0,2-1 0,1-1 0,0-1 0,2-1 0,0 0 0,1-2 0,2-1 0,-1-1 0,2-1 0,0-2 0,54 21 0,-78-33-170,0-1-1,0 0 0,0-1 1,0 1-1,0 0 0,0-1 1,4 0-1,2-1-6655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24575,'103'111'0,"-99"-106"0,9 11 0,0 0 0,1-1 0,1-1 0,25 20 0,-39-34 0,0 1 0,0 0 0,0-1 0,0 1 0,0-1 0,0 1 0,0-1 0,1 1 0,-1-1 0,0 0 0,0 1 0,0-1 0,1 0 0,-1 0 0,0 0 0,2 0 0,-2 0 0,-1-1 0,1 1 0,-1 0 0,1 0 0,0-1 0,-1 1 0,1-1 0,-1 1 0,1 0 0,-1-1 0,1 1 0,-1-1 0,0 1 0,1-1 0,-1 0 0,1 1 0,-1-1 0,0 1 0,0-1 0,1 1 0,-1-2 0,1-2 0,0 0 0,-1 0 0,0 0 0,0 0 0,0 0 0,0 0 0,0 0 0,-2-5 0,-18-98 0,20 107 0,-1-1 0,1 0 0,0 0 0,0 0 0,0 0 0,0 0 0,0 0 0,0 0 0,0 0 0,0 0 0,1 0 0,-1 0 0,0 0 0,1 0 0,-1 0 0,0 0 0,2-1 0,-2 2 0,0 0 0,1-1 0,-1 1 0,1 0 0,-1 0 0,0 0 0,1-1 0,-1 1 0,1 0 0,-1 0 0,1 0 0,-1 0 0,1 0 0,-1 0 0,1 0 0,-1 0 0,1 0 0,-1 0 0,0 0 0,1 0 0,-1 0 0,1 0 0,-1 1 0,1-1 0,2 1 0,0 1 0,0 0 0,0-1 0,-1 1 0,1 0 0,-1 0 0,1 0 0,3 5 0,13 17 0,6 7 0,46 46 0,-71-76 0,1 0 0,0 0 0,0 0 0,0-1 0,0 1 0,0 0 0,0-1 0,0 1 0,0 0 0,0-1 0,0 1 0,0-1 0,0 0 0,0 1 0,1-1 0,-1 0 0,0 0 0,0 0 0,2 0 0,-2 0 0,-1-1 0,1 1 0,0-1 0,0 1 0,-1-1 0,1 0 0,-1 1 0,1-1 0,-1 0 0,1 1 0,-1-1 0,1 0 0,-1 0 0,1 0 0,-1 1 0,0-1 0,0 0 0,1 0 0,-1 0 0,0 0 0,0 0 0,0 0 0,0 0 0,0 1 0,0-3 0,0-19 0,0 15 0,0 0 0,1 0 0,-1 1 0,3-11 0,-2 14 0,0 1 0,1-1 0,-1 1 0,0-1 0,1 1 0,-1-1 0,1 1 0,0 0 0,0 0 0,-1-1 0,2 1 0,-1 1 0,0-1 0,3-2 0,0 1 0,0 1 0,0 0 0,0-1 0,0 2 0,1-1 0,-1 1 0,0 0 0,1 0 0,-1 0 0,1 1 0,-1-1 0,1 1 0,-1 1 0,1-1 0,-1 1 0,10 2 0,7 4 0,0 0 0,33 15 0,-53-21 0,50 22 0,-1 3 0,53 35 0,-87-49-1365,-4-1-5461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207 240 24575,'-21'-32'0,"-3"-5"0,-2 0 0,-56-61 0,81 96 0,0 1 0,0 0 0,-1-1 0,1 1 0,-1 0 0,1 0 0,-1 0 0,1 0 0,-1 0 0,0 0 0,0 0 0,1 1 0,-1-1 0,-4 0 0,5 1 0,0 0 0,1 1 0,-1-1 0,0 1 0,0-1 0,0 1 0,0-1 0,0 1 0,0-1 0,0 1 0,1 0 0,-1-1 0,0 1 0,1 0 0,-1 0 0,0 0 0,1-1 0,-1 1 0,1 0 0,-1 0 0,1 0 0,0 0 0,-1 0 0,1 0 0,0 0 0,0 0 0,-1 2 0,-1 8 0,-1 0 0,2 0 0,-1 0 0,1 1 0,1-1 0,0 1 0,1-1 0,0 0 0,1 0 0,0 1 0,1-1 0,6 16 0,-7-20 0,1 0 0,0-1 0,0 1 0,1-1 0,0 0 0,0 0 0,0 0 0,1-1 0,0 1 0,0-1 0,0 0 0,1 0 0,-1-1 0,1 0 0,1 0 0,-1 0 0,0-1 0,1 0 0,-1 0 0,13 3 0,-15-5 0,-1 0 0,0-1 0,1 1 0,-1-1 0,1 0 0,-1 0 0,1 0 0,-1 0 0,1-1 0,-1 0 0,1 1 0,-1-1 0,0 0 0,1-1 0,4-2 0,-6 3 0,1-1 0,-1 0 0,0 0 0,0 0 0,0 0 0,0 0 0,0 0 0,-1 0 0,1-1 0,-1 1 0,1-1 0,-1 1 0,0-1 0,0 0 0,0 1 0,0-1 0,0 0 0,-1 0 0,1-3 0,0-6 0,-1 0 0,-1 0 0,0 0 0,0 0 0,-1 0 0,-1 0 0,0 1 0,0-1 0,-1 1 0,-1 0 0,0 0 0,0 1 0,-1-1 0,-1 1 0,1 0 0,-2 1 0,1-1 0,-1 2 0,-1-1 0,-12-10 0,16 17-105,1-1 0,-1 1 0,0 0 0,0 0 0,0 0 0,0 0 0,0 1 0,0 0 0,0 0 0,0 1 0,-1-1 0,-9 2 0,2-1-6721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48 341 24575,'0'0'0,"1"0"0,-1 0 0,0 0 0,1 0 0,-1 0 0,0 0 0,1 0 0,-1-1 0,0 1 0,0 0 0,1 0 0,-1 0 0,0-1 0,1 1 0,-1 0 0,0-1 0,0 1 0,0 0 0,1 0 0,-1-1 0,0 1 0,0 0 0,0-1 0,0 1 0,1 0 0,-1-1 0,0 1 0,0 0 0,0-1 0,0 1 0,0 0 0,0-1 0,0 1 0,0-1 0,0 1 0,0 0 0,0-1 0,0 1 0,0 0 0,-1-1 0,-3-16 0,4 16 0,-16-39 0,10 25 0,0-1 0,1 0 0,-6-30 0,9 30 0,0 0 0,1-1 0,0 1 0,1-1 0,1 1 0,4-18 0,-5 31 0,1 1 0,0-1 0,0 1 0,0-1 0,0 1 0,1 0 0,-1-1 0,1 1 0,-1 0 0,1 0 0,0 0 0,0 0 0,0 0 0,0 1 0,0-1 0,0 0 0,0 1 0,0-1 0,1 1 0,2-1 0,-3 1 0,0 1 0,0-1 0,1 1 0,-1-1 0,0 1 0,0 0 0,0 0 0,0 0 0,1 0 0,-1 0 0,0 1 0,0-1 0,0 0 0,0 1 0,0 0 0,1 0 0,-1-1 0,0 1 0,-1 1 0,1-1 0,0 0 0,0 0 0,0 1 0,2 2 0,16 19-1365,-11-13-5461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2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24575,'5'6'0,"0"0"0,0 0 0,-1 1 0,4 7 0,9 13 0,-16-27 0,16 24 0,25 24 0,-37-43 0,1 1 0,1 0 0,-1-1 0,1 0 0,0-1 0,0 1 0,0-2 0,1 1 0,8 3 0,-14-7 0,0 1 0,-1 0 0,1-1 0,0 0 0,0 1 0,0-1 0,0 0 0,0 0 0,0 0 0,0 0 0,0 0 0,0 0 0,0-1 0,-1 1 0,1-1 0,0 1 0,0-1 0,0 0 0,-1 0 0,1 0 0,0 0 0,-1 0 0,1 0 0,0 0 0,-1 0 0,0-1 0,1 1 0,-1 0 0,0-1 0,0 0 0,1 1 0,-1-1 0,0 1 0,-1-1 0,1 0 0,0 0 0,0-3 0,3-7 0,-1 0 0,-1 0 0,0 0 0,0-22 0,-2 21 0,1 12 0,2-35 0,-2 34 0,-1 0 0,0 0 0,1 0 0,-1 0 0,1 0 0,0 0 0,0 0 0,-1 0 0,1 0 0,0 0 0,1 1 0,-1-1 0,3-3 0,-4 5 0,0 0 0,0 0 0,0 0 0,1 0 0,-1 0 0,0 0 0,0 0 0,1 0 0,-1 0 0,0 0 0,0 0 0,0 0 0,1 0 0,-1 0 0,0 0 0,0 0 0,0 0 0,1 0 0,-1 0 0,0 1 0,0-1 0,0 0 0,0 0 0,1 0 0,-1 0 0,0 0 0,0 0 0,0 1 0,0-1 0,0 0 0,1 0 0,-1 0 0,0 0 0,0 1 0,0-1 0,0 0 0,0 0 0,0 0 0,0 0 0,0 1 0,0-1 0,0 0 0,0 0 0,0 0 0,0 1 0,3 12 0,-3-11 0,47 295 0,-38-232 0,20 223 0,-29-284 0,1 8 0,-1 1 0,-1 0 0,-1 15 0,1-25 0,0 0 0,1 1 0,-1-1 0,-1 0 0,1 0 0,0 0 0,-4 5 0,4-7 0,0 0 0,0 1 0,0-1 0,0 0 0,0 0 0,0 0 0,0 0 0,-1 0 0,1-1 0,0 1 0,0 0 0,-1-1 0,1 1 0,-1 0 0,1-1 0,-1 0 0,-1 1 0,0-1 0,0 0 0,1 0 0,-1-1 0,1 1 0,-1 0 0,1-1 0,-1 0 0,1 0 0,-1 0 0,1 0 0,0 0 0,-1 0 0,1-1 0,0 1 0,-3-3 0,-4-4 0,-17-17 0,22 20 0,-6-6 0,1 0 0,0 0 0,1-1 0,0 0 0,1 0 0,0-1 0,-6-17 0,10 20 0,0 0 0,0 0 0,1-1 0,0 1 0,1-1 0,0 1 0,0-1 0,1 1 0,1-1 0,2-16 0,-2 22 0,0 1 0,0 0 0,1 0 0,-1 0 0,1 0 0,0 0 0,0 0 0,0 0 0,1 0 0,-1 1 0,1-1 0,0 1 0,0 0 0,0 0 0,0 0 0,0 0 0,1 0 0,-1 1 0,1 0 0,6-4 0,-3 4 0,1-1 0,-1 1 0,1 0 0,-1 1 0,1 0 0,0 0 0,0 0 0,-1 1 0,1 0 0,14 3 0,22 5-1365,-27-5-5461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24575,'-2'2'0,"1"0"0,-1 0 0,1 0 0,0 0 0,0 0 0,0 1 0,0-1 0,0 0 0,0 1 0,1-1 0,-1 0 0,1 1 0,-1-1 0,1 0 0,0 4 0,0 3 0,1-1 0,0 1 0,2 10 0,16 57 0,2-1 0,4-1 0,64 131 0,-87-200 0,3 5 0,1 0 0,-1 0 0,11 13 0,-13-22 0,-5-7 0,-5-10 0,-21-29-1365,17 31-5461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24575,'20'-12'0,"9"-5"0,5-1 0,-1 1 0,-1 5 0,-1 1 0,-1 3 0,-3 3 0,0 2 0,-4-2 0,1 2 0,-2 0 0,-3 1 0,-1 0 0,-4-1 0,-7 0 0,-7-1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24575,'2'0'0,"4"0"0,3 0 0,3 0 0,1 0 0,2 0 0,0 0 0,0 0 0,1 0 0,2 0 0,0 0 0,0 0 0,0 0 0,-2 0 0,0 0 0,0 0 0,-4 0-8191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118 120 24575,'-6'-2'0,"-1"0"0,1 0 0,-1 0 0,1 1 0,-1 0 0,-9 1 0,13 0 0,1 0 0,0 0 0,0 1 0,0-1 0,-1 1 0,1-1 0,0 1 0,0 0 0,0 0 0,0 0 0,0 0 0,0 0 0,0 0 0,1 1 0,-1-1 0,0 1 0,1-1 0,-1 1 0,1 0 0,-1-1 0,1 1 0,-2 4 0,0-2 0,1 1 0,0 0 0,0 0 0,0 0 0,0 0 0,1 0 0,0 0 0,0 1 0,0-1 0,1 10 0,0-12 0,0-1 0,1 0 0,-1 0 0,1 0 0,-1 0 0,1 0 0,0 0 0,0 0 0,0 0 0,0 0 0,0 0 0,1 0 0,-1 0 0,0-1 0,1 1 0,0-1 0,-1 1 0,1-1 0,0 1 0,-1-1 0,1 0 0,0 0 0,0 0 0,0 0 0,0 0 0,0-1 0,1 1 0,2 0 0,14 2 0,1 0 0,0-2 0,0 0 0,-1-1 0,28-4 0,-35 3 0,1-1 0,23-6 0,-34 7 0,1 1 0,-1-1 0,1 0 0,-1 0 0,1 0 0,-1 0 0,0 0 0,0-1 0,1 1 0,-1-1 0,0 1 0,0-1 0,0 0 0,-1 0 0,1 0 0,0 0 0,-1 0 0,1 0 0,-1 0 0,2-5 0,-2 5 0,-1 0 0,-1-1 0,1 1 0,0 0 0,0-1 0,-1 1 0,1 0 0,-1 0 0,0 0 0,0-1 0,0 1 0,0 0 0,0 0 0,0 0 0,0 0 0,-1 1 0,1-1 0,-1 0 0,1 0 0,-1 1 0,0-1 0,-2-1 0,-4-4 0,-1 1 0,0 0 0,-14-7 0,14 8 0,-1 1 0,0 1 0,0 0 0,0 0 0,0 1 0,0 0 0,-1 1 0,1 0 0,-1 1 0,1 0 0,-11 2 0,20-2 0,0 0 0,0 0 0,0 0 0,0 0 0,0 0 0,0 1 0,0-1 0,0 0 0,0 1 0,0-1 0,0 1 0,0-1 0,0 1 0,1-1 0,-1 1 0,-1 1 0,2-2 0,0 0 0,0 0 0,-1 0 0,1 0 0,0 1 0,0-1 0,0 0 0,0 0 0,0 0 0,0 0 0,0 0 0,1 1 0,-1-1 0,0 0 0,0 0 0,0 0 0,0 0 0,0 0 0,0 1 0,0-1 0,0 0 0,0 0 0,0 0 0,0 0 0,0 0 0,1 0 0,-1 1 0,0-1 0,0 0 0,0 0 0,0 0 0,0 0 0,0 0 0,1 0 0,10 3 0,24 0 0,46-1 0,-55-3 0,1 1 0,-1 1 0,50 10 0,-54-5 0,1 0 0,-1 2 0,22 10 0,-35-14 0,-1 1 0,-1-1 0,1 1 0,-1 1 0,0 0 0,0 0 0,0 0 0,-1 0 0,0 1 0,9 13 0,-22-70 0,1 1 0,5 44 0,-2-8 0,1 0 0,1 0 0,0-1 0,2-23 0,-1 35 0,0-1 0,0 1 0,1 0 0,-1 0 0,1-1 0,-1 1 0,1 0 0,0 0 0,0 0 0,0 0 0,0 0 0,0 0 0,1 0 0,-1 0 0,1 0 0,-1 0 0,1 1 0,0-1 0,-1 1 0,1-1 0,0 1 0,0 0 0,0-1 0,0 1 0,0 0 0,0 0 0,1 1 0,-1-1 0,0 0 0,0 1 0,1-1 0,-1 1 0,0 0 0,1 0 0,1 0 0,-1 0-76,0 0 1,0 1-1,0-1 0,0 1 0,0 0 0,-1 0 0,1 0 0,0 0 1,-1 0-1,1 1 0,0-1 0,-1 1 0,0 0 0,1 0 1,-1 0-1,0 0 0,3 3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267 136 24575,'-24'-27'0,"-2"1"0,-40-33 0,62 56 0,0 0 0,0 1 0,0-1 0,0 1 0,0 0 0,0 0 0,0 1 0,-1-1 0,1 1 0,-7-1 0,8 1 0,0 1 0,1 0 0,-1 0 0,0 1 0,1-1 0,-1 0 0,0 1 0,1 0 0,-1-1 0,1 1 0,-1 0 0,1 1 0,0-1 0,-1 0 0,1 1 0,0-1 0,0 1 0,0-1 0,-2 3 0,-1 1 0,1 0 0,-1-1 0,2 2 0,-1-1 0,0 0 0,1 1 0,0-1 0,0 1 0,-2 9 0,2-5 0,1 0 0,0 0 0,1 0 0,0 0 0,1 13 0,1 3 0,2-1 0,0 0 0,13 46 0,32 72 0,-39-116 0,11 19 0,41 73 0,-22-46 0,-31-57 0,4 7 0,19 30 0,-30-52-29,-1-3 94,-3-3-1092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42 24575,'-27'-8'0,"-13"-2"0,-1 0 0,4 3 0,5 1 0,9 5 0,10 3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24575,'0'8'0,"0"4"0,0 4 0,3-2 0,0-1 0,3-1 0,2-2 0,3-2 0,-1-2-8191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75 526 24575,'17'-31'0,"-1"0"0,-2-2 0,16-54 0,-26 75 0,-2 1 0,0-2 0,0 1 0,-1 0 0,-1 0 0,0 0 0,0 0 0,-1-1 0,-1 1 0,0 0 0,-1 0 0,0 1 0,-1-1 0,-5-12 0,0 6 0,-1 0 0,-1 0 0,0 1 0,-1 1 0,-1 0 0,-24-24 0,36 40 0,0-1 0,0 0 0,1 0 0,-1 1 0,0-1 0,0 0 0,0 1 0,0-1 0,0 1 0,0-1 0,0 1 0,0 0 0,0-1 0,0 1 0,0 0 0,0 0 0,0-1 0,0 1 0,-1 0 0,1 0 0,0 0 0,-1 1 0,1-1 0,0 1 0,0-1 0,0 1 0,1 0 0,-1-1 0,0 1 0,1 0 0,-1 0 0,0 0 0,1-1 0,-1 1 0,1 0 0,-1 0 0,1 0 0,0 0 0,-1 0 0,1 0 0,0 0 0,0 0 0,-1 0 0,1 0 0,0 0 0,0 0 0,0 0 0,0 1 0,1 12 0,0 0 0,0 0 0,1 0 0,1 0 0,6 19 0,29 66 0,-35-90 0,14 30 0,37 66 0,-46-92 0,1 0 0,0-1 0,1 0 0,0 0 0,1-1 0,0 0 0,1-1 0,18 11 0,-27-19 11,1 1 0,0-1 0,0 0 0,0-1 0,0 1 0,0-1-1,1 0 1,-1 0 0,0 0 0,5 0 0,-7-1-57,-1 0-1,1 0 1,-1 0-1,1-1 1,-1 1 0,1 0-1,-1-1 1,1 1-1,-1-1 1,1 1 0,-1-1-1,0 1 1,1-1-1,-1 0 1,0 0-1,1 0 1,-1 0 0,0 0-1,0 0 1,0 0-1,0 0 1,0 0 0,0-1-1,0 1 1,-1 0-1,1-1 1,0 1 0,-1-1-1,1 1 1,-1 0-1,1-3 1,1-7-6780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24575,'3'27'0,"0"18"0,3 5 0,0-1 0,1-3 0,3-5 0,-1-4 0,0-3 0,2-6 0,-1-1 0,0-2 0,-2-1 0,1-3 0,-2-2 0,1-3 0,-1 0 0,-2-1 0,-1-3-8191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24575,'17'3'0,"36"7"0,93 6 0,-140-17 0,1 1 0,-1-1 0,0 0 0,1 0 0,-1-1 0,0 1 0,0-2 0,0 1 0,0-1 0,0 1 0,-1-2 0,1 1 0,-1-1 0,0 1 0,5-6 0,-5 4 0,0 0 0,0 0 0,0-1 0,-1 0 0,1 0 0,-1 0 0,-1 0 0,1-1 0,-1 1 0,-1-1 0,1 0 0,3-14 0,-6 17 0,0 1 0,1-1 0,-1 0 0,-1 0 0,1 1 0,0-1 0,-1 0 0,0 0 0,0 1 0,0-1 0,0 0 0,-3-4 0,3 6 0,0 1 0,1 0 0,-1-1 0,0 1 0,0 0 0,0 0 0,0-1 0,0 1 0,0 0 0,0 0 0,-1 0 0,1 0 0,0 1 0,-1-1 0,1 0 0,0 0 0,-1 1 0,1-1 0,-1 1 0,1-1 0,-1 1 0,1 0 0,-1-1 0,1 1 0,-1 0 0,1 0 0,-1 0 0,0 0 0,1 1 0,-1-1 0,1 0 0,-3 1 0,2 0 0,1 0 0,0 0 0,0-1 0,-1 1 0,1 0 0,0 0 0,0 0 0,0 0 0,0 1 0,0-1 0,0 0 0,0 0 0,1 1 0,-1-1 0,0 0 0,1 1 0,-1-1 0,1 0 0,-1 1 0,1-1 0,0 1 0,-1-1 0,1 3 0,0 3 0,-1 0 0,1-1 0,2 14 0,0-6 0,0 0 0,1-1 0,1 1 0,0-1 0,1 1 0,1-1 0,0-1 0,1 1 0,0-1 0,1 0 0,0-1 0,0 0 0,2 0 0,18 18 0,-21-25 0,-1 0 0,1 1 0,0-2 0,0 1 0,0-1 0,1 0 0,-1-1 0,1 0 0,-1 0 0,1 0 0,0-1 0,12 0 0,-2 0 0,0-2 0,0-1 0,0 0 0,25-6 0,-37 6 0,0 1 0,1-1 0,-1-1 0,0 1 0,0-1 0,0 0 0,-1 0 0,1-1 0,-1 0 0,0 0 0,8-7 0,-11 8 0,0 1 0,1-1 0,-2 0 0,1 0 0,0 0 0,0 0 0,-1 0 0,0-1 0,0 1 0,0 0 0,0-1 0,0 1 0,-1-1 0,1 1 0,-1-1 0,0 1 0,0-1 0,0 1 0,0-1 0,-1 1 0,0-1 0,-2-6 0,0 1 0,-1 0 0,0 0 0,-9-13 0,7 13 0,1 1 0,1-1 0,-5-11 0,9 20 3,0-1-1,0 0 1,-1 1-1,1-1 1,0 0-1,0 0 1,0 1-1,0-1 1,0 0-1,0 1 1,0-1-1,0 0 1,0 1-1,0-1 1,1 0-1,-1 1 0,0-1 1,0 0-1,1 1 1,-1-1-1,0 0 1,1 1-1,-1-1 1,0 1-1,1-1 1,-1 1-1,1-1 1,-1 1-1,1-1 1,0 1-1,-1-1 1,1 1-1,-1 0 1,1-1-1,0 1 1,-1 0-1,1-1 1,0 1-1,-1 0 1,1 0-1,0 0 1,4-1-212,0 0 0,1 0 0,-1 1 0,7 0 0,-9 0-216,10 0-6401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24575,'5'25'0,"1"11"0,1 2 0,0-3 0,0-5 0,-1-6 0,0-6 0,0-3 0,-2-8 0,-1-7 0,-1-6 0,-1-5 0,-1-2 0,0 0-8191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24575,'8'20'0,"2"10"0,2 1 0,-1-1 0,-3-7-8191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24575,'31'49'0,"-5"-6"0,42 52 0,-66-92 0,1 1 0,0-1 0,-1-1 0,1 1 0,1 0 0,-1-1 0,0 1 0,6 2 0,-8-5 0,0 1 0,1-1 0,-1 0 0,0 1 0,1-1 0,-1 0 0,1 0 0,-1 0 0,0 0 0,1 0 0,-1 0 0,1 0 0,-1-1 0,0 1 0,1 0 0,-1-1 0,0 1 0,0-1 0,1 1 0,-1-1 0,0 0 0,0 0 0,0 1 0,1-1 0,-1 0 0,0 0 0,1-2 0,2-2 0,0 0 0,0 0 0,0-1 0,-1 0 0,1 0 0,-2 0 0,1 0 0,2-8 0,13-54 0,-17 63 0,5-34 0,-7 47 0,1-1 0,1 1 0,-1-1 0,2 0 0,-1 1 0,1-1 0,0 0 0,0 1 0,1-1 0,-1 0 0,2-1 0,-1 1 0,1-1 0,0 1 0,7 7 0,-7-10 0,-1 0 0,1 0 0,0 0 0,0 0 0,0-1 0,1 0 0,-1 0 0,1 0 0,-1 0 0,1-1 0,0 1 0,0-2 0,1 1 0,-1 0 0,0-1 0,0 0 0,1 0 0,-1 0 0,1-1 0,-1 0 0,0 0 0,1 0 0,6-2 0,-5 0 0,-1 0 0,1 0 0,-1-1 0,0 0 0,0 0 0,0-1 0,0 0 0,0 0 0,-1 0 0,1 0 0,-1-1 0,-1 0 0,1 0 0,0 0 0,-1-1 0,0 0 0,-1 1 0,1-1 0,-1-1 0,0 1 0,-1 0 0,1-1 0,-1 1 0,-1-1 0,1 0 0,0-13 0,-1 14 0,-2 0 0,1-1 0,-1 1 0,0 0 0,0-1 0,-2-5 0,2 10 0,1 0 0,-1 1 0,1-1 0,-1 1 0,0-1 0,0 1 0,1-1 0,-1 1 0,0 0 0,0-1 0,-1 1 0,1 0 0,0 0 0,0-1 0,-1 1 0,1 0 0,0 0 0,-1 1 0,1-1 0,-1 0 0,1 0 0,-1 1 0,1-1 0,-1 1 0,0-1 0,1 1 0,-4-1 0,4 2 0,0-1 0,0 0 0,0 1 0,0-1 0,0 0 0,0 1 0,0-1 0,1 1 0,-1-1 0,0 1 0,0-1 0,1 1 0,-1 0 0,0-1 0,0 1 0,1 0 0,-1 0 0,1 0 0,-1-1 0,1 1 0,-1 0 0,1 0 0,0 0 0,-1 0 0,1 0 0,0 0 0,0 0 0,-1 0 0,1 0 0,0 2 0,-1 31 0,2-25 0,0 0 0,1 0 0,0 0 0,1-1 0,0 1 0,0 0 0,1-1 0,8 14 0,3 2 0,27 33 0,-38-53 0,-1 0 0,1 0 0,0-1 0,0 1 0,0-1 0,0 0 0,7 4 0,-10-7 0,0 1 0,0-1 0,0 1 0,0-1 0,0 0 0,0 1 0,-1-1 0,1 0 0,0 0 0,0 0 0,0 1 0,0-1 0,0 0 0,0 0 0,0-1 0,0 1 0,0 0 0,0 0 0,0 0 0,0-1 0,0 1 0,0 0 0,0-1 0,0 1 0,0-1 0,-1 1 0,1-1 0,0 1 0,0-1 0,-1 0 0,1 1 0,0-1 0,-1 0 0,1 0 0,0 0 0,-1 1 0,1-1 0,-1 0 0,1 0 0,-1 0 0,0 0 0,1 0 0,-1 0 0,0 0 0,0-1 0,1-2 0,0 1 0,-1-1 0,0 0 0,1 1 0,-1-1 0,-1 0 0,1 1 0,0-1 0,-1 0 0,0 1 0,-1-5 0,1 6 0,0-1 0,0 1 0,0-1 0,0 1 0,0 0 0,0-1 0,-1 1 0,1 0 0,-1 0 0,0 0 0,1 0 0,-1 0 0,0 1 0,0-1 0,0 0 0,-4-1 0,5 3 0,0-1 0,0 1 0,0 0 0,0 0 0,0 0 0,1 0 0,-1 0 0,0 0 0,0 0 0,0 0 0,0 0 0,0 0 0,0 0 0,0 1 0,0-1 0,0 0 0,0 1 0,0-1 0,0 0 0,1 1 0,-1 0 0,0-1 0,0 1 0,0-1 0,1 1 0,-1 0 0,0-1 0,1 1 0,-1 0 0,1 0 0,-1 0 0,0 1 0,-2 3 0,0 1 0,0 0 0,-3 10 0,5-14 0,-6 20 0,1 0 0,1 0 0,1 0 0,-2 42 0,5-27 0,2 0 0,7 45 0,-5-61 0,1 0 0,1 0 0,1-1 0,1 0 0,1 0 0,0 0 0,16 24 0,-24-44 0,0 1 0,1-1 0,-1 0 0,0 0 0,0 0 0,0 0 0,0 1 0,1-1 0,-1 0 0,0 0 0,0 0 0,0 1 0,0-1 0,0 0 0,1 0 0,-1 1 0,0-1 0,0 0 0,0 1 0,0-1 0,0 0 0,0 0 0,0 1 0,0-1 0,0 0 0,0 0 0,0 1 0,0-1 0,0 0 0,0 0 0,0 1 0,-1-1 0,1 0 0,0 0 0,0 1 0,0-1 0,0 0 0,-11-2 0,-17-14 0,28 16 0,-13-8 0,1-1 0,0 0 0,-12-13 0,19 17 0,0-1 0,0 1 0,1-1 0,-1 0 0,2 0 0,-1 0 0,0-1 0,-3-10 0,6 14 0,0 1 0,1-1 0,-1 1 0,1-1 0,-1 1 0,1-1 0,0 1 0,0-1 0,0 0 0,1 1 0,-1-1 0,0 1 0,1-1 0,0 1 0,-1-1 0,1 1 0,0 0 0,0-1 0,1 1 0,-1 0 0,0 0 0,1 0 0,-1-1 0,3-1 0,-1 2 0,1-1 0,-1 0 0,0 1 0,1 0 0,0 0 0,-1 0 0,1 0 0,0 1 0,0-1 0,0 1 0,0 0 0,0 0 0,0 1 0,5-1 0,11 0-1365,0 1-5461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2 24575,'14'8'0,"0"1"0,18 15 0,-29-22 0,-1 0 0,1 0 0,-1 0 0,0 1 0,1-1 0,-1 1 0,0-1 0,-1 1 0,1 0 0,0 0 0,-1 0 0,1 0 0,-1 0 0,0 0 0,0 0 0,0 1 0,-1-1 0,1 0 0,-1 4 0,0-5 0,0-1 0,0 1 0,0-1 0,-1 1 0,1-1 0,0 1 0,-1-1 0,1 0 0,-1 1 0,0-1 0,1 0 0,-1 0 0,0 1 0,0-1 0,0 0 0,0 0 0,0 0 0,0 0 0,-2 2 0,1-2 0,0 0 0,0 0 0,-1-1 0,1 1 0,0 0 0,0-1 0,0 1 0,-1-1 0,1 0 0,0 0 0,-4 0 0,-2 0 0,1-1 0,0-1 0,-1 1 0,1-1 0,0-1 0,-12-4 0,5-1 0,1 0 0,-1 0 0,1-1 0,1-1 0,0 0 0,0-1 0,-14-17 0,26 28 0,0-1 0,-1 1 0,1 0 0,-1-1 0,1 1 0,0-1 0,-1 1 0,1-1 0,0 1 0,0-1 0,-1 1 0,1-1 0,0 1 0,0-1 0,0 1 0,0-1 0,0 1 0,0-1 0,0 0 0,0 1 0,0-1 0,0 1 0,0-1 0,0 1 0,0-1 0,0 1 0,0-1 0,0 0 0,1 0 0,0 0 0,0 0 0,0 1 0,0-1 0,0 0 0,0 0 0,0 1 0,0-1 0,0 1 0,0-1 0,0 1 0,0 0 0,0-1 0,2 1 0,4-1 0,0 0 0,-1 0 0,1 1 0,7 0 0,-3 2 37,0 0 0,18 5 0,-20-3-406,1-2 0,0 0 0,14 2 0,-14-4-6457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55 24575,'-12'-7'0,"-51"-24"0,55 28 0,0 0 0,0 0 0,0 1 0,0 0 0,-1 1 0,-8-1 0,15 2 0,0 0 0,0 0 0,-1 0 0,1 0 0,0 1 0,0-1 0,0 0 0,0 1 0,0 0 0,0-1 0,0 1 0,0 0 0,1 0 0,-1 0 0,0 0 0,0 0 0,1 1 0,-1-1 0,1 1 0,-1-1 0,1 1 0,0-1 0,-1 1 0,1 0 0,0-1 0,0 1 0,0 0 0,0 0 0,0 0 0,1 0 0,-1 0 0,1 0 0,-1 0 0,0 4 0,0 5 0,1-1 0,-1 1 0,2 0 0,-1 0 0,4 14 0,10 50-185,26 80-1,34 71-330,-49-155 468,89 247 48,-114-317 5,6 15 486,-6-16-485,0 0 0,0 0 0,0 0-1,0 0 1,0 0 0,0 0 0,0 0 0,0 0 0,0 0-1,0 0 1,0 0 0,0 0 0,0 0 0,0 0 0,0 0 0,0 0-1,0 0 1,0 0 0,-1 0 0,1 0 0,0 0 0,0 0-1,0 0 1,0 0 0,0 0 0,0 0 0,0 0 0,0 0-1,0 0 1,0 0 0,0 0 0,0 0 0,0 0 0,0 0-1,0 0 1,0 1 0,0-1 0,0 0 0,0 0 0,0 0-1,0 0 1,0 0 0,0 0 0,0 0 0,0 0 0,0 0-1,0 0 1,0 0 0,0 0 0,0 0 0,0 0 0,-6-8 129,0-2-1500,2 0-5461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300 135 24575,'-2'-15'0,"-7"-5"0,-3 1 0,-5 1 0,-5 3 0,-3 3 0,-1 2 0,0 1 0,-1 2 0,-1 2 0,-1 2 0,0 2 0,2 0 0,6 1-8191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27 24575,'-1'-2'0,"0"0"0,0 0 0,0 0 0,-1 0 0,1 0 0,0 0 0,-1 1 0,0-1 0,1 1 0,-1-1 0,0 1 0,0-1 0,-2 0 0,3 1 0,1 1 0,-1 0 0,1 0 0,-1 0 0,0 0 0,1-1 0,-1 1 0,0 0 0,1 0 0,-1 0 0,0 0 0,1 1 0,-1-1 0,0 0 0,1 0 0,-1 0 0,1 0 0,-1 1 0,0-1 0,0 1 0,0 0 0,0 0 0,0 0 0,0 0 0,0 0 0,0 0 0,0 0 0,0 0 0,1 0 0,-1 0 0,0 0 0,0 3 0,-2 4 0,0 0 0,1 1 0,0-1 0,1 1 0,-1 0 0,2-1 0,0 15 0,1 1 0,7 36 0,-1-20 0,3-1 0,1 1 0,2-2 0,1 0 0,22 41 0,-17-40 0,-18-40 0,0-7 0,0-8 0,-1 9 0,1-64 0,-1 63 0,1 1 0,1-1 0,-1 0 0,1 1 0,1-1 0,6-13 0,-9 19 0,1 1 0,-1 0 0,1 0 0,0 0 0,0-1 0,0 1 0,-1 0 0,1 0 0,0 0 0,0 0 0,0 1 0,1-1 0,-1 0 0,0 0 0,0 1 0,0-1 0,0 0 0,1 1 0,-1-1 0,0 1 0,3-1 0,-2 1 0,-1 0 0,1 1 0,0-1 0,0 0 0,0 1 0,0-1 0,0 1 0,0-1 0,-1 1 0,1 0 0,0 0 0,-1 0 0,3 1 0,4 5 0,0-1 0,0 1 0,-1 1 0,8 11 0,-14-19 0,5 8 0,0 0 0,-1 0 0,0 0 0,-1 1 0,1-1 0,-2 1 0,4 11 0,-5-16 0,-1 0 0,0 0 0,-1 0 0,1 0 0,-1 0 0,0 0 0,0 0 0,0 0 0,0 0 0,-1 0 0,1 0 0,-1 0 0,0 0 0,0 0 0,-1 0 0,1-1 0,-1 1 0,0 0 0,-3 4 0,2-6 0,1 0 0,0 1 0,-1-2 0,1 1 0,-1 0 0,0 0 0,1-1 0,-1 0 0,0 1 0,0-1 0,0 0 0,0-1 0,0 1 0,0 0 0,0-1 0,-6 1 0,-2-1 0,1 0 0,-1-1 0,-17-2 0,20 1-52,0 0-1,0 0 1,0 0-1,1-1 1,-1 0-1,1-1 1,0 0-1,0 0 1,0 0-1,0-1 1,1 0-1,-1 0 1,1-1-1,1 0 1,-1 0-1,1 0 1,0-1-1,0 1 1,1-1-1,0-1 0,0 1 1,1 0-1,0-1 1,0 0-1,-2-12 1,3 7-6774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24575,'-2'6'0,"-1"0"0,1 0 0,1 1 0,-1-1 0,1 0 0,0 1 0,1 0 0,-1-1 0,1 1 0,1-1 0,1 12 0,1-2 0,0 0 0,2 0 0,8 23 0,3-1 0,2-1 0,44 67 0,-56-94 30,1-2 0,0 1 0,15 13 0,-18-19-144,-1 0 0,1 0-1,-1-1 1,1 0 0,0 1 0,0-1-1,0-1 1,0 1 0,1 0 0,-1-1-1,0 0 1,6 1 0,1-2-6712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74 24575,'-10'-5'0,"1"-1"0,-1 2 0,1-1 0,-1 1 0,0 1 0,0 0 0,0 0 0,-12-1 0,21 4 0,0-1 0,0 1 0,1 0 0,-1 0 0,0 0 0,0 0 0,0 0 0,0 0 0,0 0 0,0 0 0,1 1 0,-1-1 0,0 0 0,0 1 0,0-1 0,0 0 0,1 1 0,-1-1 0,0 1 0,0-1 0,1 1 0,-1-1 0,0 1 0,1-1 0,-2 2 0,2 0 0,0-1 0,-1 0 0,1 0 0,0 0 0,0 1 0,0-1 0,0 0 0,0 0 0,0 1 0,0-1 0,1 0 0,-1 0 0,0 0 0,1 1 0,0 1 0,3 5 0,0-1 0,0 1 0,10 12 0,1-1 0,0-1 0,23 20 0,-31-32 0,-1 0 0,2-1 0,-1 0 0,1 0 0,-1 0 0,1-1 0,1 0 0,-1-1 0,11 3 0,-16-5 0,0-1 0,0 1 0,0-1 0,0 0 0,0 0 0,0-1 0,0 1 0,0 0 0,0-1 0,0 0 0,0 0 0,0 0 0,0 0 0,0 0 0,0-1 0,-1 1 0,1-1 0,-1 0 0,1 1 0,-1-1 0,1 0 0,-1-1 0,0 1 0,0 0 0,0-1 0,0 1 0,-1-1 0,1 1 0,-1-1 0,1 0 0,-1 0 0,0 0 0,0 0 0,0 0 0,-1 0 0,1 0 0,0 0 0,-1 0 0,0 0 0,0 0 0,0 0 0,0 0 0,-1 0 0,1 0 0,-1 0 0,-1-6 0,-2 0 0,0-1 0,-1 1 0,0 0 0,-1 0 0,1 0 0,-2 1 0,1-1 0,-12-10 0,13 14 0,0 1 0,0-1 0,-1 1 0,1 0 0,-1 0 0,0 1 0,0 0 0,0 0 0,0 0 0,-1 1 0,1 0 0,-1 0 0,1 1 0,-9-2 0,12 3-227,0 0-1,0 1 1,0-1-1,0 1 1,-6 1-1,0 1-6598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24575,'-9'9'0,"-1"1"0,2 0 0,-1 1 0,1 0 0,1 0 0,-12 23 0,17-30 0,1 0 0,0-1 0,0 1 0,0 0 0,0 0 0,0-1 0,1 1 0,0 0 0,0 0 0,0 0 0,0 0 0,0 0 0,1 0 0,0-1 0,-1 1 0,2 0 0,-1 0 0,0-1 0,1 1 0,-1-1 0,1 1 0,0-1 0,0 0 0,1 0 0,-1 1 0,1-2 0,-1 1 0,5 3 0,0 0 15,0 0 0,0-1 0,0 0 0,1 0 0,0-1 0,0 0 0,11 4 0,-16-7-80,0 0 1,0 0-1,0 0 1,1 0-1,-1-1 1,0 1-1,1-1 0,-1 0 1,0 0-1,1 0 1,-1-1-1,0 1 1,0-1-1,1 0 0,-1 0 1,0 0-1,0 0 1,0 0-1,0-1 1,0 1-1,0-1 1,3-3-1,4-4-6761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24575,'32'39'0,"-2"0"0,-1 2 0,-2 1 0,-3 1 0,30 69 0,-27-49 0,46 75 0,-38-79-1365,-25-45-5461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13 24575,'-1'0'0,"-71"-12"0,64 12 0,0-1 0,0 1 0,0 0 0,0 1 0,0 0 0,0 0 0,-7 3 0,12-3 0,1 0 0,0 0 0,-1 0 0,1 0 0,0 0 0,0 1 0,0-1 0,0 1 0,0-1 0,0 1 0,1 0 0,-1 0 0,0 0 0,1 0 0,-1 0 0,1 0 0,0 0 0,0 0 0,0 1 0,0-1 0,0 0 0,0 1 0,1-1 0,-1 1 0,1-1 0,0 1 0,-1-1 0,1 1 0,0-1 0,1 1 0,-1-1 0,1 4 0,0 0 0,0 0 0,0 0 0,1 0 0,0 0 0,0-1 0,1 1 0,0 0 0,0-1 0,0 0 0,0 0 0,1 0 0,5 6 0,-2-4 0,0-1 0,1 0 0,0 0 0,0-1 0,0 0 0,1 0 0,0-1 0,0 0 0,12 4 0,-6-5 0,0 1 0,1-2 0,-1 0 0,1-1 0,16-1 0,-17 0-120,-4 1 204,0-2 1,12-1-1,-20 2-184,0-1 0,-1 1 1,1-1-1,0 0 0,-1 0 0,1 0 0,-1 0 0,0 0 0,1-1 0,-1 1 0,0-1 1,0 0-1,0 1 0,2-3 0,2-4-6726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7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10 24575,'-1'0'0,"-9"-2"0,0-1 0,1 2 0,-1-1 0,-14 1 0,23 1 0,-1 0 0,0 0 0,1 0 0,-1 0 0,1 0 0,-1 0 0,1 1 0,-1-1 0,1 0 0,-1 1 0,1 0 0,-1-1 0,1 1 0,-1 0 0,1 0 0,0-1 0,-1 1 0,1 0 0,0 1 0,0-1 0,0 0 0,0 0 0,0 0 0,0 1 0,0-1 0,0 0 0,0 1 0,1-1 0,-1 1 0,0-1 0,1 1 0,0-1 0,-1 1 0,1-1 0,-1 4 0,2 1 0,-1 0 0,0 0 0,1 0 0,0 1 0,1-1 0,0 0 0,-1 0 0,2 0 0,3 7 0,32 52 0,-29-51 0,9 11 0,32 37 0,-27-36 0,-22-24 0,1-1 0,-1 1 0,0-1 0,0 1 0,0 0 0,0-1 0,0 1 0,0 0 0,-1 0 0,1 0 0,0 0 0,-1 2 0,0-4 0,0 1 0,0 0 0,0-1 0,0 1 0,-1 0 0,1 0 0,0-1 0,0 1 0,-1-1 0,1 1 0,-1 0 0,1-1 0,0 1 0,-1-1 0,1 1 0,-1 0 0,1-1 0,-1 0 0,0 1 0,1-1 0,-1 1 0,1-1 0,-1 0 0,0 1 0,1-1 0,-1 0 0,0 0 0,0 1 0,1-1 0,-1 0 0,0 0 0,1 0 0,-1 0 0,0 0 0,0 0 0,-27 2 42,1 0 0,-43-5 0,42 2-539,0 0 0,-33 4 0,41 0-6329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21 24575,'7'-4'0,"0"1"0,0 0 0,0 1 0,0-1 0,0 2 0,1-1 0,13-1 0,-19 3 0,1 0 0,0 0 0,-1 0 0,1 1 0,0-1 0,-1 1 0,1 0 0,0-1 0,-1 1 0,1 0 0,-1 0 0,0 1 0,1-1 0,-1 0 0,0 1 0,0 0 0,0-1 0,0 1 0,0 0 0,0 0 0,0 0 0,0 0 0,-1 0 0,3 4 0,-1 0 0,0 0 0,-1 1 0,1-1 0,-1 0 0,-1 1 0,1-1 0,-1 1 0,0 0 0,0 7 0,-1-10 0,0-1 0,0 1 0,0 0 0,-1-1 0,0 1 0,0 0 0,1-1 0,-2 1 0,1-1 0,0 1 0,-1-1 0,0 0 0,0 0 0,0 0 0,0 0 0,0 0 0,0 0 0,-4 3 0,3-4 0,0 0 0,-1 0 0,1-1 0,0 1 0,-1-1 0,1 0 0,-1 0 0,1 0 0,-1 0 0,1-1 0,-1 1 0,-6-1 0,-6 0 0,-23-3 0,38 3 0,-7-2 0,0 1 0,0-1 0,0 0 0,0 0 0,1-1 0,-1 0 0,-13-8 0,18 9 0,0 0 0,0 0 0,0 0 0,1 0 0,-1-1 0,0 1 0,1-1 0,0 1 0,-1-1 0,1 0 0,0 0 0,0 0 0,1 0 0,-1-1 0,1 1 0,-1 0 0,1-1 0,0 1 0,-1-7 0,2 8-5,0 1 1,0-1-1,0 0 0,0 1 0,0-1 0,1 1 0,-1-1 0,0 1 0,1-1 0,-1 1 1,1-1-1,0 1 0,-1-1 0,1 1 0,0 0 0,0-1 0,0 1 0,2-2 1,-1 1 21,0 0 0,0 1 1,0-1-1,0 1 0,1 0 1,-1 0-1,0 0 1,1 0-1,-1 0 0,5-1 1,4 1-203,1-1 1,0 2-1,-1-1 1,13 2-1,-15 0-356,4-1-6285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235 218 24575,'-28'-39'0,"-2"1"0,-2 1 0,-50-44 0,81 79 0,-3-1 0,1 0 0,-1 0 0,0 0 0,-8-3 0,11 5 0,0 1 0,1 0 0,-1-1 0,0 1 0,1 0 0,-1 0 0,0 0 0,0-1 0,1 1 0,-1 0 0,0 0 0,0 0 0,1 0 0,-1 0 0,0 1 0,0-1 0,1 0 0,-1 0 0,0 0 0,0 1 0,1-1 0,-1 0 0,0 1 0,1-1 0,-1 0 0,1 1 0,-1-1 0,0 1 0,1-1 0,-1 1 0,1-1 0,-1 1 0,1 0 0,-1-1 0,1 1 0,0 0 0,-1-1 0,1 2 0,-2 4 0,0 0 0,0 0 0,1 0 0,0 0 0,0 1 0,1-1 0,-1 0 0,2 9 0,7 53 0,-7-64 0,10 55-135,22 68-1,28 55-135,14 4 429,-59-152-84,2-2-1,1 0 1,32 40-1,-50-69-63,1-1 0,1 0-1,-1 0 1,0 0 0,0-1 0,1 1 0,-1 0 0,1-1-1,4 3 1,-6-4-10,-1 0-1,0 0 1,1 0-1,-1 0 1,1 0-1,-1 1 1,0-1-1,1 0 1,-1 0-1,1 0 1,-1 0-1,0 0 1,1 0 0,-1-1-1,1 1 1,-1 0-1,0 0 1,1 0-1,-1 0 1,1 0-1,-1-1 1,0 1-1,1 0 1,-1 0-1,0-1 1,1 1-1,-1 0 1,1-1 0,-1 0 1,0 0-1,1 0 0,-1-1 1,0 1-1,0 0 0,0 0 1,1 0-1,-1 0 0,0 0 1,-1 0-1,1 0 0,0 0 1,0 0-1,-1-2 0,-2-7 0,-1 0 0,0 0 0,0 0 0,-1 1 0,-8-12 0,1 0 0,5 8 0,-1 1 0,0 0 0,0 0 0,-12-11 0,17 19 0,0 1 0,-1 0 0,0 0 0,1 0 0,-1 1 0,0-1 0,0 1 0,-1 0 0,1 0 0,0 0 0,-1 1 0,1-1 0,-1 1 0,0 0 0,1 0 0,-8 0 0,-90 4-1365,89-3-5461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24575,'112'81'0,"-19"-19"0,-53-37 0,54 44 0,-86-62-117,-5-3-22,1-1 0,0 0 1,0 0-1,0 0 1,0 0-1,1-1 0,-1 1 1,6 1-1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24575,'-7'15'0,"-6"5"0,0 2 0,0-1 0,2-1 0,0-2 0,2-1 0,2-1 0,1 0 0,1-2 0,1 1 0,1-1 0,-1 1 0,0-3-8191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24575,'-42'-4'0,"-46"-3"0,74 7 0,0 0 0,-1 1 0,1 1 0,-15 3 0,26-4 0,0 0 0,0 0 0,0 0 0,0 0 0,0 0 0,1 1 0,-1-1 0,0 1 0,1 0 0,-1 0 0,1 0 0,0 0 0,0 0 0,0 0 0,0 1 0,0-1 0,0 1 0,0-1 0,-1 5 0,2-4 0,0-1 0,1 0 0,-1 0 0,1 1 0,0-1 0,-1 1 0,1-1 0,0 0 0,1 1 0,-1-1 0,0 1 0,1-1 0,-1 0 0,1 1 0,0-1 0,0 0 0,-1 0 0,2 1 0,-1-1 0,0 0 0,0 0 0,1 0 0,-1 0 0,1-1 0,2 3 0,58 57 0,21 22 0,-69-67 0,-1 1 0,-1 0 0,0 1 0,-1 0 0,10 24 0,-16-30 0,-1 0 0,0 0 0,-1 1 0,0 0 0,0 0 0,-2-1 0,0 1 0,0 0 0,-2 23 0,-3-16 0,3-18 0,0 1 0,0 0 0,1 0 0,0 0 0,-1 0 0,1-1 0,0 6 0,1-7 0,-1 0 0,1 1 0,-1-1 0,1 0 0,-1 0 0,1 0 0,0 0 0,-1 0 0,1 0 0,0 0 0,0 0 0,0 0 0,-1 0 0,1-1 0,0 1 0,0 0 0,1-1 0,-1 1 0,0 0 0,0-1 0,0 1 0,2-1 0,9 3 0,-1 0 0,1-1 0,0-1 0,0 0 0,0-1 0,0 0 0,16-2 0,10 0 0,-34 2-91,-1 0 0,1 0 0,0-1 0,-1 1 0,1-1 0,-1 1 0,1-1 0,-1-1 0,1 1 0,-1 0 0,0-1 0,1 1 0,-1-1 0,5-4 0,1-3-6735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24575,'0'3'0,"0"0"0,1 0 0,0 0 0,0 0 0,0 0 0,0 0 0,0 0 0,1-1 0,-1 1 0,1 0 0,0-1 0,-1 1 0,1-1 0,0 0 0,1 0 0,2 3 0,5 4 0,2 0 0,12 7 0,-24-16 0,5 4 0,0-1 0,1-1 0,-1 1 0,1-1 0,-1 0 0,1 0 0,0 0 0,0-1 0,8 1 0,-12-2 0,0 0 0,1 0 0,-1 0 0,0 0 0,0 0 0,1 0 0,-1-1 0,0 1 0,0-1 0,1 0 0,-1 0 0,0 1 0,0-1 0,0-1 0,0 1 0,0 0 0,-1 0 0,1-1 0,0 1 0,0-1 0,-1 0 0,1 1 0,-1-1 0,1 0 0,-1 0 0,2-3 0,-2 3 0,-1 0 0,1 0 0,0 1 0,0-1 0,1 0 0,-1 1 0,0-1 0,0 1 0,1-1 0,2-1 0,-4 2 0,1 1 0,0 0 0,0 0 0,0-1 0,-1 1 0,1 0 0,0 0 0,0 0 0,0 0 0,-1 0 0,1 0 0,0 0 0,0 0 0,0 0 0,-1 1 0,1-1 0,0 0 0,0 0 0,-1 1 0,1-1 0,0 1 0,0-1 0,-1 0 0,1 1 0,0-1 0,-1 1 0,1-1 0,0 2 0,23 19-78,-14-11-179,1-1-1,0 1 1,1-2-1,17 10 1,-16-12-6569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3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24575,'3'-4'0,"0"0"0,1 0 0,0 0 0,0 0 0,0 0 0,0 1 0,0 0 0,1 0 0,-1 0 0,1 0 0,0 1 0,6-3 0,-8 4 0,1 0 0,0 0 0,0 1 0,0-1 0,0 1 0,0 0 0,0 0 0,0 1 0,0-1 0,-1 1 0,1 0 0,0 0 0,0 0 0,-1 0 0,1 1 0,0-1 0,5 4 0,5 5 0,0 0 0,0 1 0,15 16 0,-18-17 0,-8-7 0,-1 0 0,0-1 0,0 1 0,0 0 0,0 0 0,-1 0 0,1 1 0,-1-1 0,1 0 0,-1 1 0,0-1 0,0 0 0,-1 1 0,1 5 0,0 5 0,-1 1 0,-2 18 0,0-2 0,2-22 0,0 0 0,0-1 0,1 1 0,0 0 0,0 0 0,1-1 0,0 1 0,1-1 0,0 0 0,0 0 0,1 0 0,5 9 0,2 0 0,25 27 0,7 11 0,-39-49 0,0 0 0,0 1 0,-1-1 0,0 1 0,0 0 0,3 14 0,-6-18 0,1-1 0,-1 0 0,0 1 0,1-1 0,-1 0 0,0 1 0,-1-1 0,1 0 0,0 1 0,-1-1 0,1 0 0,-1 1 0,0-1 0,0 0 0,0 0 0,0 0 0,0 0 0,0 1 0,-1-2 0,1 1 0,-1 0 0,-2 3 0,1-3 0,0 1 0,0-1 0,-1 0 0,1 0 0,-1 0 0,0-1 0,1 1 0,-1-1 0,0 0 0,0 0 0,0 0 0,-8 0 0,-60 8-1365,57-7-5461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238 112 24575,'-28'-21'0,"-1"1"0,0 1 0,-60-27 0,86 45 0,0 0 0,1 0 0,-1 0 0,0 0 0,1 1 0,-1 0 0,0-1 0,0 1 0,0 0 0,1 0 0,-1 0 0,-5 2 0,7-2 0,0 1 0,0-1 0,-1 1 0,1 0 0,0-1 0,0 1 0,0 0 0,0 0 0,0 0 0,0 0 0,0 0 0,0 0 0,0 0 0,0 0 0,0 0 0,1 1 0,-1-1 0,0 0 0,1 0 0,-1 1 0,1-1 0,0 0 0,-1 1 0,1-1 0,0 0 0,0 4 0,0 1 0,0 0 0,0 0 0,1 0 0,0 0 0,0 0 0,1 0 0,0 0 0,0 0 0,3 6 0,1 1 0,1 0 0,14 21 0,-6-14 0,1-1 0,35 33 0,44 27 0,-28-26 0,-66-52 0,0-1 0,0 1 0,-1 0 0,1-1 0,0 1 0,-1-1 0,1 1 0,0 0 0,-1 0 0,1-1 0,-1 1 0,1 0 0,-1 0 0,1 0 0,-1 0 0,0 0 0,1-1 0,-1 1 0,0 2 0,0-3 0,0 1 0,0-1 0,-1 0 0,1 1 0,0-1 0,-1 1 0,1-1 0,0 0 0,-1 1 0,1-1 0,-1 0 0,1 1 0,-1-1 0,1 0 0,0 0 0,-1 0 0,1 1 0,-1-1 0,1 0 0,-1 0 0,1 0 0,-1 0 0,1 0 0,-2 0 0,-4 1 0,0-1 0,-1-1 0,1 1 0,-8-2 0,-23-6 0,1-1 0,-56-23 0,90 31-151,-1 0-1,1 0 0,0 0 0,0 0 1,0-1-1,0 1 0,0-1 1,-2-2-1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0 0,1 3 0,3 1 0,0 2 0,2-1 0,-1 0 0,1-2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47 24575,'-14'-39'0,"11"31"0,9 27 0,0-2 0,1 0 0,0-1 0,1 1 0,1-2 0,0 1 0,1-1 0,1-1 0,21 24 0,-23-30 0,0 1 0,1-1 0,0-1 0,1 0 0,0 0 0,0-1 0,0 0 0,0-1 0,1 0 0,0-1 0,0-1 0,0 0 0,17 2 0,-22-4 0,-1 0 0,1-1 0,-1 0 0,1 0 0,-1 0 0,1-1 0,-1 0 0,9-3 0,-14 4 0,1-1 0,0 0 0,0 0 0,-1 0 0,1 0 0,0 0 0,-1 0 0,1 0 0,-1 0 0,1-1 0,-1 1 0,0 0 0,0-1 0,1 1 0,-1-1 0,0 0 0,0 1 0,-1-1 0,1 0 0,0 0 0,-1 1 0,1-1 0,-1 0 0,1 0 0,-1 0 0,0 0 0,0 0 0,1 0 0,-1 0 0,-1 0 0,1 1 0,-1-4 0,1 0 0,-1 1 0,-1-1 0,1 0 0,-1 0 0,0 1 0,0-1 0,0 1 0,-1-1 0,1 1 0,-1 0 0,0 0 0,0 0 0,-5-4 0,0 1 0,0 0 0,-1 0 0,1 1 0,-2 0 0,-10-5 0,19 10 0,-1 0 0,1 0 0,0 0 0,-1 1 0,1-1 0,-1 0 0,0 1 0,1 0 0,-1-1 0,1 1 0,-1 0 0,0 0 0,1 0 0,-1 0 0,0 0 0,1 0 0,-1 0 0,1 0 0,-1 1 0,0-1 0,1 1 0,-3 0 0,3 0 0,0 1 0,-1-1 0,1 0 0,0 1 0,0-1 0,0 1 0,0 0 0,0-1 0,0 1 0,1 0 0,-1-1 0,0 1 0,1 0 0,-1 0 0,1 0 0,0 0 0,0-1 0,0 1 0,0 3 0,-1 1 0,1 0 0,1 0 0,-1 0 0,1 0 0,0 0 0,0-1 0,1 1 0,0 0 0,0 0 0,0-1 0,1 1 0,0-1 0,4 7 0,0-2 0,0-2 0,1 1 0,0-1 0,1 0 0,-1-1 0,12 7 0,9 6 0,-17-13 0,-1 0 0,-1 1 0,15 14 0,-21-18 0,-1-1 0,0 1 0,0 0 0,-1 0 0,1 1 0,-1-1 0,0 0 0,0 1 0,0-1 0,-1 1 0,0 0 0,0-1 0,1 9 0,0 2 0,-1 0 0,0 0 0,-2 1 0,0-1 0,-4 27 0,4-39 5,-1 0 0,1 1 0,0-1-1,-1 0 1,0 1 0,0-1 0,0 0 0,0 0-1,0 0 1,0-1 0,-1 1 0,0-1 0,1 1-1,-1-1 1,0 0 0,0 0 0,0 0-1,0 0 1,-1-1 0,1 1 0,0-1 0,-1 0-1,1 0 1,-7 1 0,6-1-76,-1 0 1,1-1-1,0 0 0,-1 0 0,1 0 1,0-1-1,0 0 0,-1 1 1,1-1-1,0-1 0,0 1 0,0-1 1,0 1-1,0-1 0,1 0 1,-1-1-1,0 1 0,1 0 0,0-1 1,-6-5-1,0-3-6755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24575,'0'4'0,"0"1"0,0 0 0,1-1 0,0 1 0,0-1 0,0 1 0,1-1 0,0 0 0,-1 1 0,1-1 0,1 0 0,-1 0 0,4 5 0,-4-7 0,-1-1 0,1 1 0,-1-1 0,1 1 0,-1-1 0,1 0 0,0 0 0,0 0 0,0 0 0,0 0 0,0 0 0,0 0 0,0 0 0,0-1 0,0 1 0,0-1 0,0 0 0,0 1 0,0-1 0,0 0 0,1 0 0,-1 0 0,0-1 0,0 1 0,0 0 0,0-1 0,0 0 0,0 1 0,0-1 0,3-2 0,-2 2 0,0-1 0,-1 1 0,1-1 0,-1 0 0,0 0 0,0-1 0,0 1 0,4-4 0,-4 3 0,0 0 0,0 1 0,1-1 0,-1 1 0,4-3 0,-5 4 0,0 1 0,0-1 0,0 1 0,1 0 0,-1-1 0,0 1 0,0 0 0,0 0 0,0-1 0,0 1 0,0 0 0,1 0 0,-1 0 0,0 1 0,0-1 0,0 0 0,0 0 0,0 0 0,0 1 0,1-1 0,0 1 0,24 15 0,-8-5 0,-6-6-1365,-1-2-5461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171 472 24575,'-7'-3'0,"-5"-4"0,-1 2 0,1 0 0,-1 0 0,0 1 0,0 0 0,-1 1 0,-16-1 0,29 4 0,-1 0 0,0 0 0,0 0 0,1 0 0,-1 0 0,0 1 0,1-1 0,-1 0 0,0 1 0,1-1 0,-1 1 0,0 0 0,1 0 0,-1-1 0,1 1 0,-1 0 0,1 0 0,0 0 0,-1 1 0,1-1 0,-1 1 0,1 0 0,-1 0 0,1 1 0,0-1 0,1 0 0,-1 0 0,0 1 0,1-1 0,-1 0 0,1 1 0,-1-1 0,1 0 0,0 1 0,1 3 0,-1 1 0,1 0 0,1 0 0,-1 0 0,1 0 0,1-1 0,-1 1 0,1 0 0,0-1 0,5 8 0,-3-7 0,0-1 0,0 0 0,0-1 0,1 1 0,0-1 0,0 0 0,0 0 0,1-1 0,7 4 0,-12-7 0,0 0 0,-1 0 0,1 0 0,0-1 0,0 1 0,0 0 0,1-1 0,-1 0 0,0 1 0,0-1 0,0 0 0,0 0 0,0 0 0,0-1 0,0 1 0,0 0 0,0-1 0,1 1 0,-1-1 0,0 0 0,-1 0 0,1 1 0,0-1 0,0-1 0,0 1 0,0 0 0,-1 0 0,1-1 0,-1 1 0,1-1 0,-1 1 0,1-1 0,-1 1 0,0-1 0,0 0 0,0 0 0,0 0 0,1-2 0,1-4 0,-1 0 0,0 0 0,0-1 0,0 1 0,-1-1 0,-1 1 0,1-1 0,-1 1 0,-2-14 0,3 29 0,1 0 0,-1 0 0,2 0 0,-1 0 0,1 0 0,0-1 0,0 0 0,7 10 0,-5-9 0,-1 0 0,1-1 0,0 0 0,1 0 0,0 0 0,0-1 0,0 0 0,11 8 0,-15-12 0,0 0 0,1 0 0,-1 0 0,0 0 0,1 0 0,-1 0 0,1-1 0,-1 1 0,1-1 0,-1 0 0,1 1 0,-1-1 0,1 0 0,-1-1 0,1 1 0,-1 0 0,1-1 0,-1 1 0,1-1 0,-1 0 0,4-2 0,-3 1 0,0 0 0,0 0 0,-1 0 0,1 0 0,-1-1 0,1 1 0,-1-1 0,0 0 0,0 0 0,0 0 0,0 0 0,-1 0 0,1 0 0,-1 0 0,2-6 0,0-4 0,1-1 0,-2 0 0,2-26 0,-5-45 0,0 39 0,0 3 0,2-15 0,-3 0 0,-17-100 0,10 111 0,10 110 0,1-46 0,5 53 0,3-1 0,25 87 0,-28-135 0,13 29 0,-17-44 0,0 0 0,0 0 0,1 0 0,0-1 0,0 1 0,0-1 0,0 0 0,1 0 0,6 5 0,-8-9-195,-1 0 0,0 1 0,1-1 0,-1 0 0,1 0 0,4 1 0,4 0-6631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 24575,'-4'0'0,"0"0"0,1 0 0,-1 0 0,0 1 0,1-1 0,-1 1 0,1 0 0,-1 0 0,1 0 0,-1 1 0,-3 2 0,5-3 0,1 0 0,0 0 0,-1 0 0,1 1 0,0-1 0,0 0 0,0 1 0,0-1 0,0 1 0,1-1 0,-1 1 0,0-1 0,1 1 0,-1 0 0,1-1 0,-1 1 0,1 0 0,0 0 0,-1-1 0,1 1 0,0 0 0,0 0 0,1-1 0,-1 1 0,1 3 0,3 10 0,0-1 0,2 1 0,-1-1 0,2 0 0,0 0 0,9 12 0,14 30 0,-25-45 0,-2-7 0,-1 0 0,0 0 0,0 1 0,-1-1 0,1 1 0,0 4 0,-2-8 0,0 0 0,0 0 0,0 0 0,0 0 0,0 0 0,0 0 0,-1 0 0,1 0 0,0 0 0,0 0 0,-1 0 0,1 0 0,-1 0 0,1-1 0,-1 1 0,1 0 0,-1 0 0,1 0 0,-1-1 0,0 1 0,1 0 0,-1-1 0,0 1 0,0 0 0,1-1 0,-1 1 0,0-1 0,0 1 0,0-1 0,0 0 0,0 1 0,0-1 0,0 0 0,0 0 0,-1 0 0,-13 3 0,1-1 0,-1-1 0,0-1 0,-24-2 0,4 1 0,12 1-103,-1-1-528,-39 4 0,44 0-6195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7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24575,'0'3'0,"0"2"0,0 4 0,0 3 0,-3 1 0,0 2 0,0 0 0,0 1 0,-1-1 0,-1 0 0,-1-2 0,0-1 0,-2-1 0,-1-1 0,0 0 0,-1-2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24575,'6'-4'0,"0"1"0,1-1 0,-1 1 0,1 1 0,0-1 0,0 1 0,0 0 0,0 1 0,0-1 0,0 1 0,0 1 0,0 0 0,1 0 0,-1 0 0,0 0 0,9 3 0,-11-2 0,0 1 0,0-1 0,0 1 0,0 0 0,-1 0 0,1 1 0,-1-1 0,1 1 0,-1 0 0,0 0 0,0 1 0,0-1 0,0 1 0,-1 0 0,1 0 0,-1 0 0,0 0 0,0 1 0,-1-1 0,1 1 0,-1 0 0,3 9 0,-3-8 0,0-1 0,-1 1 0,0 0 0,0 0 0,-1-1 0,0 1 0,0 0 0,0 0 0,0 0 0,-1-1 0,0 1 0,0 0 0,-1 0 0,0-1 0,-4 10 0,4-11 0,0 0 0,-1 0 0,0 0 0,0-1 0,0 1 0,-1 0 0,1-1 0,-1 0 0,0 0 0,0 0 0,0-1 0,0 1 0,0-1 0,0 0 0,-1 0 0,1 0 0,-1-1 0,1 1 0,-7 0 0,2-1 0,1 0 0,-1 0 0,0-1 0,0 0 0,0-1 0,1 0 0,-1 0 0,0-1 0,1 0 0,-16-6 0,13 3 0,-1 0 0,1-1 0,0-1 0,0 0 0,0 0 0,-17-17 0,26 22 0,-1 0 0,1 0 0,0-1 0,0 1 0,0-1 0,0 0 0,0 0 0,1 0 0,-1 1 0,1-1 0,0-1 0,0 1 0,0 0 0,0 0 0,0 0 0,1 0 0,0-1 0,-1 1 0,1 0 0,0-1 0,1 1 0,0-4 0,0 3 0,0 1 0,0 0 0,0 0 0,1 0 0,0 0 0,-1 0 0,1 1 0,0-1 0,0 0 0,1 1 0,-1-1 0,0 1 0,1 0 0,-1 0 0,1 0 0,0 0 0,0 0 0,0 1 0,0-1 0,0 1 0,6-2 0,-2 1-76,0 0 1,0 1-1,1 0 0,-1 0 0,0 0 0,0 1 0,1 0 0,-1 1 1,0-1-1,0 1 0,1 1 0,-1 0 0,0 0 0,0 0 1,-1 0-1,1 1 0,7 5 0,-1 0-6750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24575,'1'-1'0,"-1"1"0,1-1 0,0 1 0,-1-1 0,1 1 0,-1-1 0,1 1 0,0 0 0,0-1 0,-1 1 0,1 0 0,0 0 0,0-1 0,-1 1 0,1 0 0,0 0 0,0 0 0,-1 0 0,1 0 0,0 0 0,1 0 0,0 1 0,0-1 0,-1 1 0,1 0 0,0 0 0,-1-1 0,1 1 0,-1 0 0,1 0 0,1 2 0,3 3 0,0 0 0,0 1 0,5 7 0,-7-9 0,11 15 0,2 0 0,1-1 0,1-1 0,0 0 0,1-2 0,27 18 0,-45-33 0,0 1 0,0-1 0,0 0 0,1 0 0,-1 0 0,0 0 0,1 0 0,-1-1 0,4 1 0,-5-1 0,0 0 0,-1 0 0,1 0 0,0 0 0,0 0 0,0-1 0,-1 1 0,1 0 0,0 0 0,-1-1 0,1 1 0,0 0 0,-1-1 0,1 1 0,0-1 0,-1 1 0,1-1 0,-1 1 0,1-1 0,-1 0 0,1 1 0,-1-1 0,1 0 0,-1 1 0,0-1 0,1 0 0,-1 1 0,0-1 0,1 0 0,-1 0 0,0 1 0,0-1 0,0 0 0,0-1 0,2-10 0,-1 1 0,0-1 0,-1 0 0,-2-16 0,-10-48 0,7 48 0,-10-42 0,16 75 0,1-1 0,-1 0 0,1 0 0,-1-1 0,1 1 0,0 0 0,0-1 0,1 1 0,-1-1 0,1 1 0,0-1 0,4 4 0,-1-2 0,0 0 0,1-1 0,0 1 0,0-1 0,15 6 0,5 0 0,1-2 0,48 8 0,-68-14 0,-3-1 0,0 0 0,0-1 0,1 0 0,-1 1 0,0-2 0,0 1 0,1-1 0,-1 1 0,0-2 0,0 1 0,8-3 0,-11 3 0,-1 0 0,1 0 0,0 0 0,0 0 0,-1 0 0,1-1 0,-1 1 0,1 0 0,-1-1 0,0 1 0,1-1 0,-1 0 0,0 1 0,0-1 0,0 0 0,0 0 0,-1 0 0,1 0 0,0 0 0,-1 0 0,1 0 0,-1 0 0,0 0 0,1 0 0,-1 0 0,0 0 0,0 0 0,-1 0 0,1 0 0,0 0 0,-1 0 0,0-2 0,-1-2 0,0 0 0,0 0 0,0 0 0,-1 1 0,0-1 0,0 1 0,-1 0 0,0 0 0,1 0 0,-9-7 0,10 9 0,0 1 0,-1 0 0,1 0 0,-1 0 0,1 0 0,-1 1 0,0-1 0,1 1 0,-1-1 0,0 1 0,0 0 0,0 0 0,0 0 0,0 1 0,0-1 0,-1 1 0,1-1 0,0 1 0,0 0 0,0 0 0,0 1 0,-6 0 0,6 0 0,1 1 0,-1-1 0,0 1 0,1 0 0,-1-1 0,1 1 0,0 0 0,-1 0 0,1 1 0,0-1 0,0 0 0,1 1 0,-1-1 0,0 1 0,1-1 0,0 1 0,-1 0 0,1 0 0,0 0 0,0 3 0,-1 2 0,0 0 0,0 0 0,1 0 0,0 1 0,1-1 0,1 11 0,-1-12 0,1 0 0,1 0 0,-1 0 0,1 0 0,0 0 0,1 0 0,0-1 0,0 1 0,0-1 0,9 12 0,-6-10 0,1-1 0,0 1 0,0-2 0,1 1 0,0-1 0,0 0 0,10 6 0,1-3 0,0 0 0,0-1 0,1 0 0,0-2 0,0-1 0,41 6 0,-53-10 0,1 0 0,-1-1 0,0 0 0,1 0 0,-1-1 0,0 0 0,1 0 0,-1-1 0,13-5 0,-17 6 0,-1-1 0,1 0 0,-1 0 0,0 0 0,1 0 0,-1 0 0,-1-1 0,1 1 0,0-1 0,0 0 0,-1 1 0,0-1 0,1-1 0,-1 1 0,0 0 0,-1 0 0,1-1 0,0 1 0,-1-1 0,0 1 0,0-1 0,0 0 0,0-5 0,0 0 0,0-1 0,-1 1 0,-1 0 0,1 0 0,-2 0 0,-2-11 0,-2-3 0,-11-24 0,9 27 0,7 16 0,0 1 0,0-1 0,0 0 0,0 0 0,0 0 0,1 0 0,-1-6 0,1 9 0,0 0 0,1 0 0,-1 0 0,0 0 0,0 0 0,1 0 0,-1 0 0,0 0 0,1 1 0,-1-1 0,1 0 0,-1 0 0,1 0 0,0 0 0,-1 1 0,1-1 0,0 0 0,0 1 0,-1-1 0,1 0 0,0 1 0,0-1 0,0 1 0,0-1 0,0 1 0,0 0 0,-1-1 0,1 1 0,0 0 0,0 0 0,0-1 0,0 1 0,0 0 0,2 0 0,1 0-273,0 1 0,0-1 0,1 1 0,6 1 0,2 2-6553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32 576 24575,'12'-18'0,"0"-2"0,-2 0 0,0 0 0,-1-1 0,9-32 0,-14 38 0,-1-1 0,0 0 0,-1 1 0,-1-1 0,-1 0 0,0 0 0,-1 0 0,-4-25 0,-3 4 0,-1 0 0,-2 0 0,-1 2 0,-17-36 0,27 67 0,-10-18 0,12 21 0,-1 0 0,0 0 0,1 0 0,-1 1 0,1-1 0,-1 0 0,0 0 0,0 1 0,1-1 0,-1 0 0,0 1 0,0-1 0,0 0 0,0 1 0,0-1 0,0 1 0,0 0 0,-1-1 0,1 1 0,1 0 0,-1 1 0,1-1 0,-1 0 0,1 0 0,-1 1 0,1-1 0,-1 0 0,1 1 0,0-1 0,-1 1 0,1-1 0,0 0 0,-1 1 0,1-1 0,0 1 0,0-1 0,-1 1 0,1-1 0,0 1 0,0-1 0,0 1 0,-1-1 0,1 1 0,0 0 0,0-1 0,0 1 0,-2 19 0,2-17 0,0 25 0,1 0 0,2-1 0,8 43 0,30 80 0,-33-123 0,3 0 0,17 33 0,-23-49 0,2-1 0,-1 1 0,1-1 0,1-1 0,0 0 0,0 0 0,1 0 0,10 7 0,10 1-1365,-16-11-5461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72 24575,'-24'-13'0,"-48"-25"0,64 35 0,-1-1 0,0 1 0,-1 0 0,1 1 0,0 0 0,-10-1 0,17 3 0,0 0 0,1 0 0,-1 0 0,1 0 0,-1 0 0,0 0 0,1 0 0,-1 1 0,1-1 0,-1 1 0,1-1 0,-1 1 0,1-1 0,-1 1 0,1 0 0,0 0 0,-1 0 0,1 0 0,0 0 0,0 0 0,-1 0 0,-1 2 0,3-1 0,-1-1 0,0 1 0,1 0 0,-1-1 0,1 1 0,-1 0 0,1-1 0,0 1 0,0 0 0,0 0 0,0-1 0,0 1 0,0 0 0,0 0 0,0-1 0,1 1 0,-1 0 0,1 0 0,-1-1 0,2 3 0,1 3 0,1 0 0,0 0 0,0-1 0,0 1 0,1-1 0,0 0 0,0 0 0,1 0 0,-1-1 0,1 0 0,0 0 0,1 0 0,-1-1 0,1 0 0,0 0 0,0-1 0,0 0 0,1 0 0,-1-1 0,1 1 0,-1-2 0,1 1 0,0-1 0,0 0 0,13-1 0,-19 0 0,0 0 0,0 0 0,0-1 0,0 1 0,0-1 0,0 1 0,0-1 0,0 0 0,0 0 0,-1 0 0,1 0 0,0 0 0,0 0 0,-1 0 0,1-1 0,-1 1 0,1 0 0,-1-1 0,1 0 0,-1 1 0,0-1 0,0 0 0,0 1 0,0-1 0,0 0 0,0 0 0,-1 0 0,2-2 0,-1-3 0,1-1 0,-1 1 0,0 0 0,-1 0 0,0-1 0,-1-10 0,4 32-273,0-1 0,1 0 0,0 0 0,12 24 0,-10-27-6553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165 150 24575,'65'269'0,"-64"-265"0,20 63 0,-19-75 0,-1-8 0,-2-2 0,-1 0 0,0 0 0,-1 1 0,-1-1 0,-7-16 0,-37-84 0,18 46 0,23 55 0,-12-35 0,17 47 0,1-1 0,0 1 0,0 0 0,0 0 0,1-1 0,0 1 0,1-10 0,-1 13 0,0 1 0,0-1 0,1 1 0,-1-1 0,1 1 0,-1-1 0,1 1 0,-1 0 0,1-1 0,0 1 0,0 0 0,0 0 0,0-1 0,0 1 0,0 0 0,0 0 0,0 0 0,0 0 0,3-1 0,-2 1 0,0 0 0,0 0 0,0 1 0,0-1 0,0 1 0,1 0 0,-1-1 0,0 1 0,0 0 0,0 0 0,1 0 0,1 1 0,5 1 0,-1 0 0,0 1 0,1-1 0,-1 2 0,13 6 0,-9-3 0,-1 0 0,17 12 0,-25-17 0,-1 1 0,1-1 0,-1 0 0,0 1 0,0-1 0,0 1 0,0-1 0,0 1 0,0 0 0,-1 0 0,1 0 0,-1 0 0,0 0 0,0 0 0,0 0 0,0 4 0,-1-5 0,0 0 0,0 0 0,0-1 0,-1 1 0,1 0 0,-1 0 0,1-1 0,-1 1 0,0 0 0,1-1 0,-1 1 0,0-1 0,0 1 0,0-1 0,0 1 0,0-1 0,-1 0 0,1 1 0,0-1 0,-1 0 0,1 0 0,-1 0 0,1 0 0,-1 0 0,1 0 0,-4 0 0,-2 2 0,0 0 0,-1 0 0,0-1 0,-12 1 0,-188 17-1365,181-20-5461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24575,'27'61'0,"-3"1"0,27 104 0,-14-10 0,-36-154 0,0 1 0,-1 0 0,1-1 0,-1 1 0,1 0 0,-1 0 0,0 3 0,0-6 0,0 0 0,-1 0 0,1 0 0,0 0 0,-1 0 0,1 0 0,0-1 0,-1 1 0,1 0 0,0 0 0,0 0 0,-1 0 0,1-1 0,0 1 0,0 0 0,-1 0 0,1-1 0,0 1 0,0 0 0,0-1 0,0 1 0,-1 0 0,1 0 0,0-1 0,0 1 0,0 0 0,0-1 0,0 1 0,0 0 0,0-1 0,-7-14 0,1 0 0,1-1 0,1 0 0,-5-31 0,9 46 0,0 0 0,-1-1 0,1 1 0,0 0 0,0 0 0,0-1 0,1 1 0,-1 0 0,0 0 0,0-1 0,1 1 0,-1 0 0,0 0 0,1 0 0,0-1 0,-1 1 0,1 0 0,-1 0 0,1 0 0,0 0 0,0 0 0,0 0 0,0 0 0,0 1 0,0-1 0,0 0 0,0 0 0,2 0 0,-1 0 0,0 1 0,0-1 0,0 1 0,0 0 0,0 0 0,0 0 0,0 0 0,0 0 0,0 1 0,0-1 0,0 1 0,0-1 0,0 1 0,0 0 0,0-1 0,0 1 0,2 2 0,18 10 0,-2 2 0,0 0 0,0 2 0,25 27 0,-6-6 0,-36-35 0,0 0 0,0 0 0,-1 0 0,1 0 0,-1 1 0,0-1 0,0 1 0,0-1 0,1 5 0,-3-8 0,0 1 0,1 0 0,-1 0 0,0 0 0,0-1 0,0 1 0,0 0 0,0 0 0,0 0 0,0 0 0,0-1 0,0 1 0,0 0 0,-1 0 0,1 0 0,0-1 0,0 1 0,-1 0 0,0 1 0,0-2 0,0 1 0,1 0 0,-1 0 0,0-1 0,0 1 0,0 0 0,0-1 0,-1 1 0,1-1 0,0 1 0,0-1 0,0 0 0,0 0 0,0 1 0,-1-1 0,1 0 0,-2 0 0,-5-1 0,0 0 0,0 0 0,0-1 0,0 0 0,0 0 0,1-1 0,-1 0 0,1 0 0,-8-6 0,-12-3 0,19 7 0,13 4 0,14 3 0,8 3 0,0 0 0,0-2 0,45-1 0,-52-2 0,0-2 0,0 0 0,0-2 0,-1 0 0,33-11 0,-47 13 0,-1 0 0,1 0 0,-1-1 0,1 1 0,-1-1 0,0 0 0,0-1 0,0 1 0,0-1 0,-1 1 0,1-1 0,-1 0 0,0 0 0,0-1 0,2-4 0,-4 6 0,0 0 0,1 0 0,-1 0 0,-1 0 0,1 0 0,0 0 0,-1 0 0,0 0 0,1 0 0,-1-1 0,-1 1 0,1 0 0,0 0 0,-1 0 0,1-1 0,-1 1 0,0 0 0,0 0 0,0 0 0,-1 0 0,1 1 0,-1-1 0,1 0 0,-1 0 0,-2-2 0,0 1 0,0 0 0,1 1 0,-2-1 0,1 1 0,0 0 0,-1 0 0,1 0 0,-1 0 0,0 1 0,0 0 0,0 0 0,0 0 0,0 1 0,0-1 0,-1 1 0,1 0 0,0 1 0,-1-1 0,-7 2 0,10-1 0,-1 0 0,1 1 0,0-1 0,-1 1 0,1 0 0,0 0 0,0 0 0,0 1 0,-1-1 0,2 1 0,-1-1 0,0 1 0,0 0 0,0 0 0,1 1 0,-1-1 0,1 0 0,0 1 0,0 0 0,0-1 0,0 1 0,0 0 0,0 0 0,1 0 0,0 0 0,-1 0 0,1 0 0,0 1 0,0-1 0,1 0 0,-1 7 0,0-3 0,0-1 0,1 1 0,-1 0 0,2-1 0,-1 1 0,1-1 0,0 1 0,0 0 0,1-1 0,0 1 0,0-1 0,0 0 0,1 0 0,0 0 0,0 0 0,1 0 0,0-1 0,0 1 0,0-1 0,5 5 0,-2-3-105,1 0 0,0-1 0,1 1 0,-1-1 0,1-1 0,0 0 0,0 0 0,1-1 0,0 0 0,-1 0 0,1-1 0,16 2 0,-11-2-6721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24575,'12'30'0,"7"15"0,3 8 0,0 2 0,-1-4 0,-2-2 0,-4-5 0,-2-2 0,-1-4 0,-2-5 0,-1-3 0,2-2 0,-3-4 0,1-2 0,-1-3 0,0-5 0,-1-2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309 126 24575,'-25'-23'0,"-11"-7"0,-2 1 0,3 6 0,6 9 0,4 7 0,4 8 0,4 2 0,1 5 0,2 0 0,0-1 0,3 0 0,0 0 0,3 1 0,-1-1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8 101 24575,'-2'3'0,"1"1"0,0 0 0,0-1 0,0 1 0,1 0 0,-1 0 0,1-1 0,0 1 0,0 0 0,0 0 0,1 0 0,-1-1 0,1 1 0,0 0 0,0-1 0,3 8 0,1 0 0,0-1 0,1 1 0,0-1 0,9 11 0,-11-16 0,0 0 0,0 0 0,1-1 0,0 1 0,0-1 0,0 0 0,0-1 0,1 1 0,-1-1 0,1 0 0,0 0 0,0-1 0,0 0 0,1 0 0,-1 0 0,0-1 0,12 1 0,-16-2 0,-1 0 0,1 0 0,0 0 0,0 0 0,-1-1 0,1 1 0,-1-1 0,1 1 0,0-1 0,-1 1 0,1-1 0,-1 0 0,1 0 0,-1 0 0,0 0 0,1 0 0,-1 0 0,2-2 0,-2 1 0,1 0 0,-1 0 0,1-1 0,-1 1 0,0-1 0,0 1 0,0-1 0,0 1 0,0-1 0,0-3 0,0-1 0,0 0 0,-1 0 0,0 0 0,0 0 0,-1 0 0,0 0 0,0 0 0,-2-6 0,1 8 0,-2-9 0,5 11 0,5 6 0,24 20 0,-14-10 0,26 16 0,-35-25 0,-1-1 0,1 0 0,-1-1 0,1 1 0,0-1 0,0 0 0,0-1 0,9 1 0,-11-1 0,1-1 0,0 0 0,-1 0 0,1-1 0,0 1 0,-1-1 0,1 0 0,-1-1 0,1 0 0,5-2 0,-8 3 0,-1-1 0,1 0 0,0 0 0,-1 0 0,1 0 0,-1 0 0,1 0 0,-1-1 0,0 1 0,0-1 0,0 1 0,0-1 0,-1 0 0,1 0 0,-1 0 0,1 0 0,-1 0 0,1-6 0,0 3-42,-1-1-1,1 1 0,-1-1 1,-1 1-1,1-1 0,-1 1 1,-1-1-1,1 1 0,-1-1 1,0 1-1,0-1 0,-1 1 1,0 0-1,0-1 0,-1 1 1,1 0-1,-1 0 0,-1 1 1,1-1-1,-1 1 0,0 0 1,0 0-1,0 0 0,-1 0 1,0 1-1,0-1 0,0 1 1,0 0-1,-1 1 0,0 0 1,-6-4-1,-1 2-6783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77 263 24575,'1'-12'0,"5"-90"0,-6 83 0,-1 1 0,0-1 0,-7-27 0,7 42 0,-1-1 0,1 1 0,-1 0 0,0 0 0,0 0 0,0 0 0,-4-5 0,6 9 0,-1-1 0,1 1 0,-1-1 0,1 0 0,-1 1 0,1-1 0,-1 1 0,1-1 0,-1 1 0,0-1 0,1 1 0,-1 0 0,0-1 0,1 1 0,-1 0 0,0-1 0,1 1 0,-1 0 0,0 0 0,0 0 0,1 0 0,-1-1 0,0 1 0,0 0 0,1 1 0,-1-1 0,0 0 0,0 0 0,1 0 0,-1 0 0,0 0 0,0 1 0,1-1 0,-1 0 0,0 1 0,1-1 0,-1 0 0,1 1 0,-1-1 0,0 1 0,1-1 0,-1 1 0,1-1 0,-1 1 0,1 0 0,-1-1 0,1 1 0,0-1 0,-1 1 0,1 0 0,-1 1 0,-2 4 0,-1 0 0,2 1 0,-1-1 0,0 1 0,1 0 0,0-1 0,1 1 0,0 0 0,0 0 0,0 13 0,1-15 0,0-1 0,0 0 0,0 0 0,1 0 0,0 0 0,0 0 0,0 1 0,0-1 0,0-1 0,1 1 0,0 0 0,0 0 0,0-1 0,0 1 0,1-1 0,-1 1 0,1-1 0,0 0 0,4 4 0,10 4 0,0-1 0,0 0 0,1-2 0,0 0 0,1-1 0,31 8 0,-25-9 0,1-2 0,-1-1 0,1 0 0,42-3 0,-61 0 0,0-1 0,0 0 0,0 0 0,0-1 0,0 0 0,0 0 0,0 0 0,-1-1 0,1 0 0,9-6 0,-14 7 0,0 0 0,0 0 0,1 0 0,-1 0 0,0 0 0,0 0 0,-1 0 0,1-1 0,0 1 0,-1 0 0,0-1 0,1 0 0,-1 1 0,0-1 0,0 0 0,-1 1 0,1-1 0,0 0 0,-1 0 0,0 0 0,0 0 0,0 0 0,0 1 0,0-1 0,0 0 0,-1 0 0,1 0 0,-2-3 0,-2-5 0,0 0 0,-1 1 0,-1 0 0,1 0 0,-1 0 0,-1 1 0,0 0 0,0 0 0,-1 1 0,0 0 0,0 0 0,-1 1 0,-15-10 0,24 16 0,-1 1 0,1 0 0,-1-1 0,1 1 0,-1 0 0,1 0 0,-1-1 0,1 1 0,-1 0 0,1 0 0,-1 0 0,1 0 0,-1 0 0,1 0 0,-1-1 0,1 1 0,-1 0 0,1 0 0,-1 1 0,1-1 0,-1 0 0,0 0 0,1 0 0,-1 0 0,1 0 0,-1 1 0,1-1 0,0 0 0,-1 0 0,1 1 0,-1-1 0,0 2 0,0-1 0,0 0 0,0 0 0,1 0 0,-1 1 0,1-1 0,-1 0 0,1 1 0,0-1 0,-1 1 0,1 2 0,-1 5 0,1 0 0,1 16 0,-1-24 0,2 8 0,0 1 0,0-1 0,1 1 0,0-1 0,0 0 0,1 0 0,1 0 0,-1 0 0,1-1 0,1 0 0,9 11 0,-5-7 0,0-1 0,1-1 0,0 0 0,1 0 0,0-1 0,24 13 0,-30-19-80,0 1 0,0-2-1,0 1 1,1-1 0,-1 0-1,1 0 1,-1-1 0,1 0-1,0 0 1,-1-1 0,1 0 0,0 0-1,-1 0 1,1-1 0,0 0-1,11-3 1,-9 0-6746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5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24575,'75'107'0,"-57"-82"0,2-2 0,28 26 0,-47-48 0,0-1 0,-1 1 0,1-1 0,0 1 0,0-1 0,0 1 0,0-1 0,-1 0 0,1 1 0,0-1 0,0 0 0,0 0 0,0 1 0,0-1 0,0 0 0,0 0 0,0 0 0,0 0 0,0 0 0,-1-1 0,1 1 0,2 0 0,-1-1 0,1 0 0,0-1 0,-1 1 0,1 0 0,-1-1 0,0 0 0,4-2 0,2-4 0,0-1 0,13-16 0,-13 12 0,0 0 0,-1 0 0,0-1 0,0 0 0,7-29 0,-14 41 0,1 1 0,-1 0 0,0-1 0,1 1 0,-1 0 0,1 0 0,-1-1 0,1 1 0,0 0 0,0 0 0,-1 0 0,1 0 0,0 0 0,0 0 0,0 0 0,0 0 0,0 0 0,0 0 0,0 0 0,1 1 0,-1-1 0,0 1 0,0-1 0,1 0 0,-1 1 0,2-1 0,0 1 0,-1 0 0,1 1 0,-1-1 0,1 1 0,-1-1 0,0 1 0,1 0 0,-1 0 0,0 0 0,1 0 0,-1 0 0,0 0 0,4 3 0,15 13 0,1 0 0,-2 2 0,-1 0 0,0 1 0,-1 1 0,19 30 0,-28-36-1365,-2-2-5461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1 0,0-1 0,0 0 0,0 1 0,0-1 0,0 0 0,0 1 0,0-1 0,0 1 0,0 0 0,0-1 0,-1 1 0,1 0 0,0-1 0,-1 1 0,1 0 0,1 1 0,10 19 0,-10-17 0,12 27 0,-2 1 0,13 50 0,-13-42 0,17 42 0,-23-68 0,-3-7 0,0 1 0,0-1 0,1 0 0,0 0 0,9 11 0,-12-16 0,1-1 0,-1 0 0,0 1 0,1-1 0,0 0 0,-1 0 0,1 0 0,0 0 0,-1 0 0,1-1 0,0 1 0,0 0 0,0-1 0,0 1 0,0-1 0,0 0 0,0 0 0,0 0 0,-1 0 0,1 0 0,0 0 0,0 0 0,0 0 0,0-1 0,0 1 0,0-1 0,0 0 0,0 1 0,1-2 0,3-2 0,0 0 0,0 0 0,0-1 0,-1 1 0,0-1 0,0-1 0,0 1 0,-1-1 0,8-11 0,17-20 0,-29 37 0,1-1 0,-1 1 0,1-1 0,-1 1 0,1-1 0,-1 1 0,1 0 0,-1-1 0,1 1 0,-1 0 0,1-1 0,0 1 0,-1 0 0,1-1 0,-1 1 0,1 0 0,0 0 0,-1 0 0,1 0 0,0 0 0,-1 0 0,1 0 0,0 0 0,-1 0 0,1 0 0,0 0 0,0 0 0,0 1 0,0 0 0,0 0 0,0-1 0,0 1 0,0 0 0,-1 0 0,1 0 0,0 0 0,-1 0 0,1 0 0,0 0 0,-1 0 0,1 0 0,-1 2 0,2 2 0,0 1 0,-1 0 0,0 0 0,0 0 0,0 7 0,-1-8 0,-1 0 0,1 0 0,-1 0 0,0 0 0,0 0 0,0 0 0,-1 0 0,0 0 0,0 0 0,0-1 0,-3 6 0,3-8 0,0 1 0,1-1 0,-1 0 0,0 0 0,-1 0 0,1 0 0,0 0 0,-1 0 0,1 0 0,-1-1 0,1 1 0,-1-1 0,0 0 0,0 0 0,1 0 0,-1 0 0,0-1 0,0 1 0,0-1 0,-3 1 0,-1-1 11,1 0-1,0-1 1,0 1-1,-1-1 0,1-1 1,0 1-1,0-1 1,0 0-1,0 0 1,-6-4-1,-5-4-668,-30-22-1,45 30 496,-14-10-6663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24575,'10'23'0,"6"12"0,2 5 0,2 1 0,-1-1 0,-2-1 0,0-3 0,-3-4 0,-2-2 0,0-3 0,-2-2 0,-1-2 0,-1-3 0,0-4 0,-1-3 0,-2-4-8191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30 24575,'-4'-3'0,"1"1"0,-1-1 0,0 1 0,0 0 0,0 0 0,0 1 0,0-1 0,0 1 0,0 0 0,-8-1 0,10 2 0,1 0 0,0 0 0,-1 0 0,1 0 0,-1 0 0,1 0 0,-1 1 0,1-1 0,0 1 0,-1-1 0,1 1 0,0-1 0,-1 1 0,1 0 0,0 0 0,0-1 0,0 1 0,0 0 0,0 0 0,0 0 0,0 0 0,0 1 0,0-1 0,0 0 0,0 0 0,1 0 0,-1 1 0,0-1 0,1 0 0,-1 1 0,1-1 0,0 1 0,-1-1 0,1 0 0,0 3 0,-1 1 0,1 0 0,0 0 0,1 0 0,-1 0 0,1 0 0,0 0 0,0 0 0,0-1 0,1 1 0,0 0 0,0-1 0,0 1 0,4 6 0,-2-5 0,0 0 0,0-1 0,1 1 0,-1-1 0,1 0 0,1 0 0,-1 0 0,11 7 0,-10-9 0,-1 0 0,1 0 0,-1-1 0,1 1 0,0-1 0,0-1 0,9 3 0,-14-4 0,1 0 0,0 0 0,0 0 0,-1 0 0,1 0 0,0 0 0,0 0 0,-1-1 0,1 1 0,0-1 0,-1 1 0,1-1 0,0 1 0,-1-1 0,1 0 0,-1 0 0,1 0 0,-1 0 0,0 0 0,1 0 0,-1 0 0,0 0 0,0-1 0,0 1 0,0-1 0,0 1 0,0 0 0,0-1 0,0 0 0,1-2 0,-1 1-5,0 0 0,0 0 0,0 0 0,-1 0 0,1-1 0,-1 1 0,0 0 0,0 0 0,0-1 0,0 1 0,0 0 0,-1 0 0,0-1 0,1 1 0,-2-3 0,-1 1 27,1-1 0,-1 1 1,1 0-1,-1 1 0,-1-1 0,1 1 1,-1-1-1,-5-4 0,2 2-171,-1 0 1,-1 1-1,1 0 1,-1 0-1,0 1 1,0 0-1,-1 1 1,0 0-1,-10-3 1,2 3-6678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24575,'-10'13'0,"1"1"0,0 1 0,1-1 0,1 2 0,1-1 0,-6 18 0,10-23 0,0-1 0,0 1 0,1 0 0,0-1 0,1 1 0,0 0 0,0-1 0,1 1 0,0 0 0,1-1 0,6 18 0,16 35 0,-20-55 0,0 0 0,0 1 0,1-2 0,0 1 0,0-1 0,6 7 0,-9-12-38,-1 1 0,1-1 0,0 0 1,0 1-1,0-1 0,0 0 0,0 0 0,0 0 0,0 0 0,0-1 0,0 1 0,0-1 0,1 1 0,-1-1 0,0 0 0,0 1 1,1-1-1,-1 0 0,0-1 0,0 1 0,0 0 0,1-1 0,-1 1 0,0-1 0,0 0 0,0 1 0,0-1 0,0 0 0,0-1 1,0 1-1,0 0 0,0 0 0,0-1 0,-1 1 0,2-2 0,4-7-6788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24575,'72'264'0,"16"48"0,-88-310-39,3 6-150,-1 0-1,1-1 1,0 1-1,1-1 1,0 1-1,6 7 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24575,'-2'1'0,"0"1"0,-1-1 0,1 1 0,0 0 0,0 0 0,1 0 0,-1 0 0,0 0 0,1 0 0,-1 0 0,1 1 0,0-1 0,0 0 0,0 1 0,0-1 0,0 1 0,0 0 0,1-1 0,-1 1 0,1-1 0,-1 1 0,1 4 0,0-3 0,0 1 0,0-1 0,1 1 0,-1-1 0,1 1 0,0-1 0,0 0 0,1 0 0,-1 1 0,1-1 0,0 0 0,4 6 0,-3-6 0,0 0 0,1-1 0,-1 1 0,1-1 0,0 0 0,0 0 0,0 0 0,0-1 0,0 1 0,0-1 0,1 0 0,-1 0 0,1-1 0,0 1 0,6 0 0,5 0 0,0-1 0,1 0 0,21-2 0,-18 0 0,22 1 0,-30 3-1365,-2 0-5461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29 24575,'-4'-2'0,"-6"-4"0,0 0 0,-14-4 0,22 9 0,0 0 0,-1 0 0,1 1 0,0-1 0,0 1 0,0 0 0,-1-1 0,1 1 0,0 0 0,0 0 0,0 0 0,-1 1 0,1-1 0,0 0 0,0 1 0,0-1 0,-1 1 0,-2 1 0,4 0 0,0-1 0,-1 0 0,1 0 0,0 1 0,0-1 0,0 1 0,0-1 0,0 1 0,0 0 0,0-1 0,0 1 0,1 0 0,-1-1 0,1 1 0,-1 0 0,1 0 0,0 0 0,0 0 0,0-1 0,0 1 0,0 0 0,0 2 0,1 4 0,0 0 0,0 1 0,5 11 0,-4-12 0,2 0 0,-1 1 0,1-1 0,0 0 0,1-1 0,0 1 0,0-1 0,0 0 0,9 9 0,6 2 0,38 28 0,-43-36 0,-10-6 0,1 0 0,-1 1 0,0-1 0,0 1 0,6 8 0,-10-12 0,-1 0 0,1 0 0,0 0 0,-1 0 0,1 0 0,-1 0 0,1 0 0,-1 0 0,0 1 0,1-1 0,-1 0 0,0 0 0,0 0 0,0 0 0,0 1 0,0-1 0,0 0 0,0 0 0,0 0 0,0 1 0,0-1 0,-1 0 0,1 0 0,-1 0 0,1 0 0,-1 0 0,1 0 0,-1 0 0,1 0 0,-1 0 0,0 0 0,0 0 0,0 0 0,1 0 0,-1 0 0,0-1 0,0 1 0,0 0 0,-1 0 0,-4 3 11,0-1-1,0 0 0,-1 0 0,1-1 1,0 0-1,-1 0 0,1 0 1,-13 1-1,-55 1-823,60-4 168,-9 0-6181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24575,'2'16'0,"4"9"0,3 3 0,3 2 0,-1-2 0,0-2 0,1-4 0,1-3 0,-2-3 0,0 0 0,-3-2 0,-1-2-8191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24575,'0'3'0,"2"2"0,1 4 0,1 3 0,-2 2 0,0 0 0,-1 1 0,2 1 0,1-1 0,-1-2-8191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0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18 24575,'-3'-2'0,"0"0"0,1 0 0,-1 0 0,0 1 0,0-1 0,0 1 0,0 0 0,0 0 0,-1 0 0,1 0 0,0 0 0,-6 1 0,7 0 0,1 0 0,0 0 0,-1 0 0,1 1 0,0-1 0,-1 0 0,1 1 0,0 0 0,0-1 0,-1 1 0,1-1 0,0 1 0,0 0 0,0 0 0,0 0 0,0 0 0,0 0 0,0 0 0,0 0 0,0 0 0,1 0 0,-1 0 0,0 0 0,1 1 0,-1-1 0,1 0 0,-1 1 0,1-1 0,0 0 0,-1 1 0,1-1 0,0 3 0,-1 6 0,1 0 0,0 0 0,0-1 0,1 1 0,0 0 0,1 0 0,0 0 0,1-1 0,0 1 0,0-1 0,8 14 0,-2-5 0,2 0 0,0-1 0,0 0 0,23 24 0,-33-40 0,0 0 0,-1 0 0,1-1 0,0 1 0,-1 0 0,1 0 0,-1 0 0,1 0 0,-1 0 0,1 0 0,-1 0 0,1 2 0,-1-3 0,0 0 0,0 1 0,0-1 0,0 1 0,-1-1 0,1 1 0,0-1 0,0 0 0,0 1 0,0-1 0,0 1 0,-1-1 0,1 0 0,0 1 0,0-1 0,-1 0 0,1 1 0,0-1 0,0 0 0,-1 1 0,1-1 0,-3 2 0,0-1 0,0 1 0,0-1 0,0 0 0,0 0 0,-5 1 0,7-2 0,-17 4-108,0-2 1,0 0-1,0-1 0,-20-1 0,22 0-718,-1-1-6000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24575,'0'7'0,"1"0"0,0 1 0,1-1 0,-1 0 0,1 0 0,5 12 0,-1-5 0,1 0 0,10 14 0,-14-23 0,1 0 0,1 0 0,-1 0 0,0-1 0,1 0 0,0 1 0,0-1 0,1-1 0,-1 1 0,11 4 0,-14-7 0,0 0 0,0 0 0,0-1 0,0 1 0,-1-1 0,1 1 0,0-1 0,0 1 0,0-1 0,0 0 0,0 0 0,1 0 0,-1 0 0,0-1 0,0 1 0,-1 0 0,1-1 0,0 0 0,0 1 0,0-1 0,0 0 0,0 0 0,-1 0 0,1 0 0,0 0 0,-1 0 0,1-1 0,-1 1 0,1 0 0,-1-1 0,1 1 0,-1-1 0,0 0 0,0 1 0,0-1 0,0 0 0,1-3 0,3-16 0,-5 19 0,0 0 0,1-1 0,-1 1 0,0 0 0,1 0 0,0 0 0,-1-1 0,1 1 0,0 0 0,0 0 0,0 0 0,0 0 0,1 1 0,-1-1 0,2-2 0,-2 4 0,0 0 0,0-1 0,-1 1 0,1 0 0,0 0 0,0 0 0,0 0 0,0 0 0,0 0 0,0 0 0,-1 0 0,1 0 0,0 1 0,0-1 0,0 0 0,0 0 0,0 1 0,-1-1 0,2 1 0,18 12 0,-14-9 0,7 3 0,-1-1 0,1 0 0,1-1 0,-1 0 0,1-1 0,0-1 0,0 0 0,0-1 0,0 0 0,0-1 0,0-1 0,0 0 0,1-1 0,-1 0 0,0-1 0,0-1 0,19-6 0,-27 6 0,0 1 0,-1-1 0,1 0 0,-1-1 0,0 1 0,0-1 0,0 0 0,0 0 0,0-1 0,-1 1 0,0-1 0,0 0 0,0 0 0,-1 0 0,0-1 0,0 1 0,0-1 0,2-7 0,-3 8 0,-1 1 0,1-1 0,-1 0 0,0 0 0,0 0 0,-1 0 0,0 0 0,0 0 0,0 0 0,0 0 0,-1 0 0,1 0 0,-2 0 0,1 0 0,0 0 0,-1 0 0,0 1 0,0-1 0,0 1 0,0-1 0,-1 1 0,0 0 0,-4-6 0,5 9 0,1-1 0,0 1 0,-1 0 0,1-1 0,-1 1 0,1 0 0,-1 0 0,1 0 0,-1 0 0,0 0 0,0 0 0,0 1 0,1-1 0,-1 0 0,0 1 0,0-1 0,0 1 0,0 0 0,0 0 0,0 0 0,0 0 0,0 0 0,0 0 0,0 0 0,0 1 0,1-1 0,-1 1 0,0-1 0,0 1 0,0 0 0,-2 1 0,2 0 0,-1 0 0,0 0 0,1 0 0,-1 0 0,1 1 0,0-1 0,-1 1 0,1-1 0,0 1 0,1 0 0,-1 0 0,0 0 0,1 0 0,0 0 0,0 0 0,0 0 0,-1 6 0,1-2 0,0 1 0,0 0 0,1-1 0,0 1 0,1-1 0,0 1 0,0-1 0,1 1 0,0-1 0,0 0 0,0 0 0,7 13 0,-5-12 0,2 1 0,-1-1 0,1 0 0,0-1 0,0 0 0,1 0 0,0 0 0,0-1 0,14 10 0,-11-10 0,0 0 0,0-1 0,0 0 0,1 0 0,0-1 0,0-1 0,0 0 0,0 0 0,0-1 0,1-1 0,-1 0 0,1 0 0,18-2 0,-21 0 0,0 0 0,0-1 0,0 0 0,-1-1 0,1 1 0,-1-2 0,1 1 0,-1-1 0,0-1 0,-1 1 0,1-1 0,-1-1 0,0 1 0,0-1 0,0 0 0,-1-1 0,10-13 0,-10 12 0,-1-1 0,0 1 0,0-2 0,-1 1 0,0 0 0,0-1 0,-1 0 0,0 1 0,-1-1 0,0-1 0,-1 1 0,0 0 0,-1 0 0,0 0 0,-1-12 0,1 21 0,0 0 0,0 0 0,0 0 0,0 0 0,-1 0 0,1 0 0,0 0 0,0 0 0,-1 0 0,1 0 0,-1 0 0,1 0 0,-1 0 0,1 0 0,-1 0 0,1 0 0,-1 0 0,0 1 0,1-1 0,-1 0 0,0 0 0,0 1 0,0-1 0,1 1 0,-1-1 0,0 0 0,0 1 0,0 0 0,0-1 0,0 1 0,0 0 0,0-1 0,0 1 0,0 0 0,0 0 0,0 0 0,0 0 0,0 0 0,-1 0 0,1 0 0,0 0 0,-1 1 0,-1 0 0,-1 0 0,1 0 0,-1 1 0,1-1 0,0 1 0,-1 0 0,1 0 0,0 0 0,0 0 0,-4 6 0,3-4 0,0 1 0,0-1 0,1 1 0,0 0 0,0 0 0,0 0 0,1 1 0,-1-1 0,1 1 0,1-1 0,-1 1 0,1 0 0,0-1 0,0 1 0,0 0 0,1 0 0,0 0 0,0 0 0,1 0 0,0-1 0,0 1 0,0 0 0,1 0 0,-1-1 0,1 1 0,1-1 0,3 8 0,-2-7 0,-1 1 0,2-1 0,-1 1 0,1-1 0,0 0 0,0-1 0,1 1 0,-1-1 0,1 0 0,0-1 0,1 1 0,-1-1 0,1-1 0,0 1 0,0-1 0,0 0 0,0-1 0,0 1 0,1-2 0,12 3 0,-7-3-136,0 0-1,1-1 1,-1 0-1,1-1 1,-1 0-1,0-1 1,1-1-1,-1 0 0,19-8 1,-21 6-6690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76 297 24575,'-3'0'0,"0"1"0,-1 0 0,1-1 0,0 1 0,0 0 0,0 1 0,0-1 0,0 0 0,0 1 0,0 0 0,0 0 0,0 0 0,1 0 0,-1 0 0,1 0 0,-1 1 0,1-1 0,0 1 0,0-1 0,0 1 0,1 0 0,-1 0 0,1 0 0,-1 0 0,-1 5 0,2-4 0,-1 0 0,1 1 0,0-1 0,0 0 0,0 1 0,0-1 0,1 0 0,0 1 0,0-1 0,0 0 0,0 1 0,1-1 0,0 0 0,-1 1 0,2-1 0,-1 0 0,0 0 0,1 0 0,2 5 0,-3-8 0,0 1 0,0-1 0,0 1 0,1-1 0,-1 0 0,0 1 0,1-1 0,-1 0 0,1 0 0,-1 0 0,1 0 0,-1 0 0,1-1 0,0 1 0,-1 0 0,1-1 0,0 1 0,0-1 0,-1 1 0,1-1 0,0 0 0,0 0 0,0 0 0,-1 0 0,1 0 0,0 0 0,0-1 0,0 1 0,-1-1 0,1 1 0,0-1 0,-1 1 0,1-1 0,0 0 0,-1 0 0,1 0 0,2-2 0,1-1 0,0 0 0,0 0 0,0 0 0,-1 0 0,0-1 0,0 0 0,0 0 0,0 0 0,4-10 0,-2 0 0,-1 1 0,0-1 0,-1 0 0,-1 0 0,0-1 0,0-23 0,-2 5 0,-7-65 0,5 84 0,-1-3 0,0 0 0,-1 0 0,-1 1 0,-7-21 0,11 37 0,0 0 0,0 1 0,0-1 0,0 1 0,-1-1 0,1 1 0,0-1 0,-1 1 0,1-1 0,0 1 0,-1-1 0,1 1 0,0-1 0,-1 1 0,1-1 0,-1 1 0,1 0 0,-1-1 0,0 1 0,1 0 0,-1 0 0,1 0 0,0 0 0,0 0 0,-1 0 0,1 0 0,0 0 0,0 1 0,-1-1 0,1 0 0,0 0 0,0 0 0,-1 1 0,1-1 0,0 0 0,0 0 0,-1 0 0,1 1 0,0-1 0,0 0 0,0 0 0,0 1 0,0-1 0,-1 0 0,1 1 0,-6 22 0,3 19 0,2-1 0,2 1 0,8 57 0,-6-82 0,1-1 0,0 1 0,2 0 0,13 30 0,-14-37 0,0-1 0,1 0 0,0 0 0,0 0 0,1-1 0,0 0 0,1 0 0,0-1 0,10 8 0,-15-13 0,0 0 0,1 0 0,-1 0 0,1 0 0,-1-1 0,1 0 0,0 0 0,-1 0 0,1 0 0,0 0 0,0-1 0,0 0 0,5 0 0,-3 0 0,0-1 0,0 0 0,0 0 0,0-1 0,0 0 0,-1 0 0,11-6 0,-3 1 0,0-2 0,-1 1 0,0-2 0,-1 0 0,0 0 0,11-13 0,-17 17 0,12-14 0,21-31 0,-34 46 0,0-1 0,-1 0 0,0 0 0,0 0 0,-1-1 0,0 1 0,0-1 0,0 1 0,-1-1 0,2-13 0,-3 20 0,0-1 0,0 0 0,0 0 0,0 1 0,0-1 0,0 0 0,0 0 0,0 1 0,-1-1 0,1 0 0,0 0 0,0 1 0,-1-1 0,1 0 0,0 0 0,-1 1 0,1-1 0,0 0 0,-1 1 0,1-1 0,-1 1 0,1-1 0,-2 0 0,2 1 0,-1 0 0,0 0 0,1 0 0,-1-1 0,0 1 0,0 1 0,1-1 0,-1 0 0,0 0 0,1 0 0,-1 0 0,0 0 0,1 1 0,-1-1 0,0 0 0,1 0 0,-1 1 0,1-1 0,-1 0 0,0 1 0,-2 2 0,-1-1 0,1 1 0,0 0 0,1 0 0,-1 0 0,0 0 0,-3 6 0,2-1 0,0 1 0,0 0 0,0 1 0,-3 16 0,6-22 0,1 1 0,-1-1 0,1 1 0,0-1 0,0 1 0,0 0 0,1-1 0,0 1 0,-1-1 0,2 1 0,-1-1 0,3 6 0,-1-2 0,1-1 0,0 0 0,0 0 0,1 0 0,0-1 0,0 1 0,1-1 0,-1-1 0,1 1 0,1-1 0,-1 0 0,1 0 0,0-1 0,0 1 0,0-2 0,0 1 0,1-1 0,0 0 0,-1-1 0,1 1 0,0-2 0,0 1 0,0-1 0,0 0 0,17-1 0,-11 0-455,1-1 0,25-5 0,-25 2-6371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42 361 24575,'-4'5'0,"0"0"0,0 0 0,0 0 0,0 1 0,1-1 0,0 1 0,0 0 0,1 0 0,-1 0 0,1 0 0,1 0 0,-1 1 0,1-1 0,0 0 0,0 1 0,1 9 0,0-8 0,1 1 0,0-1 0,1 0 0,0 1 0,0-1 0,0 0 0,1 0 0,0 0 0,1 0 0,0-1 0,0 1 0,6 7 0,-9-14 0,0 1 0,0 0 0,1-1 0,-1 1 0,0-1 0,1 0 0,-1 1 0,1-1 0,-1 0 0,1 0 0,-1 0 0,1 0 0,0 0 0,0-1 0,0 1 0,-1 0 0,1-1 0,0 1 0,0-1 0,0 0 0,4 1 0,-4-2 0,1 1 0,-1-1 0,0 0 0,1 0 0,-1 0 0,0 0 0,1 0 0,-1 0 0,0 0 0,0-1 0,0 1 0,0-1 0,0 0 0,0 0 0,-1 1 0,3-5 0,0 1 0,0-1 0,0 0 0,-1-1 0,0 1 0,0-1 0,-1 1 0,0-1 0,0 0 0,0 0 0,0-12 0,0-7 0,-2-40 0,-5 11 0,-22-105 0,14 100 0,-4-68 0,25 188 0,3 0 0,30 93 0,63 155-1365,-96-285-5461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62 24575,'-1'-1'0,"0"0"0,1-1 0,-1 1 0,0 0 0,1-1 0,-1 1 0,1 0 0,0-1 0,-1 1 0,1 0 0,0-1 0,0 1 0,0-1 0,0 1 0,0 0 0,0-1 0,0 1 0,0-1 0,0 1 0,1 0 0,-1-1 0,1 1 0,-1 0 0,1-1 0,0 1 0,-1 0 0,1 0 0,0-1 0,0 1 0,0 0 0,-1 0 0,1 0 0,1 0 0,-1 0 0,0 0 0,0 1 0,0-1 0,0 0 0,1 0 0,-1 1 0,2-1 0,4-2 0,-1 1 0,1 0 0,0 1 0,0 0 0,0 0 0,15 0 0,1 1 0,1 0 0,-1 2 0,40 8 0,-53-7 0,1 0 0,-1 0 0,0 1 0,-1 1 0,1-1 0,-1 2 0,0-1 0,0 1 0,0 1 0,12 11 0,-15-12 0,-1 0 0,0 0 0,0 0 0,0 1 0,-1 0 0,0 0 0,0 0 0,0 0 0,-1 0 0,0 1 0,-1 0 0,0 0 0,3 15 0,-3-7 0,2 6 0,0 25 0,-4-39 0,0 1 0,-1-1 0,0 0 0,0 0 0,-1 0 0,-4 12 0,2-8 0,0 0 0,-1-1 0,-1 0 0,0 0 0,-10 14 0,14-22 0,0-1 0,-1 1 0,1 0 0,-1-1 0,1 0 0,-1 1 0,0-1 0,0 0 0,0 0 0,0-1 0,0 1 0,0 0 0,0-1 0,-1 0 0,1 0 0,0 0 0,-1 0 0,1-1 0,-1 1 0,1-1 0,-1 0 0,1 0 0,-7-1 0,-17-5 0,-1-1 0,2-1 0,-1-2 0,2 0 0,-1-2 0,1-1 0,-28-19 0,46 28 0,1-1 0,-1 0 0,1 0 0,1-1 0,-1 1 0,1-1 0,0-1 0,0 1 0,1-1 0,-4-6 0,6 8 0,0 1 0,0 0 0,1-1 0,-1 1 0,1-1 0,0 0 0,1 1 0,-1-1 0,1 0 0,0 1 0,0-1 0,0 0 0,1 1 0,0-1 0,0 0 0,0 1 0,0-1 0,3-5 0,-1 5-14,0 1 0,0-1 0,0 1 0,0 0-1,1 0 1,0 0 0,0 0 0,0 0 0,0 1-1,1 0 1,5-3 0,6-6-1181,-7 5-5631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24575,'1'0'0,"-1"0"0,0-1 0,0 1 0,0 0 0,0-1 0,0 1 0,0 0 0,0 0 0,0-1 0,0 1 0,1 0 0,-1 0 0,0-1 0,0 1 0,0 0 0,0 0 0,1 0 0,-1-1 0,0 1 0,0 0 0,1 0 0,-1 0 0,0 0 0,0-1 0,1 1 0,-1 0 0,0 0 0,0 0 0,1 0 0,-1 0 0,0 0 0,1 0 0,-1 0 0,0 0 0,0 0 0,1 0 0,-1 0 0,0 0 0,1 0 0,-1 0 0,7 13 0,2 23 0,-9-35 0,8 80 0,-2-11 0,-2-41 0,-1-1 0,-2 1 0,0 0 0,-6 43 0,4-71 0,1-1 0,0 1 0,0-1 0,0 1 0,0-1 0,0 1 0,0 0 0,0-1 0,0 1 0,0-1 0,0 1 0,0-1 0,1 1 0,-1-1 0,0 1 0,0 0 0,1-1 0,-1 1 0,0-1 0,0 0 0,1 1 0,-1-1 0,0 1 0,1-1 0,0 1 0,0 0 0,0-1 0,0 1 0,0-1 0,1 0 0,-1 1 0,0-1 0,0 0 0,0 0 0,0 0 0,0 0 0,1 0 0,0 0 0,7-1 0,-1-1 0,0 1 0,9-5 0,-9 4 0,36-8 0,1 3 0,50-3 0,-62 7 0,33-1 0,-66 5 0,0-1 0,0 0 0,1 0 0,-1 0 0,0 0 0,0 0 0,0 0 0,0 0 0,1 0 0,-1 0 0,0 0 0,0-1 0,0 1 0,0 0 0,1 0 0,-1 0 0,0 0 0,0 0 0,0 0 0,0 0 0,1 0 0,-1 0 0,0 0 0,0-1 0,0 1 0,0 0 0,0 0 0,0 0 0,0 0 0,1 0 0,-1-1 0,0 1 0,0 0 0,0 0 0,0 0 0,0 0 0,0-1 0,-6-4 0,-13-4 0,17 8 0,-13-6-1365,2 1-5461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15 147 24575,'3'-6'0,"1"0"0,0 0 0,0 1 0,0 0 0,8-8 0,-11 13 0,0-1 0,0 0 0,-1 1 0,1-1 0,0 0 0,0 1 0,0-1 0,0 1 0,0-1 0,0 1 0,0 0 0,0 0 0,0-1 0,0 1 0,0 0 0,0 0 0,0 0 0,0 0 0,0 0 0,0 0 0,0 0 0,0 0 0,1 0 0,-1 1 0,0-1 0,0 0 0,0 1 0,-1-1 0,1 1 0,0-1 0,0 1 0,0-1 0,0 1 0,0 0 0,0-1 0,-1 1 0,1 0 0,0 0 0,-1 0 0,1 0 0,0-1 0,-1 1 0,1 2 0,3 3 0,-1 0 0,-1 1 0,1-1 0,-1 1 0,0-1 0,0 1 0,-1 0 0,0 0 0,0 0 0,-1 13 0,0 0 0,-2-1 0,-5 32 0,3-32 0,0 0 0,-2 0 0,0 0 0,-1-1 0,-11 20 0,17-35 0,-1 0 0,1-1 0,-1 1 0,0-1 0,0 1 0,-5 3 0,9-22 0,13-31 0,-6 22 0,-1-1 0,-1-1 0,3-29 0,-5 11 0,-2 18 0,0 0 0,-2 0 0,0 0 0,-6-38 0,1 38 0,4 27 0,0 0 0,0 0 0,0 0 0,0 0 0,0 0 0,0 0 0,0 0 0,0 0 0,0 0 0,0 0 0,0 0 0,0 0 0,0 0 0,0 0 0,0 0 0,0 0 0,0 0 0,0 0 0,0 0 0,0 0 0,0-1 0,0 1 0,0 0 0,0 0 0,0 0 0,0 0 0,0 0 0,0 0 0,0 0 0,0 0 0,0 0 0,0 0 0,0 0 0,0 0 0,0 0 0,0 0 0,1 0 0,-1 0 0,0 0 0,0 0 0,0 0 0,0 0 0,0 0 0,0 0 0,0 0 0,0 0 0,0 0 0,0 0 0,0 0 0,0 0 0,0 0 0,0 0 0,0 0 0,0 0 0,0 0 0,0 0 0,0 0 0,0 0 0,0 0 0,1 0 0,-1 0 0,0 0 0,0 0 0,0 0 0,0 0 0,0 0 0,0 0 0,0 0 0,4 5 0,5 6 0,19 33 0,0-1 0,48 58 0,-41-61 0,2-3 0,2 0 0,51 36 0,-84-69 0,-3-3 0,-1 1 0,1-1 0,-1 1 0,0 0 0,1-1 0,-1 1 0,0 0 0,0 0 0,0 0 0,2 5 0,-4-7 0,-1 0 0,0 0 0,1 0 0,-1 0 0,0 0 0,1 0 0,-1 0 0,0 0 0,1 0 0,-1-1 0,0 1 0,1 0 0,-1 0 0,0-1 0,1 1 0,-1-1 0,-54-26 0,19 9 0,-68-25 0,68 32 60,-53-10 0,75 19-246,0 0 1,0 1-1,0 1 0,0 0 1,0 1-1,0 0 1,-15 4-1,15-1-6640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24575,'32'3'0,"85"9"0,-96-9 0,0 2 0,0 0 0,27 11 0,-44-15 0,0 1 0,0 0 0,0 0 0,0 0 0,-1 1 0,1-1 0,-1 1 0,0 0 0,0 0 0,0 0 0,0 0 0,0 0 0,0 1 0,-1-1 0,0 1 0,0 0 0,0 0 0,0 0 0,1 5 0,-2-5 0,0-1 0,-1 1 0,1-1 0,-1 1 0,0 0 0,0-1 0,-1 1 0,1 0 0,-1-1 0,0 1 0,0-1 0,0 1 0,0-1 0,0 0 0,-1 1 0,0-1 0,0 0 0,0 0 0,0 0 0,0 0 0,0 0 0,-6 4 0,2-1 0,-1-1 0,0 0 0,0 0 0,0-1 0,0 0 0,-1 0 0,0-1 0,0 0 0,0 0 0,0-1 0,0 0 0,0-1 0,-1 1 0,1-1 0,0-1 0,-1 0 0,1 0 0,-1-1 0,1 0 0,-11-2 0,14 1 0,1 1 0,0-1 0,-1 0 0,1 0 0,0-1 0,0 1 0,0-1 0,1 0 0,-1 0 0,1 0 0,-1-1 0,1 1 0,0-1 0,0 0 0,1 1 0,-1-1 0,1 0 0,-4-9 0,4 8 0,0-1 0,0 0 0,1 0 0,0 1 0,0-1 0,0 0 0,1 0 0,-1 0 0,1 0 0,1 0 0,-1 0 0,1 0 0,0 0 0,3-8 0,-3 11-85,0 0 0,0 0-1,1 1 1,-1-1 0,1 0-1,-1 1 1,1-1 0,0 1-1,0 0 1,0 0 0,0 0-1,1 0 1,-1 0 0,0 0-1,4-2 1,3 0-6741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24575,'45'52'0,"-36"-40"0,1 0 0,1 0 0,0-1 0,0-1 0,1 1 0,14 8 0,-11-10 0,49 27 0,-56-32 0,-1 0 0,1-1 0,0-1 0,0 1 0,0-1 0,12 1 0,-19-3 0,1 0 0,-1 0 0,0 0 0,0 0 0,0 0 0,0 0 0,0 0 0,0 0 0,0-1 0,0 1 0,0 0 0,0-1 0,0 1 0,0-1 0,0 1 0,0-1 0,0 0 0,0 1 0,-1-1 0,2-1 0,-1 0 0,1 1 0,-1-1 0,0 0 0,-1 1 0,1-1 0,0 0 0,0 0 0,-1 0 0,1 0 0,-1-3 0,1-4 0,0 0 0,-1-1 0,-2-16 0,1 23 0,-2-17 0,-1 1 0,-1 0 0,0 0 0,-10-20 0,14 38 0,0-1 0,1 0 0,-1 1 0,0-1 0,0 1 0,0-1 0,0 1 0,0 0 0,0-1 0,-1 1 0,1 0 0,0 0 0,-2-1 0,3 2 0,-1 0 0,1 0 0,0-1 0,0 1 0,-1 0 0,1 0 0,0 0 0,0 0 0,0 0 0,-1 0 0,1 0 0,0 0 0,0 0 0,-1 0 0,1 0 0,0 0 0,0 0 0,-1 0 0,1 0 0,0 1 0,0-1 0,-1 0 0,1 0 0,0 0 0,0 0 0,0 0 0,-1 0 0,1 1 0,0-1 0,0 0 0,-1 0 0,1 1 0,-1 1 0,1-1 0,-1 0 0,1 0 0,0 0 0,-1 0 0,1 0 0,0 0 0,0 1 0,0-1 0,0 2 0,0 0-170,0 0-1,1 0 0,-1-1 1,1 1-1,-1 0 0,1 0 1,2 4-1,3 7-6655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134 196 24575,'-1'-21'0,"-1"1"0,-2-1 0,0 1 0,-1-1 0,0 2 0,-11-23 0,15 40 0,0 0 0,0 0 0,0-1 0,-1 1 0,1 0 0,-1 0 0,0 0 0,1 1 0,-1-1 0,0 0 0,0 1 0,0-1 0,0 1 0,-1 0 0,-3-3 0,4 4 0,1 0 0,0 0 0,-1-1 0,1 1 0,-1 0 0,1 0 0,-1 0 0,1 0 0,-1 1 0,1-1 0,-1 0 0,1 1 0,0-1 0,-1 1 0,1-1 0,0 1 0,-1-1 0,1 1 0,0 0 0,0 0 0,-1 0 0,1 0 0,0 0 0,0 0 0,0 0 0,0 0 0,-1 2 0,-2 2 0,1 0 0,0 0 0,0 0 0,1 0 0,0 1 0,0-1 0,0 0 0,0 1 0,1 0 0,0-1 0,0 1 0,0 0 0,1 0 0,0-1 0,0 1 0,0 0 0,1 0 0,0-1 0,2 8 0,0-4 0,0 1 0,0-1 0,1 0 0,1 0 0,-1-1 0,1 1 0,1-1 0,0 0 0,0-1 0,12 13 0,-12-15 0,1 0 0,-1-1 0,1 1 0,0-1 0,0-1 0,0 1 0,0-1 0,1 0 0,-1-1 0,1 0 0,14 2 0,-3-2 0,0 0 0,1-1 0,32-4 0,-47 3 0,1-1 0,0 0 0,-1 0 0,1-1 0,0 1 0,-1-1 0,0 0 0,1-1 0,-1 1 0,0-1 0,0 0 0,6-6 0,-8 6 0,0 0 0,0 0 0,0-1 0,0 1 0,-1-1 0,1 0 0,-1 1 0,0-1 0,0 0 0,-1 0 0,1 0 0,-1-1 0,0 1 0,0 0 0,0 0 0,0-9 0,-1 6 0,0 0 0,0 0 0,-1 1 0,0-1 0,0 0 0,-1 1 0,0-1 0,0 1 0,0 0 0,-1-1 0,0 1 0,0 0 0,-5-5 0,7 9 0,0 0 0,0 0 0,0 0 0,0 0 0,0 0 0,1 0 0,-1 0 0,0-5 0,1 7 0,0-1 0,0 1 0,0 0 0,0-1 0,0 1 0,0-1 0,0 1 0,0 0 0,0-1 0,0 1 0,1 0 0,-1-1 0,0 1 0,0 0 0,0-1 0,1 1 0,-1 0 0,0-1 0,0 1 0,1 0 0,-1 0 0,1-1 0,-1 1 0,1-1 0,0 1 0,0 0 0,-1 0 0,1-1 0,0 1 0,0 0 0,0 0 0,0 0 0,-1 0 0,1 0 0,0 0 0,0 0 0,0 1 0,0-1 0,12 4-1365,-1 1-5461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129 756 24575,'15'-35'0,"-2"-1"0,15-72 0,-24 86 0,-1 0 0,-1-1 0,-2 1 0,0-1 0,-1 1 0,-5-31 0,-48-156 0,43 172 0,-2 0 0,-30-61 0,43 98 0,0-1 0,-1 1 0,1-1 0,0 1 0,0-1 0,-1 1 0,1-1 0,0 1 0,-1-1 0,1 1 0,0 0 0,-1-1 0,1 1 0,-1 0 0,1-1 0,-1 1 0,1 0 0,-1-1 0,1 1 0,-1 0 0,1 0 0,-1 0 0,1 0 0,-2-1 0,2 1 0,-1 1 0,1-1 0,-1 0 0,1 1 0,-1-1 0,1 0 0,-1 1 0,1-1 0,-1 0 0,1 1 0,-1-1 0,1 1 0,0-1 0,-1 1 0,1-1 0,0 1 0,-1-1 0,1 1 0,-3 6 0,0-1 0,1 0 0,-2 8 0,3-10 0,-8 29 0,1 1 0,-8 63 0,16-81 0,-1-1 0,2 0 0,0 1 0,0-1 0,2 0 0,0 0 0,0 0 0,11 27 0,-5-24 0,0-2 0,0 1 0,2-1 0,0-1 0,0 0 0,2-1 0,0 0 0,20 17 0,-6-9 0,1-1 0,1-2 0,52 27 0,3-10-1365,-69-31-5461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52 24575,'-7'-6'0,"0"0"0,0 1 0,0 0 0,-1 0 0,1 0 0,-1 1 0,0 0 0,0 1 0,-17-5 0,24 7 0,0 1 0,0 0 0,0 0 0,0 0 0,0 0 0,-1 0 0,1 0 0,0 0 0,0 1 0,0-1 0,0 0 0,0 1 0,0-1 0,0 1 0,0-1 0,0 1 0,0-1 0,0 1 0,0 0 0,0-1 0,0 1 0,1 0 0,-1 0 0,0-1 0,0 1 0,1 0 0,-1 0 0,1 0 0,-1 0 0,1 0 0,-1 0 0,1 0 0,-1 0 0,1 0 0,0 0 0,0 1 0,-1-1 0,1 0 0,0 0 0,0 2 0,0 4 0,0 0 0,0 1 0,0-1 0,3 13 0,-1-9 0,1-1 0,0 0 0,0 1 0,1-1 0,1 0 0,-1 0 0,9 11 0,-11-17 0,0-1 0,1 0 0,-1 0 0,1 0 0,0 0 0,0 0 0,0 0 0,0-1 0,0 1 0,1-1 0,-1 0 0,1 0 0,0 0 0,-1-1 0,1 1 0,0-1 0,0 0 0,0 0 0,0 0 0,0-1 0,0 1 0,6-1 0,-8 0 0,0-1 0,0 1 0,0 0 0,0-1 0,0 1 0,0-1 0,0 0 0,0 0 0,0 0 0,0 0 0,0 0 0,0 0 0,-1 0 0,1 0 0,0-1 0,1-1 0,-1 0 0,0 0 0,1 0 0,-1 0 0,0 0 0,-1-1 0,1 1 0,-1-1 0,2-5 0,0-2 0,-1-1 0,0 0 0,-1-1 0,0-17 0,-1 22 0,0 2 0,0 1 0,0 0 0,0 0 0,-1 0 0,1 0 0,-1 0 0,-1 0 0,-1-6 0,3 11 0,0 0 0,0 0 0,0 0 0,0 0 0,0 0 0,0 0 0,0 0 0,0 0 0,0 0 0,0 0 0,0 0 0,0 1 0,0-1 0,0 0 0,0 0 0,0 0 0,0 0 0,0 0 0,0 0 0,0 0 0,0 0 0,0 0 0,0 0 0,0 0 0,0 0 0,-1 0 0,1 0 0,0 0 0,0 0 0,0 0 0,0 0 0,0 0 0,0 0 0,0 0 0,0 0 0,0 0 0,0 0 0,0 0 0,0 0 0,0 0 0,0 0 0,0 0 0,0 0 0,1 10 0,3 13 0,30 72 120,-28-81-417,1 0 0,0-1 0,1 1 0,14 17 0,-13-22-6529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1 167 24575,'15'83'0,"4"-1"0,47 128 0,-63-201 0,-3-7 0,1 1 0,0 0 0,0 0 0,0 0 0,1 0 0,-1-1 0,1 1 0,-1-1 0,1 1 0,0-1 0,3 4 0,-5-6 0,0 0 0,0 0 0,1 0 0,-1 0 0,0 0 0,0 1 0,0-1 0,0 0 0,0 0 0,1 0 0,-1 0 0,0 0 0,0 0 0,0 0 0,1 0 0,-1 0 0,0 0 0,0 0 0,0 0 0,0 0 0,1 0 0,-1 0 0,0 0 0,0 0 0,0 0 0,0 0 0,1 0 0,-1-1 0,0 1 0,0 0 0,0 0 0,0 0 0,0 0 0,1 0 0,-1 0 0,0 0 0,0-1 0,0 1 0,4-9 0,-2-12 0,-2 20 0,-2-59 0,-1 1 0,-24-113 0,0-3 0,27 167 0,-1 2 0,0-1 0,0 0 0,1 1 0,0-1 0,1 0 0,1-7 0,-2 12 0,1 1 0,-1-1 0,1 1 0,-1 0 0,1-1 0,0 1 0,0 0 0,0 0 0,0-1 0,0 1 0,0 0 0,0 0 0,0 0 0,0 0 0,0 0 0,0 1 0,1-1 0,-1 0 0,0 0 0,1 1 0,-1-1 0,0 1 0,1-1 0,-1 1 0,1 0 0,-1-1 0,1 1 0,-1 0 0,1 0 0,-1 0 0,1 0 0,-1 0 0,3 1 0,2 0 0,0 0 0,0 1 0,0-1 0,0 1 0,0 1 0,-1-1 0,6 4 0,2 1 0,21 17 0,-28-20 0,0 2 0,0-1 0,-1 0 0,0 1 0,0 0 0,-1 1 0,1-1 0,-1 1 0,6 13 0,-9-18 0,-1 0 0,1 0 0,0 0 0,-1 0 0,1 0 0,-1 0 0,0 1 0,1-1 0,-1 0 0,0 0 0,-1 0 0,1 1 0,0-1 0,0 0 0,-1 0 0,0 0 0,1 0 0,-1 0 0,0 0 0,0 0 0,0 0 0,0 0 0,0 0 0,0 0 0,-1-1 0,1 1 0,-1 0 0,1-1 0,-1 1 0,0-1 0,1 0 0,-1 1 0,0-1 0,0 0 0,0 0 0,0 0 0,0 0 0,-2 0 0,-22 8 0,1-2 0,-40 7 0,25-6 0,16-4-1365,4 0-5461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9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44 24575,'-27'-8'0,"-13"-2"0,-3 1 0,2 1 0,4 3 0,5 1 0,3 5 0,2 1 0,3 2 0,0 1 0,-1 1 0,2-2 0,4 0-8191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66 24575,'-8'-4'0,"-78"-36"0,74 36 0,0 0 0,0 0 0,-1 1 0,0 1 0,-14-2 0,25 4 0,0 0 0,0 0 0,0 0 0,0 0 0,1 0 0,-1 0 0,0 1 0,0-1 0,0 0 0,0 1 0,0 0 0,1-1 0,-1 1 0,0 0 0,1 0 0,-1 0 0,0 0 0,-1 2 0,2-2 0,0 1 0,0 0 0,0-1 0,0 1 0,0 0 0,0 0 0,0 0 0,1 0 0,-1 0 0,1 0 0,-1 0 0,1 0 0,0 0 0,0 0 0,0 0 0,0 3 0,1 4 0,-1-1 0,2 1 0,-1-1 0,1 0 0,1 1 0,0-1 0,0 0 0,0 0 0,1-1 0,0 1 0,0-1 0,1 0 0,0 0 0,1 0 0,-1-1 0,1 1 0,0-2 0,1 1 0,-1 0 0,1-1 0,0-1 0,1 1 0,-1-1 0,14 5 0,-18-7 0,0-1 0,1 0 0,-1 0 0,0 0 0,1-1 0,-1 1 0,1-1 0,-1 0 0,1 0 0,-1 0 0,1 0 0,-1-1 0,1 1 0,-1-1 0,1 0 0,4-2 0,-5 2 0,0-1 0,-1 0 0,1 0 0,-1 0 0,0 0 0,1 0 0,-1 0 0,0-1 0,0 1 0,-1-1 0,1 1 0,0-1 0,-1 0 0,0 0 0,1 1 0,-1-1 0,0 0 0,-1 0 0,2-4 0,-1-2 0,1 0 0,-1 0 0,-1 0 0,0 0 0,0 0 0,-1 0 0,0 0 0,0 0 0,-1 0 0,0 1 0,-6-14 0,3 11 0,4 11 0,1 0 0,0 0 0,0 0 0,0 0 0,0 0 0,0 0 0,0 0 0,0 0 0,0 0 0,0 0 0,0 0 0,0 0 0,0 0 0,-1 0 0,1 0 0,0 0 0,0 0 0,0 0 0,0 0 0,0 0 0,0 0 0,0 0 0,0 0 0,0 0 0,0 0 0,0 0 0,0 1 0,0-1 0,0 0 0,-1 0 0,1 0 0,0 0 0,0 0 0,0 0 0,0 0 0,0 0 0,0 0 0,0 0 0,0 0 0,0 0 0,0 0 0,0 0 0,0 1 0,0-1 0,0 0 0,0 0 0,0 0 0,0 0 0,0 0 0,0 0 0,0 0 0,0 0 0,0 0 0,0 0 0,0 0 0,0 0 0,0 1 0,0-1 0,0 0 0,3 21 0,14 24-347,36 71 0,-45-100-324,-1-1-6155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123 412 24575,'-1'0'0,"-14"-6"0,-20-6 0,31 11 0,1 0 0,-1 0 0,0 0 0,1 1 0,-1-1 0,0 1 0,1 0 0,-1 1 0,0-1 0,1 0 0,-1 1 0,-3 1 0,6-2 0,-1 1 0,1-1 0,0 1 0,0 0 0,0-1 0,0 1 0,0 0 0,0 0 0,0 0 0,0 0 0,0-1 0,0 1 0,0 0 0,1 1 0,-1-1 0,0 0 0,1 0 0,-1 0 0,1 0 0,-1 2 0,0-1 0,1 1 0,-1-1 0,1 1 0,0-1 0,0 0 0,0 1 0,1-1 0,-1 1 0,1-1 0,0 3 0,1 2 0,0-1 0,1 0 0,0-1 0,0 1 0,0 0 0,1-1 0,5 7 0,-6-9 0,0 0 0,1 0 0,-1 0 0,1 0 0,0-1 0,0 1 0,0-1 0,0 0 0,0 0 0,0 0 0,1-1 0,-1 0 0,1 0 0,-1 0 0,1 0 0,-1 0 0,1-1 0,4 0 0,-5 0 0,-1-1 0,0 1 0,1-1 0,-1 1 0,1-1 0,-1 0 0,0 0 0,0-1 0,0 1 0,0-1 0,0 1 0,0-1 0,0 0 0,0 0 0,0 0 0,-1-1 0,1 1 0,-1 0 0,0-1 0,0 0 0,0 0 0,0 1 0,0-1 0,2-5 0,-1-1 0,0-1 0,-1 0 0,0 0 0,0 0 0,-1 0 0,0 0 0,-1 0 0,0 0 0,-1 0 0,-2-12 0,-2-8 0,-2 1 0,-11-32 0,-74-168 0,84 218 0,8 11 0,0 0 0,0 0 0,0 0 0,0 0 0,0 0 0,-1 0 0,1 0 0,0 0 0,0 0 0,0 0 0,0 0 0,0 0 0,0 1 0,-1-1 0,1 0 0,0 0 0,0 0 0,0 0 0,0 0 0,0 0 0,0 0 0,0 0 0,-1 0 0,1 1 0,0-1 0,0 0 0,0 0 0,0 0 0,0 0 0,0 0 0,0 0 0,0 1 0,0-1 0,0 0 0,0 0 0,0 0 0,0 0 0,0 0 0,0 1 0,0-1 0,0 0 0,0 0 0,-1 26 0,1-21 0,1 30 0,1 0 0,2 0 0,1 0 0,2-1 0,2 0 0,1 0 0,18 41 0,23 17-93,-33-63-1179,-10-16-5554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1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76 516 24575,'-3'-3'0,"-1"0"0,1 0 0,-1 0 0,0 0 0,0 1 0,0 0 0,0 0 0,-8-3 0,11 4 0,0 1 0,0 0 0,0 0 0,0-1 0,0 1 0,0 0 0,0 0 0,0 0 0,0 0 0,0 0 0,0 0 0,0 1 0,0-1 0,0 0 0,0 0 0,0 1 0,0-1 0,0 1 0,0-1 0,0 1 0,0-1 0,0 1 0,0-1 0,1 1 0,-1 0 0,0 0 0,0-1 0,1 1 0,-1 0 0,0 0 0,1 0 0,-1 0 0,1 0 0,-1 0 0,1 0 0,-1 0 0,1 0 0,0 0 0,0 0 0,-1 0 0,1 0 0,0 2 0,0 1 0,0 1 0,0 0 0,0 0 0,0-1 0,1 1 0,0 0 0,0-1 0,0 1 0,1-1 0,-1 1 0,1-1 0,3 5 0,1 3 0,1 0 0,0-1 0,10 12 0,-13-19 0,0 0 0,0 1 0,0-1 0,1-1 0,-1 1 0,1-1 0,0 0 0,0 0 0,0 0 0,8 3 0,-11-5 0,0-1 0,0 1 0,0-1 0,0 1 0,0-1 0,0 0 0,1 0 0,-1 0 0,0 0 0,0 0 0,0 0 0,0-1 0,0 1 0,0-1 0,0 1 0,0-1 0,0 0 0,0 0 0,0 0 0,0 0 0,0 0 0,-1 0 0,1 0 0,0-1 0,-1 1 0,1-1 0,-1 1 0,0-1 0,1 0 0,-1 1 0,0-1 0,1-2 0,2-4 0,0 0 0,-1 0 0,0 0 0,-1-1 0,0 1 0,0-1 0,-1 0 0,0 1 0,0-1 0,-1 0 0,0 0 0,-2-11 0,-3-14 0,-16-59 0,19 88 0,-78-242 0,39 129 0,30 84 0,11 35 0,0-1 0,0 0 0,0 0 0,0 0 0,0 0 0,0 0 0,0 0 0,0 0 0,0 0 0,0 0 0,0 0 0,0 0 0,0 0 0,0 0 0,0 0 0,0 0 0,0 0 0,0 0 0,0 0 0,0 0 0,0 0 0,0 0 0,0 0 0,0 0 0,0 0 0,0 0 0,0 0 0,0 0 0,0 0 0,0 0 0,0 0 0,0 0 0,0 0 0,0 0 0,0 0 0,-1 0 0,1 0 0,0 0 0,0 0 0,0 0 0,0 9 0,1 12 0,11 40-170,1-1-1,4-1 0,2 0 1,2-1-1,3-1 0,3-2 1,41 66-1,-58-106-6655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3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 24575,'0'-1'0,"1"0"0,-1 0 0,0 0 0,0 0 0,0 0 0,0 0 0,1 0 0,-1 0 0,1 0 0,-1 0 0,0 0 0,1 0 0,0 0 0,-1 0 0,1 1 0,-1-1 0,1 0 0,0 0 0,0 1 0,1-2 0,0 0 0,0 1 0,1 0 0,-1 0 0,1 0 0,-1 0 0,1 0 0,-1 1 0,4-1 0,1 0 0,1 0 0,-1 1 0,0 0 0,1 1 0,7 0 0,-2 2 0,0 0 0,-1 0 0,1 1 0,-1 1 0,0 0 0,0 1 0,-1 0 0,20 14 0,-25-16 0,-1 0 0,0 1 0,0 0 0,0 0 0,-1 1 0,1-1 0,-1 1 0,-1 0 0,1 0 0,-1 0 0,0 1 0,0-1 0,-1 1 0,0-1 0,0 1 0,0 0 0,0 14 0,-1-10 0,-2 1 0,0-1 0,0 0 0,-1 1 0,0-1 0,-1 0 0,0 0 0,-1 0 0,0 0 0,-8 12 0,3-6 0,-1-1 0,-1 0 0,0 0 0,-1-2 0,-19 20 0,28-32 0,1 1 0,-1-1 0,0 0 0,1 0 0,-1 0 0,0-1 0,0 1 0,0-1 0,0 1 0,-1-1 0,1 0 0,0 0 0,0-1 0,-1 1 0,1-1 0,-4 1 0,2-1 0,1-1 0,-1 0 0,1 1 0,-1-1 0,1-1 0,-1 1 0,1-1 0,0 0 0,0 0 0,-7-4 0,2 0 0,-1-2 0,1 1 0,0-1 0,1-1 0,0 1 0,1-1 0,-1-1 0,-7-13 0,-1-5 0,-25-58 0,37 74 0,0 1 0,0-1 0,1 0 0,1 0 0,0-1 0,1 1 0,0 0 0,1-16 0,1 26-4,-1 0 0,0 0 0,1 0 0,-1 0 0,1 0 0,-1 0 0,1 1 0,0-1 0,0 0 0,0 0 0,0 1 0,0-1 0,0 1 0,0-1 0,1 1 0,-1-1 0,0 1 0,1 0 0,1-2 0,0 1 24,0 1 0,1-1 0,-1 1 0,0-1 0,1 1 0,-1 0 0,1 0 0,-1 1 0,7-1 0,-2 0-185,0 1 0,0 1 0,0-1 0,0 1 0,-1 1 0,1-1 0,0 1 0,13 6 0,-9-2-6661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24575,'0'0'0,"0"0"0,0 0 0,1 0 0,-1 0 0,0-1 0,0 1 0,0 0 0,1 0 0,-1 0 0,0 0 0,0 0 0,0 0 0,1 0 0,-1 0 0,0 0 0,0 0 0,1 0 0,-1 0 0,0 0 0,0 0 0,0 0 0,1 0 0,-1 0 0,0 0 0,0 0 0,1 0 0,-1 0 0,0 0 0,0 0 0,0 0 0,1 0 0,-1 0 0,0 1 0,0-1 0,0 0 0,1 0 0,6 10 0,2 13 0,-6-5 0,0-1 0,-1 1 0,-1 0 0,-1 0 0,-2 20 0,1 6 0,0 16 0,2 75 0,-1-134 0,0 0 0,0 0 0,0 0 0,1 0 0,-1 0 0,0 0 0,1 0 0,-1 0 0,0 0 0,1 0 0,-1 0 0,1 0 0,0 0 0,-1 0 0,1 0 0,0-1 0,-1 1 0,1 0 0,0 0 0,0-1 0,0 1 0,0-1 0,0 1 0,-1-1 0,1 1 0,0-1 0,0 1 0,0-1 0,0 0 0,0 0 0,1 1 0,-1-1 0,0 0 0,0 0 0,0 0 0,0 0 0,0 0 0,0 0 0,1-1 0,6 0 0,0-1 0,0 1 0,0-2 0,8-3 0,-7 3 0,4-2 0,1 1 0,0 0 0,0 1 0,0 0 0,23-1 0,-33 4-114,0 0 1,0 0-1,1 0 0,-1-1 0,0 1 1,0-1-1,0 0 0,0-1 0,0 1 1,0-1-1,7-3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67 24575,'-11'-7'0,"-49"-32"0,54 36 0,0 0 0,0 0 0,-1 1 0,1-1 0,0 2 0,-1-1 0,0 1 0,-7-1 0,12 2 0,0 0 0,1 0 0,-1 0 0,0 0 0,1 1 0,-1-1 0,0 1 0,1-1 0,-1 1 0,0 0 0,1-1 0,-1 1 0,1 0 0,-1 0 0,1 0 0,0 0 0,-1 1 0,1-1 0,0 0 0,0 0 0,0 1 0,0-1 0,0 1 0,0-1 0,0 1 0,0-1 0,1 1 0,-2 1 0,0 6 0,-1 0 0,1 0 0,0 1 0,0 9 0,0-8 0,1-4 0,0-1 0,1 1 0,-1 0 0,2 0 0,-1-1 0,1 1 0,0 0 0,0-1 0,4 13 0,-3-15 0,0 1 0,1 0 0,0-1 0,-1 1 0,2-1 0,-1 0 0,0 0 0,1 0 0,0 0 0,0-1 0,0 1 0,0-1 0,6 3 0,70 36 0,-57-32 0,0 2 0,27 18 0,-42-24 0,-1 0 0,0 0 0,-1 0 0,1 1 0,-1 0 0,0 0 0,8 14 0,-13-19 0,0 0 0,0 0 0,0 0 0,0 0 0,0 0 0,0 0 0,-1 0 0,1 0 0,-1 0 0,1 1 0,-1-1 0,0 0 0,0 0 0,0 1 0,0-1 0,0 0 0,0 0 0,-1 1 0,1-1 0,-1 0 0,0 0 0,0 0 0,0 0 0,0 0 0,0 0 0,0 0 0,0 0 0,0 0 0,-1 0 0,1 0 0,-1-1 0,1 1 0,-1-1 0,0 1 0,0-1 0,-3 2 0,-2 2 0,-1-1 0,0-1 0,0 0 0,-1 0 0,1 0 0,0-1 0,-1 0 0,0-1 0,-11 1 0,-11-1 0,-38-3 0,66 2 0,-52-5-682,-89-20-1,121 20-6143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5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 24575,'2'-1'0,"0"-1"0,0 1 0,0 0 0,0-1 0,1 1 0,-1 0 0,0 0 0,0 1 0,1-1 0,-1 0 0,0 1 0,1 0 0,-1-1 0,1 1 0,-1 0 0,1 0 0,-1 0 0,0 0 0,1 1 0,-1-1 0,1 1 0,-1 0 0,0-1 0,1 1 0,-1 0 0,0 0 0,0 0 0,0 1 0,0-1 0,0 0 0,0 1 0,0 0 0,0-1 0,0 1 0,-1 0 0,1 0 0,-1 0 0,1 0 0,0 3 0,6 7 0,-1 0 0,12 26 0,-16-31 0,-1 0 0,0 0 0,0 0 0,0 0 0,-1 0 0,0 1 0,0 10 0,-1-16 0,0 0 0,0 0 0,-1-1 0,1 1 0,0 0 0,-1-1 0,1 1 0,-1 0 0,0-1 0,1 1 0,-1 0 0,0-1 0,0 1 0,0-1 0,0 0 0,0 1 0,0-1 0,0 0 0,-1 1 0,-1 0 0,1-1 0,-1 1 0,1-1 0,-1 0 0,1 0 0,-1 0 0,0-1 0,1 1 0,-1-1 0,0 1 0,0-1 0,-4 0 0,-4-1 0,1 0 0,-1-1 0,0 0 0,1-1 0,-15-5 0,5 0 0,-21-10 0,36 15 0,-1 0 0,1-1 0,0 1 0,0-1 0,0 0 0,0-1 0,0 1 0,-4-8 0,7 11 0,1-1 0,0 1 0,1-1 0,-1 1 0,0-1 0,0 0 0,1 1 0,-1-1 0,1 0 0,-1 0 0,1 0 0,0 1 0,0-1 0,0 0 0,0 0 0,0 0 0,0 1 0,1-4 0,0 2 0,0 1 0,0-1 0,0 0 0,1 1 0,-1-1 0,1 1 0,-1 0 0,1-1 0,0 1 0,4-3 0,-1 0 0,0 1 0,1-1 0,0 2 0,0-1 0,0 1 0,0 0 0,1 0 0,12-4 0,26-4-1365,-32 8-5461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24575,'0'0'0,"0"0"0,0 0 0,0-1 0,0 1 0,0 0 0,0 0 0,0-1 0,0 1 0,0 0 0,0-1 0,0 1 0,0 0 0,0 0 0,0-1 0,0 1 0,0 0 0,1 0 0,-1 0 0,0-1 0,0 1 0,0 0 0,0 0 0,0 0 0,1-1 0,-1 1 0,0 0 0,0 0 0,0 0 0,1 0 0,-1-1 0,0 1 0,0 0 0,1 0 0,-1 0 0,0 0 0,0 0 0,1 0 0,-1 0 0,0 0 0,0 0 0,1 0 0,-1 0 0,15 6 0,17 21 0,-27-23 0,-1 0 0,61 50 0,-57-48 0,1 0 0,0-1 0,0 0 0,0 0 0,1-1 0,11 3 0,-20-7 0,-1 0 0,1 0 0,0 0 0,-1 0 0,1 0 0,0 0 0,0 0 0,-1 0 0,1 0 0,0 0 0,0 0 0,-1 0 0,1-1 0,0 1 0,-1 0 0,1-1 0,0 1 0,-1 0 0,1-1 0,0 1 0,-1-1 0,1 1 0,-1-1 0,1 1 0,-1-1 0,1 1 0,-1-1 0,0 0 0,1 1 0,-1-1 0,1 0 0,-1 1 0,0-1 0,0 0 0,0 0 0,1 1 0,-1-1 0,0 0 0,0 1 0,0-1 0,0-1 0,1-5 0,-1-1 0,1 1 0,-2-10 0,0 10 0,0-11 0,-1 0 0,-1 0 0,0 0 0,-2 0 0,-7-19 0,12 37 0,0-1 0,0 0 0,0 1 0,0-1 0,-1 1 0,1-1 0,0 1 0,0-1 0,-1 1 0,1-1 0,0 1 0,-1-1 0,1 1 0,-1-1 0,1 1 0,-1-1 0,1 1 0,-1 0 0,0-1 0,1 1 0,0 0 0,0 0 0,-1 0 0,1 0 0,0 0 0,-1 0 0,1 1 0,0-1 0,0 0 0,-1 0 0,1 0 0,0 0 0,0 0 0,-1 1 0,1-1 0,0 0 0,0 0 0,0 1 0,-1-1 0,1 0 0,0 0 0,0 1 0,0-1 0,0 0 0,-1 1 0,0 1 0,0 1 0,0-1 0,1 1 0,-1 0 0,0-1 0,0 6 0,2-5 0,-1 0 0,1 0 0,0 0 0,-1 0 0,1 0 0,1 0 0,-1 0 0,0-1 0,1 1 0,-1 0 0,1-1 0,0 1 0,0-1 0,0 0 0,0 1 0,0-1 0,1 0 0,-1 0 0,1 0 0,-1-1 0,1 1 0,4 2 0,6 2 0,-1-1 0,1 0 0,23 6 0,-34-10 0,22 5 0,0 0 0,26 1 0,-44-6 0,0 0 0,1-1 0,-1 0 0,0-1 0,0 1 0,1-1 0,-1 0 0,0-1 0,0 1 0,0-1 0,0-1 0,-1 1 0,11-6 0,-14 6 0,1-1 0,0 1 0,-1-1 0,0 0 0,1 0 0,-1 0 0,0 0 0,-1 0 0,1 0 0,0 0 0,-1-1 0,0 1 0,0-1 0,0 1 0,0-1 0,0-4 0,0 3 0,0 0 0,-1 0 0,0 0 0,0 0 0,-1 0 0,1 0 0,-1 0 0,0 0 0,0 0 0,-1 0 0,-2-6 0,3 10 0,1-1 0,-1 1 0,0-1 0,0 1 0,0 0 0,0 0 0,0-1 0,0 1 0,0 0 0,-1 0 0,1 0 0,0 0 0,-1 0 0,1 0 0,-1 1 0,1-1 0,0 0 0,-1 1 0,0-1 0,1 1 0,-1-1 0,1 1 0,-1 0 0,0 0 0,1-1 0,-1 1 0,1 0 0,-1 1 0,0-1 0,1 0 0,-1 0 0,1 1 0,-1-1 0,0 1 0,-1 0 0,0 0 0,0 1 0,0-1 0,0 1 0,1 0 0,-1 0 0,0 0 0,1 0 0,-1 0 0,1 0 0,0 0 0,0 1 0,0 0 0,0-1 0,0 1 0,0 0 0,-2 5 0,3-2 0,-1 0 0,1-1 0,-1 1 0,1 0 0,1 0 0,-1 0 0,1 0 0,0 0 0,1 0 0,0 0 0,-1 0 0,4 8 0,-3-10 0,1 0 0,-1-1 0,1 1 0,0 0 0,0-1 0,1 1 0,-1-1 0,1 0 0,-1 0 0,1 0 0,0 0 0,0 0 0,1-1 0,-1 1 0,0-1 0,1 0 0,0 0 0,6 2 0,2 1 0,0-2 0,0 1 0,1-2 0,24 3 0,51-4 0,-54-1 0,-29 0 0,1-1 0,-1 1 0,0-1 0,1 0 0,-1 0 0,10-4 0,-14 5 0,1-1 0,-1 1 0,0-1 0,1 0 0,-1 0 0,0 0 0,0 1 0,1-1 0,-1 0 0,0 0 0,0-1 0,0 1 0,0 0 0,0 0 0,-1 0 0,1-1 0,0 1 0,-1 0 0,1-1 0,0 1 0,-1-1 0,0 1 0,1-1 0,-1 1 0,0-1 0,0 1 0,0-1 0,0-2 0,-1-4 0,-1 0 0,0-1 0,0 1 0,-4-9 0,2 9 0,2 0 0,-1 0 0,1-1 0,-2-12 0,4 21 0,0-10 0,-1 1 0,1-1 0,0 1 0,4-17 0,-4 24 0,0 0 0,0 1 0,1-1 0,-1 0 0,1 1 0,0-1 0,-1 1 0,1-1 0,0 1 0,0-1 0,0 1 0,0-1 0,0 1 0,0 0 0,1-1 0,-1 1 0,0 0 0,1 0 0,-1 0 0,0 0 0,1 0 0,-1 1 0,1-1 0,0 0 0,-1 1 0,1-1 0,0 1 0,-1-1 0,1 1 0,0 0 0,-1 0 0,1-1 0,3 2 0,-1-1-72,-1 1 1,1 0-1,-1 0 0,1 0 0,-1 1 0,0-1 0,0 1 0,0 0 1,0 0-1,0 0 0,0 0 0,0 0 0,-1 1 0,1-1 0,-1 1 1,1 0-1,-1-1 0,2 5 0,4 5-6754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33 677 24575,'17'-20'0,"0"0"0,26-39 0,-38 52 0,-1 0 0,-1-1 0,1 0 0,-1 1 0,-1-1 0,1 0 0,-1 0 0,-1 0 0,2-16 0,-3-19 0,-2 0 0,-2 0 0,-2 0 0,-1 0 0,-3 1 0,-1 0 0,-2 1 0,-2 0 0,-24-47 0,38 87 0,1-1 0,-1 1 0,0-1 0,0 1 0,0-1 0,0 1 0,0 0 0,0 0 0,0 0 0,-2-2 0,-2 4 0,0 9 0,2 3 0,0-1 0,1 0 0,1 1 0,0 19 0,5 51 0,-4-83 0,3 31 0,2 0 0,1-1 0,1 1 0,1-1 0,24 53 0,-22-62 0,1 1 0,1-2 0,1 1 0,1-2 0,0 0 0,2-1 0,0 0 0,22 18 0,-31-31-136,0 0-1,0-1 1,1 0-1,-1 0 1,1 0-1,0-1 1,0 0-1,0-1 0,14 3 1,-10-3-6690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18 24575,'-4'-2'0,"1"0"0,0 0 0,0 0 0,-1 1 0,1-1 0,-1 1 0,1 0 0,-1-1 0,0 2 0,0-1 0,1 0 0,-5 1 0,6 0 0,0 0 0,1 0 0,-1 0 0,1 0 0,-1 0 0,0 1 0,1-1 0,-1 1 0,1-1 0,-1 1 0,1 0 0,-1 0 0,1-1 0,0 1 0,-1 0 0,1 0 0,0 0 0,0 0 0,0 1 0,-1-1 0,1 0 0,0 0 0,1 1 0,-1-1 0,0 1 0,0-1 0,0 1 0,1-1 0,-1 1 0,0 2 0,0 3 0,0 1 0,0-1 0,0 1 0,1-1 0,0 1 0,0 0 0,1-1 0,0 1 0,1-1 0,2 9 0,-3-9 0,2-1 0,-1 0 0,0 0 0,1-1 0,0 1 0,0 0 0,1-1 0,0 0 0,0 0 0,0 0 0,0 0 0,8 6 0,-9-9 0,0 0 0,0-1 0,1 1 0,-1-1 0,0 1 0,0-1 0,1 0 0,-1 0 0,1-1 0,-1 1 0,1-1 0,-1 1 0,1-1 0,-1 0 0,1 0 0,-1-1 0,1 1 0,-1-1 0,1 0 0,-1 0 0,4-1 0,-3 0 0,0 0 0,0 1 0,-1-1 0,1-1 0,-1 1 0,0 0 0,1-1 0,-1 0 0,0 1 0,0-1 0,-1-1 0,1 1 0,-1 0 0,1-1 0,-1 1 0,0-1 0,2-6 0,-2 4 0,-1 0 0,0-1 0,0 1 0,0 0 0,-1-12 0,0 11 0,0 0 0,0 0 0,3-11 0,-3 18 0,0 0 0,0 0 0,0 0 0,0-1 0,0 1 0,0 0 0,0 0 0,0 0 0,0-1 0,0 1 0,0 0 0,0 0 0,0 0 0,0-1 0,0 1 0,1 0 0,-1 0 0,0 0 0,0 0 0,0 0 0,0-1 0,0 1 0,0 0 0,1 0 0,-1 0 0,0 0 0,0 0 0,0 0 0,0-1 0,1 1 0,-1 0 0,0 0 0,0 0 0,0 0 0,1 0 0,-1 0 0,0 0 0,0 0 0,1 0 0,5 7 0,4 17 0,-9-22 0,16 41-682,25 47-1,-35-77-6143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89 24575,'109'326'0,"-42"-123"0,-66-208 0,-1 1 0,0-1 0,0 0 0,0 0 0,-1-4 0,-58-202 0,33 128 0,-15-89 0,39 162 0,1 1 0,0-1 0,1 1 0,0-1 0,1-13 0,0 21 0,-1-1 0,0 1 0,1 0 0,-1 0 0,1 0 0,-1 0 0,1 0 0,0 0 0,0 0 0,0 0 0,0 0 0,0 1 0,0-1 0,1 0 0,-1 1 0,1-1 0,-1 1 0,1-1 0,0 1 0,-1 0 0,1-1 0,0 1 0,0 0 0,0 0 0,0 0 0,0 1 0,0-1 0,0 0 0,0 1 0,3-1 0,-3 1 0,0 0 0,0 0 0,0 0 0,0 0 0,0 0 0,1 1 0,-1-1 0,0 1 0,0-1 0,0 1 0,0 0 0,0 0 0,-1 0 0,1 0 0,0 0 0,0 0 0,-1 1 0,1-1 0,0 1 0,-1-1 0,0 1 0,1-1 0,-1 1 0,0 0 0,0 0 0,0-1 0,0 1 0,0 0 0,1 4 0,-1-3 0,0 0 0,0-1 0,0 1 0,-1 0 0,0 0 0,1 0 0,-1 0 0,0 0 0,-1 0 0,1 0 0,0 0 0,-1-1 0,1 1 0,-1 0 0,0 0 0,0 0 0,0-1 0,-1 1 0,1 0 0,0-1 0,-3 4 0,-2 0 6,-1 0 0,1 0 1,-1 0-1,0-1 0,0 0 0,-1-1 0,1 1 0,-16 5 0,-5 0-170,-37 8 1,23-7-930,24-5-5733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58 24575,'-30'-7'0,"-13"-6"0,-1 0 0,4 2 0,7 3 0,5 3 0,7 5 0,0 2 0,2 3 0,2 1 0,1 2 0,1 0 0,0-2 0,0-2 0,3-1-8191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9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27 24575,'-6'-3'0,"-8"-3"0,-25-7 0,35 11 0,0 2 0,0-1 0,0 0 0,0 1 0,0 0 0,1 0 0,-1 0 0,0 0 0,0 0 0,0 1 0,-7 2 0,9-2 0,0-1 0,1 1 0,-1 0 0,1 0 0,-1 1 0,1-1 0,-1 0 0,1 0 0,0 1 0,-1-1 0,1 1 0,0-1 0,0 1 0,0-1 0,0 1 0,1 0 0,-1-1 0,0 1 0,1 0 0,-1 0 0,1-1 0,-1 1 0,1 0 0,0 0 0,0 0 0,0 0 0,0 0 0,0 0 0,0-1 0,1 1 0,0 3 0,0 1 0,0 0 0,1 1 0,0-1 0,1 0 0,-1 0 0,1 0 0,6 10 0,-2-8 0,0 0 0,0 0 0,1 0 0,10 7 0,-8-7 0,0 1 0,11 13 0,-20-21 0,0-1 0,-1 1 0,1 0 0,-1-1 0,1 1 0,-1 0 0,1-1 0,-1 1 0,0 0 0,1-1 0,-1 1 0,0 0 0,0 0 0,1 0 0,-1-1 0,0 1 0,0 0 0,0 0 0,0 0 0,0-1 0,0 1 0,0 0 0,0 0 0,-1 1 0,1-1 0,-1 0 0,0 0 0,1-1 0,-1 1 0,0 0 0,0-1 0,0 1 0,0 0 0,1-1 0,-1 1 0,0-1 0,0 0 0,0 1 0,0-1 0,0 0 0,-2 1 0,-5 0 0,-1 1 0,1-2 0,-14 0 0,19 0 0,-103-1-1365,93 1-5461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29 24575,'-9'-5'0,"-1"0"0,0 0 0,-16-4 0,22 8 0,0 0 0,1 0 0,-1 0 0,0 1 0,0-1 0,0 1 0,1 0 0,-1 0 0,0 1 0,0-1 0,0 1 0,1 0 0,-6 1 0,7-1 0,0 0 0,1 0 0,-1 0 0,1 0 0,0 0 0,-1 0 0,1 0 0,0 0 0,-1 0 0,1 1 0,0-1 0,0 1 0,0-1 0,0 1 0,1-1 0,-2 4 0,0-2 0,1 1 0,1-1 0,-1 1 0,1-1 0,-1 1 0,1 0 0,0-1 0,0 5 0,1-3 0,0 1 0,0 0 0,0 0 0,1-1 0,0 1 0,0-1 0,0 1 0,1-1 0,-1 0 0,5 6 0,-5-9 0,1 1 0,-1 0 0,1 0 0,0-1 0,0 0 0,0 1 0,0-1 0,1 0 0,-1-1 0,1 1 0,-1-1 0,1 1 0,-1-1 0,1 0 0,0 0 0,-1-1 0,7 1 0,-7-1 0,-1 0 0,0 0 0,0 0 0,0 0 0,0-1 0,0 1 0,0-1 0,1 0 0,-1 0 0,-1 0 0,1 1 0,0-2 0,0 1 0,0 0 0,0 0 0,-1-1 0,1 1 0,-1-1 0,1 1 0,-1-1 0,1 0 0,-1 1 0,0-1 0,0 0 0,0 0 0,0 0 0,0 0 0,0 0 0,-1 0 0,1 0 0,0-4 0,0-2 0,0 0 0,0 1 0,-2-14 0,1 14 0,0 0 0,0 0 0,0 0 0,3-9 0,-3 16 0,0-1 0,0 1 0,0 0 0,0 0 0,0-1 0,0 1 0,0 0 0,0 0 0,0-1 0,0 1 0,0 0 0,1 0 0,-1-1 0,0 1 0,0 0 0,0 0 0,0-1 0,1 1 0,-1 0 0,0 0 0,0 0 0,0-1 0,1 1 0,-1 0 0,0 0 0,0 0 0,1 0 0,-1 0 0,0 0 0,1-1 0,-1 1 0,0 0 0,0 0 0,1 0 0,-1 0 0,1 0 0,8 8 0,8 17 0,-16-23 0,17 27-341,1-1 0,1 0-1,33 34 1,-40-48-6485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33 24575,'-4'-7'0,"6"9"0,9 17 0,5 8 0,2 0 0,43 47 0,-60-73 0,0 1 0,1-1 0,-1 1 0,1-1 0,-1 0 0,1 0 0,0 0 0,-1 0 0,1 0 0,0 0 0,0 0 0,0 0 0,0-1 0,0 1 0,0-1 0,0 1 0,0-1 0,0 0 0,0 0 0,0 0 0,0 0 0,0 0 0,0 0 0,2-1 0,-2 0 0,0 0 0,1 0 0,-1 0 0,0 0 0,0-1 0,0 1 0,0-1 0,0 1 0,0-1 0,-1 0 0,1 1 0,0-1 0,-1 0 0,0 0 0,1-1 0,-1 1 0,0 0 0,0 0 0,1-4 0,3-6 0,-1 0 0,-1-1 0,0 0 0,-1 1 0,0-1 0,-1 0 0,0-21 0,-1 33-44,0 0 0,-1-1 0,1 1 0,0-1 0,-1 1 0,1 0 0,-1-1 0,1 1 0,-1 0 0,1 0 0,-1 0 0,0-1 0,0 1 0,0 0 0,0 0 0,0 0 0,0 0 0,0 0-1,0 0 1,0 1 0,0-1 0,0 0 0,-1 0 0,1 1 0,0-1 0,0 1 0,-1-1 0,1 1 0,0 0 0,-3-1 0,-7 0-6782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59 189 24575,'5'-39'0,"-2"17"0,-1-1 0,-1 0 0,-2-29 0,1 50 0,0 1 0,0-1 0,0 1 0,0 0 0,0-1 0,-1 1 0,1 0 0,-1-1 0,1 1 0,-1 0 0,0-1 0,1 1 0,-1 0 0,0 0 0,0 0 0,0 0 0,0 0 0,0 0 0,0 0 0,0 0 0,0 0 0,0 0 0,-2 0 0,2 0 0,0 1 0,0 0 0,-1 0 0,1 0 0,0 0 0,-1 0 0,1 0 0,0 1 0,0-1 0,-1 0 0,1 1 0,0-1 0,0 1 0,0-1 0,-1 1 0,1-1 0,0 1 0,0 0 0,0 0 0,0-1 0,0 1 0,0 0 0,0 0 0,0 0 0,0 2 0,-2-1 0,1 1 0,0 0 0,0 0 0,0 0 0,0 0 0,1 0 0,-1 0 0,1 1 0,0-1 0,0 1 0,0-1 0,0 1 0,1-1 0,-1 5 0,1-3 0,0 1 0,1 0 0,0 0 0,0 0 0,0 0 0,0 0 0,5 10 0,0-4 0,0-1 0,0 1 0,1-1 0,1-1 0,-1 1 0,2-1 0,10 10 0,-11-13 0,0 0 0,0 0 0,1-1 0,0 0 0,0 0 0,1-1 0,-1-1 0,19 7 0,-18-8 0,0 0 0,-1-1 0,1 0 0,0-1 0,0 0 0,13-1 0,59-8 0,-70 6 0,4 0-1365,-2 1-5461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1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24575,'115'17'0,"-99"-14"0,-1 1 0,1 1 0,0 1 0,-1 0 0,15 9 0,-28-14 0,0 0 0,0 0 0,0 0 0,0 1 0,-1-1 0,1 1 0,0 0 0,-1-1 0,1 1 0,-1 0 0,0 0 0,1 0 0,1 4 0,-3-5 0,0 0 0,1 1 0,-1-1 0,0 0 0,0 0 0,0 0 0,0 0 0,0 0 0,-1 0 0,1 0 0,0 0 0,0 1 0,-1-1 0,1 0 0,-1 0 0,1 0 0,-1 0 0,1 0 0,-1-1 0,1 1 0,-1 0 0,0 0 0,0 0 0,1 0 0,-1-1 0,0 1 0,0 0 0,0-1 0,0 1 0,0 0 0,-1 0 0,-8 4 11,0 0 1,0-1-1,-1 0 0,1 0 0,-20 3 1,-58 6-469,57-10-519,9 0-5850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 41 24575,'24'-29'0,"-16"19"0,-6 9 0,-3 2 0,-94 128 0,78-107 0,2-5 0,-1 0 0,-24 19 0,-2 3 0,21-19 0,5-6 0,2 0 0,-1 2 0,2-1 0,0 2 0,1 0 0,-13 23 0,20-30-341,-1 0 0,0-1-1,-13 17 1,9-15-6485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24575,'-13'82'0,"12"-60"0,1 1 0,1 0 0,5 25 0,16 66 0,-12-69 0,-8-31 0,0 0 0,0 24 0,-2-43 0,0-9 0,0-1 0,1 0 0,1 1 0,4-18 0,-5 28 0,0 1 0,0 0 0,0 0 0,0-1 0,0 1 0,1 0 0,-1 0 0,1 0 0,0 0 0,0 1 0,0-1 0,1 0 0,-1 1 0,1 0 0,-1-1 0,1 1 0,0 0 0,-1 0 0,1 1 0,0-1 0,0 0 0,1 1 0,-1 0 0,0 0 0,6-1 0,-1 1 0,-1 1 0,0 0 0,1 0 0,-1 1 0,1 0 0,-1 0 0,0 1 0,0 0 0,0 0 0,0 1 0,0 0 0,0 0 0,-1 0 0,1 1 0,9 7 0,-12-8 0,0 1 0,0-1 0,0 1 0,-1 0 0,1 0 0,-1 1 0,0-1 0,0 0 0,-1 1 0,3 5 0,-4-6 0,1-1 0,-1 1 0,0 0 0,-1 0 0,1 0 0,-1-1 0,0 1 0,0 0 0,0 0 0,0 0 0,-1 0 0,1 0 0,-1-1 0,-2 8 0,1-8 0,1 1 0,-1-1 0,0 0 0,0 0 0,0 0 0,0 0 0,-1 0 0,1-1 0,-1 1 0,0-1 0,0 1 0,0-1 0,0 0 0,0 0 0,0 0 0,0-1 0,-1 1 0,1-1 0,-5 2 0,-3 0 0,0-1 0,1 0 0,-1 0 0,0-1 0,-14-1 0,1 1 0,11-1 0,0 0 0,-1 0 0,-21-5 0,32 4 0,-1 0 0,0 0 0,1 0 0,-1-1 0,1 1 0,-1-1 0,1 0 0,0 0 0,0 0 0,-1 0 0,2-1 0,-1 1 0,0-1 0,0 0 0,1 0 0,0 0 0,-3-4 0,2 0-136,0 0-1,0 1 1,1-1-1,0 0 1,0 0-1,1-1 1,0 1-1,0 0 0,1-13 1,-1 4-6690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24575,'1'20'0,"1"1"0,0-1 0,2 0 0,0 0 0,8 20 0,41 93 0,-39-106 0,-10-21 0,-1 0 0,0 0 0,0 0 0,0 1 0,-1-1 0,0 0 0,2 9 0,-4-15-27,0 0 1,0 1-1,0-1 0,0 1 0,0-1 1,0 1-1,0-1 0,0 1 0,0-1 1,0 1-1,0-1 0,0 1 0,0-1 0,0 1 1,0-1-1,0 0 0,0 1 0,-1-1 1,1 1-1,0-1 0,0 1 0,-1-1 1,1 0-1,0 1 0,-1-1 0,1 0 0,0 1 1,-1-1-1,1 0 0,0 1 0,-1-1 1,1 0-1,-1 0 0,1 0 0,-1 1 1,1-1-1,0 0 0,-1 0 0,1 0 0,-1 0 1,1 0-1,-1 0 0,1 0 0,-1 0 1,1 0-1,-1 0 0,1 0 0,-1 0 0,1 0 1,-1 0-1,-8-3-6799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31 24575,'-7'-3'0,"0"1"0,0-1 0,1 2 0,-1-1 0,0 1 0,0 0 0,-9 0 0,14 1 0,0 0 0,1 0 0,-1 0 0,0 1 0,1-1 0,-1 0 0,0 1 0,1-1 0,-1 1 0,0 0 0,1-1 0,-1 1 0,1 0 0,0 0 0,-1 0 0,1 0 0,0 0 0,-1 0 0,1 1 0,0-1 0,0 0 0,0 1 0,0-1 0,0 1 0,0-1 0,0 1 0,1-1 0,-1 1 0,1-1 0,-1 1 0,1 0 0,-1 0 0,1-1 0,0 1 0,0 2 0,0 1 0,0-1 0,0 1 0,1 0 0,0 0 0,-1-1 0,2 1 0,-1-1 0,1 1 0,-1-1 0,1 0 0,0 1 0,1-1 0,-1 0 0,1 0 0,0-1 0,0 1 0,0 0 0,0-1 0,0 0 0,1 0 0,0 0 0,7 5 0,-3-3 0,1 0 0,1 0 0,-1 0 0,1-1 0,-1-1 0,1 0 0,0 0 0,0-1 0,15 2 0,-22-4 0,0 0 0,0 0 0,0 0 0,0 0 0,0 0 0,0-1 0,0 0 0,0 1 0,0-1 0,0 0 0,-1-1 0,1 1 0,0 0 0,0-1 0,-1 1 0,1-1 0,-1 0 0,0 0 0,0 0 0,1 0 0,-1 0 0,0-1 0,-1 1 0,1 0 0,0-1 0,-1 0 0,1 1 0,-1-1 0,0 0 0,0 0 0,0 1 0,0-1 0,-1 0 0,1 0 0,-1 0 0,1 0 0,-1 0 0,0 0 0,0 0 0,-1 0 0,1 0 0,-1 0 0,1 0 0,-1 0 0,0 0 0,0 0 0,0 0 0,-3-4 0,0 1 8,0 0-1,0 0 1,0 0-1,-1 1 1,0 0-1,0-1 1,-1 2-1,1-1 1,-1 1-1,0 0 1,0 0-1,-1 0 1,1 1-1,-1 0 1,-7-2-1,5 2-142,0 0 0,0 1 0,0 0 0,-1 1 0,1 0 0,-1 0 0,1 1 0,-1 0 0,1 1 0,-19 3 0,14-1-6691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20 24575,'-21'-6'0,"-31"-5"0,46 10 0,0 0 0,0 1 0,0 0 0,0 0 0,1 0 0,-1 1 0,0 0 0,0 0 0,0 0 0,-7 4 0,10-4 0,1 0 0,0 0 0,0 0 0,0 0 0,0 1 0,0-1 0,0 1 0,0-1 0,0 1 0,1 0 0,-1-1 0,0 1 0,1 0 0,0 0 0,-1 0 0,1 1 0,0-1 0,-1 2 0,2-1 0,-1 0 0,0 0 0,1 0 0,0 0 0,0 1 0,0-1 0,0 0 0,0 0 0,1 0 0,-1 0 0,1 0 0,2 5 0,0-2 0,0 1 0,0-1 0,0 1 0,1-1 0,0 0 0,1 0 0,-1-1 0,1 1 0,0-1 0,1 0 0,6 5 0,-2-4 0,-1-1 0,1-1 0,0 1 0,1-1 0,-1-1 0,0 0 0,1-1 0,0 0 0,-1 0 0,1-1 0,0-1 0,0 0 0,16-1 0,-25 0 7,0 1 0,0 0 0,0-1 0,0 1 0,0-1 1,0 1-1,-1-1 0,1 0 0,0 0 0,0 0 0,-1 0 0,1 0 0,-1 0 0,1 0 0,-1 0 0,3-4 0,-2 3-156,0-1 1,-1 0-1,1 1 1,-1-1-1,0 0 1,0 0-1,0 0 1,0 0-1,0-4 1,1-9-6678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24575,'1'-5'0,"0"2"0,-1 0 0,1 1 0,0-1 0,0 1 0,0-1 0,2-3 0,-3 6 0,0 0 0,1 0 0,-1 0 0,0 0 0,0 0 0,1 0 0,-1 0 0,0 0 0,0 0 0,0 0 0,1 0 0,-1 0 0,0 0 0,0 0 0,1 0 0,-1 0 0,0 1 0,0-1 0,0 0 0,1 0 0,-1 0 0,0 0 0,0 0 0,0 0 0,0 1 0,1-1 0,-1 0 0,0 0 0,0 0 0,0 0 0,0 1 0,0-1 0,0 0 0,0 0 0,1 0 0,-1 1 0,0-1 0,0 0 0,0 0 0,0 1 0,0-1 0,0 0 0,0 0 0,0 1 0,4 11 0,17 75 0,12 39 0,11-9 120,-35-97-491,2 0-1,0-1 1,21 28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0 24575,'-7'2'0,"1"1"0,-1 0 0,1 0 0,0 0 0,0 1 0,0 0 0,0 0 0,0 1 0,1 0 0,-9 10 0,12-13 0,0 0 0,1 0 0,-1 1 0,1-1 0,0 0 0,0 1 0,0-1 0,0 1 0,0-1 0,0 1 0,1 0 0,-1-1 0,1 1 0,0 0 0,0-1 0,0 1 0,0 0 0,0-1 0,1 1 0,-1 0 0,1-1 0,-1 1 0,1 0 0,0-1 0,0 1 0,0-1 0,1 0 0,-1 1 0,0-1 0,1 0 0,2 3 0,1 1 0,0-1 0,1 0 0,0-1 0,-1 1 0,1-1 0,1 0 0,-1-1 0,1 0 0,-1 0 0,1 0 0,0 0 0,7 1 0,14 2 0,46 5 0,-72-10 0,23 1-227,-1 0-1,1-1 1,-1-2-1,1 0 1,32-7-1,-44 5-6598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23 24575,'-37'-7'0,"-54"-7"0,79 13 0,-1 1 0,0 0 0,0 0 0,-24 5 0,34-4 0,0-1 0,0 1 0,1 0 0,-1 0 0,0 0 0,1 0 0,-1 0 0,1 1 0,-1-1 0,1 1 0,0 0 0,-1 0 0,1 0 0,0 0 0,-3 4 0,4-4 0,0 0 0,0 0 0,0 0 0,1-1 0,-1 1 0,1 1 0,-1-1 0,1 0 0,0 0 0,-1 0 0,1 0 0,0 0 0,0 0 0,1 0 0,-1 0 0,0 0 0,1 0 0,-1 0 0,1 0 0,0 0 0,0 0 0,1 2 0,3 5 0,0 0 0,1 0 0,0-1 0,0 0 0,1 0 0,12 11 0,52 37 0,-29-25 0,63 46 0,-102-75 0,0 0 0,-1 0 0,1 1 0,-1-1 0,0 1 0,1-1 0,-1 1 0,-1 0 0,1 0 0,0 0 0,0 0 0,0 3 0,-1-5 0,-1 1 0,0-1 0,0 0 0,1 0 0,-1 0 0,0 1 0,0-1 0,0 0 0,-1 0 0,1 0 0,0 1 0,0-1 0,-1 0 0,1 0 0,0 0 0,-1 0 0,1 0 0,-1 0 0,0 0 0,1 0 0,-1 0 0,0 0 0,1 0 0,-1 0 0,0 0 0,0 0 0,0 0 0,0-1 0,0 1 0,0 0 0,0-1 0,0 1 0,0-1 0,0 1 0,0-1 0,-3 1 0,-4 1 0,-1 0 0,1 0 0,0 0 0,-1-1 0,-14 0 0,-45-5 0,59 4 0,-11-2 0,0-1 0,0 0 0,-20-7 0,36 9-124,1 0 0,0-1 0,0 1 0,0-1 0,0 0 0,0 0-1,0 0 1,1 0 0,-1 0 0,-2-4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24575,'-2'15'0,"-2"8"0,1 2 0,3-3 0,2-3 0,2-4 0,1-3 0,3-3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24575,'0'5'0,"3"4"0,0 3 0,0 0-8191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24575,'5'-3'0,"-1"1"0,1 0 0,-1 1 0,1-1 0,0 1 0,9-2 0,-12 3 0,-1 0 0,1 0 0,-1 0 0,1 0 0,-1 0 0,1 1 0,-1-1 0,1 0 0,-1 1 0,1 0 0,-1-1 0,1 1 0,-1 0 0,1-1 0,-1 1 0,0 0 0,0 0 0,1 0 0,-1 0 0,0 1 0,0-1 0,0 0 0,0 0 0,0 1 0,0 1 0,4 6 0,-1 0 0,-1 1 0,0-1 0,0 1 0,-1 0 0,-1 0 0,2 16 0,-1-9 0,5 25 0,-5-34 0,0 1 0,-1-1 0,0 10 0,-1-11 0,0 1 0,1-1 0,0 0 0,3 11 0,-2-15 0,-1 0 0,1-1 0,-1 1 0,1-1 0,0 0 0,0 0 0,0 1 0,0-1 0,1-1 0,-1 1 0,1 0 0,-1 0 0,1-1 0,-1 0 0,1 1 0,0-1 0,0 0 0,0 0 0,3 0 0,7 2 0,-1 0 0,1-1 0,14 1 0,-22-3-104,-3 0 25,1 1 0,0-1 0,0 0 0,0 0 1,-1 0-1,1 0 0,0 0 0,0-1 0,0 1 1,-1-1-1,1 0 0,0 0 0,-1 0 1,1 0-1,3-2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24575,'46'13'0,"2"-2"0,-1-2 0,81 4 0,-125-13 0,1 0 0,-1 0 0,0 0 0,0 0 0,1-1 0,-1 0 0,0 1 0,0-1 0,0-1 0,0 1 0,0 0 0,0-1 0,0 1 0,0-1 0,0 0 0,-1 0 0,1 0 0,-1 0 0,0-1 0,1 1 0,-1 0 0,0-1 0,0 0 0,-1 1 0,1-1 0,0 0 0,-1 0 0,0 0 0,0 0 0,0 0 0,0-1 0,0 1 0,0 0 0,-1 0 0,0 0 0,0-1 0,0 1 0,0 0 0,0-1 0,0 1 0,-1 0 0,0 0 0,1 0 0,-4-6 0,1 1 0,0 1 0,-1 0 0,0 0 0,-1 0 0,0 1 0,0 0 0,0 0 0,0 0 0,-1 0 0,0 1 0,0 0 0,-1 0 0,1 1 0,-1 0 0,-14-7 0,20 10 0,-1 1 0,1-1 0,-1 1 0,1-1 0,-1 1 0,1 0 0,-1-1 0,1 1 0,-1 0 0,1 0 0,-1 0 0,1 0 0,-1 0 0,0 1 0,1-1 0,-1 0 0,1 1 0,-1-1 0,1 1 0,0 0 0,-1-1 0,1 1 0,0 0 0,-1 0 0,1 0 0,0-1 0,0 2 0,0-1 0,0 0 0,0 0 0,0 0 0,0 0 0,0 1 0,0-1 0,0 0 0,1 1 0,-1-1 0,0 1 0,1-1 0,0 0 0,-1 3 0,-1 2 0,1 1 0,0-1 0,1 1 0,-1-1 0,1 1 0,1-1 0,-1 1 0,3 10 0,0-6 0,0 0 0,1 0 0,1 0 0,-1 0 0,2-1 0,0 1 0,0-2 0,0 1 0,2-1 0,-1 1 0,17 14 0,-12-14 0,-1-1 0,1 0 0,0 0 0,1-2 0,0 1 0,0-2 0,1 0 0,0 0 0,14 3 0,-17-6 24,-1-1 0,0 0 0,1-1 0,17 0 0,-24-1-117,0 0 0,0 0 1,0-1-1,0 0 0,0 0 0,0 0 0,0 0 0,-1 0 1,1-1-1,0 0 0,-1 0 0,1 0 0,-1 0 1,0 0-1,5-5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4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24575,'0'4'0,"1"0"0,0 0 0,1 0 0,-1 0 0,1 0 0,0 0 0,0 0 0,0-1 0,3 6 0,5 7 0,53 94 0,3 4 0,-7-11 127,-3-6-1619,-52-89-5334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1 522 24575,'8'0'0,"0"0"0,0-1 0,0 0 0,0 0 0,0-1 0,0 0 0,-1 0 0,1-1 0,-1 0 0,1-1 0,12-7 0,-15 8 0,-1-1 0,0 0 0,0 0 0,0 0 0,0 0 0,0 0 0,-1-1 0,0 0 0,0 0 0,0 0 0,-1 0 0,1 0 0,-1 0 0,-1-1 0,1 1 0,-1-1 0,2-9 0,-1-6 0,-1 1 0,0-1 0,-2 1 0,0-1 0,-2 1 0,0 0 0,-1-1 0,-1 1 0,-1 1 0,-1-1 0,0 1 0,-2 0 0,-16-27 0,9 16 0,9 17 0,0 0 0,-14-18 0,21 31 0,0 0 0,0 0 0,0-1 0,0 1 0,0 0 0,0 0 0,0 0 0,-1-1 0,1 1 0,0 0 0,0 0 0,0 0 0,0 0 0,-1 0 0,1-1 0,0 1 0,0 0 0,0 0 0,-1 0 0,1 0 0,0 0 0,0 0 0,0 0 0,-1 0 0,1 0 0,0 0 0,0 0 0,-1 0 0,1-1 0,0 2 0,0-1 0,0 0 0,-1 0 0,1 0 0,0 0 0,0 0 0,-1 0 0,1 0 0,0 0 0,0 0 0,0 0 0,-1 0 0,1 0 0,0 1 0,-5 12 0,3 17 0,2-30 0,-1 21 0,2-1 0,0 1 0,0-1 0,2 0 0,1 0 0,0 0 0,9 23 0,0-12 0,2 0 0,0-1 0,27 37 0,-37-59 0,1 0 0,1 0 0,-1 0 0,1-1 0,1 0 0,-1-1 0,1 0 0,0 0 0,1 0 0,-1-1 0,1 0 0,0-1 0,0 0 0,1-1 0,-1 1 0,1-2 0,0 1 0,-1-2 0,1 1 0,12-1 0,-10 0 0,-1-2 0,1 1 0,-1-2 0,1 1 0,-1-2 0,13-3 0,-20 4 0,1 1 0,-1-1 0,0-1 0,0 1 0,0-1 0,0 1 0,-1-1 0,1 0 0,-1 0 0,1-1 0,-1 1 0,0-1 0,0 1 0,-1-1 0,1 0 0,-1 0 0,4-9 0,-2 3 0,0 0 0,-1-1 0,0 1 0,-1-1 0,0 0 0,0-14 0,-2 21 0,0-1 0,0 1 0,0 0 0,-1-1 0,0 1 0,0 0 0,0-1 0,0 1 0,-1 0 0,1 0 0,-1 0 0,0 0 0,-1 0 0,1 0 0,0 1 0,-1-1 0,0 1 0,-4-4 0,4 4 0,-1-1 0,-1 0 0,0 0 0,-7-4 0,11 8 0,1-1 0,-1 1 0,1-1 0,-1 1 0,1 0 0,-1-1 0,0 1 0,1 0 0,-1 0 0,0 0 0,1-1 0,-1 1 0,0 0 0,1 0 0,-1 0 0,0 0 0,1 0 0,-1 0 0,0 0 0,1 0 0,-1 0 0,0 1 0,1-1 0,-1 0 0,0 0 0,1 1 0,-1-1 0,0 0 0,1 1 0,-1-1 0,1 0 0,-1 1 0,1-1 0,-1 1 0,1-1 0,-1 1 0,1-1 0,-1 1 0,0 0 0,-2 8 0,-1 0 0,1 0 0,0 0 0,1 1 0,0-1 0,1 0 0,0 1 0,0-1 0,1 1 0,1 10 0,0-17 0,-1-1 0,1 1 0,0-1 0,0 1 0,0-1 0,0 0 0,0 1 0,1-1 0,-1 0 0,1 0 0,-1 0 0,1 0 0,0 0 0,0 0 0,0-1 0,0 1 0,0-1 0,0 1 0,0-1 0,0 0 0,1 1 0,-1-1 0,0 0 0,1-1 0,3 2 0,6 1 0,0 0 0,0-1 0,24 2 0,-26-4 0,1 0 0,0 0 0,0-1 0,-1 0 0,1-1 0,-1 0 0,1-1 0,16-6 0,-22 7 0,-1 0 0,0 0 0,0 0 0,-1 0 0,1-1 0,0 0 0,-1 0 0,1 0 0,-1 0 0,0 0 0,0-1 0,0 1 0,-1-1 0,1 0 0,-1 1 0,0-1 0,0-1 0,0 1 0,-1 0 0,1 0 0,-1-1 0,1-7 0,-2 11 0,0 1 0,0 0 0,0-1 0,0 1 0,0-1 0,0 1 0,0 0 0,0-1 0,0 1 0,0 0 0,0-1 0,0 1 0,0-1 0,0 1 0,1 0 0,-1-1 0,0 1 0,0 0 0,0-1 0,0 1 0,1 0 0,-1-1 0,0 1 0,0 0 0,1 0 0,-1-1 0,0 1 0,1 0 0,-1-1 0,8 10 0,-3-2 0,-2-3 0,1-1 0,0 1 0,0-1 0,0 0 0,0 0 0,0-1 0,0 1 0,1-1 0,-1 0 0,1 0 0,-1-1 0,1 1 0,7 0 0,-5 0 0,1-1 0,-1 0 0,1-1 0,-1 1 0,1-2 0,-1 1 0,0-1 0,10-2 0,-12 1 0,0 1 0,-1-1 0,1-1 0,4-2 0,-7 4 0,0-1 0,1 1 0,-1-1 0,1 1 0,-1 0 0,1 0 0,-1 0 0,1 0 0,0 1 0,0-1 0,-1 1 0,1-1 0,0 1 0,0 0 0,0 0 0,4 1 0,-1 1-105,1 0 0,-1 1 0,0 0 0,0 0 0,0 0 0,-1 1 0,1 0 0,-1 0 0,0 0 0,0 1 0,0-1 0,5 7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7 24575,'-9'-1'0,"-35"-4"0,42 4 0,-1 1 0,0 1 0,1-1 0,-1 0 0,0 1 0,1-1 0,-1 1 0,0 0 0,1 0 0,-1 0 0,1 0 0,0 0 0,-3 2 0,4-2 0,1-1 0,-1 1 0,0-1 0,1 1 0,-1-1 0,1 1 0,0-1 0,-1 1 0,1 0 0,0-1 0,-1 1 0,1 0 0,0-1 0,0 1 0,-1 0 0,1-1 0,0 1 0,0 0 0,0 0 0,0-1 0,0 1 0,0 0 0,0 0 0,0-1 0,0 1 0,0 0 0,1-1 0,-1 1 0,0 0 0,0-1 0,1 1 0,-1 0 0,0-1 0,1 1 0,-1 0 0,1-1 0,-1 1 0,0-1 0,1 1 0,0-1 0,0 1 0,1 2 0,1-1 0,0 1 0,0-1 0,0 0 0,0 0 0,6 3 0,1-1 0,-1-1 0,1 0 0,20 2 0,-19-3 0,0 0 0,17 6 0,-26-7 0,1 0 0,-1 0 0,-1 0 0,1 1 0,0-1 0,0 1 0,0-1 0,-1 1 0,1 0 0,-1 0 0,1-1 0,-1 1 0,0 0 0,0 0 0,0 1 0,0-1 0,0 0 0,0 0 0,-1 0 0,1 1 0,-1-1 0,1 4 0,1 7 0,-2-1 0,0 1 0,-1 13 0,0-10 0,2 4 0,0 1 0,2-1 0,5 25 0,1 4 0,-9-48 0,0 0 0,1 0 0,-1 0 0,0 0 0,0 0 0,0 0 0,0 0 0,0 0 0,-1 0 0,1 0 0,0 0 0,0 0 0,-1 0 0,1 0 0,0 0 0,-1 0 0,1 0 0,-1 0 0,1 0 0,-1-1 0,0 1 0,1 0 0,-1 0 0,0-1 0,0 2 0,-1-1 0,0 0 0,0-1 0,1 1 0,-1 0 0,0-1 0,0 1 0,0-1 0,0 0 0,0 0 0,0 1 0,0-1 0,-2-1 0,-5 0 0,-1 0 0,1-1 0,0 0 0,-12-5 0,4 0-341,0 0 0,0-1-1,-16-11 1,19 9-6485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24575,'0'-1'0,"-1"1"0,1 0 0,-1 0 0,1-1 0,-1 1 0,1 0 0,-1 0 0,0 0 0,1 0 0,-1 0 0,1-1 0,-1 1 0,0 0 0,1 0 0,-1 1 0,1-1 0,-1 0 0,0 0 0,1 0 0,-1 0 0,1 0 0,-1 1 0,1-1 0,-1 0 0,0 1 0,0 0 0,0 0 0,0 0 0,1 0 0,-1-1 0,0 2 0,1-1 0,-1 0 0,0 0 0,1 0 0,-1 0 0,0 2 0,0 3 0,0 1 0,0-1 0,0 12 0,1 4 0,2 0 0,0 1 0,2-1 0,0 0 0,14 38 0,-2-17 0,40 74 0,16 6 0,-70-117 0,-4-6 0,-12-9 0,-16-18 0,-3-6 0,-36-49 0,68 81 0,0 0 0,0 0 0,1 0 0,-1-1 0,0 1 0,0 0 0,1-1 0,-1 1 0,1 0 0,-1-1 0,1 1 0,0-1 0,-1 1 0,1-1 0,0-2 0,0 3 0,1 0 0,-1 1 0,1-1 0,-1 0 0,1 0 0,-1 1 0,1-1 0,-1 0 0,1 1 0,-1-1 0,1 1 0,0-1 0,-1 0 0,1 1 0,0 0 0,0-1 0,-1 1 0,1-1 0,0 1 0,0 0 0,0-1 0,0 1 0,-1 0 0,1 0 0,0 0 0,0 0 0,0 0 0,1 0 0,14-1 0,1 1 0,-1 1 0,1 0 0,-1 1 0,30 8 0,-22-4 0,39 3 0,-58-9 0,1 1 0,0-2 0,0 1 0,-1 0 0,1-1 0,0 0 0,-1 0 0,1-1 0,-1 0 0,0 0 0,1 0 0,-1 0 0,0-1 0,0 0 0,0 0 0,-1 0 0,1-1 0,-1 0 0,0 1 0,0-2 0,0 1 0,0 0 0,-1-1 0,0 1 0,0-1 0,0 0 0,0 0 0,-1 0 0,0-1 0,0 1 0,2-11 0,-2 4 0,-1-1 0,0 0 0,-1 1 0,-1-1 0,0 1 0,0-1 0,-1 1 0,-1 0 0,-5-14 0,0 4 0,-1 0 0,-1 1 0,-1 1 0,-14-21 0,25 40 0,-1 0 0,0-1 0,0 1 0,0 0 0,0 0 0,0 0 0,0 0 0,-1 0 0,1 0 0,0 0 0,0 0 0,-1 0 0,-1-1 0,2 2 0,1 0 0,0 0 0,0 0 0,-1 0 0,1 0 0,0 0 0,0 0 0,-1 0 0,1 0 0,0 0 0,0 0 0,0 0 0,-1 0 0,1 1 0,0-1 0,0 0 0,-1 0 0,1 0 0,0 0 0,0 0 0,0 0 0,0 1 0,-1-1 0,1 0 0,0 0 0,0 0 0,0 1 0,0-1 0,0 0 0,-1 0 0,1 1 0,-1 13 0,8 35 0,3-1 0,24 73 0,-21-80 0,2-2 0,28 53 0,-39-84 0,1 0 0,0 0 0,0-1 0,1 0 0,0 0 0,8 8 0,-10-12 0,-1 0 0,1 0 0,0-1 0,-1 0 0,1 0 0,0 0 0,1 0 0,-1-1 0,0 1 0,0-1 0,1 0 0,-1 0 0,0-1 0,8 1 0,-3-1 0,-1-1 0,0 0 0,0 0 0,1-1 0,-1 0 0,14-5 0,-1-3 0,23-13 0,-39 20 0,-1 1 6,1 0-1,-1 1 1,0-1-1,1 1 0,-1 0 1,1 0-1,-1 1 1,1-1-1,0 1 1,-1 0-1,1 0 1,0 1-1,-1-1 0,1 1 1,-1 0-1,1 0 1,-1 1-1,1-1 1,-1 1-1,0 0 1,4 2-1,-4-2-62,-1 0 0,0 0 0,1 0 0,-1 1-1,0-1 1,-1 1 0,1 0 0,0 0 0,-1 0 0,1 0 0,-1 0 0,0 0-1,0 1 1,0-1 0,-1 1 0,1-1 0,-1 1 0,0 0 0,0-1 0,0 1 0,0 0-1,-1 0 1,1 0 0,-1 0 0,0 4 0,-3 5-6769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8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44 24575,'4'7'0,"5"6"0,-1 2 0,0-1 0,-1 1 0,-1 0 0,7 21 0,-13-35 0,0 0 0,1 0 0,-1 1 0,0-1 0,0 0 0,0 1 0,0-1 0,0 0 0,0 0 0,0 1 0,0-1 0,0 0 0,-1 0 0,1 1 0,0-1 0,-1 0 0,1 0 0,-1 0 0,0 1 0,-1 0 0,2-1 0,-1 0 0,0 0 0,-1-1 0,1 1 0,0-1 0,0 1 0,0-1 0,0 1 0,0-1 0,0 0 0,-1 0 0,1 1 0,0-1 0,0 0 0,-1 0 0,1 0 0,-2 0 0,-4-2 0,0 1 0,0-1 0,0 0 0,0 0 0,-11-6 0,9 5 0,-3-3 0,1 0 0,-15-9 0,23 13 0,0 0 0,1 0 0,-1 0 0,1 0 0,-1 0 0,1-1 0,0 1 0,0-1 0,0 0 0,1 0 0,-1 1 0,0-1 0,1 0 0,-2-5 0,3 7 0,0-1 0,-1 1 0,1 0 0,0 0 0,0-1 0,0 1 0,0 0 0,0 0 0,0 0 0,1-1 0,-1 1 0,0 0 0,1 0 0,-1 0 0,1-1 0,-1 1 0,1 0 0,-1 0 0,2-2 0,0 1 0,0 1 0,0-1 0,-1 0 0,1 1 0,0-1 0,1 1 0,-1 0 0,0 0 0,4-2 0,4 0 0,1 0 0,-1 0 0,18-1 0,-22 3 0,52-3 0,-22 3 0,-35 1 0,0 0 0,1 0 0,-1 0 0,0-1 0,0 1 0,0 0 0,0-1 0,1 1 0,-1 0 0,0-1 0,2-1 0,-3 2 0,0 0 0,0 0 0,1 0 0,-1-1 0,0 1 0,0 0 0,0 0 0,0-1 0,0 1 0,1 0 0,-1 0 0,0-1 0,0 1 0,0 0 0,0 0 0,0-1 0,0 1 0,0 0 0,0 0 0,0-1 0,0 1 0,0 0 0,0 0 0,0-1 0,0 1 0,0 0 0,0-1 0,-1 1 0,1 0 0,0 0 0,0-1 0,-1 0 0,-1-1 0,1 0 0,0 1 0,-1 0 0,0-1 0,1 1 0,-1 0 0,0 0 0,1 0 0,-1 0 0,0 0 0,-2-1 0,-34-8-1365,20 7-5461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214 126 24575,'-10'-9'0,"-13"-13"0,0 2 0,-2 0 0,-35-21 0,56 39 0,1 0 0,-1 0 0,1 1 0,-1-1 0,0 1 0,1 0 0,-1 0 0,0 0 0,-5 0 0,8 1 0,0 0 0,-1 0 0,1 1 0,0-1 0,0 0 0,0 1 0,0-1 0,-1 0 0,1 1 0,0-1 0,0 1 0,0 0 0,0-1 0,0 1 0,0 0 0,1 0 0,-1 0 0,0-1 0,0 1 0,0 0 0,1 0 0,-1 0 0,0 0 0,1 0 0,-1 0 0,1 1 0,0-1 0,-1 0 0,1 0 0,0 0 0,-1 0 0,1 3 0,-2 8 0,1 0 0,1 0 0,0 1 0,0-1 0,1 0 0,5 20 0,2 3 0,13 34 0,-4-24 0,2 0 0,2-2 0,29 45 0,90 115 0,-132-192 0,1 1 0,1 1 0,15 14 0,-22-25 0,-1 1 0,1-1 0,0 1 0,0-1 0,0 0 0,0 0 0,1-1 0,-1 1 0,0-1 0,1 1 0,-1-1 0,1 0 0,0 0 0,-1-1 0,6 1 0,-8-1 0,-1 0 0,1 0 0,0 0 0,0 0 0,-1 0 0,1 0 0,0 0 0,0 0 0,-1 0 0,1-1 0,0 1 0,0 0 0,-1-1 0,1 1 0,0 0 0,-1-1 0,1 1 0,-1-1 0,1 1 0,0-1 0,-1 1 0,1-1 0,-1 1 0,1-1 0,-1 0 0,1-1 0,-1 1 0,1 0 0,-1 0 0,0-1 0,0 1 0,0 0 0,0 0 0,0-1 0,0 1 0,0 0 0,0-1 0,0 1 0,-1-2 0,-2-4 0,1 0 0,-1 1 0,0-1 0,-5-6 0,-17-22 0,-1 0 0,-2 2 0,-1 1 0,-41-35 0,64 62 0,1 0 0,-1 1 0,0-1 0,0 1 0,0 0 0,-8-3 0,12 6 0,-1 1 0,0-1 0,1 0 0,-1 1 0,0-1 0,0 1 0,0 0 0,1 0 0,-1 0 0,0 0 0,0 0 0,0 1 0,1-1 0,-1 1 0,0 0 0,0 0 0,1 0 0,-4 2 0,-14 7-89,2-1-549,-29 11 0,32-15-6188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273 152 24575,'-1'0'0,"-45"-38"0,-95-60 0,137 95 0,0 1 0,0 0 0,0 0 0,-1 1 0,1-1 0,-1 1 0,-7-2 0,10 3 0,1 0 0,-1 0 0,1 0 0,0 0 0,-1 0 0,1 1 0,0-1 0,-1 0 0,1 1 0,0-1 0,0 1 0,-1-1 0,1 1 0,0-1 0,0 1 0,0 0 0,0 0 0,0 0 0,0 0 0,0-1 0,0 1 0,0 0 0,0 1 0,0-1 0,1 0 0,-1 0 0,0 0 0,1 0 0,-1 1 0,0 0 0,-1 6 0,0-1 0,0 1 0,1 0 0,0 0 0,0 0 0,1-1 0,0 1 0,1 0 0,1 9 0,3 12 0,9 29 0,-1-10 0,3-2 0,2 0 0,2-1 0,38 64 0,-38-76 0,2-2 0,1 0 0,1-2 0,1 0 0,2-2 0,42 33 0,-58-51-455,1-1 0,15 8 0,-14-9-6371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44 24575,'-28'-7'0,"-11"-3"0,-2 0 0,4 2 0,5 3 0,6 2 0,7 3 0,5 3 0,2 0 0,0 2 0,0 1 0,2-1-8191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24575,'5'10'0,"4"6"0,3 3 0,2 0 0,-1 0 0,0-4 0,-1-1 0,-1-1 0,-1-3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24575,'-2'0'0,"-2"2"0,1 7 0,1 3 0,0 5 0,1 3 0,0 2 0,1 2 0,2 1 0,2-5-8191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180 468 24575,'4'-24'0,"-1"-1"0,-2 0 0,0 0 0,-2 1 0,0-1 0,-2 0 0,-8-38 0,6 44 0,-1 0 0,-1 1 0,0-1 0,-1 1 0,-1 1 0,-1-1 0,0 1 0,-1 1 0,-27-29 0,36 42 0,-1 0 0,0 0 0,0 1 0,0 0 0,0-1 0,0 1 0,0 0 0,-7-2 0,10 4 0,-1-1 0,0 1 0,1 0 0,-1 0 0,0 0 0,0 0 0,1 0 0,-1 0 0,0 0 0,1 0 0,-1 0 0,0 0 0,1 0 0,-1 1 0,0-1 0,0 0 0,1 0 0,-1 1 0,1-1 0,-2 1 0,1 0 0,0 0 0,0 0 0,0 0 0,1 0 0,-1 1 0,0-1 0,0 0 0,1 1 0,-1-1 0,1 0 0,-1 1 0,1-1 0,0 0 0,-1 2 0,-1 9 0,1 0 0,1 0 0,0 0 0,0 0 0,1 0 0,1 0 0,0 0 0,4 15 0,37 92 0,-39-107 0,11 22 0,1 0 0,2-1 0,23 34 0,-28-48 0,1-1 0,1-1 0,0-1 0,1 0 0,1 0 0,26 17 0,-40-31 14,0 1-1,1-1 0,-1 0 0,1-1 1,0 1-1,-1-1 0,1 1 1,5 0-1,-8-2-51,0 0 0,0 0 0,0 0 0,0 0 0,0 0 0,0 0-1,0-1 1,0 1 0,0 0 0,-1 0 0,1-1 0,0 1 0,0 0 0,0-1 0,0 1 0,0-1 0,-1 1 0,1-1 0,0 0-1,0 1 1,-1-1 0,1 0 0,0 0 0,-1 1 0,1-1 0,-1 0 0,1 0 0,-1 0 0,0 1 0,1-1 0,-1 0 0,0 0-1,1 0 1,-1 0 0,0 0 0,0 0 0,0 0 0,0-1 0,2-10-6788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24575,'19'80'0,"3"-2"0,44 105 0,10-7 0,-62-150-1365,-9-16-5461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1 197 24575,'14'9'0,"10"6"0,0-1 0,1-2 0,38 15 0,-55-25 0,0 1 0,0-1 0,0-1 0,0 0 0,0 0 0,0 0 0,0-1 0,1 0 0,-1-1 0,0 0 0,0 0 0,0-1 0,0 0 0,0 0 0,0-1 0,10-5 0,-13 6 0,-1-1 0,1 0 0,-1 0 0,0 0 0,0 0 0,0 0 0,0-1 0,0 0 0,-1 0 0,0 0 0,4-5 0,-6 6 0,1 0 0,-1 0 0,1-1 0,-1 1 0,0-1 0,0 1 0,-1 0 0,1-1 0,-1 1 0,0-1 0,0 0 0,0 1 0,0-1 0,0 1 0,-1-1 0,0 1 0,-1-6 0,0 5 0,1 1 0,-1 0 0,1 0 0,-1 0 0,0 0 0,0 0 0,-1 0 0,1 0 0,-1 0 0,1 1 0,-1 0 0,0-1 0,0 1 0,0 0 0,0 0 0,0 0 0,0 1 0,0-1 0,-1 1 0,1 0 0,-1 0 0,1 0 0,-1 0 0,1 1 0,-5-1 0,5 1 0,0-1 0,0 1 0,0 1 0,0-1 0,1 0 0,-1 1 0,0-1 0,0 1 0,1 0 0,-1 0 0,0 0 0,1 0 0,-1 0 0,1 1 0,0-1 0,-1 1 0,1-1 0,0 1 0,0 0 0,0 0 0,0 0 0,0 0 0,0 0 0,1 1 0,-1-1 0,1 0 0,-1 1 0,1-1 0,0 1 0,0 0 0,0-1 0,-1 6 0,1-2 0,0 1 0,0-1 0,1 1 0,0-1 0,0 1 0,0-1 0,1 0 0,0 1 0,0-1 0,0 1 0,1-1 0,4 9 0,-4-10 0,1 0 0,0-1 0,0 1 0,0-1 0,0 1 0,1-1 0,0 0 0,0-1 0,0 1 0,0-1 0,1 1 0,-1-1 0,1 0 0,0-1 0,5 3 0,9 2 0,0 0 0,0-2 0,28 5 0,61 3 0,-43-7 0,-49-3 0,36 2 0,-47-5 0,0 0 0,-1 0 0,1-1 0,0 1 0,0-1 0,0 0 0,-1-1 0,6-1 0,-7 2 0,-1-1 0,0 1 0,0-1 0,0 0 0,0 0 0,0 0 0,0 0 0,0 0 0,-1 0 0,1 0 0,-1 0 0,1-1 0,-1 1 0,0 0 0,0-1 0,0 1 0,0-1 0,0 0 0,-1 1 0,1-1 0,-1 0 0,0 1 0,0-1 0,0-5 0,0-3 0,-1-1 0,-1 1 0,0 0 0,-4-16 0,-5-8 0,3 10 0,-4-25 0,11 43 0,-1-1 0,2 0 0,-1 0 0,1 1 0,1-1 0,-1 0 0,4-13 0,-3 19 5,0 0-1,0 0 0,0 0 0,0 0 1,0 0-1,0 0 0,1 0 0,-1 0 1,1 1-1,-1-1 0,1 1 1,0-1-1,-1 1 0,1 0 0,0-1 1,0 1-1,0 0 0,0 0 1,0 0-1,1 1 0,-1-1 0,0 0 1,0 1-1,0 0 0,1-1 0,-1 1 1,4 0-1,-1 0-128,0 0 0,0 0 1,0 0-1,0 1 0,0 0 0,0 0 1,0 0-1,-1 0 0,1 1 0,0 0 1,7 4-1,-4 0-6702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24575,'-5'-2'0,"6"6"0,7 10 0,68 74 0,113 140 0,-94-115 0,59 62 0,-151-172 0,6 8 0,0-1 0,1 0 0,1-1 0,14 12 0,-25-21 0,1 0 0,-1 1 0,1-1 0,-1 0 0,1 1 0,-1-1 0,1 0 0,-1 0 0,1 0 0,0 1 0,-1-1 0,1 0 0,-1 0 0,1 0 0,-1 0 0,1 0 0,-1 0 0,1 0 0,0 0 0,-1 0 0,2 0 0,-2-1 0,0 1 0,1 0 0,-1-1 0,0 1 0,0 0 0,1-1 0,-1 1 0,0 0 0,0-1 0,0 1 0,1-1 0,-1 1 0,0 0 0,0-1 0,0 1 0,0-1 0,0 1 0,0-1 0,0 1 0,0 0 0,0-1 0,0-3 0,0 1 0,-1 0 0,0 0 0,1 0 0,-1 0 0,-2-4 0,-4-5-170,0 1-1,-1 0 0,0 1 1,-1-1-1,0 2 0,0-1 1,-18-12-1,10 9-6655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56 24575,'12'-17'0,"-9"12"0,0 0 0,0 1 0,1-1 0,-1 1 0,1 0 0,4-3 0,-7 6 0,-1 1 0,0 0 0,0-1 0,1 1 0,-1 0 0,0-1 0,0 1 0,1 0 0,-1 0 0,0 0 0,1-1 0,-1 1 0,0 0 0,1 0 0,-1 0 0,1 0 0,-1 0 0,0-1 0,1 1 0,-1 0 0,0 0 0,1 0 0,-1 0 0,1 0 0,-1 0 0,0 0 0,1 0 0,-1 1 0,1-1 0,-1 0 0,0 0 0,1 0 0,-1 0 0,0 0 0,1 1 0,0 0 0,-1 0 0,0 0 0,1 0 0,-1 0 0,0 0 0,0 0 0,0 0 0,1 0 0,-1 0 0,0 0 0,-1 0 0,1 2 0,-8 32 0,-80 315 0,60-218 0,22-106 0,-1-1 0,-13 30 0,15-44 0,0 0 0,-1 0 0,-1 0 0,1-1 0,-1 0 0,-1-1 0,-9 10 0,5-10 120,6-7-321,6-2 170,0 0 1,0 0-1,-1 0 1,1 0-1,0 0 1,0 0-1,0 0 0,0 0 1,0 0-1,0 0 1,-1 0-1,1 0 1,0 0-1,0 0 0,0-1 1,0 1-1,0 0 1,0 0-1,0 0 1,0 0-1,0 0 0,0 0 1,-1 0-1,1 0 1,0 0-1,0-1 1,0 1-1,0 0 0,0 0 1,0 0-1,0 0 1,0 0-1,0 0 1,0 0-1,0-1 0,0 1 1,0 0-1,0 0 1,0 0-1,0 0 1,0 0-1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24575,'-3'8'0,"-8"27"0,11-26 0,0 0 0,0-1 0,1 1 0,0 0 0,0-1 0,1 1 0,5 12 0,-2-7 0,0-1 0,1 0 0,14 23 0,-19-35 0,0 1 0,0-1 0,0 0 0,0 1 0,0-1 0,0 0 0,1 0 0,-1 0 0,0 0 0,1 0 0,-1 0 0,0 0 0,1 0 0,-1-1 0,1 1 0,0 0 0,-1-1 0,1 0 0,-1 1 0,4-1 0,-3 0 0,1 0 0,-1 0 0,0-1 0,1 1 0,-1-1 0,1 1 0,-1-1 0,0 0 0,1 0 0,-1 0 0,0-1 0,3-1 0,0 0 0,-1-1 0,0 1 0,0-1 0,0 0 0,0-1 0,-1 1 0,1 0 0,-1-1 0,0 0 0,-1 0 0,5-9 0,-6 8-136,1 0-1,-1 0 1,0-1-1,-1 1 1,0-1-1,0 1 1,0 0-1,-1-1 0,-1-6 1,-2-3-6690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24575,'-7'-7'0,"-3"-1"0,3 2 0,5 1 0,5 5 0,5 2 0,2 3 0,0 1 0,0 1 0,-3 3 0,-5 0 0,-5-3 0,-4 1 0,-4-2 0,-3-1 0,-1-2 0,2-1-8191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18 24575,'-16'-5'0,"0"1"0,0 1 0,0 1 0,0 0 0,-1 1 0,1 1 0,-19 2 0,33-2 0,1 0 0,-1 0 0,1 1 0,-1-1 0,1 1 0,-1-1 0,1 1 0,0 0 0,-1-1 0,1 1 0,0 0 0,0 0 0,-1 0 0,1 0 0,0 0 0,0 0 0,0 0 0,0 0 0,0 1 0,1-1 0,-1 0 0,0 1 0,0-1 0,1 0 0,-1 1 0,1-1 0,-1 1 0,1-1 0,0 1 0,-1 1 0,0 6 0,1 0 0,0 0 0,0 0 0,1 9 0,1-1 0,-1 9 0,2 0 0,2 0 0,10 38 0,33 74 0,9 36 0,-51-144 0,0 1 0,-2 0 0,0 59 0,-2-79 0,3-8 0,12-13 0,-10 5 0,4-1-170,0-1-1,1 2 0,0 0 1,0 0-1,1 1 0,0 0 1,19-2-1,-19 4-6655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24575,'4'2'0,"-1"0"0,1 0 0,-1 1 0,0 0 0,0-1 0,0 1 0,0 0 0,-1 1 0,1-1 0,-1 0 0,3 5 0,2 7 0,9 22 0,-8-18 0,67 212 0,-67-200 0,-4-17 0,-1 0 0,-1 0 0,0 1 0,-1 25 0,-2-106-1365,1 52-5461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24575,'-20'19'0,"-19"20"0,36-35 0,-1 0 0,1 1 0,0-1 0,0 1 0,1 0 0,-1 0 0,-2 7 0,5-10 0,0 0 0,-1-1 0,1 1 0,0 0 0,0 0 0,0-1 0,0 1 0,0 0 0,1 0 0,-1 0 0,1-1 0,-1 1 0,1 0 0,-1-1 0,1 1 0,0 0 0,0-1 0,0 1 0,0-1 0,0 1 0,0-1 0,0 0 0,0 1 0,1-1 0,-1 0 0,0 0 0,1 0 0,-1 0 0,1 0 0,2 1 0,5 3 0,1 0 0,0-1 0,18 5 0,-22-7 0,20 6 0,0-1 0,1-1 0,0-2 0,0 0 0,40-1 0,-62-3 20,0 0 0,0-1 0,0 0 0,0 0 0,7-2 0,-10 2-98,-1 1 0,1-1 0,0 0-1,-1 0 1,1 0 0,-1 0 0,1 0 0,-1 0 0,1 0-1,-1-1 1,0 1 0,0 0 0,1-1 0,-1 1 0,0-1-1,0 1 1,-1-1 0,2-2 0,1-6-6748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24575,'1'-1'0,"8"-11"0,0 0 0,1 1 0,0-1 0,15-10 0,-22 19 0,0 1 0,1 0 0,-1 0 0,0 0 0,1 1 0,0-1 0,-1 1 0,1 0 0,6-2 0,-7 3 0,-1 0 0,0 0 0,1 0 0,-1 0 0,1 0 0,-1 1 0,1-1 0,-1 1 0,0 0 0,1-1 0,-1 1 0,0 0 0,0 0 0,1 1 0,-1-1 0,3 3 0,6 6 0,-1 1 0,0 1 0,0-1 0,-2 1 0,1 1 0,-1 0 0,6 14 0,-4-8 0,8 14 0,-2 1 0,-1 0 0,11 40 0,-18-47 0,-2 0 0,-1 0 0,-1 0 0,1 53 0,-6-68 0,0 1 0,-5 16 0,4-18 0,0-1 0,1 1 0,-1 13 0,2-20 0,0 0 0,1 0 0,0 0 0,-1 0 0,1-1 0,0 1 0,1 0 0,-1-1 0,1 1 0,-1-1 0,1 1 0,0-1 0,3 4 0,7 7 0,-6-8 0,0 1 0,-1-1 0,0 1 0,0 0 0,4 11 0,-8-17 0,-1 0 0,1 0 0,-1 1 0,1-1 0,-1 0 0,0 0 0,0 1 0,0-1 0,1 0 0,-1 1 0,0-1 0,-1 0 0,1 1 0,0-1 0,0 0 0,-1 1 0,1-1 0,0 0 0,-1 0 0,1 1 0,-1-1 0,0 0 0,1 0 0,-1 0 0,0 0 0,0 0 0,0 0 0,0 0 0,0 0 0,0 0 0,0 0 0,0 0 0,0-1 0,0 1 0,0 0 0,0-1 0,-1 1 0,1-1 0,0 1 0,-2-1 0,-6 3 0,0-1 0,-1 0 0,1-1 0,0 0 0,-16 0 0,-14 2 0,20 0-1365,2-1-5461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40 24575,'0'0'0,"0"0"0,0 0 0,0 0 0,0 0 0,0-1 0,-1 1 0,1 0 0,0 0 0,0 0 0,0 0 0,0 0 0,0 0 0,-1-1 0,1 1 0,0 0 0,0 0 0,0 0 0,0 0 0,-1 0 0,1 0 0,0 0 0,0 0 0,0 0 0,0 0 0,-1 0 0,1 0 0,0 0 0,0 0 0,0 0 0,-1 0 0,1 0 0,0 0 0,0 0 0,0 0 0,0 0 0,-1 0 0,1 0 0,0 0 0,0 0 0,0 1 0,0-1 0,-1 0 0,1 0 0,0 0 0,0 0 0,0 0 0,0 0 0,0 1 0,0-1 0,-1 0 0,1 0 0,0 0 0,0 0 0,0 1 0,0-1 0,0 0 0,0 0 0,0 0 0,0 1 0,0-1 0,0 0 0,0 0 0,0 0 0,0 0 0,0 1 0,0-1 0,0 0 0,0 0 0,-12-13 0,10 11 0,0-1 0,-11-11 0,12 14 0,1-1 0,0 1 0,-1 0 0,1-1 0,-1 1 0,1 0 0,-1-1 0,1 1 0,-1 0 0,1 0 0,-1-1 0,1 1 0,-1 0 0,1 0 0,-1 0 0,1 0 0,-1 0 0,1 0 0,-1 0 0,1 0 0,-1 0 0,0 0 0,1 0 0,-1 0 0,1 0 0,-2 1 0,2-1 0,0 0 0,0 0 0,0 0 0,0 0 0,0 0 0,0 0 0,0 0 0,-1 0 0,1 0 0,0 0 0,0 0 0,0 1 0,0-1 0,0 0 0,0 0 0,0 0 0,0 0 0,0 0 0,0 0 0,0 0 0,0 1 0,0-1 0,0 0 0,-1 0 0,1 0 0,0 0 0,0 0 0,0 0 0,0 1 0,0-1 0,0 0 0,0 0 0,1 0 0,-1 0 0,0 0 0,0 0 0,0 1 0,0-1 0,0 0 0,0 0 0,0 0 0,0 0 0,0 0 0,7 5 0,8 0 0,19 0 0,-32-5 0,0 0 0,0 0 0,0 0 0,0-1 0,0 1 0,0 0 0,0-1 0,0 1 0,0-1 0,-1 0 0,1 1 0,0-1 0,0 0 0,2-2 0,-3 3 0,-1 0 0,0-1 0,0 1 0,1 0 0,-1 0 0,0 0 0,0-1 0,1 1 0,-1 0 0,0 0 0,0-1 0,0 1 0,1 0 0,-1 0 0,0-1 0,0 1 0,0 0 0,0-1 0,0 1 0,0 0 0,0-1 0,0 1 0,0 0 0,1-1 0,-1 1 0,-1 0 0,1-1 0,0 1 0,0 0 0,0-1 0,0 1 0,0 0 0,0 0 0,0-1 0,0 1 0,0 0 0,-1-1 0,1 1 0,0 0 0,0 0 0,0-1 0,-1 1 0,1 0 0,0 0 0,0-1 0,-1 1 0,1 0 0,0 0 0,-1-1 0,0 1 0,0-1 0,0 1 0,0-1 0,-1 1 0,1 0 0,0-1 0,0 1 0,0 0 0,0 0 0,0 0 0,0 0 0,-2 0 0,-10 6 0,13-6 0,-1 1 0,1-1 0,-1 1 0,1-1 0,-1 0 0,0 1 0,1-1 0,-1 0 0,1 0 0,-1 1 0,1-1 0,-1 0 0,0 0 0,1 0 0,-1 0 0,0 0 0,1 0 0,-1 0 0,0 0 0,1 0 0,-1 0 0,1 0 0,-1 0 0,0 0 0,1-1 0,-1 1 0,1 0 0,-1 0 0,0-1 0,1 1 0,-1-1 0,-1 2-54,2 4 179,4 6-1294,-3-10 902,3 9-6559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24575,'1'25'0,"0"-1"0,2 1 0,1-1 0,1 0 0,1 0 0,13 34 0,-1-16 0,2-1 0,38 60 0,24 30 0,-80-128-124,0 0 0,0 0 0,-1 0 0,1 1 0,-1-1 0,0 0-1,1 1 1,-1-1 0,-1 1 0,2 5 0,-3 0-6702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24575,'30'0'0,"13"0"0,1 0 0,-4 0 0,-7 0 0,-6-2 0,-5-2 0,-6-1 0,-7-4 0,-6-2 0,-4-1 0,-5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24575,'37'82'0,"31"98"0,10 33-1365,-74-201-5461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6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5 24575,'3'-5'0,"-9"8"0,-10 8 0,15-10 0,-6 3 0,0 0 0,0 1 0,0-2 0,-13 6 0,18-8 0,-1-1 0,0 1 0,0-1 0,0 1 0,0-1 0,0 0 0,0 0 0,0 0 0,0 0 0,0 0 0,1-1 0,-1 1 0,0-1 0,0 0 0,0 0 0,-3-2 0,1 1 0,-5-3 0,0 0 0,0 0 0,-18-4 0,27 9 0,0 0 0,0 0 0,0 0 0,0 0 0,0 0 0,0 0 0,1 0 0,-1 0 0,0 1 0,0-1 0,0 0 0,0 1 0,0-1 0,1 0 0,-1 1 0,0-1 0,0 1 0,0-1 0,1 1 0,-1-1 0,0 1 0,1 0 0,-1-1 0,1 1 0,-1 0 0,1 0 0,-1-1 0,1 1 0,-1 0 0,1 0 0,0 0 0,-1 0 0,1-1 0,0 1 0,0 0 0,-1 0 0,1 0 0,0 1 0,-1 6 0,0 0 0,1 0 0,1 11 0,-1-11 0,1 39 0,3-1 0,2 1 0,1-1 0,15 46 0,-3-26 0,60 241 0,-75-286 0,-2-4 0,1-1 0,1-1 0,1 1 0,10 23 0,-14-37 0,1 1 0,-1-1 0,1 0 0,0 1 0,0-1 0,0 0 0,0 0 0,0 0 0,0 0 0,0-1 0,1 1 0,-1-1 0,1 1 0,-1-1 0,1 0 0,0 0 0,-1 0 0,1 0 0,0 0 0,0-1 0,-1 1 0,1-1 0,0 0 0,0 0 0,0 0 0,0 0 0,4-1 0,1 0 0,-1-1 0,1 0 0,-1 0 0,0-1 0,0 0 0,0 0 0,0-1 0,0 0 0,7-5 0,-12 8-97,-1-1-1,1 1 1,0-1-1,-1 0 1,1 1-1,-1-1 1,0 0-1,0 0 1,1 0-1,-1 0 1,0 0-1,-1 0 0,2-3 1,1-6-6729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24575,'0'-3'0,"1"-11"0,2 10 0,2 8 0,1 7 0,-1 0 0,0 0 0,-1 0 0,0 0 0,0 1 0,2 13 0,1 4 0,82 282 0,-88-309-120,0 1-35,0-1-1,0 1 0,0 0 1,-1-1-1,1 1 0,-1 0 1,0 3-1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24575,'-6'12'0,"0"1"0,-1-2 0,-17 23 0,14-20 0,-14 24 0,23-36 0,-1 0 0,2 0 0,-1 0 0,0 0 0,0 0 0,1 0 0,-1 0 0,1 1 0,-1-1 0,1 0 0,0 0 0,0 0 0,0 0 0,0 1 0,0-1 0,1 0 0,-1 0 0,1 0 0,0 3 0,0-3 0,1 0 0,-1 1 0,1-1 0,-1 0 0,1 0 0,0 0 0,0 0 0,0-1 0,0 1 0,0 0 0,0-1 0,1 0 0,-1 1 0,0-1 0,5 2 0,10 2 0,-1 0 0,1 0 0,0-2 0,28 3 0,-12-4 0,49-3 0,-74 1-136,0-1-1,-1 0 1,1 0-1,-1 0 1,0-1-1,1 0 1,-1-1-1,0 1 0,12-8 1,-10 3-6690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24575,'0'-6'0,"1"0"0,-1 0 0,1 0 0,0 0 0,0 0 0,1 0 0,4-10 0,-6 14 0,1 0 0,0 1 0,0-1 0,0 0 0,1 0 0,-1 1 0,0-1 0,1 1 0,-1-1 0,1 1 0,-1-1 0,1 1 0,0 0 0,-1 0 0,1 0 0,0 0 0,0 0 0,0 0 0,0 1 0,0-1 0,0 0 0,0 1 0,0 0 0,0-1 0,0 1 0,3 0 0,4 1 0,1 1 0,-1 0 0,1 0 0,-1 1 0,1 0 0,-1 1 0,0 0 0,-1 0 0,1 1 0,-1 0 0,0 0 0,0 1 0,0 0 0,-1 1 0,0 0 0,8 9 0,-13-12 0,0 0 0,0 0 0,0 1 0,0-1 0,-1 1 0,1-1 0,-1 1 0,0-1 0,-1 1 0,1-1 0,-1 1 0,0 7 0,-2 7 0,-6 33 0,4-31 0,0 4 0,2-1 0,0 1 0,2 0 0,0-1 0,2 1 0,1 0 0,1-1 0,1 0 0,1 0 0,1 0 0,1-1 0,18 38 0,4-4 0,2-1 0,50 65 0,-80-119 0,0 1 0,-1-1 0,1 1 0,-1 0 0,1-1 0,-1 1 0,0 0 0,0 0 0,0 0 0,0 0 0,0 3 0,-1-5 0,0 0 0,0 0 0,0 0 0,-1 0 0,1 0 0,0 0 0,0 0 0,-1 0 0,1 0 0,-1 0 0,1 0 0,-1 0 0,1 0 0,-1 0 0,0-1 0,1 1 0,-1 0 0,0 0 0,1-1 0,-1 1 0,0 0 0,0-1 0,0 1 0,0-1 0,0 1 0,0-1 0,0 1 0,0-1 0,0 0 0,0 0 0,0 1 0,0-1 0,0 0 0,0 0 0,-1 0 0,-14 2-2,1-2-1,-30-1 0,16 0-1354,16 1-5469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7 24575,'30'-1'0,"1"2"0,-1 2 0,36 7 0,-121-8 0,20-3 0,1 2 0,0 2 0,-39 7 0,-35 12 0,-1-5 0,-146 5 0,232-22 0,11 1 0,0 0 0,0-1 0,-1-1 0,1 0 0,0-1 0,-14-3 0,25 4 0,-1 1 0,0-1 0,1 0 0,-1 0 0,1 0 0,-1 0 0,1 0 0,-1 0 0,1-1 0,0 1 0,-1 0 0,1-1 0,0 1 0,0-1 0,0 1 0,0-1 0,0 0 0,1 1 0,-1-1 0,0 0 0,1 0 0,-1 1 0,1-1 0,0 0 0,0 0 0,-1 0 0,1 0 0,0 1 0,1-1 0,-1 0 0,0 0 0,0 0 0,1 0 0,-1 1 0,1-1 0,0 0 0,-1 1 0,1-1 0,0 0 0,0 1 0,0-1 0,0 1 0,0-1 0,0 1 0,1-1 0,2-1 0,5-6-1365,0 2-5461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389 163 24575,'-72'-41'0,"-92"-45"0,117 70 0,18 7 0,24 7 0,0 0 0,-1 0 0,1 1 0,-1 0 0,1 0 0,-1 0 0,0 1 0,1-1 0,-1 2 0,-8 0 0,13-1 0,1 0 0,0 0 0,-1 0 0,1 0 0,0 0 0,0 0 0,-1 0 0,1 0 0,0 0 0,-1 1 0,1-1 0,0 0 0,0 0 0,-1 0 0,1 0 0,0 1 0,0-1 0,-1 0 0,1 0 0,0 1 0,0-1 0,0 0 0,0 0 0,-1 1 0,1-1 0,0 0 0,0 0 0,0 1 0,0-1 0,0 0 0,0 1 0,0-1 0,0 0 0,0 1 0,0-1 0,0 1 0,8 10 0,15 5 0,6-2 0,0-3 0,53 15 0,-13-5 0,-55-16 0,55 21 0,-59-22 0,-1 1 0,0 0 0,-1 0 0,1 1 0,8 7 0,-17-13 0,1 1 0,0 0 0,0 0 0,0-1 0,0 1 0,-1 0 0,1 0 0,0 0 0,-1 0 0,1 0 0,-1 0 0,1 0 0,-1 0 0,1 0 0,-1 0 0,0 0 0,0 0 0,1 0 0,-1 0 0,0 0 0,0 0 0,0 0 0,0 0 0,0 2 0,-1-2 0,0 1 0,1 0 0,-1-1 0,0 0 0,0 1 0,0-1 0,0 1 0,0-1 0,0 0 0,-1 0 0,1 0 0,0 0 0,-1 0 0,-1 1 0,-5 3 0,-1-1 0,1 1 0,-1-2 0,-13 4 0,-240 51-1365,243-55-5461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6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24575,'14'46'0,"18"45"0,85 142 0,-117-232 0,10 19 0,-9-19 0,-1 0 0,1 0 0,-1 0 0,0-1 0,1 1 0,-1 0 0,0 0 0,0 0 0,0 0 0,0 0 0,0 1 0,0-1 0,0 0 0,0 0 0,0 0 0,0 0 0,-1 0 0,1 0 0,-1 0 2,1-1 0,0 0-1,0 0 1,0 0 0,-1 0-1,1 1 1,0-1 0,0 0-1,-1 0 1,1 0 0,0 0-1,0 0 1,-1 0 0,1 0-1,0 0 1,0 0 0,-1 0-1,1 0 1,0 0-1,0 0 1,-1 0 0,1 0-1,0 0 1,0 0 0,-1 0-1,1 0 1,0 0 0,0 0-1,0 0 1,-1 0 0,1-1-1,0 1 1,-1 0 0,-8-7-616,7 6-194,-6-6-6018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24575,'15'-16'0,"10"-4"0,3 1 0,2 1 0,-1 4 0,-4 4 0,-3 4 0,-3 3 0,-2 2 0,-2 1 0,0 0 0,-6 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24575,'2'3'0,"0"0"0,-1 0 0,1-1 0,0 1 0,0 0 0,0-1 0,1 1 0,-1-1 0,1 1 0,-1-1 0,1 0 0,3 2 0,-4-3 0,1 0 0,-1 0 0,0-1 0,0 1 0,0-1 0,0 1 0,1-1 0,-1 0 0,0 0 0,0 1 0,1-2 0,-1 1 0,0 0 0,0 0 0,1-1 0,-1 1 0,0-1 0,0 0 0,3-1 0,18-9-115,-11 5 176,-1 1 0,0 0 0,14-3 0,-22 7-149,0 1 0,0-1 1,0 1-1,1-1 0,-1 1 0,0 0 0,1 0 0,-1 1 0,0-1 0,0 1 0,0-1 0,1 1 1,-1 0-1,0 0 0,0 0 0,4 3 0,3 3-6738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24575,'5'23'0,"1"9"0,3 3 0,0-3 0,0-4 0,-1-4 0,1-4 0,1-3 0,1-1 0,2-4 0,-2-7 0,-2-6 0,-3-5 0,-5-3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24575,'15'-13'0,"8"-6"0,2 0 0,-1 3 0,-1 4 0,-3 5 0,-2 3 0,-1-1 0,-2 2 0,0 0 0,-5 1 0,-8 1 0,-6 1 0,-4 0 0,-2 0-8191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24575,'30'5'0,"13"1"0,1 1 0,-5-2 0,-5-2 0,-7 0 0,-5-2 0,-4-3 0,-3-1 0,-1-1 0,0 1 0,-3-1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24575,'15'30'0,"0"1"0,27 42 0,-29-53-341,0-1 0,2-1-1,32 33 1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10 24575,'-28'-3'0,"-14"0"0,-2 0 0,1 3 0,6 4 0,3 1 0,3 3 0,2 2 0,3 2 0,1-1 0,3 0 0,4-2-8191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0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24575,'18'0'0,"338"9"0,-72-3 0,-252-7 0,-23 1 0,-1-1 0,1 0 0,-1 0 0,1-1 0,-1-1 0,0 1 0,9-5 0,-13 6 0,0 0 0,0 1 0,0-1 0,1 1 0,-1 0 0,0 0 0,1 0 0,-1 0 0,6 2 0,-5-1 0,-1-1 0,1 1 0,0-1 0,0 0 0,0 0 0,6-2 0,-11 2 0,0 0 0,0 0 0,1 0 0,-1 0 0,0 0 0,1 0 0,-1 0 0,0 0 0,0 0 0,1 0 0,-1 0 0,0-1 0,0 1 0,1 0 0,-1 0 0,0 0 0,0 0 0,1-1 0,-1 1 0,0 0 0,0 0 0,0 0 0,0-1 0,1 1 0,-1 0 0,0 0 0,0-1 0,0 1 0,0 0 0,0 0 0,0-1 0,0 1 0,0 0 0,0-1 0,0 1 0,0 0 0,0-1 0,-7-10 0,-17-5 0,-133-65 0,140 72 0,197 98 0,-24-8 0,-154-80 0,-1 0 0,1-1 0,-1 1 0,0 1 0,0-1 0,1 0 0,-1 0 0,0 0 0,0 1 0,0-1 0,0 0 0,0 1 0,-1-1 0,2 4 0,-2-5 0,0 1 0,0 0 0,0 0 0,0 0 0,0-1 0,0 1 0,0 0 0,0 0 0,-1-1 0,1 1 0,0 0 0,0 0 0,-1-1 0,1 1 0,-1 0 0,1-1 0,-1 1 0,1-1 0,-1 1 0,1 0 0,-1-1 0,1 1 0,-1-1 0,0 1 0,1-1 0,-1 0 0,0 1 0,1-1 0,-1 0 0,0 1 0,0-1 0,1 0 0,-1 0 0,-1 0 0,-13 5 33,0-2 0,0 0 0,-27 1 0,21-2-781,-21 5-1,27-4-6077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24575,'9'35'0,"1"-1"0,28 62 0,-22-68 0,-12-24 0,-1 1 0,0 0 0,-1 0 0,1 0 0,-1 0 0,0 1 0,2 6 0,-4-12-25,0 0 1,0 0-1,0 0 0,0 1 0,0-1 0,0 0 0,0 0 1,0 0-1,0 0 0,0 0 0,0 1 0,0-1 1,0 0-1,0 0 0,0 0 0,0 0 0,0 0 0,0 0 1,0 1-1,0-1 0,0 0 0,0 0 0,0 0 0,0 0 1,-1 0-1,1 0 0,0 0 0,0 1 0,0-1 1,0 0-1,0 0 0,0 0 0,0 0 0,0 0 0,-1 0 1,1 0-1,0 0 0,0 0 0,0 0 0,0 0 0,0 0 1,0 0-1,-1 0 0,1 0 0,0 0 0,0 0 1,0 0-1,0 0 0,0 0 0,-1 0 0,1 0 0,0 0 1,0 0-1,0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96 24575,'-28'-17'0,"-11"-7"0,-2 2 0,4 4 0,5 8 0,6 5 0,5 7 0,3 4 0,3 5 0,0 0 0,2 1 0,1 0 0,2-1 0,2 0 0,-1-2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24575,'-20'2'0,"-9"2"0,-3-1 0,3-1 0,3 0 0,3-1 0,6 0-8191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24575,'7'20'0,"6"11"0,0 4 0,0 0 0,-2-3 0,0-4 0,-2-5 0,0-1 0,1-2 0,1-1 0,2-3 0,-3 0 0,1-3 0,-2-2 0,0-2 0,-1-6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24575,'13'-12'0,"6"-5"0,6 1 0,0 3 0,-1 4 0,-3 3 0,-1 3 0,-3 2 0,-1 1 0,-1 1 0,0-1 0,-1 1 0,1 0 0,-6-1 0,-6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24575,'27'3'0,"12"0"0,2 0 0,-3 0 0,-7-1 0,-5-1 0,-5-1 0,-3 1 0,-2-1 0,-5 0-8191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24575,'7'22'0,"3"11"0,2 2 0,0-3 0,-4-4 0,1-5 0,-2-3 0,0-5 0,0-3 0,0-3 0,0-1 0,-2 1 0,-2-4 0,-1-5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0 109 24575,'18'-18'0,"10"-5"0,4 0 0,0 5 0,-1 6 0,-3 4 0,-2 3 0,-3 4 0,-1 1 0,-2 0 0,-1 1 0,-7 0 0,-8 0 0,-9 0 0,-7-1 0,-3 0 0,0 0-8191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24575,'12'0'0,"5"-2"0,1-2 0,1 1 0,-3 3 0,-2 2 0,-1 0 0,0 0 0,0-1 0,1 0 0,0 0 0,1-1 0,-1 1 0,1-1 0,0-1 0,-3 4 0,0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24575,'5'15'0,"4"10"0,3 4 0,0 1 0,0-2 0,-2-3 0,-1-3 0,0 0 0,-1-2 0,2-1 0,-2-2 0,1-1 0,-1-1 0,-2 0 0,-2-3-8191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22 24575,'-5'-5'0,"-4"-2"0,-3 1 0,-5 3 0,-2 3 0,-2 1 0,-3 0 0,-3 0 0,-3 3 0,-5 0 0,-4 0 0,0-1 0,1-1 0,7-1-8191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6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24575,'0'-1'0,"0"1"0,1-1 0,-1 1 0,0 0 0,1-1 0,-1 1 0,1-1 0,-1 1 0,1 0 0,-1 0 0,1-1 0,-1 1 0,1 0 0,-1 0 0,1-1 0,-1 1 0,1 0 0,0 0 0,-1 0 0,1 0 0,-1 0 0,1 0 0,-1 0 0,1 0 0,0 0 0,-1 0 0,1 0 0,-1 1 0,2-1 0,-1 1 0,0 0 0,0 0 0,0 0 0,0 0 0,0 0 0,-1 0 0,1 0 0,0 0 0,0 0 0,-1 0 0,1 0 0,0 2 0,2 6 0,0 0 0,3 17 0,-6-24 0,12 44 0,1 0 0,28 62 0,-11-30 0,-24-64 0,-1 0 0,-1 0 0,0 0 0,-1 1 0,1 24 0,-3-38 0,-1 0 0,0 0 0,0 0 0,0-1 0,-1 1 0,1 0 0,0 0 0,0 0 0,0 0 0,-1 0 0,1-1 0,0 1 0,-1 0 0,1 0 0,-1 0 0,0 0 0,1 0 0,-1-1 0,1 0 0,0 0 0,-1 0 0,1 0 0,0 1 0,-1-1 0,1 0 0,-1 0 0,1 0 0,0 0 0,-1 0 0,1 0 0,0 0 0,-1 0 0,1 0 0,-1 0 0,1 0 0,0 0 0,-1 0 0,1-1 0,-1 1 0,1 0 0,0 0 0,-1 0 0,-1-2 0,0 1 0,0-1 0,0 1 0,0-1 0,0 0 0,0 0 0,0 0 0,0 0 0,-1-2 0,-11-21-431,2-1 0,-17-45 0,28 70 359,-5-16-6754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7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24575,'5'-4'0,"0"0"0,0 0 0,0 0 0,0 0 0,1 1 0,-1 0 0,1 0 0,0 1 0,0-1 0,0 1 0,10-2 0,3 1 0,0 1 0,28 1 0,-1-1 0,13-3 0,-9 1 0,65 2 0,-108 2 0,0 1 0,0 0 0,0 0 0,0 1 0,0 0 0,0 0 0,-1 0 0,12 6 0,-17-7 0,1 1 0,0-1 0,0 0 0,0 1 0,-1-1 0,1 1 0,0-1 0,-1 1 0,0 0 0,1 0 0,-1 0 0,0 0 0,0 0 0,0 0 0,0 0 0,0 0 0,0 0 0,-1 0 0,1 0 0,-1 1 0,0-1 0,1 0 0,-1 0 0,0 1 0,0-1 0,-1 0 0,1 1 0,0-1 0,-1 0 0,0 3 0,-2 4 0,0 0 0,-1-1 0,1 0 0,-2 0 0,1 0 0,-1 0 0,0 0 0,-1-1 0,0 0 0,0 0 0,0-1 0,-1 0 0,0 0 0,0 0 0,-1-1 0,-15 9 0,8-9 0,0 0 0,-1-1 0,1 0 0,-1-1 0,0-1 0,0 0 0,-30-2 0,41 0 0,-12 0 0,15 2 0,11 1 0,93 21 0,31 9 0,-110-26 0,84 30 0,-95-31 0,0-1 0,-1 2 0,1-1 0,-1 2 0,-1-1 0,15 14 0,-24-20 0,0 0 0,0 0 0,0 0 0,0 0 0,0 0 0,0 0 0,0 0 0,-1 0 0,1 1 0,0-1 0,-1 0 0,1 0 0,-1 1 0,0-1 0,1 0 0,-1 1 0,0-1 0,0 0 0,0 1 0,0-1 0,0 1 0,0-1 0,0 0 0,0 1 0,0-1 0,-1 1 0,1-1 0,0 0 0,-1 0 0,0 1 0,1-1 0,-1 0 0,0 0 0,1 1 0,-1-1 0,0 0 0,0 0 0,0 0 0,-2 1 0,-1 2 0,0-1 0,0 0 0,-1 0 0,1 0 0,-1 0 0,0-1 0,0 0 0,0 0 0,-6 2 0,-11 2 0,-1-2 0,0 0 0,0-1 0,0-1 0,0-1 0,0-2 0,-31-3 0,9-1-682,-48 0-1,76 5-6143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9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24575,'3'21'0,"1"-1"0,1 0 0,9 23 0,9 11 0,-2 2 0,-3 0 0,-3 1 0,13 88 0,-27-136 0,-1-8 0,0 0 0,0 1 0,0-1 0,0 0 0,0 1 0,1-1 0,-1 0 0,1 1 0,-1-1 0,1 2 0,0-3 0,-1 0 0,1 1 0,0-1 0,-1 0 0,1 0 0,-1 0 0,1 0 0,-1 0 0,1 0 0,-1 0 0,1 0 0,-1 0 0,1 0 0,0 0 0,-1 0 0,1 0 0,-1 0 0,1-1 0,-1 1 0,1 0 0,-1 0 0,1-1 0,-1 1 0,1 0 0,-1-1 0,0 1 0,1 0 0,-1-1 0,1 1 0,-1-1 0,1 0 0,8-5 0,0 0 0,1 0 0,0 1 0,0 0 0,1 1 0,-1 0 0,1 1 0,0 0 0,0 0 0,0 1 0,0 1 0,0 0 0,13 0 0,-23 1-33,27-2 190,-26 2-228,-1 0 0,0-1 0,0 1 1,0 0-1,0-1 0,1 1 0,-1 0 0,0-1 0,0 1 0,0-1 0,0 0 0,0 1 0,0-1 0,0 0 0,0 0 1,0 0-1,-1 1 0,1-1 0,0 0 0,1-2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24575,'4'4'0,"-1"1"0,1 0 0,-1 0 0,0 0 0,-1 0 0,1 1 0,1 6 0,7 13 0,-1-6 0,-3-9 0,-2 0 0,1 1 0,-1-1 0,-1 1 0,0 0 0,-1 1 0,0-1 0,3 20 0,1 26 0,-4-39 0,1 24 0,-4-37 0,0-3 0,0 0 0,0-1 0,0 1 0,0 0 0,0 0 0,0 0 0,1 0 0,-1 0 0,1-1 0,-1 1 0,1 0 0,0 0 0,1 2 0,-2-4 0,0 0 0,0 0 0,1 0 0,-1 0 0,0 0 0,0 0 0,0 0 0,1 0 0,-1 0 0,0 0 0,0-1 0,0 1 0,1 0 0,-1 0 0,0 0 0,0 0 0,0 0 0,0 0 0,1 0 0,-1 0 0,0-1 0,0 1 0,0 0 0,0 0 0,0 0 0,0 0 0,1 0 0,-1-1 0,0 1 0,0 0 0,0 0 0,0 0 0,0-1 0,0 1 0,0 0 0,0 0 0,0 0 0,0-1 0,4-9 0,-3 9 0,6-22 0,-4 13 0,1 0 0,0 1 0,0-1 0,0 1 0,8-10 0,-11 16 0,1 1 0,1-1 0,-1 1 0,0 0 0,1 0 0,-1 0 0,1 0 0,-1 0 0,1 0 0,0 1 0,0-1 0,0 1 0,0 0 0,0 0 0,0 0 0,0 0 0,0 1 0,0-1 0,1 1 0,-1 0 0,5 0 0,-4 0 6,1 1 0,-1 0 1,1 0-1,-1 0 0,1 0 0,-1 1 0,0-1 0,1 1 0,-1 0 0,0 1 1,0-1-1,0 1 0,4 4 0,5 5-239,-1 0-1,14 18 1,-15-17-518,-3-3-6075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5 24575,'10'-2'0,"1"1"0,0 0 0,0 1 0,0 0 0,19 3 0,-26-2 0,-1 0 0,0-1 0,1 2 0,-1-1 0,0 0 0,0 1 0,0-1 0,1 1 0,-2 0 0,1 0 0,0 0 0,0 0 0,-1 1 0,1-1 0,-1 1 0,0 0 0,1-1 0,-1 1 0,-1 0 0,1 0 0,2 5 0,1 2 0,0 0 0,1-1 0,0 0 0,1 0 0,0 0 0,10 9 0,-6-6 0,18 25 0,-28-36 0,0 1 0,-1-1 0,1 0 0,0 0 0,-1 1 0,1-1 0,-1 0 0,1 1 0,-1-1 0,1 0 0,-1 1 0,0-1 0,0 1 0,0-1 0,0 0 0,0 1 0,0-1 0,0 1 0,0-1 0,0 1 0,-1 0 0,0 0 0,0-1 0,0 1 0,0-1 0,0 1 0,0-1 0,-1 0 0,1 0 0,0 1 0,-1-1 0,1 0 0,0 0 0,-1 0 0,1-1 0,-4 2 0,-4 2 0,-1-1 0,0 0 0,0-1 0,-15 1 0,24-2 0,-27 2 0,11 0 0,0-1 0,0 0 0,-1-1 0,-29-4 0,34 2 0,0-2 0,1 1 0,-1-2 0,-19-7 0,29 9 0,0 1 0,0 0 0,0-1 0,0 0 0,0 0 0,1 0 0,-1 0 0,1 0 0,-1 0 0,1 0 0,0-1 0,0 0 0,0 1 0,0-1 0,1 0 0,-1 0 0,1 0 0,-1 0 0,1 0 0,0 0 0,0 0 0,0 0 0,0-6 0,1 6 0,1 0 0,-1 0 0,1 0 0,0 0 0,-1 0 0,1 0 0,1 0 0,-1 0 0,0 0 0,1 1 0,-1-1 0,1 0 0,0 1 0,0-1 0,0 1 0,0 0 0,0 0 0,1 0 0,-1 0 0,5-2 0,4-4 0,1 0 0,0 1 0,14-5 0,-14 7-1365,-2 2-5461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24575,'6'6'0,"0"1"0,0-1 0,1 0 0,0 0 0,0 0 0,0-1 0,1 0 0,-1 0 0,1-1 0,11 5 0,-11-7 0,1 1 0,0-1 0,-1 0 0,1-1 0,0 0 0,0-1 0,1 1 0,12-3 0,-18 2 0,1-1 0,-1 0 0,0 0 0,1 0 0,-1 0 0,0-1 0,0 1 0,0-1 0,0 0 0,0-1 0,0 1 0,0-1 0,-1 1 0,0-1 0,1 0 0,-1-1 0,0 1 0,4-5 0,-7 7 0,0 0 0,1 0 0,-1 0 0,1 0 0,-1 0 0,1 0 0,0 1 0,-1-1 0,1 0 0,0 1 0,0-1 0,-1 0 0,1 1 0,0-1 0,0 1 0,0-1 0,0 1 0,0-1 0,0 1 0,0 0 0,0-1 0,1 1 0,0 0 0,0 1 0,-1 0 0,1-1 0,0 1 0,0 0 0,-1 0 0,1-1 0,-1 2 0,1-1 0,-1 0 0,2 1 0,0 1-74,6 4-249,0 0 1,1-1-1,15 8 0,-12-8-6503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24575,'10'15'0,"6"13"0,2 6 0,2 3 0,-1-1 0,-1 0 0,-1 0 0,-1 0 0,2-2 0,-3-1 0,0-4 0,-1-2 0,0-3 0,-3-3 0,0-2 0,0-3 0,1-1 0,-2-2-8191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327 123 24575,'-28'-18'0,"-13"-5"0,-4-2 0,2 4 0,6 5 0,6 6 0,6 3 0,5 5 0,3 1 0,2 2 0,1 2 0,3 4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63 122 24575,'140'236'0,"-121"-202"0,-18-32 0,8 15 0,-9-17 0,0 0 0,0 0 0,0-1 0,-1 1 0,1 0 0,0 0 0,0 0 0,0 0 0,-1 0 0,1 0 0,0-1 0,0 1 0,0 0 0,-1 0 0,1 0 0,0 0 0,0 0 0,0 0 0,-1 0 0,1 0 0,0 0 0,0 0 0,-1 0 0,1 0 0,0 0 0,0 0 0,0 0 0,-1 1 0,1-1 0,0 0 0,0 0 0,0 0 0,-1 0 0,1 0 0,0 0 0,0 0 0,0 1 0,0-1 0,-1 0 0,1 0 0,0 0 0,0 0 0,0 1 0,0-1 0,0 0 0,0 0 0,0 0 0,0 1 0,-1-1 0,1 0 0,0 0 0,0 0 0,0 1 0,0-1 0,0 0 0,0 0 0,0 1 0,0-1 0,0 0 0,0 0 0,0 0 0,0 1 0,1-1 0,-1 0 0,0 0 0,0 0 0,0 1 0,-7-5 0,1 0 0,0-1 0,0 0 0,0 0 0,0 0 0,1-1 0,0 1 0,-5-8 0,-6-5 0,-1-1 0,1 0 0,-21-34 0,29 40 0,1-1 0,0 0 0,1 0 0,1-1 0,-6-20 0,9 24 0,-1-1 0,0 0 0,1 1 0,0-1 0,1 0 0,1-15 0,0 25 0,0 0 0,0-1 0,0 1 0,1 0 0,0-1 0,-1 1 0,1 0 0,0 0 0,0 0 0,0 0 0,0 0 0,0 0 0,1 0 0,-1 0 0,0 0 0,1 0 0,0 1 0,-1-1 0,1 1 0,0-1 0,0 1 0,0-1 0,0 1 0,0 0 0,0 0 0,0 0 0,0 0 0,0 1 0,1-1 0,-1 0 0,0 1 0,1 0 0,2-1 0,3 1 0,0-1 0,0 2 0,0-1 0,0 1 0,0 0 0,0 0 0,0 1 0,-1 0 0,1 1 0,9 4 0,-14-6 0,1 1 0,-1 0 0,0 0 0,1 0 0,-1 0 0,0 0 0,0 1 0,0-1 0,-1 1 0,1 0 0,-1 0 0,1 0 0,-1 0 0,0 0 0,0 1 0,0-1 0,-1 1 0,1-1 0,-1 1 0,0 0 0,0-1 0,0 1 0,0 5 0,-1-7 0,0 0 0,0 0 0,0 0 0,0 0 0,-1 1 0,1-1 0,-1 0 0,1 0 0,-1-1 0,0 1 0,0 0 0,0 0 0,0 0 0,0 0 0,0-1 0,0 1 0,-2 2 0,-1-1 0,1-1 0,0 1 0,0-1 0,-1 1 0,0-1 0,1 0 0,-1 0 0,-5 1 0,-4 1 0,0-1 0,0 0 0,0 0 0,-20 0 0,27-3-114,0 0 1,0 0-1,-1 0 0,1-1 0,0 0 1,0 0-1,0 0 0,0-1 0,0 0 1,0 0-1,-9-5 0,5 1-6712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9 109 24575,'-8'-5'0,"12"4"0,15 6 0,-4 1 0,-1 0 0,1-1 0,1-1 0,-1-1 0,0 0 0,28 1 0,-42-4 0,0 0 0,0 0 0,0 0 0,0 0 0,-1 0 0,1 0 0,0 0 0,0 0 0,0 0 0,0 0 0,0-1 0,0 1 0,0 0 0,-1-1 0,1 1 0,0-1 0,0 1 0,0-1 0,-1 1 0,1-1 0,0 1 0,-1-1 0,1 0 0,0 0 0,-1 1 0,1-1 0,-1 0 0,1 0 0,-1 1 0,0-1 0,1 0 0,-1 0 0,0 0 0,1 0 0,-1 0 0,0 0 0,0 1 0,0-1 0,0 0 0,0 0 0,0 0 0,0 0 0,0 0 0,0 0 0,0 0 0,-1 0 0,1 0 0,0 1 0,0-1 0,-1 0 0,0-1 0,-2-5 0,0 0 0,-1 1 0,0-1 0,-7-10 0,-30-34 0,36 41 0,5 10 0,1 0 0,-1-1 0,0 1 0,0 0 0,0 0 0,0 0 0,0 0 0,0 0 0,1 0 0,-1 0 0,0 0 0,0 0 0,0 0 0,0 0 0,1-1 0,-1 1 0,0 0 0,0 0 0,0 0 0,0 0 0,1 0 0,-1 0 0,0 0 0,0 0 0,0 1 0,0-1 0,1 0 0,-1 0 0,0 0 0,0 0 0,0 0 0,0 0 0,0 0 0,1 0 0,21 12 0,-17-9 0,28 16 0,0 1 0,34 29 0,-64-47-114,0 1 1,0-1-1,1 0 0,-1 0 0,1 0 1,0 0-1,-1-1 0,1 0 0,0 1 1,0-1-1,4 0 0,3 0-6712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24575,'15'27'0,"8"15"0,2 7 0,-1 4 0,1-4 0,-1-1 0,-3-5 0,-2-3 0,-1-5 0,-2-5 0,-1-3 0,-3-4 0,-1 0 0,0-2 0,-2-2 0,0-4 0,-1-2 0,-2-3-8191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357 165 24575,'-18'-28'0,"-8"-8"0,-4 1 0,-1 6 0,4 9 0,0 8 0,1 8 0,-1 5 0,-1 4 0,-3 2 0,-1 2 0,2 0 0,7-2-8191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 24575,'10'5'0,"-1"2"0,0-1 0,0 1 0,0 0 0,-1 1 0,0-1 0,8 13 0,-12-15 0,-1 1 0,1 0 0,-1 0 0,0 0 0,-1 0 0,0 1 0,0-1 0,0 1 0,-1-1 0,1 1 0,-2 0 0,1-1 0,-1 9 0,0-10 0,0 1 0,0-1 0,-1 0 0,0 1 0,0-1 0,0 0 0,-3 7 0,3-10 0,0 0 0,0-1 0,0 1 0,0 0 0,0-1 0,-1 1 0,1-1 0,0 0 0,-1 1 0,1-1 0,-1 0 0,0 0 0,1 0 0,-1 0 0,0 0 0,0-1 0,1 1 0,-1 0 0,0-1 0,0 1 0,0-1 0,0 0 0,-2 1 0,-3-1 0,0 0 0,0-1 0,0 0 0,0 0 0,0 0 0,1-1 0,-1 0 0,0 0 0,-10-5 0,4 0 0,1 1 0,0-2 0,-20-15 0,27 18 0,-1 0 0,1 0 0,1 0 0,-1-1 0,1 1 0,-7-13 0,10 16 0,0 1 0,0-1 0,0 0 0,0 0 0,1 0 0,-1 0 0,1 0 0,-1 0 0,1 0 0,0 0 0,-1 0 0,1 0 0,0 0 0,0 0 0,1 0 0,-1-1 0,0 1 0,1 0 0,-1 0 0,1 0 0,0 1 0,-1-1 0,1 0 0,0 0 0,0 0 0,0 0 0,1 1 0,1-3 0,-1 2 0,1 0 0,-1 1 0,1-1 0,0 1 0,0-1 0,0 1 0,0 0 0,0 0 0,0 0 0,0 1 0,1-1 0,-1 1 0,0 0 0,0-1 0,5 2 0,0-1 0,0 1 0,0 0 0,0 0 0,0 1 0,8 2 0,8 8-1365,-14-7-5461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213 108 24575,'-18'-14'0,"-6"-4"0,0 0 0,-1 2 0,-37-18 0,59 32 0,1 1 0,-1 0 0,0 0 0,0 0 0,0 1 0,0-1 0,0 1 0,0-1 0,-5 1 0,7 0 0,0 1 0,0-1 0,0 0 0,0 1 0,0-1 0,0 0 0,0 1 0,0-1 0,0 1 0,0 0 0,0-1 0,0 1 0,0 0 0,0-1 0,1 1 0,-1 0 0,0 0 0,0 0 0,1 0 0,-1 0 0,1 0 0,-1 0 0,1 0 0,-1 0 0,1 0 0,0 0 0,-1 2 0,0 4 0,0 0 0,0 0 0,1 0 0,0 1 0,0-1 0,1 0 0,-1 0 0,2 0 0,1 8 0,24 65 0,-23-69 0,60 142-360,87 152 0,-138-281 504,1-1 0,1-1 0,1 0 0,24 23 0,-40-45-144,1 1 0,0 0 0,-1 0 0,1-1 0,0 1 0,0 0 0,0-1 0,0 1 0,-1-1 0,1 1 0,0-1 0,0 1 0,2-1 0,-3 0 0,0 0 0,0 0 0,1 0 0,-1 0 0,0 0 0,0 0 0,1 0 0,-1 0 0,0 0 0,0 0 0,1 0 0,-1-1 0,0 1 0,0 0 0,0 0 0,0 0 0,1 0 0,-1 0 0,0-1 0,0 1 0,0 0 0,0 0 0,0 0 0,1-1 0,-1 1 0,0 0 0,0 0 0,0-1 0,0 1 0,0 0 0,0 0 0,0-1 0,0 1 0,0-3 0,0 1 0,0-1 0,0 1 0,0 0 0,0-1 0,-1 1 0,1-1 0,-1 1 0,-1-4 0,-9-16 0,-1 2 0,-1-1 0,-28-33 0,-14-23 0,49 67 0,3 4 0,-1 0 0,0 0 0,0 1 0,-9-11 0,11 15 0,0-1 0,0 1 0,0-1 0,0 1 0,0 0 0,-1 0 0,1 0 0,0 0 0,-1 0 0,1 1 0,0-1 0,-1 1 0,1-1 0,-1 1 0,1 0 0,-1 0 0,-4 0 0,-36 10-1365,30-7-5461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117 578 24575,'5'-3'0,"1"-1"0,-1 1 0,0-1 0,0 0 0,-1 0 0,1 0 0,-1 0 0,0-1 0,0 0 0,0 0 0,-1 0 0,0 0 0,0-1 0,0 1 0,0-1 0,-1 0 0,0 0 0,0 0 0,-1 0 0,0 0 0,0 0 0,0 0 0,-1 0 0,1-1 0,-2 1 0,1 0 0,-2-10 0,-8-30 0,-2 1 0,-26-67 0,-48-80 0,80 181 0,6 10 0,-1 0 0,1-1 0,-1 1 0,0 0 0,0 0 0,1 0 0,-1 0 0,0 0 0,0 0 0,0 0 0,0 0 0,0 0 0,-2-1 0,2 2 0,1 0 0,0 0 0,0 0 0,-1 0 0,1 0 0,0-1 0,0 1 0,0 0 0,-1 1 0,1-1 0,0 0 0,0 0 0,-1 0 0,1 0 0,0 0 0,0 0 0,-1 0 0,1 0 0,0 0 0,0 0 0,0 0 0,-1 1 0,1-1 0,0 0 0,0 0 0,0 0 0,-1 1 0,-3 10 0,-2 19 0,2-1 0,0 45 0,4-60 0,1 0 0,0 0 0,1 0 0,1-1 0,1 1 0,0-1 0,8 21 0,-4-19 0,0 0 0,1-1 0,1 0 0,0-1 0,1 0 0,0-1 0,1 0 0,0 0 0,1-1 0,15 9 0,3 1 0,1-2 0,0-2 0,53 21 0,-79-36 0,0 1 0,1-2 0,-1 1 0,1-1 0,-1 0 0,1 0 0,0-1 0,-1 0 0,1 0 0,0 0 0,-1-1 0,13-3 0,-15 3 0,0 0 0,-1-1 0,0 1 0,1-1 0,-1 0 0,0 0 0,0 0 0,1 0 0,-2 0 0,1-1 0,0 1 0,0-1 0,-1 0 0,0 0 0,1 0 0,-1 0 0,0 0 0,0 0 0,-1-1 0,1 1 0,-1-1 0,0 1 0,0-1 0,1-3 0,-1 0 0,0 0 0,0 0 0,-1-1 0,0 1 0,0 0 0,-1 0 0,0 0 0,0 0 0,-1 0 0,0 0 0,-5-13 0,5 17 0,1-1 0,-1 1 0,0 0 0,1 0 0,-2 0 0,1 1 0,0-1 0,-1 0 0,1 1 0,-1-1 0,1 1 0,-1 0 0,0 0 0,0 0 0,0 0 0,0 1 0,-1-1 0,1 1 0,0 0 0,-1 0 0,1 0 0,-1 0 0,1 1 0,-1-1 0,-6 1 0,8 0 0,1 0 0,-1 0 0,0 1 0,0-1 0,0 1 0,0-1 0,0 1 0,0 0 0,1-1 0,-1 1 0,0 0 0,0 0 0,1 1 0,-1-1 0,1 0 0,-1 0 0,1 1 0,0-1 0,-1 1 0,1-1 0,0 1 0,0 0 0,0-1 0,0 1 0,0 0 0,1 0 0,-1-1 0,-1 4 0,2-2 0,-1-1 0,1 0 0,0 1 0,-1-1 0,1 1 0,0-1 0,0 0 0,1 1 0,-1-1 0,0 1 0,1-1 0,-1 0 0,1 1 0,0-1 0,0 0 0,0 0 0,0 1 0,0-1 0,1 0 0,-1 0 0,1 0 0,-1-1 0,3 3 0,4 3 0,1-1 0,1 0 0,-1-1 0,1 0 0,0 0 0,0-1 0,0-1 0,1 1 0,-1-2 0,1 1 0,0-2 0,17 2 0,-25-3 0,0 0 0,0 0 0,0 0 0,0 0 0,0 0 0,0-1 0,0 1 0,0-1 0,0 0 0,-1 0 0,1 0 0,0 0 0,0-1 0,-1 1 0,1-1 0,-1 0 0,1 1 0,-1-1 0,0 0 0,1 0 0,-1-1 0,0 1 0,-1 0 0,1-1 0,0 1 0,2-6 0,-4 7 0,0 1 0,0-1 0,0 0 0,1 1 0,-1-1 0,0 1 0,0-1 0,1 0 0,-1 1 0,0-1 0,1 1 0,-1-1 0,1 1 0,-1-1 0,0 1 0,1-1 0,-1 1 0,1 0 0,0-1 0,-1 1 0,1 0 0,-1-1 0,1 1 0,-1 0 0,1 0 0,0-1 0,-1 1 0,2 0 0,-1 0 0,1 1 0,-1-1 0,0 1 0,1 0 0,-1 0 0,0-1 0,0 1 0,0 0 0,1 0 0,0 1 0,7 6 0,-4-5 0,-1 0 0,1 0 0,0-1 0,0 1 0,0-1 0,0 0 0,0-1 0,0 1 0,1-1 0,-1 0 0,0 0 0,1-1 0,9 0 0,-6-1 0,-1 0 0,0 0 0,0-1 0,0-1 0,0 1 0,-1-1 0,1 0 0,11-7 0,-7 3-1365,-2 2-5461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10 24575,'-2'-2'0,"-1"1"0,0 0 0,0 0 0,0 0 0,0 0 0,0 0 0,0 1 0,-5-1 0,7 1 0,0 0 0,0 0 0,1 0 0,-1 0 0,0 1 0,0-1 0,1 0 0,-1 0 0,0 1 0,1-1 0,-1 0 0,0 1 0,1-1 0,-1 1 0,0-1 0,1 1 0,-1-1 0,1 1 0,-1-1 0,1 1 0,-1 0 0,1-1 0,0 1 0,-1 0 0,1-1 0,0 1 0,-1 0 0,1-1 0,0 1 0,0 0 0,0 0 0,-1-1 0,1 1 0,0 0 0,0 0 0,0-1 0,0 1 0,0 0 0,1 0 0,-1 0 0,1 7 0,0-1 0,0 0 0,1 0 0,0 1 0,1-1 0,4 9 0,24 42 0,-16-32 0,-1-1 0,-6-12 0,0 1 0,-1-1 0,-1 1 0,7 21 0,-12-32 0,0 0 0,0 1 0,0-1 0,-1 0 0,0 0 0,0 1 0,0-1 0,0 0 0,0 0 0,0 1 0,-1-1 0,0 0 0,0 0 0,0 0 0,0 1 0,0-1 0,0 0 0,-1-1 0,0 1 0,1 0 0,-1 0 0,0-1 0,0 1 0,-1-1 0,1 0 0,-4 3 0,2-2 0,0-1 0,0 1 0,0-1 0,-1-1 0,1 1 0,-1 0 0,1-1 0,-1 0 0,0 0 0,0-1 0,1 1 0,-1-1 0,-9-1 0,4 1 0,0-1 0,0-1 0,-1 0 0,1 0 0,-14-6 0,-13-11-1365,20 9-5461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24575,'168'309'0,"-145"-264"0,15 40 0,-27-57 0,29 51 0,-40-82 0,1 0 0,0-1 0,-1 1 0,0-1 0,0-4 0,-7-36 0,4 30 0,0 0 0,2 0 0,-1-23 0,2 36 0,0 0 0,0 0 0,0 0 0,0 0 0,0 0 0,1 0 0,-1-1 0,0 1 0,1 0 0,-1 0 0,0 0 0,1 0 0,-1 0 0,1 1 0,0-1 0,-1 0 0,1 0 0,0 0 0,-1 0 0,1 0 0,0 1 0,0-1 0,0 0 0,0 1 0,0-1 0,0 1 0,0-1 0,0 1 0,0-1 0,0 1 0,0 0 0,0 0 0,0-1 0,2 1 0,3 0 0,1 0 0,-1 1 0,1 0 0,-1 0 0,8 2 0,19 3 0,-32-6 0,1 0 0,0-1 0,-1 1 0,1 0 0,0-1 0,-1 1 0,1 0 0,-1-1 0,1 0 0,-1 1 0,1-1 0,-1 0 0,1 0 0,-1 0 0,0 0 0,1 0 0,-1 0 0,2-3 0,-1 2 0,0-1 0,-1 0 0,0 1 0,1-1 0,-1 0 0,0 0 0,0 0 0,0 0 0,0-5 0,0-3 0,-1 0 0,0 0 0,0 0 0,-3-17 0,-16-57 0,13 62 0,1 0 0,0-1 0,2 1 0,0-47 0,2 70 0,1 0 0,0-1 0,0 1 0,0-1 0,0 1 0,0-1 0,0 1 0,0-1 0,0 1 0,0-1 0,0 1 0,1 0 0,-1-1 0,0 1 0,0-1 0,0 1 0,0 0 0,1-1 0,-1 1 0,0-1 0,0 1 0,1 0 0,-1-1 0,0 1 0,1 0 0,-1-1 0,0 1 0,1-1 0,0 2 0,0-1 0,-1 0 0,1 1 0,0-1 0,-1 0 0,1 1 0,-1-1 0,1 1 0,-1-1 0,1 1 0,-1-1 0,1 1 0,-1-1 0,1 1 0,-1 1 0,17 30 0,-16-30 0,85 225 0,-30-70 0,-56-155 0,1-1 0,0 1 0,-1 0 0,1-1 0,0 1 0,0-1 0,0 1 0,0-1 0,0 0 0,3 3 0,-4-4 0,1 0 0,-1 0 0,1 1 0,-1-1 0,1 0 0,-1 0 0,1 0 0,-1 0 0,1 0 0,0 0 0,-1 0 0,1 0 0,-1 0 0,1 0 0,-1 0 0,1 0 0,-1 0 0,1-1 0,-1 1 0,1 0 0,-1 0 0,0-1 0,1 1 0,-1 0 0,1 0 0,-1-1 0,1 1 0,-1 0 0,0-1 0,1 1 0,-1-1 0,0 1 0,1 0 0,-1-1 0,0 1 0,0-1 0,0 1 0,1-2 0,13-22 0,-9 14 0,1 1 0,-1 1 0,1-1 0,1 1 0,7-8 0,-12 14 0,0 0 0,0 1 0,0-1 0,1 1 0,-1-1 0,0 1 0,1 0 0,-1 0 0,1 0 0,0 0 0,-1 0 0,1 0 0,0 1 0,-1 0 0,1-1 0,0 1 0,0 0 0,-1 0 0,1 0 0,0 1 0,0-1 0,-1 1 0,6 1 0,4 3-151,1 1-1,-2 0 0,1 0 0,0 1 1,-1 1-1,-1 0 0,1 0 1,10 12-1,-11-9-6674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0,0 0 0,0 0 0,0 0 0,0 0 0,0 0 0,0 0 0,0 0 0,0 0 0,0 0 0,0 0 0,0 0 0,0 0 0,1 0 0,-1 0 0,0 0 0,0 0 0,0 0 0,0 0 0,0 0 0,0 0 0,0 0 0,0 0 0,0 0 0,0 0 0,0 0 0,0 0 0,0 0 0,0 0 0,1 0 0,-1 0 0,0 0 0,0 0 0,0-1 0,0 1 0,0 0 0,0 0 0,0 0 0,0 0 0,0 0 0,0 0 0,0 0 0,0 0 0,0 0 0,0 0 0,0 0 0,0 0 0,0-1 0,6 13 0,8 24 0,-11-29 0,10 21 0,1 0 0,35 50 0,7 13 0,-50-80 0,1 2 0,0 0 0,-1 1 0,0-1 0,-1 1 0,3 16 0,-8-30 0,1 1 0,-1 0 0,0 0 0,0-1 0,0 1 0,0 0 0,0 0 0,0-1 0,0 1 0,0 0 0,0-1 0,0 1 0,0 0 0,-1 0 0,1-1 0,0 1 0,0 0 0,-1-1 0,1 1 0,0 0 0,-1-1 0,1 1 0,-2 0 0,2 0 0,-1-1 0,0 0 0,1 1 0,-1-1 0,0 0 0,0 0 0,0 0 0,1 0 0,-1 0 0,0 0 0,0 0 0,1 0 0,-1 0 0,0 0 0,0 0 0,0-1 0,1 1 0,-2 0 0,-3-2 0,0-1 0,1 1 0,-1-1 0,0 1 0,-4-5 0,-37-36-1365,33 30-5461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10 120 24575,'-2'-3'0,"0"-1"0,1 0 0,0-1 0,0 1 0,0 0 0,0 0 0,1 0 0,-1-1 0,1 1 0,0 0 0,1-8 0,0 9 0,0 1 0,0-1 0,0 1 0,0 0 0,0-1 0,1 1 0,-1 0 0,1 0 0,-1 0 0,1 0 0,0 0 0,0 1 0,0-1 0,0 0 0,0 1 0,0 0 0,0-1 0,0 1 0,1 0 0,-1 0 0,3-1 0,8-2 0,0 0 0,1 0 0,0 1 0,25-2 0,58 4 0,-71 1 0,1 0 0,0 1 0,1 1 0,-1 1 0,45 12 0,-68-14 0,-1 0 0,1 0 0,-1 1 0,0 0 0,0-1 0,1 1 0,-1 0 0,0 0 0,0 1 0,-1-1 0,1 1 0,0-1 0,-1 1 0,0 0 0,1 0 0,2 7 0,-4-8 0,0 0 0,0 1 0,0-1 0,-1 1 0,1-1 0,-1 1 0,0-1 0,0 1 0,0-1 0,0 1 0,0-1 0,-1 1 0,1-1 0,-1 1 0,1-1 0,-1 1 0,0-1 0,0 0 0,0 1 0,0-1 0,-1 0 0,1 0 0,-1 0 0,1 0 0,-4 3 0,-9 9 0,0 0 0,-2-1 0,1-1 0,-29 16 0,-6 5 0,49-32 0,0 0 0,0-1 0,0 1 0,0 0 0,0 0 0,0 0 0,0 0 0,0 0 0,0 0 0,1 0 0,-1 0 0,0 0 0,1 0 0,-1 0 0,0 0 0,1 0 0,0 1 0,-1-1 0,1 0 0,0 0 0,-1 2 0,1-1 0,1-1 0,-1 0 0,1 0 0,-1 1 0,1-1 0,-1 0 0,1 0 0,-1 0 0,1 0 0,0 0 0,0 0 0,0 0 0,0 0 0,0 0 0,-1 0 0,2 0 0,0 1 0,6 3 0,1 0 0,0-1 0,0 0 0,13 5 0,-16-7 0,164 71 0,-168-72 0,0 0 0,-1 0 0,1 0 0,0 0 0,-1 0 0,1 1 0,-1-1 0,1 0 0,-1 1 0,0-1 0,0 1 0,1-1 0,-1 1 0,0-1 0,0 1 0,-1 0 0,1 0 0,0 0 0,0-1 0,-1 1 0,1 0 0,-1 3 0,0-3 0,0 0 0,0 0 0,-1-1 0,1 1 0,-1 0 0,1 0 0,-1-1 0,0 1 0,1 0 0,-1-1 0,0 1 0,0-1 0,0 1 0,0-1 0,-1 0 0,1 1 0,0-1 0,0 0 0,-1 0 0,1 0 0,-1 0 0,1 0 0,-1 0 0,1 0 0,-3 0 0,-11 5 0,-1-1 0,0-1 0,0-1 0,0 0 0,0-1 0,-19 0 0,-68-1-257,79-1-851,7 0-5718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4 24575,'-1'-1'0,"0"1"0,0-1 0,0 1 0,0-1 0,0 1 0,0 0 0,0-1 0,-1 1 0,1 0 0,0 0 0,0 0 0,0 0 0,0 0 0,0 0 0,0 0 0,0 1 0,0-1 0,0 0 0,0 0 0,-1 1 0,1-1 0,0 1 0,0-1 0,1 1 0,-1-1 0,0 1 0,0 0 0,0-1 0,0 1 0,0 0 0,1 0 0,-1 0 0,0 0 0,1-1 0,-1 1 0,1 0 0,-2 2 0,1 0 0,1 0 0,-1 0 0,1 0 0,0 0 0,0 0 0,0 0 0,0 0 0,0 0 0,0 0 0,1 0 0,-1 0 0,1 0 0,1 2 0,9 20 0,1-1 0,1-1 0,0 0 0,28 33 0,-3-2 0,-23-36-1365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0 24575,'-28'0'0,"-14"0"0,-2 0 0,1 0 0,5 0 0,5 0 0,5 0 0,4 0 0,2 3 0,2 0 0,2 0 0,-1 2 0,0 1 0,1 0 0,1 1 0,3-2-8191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24575,'0'0'0,"0"0"0,0 0 0,0 0 0,0 0 0,-1 0 0,1 0 0,0-1 0,0 1 0,0 0 0,0 0 0,0 0 0,0 0 0,0 0 0,0-1 0,0 1 0,0 0 0,0 0 0,0 0 0,0 0 0,0 0 0,0 0 0,0-1 0,0 1 0,0 0 0,1 0 0,-1 0 0,0 0 0,0 0 0,0 0 0,0-1 0,0 1 0,0 0 0,0 0 0,0 0 0,0 0 0,1 0 0,-1 0 0,0 0 0,0 0 0,0 0 0,0 0 0,0-1 0,0 1 0,0 0 0,1 0 0,-1 0 0,0 0 0,0 0 0,0 0 0,6 8 0,8 20 0,-11-21 0,85 187 0,-81-177 0,-1 0 0,-1 0 0,-1 1 0,4 25 0,-5-9 0,-1 48 0,-2-80 0,0 0 0,0 0 0,0 0 0,0 1 0,0-1 0,1 0 0,-1 0 0,1 0 0,-1 1 0,1-1 0,1 2 0,-2-4 0,0 1 0,1-1 0,-1 0 0,0 1 0,1-1 0,-1 0 0,1 1 0,-1-1 0,0 0 0,1 0 0,-1 1 0,1-1 0,-1 0 0,1 0 0,-1 0 0,1 0 0,-1 0 0,0 1 0,1-1 0,0 0 0,16-5 0,21-16 0,-16 9 0,0 0 0,36-12 0,21 1-1365,-70 19-5461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24575,'1'19'0,"2"0"0,0 0 0,1-1 0,1 1 0,0-1 0,15 33 0,48 89 0,-68-139 0,0-1 0,0 0 0,0 1 0,0-1 0,1 0 0,-1 1 0,0-1 0,0 0 0,0 0 0,0 1 0,1-1 0,-1 0 0,0 0 0,0 1 0,1-1 0,-1 0 0,0 0 0,0 0 0,1 0 0,-1 1 0,0-1 0,1 0 0,-1 0 0,0 0 0,0 0 0,1 0 0,-1 0 0,0 0 0,1 0 0,-1 0 0,0 0 0,1 0 0,-1 0 0,0 0 0,1 0 0,-1 0 0,0 0 0,1 0 0,-1 0 0,0 0 0,0-1 0,1 1 0,-1 0 0,0 0 0,0 0 0,1-1 0,-1 1 0,0 0 0,0 0 0,1 0 0,-1-1 0,0 1 0,0 0 0,0 0 0,1-1 0,-1 1 0,11-23 0,-6 15 0,-4 5 0,1 0 0,0 0 0,0 0 0,1 1 0,-1-1 0,1 1 0,-1 0 0,1-1 0,0 1 0,0 1 0,-1-1 0,1 0 0,1 1 0,2-2 0,-1 1 0,1 1 0,-1 0 0,0 0 0,1 0 0,-1 1 0,0-1 0,1 1 0,6 1 0,1 1 0,0 1 0,1 0 0,-2 1 0,1 0 0,0 1 0,15 9 0,-26-13-44,7 3-145,0 1 0,0 0 1,-1 0-1,0 1 0,0 0 1,9 10-1,-9-7-6637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0 24575,'-28'8'0,"-11"2"0,-2-1 0,4-1 0,5-3 0,6-1 0,5-2 0,1-2 0,1 0 0,-1 0 0,0 0 0,2-1 0,0 1 0,2 0 0,2-1-8191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24575,'8'18'0,"4"10"0,4 4 0,1 0 0,0 1 0,0-3 0,-1-2 0,-3 0 0,-1-3 0,-2-3 0,-1-2 0,-2-6-8191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327 135 24575,'-59'-35'0,"26"14"0,0 1 0,-2 2 0,-44-17 0,76 34 0,0 0 0,0 0 0,0 1 0,0-1 0,0 0 0,0 1 0,0 0 0,0 0 0,0 0 0,0 0 0,0 0 0,0 1 0,-1 0 0,1-1 0,-3 2 0,4-1 0,0 1 0,0-1 0,0 1 0,0-1 0,0 1 0,0 0 0,0-1 0,1 1 0,-1 0 0,1 0 0,-1 0 0,1 0 0,0 1 0,-1-1 0,1 0 0,0 0 0,1 1 0,-2 4 0,0 1 0,0 0 0,1 1 0,1-1 0,-1 1 0,1 0 0,0-1 0,1 1 0,0-1 0,1 1 0,0-1 0,0 0 0,4 10 0,5 9 0,2 0 0,18 29 0,-20-36 0,120 180 0,-81-128 0,60 112 0,-102-169-102,9 17 327,-16-30-340,-1 0 1,1 0 0,0 0-1,-1 0 1,1 0-1,-1 0 1,0 1-1,0-1 1,1 0-1,-1 0 1,-1 0-1,1 4 1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31 24575,'-30'-5'0,"-15"-2"0,-3 1 0,3 1 0,6 1 0,4 2 0,6 1 0,6 0 0,3 1 0,3 1 0,5 1 0,7 2 0,3 2 0,6 0 0,4-1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203 167 24575,'-24'0'0,"-53"2"0,67-1 0,0 0 0,-1 1 0,1 0 0,0 1 0,-11 4 0,19-7 0,1 1 0,-1 0 0,0 0 0,0 0 0,1-1 0,-1 2 0,1-1 0,-1 0 0,1 0 0,-1 0 0,1 1 0,0-1 0,0 0 0,0 1 0,-1-1 0,1 1 0,1 0 0,-1-1 0,0 1 0,-1 3 0,2-3 0,0 0 0,0 0 0,0 0 0,0 0 0,1-1 0,-1 1 0,0 0 0,1 0 0,-1 0 0,1-1 0,0 1 0,0 0 0,0-1 0,0 1 0,0-1 0,0 1 0,0-1 0,0 1 0,0-1 0,1 0 0,1 2 0,5 4 0,1-1 0,0 0 0,0 0 0,0-1 0,1 0 0,0-1 0,0 0 0,12 3 0,10 2 0,44 5 0,-73-14 0,14 3 0,23 0 0,-36-3 0,-1 0 0,1 0 0,0 0 0,0-1 0,0 1 0,0-1 0,0 0 0,-1 0 0,1-1 0,0 1 0,-1-1 0,4-2 0,-6 4 0,0-1 0,-1 1 0,1-1 0,0 1 0,-1-1 0,1 0 0,-1 0 0,1 1 0,0-1 0,-1 0 0,0 0 0,1 1 0,-1-1 0,1 0 0,-1 0 0,0 0 0,0 0 0,0 0 0,1 1 0,-1-1 0,0-2 0,0 1 0,-1 0 0,1 1 0,-1-1 0,1 0 0,-1 0 0,0 1 0,1-1 0,-1 0 0,0 1 0,-1-3 0,-3-2 0,0 0 0,-1 0 0,-10-9 0,2 4 0,0 2 0,-1 0 0,0 0 0,-18-7 0,-1 0 0,34 16 0,0 0 0,-1 0 0,1 0 0,0 0 0,0-1 0,0 1 0,-1 0 0,1 0 0,0 0 0,0 0 0,0 0 0,-1 0 0,1 0 0,0 0 0,0 0 0,0-1 0,0 1 0,-1 0 0,1 0 0,0 0 0,0 0 0,0 0 0,0-1 0,0 1 0,0 0 0,-1 0 0,1 0 0,0-1 0,0 1 0,0 0 0,0 0 0,0 0 0,0-1 0,0 1 0,0 0 0,0 0 0,0 0 0,0-1 0,0 1 0,0 0 0,10-3 0,20 2 0,-28 1 0,31 1 0,1 2 0,-1 1 0,0 2 0,0 1 0,-1 2 0,0 1 0,0 1 0,-1 2 0,32 18 0,-54-26 0,0 1 0,1 1 0,-2-1 0,1 1 0,8 10 0,-27-28 0,-14-16 0,-36-52 0,54 71 0,1-1 0,0 0 0,1 0 0,-1 0 0,2-1 0,-1 0 0,1 1 0,1-1 0,0 0 0,0-1 0,1-12 0,1 21 4,0-1 0,0 0 0,0 1 0,1-1 0,-1 0 0,1 1 0,0-1 0,0 1 0,0-1 0,0 1 0,0 0 0,1-1 0,-1 1 0,1 0 0,0 0 0,-1 0 0,1 0 0,0 0 0,0 0 0,0 0 0,0 1 0,0-1 0,1 1 0,-1 0 0,0-1 0,1 1 0,-1 0 0,1 0 0,3 0 0,-1 0-97,-1 0 0,1 0 1,0 0-1,0 1 0,-1 0 0,1 0 0,0 0 0,0 1 1,0 0-1,-1 0 0,1 0 0,0 0 0,-1 1 1,1-1-1,6 5 0,-1 0-6733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24575,'5'7'0,"2"6"0,2 2 0,2 2 0,2 0 0,1-3 0,3-1 0,1 0 0,0-3 0,0 0 0,-1 1 0,-1-2 0,0-2 0,-4-3-8191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24575,'-3'-3'0,"0"2"0,0 4 0,0 6 0,1 4 0,1 0-8191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24575,'62'58'0,"13"12"0,-71-66 0,-1-1 0,1 0 0,0 0 0,0 0 0,0-1 0,0 1 0,0-1 0,1 0 0,-1 0 0,9 1 0,-12-2 0,1-1 0,-1 1 0,1-1 0,-1 0 0,1 0 0,-1 0 0,1 0 0,-1 0 0,1 0 0,-1 0 0,1 0 0,-1-1 0,0 1 0,1-1 0,-1 1 0,1-1 0,-1 1 0,0-1 0,1 0 0,-1 0 0,0 0 0,0 1 0,0-1 0,1 0 0,-1-1 0,0 1 0,0 0 0,-1 0 0,1 0 0,0 0 0,0-1 0,0 1 0,-1 0 0,1-1 0,-1 1 0,1-1 0,-1-1 0,2-27 0,-1 2 0,-1 26 0,0 1 0,1 0 0,-1-1 0,0 1 0,1-1 0,-1 1 0,1-1 0,0 1 0,-1 0 0,1-1 0,0 1 0,0 0 0,1-2 0,-1 2 0,0 1 0,1-1 0,-1 0 0,0 1 0,0-1 0,1 1 0,-1 0 0,0-1 0,1 1 0,-1 0 0,0 0 0,1 0 0,-1 0 0,1 0 0,-1 0 0,0 0 0,1 0 0,-1 0 0,0 1 0,1-1 0,-1 0 0,0 1 0,2 0 0,31 17 0,-30-15 0,52 36 60,-30-20-1485,-13-10-5401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175 237 24575,'47'156'0,"-1"-2"0,-45-143 0,-7-22 0,0 1 0,-95-172 0,77 138 0,-26-61 0,45 91 0,-1-2 0,2 1 0,0 0 0,1-1 0,0 0 0,1 0 0,1 1 0,1-23 0,0 36 0,0 0 0,1 1 0,-1-1 0,0 0 0,1 0 0,-1 0 0,1 0 0,-1 0 0,1 0 0,0 1 0,0-1 0,0 0 0,0 0 0,0 1 0,0-1 0,0 1 0,0-1 0,1 1 0,-1 0 0,1-1 0,-1 1 0,1 0 0,-1 0 0,4-2 0,-3 3 0,1-1 0,0 1 0,-1-1 0,1 1 0,0 0 0,0 0 0,-1 0 0,1 0 0,0 1 0,-1-1 0,1 1 0,0-1 0,-1 1 0,1 0 0,-1 0 0,1 0 0,2 2 0,1 0 0,-1 1 0,1 0 0,-1 0 0,0 0 0,0 1 0,0 0 0,5 7 0,-7-8 0,0 0 0,0 0 0,0 1 0,-1-1 0,1 1 0,-1 0 0,0 0 0,0-1 0,-1 1 0,1 6 0,-1-9 0,-1-1 0,0 1 0,0 0 0,0 0 0,-1-1 0,1 1 0,0 0 0,-1-1 0,1 1 0,-1 0 0,1-1 0,-1 1 0,0-1 0,0 1 0,0-1 0,-2 4 0,1-3 0,-1 1 0,1-1 0,-1 0 0,0 0 0,0 0 0,1 0 0,-2 0 0,-2 1 0,-4 1 0,0-1 0,0 0 0,0 0 0,-18 2 0,1-3-682,-28-1-1,39-1-6143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21 24575,'-6'0'0,"1"1"0,-1-1 0,1 1 0,-10 2 0,14-2 0,-1-1 0,0 1 0,1-1 0,-1 1 0,1 0 0,-1 0 0,1 0 0,-1 0 0,1 0 0,-1 0 0,1 0 0,0 0 0,0 0 0,-1 1 0,1-1 0,0 0 0,0 1 0,-1 2 0,2-4 0,0 0 0,0 1 0,0-1 0,-1 0 0,1 1 0,0-1 0,0 1 0,0-1 0,0 0 0,0 1 0,0-1 0,0 1 0,0-1 0,0 0 0,0 1 0,0-1 0,0 1 0,0-1 0,0 1 0,1-1 0,-1 0 0,0 1 0,0-1 0,0 0 0,1 1 0,-1-1 0,0 0 0,0 1 0,1-1 0,0 1 0,0 0 0,0-1 0,0 0 0,0 1 0,0-1 0,0 0 0,0 1 0,0-1 0,0 0 0,0 0 0,2 0 0,0 0 0,1 0 0,-1-1 0,1 1 0,0-1 0,-1 0 0,4-1 0,-2 0 0,0-1 0,0-1 0,-1 1 0,1-1 0,-1 1 0,5-6 0,-6 5 0,1 0 0,0 1 0,1-1 0,-1 1 0,7-4 0,-9 6 0,0 0 0,0 1 0,0-1 0,0 0 0,0 1 0,0 0 0,0-1 0,0 1 0,0 0 0,0 0 0,0 0 0,0 1 0,0-1 0,0 0 0,0 1 0,0-1 0,0 1 0,3 1 0,10 6 27,-1-1 0,0 2-1,-1 0 1,13 12 0,-9-8-777,27 17 1,-36-26-6077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24575,'5'2'0,"-2"0"0,1 0 0,0 0 0,0 1 0,-1-1 0,1 1 0,-1 0 0,0 0 0,0 0 0,0 0 0,5 6 0,1 6 0,14 24 0,-15-24 0,63 119 0,9 19 0,-18-55-1365,-56-86-5461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59 24575,'-30'-13'0,"-13"-4"0,-3 4 0,2 3 0,10 5-8191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 24575,'-4'-7'0,"4"8"0,9 13 0,7 3 0,0-1 0,1 0 0,1-1 0,0-1 0,40 23 0,-53-35 0,2 2 0,-1-1 0,1 1 0,1-2 0,13 5 0,-20-7 0,1 0 0,-1 0 0,0 0 0,0 1 0,0-1 0,1 0 0,-1-1 0,0 1 0,0 0 0,0 0 0,0 0 0,1-1 0,-1 1 0,0 0 0,0-1 0,0 1 0,0-1 0,0 0 0,0 1 0,0-1 0,0 0 0,0 1 0,0-1 0,0 0 0,-1 0 0,1 0 0,0 0 0,0 0 0,-1 0 0,1 0 0,-1 0 0,1 0 0,-1 0 0,1 0 0,-1 0 0,0 0 0,1-1 0,-1 1 0,0-2 0,1-4 0,-1-1 0,0 1 0,0-1 0,0 1 0,-1-1 0,-4-13 0,1-2 0,4 22 0,0 0 0,-1 0 0,1-1 0,0 1 0,0 0 0,0 0 0,0 0 0,0 0 0,0 0 0,1 0 0,-1 0 0,0 0 0,0 0 0,1 0 0,0-1 0,-1 2 0,0-1 0,1 1 0,-1 0 0,0 0 0,1-1 0,-1 1 0,0 0 0,1 0 0,-1 0 0,0 0 0,1 0 0,-1 0 0,1 0 0,-1 0 0,0-1 0,1 1 0,-1 0 0,0 1 0,1-1 0,-1 0 0,1 0 0,-1 0 0,0 0 0,1 0 0,-1 0 0,0 0 0,1 1 0,4 1 0,0 1 0,0 0 0,0 1 0,5 5 0,-2-3 0,37 31-1365,-31-26-5461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 24575,'13'6'0,"-1"1"0,-1 1 0,1 1 0,-1-1 0,-1 2 0,0-1 0,0 1 0,-1 1 0,0 0 0,0 0 0,12 25 0,-19-34 0,-1 0 0,0 0 0,-1 0 0,1 1 0,0-1 0,-1 0 0,1 1 0,-1-1 0,0 0 0,1 1 0,-1-1 0,0 0 0,-1 1 0,1-1 0,0 0 0,-1 1 0,0 2 0,0-4 0,0 1 0,0 0 0,0-1 0,0 1 0,0 0 0,-1-1 0,1 0 0,-1 1 0,1-1 0,-1 0 0,1 0 0,-1 1 0,0-1 0,1 0 0,-1-1 0,0 1 0,0 0 0,0-1 0,1 1 0,-1-1 0,-3 1 0,-5 0 0,0 0 0,0 0 0,1-1 0,-1-1 0,0 1 0,0-2 0,0 1 0,1-2 0,-13-3 0,5 0 0,0 0 0,1-2 0,-1 0 0,-16-12 0,29 18 0,1-1 0,-1 1 0,1-1 0,0 0 0,0 0 0,0 0 0,0 0 0,1-1 0,-1 1 0,-2-6 0,5 7 0,-1 1 0,0-1 0,1 0 0,-1 1 0,1-1 0,0 0 0,-1 1 0,1-1 0,0 0 0,0 0 0,0 1 0,0-1 0,0 0 0,1 0 0,-1 1 0,0-1 0,1 0 0,-1 1 0,1-1 0,0 0 0,0 1 0,-1-1 0,1 1 0,0-1 0,0 1 0,1 0 0,0-2 0,2-1 6,-1 1 0,1 0 0,0 0 0,0 1 0,0-1 0,0 1 0,1 0 0,-1 0 0,1 0 0,-1 0 0,1 1 0,0 0 0,7-1 0,5 0-228,0 1 0,25 2 0,-22-1-561,-8 1-6043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24575,'-6'5'0,"0"1"0,1 0 0,0 0 0,0 1 0,0-1 0,1 1 0,0 0 0,0 0 0,1 0 0,0 1 0,0-1 0,1 1 0,0 0 0,0 0 0,1 0 0,0 0 0,0 12 0,1 4 0,1-1 0,1 1 0,2 0 0,9 37 0,4-3 0,2-2 0,2 0 0,3-2 0,2 0 0,55 82 0,-74-125-227,1 0-1,0-1 1,1 0-1,0 0 1,13 11-1,-10-12-6598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48 24575,'-18'-10'0,"-8"-3"0,-2 0 0,1 5 0,3 4 0,3 5 0,-1 5 0,2 2 0,1-1 0,5-2-8191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102 545 24575,'14'-2'0,"0"0"0,0-1 0,0-1 0,-1 0 0,1 0 0,17-10 0,-28 13 0,1-1 0,-1 0 0,0 0 0,1-1 0,-1 1 0,-1 0 0,1-1 0,0 0 0,0 0 0,-1 0 0,0 0 0,1 0 0,-1 0 0,0 0 0,-1-1 0,1 1 0,-1-1 0,1 1 0,-1-1 0,0 0 0,0 0 0,-1 1 0,1-1 0,-1 0 0,0 0 0,0 0 0,0 0 0,-1-4 0,-2-9 0,-2 0 0,0 1 0,0-1 0,-10-17 0,-35-63 0,44 86 0,-12-20 0,-1 1 0,-2 0 0,-1 2 0,-49-50 0,70 77 0,1 1 0,-1-1 0,0 0 0,0 0 0,0 0 0,1 1 0,-1-1 0,0 0 0,0 1 0,0-1 0,0 1 0,0-1 0,-1 1 0,1 0 0,0-1 0,0 1 0,0 0 0,0 0 0,0 0 0,-2-1 0,3 2 0,0-1 0,-1 0 0,1 0 0,0 0 0,-1 1 0,1-1 0,0 0 0,0 0 0,-1 1 0,1-1 0,0 0 0,0 1 0,0-1 0,-1 0 0,1 1 0,0-1 0,0 0 0,0 1 0,0-1 0,0 0 0,0 1 0,0-1 0,0 16 0,8 14 0,0-1 0,26 55 0,-18-46 0,-3-10 0,1 1 0,2-2 0,1 0 0,1 0 0,25 27 0,-32-42 0,0-1 0,1 0 0,1-1 0,-1-1 0,2 0 0,22 12 0,-14-11 0,1 0 0,0-2 0,39 11 0,-54-18 0,0 1 0,1-1 0,-1 0 0,0 0 0,0-1 0,1 0 0,-1-1 0,9-2 0,-14 3 0,-1-1 0,1 0 0,0 1 0,-1-1 0,1-1 0,-1 1 0,0 0 0,1-1 0,-1 1 0,0-1 0,0 1 0,0-1 0,0 0 0,0 0 0,0 0 0,-1 0 0,1 0 0,-1-1 0,1 1 0,-1 0 0,0-1 0,0 1 0,0-1 0,0 1 0,0-1 0,-1 0 0,1 1 0,-1-4 0,1-2 0,0-1 0,-1 0 0,0 1 0,-1-1 0,0 1 0,0-1 0,-1 1 0,0-1 0,0 1 0,-1 0 0,0 0 0,0 0 0,-1 0 0,0 1 0,-1-1 0,0 1 0,0 0 0,0 0 0,-1 1 0,-7-7 0,12 12 0,0 0 0,0 0 0,0 1 0,1-1 0,-1 0 0,0 1 0,0-1 0,0 1 0,0-1 0,0 1 0,-1 0 0,1-1 0,0 1 0,0 0 0,-2-1 0,2 2 0,1-1 0,-1 0 0,1 0 0,-1 0 0,0 0 0,1 1 0,-1-1 0,1 0 0,-1 0 0,1 1 0,-1-1 0,0 1 0,1-1 0,-1 0 0,1 1 0,0-1 0,-1 1 0,1-1 0,-1 1 0,1 0 0,-1 1 0,-1 1 0,2-1 0,-1 0 0,0 1 0,0-1 0,1 1 0,-1-1 0,1 1 0,0-1 0,0 1 0,0-1 0,0 4 0,1 0 0,1 1 0,-1-1 0,1 1 0,1-1 0,-1 1 0,1-1 0,0 0 0,0 0 0,1 0 0,0-1 0,0 1 0,7 6 0,-4-4 0,1 0 0,0-1 0,1-1 0,0 1 0,0-1 0,0-1 0,11 5 0,-18-9 0,0 0 0,-1-1 0,1 1 0,-1 0 0,1-1 0,0 0 0,-1 1 0,1-1 0,0 0 0,-1 0 0,1 0 0,0 0 0,0 0 0,-1 0 0,1-1 0,0 1 0,-1 0 0,1-1 0,0 0 0,-1 1 0,2-2 0,-1 1 0,1-1 0,-1 0 0,0 0 0,0 0 0,0 0 0,0 0 0,-1 0 0,1-1 0,0 1 0,-1-1 0,2-3 0,1-4 0,-1 0 0,0 0 0,0-1 0,-1 1 0,1-20 0,-3 23 0,0 6 0,0-1 0,0 0 0,0 1 0,0-1 0,0 0 0,0 1 0,1-1 0,-1 0 0,0 1 0,1-1 0,-1 1 0,2-3 0,-1 5 0,0-1 0,0 0 0,0 1 0,0-1 0,0 1 0,0-1 0,0 1 0,0-1 0,0 1 0,-1-1 0,1 1 0,0 0 0,0 0 0,0 0 0,0 1 0,0-1 0,9 8 0,-1 0 0,1 0 0,11 7 0,-16-13 0,0-1 0,1 1 0,-1-1 0,0 0 0,1 0 0,0 0 0,-1-1 0,1 0 0,8 1 0,-9-2 0,0 1 0,0-1 0,0-1 0,0 1 0,0-1 0,-1 0 0,1 0 0,0 0 0,0-1 0,0 1 0,-1-1 0,1 0 0,-1-1 0,0 1 0,1-1 0,-1 0 0,0 0 0,-1 0 0,1 0 0,0-1 0,3-4 0,6-8 0,-10 11 0,1 0 0,0 1 0,0-1 0,0 1 0,10-7 0,-13 10 0,0 1 0,0-1 0,0 1 0,1-1 0,-1 1 0,0-1 0,1 1 0,-1-1 0,1 1 0,-1 0 0,0 0 0,1 0 0,-1 0 0,0 0 0,1 0 0,-1 0 0,1 1 0,-1-1 0,0 0 0,1 1 0,-1-1 0,0 1 0,0-1 0,1 1 0,-1 0 0,0 0 0,0-1 0,0 1 0,0 0 0,2 1 0,4 6-1365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24575,'-3'21'0,"0"0"0,2 1 0,2 35 0,0-48 0,0 0 0,0 0 0,1 0 0,0 0 0,1 0 0,0 0 0,0 0 0,1-1 0,0 0 0,11 16 0,-10-18 0,1-1 0,0 0 0,0 1 0,0-2 0,1 1 0,0-1 0,-1 0 0,2-1 0,10 5 0,-9-4 0,0-1 0,-1 2 0,0-1 0,0 1 0,0 0 0,12 11 0,-12-7 0,-1-1 0,0 1 0,0 0 0,7 15 0,-12-21 0,0 0 0,0 1 0,-1-1 0,0 1 0,1-1 0,-1 1 0,0-1 0,-1 1 0,1 0 0,-1-1 0,1 1 0,-1 0 0,0 0 0,-1-1 0,1 1 0,-1 0 0,0 4 0,0-7 0,-1 1 0,1 0 0,0-1 0,0 1 0,-1-1 0,1 1 0,-1-1 0,1 0 0,-1 0 0,0 1 0,1-1 0,-1 0 0,0 0 0,0-1 0,0 1 0,0 0 0,0-1 0,0 1 0,0-1 0,0 1 0,0-1 0,0 0 0,-2 0 0,-8 0 0,-1 0 0,-18-2 0,26 2 0,-31-7-1365,21 4-5461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24575,'8'6'0,"-1"0"0,0 0 0,0 1 0,-1-1 0,0 1 0,6 9 0,28 48 0,-37-59 0,58 109 0,54 137 0,-111-235 0,-11-23 0,-13-22 0,2 3 0,-33-36 0,20 27 0,31 34 0,0 1 0,-1 0 0,1-1 0,-1 1 0,1-1 0,0 1 0,-1 0 0,1-1 0,0 1 0,-1-1 0,1 1 0,0-1 0,0 1 0,0-1 0,-1 1 0,1-1 0,0 1 0,0-1 0,0 0 0,0 1 0,0-1 0,0 1 0,0-2 0,1 2 0,-1 0 0,0 0 0,1 0 0,-1-1 0,1 1 0,-1 0 0,1 0 0,-1 0 0,1 0 0,-1 0 0,1 0 0,-1 0 0,1 0 0,-1 0 0,1 0 0,-1 0 0,1 0 0,-1 1 0,1-1 0,27 11 0,0 4 0,48 22 0,-67-33 0,0-1 0,0 0 0,1 0 0,-1-1 0,1 0 0,14 0 0,-20-2 0,0 0 0,0 0 0,0 0 0,0-1 0,0 0 0,0 0 0,0 0 0,0 0 0,0 0 0,0-1 0,0 0 0,-1 0 0,1 0 0,-1 0 0,0 0 0,4-4 0,-3 2 0,-1 0 0,1 0 0,-1 0 0,0-1 0,0 1 0,-1-1 0,0 0 0,1 0 0,-2 0 0,4-10 0,-2-2 0,-1 1 0,0-1 0,-1 0 0,-1 0 0,-1 0 0,-4-29 0,-5 4 0,-1 1 0,-1 0 0,-21-44 0,20 52 0,3 17 0,5 11 0,5 5 0,0 0 0,0 1 0,0-1 0,-1 0 0,1 0 0,0 0 0,0 0 0,0 1 0,0-1 0,0 0 0,-1 0 0,1 0 0,0 1 0,0-1 0,0 0 0,0 0 0,0 1 0,0-1 0,0 0 0,0 0 0,0 1 0,0-1 0,0 0 0,0 0 0,0 1 0,0-1 0,0 0 0,0 0 0,0 0 0,1 1 0,2 22 0,2 0 0,1 0 0,1 0 0,10 22 0,-14-35 0,18 38 0,1-1 0,52 81 0,-67-117 0,1 0 0,0-1 0,0 0 0,1 0 0,0-1 0,1 0 0,0-1 0,0 0 0,1 0 0,18 9 0,-24-16 0,-1 1 0,1 0 0,0-1 0,0 0 0,0 0 0,0 0 0,0-1 0,0 0 0,0 0 0,0 0 0,10-2 0,-2-1 0,0-1 0,25-11 0,-27 10 0,1 1 0,0 0 0,0 0 0,15-2 0,-24 5-195,0 1 0,1 0 0,-1 0 0,0 0 0,0 0 0,5 2 0,1 1-6631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24575,'3'-8'0,"2"-2"0,2 3 0,1 3 0,3 4 0,-2 5 0,1 4 0,1 1 0,-1 1 0,0 0 0,1 2 0,-2 1 0,1-2 0,-2 0 0,-2 0 0,-2 0 0,-2-1-8191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24575,'0'3'0,"1"0"0,0-1 0,-1 1 0,1-1 0,1 1 0,1 3 0,3 6 0,40 109 0,-36-101 0,0 0 0,1-1 0,24 32 0,-30-45-118,-2-3-132,0 1 1,0 0 0,0 1-1,3 5 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9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 24575,'23'-14'0,"0"1"0,40-15 0,-56 24 0,1-1 0,-1 1 0,0-1 0,0-1 0,0 1 0,-1-1 0,0 0 0,0-1 0,5-6 0,-3 3 0,0 1 0,0 1 0,17-14 0,-22 20 0,1 0 0,0 0 0,0 0 0,0 1 0,0-1 0,0 1 0,0 0 0,1 0 0,-1 1 0,5-1 0,8 0 0,21 3 0,-13-1 0,8-1 0,54 3 0,-74-2 0,1 1 0,-2 1 0,1 0 0,19 6 0,-31-8 0,0-1 0,1 1 0,-1-1 0,0 1 0,0-1 0,1 1 0,-1 0 0,0 0 0,0-1 0,0 1 0,0 0 0,0 0 0,0 0 0,0 0 0,0 0 0,-1 0 0,1 1 0,0-1 0,-1 0 0,2 2 0,-2-2 0,0 0 0,0 1 0,0-1 0,0 0 0,0 0 0,-1 0 0,1 1 0,0-1 0,0 0 0,-1 0 0,1 0 0,-1 1 0,1-1 0,-1 0 0,0 0 0,1 0 0,-2 1 0,-4 4 0,0 0 0,1 0 0,-2-1 0,1 0 0,-9 5 0,-149 85 0,154-87 0,10-8 0,0 0 0,-1 0 0,1 0 0,0 0 0,0 0 0,0 0 0,0 1 0,0-1 0,0 0 0,0 0 0,0 0 0,0 0 0,0 0 0,0 0 0,0 0 0,1 1 0,-1-1 0,0 0 0,0 0 0,0 0 0,0 0 0,0 0 0,0 0 0,0 0 0,0 0 0,0 1 0,0-1 0,0 0 0,0 0 0,0 0 0,1 0 0,-1 0 0,0 0 0,0 0 0,0 0 0,0 0 0,0 0 0,0 0 0,0 0 0,1 0 0,-1 0 0,0 0 0,0 0 0,0 0 0,0 0 0,24 2 0,-15-2 0,15 3 0,0 0 0,0 1 0,0 2 0,-1 0 0,0 2 0,0 1 0,-1 0 0,0 2 0,23 14 0,-39-22 0,0 1 0,-1 0 0,1 1 0,-1-1 0,0 1 0,-1 0 0,7 8 0,-11-12 0,1 0 0,0 1 0,0-1 0,-1 1 0,1-1 0,-1 1 0,1-1 0,-1 1 0,0-1 0,1 1 0,-1-1 0,0 1 0,0-1 0,0 1 0,0 2 0,-1-2 0,0-1 0,1 1 0,-1 0 0,0-1 0,0 1 0,0-1 0,0 1 0,0-1 0,0 0 0,0 1 0,0-1 0,-1 0 0,1 0 0,-1 0 0,1 0 0,-3 2 0,-6 2 0,0 0 0,1-1 0,-1 0 0,-1 0 0,-16 3 0,-56 5 0,25-4 0,-108 24-1365,151-29-5461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24575,'6'65'0,"6"-20"0,2-1 0,37 80 0,-28-71 0,19 61 0,-38-96-1365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1 24575,'-30'0'0,"-16"0"0,-6 0 0,0 0 0,4 0 0,4 0 0,9 0 0,4 0 0,5 0 0,5 0 0,3 0 0,2 0 0,1 0 0,1 0 0,3 2 0,1 2 0,1 1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55 24575,'-26'-10'0,"-75"-23"0,89 29 0,-1 1 0,-1 1 0,1 1 0,0-1 0,-24 2 0,35 0 0,0 1 0,0-1 0,0 0 0,0 1 0,0-1 0,0 1 0,0-1 0,0 1 0,0 0 0,0 0 0,0 0 0,0 0 0,0 0 0,1 0 0,-1 1 0,0-1 0,1 1 0,-1-1 0,1 1 0,0-1 0,-1 1 0,1 0 0,0 0 0,0-1 0,0 1 0,0 0 0,0 0 0,1 0 0,-1 0 0,1 0 0,-1 0 0,1 1 0,0-1 0,-1 0 0,1 0 0,0 0 0,1 0 0,-1 0 0,0 0 0,1 0 0,-1 1 0,1-1 0,-1 0 0,1 0 0,0 0 0,0-1 0,1 3 0,2 2 0,0-1 0,1 1 0,-1-1 0,1-1 0,1 1 0,-1-1 0,0 1 0,1-2 0,0 1 0,0 0 0,0-1 0,0 0 0,10 3 0,-1-2 0,0 0 0,-1 0 0,1-2 0,1 0 0,15 1 0,-26-4 0,0 1 0,0 0 0,0-1 0,-1 0 0,1 0 0,0 0 0,-1 0 0,1-1 0,-1 0 0,1 0 0,-1 0 0,8-6 0,-10 7 0,0-1 0,0 0 0,0 1 0,0-1 0,0 0 0,-1 0 0,1 0 0,-1-1 0,1 1 0,-1 0 0,0 0 0,1-1 0,-1 1 0,0-1 0,-1 1 0,1-1 0,0 0 0,-1 1 0,0-1 0,1 0 0,-1 1 0,0-1 0,0 0 0,-1-3 0,-1-1 0,0 10 0,3 13 0,1-9-85,1 0 0,0 0-1,1-1 1,0 1 0,0-1-1,0 1 1,1-1 0,-1-1-1,2 1 1,-1-1 0,0 0-1,1 0 1,0 0 0,0-1-1,9 5 1,-4-5-6741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24575,'-1'0'0,"0"1"0,0-1 0,0 0 0,0 1 0,0-1 0,0 1 0,0-1 0,0 1 0,0 0 0,1-1 0,-1 1 0,0 0 0,0 0 0,1 0 0,-1-1 0,0 1 0,1 0 0,-1 0 0,1 0 0,-1 0 0,1 0 0,0 0 0,-1 1 0,-7 25 0,7-16 0,0 1 0,0-1 0,2 0 0,-1 1 0,1-1 0,5 21 0,3 1 0,12 31 0,-12-39 0,2-1 0,0 0 0,2-1 0,0 0 0,1-1 0,34 38 0,-46-58 0,-2-1 0,1 0 0,0 0 0,0 0 0,0 0 0,0 0 0,0 0 0,0 0 0,0 0 0,1 0 0,-1 0 0,0-1 0,0 1 0,1-1 0,-1 1 0,0-1 0,1 1 0,-1-1 0,1 0 0,1 1 0,-1-4-1365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63 24575,'-13'12'0,"7"-8"0,0 2 0,1-1 0,-1 1 0,1-1 0,-5 9 0,9-13 0,1 0 0,-1 1 0,1-1 0,-1 0 0,1 0 0,-1 0 0,1 0 0,0 0 0,0 1 0,-1-1 0,1 0 0,0 0 0,0 1 0,0-1 0,0 0 0,0 0 0,1 0 0,-1 1 0,0-1 0,0 0 0,1 0 0,-1 0 0,1 0 0,-1 0 0,1 1 0,0-1 0,-1 0 0,1 0 0,0 0 0,0-1 0,0 1 0,-1 0 0,1 0 0,0 0 0,0-1 0,0 1 0,0 0 0,0-1 0,2 1 0,0 1 0,1 0 0,0-1 0,0 1 0,0-1 0,0 0 0,0 0 0,0 0 0,6 0 0,36-2 0,-27 1 0,13-1 0,32-4 0,-55 4 0,-1-1 0,1 0 0,0 0 0,-1-1 0,1 0 0,-1 0 0,0-1 0,12-7 0,-18 10 0,0-1 0,0 1 0,-1 0 0,1-1 0,0 1 0,-1-1 0,1 1 0,-1-1 0,0 0 0,1 0 0,-1 1 0,0-1 0,0 0 0,0 0 0,-1 0 0,1 0 0,0 0 0,-1-1 0,1 1 0,-1 0 0,0 0 0,0 0 0,1 0 0,-2 0 0,1-1 0,0-1 0,-1 1 0,0 0 0,0 0 0,-1 0 0,1 0 0,-1 0 0,0 0 0,1 1 0,-1-1 0,0 0 0,-1 1 0,1 0 0,0-1 0,-1 1 0,1 0 0,-1 0 0,-5-2 0,-1-2 0,-1 2 0,1-1 0,-1 1 0,-18-4 0,22 6 0,1 1 0,-1 0 0,0 1 0,0-1 0,1 1 0,-1 0 0,0 0 0,0 1 0,0 0 0,-7 2 0,12-3 0,-1 1 0,0-1 0,1 1 0,-1 0 0,1-1 0,-1 1 0,1 0 0,0 0 0,-1 0 0,1 0 0,0 0 0,-1 1 0,1-1 0,0 0 0,0 0 0,0 1 0,0-1 0,0 1 0,1-1 0,-1 1 0,0-1 0,1 1 0,-1 0 0,1-1 0,-1 1 0,1 0 0,0-1 0,0 1 0,0 0 0,0-1 0,0 1 0,0 0 0,1 2 0,-1 0 0,1-1 0,0 0 0,0 1 0,1-1 0,-1 0 0,1 0 0,0 1 0,-1-1 0,1-1 0,1 1 0,-1 0 0,0 0 0,1-1 0,-1 1 0,5 2 0,7 4 13,0-1-1,1-1 1,0 0 0,0-1-1,0-1 1,1 0 0,0-1-1,30 3 1,7-2-653,72-4 0,-116-1 441,5-1-6627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24575,'-2'1'0,"0"0"0,-1-1 0,1 1 0,0 0 0,0 0 0,0 1 0,0-1 0,0 0 0,0 1 0,0-1 0,0 1 0,0 0 0,1-1 0,-1 1 0,1 0 0,-3 4 0,-8 7 0,4-6 0,0-1 0,0 0 0,-1 0 0,0-1 0,0 0 0,-19 7 0,-60 13 0,66-20 0,9-1-1365,3 0-5461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15 24575,'2'-1'0,"-1"-1"0,0 1 0,0 0 0,1 0 0,-1 0 0,1 0 0,-1 0 0,1 0 0,-1 0 0,1 1 0,0-1 0,-1 0 0,1 1 0,0-1 0,-1 1 0,1 0 0,0 0 0,0 0 0,-1 0 0,3 0 0,-1 0 0,-1 1 0,1 0 0,-1 0 0,0 0 0,0 0 0,1 0 0,-1 0 0,0 1 0,0-1 0,0 1 0,0-1 0,3 4 0,1 3 0,0-1 0,0 1 0,-1 1 0,0-1 0,0 1 0,3 11 0,-6-16 0,0 1 0,0 0 0,-1 0 0,0 0 0,0 0 0,0 0 0,-1 0 0,0 0 0,1 0 0,-2 0 0,1 0 0,-2 9 0,1-11 0,0-1 0,0 1 0,0 0 0,-1-1 0,1 0 0,-1 1 0,1-1 0,-1 0 0,0 0 0,0 0 0,0 0 0,0 0 0,0 0 0,0-1 0,0 1 0,-1 0 0,1-1 0,0 0 0,-1 0 0,1 0 0,-1 0 0,0 0 0,1 0 0,-1-1 0,-3 1 0,-10 1 0,0-1 0,-1 0 0,1-1 0,0-1 0,0-1 0,-1 0 0,1-1 0,0-1 0,1 0 0,-1-1 0,1-1 0,0-1 0,-18-10 0,31 17 0,1-1 0,-1 0 0,1 0 0,-1 0 0,1 0 0,0 0 0,-1 0 0,1 0 0,0-1 0,0 1 0,0 0 0,0-1 0,0 1 0,0 0 0,0-1 0,0 0 0,0 1 0,1-1 0,-1 1 0,1-1 0,-1 0 0,1 1 0,0-1 0,-1 0 0,1 0 0,0 1 0,0-3 0,1 2 0,0-1 0,0 1 0,0 0 0,0-1 0,0 1 0,0 0 0,0 0 0,1 0 0,-1 0 0,1 0 0,0 0 0,-1 0 0,1 0 0,0 1 0,0-1 0,0 1 0,5-3 0,0 0 11,0 1 0,1-1 0,-1 2-1,1-1 1,-1 1 0,1 0 0,0 1 0,8-1-1,66 1-906,-69 2 330,3-1-6260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9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24575,'15'11'0,"-1"1"0,25 26 0,11 9 0,-44-42 0,1 0 0,-1 0 0,1-1 0,1 0 0,-1 0 0,11 3 0,-16-6 0,0 0 0,0-1 0,0 1 0,0-1 0,0 1 0,0-1 0,0 0 0,0 0 0,0 0 0,0 0 0,0 0 0,1 0 0,-1 0 0,0-1 0,0 1 0,0-1 0,0 1 0,-1-1 0,1 0 0,0 0 0,0 0 0,0 0 0,-1 0 0,1 0 0,0-1 0,-1 1 0,1 0 0,-1-1 0,1 1 0,-1-1 0,0 0 0,0 1 0,0-1 0,0 0 0,0 0 0,0 0 0,1-3 0,0 0 0,-1-1 0,0 0 0,0 0 0,0 1 0,0-1 0,-1 0 0,0 0 0,-1 0 0,1 0 0,-1 1 0,0-1 0,-2-7 0,-18-43 0,22 61 0,1 0 0,1-1 0,-1 1 0,1-1 0,0 0 0,0 0 0,0 0 0,0 0 0,1 0 0,0 0 0,4 2 0,-1 0 0,0-2 0,1 1 0,0-1 0,0 0 0,0-1 0,9 4 0,-1-3 0,1 0 0,0-1 0,-1-1 0,1 0 0,0-1 0,29-2 0,-41 0 0,0 1 0,-1-1 0,1 0 0,0-1 0,-1 1 0,1-1 0,-1 0 0,0 0 0,1 0 0,-1 0 0,0-1 0,0 1 0,-1-1 0,6-5 0,-7 6 0,0 0 0,-1 0 0,1-1 0,-1 1 0,1 0 0,-1-1 0,0 1 0,0-1 0,0 1 0,0-1 0,0 0 0,-1 1 0,1-1 0,-1 0 0,0 1 0,0-1 0,0 0 0,0 0 0,0 1 0,0-1 0,-1 0 0,1 1 0,-1-1 0,0 0 0,0 1 0,-1-4 0,-2 0 0,1 1 0,-1-1 0,0 1 0,0 0 0,-1 0 0,1 0 0,-1 1 0,0-1 0,0 1 0,-1 0 0,1 1 0,-10-5 0,12 6 0,0 1 0,0 0 0,0 0 0,0 0 0,0 0 0,0 1 0,0-1 0,0 1 0,0 0 0,0 0 0,-1 0 0,-4 0 0,6 1 0,0 0 0,0-1 0,0 1 0,0 0 0,0 0 0,0 0 0,0 0 0,1 1 0,-1-1 0,0 0 0,1 1 0,-1-1 0,1 1 0,-1 0 0,1-1 0,0 1 0,0 0 0,0 0 0,0 0 0,-1 2 0,0 0 0,1-1 0,0 1 0,0 0 0,0 0 0,0 0 0,0-1 0,1 1 0,0 0 0,0 0 0,0 0 0,0 0 0,1 0 0,-1 0 0,1 0 0,0-1 0,0 1 0,0 0 0,1 0 0,0-1 0,-1 1 0,1-1 0,0 0 0,4 5 0,-1-2 0,0 0 0,0 0 0,1-1 0,0 0 0,0 0 0,0 0 0,1-1 0,-1 0 0,1 0 0,14 5 0,-3-3 0,0-1 0,0-1 0,0 0 0,0-2 0,1 0 0,-1-1 0,1 0 0,-1-2 0,1 0 0,-1-1 0,25-7 0,-40 9 0,0-1 0,0 0 0,1 0 0,-1-1 0,0 1 0,-1-1 0,1 1 0,0-1 0,0 0 0,-1 0 0,1 0 0,-1-1 0,0 1 0,1 0 0,-1-1 0,0 0 0,0 1 0,-1-1 0,1 0 0,1-3 0,-2 2 0,0 1 0,0-1 0,-1 0 0,1 1 0,-1-1 0,1 0 0,-1 0 0,-1 1 0,1-1 0,0 0 0,-1 1 0,0-1 0,0 0 0,0 1 0,0-1 0,0 1 0,-4-6 0,-7-16 19,-10-18-1403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147 581 24575,'7'-11'0,"-1"-1"0,-1 1 0,1-1 0,-2 0 0,0-1 0,0 1 0,-1-1 0,-1 0 0,0 1 0,-1-1 0,0 0 0,-1 0 0,0 0 0,-1 0 0,0 0 0,-1 0 0,-1 0 0,-5-14 0,-16-39 0,-3 2 0,-54-96 0,76 152 0,4 4 0,-1 0 0,-1 1 0,1-1 0,0 1 0,-1 0 0,-5-6 0,7 9 0,1 0 0,0 0 0,0 0 0,0 0 0,0 0 0,-1 0 0,1 0 0,0 0 0,0 0 0,0 0 0,0 0 0,-1 0 0,1 0 0,0 0 0,0 0 0,0 0 0,-1 0 0,1 0 0,0 0 0,0 0 0,0 0 0,0 0 0,0 0 0,-1 0 0,1 0 0,0 0 0,0 0 0,0 1 0,0-1 0,0 0 0,-1 0 0,1 0 0,0 0 0,0 0 0,0 1 0,0-1 0,0 0 0,0 0 0,0 0 0,0 0 0,0 1 0,0-1 0,0 0 0,0 0 0,-4 11 0,4-9 0,-3 14 0,0 0 0,2 1 0,0-1 0,0 1 0,2-1 0,2 20 0,2-5 0,1 0 0,13 39 0,-10-42 0,2 1 0,19 33 0,-23-48 0,1-1 0,1 0 0,0 0 0,0-1 0,2-1 0,14 15 0,-20-22-124,0-1 0,0 1 0,0-1 0,1 0 0,-1 0 0,1 0-1,0-1 1,0 0 0,-1 0 0,9 1 0,1 0-6702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24575,'-9'-1'0,"-1"0"0,1 1 0,-1 0 0,1 0 0,0 1 0,-13 3 0,19-3 0,1-1 0,-1 1 0,1 0 0,-1 0 0,1 0 0,0 0 0,-1 1 0,1-1 0,0 1 0,0-1 0,-4 5 0,5-5 0,0 0 0,0 1 0,0-1 0,1 1 0,-1 0 0,0-1 0,1 1 0,-1-1 0,1 1 0,-1 0 0,1 0 0,0-1 0,0 1 0,0 0 0,0-1 0,0 1 0,0 0 0,0 0 0,1-1 0,0 3 0,0 0 0,0-1 0,1 1 0,-1-1 0,1 1 0,0-1 0,0 1 0,0-1 0,1 0 0,-1 0 0,1 0 0,0 0 0,-1-1 0,1 1 0,1-1 0,-1 1 0,0-1 0,4 2 0,-5-3 0,0 0 0,0 0 0,0-1 0,0 1 0,0 0 0,0-1 0,0 1 0,0-1 0,0 0 0,0 1 0,0-1 0,0 0 0,0 0 0,1-1 0,-1 1 0,0 0 0,0-1 0,0 1 0,0-1 0,0 1 0,0-1 0,0 0 0,0 0 0,0 0 0,-1 0 0,1-1 0,0 1 0,-1 0 0,1-1 0,0 1 0,-1-1 0,2-1 0,-1-1 0,0 1 0,0-1 0,0 0 0,0 0 0,1-6 0,7-13 0,-9 22 0,-1 1 0,1-1 0,-1 1 0,1-1 0,-1 1 0,1-1 0,-1 1 0,1-1 0,0 1 0,-1 0 0,1-1 0,0 1 0,-1 0 0,1 0 0,0 0 0,-1-1 0,1 1 0,0 0 0,-1 0 0,1 0 0,0 0 0,-1 0 0,1 0 0,0 0 0,0 0 0,-1 1 0,1-1 0,0 0 0,-1 0 0,1 0 0,0 1 0,-1-1 0,1 0 0,-1 1 0,1-1 0,0 1 0,25 20 0,-21-17 0,13 12-118,-7-5-90,1-1 1,0 0-1,1-1 0,0 0 0,28 14 0,-29-19-6618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18 136 24575,'74'156'0,"34"66"0,-85-175 0,-22-46 0,-2-8 0,-3-10 0,-70-135 0,4 11 0,61 119 0,1 0 0,1 0 0,1-1 0,-5-38 0,11 56 0,-1 0 0,1 0 0,0-1 0,1 1 0,-1 0 0,1 0 0,0 0 0,0 0 0,1 0 0,-1 0 0,5-7 0,-5 10 0,0 0 0,0 0 0,0 0 0,1 1 0,-1-1 0,0 1 0,1-1 0,0 1 0,-1 0 0,1-1 0,0 1 0,0 0 0,-1 0 0,1 0 0,0 0 0,0 1 0,0-1 0,0 0 0,1 1 0,-1-1 0,0 1 0,0 0 0,0 0 0,0 0 0,0 0 0,0 0 0,0 0 0,1 1 0,-1-1 0,3 2 0,1 0 0,0 0 0,0 0 0,0 1 0,0 0 0,-1 0 0,0 0 0,0 1 0,0 0 0,0 0 0,0 0 0,-1 0 0,1 1 0,-1 0 0,-1 0 0,1 0 0,-1 0 0,1 1 0,-1-1 0,-1 1 0,1 0 0,-1 0 0,2 10 0,-3-13 0,-1-1 0,0 1 0,-1-1 0,1 1 0,0-1 0,-1 0 0,1 1 0,-1-1 0,1 0 0,-1 1 0,0-1 0,0 0 0,0 0 0,-1 0 0,1 1 0,0-1 0,-1-1 0,0 1 0,1 0 0,-1 0 0,0-1 0,0 1 0,-2 1 0,-5 3 0,0 0 0,0 0 0,-19 7 0,-1-2-682,-45 11-1,51-16-6143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19 24575,'4'-3'0,"0"1"0,1 0 0,0-1 0,-1 2 0,1-1 0,0 1 0,0-1 0,0 1 0,0 0 0,0 1 0,0 0 0,0-1 0,0 1 0,0 1 0,0-1 0,7 2 0,-7 0 0,0 0 0,0 0 0,0 0 0,0 1 0,0-1 0,0 1 0,-1 0 0,1 1 0,-1-1 0,0 1 0,0 0 0,0 0 0,-1 0 0,7 9 0,-4-3 0,0 1 0,0-1 0,-1 2 0,-1-1 0,1 0 0,-2 1 0,0 0 0,0 0 0,-1 0 0,0 0 0,-1 0 0,-1 21 0,0-31 0,-1 0 0,1 0 0,0-1 0,-1 1 0,1 0 0,-1 0 0,0 0 0,1 0 0,-1-1 0,0 1 0,0 0 0,0-1 0,0 1 0,-1-1 0,1 1 0,0-1 0,-1 1 0,-1 0 0,0 0 0,1 0 0,-1-1 0,0 0 0,0 1 0,0-1 0,0 0 0,0-1 0,0 1 0,0 0 0,-4-1 0,-5 0 0,0 0 0,1-1 0,-1 0 0,1-1 0,-13-4 0,-77-24 0,89 25 0,0 0 0,1-1 0,-1 0 0,1 0 0,1-1 0,-13-11 0,20 16 0,1 0 0,-1-1 0,1 1 0,0-1 0,0 0 0,0 0 0,0 0 0,0 0 0,1 0 0,0 0 0,-1 0 0,1 0 0,-1-4 0,2 5 0,0 0 0,0 1 0,0-1 0,0 0 0,0 0 0,0 1 0,1-1 0,-1 0 0,0 1 0,1-1 0,0 0 0,-1 1 0,1-1 0,0 1 0,0-1 0,0 1 0,0-1 0,0 1 0,0 0 0,0-1 0,0 1 0,0 0 0,1 0 0,-1 0 0,1 0 0,-1 0 0,2-1 0,3-1 12,0 0 0,0 1-1,-1 0 1,2 0 0,-1 0 0,0 1-1,12-2 1,47 2-849,-54 1 215,5 1-6204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243 150 24575,'-19'-18'0,"-62"-53"0,68 61 0,-1 0 0,0 1 0,-1 0 0,-17-7 0,30 15 0,0 0 0,0 0 0,0 1 0,1-1 0,-1 0 0,0 1 0,0 0 0,0-1 0,0 1 0,0 0 0,0 0 0,0 0 0,0 0 0,0 0 0,0 1 0,0-1 0,0 0 0,-2 2 0,2-1 0,1 0 0,0 0 0,0 1 0,0-1 0,-1 0 0,1 1 0,1-1 0,-1 0 0,0 1 0,0-1 0,0 1 0,1 0 0,-1-1 0,1 1 0,-1-1 0,1 1 0,0 0 0,0 0 0,-1-1 0,1 1 0,1 2 0,-1 13 3,1 0-1,1-1 0,0 1 0,1-1 1,9 28-1,35 76-170,175 317-511,-134-273 587,-86-159 92,1 0 0,0 0 0,0 0 0,6 7 0,-9-12 4,0 0-1,0 0 0,0 0 1,0 1-1,0-1 0,0 0 1,0 0-1,0 0 0,0 0 1,0 0-1,0 0 0,0 1 1,0-1-1,1 0 1,-1 0-1,0 0 0,0 0 1,0 0-1,0 0 0,0 0 1,0 0-1,1 0 0,-1 0 1,0 1-1,0-1 1,0 0-1,0 0 0,0 0 1,0 0-1,1 0 0,-1 0 1,0 0-1,0 0 0,0 0 1,0 0-1,1 0 1,-1 0-1,0 0 0,0 0 1,0-1-1,0 1 0,1 0 1,-2-7 314,-5-12 144,-35-80-462,18 41 0,-48-86 0,69 142 0,1-1 0,-1 1 0,1 0 0,-1 0 0,0 0 0,0 0 0,0 0 0,0 0 0,0 0 0,0 1 0,-1-1 0,1 1 0,-1 0 0,-3-2 0,2 2 0,-1 0 0,1 0 0,-1 0 0,1 1 0,-1-1 0,1 1 0,-10 2 0,-1 0 15,1 1 0,-23 7 1,8-1-1427,13-5-5415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131 648 24575,'20'-30'0,"-5"10"0,18-36 0,-29 48 0,-1 0 0,1 0 0,-2-1 0,1 1 0,-1-1 0,-1 1 0,1-1 0,-1-12 0,-1-4 0,-2-1 0,-1 1 0,-1-1 0,-1 1 0,-9-29 0,-2 9 0,-40-80 0,40 85 0,13 30 0,-1 0 0,-9-18 0,12 27 0,1 0 0,-1 0 0,0 0 0,1 0 0,-1 0 0,0 0 0,1 1 0,-1-1 0,0 0 0,0 0 0,0 1 0,0-1 0,0 1 0,0-1 0,0 1 0,0-1 0,0 1 0,0 0 0,0-1 0,0 1 0,0 0 0,-2 0 0,1 0 0,1 0 0,-1 0 0,0 1 0,1-1 0,-1 1 0,0-1 0,1 1 0,-1 0 0,1 0 0,-1 0 0,1 0 0,-3 2 0,0 1 0,0-1 0,0 1 0,0 0 0,1 1 0,0-1 0,0 1 0,0-1 0,-2 7 0,3-6 0,1-1 0,0 1 0,0 0 0,0-1 0,0 1 0,1 0 0,0 0 0,0 0 0,1 0 0,-1-1 0,1 1 0,0 0 0,0 0 0,0-1 0,1 1 0,0-1 0,3 6 0,4 8 0,1-2 0,1 0 0,13 16 0,-7-9 0,8 9 0,1 0 0,48 43 0,-57-60 0,1 0 0,0-2 0,1 0 0,0-1 0,1-1 0,26 11 0,-36-19 0,-1 1 0,0-2 0,1 1 0,0-1 0,-1-1 0,1 1 0,14-1 0,-21-1 0,0-1 0,0 1 0,0 0 0,0-1 0,0 0 0,0 1 0,-1-1 0,1 0 0,0-1 0,0 1 0,-1 0 0,1-1 0,-1 1 0,1-1 0,-1 0 0,1 0 0,-1 0 0,0 0 0,0 0 0,0-1 0,0 1 0,-1 0 0,1-1 0,-1 0 0,1 1 0,-1-1 0,0 0 0,1-3 0,1-5 0,-1 0 0,-1 1 0,0-1 0,0 0 0,-1 0 0,0 0 0,-1 0 0,0 0 0,-1 0 0,-4-14 0,5 22 0,0 0 0,-1 1 0,1-1 0,-1 1 0,1 0 0,-1-1 0,0 1 0,0 0 0,0 0 0,0 0 0,-1 0 0,1 0 0,0 1 0,-1-1 0,1 1 0,-1-1 0,-3 0 0,4 1 0,1 1 0,0-1 0,0 1 0,-1 0 0,1-1 0,0 1 0,0 0 0,-1 0 0,1 0 0,0 0 0,-1 0 0,1 1 0,0-1 0,-1 0 0,1 0 0,0 1 0,0-1 0,0 1 0,-1-1 0,1 1 0,0 0 0,0-1 0,0 1 0,0 0 0,0 0 0,0 0 0,0 0 0,0 0 0,0 0 0,1 0 0,-1 0 0,0 0 0,1 0 0,-1 0 0,0 0 0,1 1 0,0-1 0,-1 0 0,1 0 0,-1 2 0,0 1 0,0-1 0,1 1 0,-1 0 0,1-1 0,-1 1 0,1 0 0,0-1 0,0 1 0,1 0 0,-1-1 0,1 1 0,0-1 0,1 5 0,-1-6 0,0 0 0,0 1 0,1-1 0,-1 0 0,1 0 0,0 0 0,-1 0 0,1 0 0,0 0 0,0-1 0,0 1 0,0-1 0,0 1 0,1-1 0,-1 0 0,0 0 0,1 0 0,4 2 0,17 2 0,-1 0 0,1-1 0,1-2 0,-1 0 0,0-2 0,38-3 0,-58 2 0,0 1 0,0-1 0,0 1 0,0-1 0,0 0 0,0-1 0,-1 1 0,1-1 0,0 1 0,4-4 0,-7 4 0,0 0 0,0 0 0,0 0 0,0 0 0,0-1 0,0 1 0,0 0 0,0 0 0,0-1 0,-1 1 0,1-1 0,0 1 0,-1 0 0,1-1 0,-1 1 0,0-1 0,0 1 0,1-1 0,-1 0 0,0 1 0,0-1 0,0 1 0,0-1 0,-1 1 0,1-1 0,0 1 0,-1-1 0,0-2 0,-4-8 0,3 10 0,1-1 0,0 1 0,0-1 0,1 1 0,-1 0 0,0-1 0,0-2 0,1 4 0,0 1 0,0 0 0,0 0 0,0-1 0,0 1 0,1 0 0,-1 0 0,0-1 0,0 1 0,0 0 0,0 0 0,0 0 0,0-1 0,0 1 0,1 0 0,-1 0 0,0 0 0,0-1 0,0 1 0,0 0 0,1 0 0,-1 0 0,0 0 0,0 0 0,0-1 0,1 1 0,-1 0 0,0 0 0,1 0 0,13 2 0,3 5 0,0 0 0,-1 2 0,0 0 0,22 15 0,-25-14 0,1-1 0,1 0 0,-1-1 0,1-1 0,30 11 0,-44-18 0,0 0 0,0 1 0,0-1 0,0 0 0,0 0 0,0 0 0,0 0 0,0 0 0,0 0 0,0 0 0,0 0 0,-1 0 0,1 0 0,0 0 0,0-1 0,0 1 0,0 0 0,0-1 0,0 1 0,0-1 0,0 1 0,0-1 0,-1 1 0,1-1 0,1 0 0,-1-1 0,-1 1 0,1-1 0,0 1 0,0-1 0,-1 1 0,1-1 0,-1 0 0,1 1 0,-1-1 0,0 1 0,0-1 0,0 0 0,0-2 0,0-4 0,-1 0 0,0 0 0,-1 0 0,-4-14 0,6 21 0,0 1 0,0 0 0,0 0 0,-1 0 0,1-1 0,0 1 0,0 0 0,0-1 0,0 1 0,0 0 0,0 0 0,0-1 0,0 1 0,0 0 0,0 0 0,0-1 0,0 1 0,0 0 0,0-1 0,0 1 0,0 0 0,0 0 0,0-1 0,0 1 0,0 0 0,0 0 0,1-1 0,-1 1 0,0 0 0,0 0 0,0-1 0,0 1 0,1 0 0,-1 0 0,11 2 0,21 19 0,-23-15 0,43 26-1365,-42-27-5461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24575,'-4'1'0,"-1"0"0,1 0 0,0 1 0,0-1 0,0 1 0,1 0 0,-1 0 0,0 0 0,1 1 0,-1 0 0,1-1 0,0 1 0,0 0 0,-4 5 0,5-4 0,-1 0 0,1 0 0,0 1 0,0-1 0,1 1 0,-1-1 0,1 1 0,0 0 0,0-1 0,0 1 0,1 0 0,0 8 0,0-4 0,1 0 0,0 1 0,4 17 0,-4-24 0,-1-1 0,1 1 0,0-1 0,0 1 0,0-1 0,0 1 0,0-1 0,1 0 0,-1 0 0,1 0 0,-1 1 0,1-1 0,0-1 0,0 1 0,0 0 0,0 0 0,0-1 0,4 3 0,-5-4 0,0 1 0,1-1 0,-1 0 0,0 1 0,0-1 0,0 0 0,0 0 0,1 0 0,-1 0 0,0 0 0,0 0 0,0 0 0,1-1 0,-1 1 0,0 0 0,0-1 0,0 1 0,0-1 0,0 1 0,0-1 0,2 0 0,0-2 0,1 0 0,0-1 0,-1 1 0,4-5 0,-4 5 0,0-1 0,0 1 0,0 0 0,7-5 0,-9 8 0,0-1 0,0 1 0,0-1 0,0 1 0,0 0 0,0-1 0,0 1 0,0 0 0,0 0 0,0 0 0,0 0 0,0 0 0,0 0 0,0 0 0,0 0 0,0 0 0,0 0 0,0 0 0,0 1 0,0-1 0,0 0 0,0 1 0,0-1 0,1 1 0,3 2 0,-1 1 0,1-1 0,-1 1 0,0-1 0,0 1 0,0 0 0,5 9 0,21 35 0,-23-35 0,10 18 0,-1 1 0,-2 0 0,-1 2 0,-1-1 0,-2 2 0,10 64 0,-19-93 0,0 1 0,-1-1 0,0 1 0,0 0 0,0-1 0,-3 11 0,3-16 0,-1 1 0,1 0 0,-1-1 0,0 1 0,1-1 0,-1 1 0,0-1 0,0 1 0,0-1 0,0 0 0,0 0 0,0 1 0,-1-1 0,1 0 0,0 0 0,-1 0 0,1 0 0,0 0 0,-1 0 0,0-1 0,1 1 0,-1 0 0,1-1 0,-1 1 0,0-1 0,1 0 0,-1 1 0,0-1 0,1 0 0,-3 0 0,-4-1 9,0 1 1,0-1-1,0-1 0,0 1 0,1-1 1,-1-1-1,0 0 0,1 0 0,0 0 0,0-1 1,0 0-1,-8-6 0,-4-4-504,0-1 0,-28-31 0,31 29-6331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5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24575,'0'2'0,"0"0"0,1 0 0,0 0 0,-1-1 0,1 1 0,0 0 0,0 0 0,0 0 0,2 2 0,2 4 0,129 279 0,-63-127 0,-55-121 0,-14-79 0,-3 1 0,1-73 0,0 110 0,0 1 0,0 0 0,0 0 0,1 0 0,-1 0 0,0-1 0,0 1 0,1 0 0,-1 0 0,1 0 0,-1 0 0,1 0 0,-1 0 0,1 0 0,0 0 0,-1 0 0,1 0 0,0 0 0,0 1 0,0-1 0,0 0 0,-1 0 0,1 1 0,0-1 0,0 0 0,1 1 0,-1-1 0,0 1 0,0 0 0,0-1 0,0 1 0,0 0 0,0 0 0,1-1 0,-1 1 0,0 0 0,0 0 0,0 0 0,0 1 0,1-1 0,-1 0 0,1 1 0,7 1 0,0 0 0,-1 1 0,1 0 0,12 7 0,-9-5 0,-10-3 0,1-1 0,-1 0 0,1-1 0,-1 1 0,1 0 0,-1-1 0,1 1 0,0-1 0,2 0 0,-4 0 0,0 0 0,0 0 0,0-1 0,0 1 0,0 0 0,-1-1 0,1 1 0,0-1 0,0 1 0,-1-1 0,1 1 0,0-1 0,0 1 0,-1-1 0,1 0 0,-1 1 0,1-1 0,-1 0 0,1 0 0,-1 1 0,1-1 0,-1 0 0,0 0 0,1 0 0,-1 0 0,0 1 0,0-1 0,0 0 0,1 0 0,-1-2 0,1-7 0,0-1 0,-1 1 0,0-1 0,-1 1 0,0 0 0,-3-13 0,-21-63 0,16 58 0,-7-39 0,12 46 0,2 0 0,0 0 0,2-33 0,0 52 0,1 1 0,-1-1 0,0 1 0,0-1 0,1 1 0,-1-1 0,1 1 0,0-1 0,0-2 0,0 4 0,-1 0 0,0 0 0,1 0 0,-1-1 0,0 1 0,0 0 0,1 0 0,-1 0 0,0 0 0,1-1 0,-1 1 0,0 0 0,1 0 0,-1 0 0,0 0 0,1 0 0,-1 0 0,0 0 0,1 0 0,-1 0 0,0 0 0,1 0 0,-1 0 0,0 0 0,1 1 0,-1-1 0,0 0 0,1 0 0,-1 0 0,0 0 0,1 1 0,-1-1 0,0 0 0,0 0 0,1 0 0,-1 1 0,0-1 0,0 0 0,1 0 0,-1 1 0,0-1 0,0 0 0,0 1 0,0-1 0,1 0 0,-1 1 0,13 19 0,0 0 0,-2 1 0,0 0 0,8 25 0,-1-5 0,48 94 0,-53-111 0,2-2 0,0 1 0,29 30 0,-44-52 0,1 0 0,0-1 0,0 1 0,0 0 0,0 0 0,0 0 0,0-1 0,0 1 0,0 0 0,0-1 0,0 1 0,0-1 0,0 1 0,0-1 0,3 1 0,-4-1 0,1-1 0,0 1 0,0 0 0,-1 0 0,1 0 0,0 0 0,-1-1 0,1 1 0,0 0 0,-1-1 0,1 1 0,0 0 0,-1-1 0,1 1 0,-1-1 0,1 1 0,-1-1 0,1 1 0,0-2 0,2-3 0,0 0 0,0 0 0,-1 0 0,0-1 0,2-8 0,3-5 0,-6 17 0,0 1 0,-1-1 0,1 1 0,0-1 0,0 1 0,0-1 0,0 1 0,0-1 0,1 1 0,-1 0 0,0-1 0,1 1 0,-1 0 0,1 0 0,-1 0 0,1 0 0,-1 1 0,1-1 0,0 0 0,-1 1 0,4-2 0,-2 2 0,0 0 0,0 0 0,0 1 0,-1-1 0,1 1 0,0-1 0,0 1 0,-1 0 0,1 0 0,0 0 0,-1 0 0,1 0 0,2 3 0,3 1-341,-1 0 0,0 0-1,10 12 1,-7-7-6485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24575,'2'14'0,"0"-1"0,0 0 0,1 0 0,1 0 0,0 0 0,12 23 0,0 4 0,7 30 0,18 90 0,-37-136 0,-4-18 0,1-1 0,-1 1 0,1-1 0,1 0 0,-1 1 0,3 5 0,-3-10 0,-1 0 0,1 0 0,0 0 0,0 0 0,0 0 0,0 0 0,0 0 0,0 0 0,0 0 0,0 0 0,0 0 0,0-1 0,0 1 0,0 0 0,1-1 0,-1 1 0,0-1 0,1 1 0,-1-1 0,0 0 0,1 0 0,-1 1 0,0-1 0,1 0 0,-1 0 0,0 0 0,1 0 0,-1-1 0,2 1 0,5-2 0,0 0 0,-1-1 0,0 0 0,1 0 0,-1 0 0,11-8 0,-8 5 0,0 1 0,14-6 0,-2 5 0,42-7 0,5-1 0,-65 12-1365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24575,'-1'-1'0,"1"1"0,0 0 0,0 0 0,0 0 0,0-1 0,0 1 0,0 0 0,0 0 0,0-1 0,0 1 0,0 0 0,0 0 0,0 0 0,0-1 0,0 1 0,0 0 0,0 0 0,0-1 0,0 1 0,0 0 0,1 0 0,-1 0 0,0-1 0,0 1 0,0 0 0,0 0 0,0 0 0,1-1 0,-1 1 0,0 0 0,0 0 0,0 0 0,0 0 0,1 0 0,-1-1 0,0 1 0,0 0 0,0 0 0,1 0 0,-1 0 0,9 7 0,7 19 0,-15-24 0,57 90 0,26 46 0,-50-68 0,-31-61 0,0-1 0,0 1 0,0 0 0,-1 0 0,1 13 0,-3-29 0,0 0 0,1-1 0,-1 1 0,1 0 0,0 0 0,1-1 0,0 1 0,0 0 0,1 0 0,6-12 0,-7 16 0,-1 0 0,1 1 0,0-1 0,0 1 0,1 0 0,-1-1 0,0 1 0,1 0 0,-1 0 0,1 0 0,0 1 0,0-1 0,-1 1 0,1-1 0,0 1 0,0 0 0,0 0 0,1 0 0,-1 1 0,0-1 0,0 1 0,0 0 0,0 0 0,1 0 0,-1 0 0,0 0 0,5 1 0,0 1 0,0 1 0,1-1 0,-1 1 0,0 1 0,0-1 0,13 10 0,-6-3 0,-1 1 0,18 15 0,-17-9-1365,-8-8-5461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12 24575,'0'-5'0,"0"1"0,-3 1 0,0 4 0,-3 1 0,-2 3 0,-3 1 0,-2 2 0,-1-1 0,-1-1 0,0-2 0,0-1 0,-3-2 0,0-1 0,2 0-8191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24575,'3'15'0,"1"-1"0,7 19 0,1 3 0,2 0 0,1-1 0,2 0 0,1-2 0,26 36 0,-1-12-1365,-37-48-5461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24575,'-3'0'0,"-3"0"0,-3 0 0,0 3 0,-1 0 0,-1 0 0,1 3 0,-1-1 0,0-1 0,-1-1 0,-1-1 0,-1-1 0,2 0-8191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43 24575,'-65'-18'0,"41"11"0,-1 0 0,-34-3 0,57 9 0,0 1 0,0 0 0,0 0 0,0 0 0,0 0 0,0 0 0,0 1 0,0-1 0,0 1 0,0-1 0,0 1 0,0 0 0,1-1 0,-1 1 0,0 0 0,-3 3 0,4-3 0,0 0 0,0 0 0,-1 1 0,1-1 0,1 1 0,-1-1 0,0 1 0,0-1 0,0 1 0,1-1 0,-1 1 0,1 0 0,-1-1 0,1 1 0,0 0 0,0 2 0,0-1 0,0 1 0,0-1 0,0 1 0,1-1 0,0 1 0,0-1 0,0 1 0,0-1 0,0 1 0,1-1 0,-1 0 0,1 0 0,0 0 0,0 0 0,0 0 0,0 0 0,6 4 0,-5-5 0,0 1 0,1-1 0,-1-1 0,1 1 0,0 0 0,-1-1 0,1 0 0,0 0 0,0 0 0,0 0 0,6 0 0,2-1 0,0 0 0,19-2 0,-29 2 0,0-1 0,0 1 0,0-1 0,0 1 0,0-1 0,0 0 0,0 0 0,0 0 0,0 0 0,0 0 0,-1 0 0,1 0 0,0-1 0,-1 1 0,1-1 0,-1 1 0,0-1 0,1 1 0,-1-1 0,0 0 0,0 0 0,0 0 0,0 1 0,0-1 0,0 0 0,0-4 0,1-1 0,-1 0 0,0-1 0,0 1 0,-1-1 0,0 1 0,-1-8 0,3 19 0,0 0 0,0 1 0,0-1 0,1 0 0,-1 0 0,1 0 0,6 6 0,28 33 0,-37-43-15,5 6-210,0 0 0,1-1 0,0 0 0,-1 0 0,13 7 0,-8-8-6601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24575,'2'-6'0,"-1"1"0,1-1 0,0 1 0,1-1 0,3-6 0,-5 12 0,-1-1 0,0 0 0,1 0 0,-1 1 0,1-1 0,-1 0 0,1 1 0,0-1 0,-1 1 0,1-1 0,0 1 0,-1-1 0,1 1 0,0-1 0,0 1 0,-1-1 0,1 1 0,0 0 0,0 0 0,0-1 0,-1 1 0,1 0 0,0 0 0,0 0 0,0 0 0,0 0 0,-1 0 0,1 0 0,0 0 0,0 0 0,0 1 0,0-1 0,-1 0 0,1 0 0,0 1 0,0-1 0,1 1 0,1 1 0,0 1 0,0 0 0,0-1 0,0 1 0,0 0 0,0 1 0,-1-1 0,1 0 0,1 5 0,18 36 0,-16-31 0,168 296 0,-156-280 0,-7-10-54,-6-10-273,0 0-1,0-1 0,12 14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0 24575,'-20'0'0,"-10"0"0,-3 3 0,-3 0 0,1 3 0,3 0 0,3-1 0,5-1-8191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419 105 24575,'-90'-24'0,"27"7"0,-91-14 0,146 30 0,-35-3 0,38 3 0,1 1 0,-1 1 0,1-1 0,0 1 0,-1-1 0,1 1 0,-6 2 0,9-2 0,-1 0 0,1 0 0,-1 0 0,1 1 0,0-1 0,0 0 0,-1 0 0,1 1 0,0-1 0,0 1 0,0-1 0,1 1 0,-1 0 0,0-1 0,1 1 0,-1 0 0,1-1 0,-1 1 0,1 0 0,0 0 0,-1-1 0,1 1 0,1 3 0,-1 3 0,0 0 0,1 0 0,0 0 0,2 7 0,-2-11 0,0 0 0,0 0 0,0 0 0,1 0 0,-1 0 0,1 0 0,0 0 0,0-1 0,1 1 0,-1-1 0,1 1 0,0-1 0,-1 0 0,1 0 0,1 0 0,-1-1 0,0 1 0,1-1 0,-1 0 0,1 0 0,7 3 0,4 0 0,-1-1 0,1-1 0,0 0 0,1-2 0,-1 1 0,0-2 0,0 0 0,1-1 0,-1 0 0,23-5 0,-34 4 0,1 0 0,-1 0 0,0 0 0,1-1 0,-1 0 0,0 1 0,-1-1 0,1-1 0,0 1 0,-1 0 0,0-1 0,0 0 0,0 0 0,0 0 0,-1 0 0,1 0 0,3-8 0,-5 8 0,1 0 0,-1 0 0,0 0 0,0 1 0,0-1 0,0 0 0,-1 0 0,1 0 0,-1-1 0,0 1 0,0 0 0,-1 0 0,1 0 0,-1 0 0,0 0 0,0 0 0,0 1 0,0-1 0,-1 0 0,0 0 0,-3-5 0,5 8 0,0 1 0,-1 0 0,1 0 0,0-1 0,0 1 0,0 0 0,0 0 0,0-1 0,-1 1 0,1 0 0,0 0 0,0-1 0,0 1 0,-1 0 0,1 0 0,0 0 0,0 0 0,-1-1 0,1 1 0,0 0 0,0 0 0,-1 0 0,1 0 0,0 0 0,-1 0 0,1 0 0,0 0 0,-1 0 0,1 0 0,-1 0 0,0 8 0,5 15 0,-2-17 0,1 0 0,-1 1 0,2-1 0,-1 0 0,1-1 0,-1 1 0,2-1 0,-1 1 0,0-1 0,1 0 0,0-1 0,0 1 0,10 5 0,-8-6 0,1 0 0,-1-1 0,1 0 0,-1 0 0,1 0 0,0-1 0,0 0 0,0-1 0,0 0 0,0 0 0,10-1 0,-12 0 0,1 0 0,0 0 0,0-1 0,0 0 0,0-1 0,-1 1 0,10-4 0,-14 4 0,1-1 0,-1 1 0,1-1 0,-1 0 0,0 1 0,1-1 0,-1 0 0,0 0 0,0-1 0,-1 1 0,1 0 0,0-1 0,-1 1 0,1-1 0,-1 1 0,0-1 0,0 0 0,0 1 0,0-1 0,0-3 0,0 2 0,-1 0 0,1 1 0,-1-1 0,0 0 0,0 0 0,0 0 0,-1 1 0,0-1 0,1 0 0,-1 0 0,0 1 0,-1-1 0,1 1 0,-1-1 0,1 1 0,-1-1 0,0 1 0,-1 0 0,1 0 0,-4-4 0,6 6 0,-1 1 0,1 0 0,0 0 0,0-1 0,0 1 0,0 0 0,-1 0 0,1 0 0,0-1 0,0 1 0,0 0 0,-1 0 0,1 0 0,0 0 0,0 0 0,0-1 0,-1 1 0,1 0 0,0 0 0,0 0 0,-1 0 0,1 0 0,0 0 0,-1 0 0,1 0 0,0 0 0,0 0 0,-1 0 0,1 0 0,0 0 0,0 0 0,-1 0 0,1 0 0,0 0 0,0 0 0,-1 1 0,1-1 0,0 0 0,0 0 0,-1 0 0,1 0 0,0 0 0,0 1 0,0-1 0,-1 0 0,1 0 0,0 0 0,0 1 0,0-1 0,0 0 0,0 0 0,-1 1 0,1-1 0,0 1 0,0 0 0,0 0 0,0 0 0,0 0 0,0 0 0,0 0 0,0 0 0,0 0 0,0 0 0,1 0 0,-1 0 0,0 0 0,1 2 0,1-1 0,0 1 0,0 0 0,1-1 0,-1 1 0,1-1 0,-1 0 0,1 0 0,0 0 0,0 0 0,0 0 0,0-1 0,0 1 0,6 1 0,1 1 0,1-1 0,0 0 0,11 1 0,-16-3 0,-1-1 0,1 1 0,-1-1 0,1 0 0,-1 0 0,1-1 0,10-2 0,-14 3 0,0-1 0,-1 0 0,1 0 0,0 0 0,0 0 0,-1 0 0,1 0 0,-1 0 0,1 0 0,-1-1 0,1 1 0,-1-1 0,0 1 0,0-1 0,1 0 0,-1 1 0,0-1 0,-1 0 0,1 0 0,0 1 0,0-1 0,-1 0 0,1 0 0,-1 0 0,1-2 0,0-1 0,-1 0 0,1 0 0,0 0 0,0 0 0,0 0 0,1 1 0,2-6 0,-3 9 0,0-1 0,0 1 0,0 0 0,0 0 0,0-1 0,0 1 0,1 0 0,-1 0 0,0 0 0,1 0 0,-1 1 0,0-1 0,1 0 0,-1 1 0,1-1 0,-1 0 0,1 1 0,-1 0 0,1-1 0,0 1 0,-1 0 0,1 0 0,2 0 0,4 0 0,0 1 0,1 0 0,-1 1 0,0 0 0,0 0 0,12 5 0,47 23 0,-61-27 0,21 12-1365,-17-9-5461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196 435 24575,'-23'-7'0,"0"1"0,-26-5 0,43 10 0,0 0 0,1 1 0,-1-1 0,0 1 0,0 1 0,1-1 0,-1 1 0,0 0 0,1 0 0,-7 3 0,11-4 0,-1 1 0,0 0 0,0-1 0,1 1 0,-1 0 0,0 0 0,1 0 0,-1 0 0,1 1 0,0-1 0,-1 0 0,1 1 0,0-1 0,-1 0 0,1 1 0,0 0 0,0-1 0,1 1 0,-1 0 0,0-1 0,0 1 0,1 0 0,-1 0 0,1 0 0,-1-1 0,1 1 0,0 0 0,0 0 0,0 0 0,0 0 0,0 0 0,0 0 0,1-1 0,-1 1 0,0 0 0,2 2 0,0 1 0,-1-1 0,2 1 0,-1-1 0,0 0 0,1 0 0,0 0 0,0 0 0,0 0 0,0-1 0,1 1 0,0-1 0,7 6 0,-5-5 0,0-1 0,0 0 0,0 0 0,1-1 0,-1 1 0,1-1 0,0-1 0,-1 1 0,1-1 0,0 0 0,0-1 0,0 0 0,9 0 0,-13-1 0,1 1 0,-1-1 0,1 0 0,-1 0 0,1 0 0,-1-1 0,0 1 0,0-1 0,1 1 0,-1-1 0,0 0 0,-1 0 0,1-1 0,0 1 0,-1 0 0,1-1 0,-1 0 0,0 1 0,0-1 0,0 0 0,0 0 0,0-1 0,0 1 0,-1 0 0,0 0 0,0-1 0,1-3 0,1-8 0,0 1 0,-2-1 0,1 0 0,-3-29 0,-2 12 0,-8-40 0,3 40 0,-2 1 0,-1 0 0,-1 1 0,-1 0 0,-2 1 0,-32-49 0,45 76 0,0 0 0,1 0 0,-1-1 0,0 1 0,-1 0 0,1 1 0,0-1 0,-5-2 0,7 3 0,0 1 0,-1 0 0,1 0 0,0 0 0,-1 0 0,1 0 0,0-1 0,-1 1 0,1 0 0,0 0 0,-1 0 0,1 0 0,0 0 0,-1 0 0,1 0 0,0 0 0,-1 0 0,1 0 0,0 1 0,0-1 0,-1 0 0,1 0 0,0 0 0,-1 0 0,1 0 0,0 0 0,-1 1 0,1-1 0,0 0 0,-1 1 0,1 0 0,-1 0 0,1 0 0,0 0 0,0 0 0,-1 0 0,1 0 0,0 0 0,0 0 0,0 0 0,0 0 0,0 0 0,0 0 0,1 0 0,-1 2 0,6 28 0,1 0 0,15 39 0,29 59 0,-41-105-195,1-1 0,1-1 0,1 0 0,1 0 0,0-1 0,32 32 0,-34-40-6631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4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55 24575,'-12'-3'0,"-35"-14"0,-83-15 0,126 31 0,-1 0 0,1 1 0,-1-1 0,0 1 0,1 0 0,-1 1 0,1-1 0,-7 2 0,10-1 0,0-1 0,0 1 0,0-1 0,-1 1 0,1-1 0,0 1 0,0 0 0,0 0 0,0 0 0,0 0 0,0-1 0,0 1 0,0 0 0,1 1 0,-1-1 0,0 0 0,1 0 0,-1 0 0,0 0 0,1 1 0,0-1 0,-1 0 0,1 0 0,0 1 0,-1-1 0,1 0 0,0 1 0,0-1 0,0 0 0,0 0 0,0 1 0,1 1 0,0 3 0,0 0 0,0 0 0,1 0 0,0 0 0,0 0 0,1-1 0,-1 1 0,1-1 0,0 1 0,1-1 0,0 0 0,5 7 0,-1-4 0,1 0 0,-1 0 0,1-1 0,0 0 0,19 11 0,-21-14 0,0-1 0,0 0 0,0 0 0,0 0 0,1-1 0,0 0 0,-1-1 0,14 2 0,-18-3 0,-1 0 0,1 0 0,0 0 0,0-1 0,0 1 0,0-1 0,-1 1 0,1-1 0,0 0 0,-1 0 0,1 0 0,-1-1 0,1 1 0,-1-1 0,1 1 0,-1-1 0,0 0 0,0 0 0,0 0 0,0 0 0,0 0 0,0 0 0,0 0 0,-1-1 0,1 1 0,1-4 0,-1 1 0,1 0 0,-1 0 0,0-1 0,-1 1 0,1-1 0,-1 1 0,0-1 0,0 1 0,-1-1 0,1 0 0,-1 1 0,-1-1 0,1 0 0,-1 1 0,0-1 0,0 1 0,-2-6 0,0 1 0,5 10 0,8 13 0,-5-6 0,8 9-273,1-1 0,0-1 0,1 0 0,25 18 0,-30-25-6553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86 372 24575,'-10'4'0,"0"0"0,1 1 0,0 1 0,-1-1 0,-8 9 0,16-13 0,0 1 0,1-1 0,0 0 0,-1 0 0,1 1 0,0-1 0,0 1 0,0-1 0,-1 1 0,2 0 0,-1-1 0,0 1 0,0 0 0,1 0 0,-1-1 0,0 1 0,1 0 0,0 0 0,-1 0 0,1 0 0,0 0 0,0-1 0,0 1 0,1 0 0,-1 0 0,0 0 0,1 0 0,-1 0 0,1 0 0,-1-1 0,1 1 0,0 0 0,0-1 0,0 1 0,0 0 0,2 2 0,0 0 0,0-1 0,0 1 0,1-1 0,0 0 0,-1 0 0,1 0 0,0 0 0,0 0 0,1-1 0,-1 0 0,0 0 0,1 0 0,-1-1 0,1 1 0,0-1 0,-1 0 0,1-1 0,9 1 0,-11-1 0,0 0 0,0 0 0,0-1 0,1 1 0,-1-1 0,0 0 0,0 0 0,0 0 0,0 0 0,0-1 0,0 1 0,0-1 0,-1 0 0,1 1 0,-1-1 0,1-1 0,-1 1 0,1 0 0,-1-1 0,0 1 0,0-1 0,0 1 0,-1-1 0,1 0 0,-1 0 0,1 0 0,-1 0 0,1-5 0,1-2 0,-1 0 0,-1 0 0,0-1 0,0 1 0,-1 0 0,0-1 0,-1 1 0,0 0 0,-1-1 0,0 1 0,-7-19 0,-2-3 0,-3 2 0,-22-41 0,-52-98 0,80 156 0,4 9 0,5 8 0,13 29 0,35 61 0,-15-32 0,-29-54 0,54 99 0,-48-89 0,1-2 0,0 0 0,29 29 0,-31-35-1365,-3-2-5461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213 341 24575,'-32'-3'0,"5"0"0,0 1 0,0 1 0,-30 3 0,55-2 0,0 1 0,-1-1 0,1 1 0,0-1 0,0 1 0,0 0 0,0-1 0,0 1 0,0 0 0,0 1 0,0-1 0,0 0 0,0 0 0,0 1 0,1-1 0,-1 1 0,-1 1 0,2-1 0,0-1 0,1 0 0,-1 1 0,1-1 0,-1 1 0,1-1 0,0 1 0,-1-1 0,1 0 0,0 1 0,0-1 0,0 1 0,0-1 0,0 1 0,0-1 0,1 1 0,-1-1 0,0 1 0,1-1 0,-1 1 0,1-1 0,-1 0 0,1 1 0,0-1 0,0 0 0,1 2 0,1 1 0,0 1 0,0-1 0,1 0 0,0 0 0,0-1 0,0 1 0,0-1 0,1 0 0,-1 0 0,1 0 0,0 0 0,0-1 0,0 0 0,6 2 0,-8-3 0,1 0 0,0 0 0,-1-1 0,1 1 0,0-1 0,-1 0 0,1 0 0,0 0 0,-1 0 0,1-1 0,0 0 0,-1 1 0,1-1 0,0 0 0,-1-1 0,0 1 0,1-1 0,-1 1 0,0-1 0,0 0 0,5-4 0,-3 1 0,0 1 0,0-1 0,-1-1 0,0 1 0,0 0 0,0-1 0,-1 0 0,0 0 0,0 0 0,2-8 0,-2 5 0,-1-1 0,0 0 0,0 1 0,-1-1 0,-1 0 0,0-14 0,-2 8 0,1 1 0,-2-1 0,0 1 0,-1 0 0,-1 0 0,-9-22 0,-2 6 0,-35-54 0,48 80 0,-9-12 0,12 16 0,-1 0 0,0 0 0,1 1 0,-1-1 0,0 0 0,1 1 0,-1-1 0,0 0 0,0 1 0,1-1 0,-1 1 0,0 0 0,0-1 0,0 1 0,0 0 0,0-1 0,-1 1 0,2 0 0,-1 0 0,1 0 0,0 0 0,-1 1 0,1-1 0,0 0 0,0 0 0,-1 0 0,1 1 0,0-1 0,0 0 0,-1 0 0,1 1 0,0-1 0,0 0 0,0 1 0,-1-1 0,1 0 0,0 0 0,0 1 0,0-1 0,0 0 0,0 1 0,0-1 0,-1 0 0,1 1 0,0-1 0,0 1 0,0-1 0,0 0 0,0 1 0,0-1 0,1 0 0,-1 1 0,0-1 0,2 16 0,-1-14 0,4 19 8,2 0 0,0-1 0,1 0-1,1 0 1,19 29 0,68 87-261,-45-67-906,-40-54-5667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41 24575,'-21'-2'0,"-32"1"0,47 2 0,0-1 0,-1 1 0,1 0 0,0 1 0,0-1 0,0 1 0,0 0 0,0 1 0,-7 3 0,11-5 0,0 0 0,1 1 0,-1-1 0,0 0 0,1 0 0,0 1 0,-1-1 0,1 1 0,0-1 0,0 1 0,0 0 0,0-1 0,0 1 0,0 0 0,0 0 0,0 0 0,1 0 0,-1 3 0,0-2 0,1 0 0,0 0 0,1 0 0,-1 0 0,0 0 0,1 0 0,0 0 0,0 0 0,0 0 0,0 0 0,2 3 0,0 1 0,1 0 0,1-1 0,-1 1 0,1-1 0,0 0 0,1-1 0,-1 1 0,13 8 0,-9-8 0,1 0 0,0-1 0,0 0 0,0-1 0,1 0 0,0-1 0,-1 0 0,1-1 0,0 0 0,1 0 0,-1-1 0,0-1 0,0 0 0,0-1 0,0 0 0,0 0 0,14-4 0,-22 4 0,-1 0 0,1 0 0,-1 0 0,1 0 0,-1 0 0,0-1 0,1 1 0,-1-1 0,0 1 0,0-1 0,0 0 0,0 0 0,0 0 0,-1 0 0,1 0 0,-1 0 0,2-3 0,-1 1 0,-1 1 0,0 0 0,0-1 0,0 1 0,-1 0 0,1-1 0,-1 1 0,0-1 0,0 0 0,0 1 0,-1-7 0,0 3 0,-1 0 0,0 0 0,0 0 0,-1 0 0,0 0 0,0 1 0,0 0 0,-1-1 0,0 1 0,0 0 0,-1 1 0,-5-7 0,2 5 14,1 1-1,-1 0 0,0 0 0,-1 1 1,1 0-1,-1 0 0,0 1 1,-17-5-1,21 7-87,1 1-1,-1 0 1,0 0 0,0 1 0,0-1-1,0 1 1,1 0 0,-1 0 0,0 1-1,0 0 1,0-1 0,0 2 0,1-1-1,-1 0 1,1 1 0,-1 0 0,1 0-1,-1 0 1,-5 5 0,1 0-6752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24575,'7'5'0,"-1"0"0,1-1 0,1 0 0,-1 0 0,1 0 0,-1-1 0,1-1 0,12 4 0,5 2 0,-18-6 0,0 1 0,0-1 0,0-1 0,0 1 0,0-1 0,1 0 0,9-1 0,-14 0 0,-1 0 0,0-1 0,0 1 0,1-1 0,-1 1 0,0-1 0,0 0 0,0 0 0,0 0 0,0 0 0,0 0 0,0 0 0,0-1 0,0 1 0,0 0 0,-1-1 0,1 0 0,-1 1 0,1-1 0,-1 0 0,0 0 0,1 0 0,-1 0 0,0 0 0,0 0 0,0 0 0,0-4 0,1 1 0,-1 0 0,0-1 0,0 1 0,-1-1 0,0-6 0,2 15 0,-1 1 0,1-1 0,0 0 0,-1 0 0,2 0 0,-1 0 0,0-1 0,4 5 0,1 1 0,1-1 0,11 10 0,-12-12 20,0-1 0,0 0 0,0 0 0,1 0 0,11 3 0,-15-6-134,0 0 0,0 0-1,0 0 1,1-1 0,-1 1 0,0-1-1,1 0 1,-1 0 0,0-1 0,1 1-1,-1-1 1,4-1 0,2-2-6712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24575,'23'28'0,"9"14"0,3 2 0,-3-1 0,-6-5 0,-6-5 0,-3-5 0,-3-4 0,-2-2 0,-2-2 0,-3-2 0,1-2 0,-1 0 0,-3-1 0,-1-3-8191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48 24575,'-28'-10'0,"-11"-3"0,-2 0 0,4 5 0,5 4 0,6 6 0,5 1 0,3 4 0,5 2 0,2 1 0,1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43 150 24575,'91'160'0,"-32"-54"0,-29-59 0,-74-91 0,29 28 0,1 0 0,1-1 0,0 0 0,2-1 0,0-1 0,1 0 0,1 0 0,0-1 0,2 0 0,0-1 0,2 0 0,0 0 0,-3-29 0,8 43 0,0 1 0,0 0 0,1-1 0,0 1 0,0 0 0,1 0 0,-1-1 0,1 1 0,0 0 0,1 1 0,0-1 0,0 0 0,5-7 0,-6 10 0,0 1 0,0-1 0,0 1 0,0 0 0,0 0 0,0 0 0,1 0 0,-1 0 0,1 1 0,-1-1 0,1 1 0,0-1 0,0 1 0,-1 0 0,1 0 0,0 0 0,0 1 0,0-1 0,0 1 0,0-1 0,0 1 0,0 0 0,0 0 0,0 1 0,0-1 0,0 0 0,0 1 0,0 0 0,0 0 0,3 1 0,-3-1 0,0 0 0,-1 0 0,1 1 0,-1-1 0,1 1 0,-1-1 0,1 1 0,-1 0 0,0 0 0,0 0 0,0 0 0,0 0 0,0 1 0,-1-1 0,1 1 0,0-1 0,-1 1 0,0-1 0,0 1 0,0 0 0,0 0 0,0-1 0,0 1 0,-1 0 0,1 0 0,-1 0 0,0 4 0,0-3 0,-1 0 0,1 0 0,-1 0 0,0-1 0,0 1 0,-1 0 0,1 0 0,-1-1 0,0 1 0,0-1 0,0 1 0,0-1 0,0 0 0,-1 0 0,0 0 0,1 0 0,-1 0 0,0-1 0,-7 5 0,-10 5-273,-1-2 0,-1 0 0,0-1 0,-35 9 0,42-14-6553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24575,'0'2'0,"1"-1"0,-1 1 0,1 0 0,-1-1 0,1 1 0,-1-1 0,1 1 0,0-1 0,0 1 0,0-1 0,0 0 0,2 3 0,17 16 0,-14-14 0,1 1 0,0-1 0,0 0 0,1 0 0,0-1 0,0 0 0,16 8 0,-22-12 0,1 0 0,-1-1 0,1 1 0,-1 0 0,1-1 0,-1 0 0,1 1 0,-1-1 0,1 0 0,0 0 0,-1-1 0,1 1 0,2-1 0,-3 0 0,0 1 0,-1-1 0,1 0 0,0 0 0,0 0 0,-1-1 0,1 1 0,-1 0 0,1-1 0,-1 1 0,0-1 0,1 1 0,-1-1 0,0 1 0,0-1 0,0 0 0,0 0 0,0 0 0,0-2 0,3-6 0,-1-2 0,3-13 0,1-6 0,-7 31 0,0 0 0,0 0 0,0-1 0,0 1 0,0 0 0,0 0 0,0-1 0,0 1 0,0 0 0,1 0 0,-1-1 0,0 1 0,0 0 0,0 0 0,0 0 0,0-1 0,0 1 0,1 0 0,-1 0 0,0 0 0,0 0 0,0-1 0,0 1 0,1 0 0,-1 0 0,0 0 0,0 0 0,1 0 0,-1 0 0,0 0 0,0-1 0,0 1 0,1 0 0,-1 0 0,0 0 0,0 0 0,1 0 0,-1 0 0,0 0 0,0 0 0,1 0 0,-1 0 0,0 1 0,0-1 0,1 0 0,-1 0 0,0 0 0,0 0 0,0 0 0,1 0 0,-1 0 0,0 0 0,0 1 0,0-1 0,1 0 0,-1 0 0,0 0 0,0 1 0,0-1 0,12 16 0,-8-11 0,3 4-90,7 8 201,29 30 0,-39-43-226,1 0-1,-1 0 1,1-1 0,0 0 0,0 0 0,0 0 0,0 0 0,1-1-1,-1 0 1,1 0 0,-1-1 0,9 2 0,-3-2-6711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24575,'-9'-19'0,"7"12"0,7 12 0,127 222 0,-95-157 0,-6-3 67,-24-48-544,2 0-1,18 31 1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45 24575,'-30'-10'0,"-12"-3"0,-5 0 0,1 6 0,1 5 0,6 4 0,6 1 0,10 1-8191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24575,'19'23'0,"-1"1"0,-1 0 0,-1 1 0,-2 1 0,0 1 0,-2 0 0,-1 1 0,-1 0 0,-1 0 0,-2 1 0,6 42 0,-12-59 0,0-1 0,1-1 0,-1 0 0,2 1 0,4 11 0,-6-19 0,0-1 0,0 0 0,0 0 0,0 1 0,0-1 0,1 0 0,-1 0 0,1 0 0,0-1 0,-1 1 0,1 0 0,0-1 0,0 1 0,0-1 0,0 1 0,0-1 0,1 0 0,-1 0 0,0 0 0,1 0 0,-1-1 0,0 1 0,4 0 0,8 0-1365,-1-1-5461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24575,'-28'2'0,"-11"1"0,-2 3 0,4 0 0,5 2 0,6-1 0,8-2-8191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24575,'13'37'0,"7"26"0,40 84 0,-51-129 0,1 0 0,0-1 0,2 0 0,0-1 0,0 0 0,2-1 0,0 0 0,0-1 0,18 12 0,-30-24 0,0 0 0,1-1 0,-1 0 0,1 1 0,-1-1 0,1 0 0,-1 0 0,1 0 0,-1-1 0,1 1 0,0 0 0,-1-1 0,1 0 0,0 0 0,0 0 0,2 0 0,-3 0 0,0-1 0,-1 0 0,1 1 0,0-1 0,-1 0 0,1 0 0,-1 0 0,1 0 0,-1 0 0,0 0 0,1 0 0,-1 0 0,0 0 0,0-1 0,0 1 0,0-1 0,0 1 0,0-1 0,0 1 0,0-1 0,-1 1 0,1-1 0,-1 0 0,1 1 0,-1-1 0,1-2 0,0-4 0,0 1 0,-1-1 0,0-9 0,1-10 0,-1 26 0,0 1 0,0 0 0,0 0 0,0-1 0,0 1 0,0 0 0,0 0 0,0 0 0,0-1 0,1 1 0,-1 0 0,0 0 0,0 0 0,0-1 0,0 1 0,0 0 0,0 0 0,1 0 0,-1 0 0,0 0 0,0-1 0,0 1 0,0 0 0,1 0 0,-1 0 0,0 0 0,0 0 0,0 0 0,1 0 0,-1 0 0,0 0 0,0-1 0,0 1 0,1 0 0,-1 0 0,0 0 0,0 0 0,0 0 0,1 0 0,-1 0 0,0 1 0,0-1 0,1 0 0,-1 0 0,0 0 0,0 0 0,0 0 0,1 0 0,-1 0 0,0 0 0,0 0 0,0 1 0,0-1 0,1 0 0,-1 0 0,0 0 0,0 0 0,0 1 0,0-1 0,0 0 0,1 0 0,13 15 0,-8-10 0,10 10-87,39 32-1191,-42-37-5548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24575,'-8'5'0,"0"0"0,1 1 0,0 0 0,-12 12 0,17-16 0,0 0 0,0 0 0,0 1 0,0-1 0,1 1 0,-1-1 0,1 1 0,0-1 0,0 1 0,0 0 0,0-1 0,0 1 0,0 0 0,1 0 0,0 0 0,-1 0 0,1 0 0,0 0 0,1 3 0,-1-4 0,0-1 0,1 0 0,-1 1 0,1-1 0,-1 0 0,1 0 0,0 0 0,-1 1 0,1-1 0,0 0 0,0 0 0,0 0 0,0 0 0,0 0 0,0-1 0,0 1 0,0 0 0,0 0 0,0-1 0,0 1 0,1-1 0,-1 1 0,0-1 0,0 1 0,1-1 0,-1 0 0,0 1 0,1-1 0,-1 0 0,0 0 0,1 0 0,-1 0 0,0 0 0,1 0 0,-1-1 0,2 1 0,-1-1 0,1 1 0,-1-1 0,0 1 0,0-1 0,1 0 0,-1 0 0,0 0 0,0 0 0,0-1 0,0 1 0,0 0 0,0-1 0,0 0 0,0 1 0,-1-1 0,1 0 0,-1 0 0,1 0 0,1-3 0,-1 0 0,-1-1 0,0 1 0,0 0 0,0-1 0,-1 1 0,0-11 0,0-6 0,0 22 0,0 0 0,0 0 0,0-1 0,0 1 0,0 0 0,0 0 0,0-1 0,0 1 0,0 0 0,0 0 0,0 0 0,0-1 0,0 1 0,0 0 0,1 0 0,-1 0 0,0-1 0,0 1 0,0 0 0,0 0 0,0 0 0,0 0 0,1-1 0,-1 1 0,0 0 0,0 0 0,0 0 0,0 0 0,1 0 0,-1-1 0,6 5 0,6 14 0,-10-14 0,7 9-273,1 0 0,0 0 0,1-1 0,13 12 0,-12-15-6553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24575,'3'1'0,"0"0"0,0 1 0,0 0 0,0-1 0,0 1 0,0 0 0,-1 0 0,1 1 0,-1-1 0,0 0 0,0 1 0,1-1 0,-2 1 0,1 0 0,2 3 0,1 6 0,1-1 0,5 21 0,-4-12 0,28 85 0,-20-55 0,31 69 0,-42-111-105,0 1 0,1-2 0,0 1 0,1 0 0,-1-1 0,1 0 0,1-1 0,-1 1 0,1-1 0,1 0 0,-1-1 0,13 7 0,-10-7-6721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 24575,'-30'2'0,"-15"4"0,-5 3 0,1 0 0,7 1 0,5-1 0,9-2-8191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24575,'0'1'0,"0"0"0,0 0 0,0 0 0,1-1 0,-1 1 0,1 0 0,-1 0 0,0-1 0,1 1 0,-1 0 0,1-1 0,0 1 0,-1-1 0,1 1 0,-1 0 0,1-1 0,1 1 0,14 9 0,-12-8 0,3 3 0,62 32 0,-60-33 0,1 0 0,-1 0 0,1-1 0,0-1 0,15 3 0,-22-4 0,1-1 0,-1 0 0,1 0 0,-1 0 0,1-1 0,-1 1 0,1-1 0,-1 1 0,0-1 0,1-1 0,-1 1 0,0 0 0,0-1 0,1 1 0,-1-1 0,-1 0 0,1 0 0,0 0 0,0 0 0,3-5 0,-2 2 0,0 0 0,-1 0 0,1-1 0,-1 1 0,-1-1 0,1 1 0,-1-1 0,0 0 0,0 0 0,1-10 0,1 25 0,0 0 0,1-1 0,0 0 0,7 9 0,26 22-1365,-28-29-5461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16 180 24575,'12'50'0,"20"69"0,-27-101 0,2-1 0,0 0 0,1-1 0,16 25 0,-23-40 0,-1-3 0,-5-9 0,-6-15 0,-9-9 0,-30-72 0,45 92 0,0-1 0,0 0 0,2 0 0,0 0 0,0-1 0,2 1 0,0-26 0,2 35 0,1 0 0,-1-1 0,1 1 0,0 0 0,1 1 0,-1-1 0,1 0 0,1 1 0,-1-1 0,1 1 0,9-11 0,-10 14 0,0 0 0,0 0 0,0 0 0,0 1 0,0-1 0,1 1 0,-1 0 0,1 0 0,7-3 0,-8 4 0,-1 0 0,1 1 0,0-1 0,0 1 0,-1-1 0,1 1 0,0 0 0,0 0 0,0 1 0,-1-1 0,1 0 0,0 1 0,0 0 0,-1-1 0,6 3 0,-6-1 0,1 0 0,0-1 0,-1 1 0,1 0 0,-1 0 0,1 1 0,-1-1 0,0 0 0,0 1 0,0-1 0,0 1 0,-1 0 0,1 0 0,-1 0 0,0 0 0,1-1 0,-1 2 0,-1-1 0,1 0 0,0 0 0,-1 0 0,1 0 0,-1 0 0,0 1 0,0-1 0,-1 4 0,1-2 0,-1 0 0,1 0 0,-1 0 0,0 0 0,-1 0 0,1-1 0,-1 1 0,0 0 0,0-1 0,0 1 0,-1-1 0,0 0 0,0 0 0,0 0 0,0 0 0,-5 4 0,2-3-341,0-1 0,0 0-1,-8 3 1,-1 0-6485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8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24575,'0'32'0,"0"121"0,8-89 0,-1 22 0,-8-31 0,2 43 0,-1-97-124,0 1 0,1-1 0,-1 1 0,0 0 0,1-1 0,-1 1-1,1-1 1,-1 1 0,1-1 0,1 2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9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63 24575,'-1'0'0,"1"0"0,0 0 0,0 0 0,0 0 0,0 0 0,0 0 0,-1 0 0,1 0 0,0 0 0,0 0 0,0 0 0,0 0 0,0 1 0,-1-1 0,1-1 0,0 1 0,0 0 0,0 0 0,0 0 0,-1 0 0,1 0 0,0 0 0,0 0 0,0 0 0,0 0 0,0 0 0,0 0 0,-1 0 0,1 0 0,0 0 0,0-1 0,0 1 0,0 0 0,0 0 0,0 0 0,0 0 0,-1 0 0,1 0 0,0-1 0,0 1 0,0 0 0,0 0 0,0 0 0,0 0 0,0 0 0,0-1 0,0 1 0,0 0 0,0 0 0,0 0 0,0 0 0,0 0 0,0-1 0,0 1 0,0 0 0,0 0 0,0 0 0,0 0 0,0-1 0,0 1 0,0 0 0,1 0 0,-1 0 0,9-7 0,9 5 0,-1-1 0,1 2 0,0 1 0,25 2 0,2-1 0,694-1 0,-723-1 0,0 0 0,15-4 0,-14 1 0,26 0 0,225 3 0,-127 2 0,-127-1 0,1-2 0,17-3 0,-17 2 0,26-2 0,-4 4 0,38-6 0,-31 2 0,0 2 0,1 1 0,44 6 0,-30 3 0,-34-3 0,30 0 0,299-4 0,-346 0-170,0 0-1,0 1 0,0 1 1,0-1-1,-1 1 0,1 1 1,9 3-1,-9-1-6655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2574 1 24575,'16'0'0,"18"1"0,-33-1 0,0 1 0,0-1 0,0 1 0,0-1 0,-1 1 0,1-1 0,0 1 0,0 0 0,-1 0 0,1-1 0,0 1 0,-1 0 0,1 0 0,-1 0 0,1-1 0,-1 1 0,1 0 0,-1 0 0,0 0 0,1 0 0,-1 0 0,0 2 0,5 27 0,-4-23 0,20 108 0,-11-66 0,-2 0 0,2 67 0,-9-77 0,-3 98 0,-3-106 0,4-27 0,-1 1 0,2-1 0,-1 1 0,0-1 0,1 1 0,0-1 0,0 1 0,0-1 0,1 1 0,-1-1 0,1 1 0,0-1 0,1 1 0,2 5 0,30 45 0,-33-53 0,0 0 0,0-1 0,0 1 0,0 0 0,0-1 0,0 1 0,-1 0 0,1 0 0,0 0 0,-1 0 0,0-1 0,1 1 0,-1 0 0,0 0 0,0 0 0,0 0 0,0 0 0,-1 0 0,1 0 0,0 0 0,-2 2 0,1-2 0,0-1 0,0 1 0,0-1 0,0 1 0,-1-1 0,1 0 0,0 0 0,-1 1 0,1-1 0,-1 0 0,1 0 0,-1-1 0,0 1 0,1 0 0,-1 0 0,0-1 0,0 1 0,0-1 0,1 0 0,-1 1 0,0-1 0,-2 0 0,-113 0 0,47-2 0,16 2 0,-241 9 0,-94 12 0,-109-21 0,363 9 0,83-4 0,-97 18 0,20-2 0,116-19 0,-173 12 0,104-13 0,-111-3 0,171 0 0,-39-11 0,-10 0 0,47 11 0,-27 3 0,-20-2 0,48-4-1365,13 2-5461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24575,'3'1'0,"2"9"0,12 22 0,-1-2 0,5 3 0,-12-21 0,-2 1 0,13 26 0,-19-38 6,-1 0 0,1 0-1,-1 0 1,0 0 0,1 0-1,-1 0 1,0 0 0,0 0 0,0 0-1,0 0 1,0 0 0,0 0-1,0 0 1,0 0 0,0 1-1,-1-1 1,1 0 0,0 0 0,-1 0-1,0 1 1,1-2-59,-1 1 0,1-1 0,-1 1 0,0-1 0,1 1 0,-1-1 0,0 1 0,0-1 0,1 0 0,-1 0 0,0 1 0,0-1 0,0 0-1,1 0 1,-1 0 0,0 0 0,0 0 0,0 0 0,1 0 0,-1 0 0,0 0 0,0 0 0,0 0 0,1-1 0,-1 1 0,0 0 0,-1-1 0,-9-3-6773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2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0 100 24575,'7'-11'0,"1"1"0,1 0 0,-1 0 0,2 1 0,16-14 0,-20 20 0,-1-1 0,0 1 0,1 0 0,0 1 0,0-1 0,0 1 0,0 0 0,0 1 0,0 0 0,0-1 0,0 2 0,1-1 0,10 1 0,1 2 0,0 1 0,-1 1 0,1 0 0,-1 2 0,0 0 0,-1 0 0,1 2 0,-1 0 0,-1 1 0,25 17 0,-38-24 0,1 0 0,-1 0 0,0 0 0,1 0 0,-1 0 0,0 1 0,0-1 0,-1 1 0,1 0 0,-1-1 0,3 7 0,-3-8 0,-1 0 0,0 1 0,0-1 0,1 1 0,-1-1 0,0 1 0,0-1 0,0 0 0,-1 1 0,1-1 0,0 1 0,0-1 0,-1 1 0,1-1 0,-1 0 0,1 1 0,-1-1 0,0 0 0,1 0 0,-1 1 0,0-1 0,0 0 0,0 0 0,0 0 0,0 0 0,0 0 0,-2 1 0,-3 3 0,-1-1 0,0 0 0,0 0 0,0-1 0,-1 0 0,1 0 0,-13 3 0,-56 7 0,74-12 0,-19 1 0,17-3 0,-1 2 0,0-1 0,0 0 0,1 1 0,-1 0 0,0 0 0,1 0 0,-1 1 0,1 0 0,-6 2 0,9-3 0,1-1 0,0 0 0,0 0 0,-1 1 0,1-1 0,0 0 0,0 1 0,0-1 0,0 0 0,-1 0 0,1 1 0,0-1 0,0 0 0,0 1 0,0-1 0,0 0 0,0 1 0,0-1 0,0 0 0,0 1 0,0-1 0,0 0 0,0 1 0,0-1 0,0 0 0,0 1 0,0-1 0,1 0 0,-1 1 0,0-1 0,0 0 0,0 1 0,0-1 0,1 0 0,-1 0 0,0 1 0,0-1 0,1 0 0,-1 0 0,0 1 0,0-1 0,1 0 0,-1 0 0,0 0 0,15 10 0,76 33 0,-58-30 0,-2 2 0,46 29 0,-72-40 0,0-1 0,-1 0 0,0 1 0,0 0 0,0 0 0,6 8 0,-9-11 0,-1 0 0,1 0 0,-1 0 0,1 0 0,-1 0 0,1 0 0,-1 0 0,0 1 0,0-1 0,1 0 0,-1 0 0,0 0 0,0 0 0,0 0 0,0 0 0,0 0 0,0 1 0,0-1 0,-1 0 0,1 0 0,0 0 0,-1 0 0,1 0 0,-1 0 0,1 0 0,-1 0 0,1 0 0,-1 0 0,0 0 0,1 0 0,-1 0 0,0-1 0,0 1 0,0 0 0,0 0 0,1-1 0,-1 1 0,0-1 0,0 1 0,-1 0 0,-6 2 0,0 1 0,0-1 0,-1-1 0,1 0 0,0 0 0,-1-1 0,-14 1 0,0 1 0,-72 2 119,-1 0-1603,78-2-5342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18 24575,'-2'-3'0,"0"1"0,-1 0 0,1 0 0,0 1 0,-1-1 0,1 0 0,-4 0 0,6 1 0,-1 1 0,1 0 0,0 0 0,-1 0 0,1 0 0,0 0 0,-1 0 0,1 0 0,-1 0 0,1 0 0,0 0 0,-1 0 0,1 0 0,0 0 0,-1 0 0,1 0 0,0 0 0,-1 0 0,1 0 0,0 1 0,-1-1 0,1 0 0,0 0 0,-1 1 0,0-1 0,1 1 0,0 0 0,-1 0 0,1-1 0,0 1 0,-1 0 0,1 0 0,0 0 0,0 0 0,-1-1 0,1 1 0,0 0 0,0 0 0,0 0 0,1 1 0,1 28 0,11 55 0,1-4 0,-12-62 0,4 43 0,24 101 0,-22-131 0,-7-21 0,2 0 0,-1-1 0,2 0 0,-1 1 0,1-1 0,9 15 0,-5-19 112,-8-6-163,1 0 0,-1 0 0,0 0 0,1 0 0,-1 0 1,0 0-1,0-1 0,1 1 0,-1 0 0,0 0 0,1 0 0,-1 0 0,0 0 0,0-1 0,1 1 0,-1 0 0,0 0 0,0-1 0,0 1 0,1 0 0,-1 0 1,0-1-1,0 1 0,0 0 0,0 0 0,0-1 0,1 1 0,-1-1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5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24575,'1'-3'0,"1"1"0,0 0 0,-1 0 0,1 0 0,0 0 0,0 0 0,1 0 0,-1 0 0,0 1 0,1-1 0,-1 1 0,1 0 0,-1-1 0,1 1 0,-1 0 0,1 1 0,0-1 0,0 0 0,-1 1 0,1-1 0,0 1 0,0 0 0,4 0 0,7 1 0,0 0 0,0 1 0,16 3 0,1 0 0,0-2 0,0-1 0,43-4 0,-17 1 0,137-8 0,119 2 0,-195 8 0,-39 0 0,86-2 0,-104-6 0,15-1 0,-49 8 0,179 1 0,-143 6 0,20 1 0,199-9 0,-267 0 43,-1 0 0,18-4 0,-16 2-790,24-2 0,-27 5-6079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2141 0 24575,'195'45'0,"-194"-45"0,1 1 0,-1-1 0,1 0 0,-1 1 0,0 0 0,1-1 0,-1 1 0,1 0 0,-1 0 0,0 0 0,0 0 0,1 0 0,-1 0 0,0 0 0,0 0 0,0 0 0,0 0 0,0 1 0,-1-1 0,1 0 0,0 1 0,0 1 0,1 3 0,0 0 0,-1 0 0,0 0 0,0 10 0,3 8 0,-2-11 0,27 129 0,-15-52 0,3 170 0,-17-251 0,0 2 0,0 1 0,2 12 0,-1-21 0,-1-1 0,1 1 0,0 0 0,0 0 0,0 0 0,0-1 0,0 1 0,0-1 0,1 1 0,-1-1 0,1 1 0,0-1 0,3 3 0,-5-5 0,0 1 0,1-1 0,-1 0 0,0 0 0,0 1 0,1-1 0,-1 0 0,0 0 0,0 1 0,1-1 0,-1 0 0,0 1 0,0-1 0,0 0 0,0 1 0,1-1 0,-1 0 0,0 1 0,0-1 0,0 1 0,0-1 0,0 0 0,0 1 0,0-1 0,0 1 0,0-1 0,0 0 0,0 1 0,0-1 0,0 0 0,-1 1 0,1-1 0,0 0 0,0 1 0,0-1 0,0 0 0,-1 1 0,1-1 0,0 0 0,0 1 0,-1-1 0,1 0 0,0 0 0,0 1 0,-1-1 0,1 0 0,0 0 0,-1 1 0,1-1 0,-1 0 0,-23 9 0,17-6 0,-37 12 0,-1-2 0,-48 8 0,-95 7 0,148-22 0,-86 5 0,-166-7 0,192-5 0,-132-7 0,-1 1 0,-117 16 0,124 9 0,-48-14 0,159-5 0,62 1-1365,40 0-5461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24575,'-1'0'0,"1"1"0,-1-1 0,1 0 0,-1 0 0,1 1 0,-1-1 0,1 0 0,-1 1 0,1-1 0,-1 0 0,1 1 0,-1-1 0,1 0 0,0 1 0,-1-1 0,1 1 0,0-1 0,-1 1 0,1-1 0,0 1 0,0-1 0,0 1 0,-1-1 0,1 1 0,0 0 0,0-1 0,0 1 0,0-1 0,0 1 0,0-1 0,0 1 0,0-1 0,0 1 0,0 0 0,0 0 0,4 25 0,-3-23 0,3 13 0,2 0 0,0 0 0,1-1 0,0 0 0,1 0 0,1 0 0,18 22 0,-60-75-1365,23 24-5461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24575,'295'-15'0,"-290"15"0,-1-1 0,-1 1 0,0 0 0,1 0 0,-1 1 0,0-1 0,0 1 0,1-1 0,-1 1 0,0 0 0,4 2 0,-7-3 0,0 0 0,0 0 0,0 0 0,1 0 0,-1 1 0,0-1 0,0 0 0,0 0 0,0 1 0,0-1 0,1 0 0,-1 0 0,0 0 0,0 1 0,0-1 0,0 0 0,0 0 0,0 1 0,0-1 0,0 0 0,0 1 0,0-1 0,0 0 0,0 0 0,0 1 0,0-1 0,0 0 0,0 0 0,0 1 0,0-1 0,0 0 0,-1 0 0,1 1 0,0-1 0,0 0 0,0 0 0,0 0 0,0 1 0,-1-1 0,1 0 0,0 0 0,0 0 0,0 0 0,-1 1 0,1-1 0,0 0 0,0 0 0,-1 0 0,1 0 0,0 0 0,-1 0 0,-12 8 0,-20 3 0,-3 1 0,35-11 0,-1-1 0,1 1 0,0-1 0,0 1 0,0 0 0,0 0 0,0-1 0,1 1 0,-1 0 0,0 0 0,0 0 0,0 0 0,1 0 0,-1 0 0,1 0 0,-1 0 0,1 0 0,-1 1 0,1-1 0,-1 0 0,1 0 0,0 0 0,0 1 0,0-1 0,-1 0 0,1 0 0,0 1 0,1-1 0,-1 0 0,0 0 0,0 0 0,0 1 0,1-1 0,-1 0 0,1 0 0,-1 0 0,1 0 0,-1 0 0,2 2 0,2 4 0,0-1 0,0 0 0,1 0 0,0-1 0,7 7 0,25 23 0,60 44 0,-92-75 0,0 0 0,0 0 0,0 0 0,0 1 0,-1 0 0,0-1 0,6 10 0,-9-13 0,0 0 0,-1 1 0,1-1 0,-1 0 0,0 0 0,1 0 0,-1 1 0,0-1 0,1 0 0,-1 0 0,0 1 0,0-1 0,0 0 0,0 1 0,0-1 0,-1 0 0,1 0 0,-1 2 0,1-1 0,-1-1 0,0 0 0,0 1 0,0-1 0,0 0 0,-1 0 0,1 1 0,0-1 0,0 0 0,-1 0 0,1 0 0,-1 0 0,1-1 0,-1 1 0,1 0 0,-1-1 0,-2 2 0,-10 1 0,0-1 0,0 0 0,1 0 0,-1-2 0,0 1 0,-21-4 0,-2 2 0,-129 0-1365,147 1-5461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8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24575,'-1'2'0,"-1"0"0,1 0 0,-1 0 0,1 1 0,0-1 0,0 0 0,0 0 0,0 1 0,1-1 0,-1 0 0,1 1 0,-1 3 0,-1 32 0,2-28 0,0 12 0,2-1 0,0 0 0,9 36 0,23 61 0,-8-35 0,-22-65 0,1 1 0,1 0 0,10 24 0,-16-44-21,0 1-1,0 0 0,0 0 1,0 0-1,1-1 0,-1 1 1,0 0-1,0 0 0,0 0 1,0-1-1,0 1 0,0 0 1,0 0-1,1 0 0,-1 0 1,0-1-1,0 1 0,0 0 1,1 0-1,-1 0 0,0 0 0,0 0 1,0 0-1,1-1 0,-1 1 1,0 0-1,0 0 0,0 0 1,1 0-1,-1 0 0,0 0 1,0 0-1,1 0 0,-1 0 1,0 0-1,0 0 0,0 0 1,1 0-1,-1 0 0,0 0 1,0 1-1,1-1 0,-1 0 1,0 0-1,0 0 0,0 0 1,0 0-1,1 0 0,-1 0 1,0 1-1,0-1 0,0 0 1,0 0-1,1 0 0,-1 1 1,0-1-1,0 0 0,0 0 1,0 0-1,0 1 0,0-1 1,0 0-1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0 148 24575,'1'-2'0,"0"0"0,0-1 0,0 1 0,1 0 0,-1-1 0,1 1 0,-1 0 0,1 0 0,0 0 0,-1 0 0,1 0 0,0 1 0,0-1 0,5-2 0,-3 2 0,0 0 0,1 0 0,-1 0 0,1 1 0,-1 0 0,1 0 0,7-1 0,1 1 0,-1 1 0,1 0 0,-1 1 0,1 1 0,17 4 0,-1-1 0,1-2 0,-1 0 0,1-2 0,47-4 0,-30-3 0,0-1 0,47-15 0,-10 3 0,-32 7 0,-23 5 0,0 1 0,1 1 0,33-1 0,182 16 0,-72 8 0,-130-15 0,81-3 0,-107-3 0,-1 0 0,0-1 0,24-9 0,-26 8 0,0 1 0,0 0 0,0 1 0,1 0 0,16 0 0,0 2 0,0 2 0,56 9 0,-64-7 0,1 0 0,-1-2 0,1 0 0,29-4 0,36-12 0,-54 10 0,-14 1 0,41-2 0,174 7-1365,-224-1-5461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2465 1 24575,'-3'2'0,"0"1"0,1 0 0,-1 0 0,1 0 0,-1 0 0,1 1 0,-2 3 0,3-1 0,-1-1 0,1 1 0,0-1 0,1 1 0,-1 0 0,1-1 0,0 1 0,0 0 0,1-1 0,0 1 0,0 0 0,0-1 0,4 9 0,3 7 0,1 1 0,13 20 0,2 5 0,-6-8 0,42 104 0,-50-114 0,-1 0 0,-1 1 0,4 31 0,-8 8 0,-4-68 0,0 0 0,0 0 0,0 0 0,0 0 0,0 0 0,0 0 0,0 0 0,0 0 0,-1 0 0,1 0 0,0 0 0,-1 0 0,1 0 0,-1-1 0,1 1 0,-1 0 0,1 0 0,-1 0 0,1-1 0,-1 1 0,0 0 0,0-1 0,1 1 0,-1 0 0,0-1 0,0 1 0,0-1 0,1 1 0,-1-1 0,0 0 0,-1 1 0,-4 1 0,0 0 0,0-1 0,-13 2 0,7-1 0,-284 33 0,288-34 0,-183 4 0,-11 1 0,-268 4 0,309-11 0,-1020 1 0,1173 0-341,0 1 0,0 0-1,-11 3 1,6-1-6485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24575,'-1'6'0,"0"0"0,0-1 0,0 1 0,1 0 0,-1 0 0,2 0 0,-1 0 0,1 0 0,2 10 0,1 4 0,12 27 0,24 45 0,-39-91-95,-1-1 71,0 0 0,0 0 0,0 0 0,0 0 0,0 0 0,-1 0 0,1 0 0,0 0 0,0 0 0,0 0 0,0 0 0,0 0 0,0 0 0,0 0 0,0 0 0,0 0 1,0 0-1,0 0 0,0 1 0,0-1 0,0 0 0,0 0 0,0 0 0,0 0 0,0 0 0,0 0 0,0 0 0,0 0 0,0 0 0,0 0 0,0 0 0,0 0 0,0 0 0,0 0 0,0 0 0,0 0 0,0 1 0,0-1 0,0 0 0,0 0 0,0 0 1,0 0-1,0 0 0,0 0 0,0 0 0,0 0 0,0 0 0,0 0 0,0 0 0,0 0 0,0 0 0,0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1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24575,'28'-13'0,"1"2"0,54-13 0,-71 21 0,0 1 0,1 0 0,0 1 0,-1 1 0,1 0 0,0 1 0,-1 0 0,1 0 0,19 6 0,-29-6 0,0 0 0,0 0 0,0 1 0,0-1 0,0 0 0,5 5 0,-8-6 0,1 0 0,-1 1 0,1-1 0,-1 1 0,0-1 0,1 1 0,-1-1 0,0 1 0,1-1 0,-1 1 0,0 0 0,0-1 0,1 1 0,-1-1 0,0 1 0,0 0 0,0-1 0,0 1 0,0 0 0,0-1 0,0 1 0,0-1 0,0 1 0,0 0 0,0-1 0,0 1 0,0 0 0,-1-1 0,1 1 0,0-1 0,0 1 0,-1-1 0,1 1 0,0 0 0,-1-1 0,1 1 0,-1-1 0,1 0 0,-1 1 0,1-1 0,-1 1 0,-4 3 0,0 0 0,0 0 0,0-1 0,-11 6 0,11-7 0,-1 1 0,1 1 0,-1-1 0,1 1 0,-9 8 0,13-11 0,0 1 0,0-1 0,0 1 0,0-1 0,1 1 0,-1-1 0,0 1 0,1-1 0,-1 1 0,1 0 0,-1-1 0,1 1 0,0 0 0,-1 0 0,1-1 0,0 1 0,0 0 0,1 0 0,-1-1 0,0 1 0,0 0 0,1-1 0,-1 1 0,1 0 0,0-1 0,0 3 0,2 0 0,-1 1 0,1-1 0,0 1 0,0-1 0,1 0 0,-1 0 0,1 0 0,8 6 0,39 25 0,-33-24 0,-6-3 0,49 34 0,-56-38 0,0 0 0,0 0 0,0 1 0,-1 0 0,0 0 0,0 0 0,0 1 0,4 9 0,-7-15 0,-1 1 0,0 0 0,1 0 0,-1-1 0,0 1 0,0 0 0,1 0 0,-1-1 0,0 1 0,0 0 0,0 0 0,0 0 0,0-1 0,0 1 0,0 0 0,0 0 0,-1 0 0,1-1 0,0 1 0,0 0 0,-1 0 0,1-1 0,0 1 0,-1 1 0,-1-1 0,1 0 0,0 0 0,0 0 0,0 0 0,0-1 0,-1 1 0,1 0 0,0-1 0,-1 1 0,1-1 0,-1 1 0,-2 0 0,-5 0 0,-1 0 0,0-1 0,-13 0 0,15-1 0,-180-1-1365,171 2-5461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47 24575,'-3'-10'0,"2"7"0,0 0 0,0 0 0,0 1 0,1-1 0,-1 0 0,1 0 0,-1 0 0,1 0 0,0 0 0,1-4 0,-1 7 0,1 0 0,-1 0 0,1 0 0,-1 0 0,1 0 0,-1 0 0,1 0 0,-1 0 0,0 0 0,1 0 0,-1 0 0,1 1 0,-1-1 0,1 0 0,-1 0 0,1 0 0,-1 1 0,0-1 0,1 0 0,-1 1 0,0-1 0,1 0 0,-1 1 0,0-1 0,1 0 0,-1 1 0,0-1 0,1 1 0,11 13 0,2 4 0,1-1 0,0-1 0,29 23 0,59 35 0,-103-74 0,18 13 0,-6-4 0,28 14 0,-35-21-1365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4 24575,'0'0'0,"0"0"0,0 0 0,0 0 0,0 0 0,0 0 0,0 0 0,0 0 0,0 0 0,0 0 0,1 0 0,-1-1 0,0 1 0,0 0 0,0 0 0,0 0 0,0 0 0,0 0 0,0 0 0,0 0 0,0-1 0,0 1 0,0 0 0,0 0 0,0 0 0,0 0 0,0 0 0,0 0 0,-1 0 0,1 0 0,0-1 0,0 1 0,0 0 0,0 0 0,0 0 0,0 0 0,0 0 0,0 0 0,0 0 0,0 0 0,0 0 0,0 0 0,0-1 0,-1 1 0,1 0 0,0 0 0,0 0 0,0 0 0,0 0 0,0 0 0,0 0 0,0 0 0,-1 0 0,1 0 0,0 0 0,0 0 0,0 0 0,0 0 0,0 0 0,0 0 0,0 0 0,0 0 0,-1 0 0,-5 9 0,-8 22 0,11-24 0,-33 63 70,19-40-788,-13 36 1,25-55-6109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0,0 3 0,3 0 0,3 2 0,0-1 0,2 0 0,0 1 0,1-1 0,-2 0 0,2-3 0,-2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5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31 24575,'-24'-6'0,"-73"-15"0,87 19 0,1 1 0,-1 1 0,0 0 0,0 0 0,0 1 0,0 0 0,-16 4 0,24-4 0,0-1 0,-1 1 0,1 0 0,0 0 0,0 0 0,0 0 0,0 0 0,0 1 0,0-1 0,0 1 0,0-1 0,0 1 0,1 0 0,-1-1 0,1 1 0,-1 0 0,1 0 0,-2 4 0,2-3 0,0 0 0,0 0 0,1 0 0,-1 0 0,1 0 0,-1 0 0,1 0 0,0 1 0,1-1 0,-1 0 0,0 0 0,2 4 0,2 8 0,2-1 0,-1 0 0,2 0 0,12 21 0,-15-29 0,70 136 0,-63-117 0,-1 0 0,-2 1 0,11 52 0,-19-76 0,1 1 0,0 0 0,-1 0 0,1 0 0,1-1 0,-1 1 0,0-1 0,1 1 0,-1-1 0,1 1 0,0-1 0,-1 0 0,1 1 0,1-1 0,-1 0 0,0-1 0,0 1 0,1 0 0,-1-1 0,1 1 0,-1-1 0,1 1 0,0-1 0,-1 0 0,5 1 0,2 0 0,0-1 0,0 0 0,0 0 0,0 0 0,0-1 0,0-1 0,9-1 0,-5 0-1365,-3-2-5461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24575,'10'13'0,"21"21"0,-22-26 0,0-1 0,1 0 0,0-1 0,0 0 0,15 7 0,-25-13 0,1 0 0,-1 0 0,1 0 0,-1 1 0,1-1 0,-1 0 0,1 0 0,0 0 0,-1 0 0,1 0 0,-1 0 0,1 0 0,0 0 0,-1-1 0,1 1 0,-1 0 0,1 0 0,-1 0 0,1-1 0,-1 1 0,1 0 0,-1 0 0,1-1 0,-1 1 0,1 0 0,-1-1 0,1 1 0,-1-1 0,0 1 0,1-1 0,-1 1 0,0-1 0,1 1 0,-1-1 0,0 1 0,1-2 0,6-25 0,-5 16 0,-1 8 0,0 1 0,0-1 0,0 1 0,0-1 0,0 1 0,1-1 0,-1 1 0,1 0 0,-1 0 0,1-1 0,0 1 0,0 0 0,0 1 0,0-1 0,0 0 0,4-2 0,-4 3 0,1 0 0,-1 1 0,0-1 0,1 0 0,-1 1 0,0 0 0,1-1 0,-1 1 0,0 0 0,1 0 0,-1 0 0,1 1 0,-1-1 0,0 0 0,1 1 0,-1 0 0,0-1 0,1 1 0,2 2 0,7 3 0,1 2 0,13 9 0,-13-7 0,19 9 0,-23-13-1365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24575,'11'-11'0,"0"0"0,1 1 0,0 1 0,0-1 0,18-8 0,-26 16 0,0 0 0,0 0 0,1 0 0,-1 1 0,0 0 0,1 0 0,-1 0 0,1 0 0,0 1 0,-1-1 0,1 1 0,-1 0 0,1 1 0,0-1 0,-1 1 0,1 0 0,-1 0 0,1 0 0,-1 1 0,0 0 0,8 3 0,0 2 0,-1 0 0,-1 1 0,1 0 0,-1 1 0,0 0 0,12 15 0,-16-17 0,-1 0 0,0 1 0,-1-1 0,0 1 0,0 0 0,0 0 0,-1 1 0,0-1 0,-1 1 0,3 13 0,-2 1 0,1 0 0,7 21 0,-9-36 0,1 0 0,0 0 0,1-1 0,-1 0 0,1 0 0,1 0 0,0 0 0,0 0 0,6 6 0,20 13 0,5 4 0,-33-27 0,0 1 0,0-1 0,0 0 0,0 1 0,-1 0 0,0-1 0,0 1 0,2 4 0,-3-6 0,-1-1 0,0 0 0,1 0 0,-1 1 0,0-1 0,0 0 0,0 0 0,0 1 0,0-1 0,0 0 0,0 0 0,0 1 0,-1-1 0,1 0 0,0 0 0,-1 1 0,1-1 0,-1 0 0,1 0 0,-1 0 0,0 0 0,1 0 0,-1 0 0,0 0 0,0 0 0,0 0 0,0 0 0,0 0 0,0 0 0,0 0 0,0-1 0,0 1 0,0 0 0,0-1 0,0 1 0,0-1 0,-1 1 0,0-1 0,-6 3 0,0-1 0,0 0 0,-1-1 0,-10 2 0,18-3 0,-41 5-1365,21-2-5461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24575,'8'5'0,"4"5"0,4 2 0,0 2 0,2 1 0,1 1 0,1 0 0,-1 2 0,-1 1 0,-1-1 0,-1-3 0,-1-2 0,0 0 0,0 0 0,-1-2 0,-2-4-8191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24575,'-15'17'0,"-8"9"0,1 2 0,3-1 0,6-2 0,4-4 0,4-2 0,3-2 0,2-2 0,-2-3 0,0-1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24575,'1'3'0,"0"0"0,1 0 0,-1-1 0,1 1 0,0 0 0,-1-1 0,1 0 0,0 1 0,0-1 0,1 0 0,4 4 0,-1 0 0,-3-3 0,0 0 0,0 0 0,0 1 0,-1-1 0,1 1 0,-1 0 0,0-1 0,0 1 0,0 0 0,-1 0 0,1 0 0,-1 0 0,0 1 0,1 5 0,-2-6 0,0 0 0,-1-1 0,1 1 0,-1-1 0,0 1 0,1-1 0,-2 0 0,1 1 0,0-1 0,-1 0 0,1 0 0,-1 0 0,0 0 0,0 0 0,0 0 0,0 0 0,-1-1 0,-3 4 0,4-3 0,-11 12 0,13-15 0,0 0 0,0 0 0,0 0 0,0 1 0,0-1 0,0 0 0,-1 0 0,1 0 0,0 1 0,0-1 0,0 0 0,0 0 0,1 0 0,-1 1 0,0-1 0,0 0 0,0 0 0,0 1 0,0-1 0,0 0 0,0 0 0,0 0 0,0 1 0,0-1 0,1 0 0,-1 0 0,0 0 0,0 1 0,11 2 0,-1-3 0,-1 0 0,1 0 0,-1-1 0,0 0 0,10-3 0,46-15 0,-52 14-1365,-4-1-5461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73 24575,'-3'-3'0,"-10"-10"0,-25-19 0,34 29 0,0 0 0,0 0 0,0 1 0,0 0 0,-1 0 0,1 0 0,-1 0 0,1 1 0,-1-1 0,1 1 0,-1 0 0,-5 0 0,9 1 0,-1 0 0,0 0 0,1 1 0,-1-1 0,0 0 0,1 1 0,-1-1 0,0 1 0,1-1 0,-1 1 0,1 0 0,-1-1 0,1 1 0,-1 0 0,1 0 0,0 0 0,-2 2 0,1 0 0,0-1 0,0 0 0,1 1 0,-1-1 0,1 1 0,0-1 0,0 1 0,0 0 0,-1 4 0,0 5 0,0-1 0,1 1 0,2 23 0,-1-29 0,2 17 0,2 1 0,0-1 0,2 0 0,0 0 0,12 24 0,2 13 0,20 72 0,-39-130 0,1 4 0,0 0 0,0 0 0,1 0 0,4 7 0,-6-11 0,-1-1 0,1 0 0,0 0 0,0 0 0,0 0 0,0 0 0,0 0 0,1 0 0,-1 0 0,0 0 0,0 0 0,1-1 0,-1 1 0,0 0 0,1-1 0,-1 1 0,1-1 0,-1 0 0,0 1 0,1-1 0,-1 0 0,1 0 0,-1 0 0,2 0 0,45-6 51,-27 3-759,28-1 0,-36 4-6118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24575,'4'11'0,"1"0"0,1-1 0,8 14 0,-10-19 0,-1 0 0,0 0 0,1 0 0,-1 0 0,7 6 0,-9-10 0,-1-1 0,1 1 0,-1-1 0,1 1 0,-1-1 0,1 1 0,-1-1 0,1 0 0,0 1 0,-1-1 0,1 0 0,0 1 0,-1-1 0,1 0 0,0 0 0,-1 1 0,1-1 0,0 0 0,0 0 0,-1 0 0,1 0 0,0 0 0,0 0 0,-1 0 0,1 0 0,0-1 0,-1 1 0,1 0 0,0 0 0,0 0 0,-1-1 0,1 1 0,-1-1 0,1 1 0,0 0 0,-1-1 0,1 1 0,-1-1 0,1 1 0,-1-1 0,1 1 0,-1-1 0,1 0 0,-1 1 0,1-1 0,-1-1 0,3-2 0,-1-1 0,0 0 0,0 0 0,1-5 0,6-16 0,-8 25 0,-1 0 0,1 0 0,0 0 0,-1 1 0,1-1 0,0 0 0,0 0 0,0 0 0,0 1 0,0-1 0,0 0 0,0 1 0,0-1 0,0 1 0,0-1 0,0 1 0,0 0 0,0-1 0,0 1 0,0 0 0,0 0 0,0 0 0,1 0 0,-1 0 0,0 0 0,0 0 0,0 0 0,0 0 0,0 1 0,0-1 0,1 0 0,-1 1 0,2 0 0,4 2 0,0 1 0,1-1 0,10 9 0,-9-6 0,13 9 17,-15-10-362,0 0-1,0 0 1,11 4-1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24575,'4'-5'0,"1"0"0,-1 0 0,1 1 0,0-1 0,0 1 0,0 0 0,0 0 0,11-4 0,-13 6 0,0 1 0,0 0 0,0 0 0,0 0 0,0 1 0,0-1 0,1 1 0,-1 0 0,0 0 0,0 0 0,0 0 0,1 0 0,-1 1 0,0-1 0,0 1 0,0 0 0,0 0 0,0 0 0,5 3 0,6 5 0,0 0 0,0 1 0,16 16 0,-19-15 0,1-1 0,0-1 0,1 0 0,18 10 0,-21-14 0,1 0 0,-2 0 0,1 1 0,0 1 0,-1 0 0,-1 0 0,1 0 0,-1 1 0,0 0 0,-1 1 0,0 0 0,9 14 0,36 71 0,-43-76 0,-1 0 0,-1 1 0,6 26 0,-13-43 0,1-1 0,-1 1 0,1-1 0,-1 1 0,0 0 0,0-1 0,0 1 0,0 0 0,0-1 0,0 1 0,-1 0 0,1-1 0,0 1 0,-1-1 0,1 1 0,-1-1 0,0 1 0,1-1 0,-2 3 0,0-3 0,1 0 0,-1 1 0,1-1 0,-1 0 0,0 0 0,1 0 0,-1-1 0,0 1 0,0 0 0,1-1 0,-1 1 0,0-1 0,0 1 0,0-1 0,0 0 0,-3 0 0,-76-1 44,58 0-397,1 0 1,-1 2 0,-34 4 0,41-1-6474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24575,'-2'3'0,"1"3"0,4 0 0,6 3 0,4 1 0,5 4 0,4 3 0,1 1 0,2-1 0,-1 0 0,0-1 0,-1-3 0,-2-1 0,-5 0 0,-2-2 0,-1-3 0,-3-3-8191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0 24575,'-5'10'0,"-1"9"0,-1 3 0,0 0 0,0 2 0,1-1 0,3-2 0,-2 1 0,0-1 0,2-2 0,0-1 0,-1-1 0,0-2 0,-2-2 0,0-2 0,-1-2 0,0-1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24575,'0'-1'0,"0"1"0,0 0 0,1-1 0,-1 1 0,0 0 0,0 0 0,1 0 0,-1-1 0,0 1 0,1 0 0,-1 0 0,0 0 0,1 0 0,-1-1 0,0 1 0,1 0 0,-1 0 0,0 0 0,1 0 0,-1 0 0,0 0 0,1 0 0,-1 0 0,1 0 0,-1 0 0,0 0 0,1 0 0,-1 0 0,0 0 0,1 1 0,-1-1 0,0 0 0,1 0 0,-1 0 0,0 0 0,1 1 0,16 5 0,-17-6 0,18 9 0,0 1 0,0 1 0,-1 0 0,0 1 0,20 20 0,-36-31 0,0 0 0,1 0 0,-1 0 0,0 0 0,0 0 0,0 1 0,0-1 0,0 0 0,0 1 0,0-1 0,-1 1 0,1-1 0,0 1 0,-1-1 0,1 1 0,-1 0 0,1-1 0,-1 1 0,0 0 0,0-1 0,0 1 0,0 0 0,0-1 0,0 1 0,-1 1 0,0 1 0,-1-1 0,1 0 0,-1 1 0,0-1 0,0 0 0,0 0 0,-1 0 0,1-1 0,-1 1 0,-3 3 0,-2 1 0,5-5 0,1 0 0,-1 0 0,1 1 0,0-1 0,0 0 0,0 1 0,-3 3 0,5-5 0,0 0 0,-1 0 0,1 0 0,0 0 0,0 0 0,0 0 0,0 0 0,0 0 0,0 0 0,0 0 0,0 1 0,0-1 0,0 0 0,1 0 0,-1 0 0,0 0 0,1 0 0,-1 0 0,1 0 0,-1-1 0,1 1 0,-1 0 0,1 0 0,0 0 0,-1 0 0,2 1 0,10 8 0,-10-8 0,-1-1 0,1 0 0,0 1 0,-1-1 0,1 1 0,0-1 0,-1 1 0,0 0 0,1 0 0,-1 0 0,0 0 0,0 0 0,0 0 0,0 0 0,-1 0 0,2 4 0,-2-6 0,-1 1 0,1 0 0,0 0 0,0-1 0,-1 1 0,1 0 0,-1-1 0,1 1 0,-1-1 0,1 1 0,-1 0 0,1-1 0,-1 1 0,1-1 0,-1 1 0,0-1 0,1 0 0,-1 1 0,0-1 0,1 0 0,-1 1 0,0-1 0,1 0 0,-1 0 0,0 0 0,0 1 0,-1-1 0,-24 2 0,23-1 0,-57-1-1365,43-1-5461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1 24575,'-9'0'0,"0"0"0,0 1 0,0 0 0,0 0 0,0 1 0,-16 5 0,22-6 0,1 0 0,-1 0 0,1 1 0,-1-1 0,1 1 0,0 0 0,-1-1 0,1 1 0,0 0 0,0 0 0,0 1 0,1-1 0,-1 0 0,0 0 0,1 1 0,0-1 0,-1 1 0,1 0 0,0-1 0,0 1 0,1 0 0,-1 0 0,1-1 0,-1 1 0,1 5 0,0 6 0,0 0 0,1 0 0,1 0 0,0 0 0,1-1 0,8 22 0,37 80 0,-25-66 0,-23-48 0,28 63 0,33 109 0,-61-172 3,0 0 1,1 0-1,-1 0 0,0 0 0,1 1 1,-1-1-1,1 0 0,0 0 0,-1 0 1,1 0-1,0 0 0,-1 0 0,1 0 1,0-1-1,0 1 0,0 0 0,0 0 1,0-1-1,0 1 0,0 0 0,0-1 1,0 1-1,0-1 0,0 1 0,0-1 1,0 0-1,0 1 0,1-1 0,-1 0 1,0 0-1,0 0 0,2 0 0,2-1-187,1 1-1,-1-2 1,1 1-1,-1-1 0,9-3 1,-11 4-181,11-4-6461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 24575,'-5'-3'0,"7"8"0,7 10 0,-1-3 0,0 1 0,2-1 0,-1-1 0,2 0 0,-1 0 0,14 10 0,-24-21 0,1 1 0,-1-1 0,1 1 0,0-1 0,-1 1 0,1-1 0,-1 0 0,1 1 0,0-1 0,-1 0 0,1 1 0,0-1 0,-1 0 0,1 0 0,0 0 0,-1 0 0,1 1 0,0-1 0,0 0 0,-1 0 0,1 0 0,0-1 0,0 1 0,-1 0 0,1 0 0,0 0 0,-1 0 0,1-1 0,0 1 0,-1 0 0,1-1 0,0 1 0,-1 0 0,1-1 0,-1 1 0,1-1 0,-1 1 0,1-1 0,-1 1 0,1-1 0,-1 0 0,1 1 0,-1-1 0,1-1 0,1-3 0,0 0 0,-1-1 0,1 1 0,-1-1 0,0-5 0,2-7 0,-2 15 0,-1 1 0,1 0 0,0 0 0,0 0 0,0 0 0,0 0 0,0 0 0,0 0 0,0 1 0,0-1 0,1 0 0,-1 0 0,1 1 0,0-1 0,-1 1 0,1 0 0,2-2 0,-2 2 0,-1 1 0,1-1 0,0 1 0,0-1 0,0 1 0,-1 0 0,1 0 0,0 0 0,0 0 0,0 0 0,-1 0 0,1 0 0,0 1 0,0-1 0,0 0 0,-1 1 0,1 0 0,0-1 0,-1 1 0,1 0 0,2 2 0,23 15 0,43 37 0,-21-15 0,-22-20-1365,-17-13-5461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24575,'5'-2'0,"26"-10"0,1 2 0,37-7 0,-60 15 0,0 1 0,1 0 0,-1 0 0,0 1 0,0 0 0,0 1 0,0 0 0,0 0 0,0 1 0,0 0 0,0 1 0,16 6 0,-23-8 0,-1 0 0,1 0 0,-1 0 0,1 1 0,-1-1 0,0 0 0,0 0 0,1 1 0,-1-1 0,0 1 0,0-1 0,0 1 0,-1-1 0,1 1 0,0 0 0,0-1 0,-1 1 0,1 0 0,-1 0 0,0 0 0,0-1 0,1 1 0,-1 3 0,0-2 0,0 0 0,0-1 0,1 1 0,0 0 0,-1-1 0,1 1 0,0-1 0,0 1 0,0-1 0,3 5 0,0-2 0,13 16 0,-2 1 0,0 1 0,16 35 0,-15-18 0,-2 1 0,-1 1 0,-3 0 0,8 63 0,-17-103 0,-1 0 0,0 1 0,0-1 0,0 0 0,0 0 0,0 1 0,0-1 0,0 0 0,-1 1 0,1-1 0,-1 0 0,0 0 0,0 1 0,0-1 0,0 0 0,0 0 0,0 0 0,-2 3 0,1-4 0,-1 1 0,1 0 0,0-1 0,0 1 0,-1-1 0,1 0 0,-1 0 0,1 0 0,-1 0 0,1 0 0,-1-1 0,1 1 0,-1-1 0,0 0 0,-4 1 0,-39-2-1365,32 0-5461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9 24575,'-7'-2'0,"0"0"0,0 1 0,0 0 0,0 0 0,0 0 0,0 1 0,-1 0 0,1 0 0,0 1 0,0 0 0,0 0 0,0 1 0,0 0 0,0 0 0,0 1 0,1-1 0,-1 1 0,1 1 0,0-1 0,-1 1 0,2 1 0,-1-1 0,0 1 0,-5 6 0,9-8 0,-1 0 0,1 0 0,0 0 0,0 1 0,0-1 0,1 1 0,-1 0 0,1-1 0,0 1 0,0 0 0,0 0 0,0-1 0,0 8 0,1 2 0,0 0 0,3 23 0,-3-32 0,1 0 0,0 1 0,0-1 0,0 0 0,0 0 0,1 0 0,0 0 0,0 0 0,0 0 0,0 0 0,1 0 0,-1-1 0,4 5 0,-4-7 0,0 1 0,0 0 0,0-1 0,0 0 0,0 1 0,1-1 0,-1 0 0,0 0 0,1 0 0,-1 0 0,0-1 0,1 1 0,-1-1 0,1 1 0,-1-1 0,1 0 0,-1 0 0,1 0 0,-1 0 0,1 0 0,-1-1 0,1 1 0,-1-1 0,3-1 0,8-3-1365,-3-2-5461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24575,'13'8'0,"0"1"0,0 0 0,20 20 0,-28-24 0,0 0 0,-1 0 0,0 0 0,-1 0 0,1 1 0,-1 0 0,0-1 0,0 1 0,0 1 0,-1-1 0,3 11 0,-5-16 0,0 0 0,0 0 0,0 0 0,0 0 0,0 0 0,0 1 0,0-1 0,0 0 0,0 0 0,0 0 0,0 0 0,-1 0 0,1 0 0,0 0 0,-1 0 0,1 0 0,-1-1 0,1 1 0,-1 0 0,1 0 0,-1 0 0,-1 1 0,0-1 0,1 0 0,-1 0 0,1 0 0,-1 0 0,1-1 0,-1 1 0,0-1 0,0 1 0,1-1 0,-1 1 0,0-1 0,-2 0 0,-5 0 0,-1 0 0,1-1 0,-18-4 0,26 5 0,-13-4 0,1 1 0,0-1 0,-18-9 0,27 12 0,0-2 0,-1 1 0,1 0 0,0-1 0,0 0 0,0 0 0,1 0 0,-1-1 0,1 1 0,0-1 0,0 1 0,0-1 0,-2-4 0,4 7 0,1 0 0,-1-1 0,1 1 0,-1 0 0,1 0 0,0 0 0,0 0 0,-1 0 0,1 0 0,0 0 0,0 0 0,0-1 0,0 1 0,1 0 0,-1 0 0,0 0 0,0 0 0,1 0 0,-1 0 0,0 0 0,1 0 0,0-2 0,0 2 0,1-1 0,0 0 0,-1 0 0,1 1 0,0-1 0,-1 1 0,1-1 0,0 1 0,0 0 0,3-2 0,2 0 0,0 0 0,0 1 0,1 0 0,-1 0 0,14-1 0,-6 2-1365,-1 1-5461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24575,'28'30'0,"-17"-18"0,0-1 0,1 0 0,0 0 0,0-1 0,20 12 0,-28-20 0,1 1 0,0 0 0,1 0 0,0 0 0,0-1 0,7 2 0,-12-4 0,0 1 0,0-1 0,0 0 0,0 0 0,0 0 0,0 0 0,0 0 0,0 0 0,0 0 0,0 0 0,0-1 0,0 1 0,0 0 0,0-1 0,0 1 0,0 0 0,0-1 0,0 1 0,0-1 0,0 1 0,-1-1 0,1 0 0,0 1 0,0-1 0,-1 0 0,1 0 0,0 1 0,-1-1 0,1 0 0,-1 0 0,1 0 0,-1 0 0,0 0 0,1 0 0,-1 0 0,0 0 0,1 0 0,-1 0 0,0 0 0,0-1 0,3-28 0,3-13 0,-6 40 0,1 0 0,0 0 0,0 0 0,0 0 0,0 0 0,1 0 0,-1 1 0,1-1 0,0 0 0,3-3 0,-4 5 0,0 0 0,0 0 0,1 0 0,-1 0 0,0 0 0,0 0 0,1 1 0,-1-1 0,0 0 0,1 1 0,-1 0 0,1-1 0,-1 1 0,1 0 0,-1-1 0,1 1 0,1 0 0,0 1 0,0-1 0,0 0 0,0 1 0,0 0 0,0 0 0,0 0 0,5 2 0,2 3 0,-1-1 0,0 2 0,14 11 0,72 66 0,-80-65 120,-15-19-182,1 1 0,-1 0 0,0 0 0,1 0 1,-1-1-1,0 1 0,0 0 0,1 0 0,-1 0 0,0 0 0,0 0 0,0-1 1,0 1-1,0 0 0,0 0 0,0 0 0,0 0 0,0 0 0,-1-1 0,1 1 1,0 0-1,-1 0 0,0 1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24575,'12'9'0,"-2"0"0,20 20 0,-24-22 0,0-1 0,1 1 0,0-1 0,0-1 0,0 1 0,0-1 0,1 0 0,0-1 0,12 5 0,-16-7 0,-1-1 0,1 0 0,0 0 0,0-1 0,0 1 0,0-1 0,0 0 0,0 0 0,0 0 0,0 0 0,4-2 0,-6 2 0,0-1 0,0 0 0,0 1 0,0-1 0,-1 0 0,1 0 0,0-1 0,-1 1 0,1 0 0,0 0 0,-1-1 0,0 1 0,1-1 0,-1 0 0,0 1 0,0-1 0,1 0 0,-2 1 0,1-1 0,0 0 0,0 0 0,0 0 0,0-3 0,1-3 0,-1-1 0,0 0 0,0 1 0,0-1 0,-2-16 0,0 20 0,1 0 0,-1 0 0,0 1 0,0-1 0,0 0 0,-1 1 0,1-1 0,-1 1 0,0 0 0,-1-1 0,1 1 0,-5-5 0,7 8 3,-1 1 0,0-1 0,1 0 0,-1 0 0,0 0 0,0 0 0,0 1 0,0-1 0,0 0-1,0 1 1,0-1 0,0 1 0,0-1 0,0 1 0,0-1 0,0 1 0,0 0 0,0 0 0,0-1 0,-1 1 0,1 0-1,0 0 1,0 0 0,0 0 0,0 0 0,-1 1 0,1-1 0,0 0 0,0 1 0,0-1 0,0 0 0,0 1 0,0-1 0,0 1-1,0-1 1,0 1 0,0 0 0,0 0 0,0-1 0,-1 2 0,1-1-54,0 1 0,0-1-1,1 0 1,-1 1 0,0-1 0,0 1 0,1-1-1,-1 1 1,1-1 0,-1 1 0,1 0-1,0-1 1,0 1 0,-1-1 0,1 1 0,0 0-1,1-1 1,-1 1 0,0 0 0,0-1 0,1 1-1,-1-1 1,1 1 0,-1 0 0,1-1 0,0 1-1,-1-1 1,2 2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121 114 24575,'-6'-17'0,"-13"-28"0,17 41 0,0 0 0,-1 0 0,1 0 0,-1 1 0,0-1 0,0 1 0,0-1 0,0 1 0,-1 0 0,1 0 0,-1 1 0,-5-4 0,8 5 0,0 1 0,0-1 0,0 1 0,0-1 0,0 1 0,0 0 0,0 0 0,0 0 0,0-1 0,-1 1 0,1 0 0,0 0 0,0 0 0,0 0 0,0 1 0,0-1 0,0 0 0,0 0 0,0 1 0,0-1 0,0 1 0,-2 0 0,2 0 0,-1 0 0,1 1 0,-1-1 0,1 1 0,0-1 0,0 1 0,0-1 0,0 1 0,0 0 0,0-1 0,-1 5 0,-1 1 0,1 1 0,1-1 0,-1 1 0,1 0 0,0 9 0,1-14 0,0 0 0,-1 0 0,2 1 0,-1-1 0,0 0 0,1 0 0,-1 0 0,1 0 0,0-1 0,0 1 0,0 0 0,0 0 0,1 0 0,-1-1 0,1 1 0,0-1 0,-1 1 0,1-1 0,0 1 0,1-1 0,-1 0 0,0 0 0,1 0 0,-1-1 0,1 1 0,-1 0 0,1-1 0,0 0 0,-1 1 0,1-1 0,0 0 0,0-1 0,0 1 0,0 0 0,0-1 0,0 0 0,0 1 0,5-2 0,-5 1 0,1 0 0,-1 0 0,1 0 0,-1-1 0,0 0 0,1 0 0,-1 0 0,0 0 0,1 0 0,-1 0 0,0-1 0,0 0 0,0 0 0,0 0 0,-1 0 0,1 0 0,0 0 0,-1-1 0,3-3 0,-3 4 0,-1 0 0,1 0 0,-1-1 0,0 1 0,0-1 0,0 1 0,0-1 0,0 1 0,0-1 0,-1 1 0,1-1 0,-1 0 0,0 1 0,0-1 0,0 0 0,0 1 0,0-1 0,-1 0 0,1 1 0,-1-1 0,0 1 0,0-1 0,0 1 0,0-1 0,-2-3 0,0 1-105,0 1 0,0-1 0,0 1 0,0 0 0,-1 0 0,0 0 0,0 0 0,0 1 0,0 0 0,0-1 0,-1 2 0,-9-6 0,-1 1-6721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24575,'15'33'0,"8"13"0,2 4 0,-3-2 0,-3-4 0,-2-6 0,-1-6 0,-1-5 0,-4-2 0,0-3 0,0-3 0,1-2 0,-2-1 0,0-1 0,-1-3-8191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24575,'3'0'0,"-1"1"0,0 0 0,0 0 0,0 0 0,0 0 0,0 0 0,-1 0 0,1 1 0,0-1 0,0 1 0,-1-1 0,1 1 0,2 3 0,8 6 0,-4-5 0,1 0 0,-1-1 0,1 0 0,1-1 0,-1 1 0,14 2 0,-22-6 0,1 0 0,0-1 0,0 0 0,0 1 0,0-1 0,0 0 0,0 0 0,0 0 0,0 0 0,0 0 0,0-1 0,-1 1 0,1 0 0,0-1 0,0 0 0,0 1 0,0-1 0,-1 0 0,1 0 0,0 0 0,-1 0 0,1 0 0,-1 0 0,1-1 0,-1 1 0,1 0 0,-1-1 0,0 1 0,0-1 0,0 1 0,0-1 0,0 0 0,0 0 0,0 1 0,0-1 0,-1 0 0,1 0 0,-1 0 0,1 0 0,-1-2 0,17-87 0,-17 88 0,1 0 0,-1 0 0,1 0 0,0 1 0,-1-1 0,1 0 0,1 1 0,1-5 0,-1 6-1365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0 187 24575,'73'-48'0,"-64"41"0,-1 1 0,0-2 0,-1 1 0,1-1 0,-1 0 0,6-10 0,-12 16 0,0 0 0,0-1 0,0 0 0,0 1 0,0-1 0,0 0 0,-1 1 0,0-1 0,1 0 0,-1 0 0,0 1 0,0-1 0,0 0 0,-1 0 0,0-3 0,1 4 0,-1 1 0,1-1 0,-1 1 0,1-1 0,-1 1 0,1-1 0,-1 1 0,0 0 0,0-1 0,0 1 0,0 0 0,0 0 0,0-1 0,0 1 0,0 0 0,0 0 0,0 0 0,-1 1 0,1-1 0,0 0 0,-1 0 0,1 1 0,-1-1 0,1 0 0,-1 1 0,1 0 0,-1-1 0,-2 1 0,3 0 0,-1 0 0,0 1 0,1-1 0,-1 0 0,1 1 0,-1-1 0,1 1 0,-1 0 0,1 0 0,-1-1 0,1 1 0,0 0 0,0 0 0,-1 0 0,1 0 0,0 1 0,0-1 0,0 0 0,0 0 0,0 1 0,0-1 0,0 0 0,0 4 0,-2 0 0,0 1 0,1 0 0,0-1 0,0 1 0,0 7 0,0-3 0,1 1 0,0-1 0,1 0 0,0 1 0,0-1 0,3 15 0,-2-20 0,1 1 0,-1-1 0,1 0 0,0 0 0,1 0 0,-1 0 0,1 0 0,0 0 0,0 0 0,0-1 0,1 0 0,-1 0 0,8 7 0,-2-4 0,1 0 0,0 0 0,0 0 0,1-1 0,0-1 0,0 0 0,0-1 0,0 0 0,1 0 0,0-1 0,-1-1 0,1 0 0,0 0 0,0-1 0,1-1 0,-1 0 0,0-1 0,0 0 0,20-5 0,-16 0-1365,-4 0-5461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8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24575,'1'0'0,"-1"0"0,0 0 0,1 0 0,-1 0 0,1 0 0,-1 1 0,1-1 0,-1 0 0,1 0 0,-1 0 0,0 0 0,1 1 0,-1-1 0,1 0 0,-1 0 0,0 1 0,1-1 0,-1 0 0,0 1 0,1-1 0,-1 0 0,0 1 0,0-1 0,1 1 0,13 12 0,-1 2 0,2 0 0,27 19 0,-34-27 0,1-2 0,0 1 0,1-1 0,-1 0 0,1-1 0,20 6 0,-28-9 0,0-1 0,0 1 0,1-1 0,-1 0 0,1 1 0,-1-1 0,0 0 0,1-1 0,-1 1 0,0 0 0,1-1 0,-1 1 0,0-1 0,0 0 0,1 1 0,-1-1 0,0 0 0,2-2 0,-1 1 0,-1 0 0,0 0 0,0 0 0,0 0 0,-1 0 0,1-1 0,-1 1 0,1-1 0,-1 1 0,0-1 0,1 1 0,-1-1 0,0-3 0,1-4 0,0 0 0,-1 0 0,0 0 0,0 0 0,-1-1 0,-1 1 0,-2-13 0,2 10 0,-2 0 0,0 0 0,0 0 0,-1 1 0,-1-1 0,0 1 0,-10-18 0,15 29 0,-1 1 0,1-1 0,0 1 0,-1-1 0,1 1 0,0-1 0,-1 1 0,1-1 0,-1 1 0,1-1 0,-1 1 0,1 0 0,-1-1 0,1 1 0,-1 0 0,0-1 0,0 1 0,0 0 0,1 0 0,0 0 0,0 0 0,0 0 0,-1 1 0,1-1 0,0 0 0,0 0 0,0 1 0,-1-1 0,1 0 0,0 0 0,0 1 0,0-1 0,0 0 0,0 0 0,0 1 0,0-1 0,0 0 0,0 1 0,0-1 0,0 0 0,0 0 0,0 1 0,0-1 0,0 1 0,4 24 0,2-10 0,0-1 0,2 0 0,-1 0 0,2 0 0,0-1 0,0-1 0,2 1 0,-1-1 0,1-1 0,1 0 0,0-1 0,24 16 0,-33-24-80,0 0 0,0-1-1,0 1 1,0-1 0,1 1-1,-1-1 1,0 0 0,1-1-1,-1 1 1,0 0 0,1-1 0,-1 0-1,1 0 1,-1 0 0,1 0-1,3-1 1,2-2-6746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24575,'-2'9'0,"0"-1"0,1 1 0,0-1 0,0 1 0,1-1 0,0 1 0,1 10 0,1-13 0,-1 0 0,0-1 0,1 1 0,0 0 0,1-1 0,-1 0 0,1 1 0,0-1 0,0 0 0,1 0 0,5 5 0,4 4 0,2-1 0,0 0 0,21 13 0,-1 0 0,-35-26 0,1 1 0,0-1 0,0 1 0,-1-1 0,1 1 0,0-1 0,-1 1 0,1-1 0,-1 1 0,1 0 0,0-1 0,-1 1 0,0 0 0,1 0 0,-1-1 0,1 1 0,-1 0 0,0 0 0,0 0 0,1-1 0,-1 1 0,0 1 0,0-1 0,-1-1 0,1 1 0,0-1 0,-1 1 0,1-1 0,-1 1 0,1-1 0,-1 1 0,1-1 0,-1 1 0,1-1 0,-1 0 0,0 1 0,1-1 0,-1 0 0,1 0 0,-1 1 0,0-1 0,1 0 0,-1 0 0,-1 0 0,-7 1 0,0 0 0,-18 0 0,23-2 0,-30 2-50,20 0-213,1-1 0,-1 0 0,1-1 0,-18-4 0,21 2-6563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24575,'2'7'0,"4"6"0,1 2 0,1 0 0,0-2 0,0 1 0,3-3 0,-2 0 0,0-2 0,2-1 0,1 2 0,1-2 0,-1-1-8191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24575,'3'5'0,"3"4"0,0 4 0,3 3 0,-2 3 0,2 0 0,-1-1 0,0-1 0,-1-2-8191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24575,'4'-1'0,"0"0"0,-1 0 0,1 0 0,0 0 0,-1 0 0,1-1 0,-1 0 0,0 1 0,0-1 0,0-1 0,4-1 0,-2 0 0,0 1 0,0 0 0,8-4 0,-8 6 0,-1 0 0,0 0 0,0 0 0,0 1 0,1-1 0,-1 1 0,0 0 0,0 1 0,1-1 0,-1 1 0,0-1 0,0 1 0,6 3 0,6 2 0,-1 0 0,18 12 0,5 2 0,-25-15-1365,-2-1-5461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9 24575,'0'0'0,"-1"-1"0,1 0 0,-1 1 0,1-1 0,-1 1 0,0-1 0,1 0 0,-1 1 0,0 0 0,0-1 0,1 1 0,-1-1 0,0 1 0,0 0 0,1 0 0,-1-1 0,0 1 0,0 0 0,0 0 0,0 0 0,-1 0 0,2 0 0,-1 1 0,1-1 0,-1 0 0,1 1 0,-1-1 0,1 0 0,-1 1 0,1-1 0,-1 1 0,1-1 0,-1 1 0,1-1 0,-1 1 0,1-1 0,0 1 0,0 0 0,-1-1 0,1 1 0,0-1 0,-1 2 0,0 2 0,1 0 0,-1 0 0,1 0 0,-1 0 0,1 0 0,0 0 0,1 7 0,1-4 0,-1 0 0,1 1 0,1-1 0,-1 0 0,1 0 0,0 0 0,1-1 0,0 1 0,0-1 0,0 0 0,1 0 0,-1 0 0,2 0 0,5 4 0,-10-9 0,0 0 0,0 0 0,1 0 0,-1-1 0,0 1 0,1 0 0,-1-1 0,0 1 0,1-1 0,-1 0 0,0 1 0,1-1 0,-1 0 0,1 0 0,-1 0 0,0 0 0,1 0 0,-1 0 0,1 0 0,-1-1 0,1 1 0,-1 0 0,3-2 0,-2 1 0,0-1 0,0 1 0,0-1 0,0 1 0,0-1 0,0 0 0,-1 0 0,1 0 0,0 0 0,-1 0 0,0-1 0,2-2 0,0 0 0,-1 0 0,0 0 0,0 0 0,-1 0 0,1 0 0,-1-1 0,0 1 0,-1 0 0,1-1 0,-1 1 0,0-1 0,-1-6 0,-3 5 0,1 10 0,-2 12 0,3 18 0,1-1 0,1 1 0,6 44 0,24 97 0,-17-111 0,-6-23 0,0-12 0,-2 1 0,-1 0 0,0 37 0,-4-64 0,0 0 0,0 1 0,-1-1 0,1 0 0,0 1 0,-1-1 0,0 0 0,1 1 0,-1-1 0,0 0 0,0 0 0,0 0 0,0 0 0,-3 3 0,3-4 0,0 0 0,0 0 0,-1 0 0,1 0 0,0-1 0,-1 1 0,1 0 0,-1-1 0,1 1 0,-1-1 0,1 0 0,-1 1 0,1-1 0,-1 0 0,1 0 0,-1 0 0,1 0 0,-1 0 0,1 0 0,-1-1 0,1 1 0,-3-1 0,-9-3 0,0-1 0,1 0 0,-1 0 0,1-1 0,1-1 0,-1 0 0,1-1 0,0 0 0,1 0 0,0-1 0,0-1 0,-11-14 0,17 18 0,0 0 0,1-1 0,-1 1 0,1-1 0,0 0 0,1 0 0,0 0 0,0 0 0,0 0 0,1-1 0,0 1 0,1-1 0,0 1 0,0-8 0,0 11 0,1 1 0,-1 0 0,1-1 0,0 1 0,-1-1 0,2 1 0,-1 0 0,0 0 0,1 0 0,-1 0 0,1 0 0,0 0 0,0 0 0,0 0 0,0 1 0,1-1 0,-1 1 0,1-1 0,0 1 0,-1 0 0,1 0 0,0 0 0,0 1 0,0-1 0,0 1 0,1-1 0,-1 1 0,0 0 0,1 0 0,-1 1 0,6-1 0,28-1-1365,-21 3-5461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24575,'8'44'0,"1"0"0,2 0 0,24 58 0,-30-91 0,1 0 0,1 0 0,0 0 0,0-1 0,1 1 0,0-2 0,1 1 0,0-1 0,10 7 0,-18-15 0,-1 0 0,1 0 0,0-1 0,0 1 0,-1 0 0,1-1 0,0 1 0,0-1 0,0 1 0,0-1 0,0 0 0,0 1 0,-1-1 0,1 0 0,0 0 0,0 1 0,0-1 0,0 0 0,0 0 0,0 0 0,0 0 0,0 0 0,1-1 0,-1 1 0,-1-1 0,1 0 0,0 1 0,-1-1 0,0 0 0,1 0 0,-1 0 0,1 1 0,-1-1 0,0 0 0,0 0 0,1 0 0,-1 0 0,0 0 0,0 1 0,0-1 0,0 0 0,0 0 0,0 0 0,0 0 0,0 0 0,-1 0 0,1 0 0,-1-1 0,-1-12-1365,-1 1-5461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24575,'1'0'0,"-1"-1"0,0 0 0,0 1 0,1-1 0,-1 1 0,0-1 0,1 1 0,-1-1 0,0 1 0,1-1 0,-1 1 0,1-1 0,-1 1 0,1-1 0,-1 1 0,1 0 0,-1-1 0,1 1 0,-1 0 0,1 0 0,-1-1 0,1 1 0,0 0 0,-1 0 0,2 0 0,20-5 0,-14 3 0,12-2 0,-1 1 0,1 0 0,23 1 0,-25 2 0,1-1 0,-1-1 0,29-7 0,-43 7 66,-7 1-1497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24575,'25'-2'0,"11"-2"0,2-1 0,-3-1 0,-5 1 0,-8 4 0,-7 2-8191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3 0,1-3 0,-3-3 0,0-3 0,-2-4 0,0-2 0,-2-1 0,1-4 0,-1-6 0,-5-5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24575,'15'-10'0,"7"-6"0,3 0 0,2 2 0,-1 4 0,-2 4 0,-4 0 0,-1 1 0,-3 2 0,0 0 0,-7 2 0,-6 1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24575,'25'5'0,"11"1"0,1-2 0,-2-2 0,-5-2 0,-5 0 0,-5-3 0,-2-1 0,-5 0-8191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24575,'7'10'0,"6"6"0,0 3 0,0 0 0,-2 0 0,0-1 0,-2-1 0,-3-1 0,1 0 0,-2-2 0,2-1 0,-1-2 0,-2 0 0,0-4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4 24575,'-27'-3'0,"-12"3"0,-5 0 0,1 3 0,2 3 0,4 4 0,0 0 0,4 0 0,2-1 0,7-2-8191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24575,'0'442'-1365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2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 24575,'2'-1'0,"0"-1"0,0 1 0,0-1 0,1 1 0,-1 0 0,0 0 0,1 0 0,-1 0 0,1 0 0,-1 1 0,1-1 0,3 0 0,36 0 0,-31 1 0,52 2 0,68 12 0,-4 0 0,-107-13 0,76 6 0,179-9 0,-193-9 0,116-32 0,-180 39 0,4-2 0,1 1 0,32-4 0,-53 9-85,-1 0 0,0 0-1,1 0 1,-1 0 0,0 1-1,1-1 1,-1 0 0,0 0-1,0 1 1,1-1 0,-1 1-1,0-1 1,0 1 0,1 0-1,0 0 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3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1017 0 24575,'3'0'0,"-1"0"0,0 0 0,1 0 0,-1 1 0,0-1 0,1 1 0,-1-1 0,0 1 0,0 0 0,0 0 0,1 0 0,-1 0 0,0 0 0,0 0 0,0 0 0,-1 1 0,1-1 0,2 3 0,-2-2 0,-1-1 0,-1 1 0,1 0 0,0-1 0,0 1 0,-1 0 0,1 0 0,-1 0 0,1-1 0,-1 1 0,0 0 0,0 0 0,1 0 0,-1 0 0,-1 0 0,1 0 0,0-1 0,0 1 0,-1 0 0,1 0 0,-1 0 0,-1 2 0,-33 101 0,30-89 0,2 1 0,0 0 0,1 0 0,0 23 0,6 68 0,-2-87 0,2 0 0,0-1 0,11 30 0,4 20 0,-2 0 0,-17-69 0,0 0 0,0 0 0,0 0 0,0 0 0,0 0 0,0 0 0,0 0 0,0 0 0,0 0 0,0 0 0,-1 0 0,1 0 0,0 0 0,-1 0 0,1 0 0,-1 0 0,1 0 0,-1 0 0,1 0 0,-1-1 0,0 1 0,1 0 0,-1 0 0,0-1 0,0 1 0,1 0 0,-1-1 0,0 1 0,0-1 0,0 1 0,0-1 0,0 0 0,0 1 0,0-1 0,0 0 0,0 0 0,0 1 0,-1-1 0,-6 1 0,-1 0 0,1 0 0,-14 0 0,15-1 0,-237 13 0,127-12 0,-163 8 0,3-3-198,205-7-969,59 1-5659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52 24575,'-1'-4'0,"1"1"0,-1-1 0,1 0 0,0 1 0,1-1 0,-1 0 0,1 1 0,0-5 0,-1 7 0,0 1 0,0-1 0,0 1 0,1-1 0,-1 0 0,0 1 0,0-1 0,0 1 0,0-1 0,1 1 0,-1-1 0,0 0 0,1 1 0,-1-1 0,0 1 0,1 0 0,-1-1 0,1 1 0,-1-1 0,1 1 0,-1 0 0,1-1 0,-1 1 0,1 0 0,-1-1 0,1 1 0,-1 0 0,1 0 0,0-1 0,-1 1 0,1 0 0,-1 0 0,1 0 0,0 0 0,-1 0 0,1 0 0,-1 0 0,1 0 0,0 0 0,-1 0 0,1 0 0,-1 1 0,1-1 0,0 0 0,-1 0 0,1 1 0,-1-1 0,1 0 0,-1 1 0,1-1 0,-1 0 0,1 1 0,-1-1 0,1 1 0,0 0 0,0 0 0,1 1 0,-1 0 0,1 0 0,-1-1 0,0 1 0,1 0 0,-1 0 0,0 0 0,0 1 0,-1-1 0,1 0 0,1 3 0,3 32 0,-2-13 0,1-2 0,-1 0 0,-1 1 0,-1 0 0,-3 35 0,-2-39 0,3-17 0,0 1 0,1-1 0,-1 1 0,1-1 0,0 1 0,-1 0 0,1-1 0,1 4 0,-1-5 0,0 0 0,1-1 0,-1 1 0,1 0 0,-1 0 0,1 0 0,-1-1 0,1 1 0,-1 0 0,1 0 0,0-1 0,-1 1 0,1-1 0,0 1 0,0-1 0,-1 1 0,1-1 0,0 1 0,0-1 0,0 1 0,0-1 0,0 0 0,0 0 0,0 1 0,-1-1 0,1 0 0,2 0 0,12 1-17,-1 0-1,23-2 0,-14 0-1294,-10 0-5514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24575,'-5'10'0,"-1"8"0,5-10 0,0 0 0,1 0 0,0 10 0,0-16 0,0 0 0,0 0 0,0 0 0,1 0 0,-1 0 0,1 0 0,-1 0 0,1 0 0,0 0 0,-1 0 0,1 0 0,0 0 0,0-1 0,1 1 0,-1 0 0,0-1 0,0 1 0,2 1 0,-2-3 0,-1 0 0,1 0 0,0 0 0,-1 0 0,1 1 0,-1-1 0,1 0 0,-1 0 0,1 0 0,-1 0 0,1 0 0,-1 0 0,1-1 0,0 1 0,-1 0 0,1 0 0,-1 0 0,1 0 0,-1-1 0,1 1 0,-1 0 0,1-1 0,-1 1 0,0 0 0,1-1 0,-1 1 0,1 0 0,-1-1 0,0 1 0,1-1 0,-1 1 0,0 0 0,1-1 0,-1 1 0,0-1 0,0 1 0,0-1 0,1 0 0,-1 0 0,8-21 0,-8 20 0,1-1 0,-1 0 0,1 0 0,0 1 0,0-1 0,0 0 0,0 1 0,1-1 0,-1 1 0,1-1 0,-1 1 0,1 0 0,2-3 0,-2 4 0,-1 0 0,1 0 0,0 0 0,0 0 0,0 0 0,0 1 0,0-1 0,0 0 0,0 1 0,0 0 0,0-1 0,0 1 0,0 0 0,0 0 0,0 0 0,0 0 0,0 0 0,0 1 0,3 0 0,4 1 0,0 0 0,0 1 0,0 0 0,0 1 0,0 0 0,0 1 0,-1-1 0,0 2 0,0-1 0,0 1 0,-1 0 0,13 14 0,-19-19-29,0-1 0,-1 1 0,1-1 0,-1 1 0,1-1 0,-1 1 0,0 0 0,1-1 0,-1 1 0,1-1 0,-1 1 0,0 0 0,0 0 0,1-1 0,-1 1-1,0 0 1,0 0 0,0-1 0,0 1 0,0 0 0,0 0 0,0-1 0,0 1 0,0 0 0,0 0 0,0-1 0,0 1 0,-1 0 0,1-1 0,0 1 0,0 0 0,-1-1 0,1 1 0,-1 0 0,1-1 0,0 1-1,-1 0 1,1-1 0,-1 1 0,0-1 0,1 1 0,-1-1 0,1 1 0,-1-1 0,0 0 0,0 1 0,-8 2-6797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5.2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24575,'0'-5'0,"0"1"0,3 1 0,0 3 0,0 5 0,0 4 0,-1 2 0,-1 3 0,0 1 0,-1 0 0,2 1 0,2-3-8191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6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9 24575,'-6'-8'0,"5"12"0,4 19 0,-1-13 0,-1 21 0,-1 1 0,-7 55 0,-1 18 0,7-75 0,1-16 0,-1 0 0,2 0 0,-1 1 0,5 14 0,-2-19 117,-3-10-151,1 0-1,-1 1 1,0-1-1,0 0 1,0 0-1,0 0 1,1 0-1,-1 0 1,0 0-1,0 0 1,0 1-1,0-1 1,1 0 0,-1 0-1,0 0 1,0 0-1,0 0 1,1 0-1,-1 0 1,0 0-1,0 0 1,0 0-1,1 0 1,-1 0-1,0 0 1,0 0-1,0 0 1,1-1 0,-1 1-1,0 0 1,0 0-1,0 0 1,1 0-1,-1 0 1,0 0-1,0 0 1,0-1-1,0 1 1,0 0-1,1 0 1,-1 0-1,0-1 1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74 24575,'1'-1'0,"-1"1"0,0-1 0,0 0 0,1 1 0,-1-1 0,0 1 0,1-1 0,-1 1 0,1-1 0,-1 0 0,1 1 0,-1 0 0,1-1 0,-1 1 0,1-1 0,0 1 0,-1 0 0,1-1 0,-1 1 0,1 0 0,0-1 0,-1 1 0,1 0 0,0 0 0,-1 0 0,1 0 0,1 0 0,22-3 0,-21 3 0,57-1 0,-36 1 0,49-5 0,186-29 0,-216 30 0,39-5 0,157 2 0,-210 11 0,34 7 0,-1 1 0,-59-11-151,1-1-1,0 0 0,0 0 0,-1 0 1,1 0-1,0-1 0,0 0 1,3 0-1,2-2-6674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24575,'27'-1'0,"-17"0"0,-1 0 0,0 1 0,0 1 0,0 0 0,16 3 0,-23-4 0,0 1 0,0 1 0,0-1 0,0 0 0,0 0 0,0 1 0,0-1 0,0 1 0,0-1 0,-1 1 0,1 0 0,-1 0 0,1 0 0,-1 0 0,0 0 0,0 0 0,1 0 0,-2 0 0,1 1 0,0-1 0,0 0 0,-1 0 0,1 5 0,1 6 0,-1-1 0,-1 0 0,-1 19 0,0-15 0,1-12 0,-10 142 0,9-135 0,-1 1 0,2-1 0,0 1 0,0-1 0,1 1 0,0-1 0,1 1 0,1-1 0,-1 0 0,2 0 0,0 0 0,0 0 0,1-1 0,8 14 0,-5-8-85,-1-1-1,-1 1 0,6 17 0,-7-17-936,-1-3-5804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8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1299 1 24575,'-99'14'0,"-186"3"0,141-10 0,7 0 0,-485-8-1365,610 1-5461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9 24575,'-6'-9'0,"5"14"0,4 20 0,-2-19 0,17 88 0,-3-22 0,-9-42 0,-3-15 0,3 29 0,-6-42 0,0 0 0,0 1 0,0-1 0,1 0 0,-1 1 0,1-1 0,-1 0 0,1 0 0,0 0 0,0 1 0,0-1 0,0 0 0,2 2 0,-2-3 0,1 1 0,-1-1 0,1 0 0,0 0 0,-1 0 0,1 0 0,0 0 0,0 0 0,-1-1 0,1 1 0,0-1 0,0 1 0,0-1 0,0 0 0,0 0 0,3 1 0,113-2 0,-42-1 0,-72 2-117,-3 0 55,1 0-1,-1 1 1,1-1-1,-1 0 1,1 0 0,-1-1-1,1 1 1,-1 0-1,1 0 1,-1-1 0,1 1-1,-1-1 1,0 1-1,1-1 1,-1 0 0,0 1-1,1-1 1,-1 0-1,2-2 1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24575,'1'11'0,"1"0"0,0 0 0,0 0 0,1 0 0,1-1 0,0 1 0,0-1 0,1 0 0,8 11 0,-13-20 0,1 0 0,-1 0 0,1 0 0,0 0 0,-1 0 0,1 0 0,0-1 0,-1 1 0,1 0 0,0 0 0,0-1 0,1 2 0,-2-2 0,1 0 0,-1 0 0,0 0 0,0 0 0,1 0 0,-1 0 0,0 0 0,0 0 0,0 0 0,1 0 0,-1 0 0,0 0 0,0-1 0,1 1 0,-1 0 0,0 0 0,0 0 0,0 0 0,1 0 0,-1 0 0,0-1 0,0 1 0,0 0 0,0 0 0,0 0 0,1 0 0,-1-1 0,0 1 0,0 0 0,0 0 0,0-1 0,0 1 0,0 0 0,0 0 0,2-5 0,-1 0 0,0 0 0,-1 0 0,1-6 0,1-2 0,-2 11 0,0 0 0,1 0 0,-1 0 0,1 0 0,0 0 0,0 0 0,-1 1 0,1-1 0,0 0 0,0 1 0,1-1 0,-1 0 0,0 1 0,0-1 0,1 1 0,-1 0 0,1-1 0,-1 1 0,1 0 0,2-1 0,-2 1 0,1 0 0,0 1 0,-1-1 0,1 1 0,0-1 0,-1 1 0,1 0 0,0 0 0,0 0 0,-1 0 0,1 1 0,5 0 0,4 3 0,1 1 0,-1 0 0,-1 0 0,21 14 0,-28-17-77,6 4 146,0 1 0,14 11 0,-22-17-140,-1 1 0,1-1-1,-1 1 1,1-1 0,-1 1 0,1 0 0,-1-1-1,0 1 1,0 0 0,0 0 0,0 0 0,0 0 0,0 0-1,-1 0 1,1 0 0,-1 0 0,1 0 0,-1 1-1,0-1 1,0 3 0,-2 4-6755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2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24575,'0'0'0,"0"0"0,0 0 0,0 0 0,0 0 0,0 1 0,0-1 0,0 0 0,0 0 0,0 0 0,0 0 0,0 0 0,0 0 0,1 0 0,-1 0 0,0 0 0,0 0 0,0 0 0,0 0 0,0 0 0,0 0 0,0 0 0,0 0 0,0 0 0,0 0 0,0 0 0,0 0 0,0 0 0,0 0 0,0 0 0,0 0 0,0 0 0,1 0 0,-1 0 0,0 0 0,0 0 0,0 0 0,0 0 0,0 0 0,0 0 0,0 0 0,0 0 0,0 0 0,0 0 0,0 0 0,0 0 0,0 0 0,0 0 0,0 0 0,0 0 0,0 0 0,1 0 0,-1 0 0,0 0 0,0 0 0,0 0 0,0-1 0,0 1 0,0 0 0,0 0 0,0 0 0,0 0 0,0 0 0,0 0 0,0 0 0,0 0 0,0 0 0,0 0 0,0 0 0,6 7 0,4 9 0,-2 0-195,-2 1 0,1 0 0,-2 0 0,-1 1 0,0-1 0,3 36 0,-7-40-6631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3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24575,'1'-1'0,"-1"0"0,0 0 0,0 0 0,1 0 0,-1 0 0,1 0 0,-1 0 0,1 0 0,-1 0 0,1 0 0,0 0 0,0 0 0,0 0 0,-1 1 0,1 0 0,-1 0 0,0 0 0,0 0 0,1 0 0,-1 0 0,0 0 0,0 1 0,1-1 0,-1 0 0,0 0 0,0 0 0,0 0 0,1 1 0,-1-1 0,0 0 0,0 0 0,0 1 0,0-1 0,0 0 0,0 0 0,1 0 0,-1 1 0,0-1 0,0 0 0,0 0 0,0 1 0,0-1 0,0 0 0,0 1 0,0-1 0,0 0 0,3 35 0,-3 8 0,3-1 0,1 1 0,2-1 0,15 52 0,-2-36 0,7 30 0,-23-74 0,0 0 0,-1 1 0,-1-1 0,0 19 0,-2-30-1365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4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0 121 24575,'34'-20'0,"1"1"0,41-16 0,-67 32 0,12-5 0,-1 2 0,1 1 0,34-5 0,-15 3 0,-17 3 0,0 2 0,1 0 0,29 2 0,71 12 0,-78-7 0,58 7 0,-42-3 0,0-3 0,108-3 0,-112-12 0,-23 3 0,-1 1 0,-13 1 0,41-2 0,-46 6 0,1 0 0,-1 2 0,30 6 0,-36-6-114,17 5-512,32 3 1,-46-9-6201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5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1387 3 24575,'0'0'0,"0"0"0,0-1 0,0 1 0,0 0 0,0 0 0,1 0 0,-1 0 0,0-1 0,0 1 0,0 0 0,0 0 0,1 0 0,-1 0 0,0 0 0,0 0 0,0 0 0,1 0 0,-1 0 0,0-1 0,0 1 0,1 0 0,-1 0 0,0 0 0,0 0 0,0 0 0,1 0 0,-1 0 0,0 1 0,0-1 0,1 0 0,-1 0 0,0 0 0,0 0 0,0 0 0,1 0 0,3 9 0,-1 12 0,-3-21 0,0 35 0,-1 1 0,-2-1 0,-8 38 0,5-31 0,-3 67 0,9-92 0,-1-4 0,1-1 0,0 1 0,1 0 0,1-1 0,0 1 0,1-1 0,5 17 0,0-9 0,20 53 0,-28-72 0,0 0 0,1 0 0,-1 0 0,0 0 0,0 0 0,0 0 0,-1 0 0,1 0 0,0 0 0,0 0 0,0 0 0,-1 0 0,1-1 0,0 1 0,-1 0 0,1 0 0,-1 0 0,1 0 0,-1-1 0,0 1 0,1 0 0,-1 0 0,1-1 0,-1 1 0,0-1 0,0 1 0,0 0 0,1-1 0,-1 0 0,0 1 0,0-1 0,0 1 0,0-1 0,0 0 0,-1 1 0,-5 1 0,0 0 0,0 0 0,-11 0 0,12-1 0,-120 16 0,-185 29 0,253-39 0,0-2 0,-90-5 0,69-2 0,-429 2 0,498 1-174,-1 0-1,-19 4 0,23-3-666,-6 1-5985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18 24575,'-6'-14'0,"3"10"0,4 11 0,16 68 0,-8-27 0,5 15 0,-14-61 0,1 0 0,0 0 0,0 0 0,0 0 0,0-1 0,0 1 0,1 0 0,-1 0 0,0-1 0,1 1 0,-1-1 0,1 1 0,0-1 0,-1 0 0,1 0 0,0 0 0,0 0 0,0 0 0,0 0 0,0 0 0,0 0 0,0-1 0,0 1 0,4 0 0,5 0 0,-1-1 0,1 1 0,20-3 0,-5 0 0,24 2 0,33-1 0,-81 1-124,-1 0 0,1 0 0,-1-1 0,1 1 0,-1 0 0,1-1-1,-1 1 1,1-1 0,-1 0 0,2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24575,'1'0'0,"0"1"0,1 0 0,-1 0 0,0 0 0,0 0 0,0 0 0,0 0 0,0 0 0,0 0 0,0 0 0,-1 1 0,1-1 0,0 0 0,-1 0 0,1 1 0,0-1 0,0 3 0,1 2 0,13 22 0,-6-14 0,-1 0 0,-1 0 0,0 1 0,-1 0 0,-1 1 0,7 31 0,-12-46 0,0 0 0,0 0 0,0 0 0,0 0 0,1 0 0,-1-1 0,0 1 0,0 0 0,1 0 0,-1 0 0,1 0 0,-1 0 0,1 1 0,0-2 0,-1 0 0,0 0 0,0 0 0,1 0 0,-1 0 0,0 0 0,0 0 0,0 0 0,1 0 0,-1 0 0,0-1 0,0 1 0,1 0 0,-1 0 0,0 0 0,0 0 0,0 0 0,0 0 0,1-1 0,-1 1 0,0 0 0,0 0 0,0 0 0,0 0 0,1-1 0,-1 1 0,0 0 0,0 0 0,0 0 0,0-1 0,0 1 0,0 0 0,0-1 0,12-30 0,-9 22 0,-2 6 0,0 1 0,0-1 0,1 1 0,-1-1 0,1 1 0,-1 0 0,1 0 0,0-1 0,0 1 0,0 0 0,0 1 0,0-1 0,0 0 0,1 0 0,-1 1 0,3-2 0,-1 2 0,0-1 0,0 1 0,0 0 0,-1 0 0,1 1 0,0-1 0,0 1 0,0 0 0,0 0 0,6 1 0,-3 0 0,0 0 0,0 0 0,0 1 0,-1 0 0,1 1 0,0 0 0,-1 0 0,0 0 0,0 1 0,0-1 0,0 1 0,7 7 0,12 14-1365,-18-16-5461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7.8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24575,'8'-2'0,"2"-4"0,-1 2 0,-1 4 0,0 5 0,-1 3 0,-2 4 0,1 2 0,-1 1 0,-1 3 0,1 1 0,0-1 0,-1-2-8191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8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3681 0 24575,'-355'0'0,"340"1"0,1 1 0,-18 3 0,16-2 0,-25 2 0,-300-5 0,165-1 0,161 2 0,1 0 0,-18 5 0,16-3 0,-25 1 0,-22-4 0,32 0 0,0 0 0,-51 9 0,48-5 0,1-1 0,-1-1 0,-36-4 0,7 1 0,-381 1 0,422 1 0,-31 5 0,30-2 0,-29 0 0,-375-5 0,409 1 0,-32-7 0,30 4 0,-24-2 0,7 5 0,19 1 0,0-2 0,0 0 0,-31-6 0,27 3 0,-1 1 0,1 2 0,-1 0 0,-26 3 0,-1-1 0,-405-1 0,444-1 0,0 0 0,-20-5 0,19 4 0,0 0 0,-14-1 0,20 3-95,-4-1-117,0 1 1,0 0-1,1 1 0,-1 0 1,-17 4-1,17-2-6614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9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12 24575,'-12'-5'0,"10"4"0,0 0 0,0 0 0,0 0 0,0 1 0,0-1 0,0 1 0,-4-1 0,5 1 0,0 0 0,0 0 0,1 0 0,-1 0 0,0 1 0,0-1 0,0 0 0,0 1 0,1-1 0,-1 1 0,0-1 0,0 1 0,1-1 0,-1 1 0,0-1 0,1 1 0,-1 0 0,0-1 0,1 1 0,-1 0 0,1-1 0,-1 1 0,0 1 0,-1 2 0,0 1 0,1-1 0,-1 0 0,1 1 0,0-1 0,0 1 0,0-1 0,0 6 0,1 41 0,1-38 0,0 0 0,-3 18 0,-23 193 0,14-101 0,9-96 0,2 0 0,1-1 0,1 1 0,1 0 0,2-1 0,0 0 0,15 42 0,-16-56-341,1 1 0,0-1-1,12 21 1,-10-24-6485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0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24575,'-1'30'0,"2"118"0,2-123 0,8 29 0,-5-30 0,2 32 0,0-1 0,-5-44 0,-1 0 0,-1 0 0,1 0 0,-2 0 0,0 0 0,0 0 0,-1 0 0,-4 21 0,2-22-273,0 0 0,1 0 0,0 0 0,-1 19 0,4-19-6553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1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3544 32 24575,'-30'-6'0,"-34"-3"0,-6 0 0,39 5 0,0 1 0,-1 2 0,-42 4 0,-2 4 0,-33 1 0,-26-9 0,-56 2 0,102 6 0,-23 0 0,-266-16 0,-17 2 0,247 8 0,-440-1 0,479-7 0,7-1 0,-403 8 83,244 1-1531,248-1-5378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2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8 24575,'-1'0'0,"1"-1"0,-1 0 0,1 1 0,-1-1 0,1 1 0,-1-1 0,0 1 0,0-1 0,1 1 0,-1-1 0,0 1 0,0 0 0,1-1 0,-1 1 0,0 0 0,0 0 0,0-1 0,1 1 0,-1 0 0,0 0 0,-1 0 0,1 0 0,1 1 0,-1-1 0,1 0 0,-1 1 0,1-1 0,-1 0 0,1 1 0,-1-1 0,1 1 0,-1-1 0,1 1 0,-1-1 0,1 1 0,0 0 0,-1-1 0,1 1 0,0-1 0,0 1 0,-1 0 0,1 0 0,-1 3 0,0 0 0,1 0 0,-1 0 0,1 0 0,0 0 0,0 0 0,1 7 0,5 14 0,1-1 0,1 0 0,17 37 0,-10-28 0,-12-27 0,-1 1 0,1 0 0,-1-1 0,-1 1 0,1 0 0,-1 0 0,1 10 0,-3-17-27,1 0-1,0 0 1,0 0-1,0 1 1,0-1-1,0 0 0,0 0 1,-1 0-1,1 0 1,0 1-1,0-1 1,0 0-1,0 0 1,-1 0-1,1 0 1,0 0-1,0 0 0,0 1 1,-1-1-1,1 0 1,0 0-1,0 0 1,0 0-1,-1 0 1,1 0-1,0 0 1,0 0-1,-1 0 1,1 0-1,0 0 0,0 0 1,0 0-1,-1 0 1,1 0-1,0 0 1,0-1-1,0 1 1,-1 0-1,1 0 1,0 0-1,0 0 0,0 0 1,-1 0-1,1-1 1,0 1-1,0 0 1,0 0-1,0 0 1,0 0 11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24575,'2'-5'0,"0"1"0,0 0 0,0 0 0,1 0 0,-1 0 0,1 0 0,0 0 0,0 1 0,1-1 0,-1 1 0,1 0 0,0 0 0,6-3 0,-4 2 0,0 1 0,0 1 0,1-1 0,0 1 0,-1 1 0,1-1 0,0 1 0,10-1 0,-1 2 0,-1 0 0,1 1 0,0 1 0,0 1 0,-1 0 0,0 1 0,22 8 0,-28-9 0,-1 1 0,1 0 0,-1 1 0,8 5 0,-14-9 0,0 0 0,0 0 0,-1 1 0,1-1 0,-1 0 0,1 1 0,-1-1 0,0 1 0,1-1 0,-1 1 0,0 0 0,0 0 0,0-1 0,0 1 0,-1 0 0,1 0 0,0 0 0,-1 0 0,1 0 0,-1 0 0,0 0 0,0 0 0,1 0 0,-1 0 0,-1 2 0,0-1 0,0-1 0,0 0 0,0 1 0,-1-1 0,1 0 0,-1 0 0,0 0 0,1 0 0,-1 0 0,0 0 0,0-1 0,0 1 0,0-1 0,-1 1 0,-2 0 0,-36 18 0,14-10 0,19-8 0,1 0 0,0 1 0,0 0 0,0 0 0,0 1 0,-8 5 0,14-9 0,1 1 0,-1-1 0,1 0 0,-1 1 0,1-1 0,-1 1 0,1-1 0,0 0 0,-1 1 0,1 0 0,0-1 0,-1 1 0,1-1 0,0 1 0,-1-1 0,1 1 0,0 0 0,0-1 0,0 1 0,0-1 0,0 1 0,0 0 0,-1-1 0,1 1 0,1-1 0,-1 1 0,0 0 0,0-1 0,0 1 0,0 0 0,0-1 0,0 1 0,1-1 0,-1 1 0,0-1 0,1 1 0,-1 0 0,0-1 0,1 1 0,-1-1 0,1 1 0,-1-1 0,0 0 0,1 1 0,-1-1 0,1 1 0,-1-1 0,1 0 0,1 1 0,3 2 0,0 0 0,1 0 0,11 4 0,-13-6 0,74 26 0,-46-17 0,0 1 0,58 30 0,-87-40 0,0 2 0,0-1 0,1 0 0,-2 0 0,1 1 0,0 0 0,0 0 0,-1 0 0,3 3 0,-4-5 0,-1 0 0,1 0 0,-1 0 0,0 0 0,1 0 0,-1 0 0,0 0 0,0 0 0,0 0 0,1 0 0,-1 0 0,0 0 0,0 0 0,-1 0 0,1 0 0,0 0 0,0 0 0,0 0 0,-1 0 0,1 0 0,0 0 0,-1 0 0,1-1 0,-1 1 0,1 0 0,-1 0 0,1 0 0,-1 0 0,0-1 0,0 1 0,1 0 0,-1-1 0,0 1 0,0 0 0,0-1 0,1 1 0,-1-1 0,-2 1 0,-4 3 0,0-1 0,0 0 0,0 0 0,-1-1 0,1 0 0,-1 0 0,1 0 0,-13 0 0,-65-3 0,43 0 0,31 1-341,0-1 0,-1 0-1,-14-3 1,14 0-6485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24575,'-2'2'0,"1"0"0,-1 0 0,1 0 0,0 0 0,0 1 0,0-1 0,0 0 0,0 0 0,0 1 0,1-1 0,-1 1 0,1-1 0,0 1 0,-1-1 0,1 0 0,1 1 0,-1-1 0,0 1 0,0-1 0,1 1 0,-1-1 0,2 4 0,1 3 0,0-1 0,1 1 0,0-1 0,8 14 0,-3-8-227,0-1-1,1 1 1,0-1-1,1-1 1,21 19-1,-23-25-6598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0 24575,'-25'0'0,"-11"0"0,-2 0 0,3 3 0,6 0 0,4 0 0,4 2 0,6 1-8191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24575,'6'7'0,"-1"0"0,0 1 0,-1 0 0,1 0 0,-1 0 0,3 11 0,-3-9 0,78 181 0,-78-178 0,0 0 0,3 24 0,4 13 0,-11-49 0,0-1 0,0 0 0,0 0 0,1 1 0,-1-1 0,0 0 0,0 1 0,1-1 0,-1 0 0,0 0 0,1 0 0,-1 1 0,0-1 0,1 0 0,-1 0 0,0 0 0,1 0 0,-1 0 0,1 0 0,-1 0 0,0 1 0,1-1 0,-1 0 0,0 0 0,1 0 0,-1 0 0,0-1 0,1 1 0,-1 0 0,1 0 0,-1 0 0,0 0 0,1 0 0,-1 0 0,0-1 0,1 1 0,-1 0 0,1-1 0,19-10 0,-9 5 0,72-25 0,-77 28-1365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24575,'0'12'0,"-1"0"0,1 0 0,1 1 0,0-1 0,0 0 0,1 0 0,1 0 0,0 0 0,5 13 0,7 6 0,25 36 0,-15-26 0,-25-40 0,1 0 0,-1-1 0,1 1 0,0 0 0,-1 0 0,1 0 0,0 0 0,-1-1 0,1 1 0,0 0 0,1 0 0,-1-1 0,-1 0 0,0 1 0,0-1 0,1 0 0,-1 0 0,0 0 0,1 0 0,-1 0 0,0 0 0,0 0 0,1 0 0,-1 0 0,0 0 0,0 0 0,1 0 0,-1-1 0,0 1 0,1 0 0,-1 0 0,0 0 0,0 0 0,0 0 0,1 0 0,-1-1 0,0 1 0,0 0 0,1 0 0,-1-1 0,2-1 0,-1-1 0,1 0 0,-1 0 0,1 0 0,-1 0 0,1-4 0,3-7 0,-4 11 0,1 0 0,0 0 0,-1 0 0,1 0 0,0 1 0,1-1 0,-1 0 0,0 1 0,1-1 0,-1 1 0,1 0 0,0 0 0,0 0 0,0 0 0,0 1 0,0-1 0,0 1 0,0 0 0,0-1 0,6 0 0,-3 2 0,0-1 0,-1 1 0,1 0 0,0 0 0,-1 1 0,1 0 0,-1 0 0,1 0 0,-1 1 0,1 0 0,9 4 0,116 63 0,-128-68-136,-1 1-1,1 0 1,0 0-1,-1 0 1,0 0-1,1 0 1,-1 0-1,0 1 0,3 3 1,-1 3-6690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1 24575,'-23'2'0,"-9"2"0,-6-1 0,3 2 0,4 0 0,2-1 0,4-1 0,3 0 0,6-2-8191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24575,'5'10'0,"2"6"0,2 2 0,-1 2 0,2-1 0,0 1 0,3 0 0,0 0 0,-2-2 0,0 1 0,-1 0 0,-1 0 0,-2-2 0,-1-1 0,-3-3-8191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0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44 24575,'0'-7'0,"0"-6"0,2 0 0,2 5 0,1 6 0,1 5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3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 24575,'0'0'0,"-1"-1"0,1 1 0,0 0 0,-1-1 0,1 1 0,-1 0 0,1 0 0,0-1 0,-1 1 0,1 0 0,-1 0 0,1 0 0,-1 0 0,1 0 0,-1 0 0,1 0 0,-1 0 0,1 0 0,-1 0 0,1 0 0,0 0 0,-1 0 0,1 0 0,-1 0 0,1 0 0,-1 0 0,1 1 0,-1-1 0,-1 16 0,2-15 0,1 24 0,1 1 0,2 0 0,0-1 0,15 44 0,2 13 0,-15-55 0,11 66 0,-9-21 0,-1 75 0,-7-125 0,1 0 0,7 38 0,12 56 0,-15-101 120,-1-11-321,0-10-1083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5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0 168 24575,'1'-1'0,"-1"-1"0,1 1 0,-1-1 0,1 1 0,0 0 0,0-1 0,-1 1 0,1 0 0,0-1 0,0 1 0,0 0 0,0 0 0,1 0 0,-1 0 0,0 0 0,0 0 0,1 0 0,1-1 0,26-12 0,-20 11 0,0 1 0,1 1 0,-1 0 0,18 0 0,-14 1 0,-1-1 0,13-2 0,16-3 0,-1 2 0,1 2 0,48 4 0,-18-1 0,38 1 0,131-4 0,-105-13 0,-26 1 0,16-2 0,28 2 0,-91 8 0,68-3 0,429 9 0,-541 0 0,32-7 0,-32 4 0,31-2 0,-31 4 0,30-5 0,-30 3 0,30-2 0,322 6 0,-356 0 0,1 0 0,17 5 0,-16-3 0,25 1 0,-24-3 0,0-2 0,0 1 0,0-2 0,24-5 0,-3 3 0,-32 4 0,0-1 0,1 1 0,-1-1 0,0 0 0,10-4 0,-15 5 0,-1 1 0,0-1 0,1 0 0,-1 1 0,0-1 0,0 0 0,0 1 0,0-1 0,1 1 0,-1-1 0,0 0 0,0 1 0,0-1 0,0 1 0,0-1 0,0 0 0,0 1 0,0-1 0,0 1 0,0-1 0,0 0 0,0 1 0,0-1 0,-1 1 0,-1 18 0,2-15 0,-1 18 0,2-1 0,1 0 0,0 0 0,2-1 0,8 33 0,1-1 0,10 61 0,-20-95 0,8 77 0,-10-79 0,0 0 0,-2 0 0,0-1 0,-4 18 0,-5 51 0,5-32 0,5-50 0,0 0 0,-1 1 0,1-1 0,0 0 0,1 0 0,-1 0 0,0 1 0,1-1 0,-1 0 0,1 0 0,-1 0 0,1 0 0,0 0 0,0 0 0,0 0 0,0 0 0,0 0 0,1 0 0,-1-1 0,2 3 0,2 0 0,0 0 0,1 0 0,-1-1 0,1 1 0,7 2 0,-7-3 0,-1 0 0,1 0 0,-1 0 0,0 1 0,0-1 0,6 7 0,-11-10 0,0 0 0,1 1 0,-1-1 0,0 0 0,0 0 0,1 1 0,-1-1 0,0 0 0,0 1 0,0-1 0,1 0 0,-1 1 0,0-1 0,0 0 0,0 1 0,0-1 0,0 0 0,0 1 0,0-1 0,0 0 0,0 1 0,0-1 0,0 1 0,0-1 0,0 0 0,0 1 0,0-1 0,0 0 0,0 1 0,0-1 0,0 0 0,-1 1 0,1 0 0,-1-1 0,0 1 0,0 0 0,1-1 0,-1 1 0,0-1 0,0 0 0,0 1 0,0-1 0,1 0 0,-1 1 0,-2-1 0,-28 3 0,29-3 0,-37-1 0,7 1 0,-45 5 0,30 1 0,-132 23 0,-123 18 0,-4-26 0,232-17 0,-256 11 0,-42-1 0,36 1 0,176-11 0,45-2 0,25 5 0,-22 1 0,17-1 0,-5 1 0,-18-9-1365,106 1-5461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24575,'-1'50'0,"0"-24"0,1 0 0,0 0 0,8 41 0,-3-50 0,1 0-1,0-1 0,14 25 1,-3-7-1363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24575,'18'-8'0,"0"1"0,0 2 0,1-1 0,0 2 0,22-2 0,-30 5 0,0 0 0,0 1 0,0 1 0,0 0 0,0 0 0,0 1 0,0 1 0,-1 0 0,1 0 0,14 7 0,-24-9 0,1-1 0,0 1 0,0 0 0,0 0 0,-1 0 0,1 1 0,0-1 0,-1 0 0,1 1 0,-1-1 0,0 0 0,1 1 0,-1 0 0,0-1 0,0 1 0,0 0 0,0 0 0,0-1 0,-1 1 0,1 0 0,0 0 0,-1 0 0,1 0 0,-1 0 0,0 0 0,0 0 0,0 2 0,0-1 0,-1 0 0,0 0 0,1 0 0,-1-1 0,0 1 0,-1 0 0,1-1 0,0 1 0,-1-1 0,1 1 0,-1-1 0,0 0 0,0 0 0,0 0 0,0 0 0,0 0 0,0 0 0,-4 2 0,-18 10 0,-1-1 0,-42 16 0,50-22 0,15-6 0,0 0 0,0 0 0,0 0 0,0 0 0,1 0 0,-1 0 0,0 0 0,1 1 0,-1-1 0,-2 4 0,4-5 0,-1 1 0,1 0 0,0-1 0,0 1 0,0-1 0,-1 1 0,1 0 0,0-1 0,0 1 0,0 0 0,0-1 0,0 1 0,0 0 0,0-1 0,0 1 0,0 0 0,0-1 0,1 1 0,-1 0 0,0-1 0,0 1 0,1 0 0,-1-1 0,0 1 0,1-1 0,-1 1 0,1-1 0,-1 1 0,0-1 0,1 1 0,-1-1 0,1 1 0,-1-1 0,1 0 0,0 1 0,-1-1 0,2 1 0,8 5 0,1-1 0,0 0 0,0 0 0,0-1 0,16 4 0,4 1 0,-12-3 0,11 3 0,0 2 0,54 28 0,-81-37 0,0 0 0,0 0 0,0 0 0,0 0 0,0 1 0,-1-1 0,1 1 0,2 3 0,-4-5 0,-1 0 0,0 0 0,1 0 0,-1 0 0,1-1 0,-1 1 0,0 0 0,0 0 0,0 0 0,0 0 0,1 0 0,-1 0 0,0 0 0,0 0 0,-1 0 0,1 0 0,0 0 0,0 0 0,0 0 0,-1 0 0,1-1 0,0 1 0,-1 0 0,1 0 0,-1 0 0,1 0 0,-1-1 0,1 1 0,-1 0 0,0 0 0,1-1 0,-1 1 0,0 0 0,0-1 0,-1 2 0,-4 2 0,0 0 0,0 0 0,-1 0 0,1-1 0,-1 1 0,0-2 0,0 1 0,-11 2 0,-2-1 0,-38 1 0,-46 8-1365,91-12-5461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0 24575,'-5'8'0,"-1"4"0,2 4 0,2 0 0,4 1 0,2 3 0,2 0 0,1-1 0,1-1 0,2-1 0,-1-1 0,1-1 0,-2 0 0,1-3 0,-1-1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24575,'-30'0'0,"-13"0"0,-1 3 0,4 0 0,7 0 0,8 2 0,7 0 0,3 2 0,2 0 0,3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0 24575,'-3'12'0,"1"0"0,1 0 0,0 1 0,0-1 0,1 0 0,1 0 0,0 0 0,4 18 0,5 6 0,19 50 0,-23-68 0,1-1 0,13 21 0,-8-13 0,-11-24 0,0 1 0,0-1 0,0 1 0,1-1 0,-1 1 0,0-1 0,1 0 0,-1 0 0,0 1 0,1-1 0,-1 0 0,1 0 0,0 0 0,-1-1 0,1 1 0,0 0 0,0-1 0,-1 1 0,1-1 0,0 1 0,0-1 0,0 0 0,0 0 0,3 0 0,4-1 0,0 1 0,0-2 0,16-4 0,-11 3 0,-4 0-341,-1 0 0,1 0-1,17-10 1,-19 9-6485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24575,'10'12'0,"0"1"0,0 1 0,-1 0 0,-1 0 0,8 19 0,10 16 0,-18-26 0,2 2 0,-10-24 0,1 0 0,-1 1 0,1-1 0,0 0 0,-1 0 0,1 0 0,0 0 0,0 0 0,0 0 0,0-1 0,0 1 0,0 0 0,0 0 0,0-1 0,2 2 0,-2-2 0,-1 0 0,1 0 0,0 1 0,0-1 0,0 0 0,-1 0 0,1 0 0,0 0 0,0-1 0,-1 1 0,1 0 0,0 0 0,0 0 0,0-1 0,-1 1 0,1 0 0,0-1 0,-1 1 0,1 0 0,0-1 0,-1 1 0,1-1 0,-1 1 0,1-1 0,0 0 0,-1 1 0,1-2 0,13-22 0,-7 11 0,-6 12 0,-1-1 0,1 1 0,0 0 0,1 0 0,-1 0 0,0 0 0,0 0 0,0 0 0,1 0 0,-1 0 0,0 1 0,1-1 0,-1 0 0,1 1 0,-1-1 0,0 1 0,3-1 0,-1 1 0,0 0 0,0 0 0,0 0 0,0 0 0,0 0 0,-1 1 0,1-1 0,5 3 0,3 1 0,-1 1 0,0 0 0,17 11 0,-25-15 0,0 1-91,2 0-7,-1-1 0,0 1 0,0 0 0,0 1 0,-1-1 0,1 0 0,0 1 0,-1-1 0,0 1 0,0 0 0,1 0 0,1 5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1 24575,'-27'5'0,"-12"4"0,-2 1 0,3-2 0,7-2 0,5-2 0,5-1 0,3-2 0,5-1-8191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24575,'2'8'0,"2"4"0,1 6 0,4 2 0,2 1 0,-1-2 0,1-1 0,0-1 0,-1 2 0,0 0 0,-1-1 0,-3-1 0,-2-3-8191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0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24575,'-1'0'0,"0"1"0,1-1 0,-1 0 0,0 1 0,1-1 0,-1 0 0,1 1 0,-1-1 0,0 1 0,1-1 0,-1 1 0,1-1 0,0 1 0,-1-1 0,1 1 0,-1-1 0,1 1 0,0 0 0,-1-1 0,1 1 0,0 0 0,0-1 0,-1 1 0,1 0 0,0-1 0,0 1 0,0 1 0,-3 22 0,3-21 0,0 16 0,0 0 0,1 0 0,6 32 0,19 55 0,4 27 0,-17-26 0,-1 176 0,-16-292 0,-2-9 0,-1-18-1365,3 20-5461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1 254 24575,'8'-3'0,"0"0"0,1 0 0,0 1 0,16-3 0,3 0 0,142-24 0,-67 14 0,-23 3 0,98-1 0,82 13 0,-118 1 0,-95-1 0,308-9 0,-33-31 0,-87 6 0,-121 19 0,-74 11 0,70 3 0,5 1 0,-61-7 0,-33 3 0,25 0 0,40-4 0,7 1 0,-74 6 0,29-5 0,-30 2 0,31 0 0,-35 4 0,13 0 0,0-1 0,37-6 0,-37 3 0,-1 1 0,0 2 0,0 0 0,32 4 0,-10 4 0,-29-4 0,32 2 0,-33-5 0,-1 1 0,0 1 0,19 4 0,-24-5 120,-9-2-321,-8-2-1083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24575,'13'59'0,"-5"-8"0,-5-30 0,3 41 0,-7 572-1365,1-621-5461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3248 46 24575,'-61'-14'0,"0"2"0,0 3 0,-125-2 0,-131 27 0,-18 0 0,-30-7 0,-145-5 0,81-2 0,286 6 0,56-2 0,-1 0 0,-87 4 0,-242-11-1365,404 1-5461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24575,'-1'16'0,"2"-1"0,-1 0 0,2 0 0,0 0 0,1 0 0,0 0 0,2-1 0,5 16 0,15 19 0,-16-32 0,14 35 0,-18-35 120,-5-17-188,0 1 1,0 0-1,0 0 1,0-1-1,0 1 1,0 0-1,0 0 1,0-1-1,0 1 1,-1 0-1,1-1 1,0 1-1,0 0 1,-1-1-1,1 1 1,0 0-1,-1-1 1,1 1-1,-1-1 1,1 1-1,-1 0 1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24575,'132'-19'0,"-104"17"0,1 1 0,45 4 0,-65-2 0,-1 1 0,0-1 0,10 4 0,-17-4 0,1-1 0,0 1 0,-1-1 0,1 1 0,-1 0 0,1 0 0,-1-1 0,1 1 0,-1 0 0,1 0 0,-1 1 0,0-1 0,0 0 0,0 0 0,0 0 0,1 1 0,-2-1 0,1 1 0,0-1 0,0 1 0,0-1 0,0 3 0,-1-3 0,0 1 0,0-1 0,0 0 0,-1 0 0,1 0 0,0 0 0,-1 0 0,1 0 0,-1 0 0,1 0 0,-1 0 0,1 0 0,-1 0 0,0 0 0,1 0 0,-1 0 0,0 0 0,0-1 0,0 1 0,0 0 0,0 0 0,0-1 0,0 1 0,0-1 0,0 1 0,-2 0 0,-5 2 0,0 0 0,-12 3 0,11-3 0,-21 5 0,-28 9 0,52-15 0,0 0 0,0 1 0,1 0 0,-1 0 0,1 0 0,-10 9 0,14-12 0,0 1 0,0 0 0,0 0 0,0 0 0,0 0 0,1 0 0,-1 1 0,0-1 0,1 0 0,-1 0 0,1 0 0,-1 1 0,1-1 0,-1 0 0,1 1 0,0-1 0,0 0 0,-1 1 0,1-1 0,0 0 0,1 3 0,-1-2 0,1 0 0,0 1 0,0-1 0,0 0 0,0 0 0,0 0 0,0 1 0,0-1 0,1 0 0,-1-1 0,3 3 0,3 3 0,1 0 0,0-1 0,0 0 0,15 9 0,94 42 0,-113-54 0,1-1 0,0 1 0,-1 0 0,6 5 0,-9-7 0,-1-1 0,1 1 0,0-1 0,-1 0 0,0 1 0,1-1 0,-1 1 0,1-1 0,-1 1 0,1-1 0,-1 1 0,0-1 0,0 1 0,1 0 0,-1-1 0,0 1 0,0 0 0,1-1 0,-1 1 0,0-1 0,0 1 0,0 0 0,0-1 0,0 1 0,0 0 0,0-1 0,0 1 0,0 0 0,-1-1 0,1 1 0,0 0 0,0-1 0,0 1 0,-1-1 0,1 1 0,0-1 0,-1 1 0,1 0 0,-1-1 0,1 1 0,0-1 0,-1 0 0,1 1 0,-1-1 0,1 1 0,-1-1 0,1 0 0,-2 1 0,-2 2 0,-1-1 0,0 0 0,0 0 0,0 0 0,0-1 0,0 1 0,-7 0 0,-41 2 0,13-1 0,-70 5-1365,97-8-5461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8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24575,'-5'10'0,"1"6"0,1 3 0,1 0 0,4-3 0,1-1 0,2-1 0,1-1 0,2-2 0,-1 0 0,2 0 0,0-2 0,1 1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0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0 24575,'-26'3'0,"-9"2"0,-3 2 0,3 1 0,5 0 0,3-2 0,3 1 0,3-1 0,6-2-8191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24575,'2'27'0,"1"0"0,1 0 0,1 0 0,14 39 0,2 12 0,-16-41 0,-4-29 0,-1-1 0,2 1 0,-1-1 0,1 1 0,0-1 0,5 10 0,-7-16 0,1 0 0,0 0 0,0 0 0,-1 0 0,1 0 0,0-1 0,0 1 0,0 0 0,0-1 0,0 1 0,0-1 0,0 1 0,0-1 0,0 0 0,1 1 0,-1-1 0,0 0 0,0 0 0,0 0 0,0 0 0,0 0 0,0 0 0,1 0 0,-1 0 0,2-1 0,33-8 0,-28 7 0,27-7-51,-23 7-168,0-1 0,0-1 0,0 0 0,-1-1 0,12-6 0,-13 5-6607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24575,'0'22'0,"0"0"0,2-1 0,0 1 0,2-1 0,0 0 0,1 0 0,1 0 0,10 22 0,-16-43 0,1 1 0,-1 0 0,0 0 0,1 0 0,-1-1 0,1 1 0,-1 0 0,1-1 0,-1 1 0,1 0 0,-1-1 0,1 1 0,0-1 0,-1 1 0,1-1 0,1 1 0,-2-1 0,1 0 0,-1 0 0,0 0 0,1 0 0,-1 0 0,0 0 0,1 0 0,-1 0 0,0 0 0,1 0 0,-1 0 0,0-1 0,0 1 0,1 0 0,-1 0 0,0 0 0,1-1 0,-1 1 0,0 0 0,0 0 0,1-1 0,-1 1 0,0 0 0,0 0 0,0-1 0,1 0 0,1-4 0,0 0 0,0 0 0,2-10 0,-1 7 0,-3 5 0,1 0 0,0 0 0,0 1 0,1-1 0,-1 1 0,0-1 0,1 0 0,0 1 0,-1 0 0,1 0 0,0-1 0,0 1 0,1 0 0,-1 0 0,0 1 0,5-4 0,-4 4 0,1-1 0,-1 1 0,1 0 0,-1 0 0,1 1 0,-1-1 0,1 1 0,-1 0 0,1 0 0,0 0 0,6 1 0,2 1 0,0 2 0,0-1 0,0 1 0,-1 1 0,1 0 0,18 13 0,-23-14 24,-1 0 0,0 1 0,0 0 0,8 7 0,-12-10-111,-1 0-1,1 0 1,0 0 0,-1 0-1,0 1 1,1-1 0,-1 0-1,0 1 1,0-1-1,0 1 1,0-1 0,-1 1-1,1-1 1,-1 1 0,0-1-1,1 5 1,-3 3-6739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1 24575,'-15'2'0,"-8"1"0,-2 1 0,-2 1 0,2 0 0,1-1 0,3-1 0,3-1 0,1 0 0,5-2-8191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24575,'5'15'0,"4"7"0,3 3 0,0 0 0,0 0 0,0-1 0,-1-3 0,-1-2 0,-1-2 0,-3-1 0,-2-1 0,-2 0 0,-1-1 0,-1-2-8191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2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31 124 24575,'-7'-22'0,"7"21"0,0 0 0,-1 0 0,1 0 0,-1 0 0,1 0 0,-1 0 0,0 0 0,1 1 0,-1-1 0,0 0 0,0 0 0,1 0 0,-1 1 0,0-1 0,0 0 0,0 1 0,-1-1 0,2 1 0,-1 0 0,1 0 0,-1 0 0,1 0 0,-1 1 0,1-1 0,0 0 0,-1 0 0,1 0 0,0 1 0,-1-1 0,1 0 0,0 1 0,-1-1 0,1 0 0,0 1 0,-1-1 0,1 0 0,0 1 0,0-1 0,-1 0 0,1 1 0,0-1 0,0 1 0,0-1 0,0 1 0,0-1 0,0 0 0,0 1 0,0-1 0,0 1 0,0-1 0,0 1 0,-2 19 0,2-18 0,1 24 0,1 1 0,10 51 0,-2-22 0,49 304 0,-56-342 0,-1-1 0,-1 22 0,-2-76 0,-1 0 0,-2 0 0,-14-55 0,2 25 0,3 1 0,3-1 0,-1-130 0,12 160 0,-2-46 0,1 81-136,0 0-1,0 1 1,0-1-1,-1 0 1,1 0-1,-1 0 1,0 0-1,1 1 0,-2-3 1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4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 24575,'0'-14'0,"0"11"0,0 9 0,1 23 0,2 0 0,9 39 0,-1-8 0,-10-51 0,13 82 0,4 121 0,-17-164 0,-4 85 0,4-132-45,-1-1-1,0 1 1,0 0-1,0 0 1,0 0-1,-1-1 1,1 1-1,0 0 1,0 0-1,0-1 1,-1 1-1,1 0 1,0-1-1,-1 1 1,1 0-1,0-1 1,-1 1-1,1 0 1,-1-1-1,1 1 1,-1-1-1,1 1 1,-1-1-1,0 1 1,1-1-1,-1 1 0,0-1 1,1 1-1,-2-1 1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5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24 24575,'-2'-15'0,"1"7"0,-3 17 0,0 15 0,1 0 0,0 1 0,2-1 0,3 41 0,-1-9 0,7 53 0,-4-80 0,-2 0 0,-1 0 0,-1 1 0,-5 35 0,0-38 0,2 1 0,1 0 0,1 0 0,3 31 0,-1-54 0,0-1 0,0 1 0,0-1 0,1 1 0,0-1 0,0 1 0,0-1 0,0 0 0,4 4 0,-2-2 0,-1-1 0,0 1 0,3 8 0,-5-13-62,-1 0 0,0-1 0,0 1 0,1 0 0,-1 0 0,0-1 0,0 1 0,0 0 0,0 0 0,0-1 0,0 1 0,0 0-1,0-1 1,-1 1 0,1 0 0,0 0 0,0-1 0,-1 1 0,1 0 0,0-1 0,-1 2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7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797 102 24575,'0'-1'0,"0"1"0,-1-1 0,1 0 0,0 1 0,-1-1 0,1 1 0,0-1 0,-1 0 0,1 1 0,-1-1 0,1 1 0,-1-1 0,1 1 0,-1-1 0,1 1 0,-1 0 0,0-1 0,1 1 0,-1 0 0,0-1 0,1 1 0,-1 0 0,0 0 0,1 0 0,-1 0 0,0-1 0,-1 1 0,-22-2 0,21 2 0,-18-1 0,0 1 0,0 1 0,-37 7 0,19-3 0,0-2 0,-67-4 0,43 0 0,-250 1 0,308 0 0,0 0 0,0-1 0,0 0 0,1 0 0,-1 0 0,0 0 0,1-1 0,-1 1 0,1-1 0,-1-1 0,1 1 0,0 0 0,-8-7 0,12 9 0,0 0 0,0-1 0,0 1 0,0 0 0,0 0 0,0 0 0,0-1 0,0 1 0,0 0 0,0 0 0,0 0 0,0-1 0,0 1 0,0 0 0,0 0 0,0 0 0,0-1 0,0 1 0,1 0 0,-1 0 0,0 0 0,0-1 0,0 1 0,0 0 0,0 0 0,0 0 0,1 0 0,-1 0 0,0-1 0,0 1 0,0 0 0,0 0 0,1 0 0,-1 0 0,0 0 0,0 0 0,0 0 0,1 0 0,-1 0 0,0-1 0,0 1 0,0 0 0,1 0 0,-1 0 0,11-3 0,13-3 0,44-2 0,9-3 0,-66 9 0,-6 2 0,-1-1 0,1 0 0,0 0 0,0-1 0,0 1 0,-1-1 0,1 0 0,-1 0 0,1-1 0,7-5 0,-12 8 0,0 0 0,0 0 0,1-1 0,-1 1 0,0 0 0,0 0 0,1-1 0,-1 1 0,0 0 0,0 0 0,0-1 0,0 1 0,1 0 0,-1-1 0,0 1 0,0 0 0,0-1 0,0 1 0,0 0 0,0-1 0,0 1 0,0 0 0,0-1 0,0 1 0,0 0 0,0-1 0,0 1 0,0 0 0,0-1 0,0 1 0,-10-5 0,-14 4 0,20 1 0,-1 1 0,0 1 0,1-1 0,0 1 0,-1-1 0,1 1 0,0 1 0,0-1 0,-7 5 0,1 2 0,-19 19 0,22-19 0,-2-1 0,1 0 0,-16 11 0,14-11 0,10-8 0,0 0 0,-1 0 0,1 0 0,0 1 0,0-1 0,0 0 0,0 0 0,0 0 0,0 0 0,0 0 0,0 0 0,0 0 0,0 1 0,0-1 0,0 0 0,0 0 0,0 0 0,0 0 0,0 0 0,0 0 0,0 0 0,0 1 0,0-1 0,0 0 0,0 0 0,0 0 0,0 0 0,0 0 0,0 0 0,0 1 0,0-1 0,0 0 0,0 0 0,0 0 0,0 0 0,0 0 0,0 0 0,0 0 0,1 0 0,-1 0 0,0 1 0,0-1 0,2 0 0,1 1 0,-1-1 0,0 1 0,1-1 0,-1 0 0,1 0 0,2 0 0,86-1-1365,-77 1-5461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99 24575,'-329'-89'0,"328"89"0,-1 0 0,1-1 0,-1 1 0,1-1 0,-1 1 0,1-1 0,-1 0 0,1 1 0,-3-3 0,4 3 0,0 0 0,0 0 0,0 0 0,0 0 0,0 0 0,0 0 0,0 0 0,0 0 0,0 0 0,0 0 0,0-1 0,0 1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0,10 1 0,14 4 0,30 10 0,-44-12 0,-1 1 0,1 1 0,-1 0 0,0 0 0,11 8 0,-18-11 0,0 1 0,-1-1 0,1 0 0,-1 1 0,0-1 0,0 1 0,0 0 0,0 0 0,0 0 0,0 0 0,-1 0 0,2 5 0,-2-7 0,-1 1 0,0 0 0,1 0 0,-1-1 0,0 1 0,0 0 0,0-1 0,0 1 0,0 0 0,-1 0 0,1-1 0,0 1 0,-1 0 0,1-1 0,-1 1 0,0-1 0,1 1 0,-1-1 0,0 1 0,0-1 0,0 1 0,0-1 0,0 0 0,-1 1 0,1-1 0,-2 2 0,-3 1-195,0 0 0,0-1 0,0 1 0,0-1 0,0 0 0,-13 3 0,6-3-6631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24575,'0'-3'0,"0"0"0,0 1 0,0-1 0,1 0 0,-1 0 0,2-4 0,-2 7 0,0 0 0,0 0 0,0 0 0,0 0 0,0-1 0,0 1 0,1 0 0,-1 0 0,0 0 0,0 0 0,0 0 0,0 0 0,0-1 0,0 1 0,1 0 0,-1 0 0,0 0 0,0 0 0,0 0 0,0 0 0,0 0 0,1 0 0,-1 0 0,0 0 0,0-1 0,0 1 0,0 0 0,1 0 0,-1 0 0,0 0 0,0 0 0,0 0 0,0 0 0,1 0 0,-1 0 0,0 1 0,0-1 0,9 11 0,-5-1 0,0 1 0,-1 1 0,0-1 0,3 18 0,-4-14 0,12 105 0,-12-103 0,1 30 0,-1-8 0,-2-38 0,0 0 0,0 1 0,0-1 0,0 0 0,0 0 0,1 0 0,-1 1 0,1-1 0,-1 0 0,1 0 0,-1 0 0,1 0 0,-1 0 0,1 0 0,0 0 0,0 0 0,0 0 0,-1 0 0,1 0 0,0 0 0,0-1 0,0 1 0,0 0 0,1-1 0,-1 1 0,0 0 0,0-1 0,0 0 0,0 1 0,0-1 0,1 0 0,-1 1 0,0-1 0,3 0 0,3 0 0,0-1 0,1 1 0,-1-1 0,15-4 0,0 0 0,2 3-682,36 1-1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6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24575,'3'4'0,"1"0"0,-1 1 0,0-1 0,0 1 0,-1 0 0,1 0 0,2 8 0,10 39 0,-14-46 0,5 15 0,-2 2 0,-1-1 0,0 0 0,-1 32 0,-1-52 0,2-7 0,5-9 0,-7 11 0,2-3 0,1 0 0,-1 1 0,1-1 0,0 1 0,1-1 0,8-7 0,-12 12 0,0 0 0,0 0 0,0 0 0,0 0 0,0 1 0,1-1 0,-1 0 0,0 0 0,1 1 0,-1-1 0,1 1 0,-1-1 0,1 1 0,-1 0 0,0 0 0,1-1 0,-1 1 0,1 0 0,-1 0 0,1 0 0,-1 1 0,1-1 0,-1 0 0,1 1 0,-1-1 0,1 1 0,-1-1 0,0 1 0,1-1 0,-1 1 0,0 0 0,1 0 0,-1 0 0,0 0 0,2 2 0,2 3 6,1 0-1,-2 1 1,1 0 0,-1 0-1,0 1 1,-1-1 0,4 9-1,7 15-1415,-9-21-5416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238 13 24575,'-22'-3'0,"-11"0"0,-1-1 0,2 2 0,4 3 0,4 1 0,4 0 0,3 1 0,1-1 0,4-1-8191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0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24575,'7'10'0,"3"6"0,2 3 0,-1 2 0,1 2 0,-3 0 0,0 0 0,1-2 0,-1 1 0,-2-1 0,0-2 0,-1-1 0,-1-4-8191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1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 24575,'1'-1'0,"-1"0"0,0 1 0,1-1 0,-1 0 0,1 0 0,-1 1 0,1-1 0,-1 0 0,1 0 0,0 1 0,-1-1 0,1 1 0,0-1 0,-1 1 0,1-1 0,0 1 0,0-1 0,0 1 0,-1-1 0,1 1 0,1-1 0,-1 2 0,0-1 0,-1 0 0,1 0 0,0 0 0,-1 1 0,1-1 0,0 0 0,-1 1 0,1-1 0,-1 0 0,1 1 0,-1-1 0,1 1 0,-1-1 0,1 1 0,-1-1 0,1 1 0,-1-1 0,0 1 0,1 0 0,-1-1 0,0 1 0,1 0 0,-1-1 0,0 1 0,0 0 0,1 0 0,3 15 0,-1 1 0,0-1 0,-1 0 0,0 1 0,-1 16 0,1 16 0,6 9 0,-2-28 0,-6-30 0,0 1 0,0 0 0,0 0 0,0 0 0,0-1 0,0 1 0,0 0 0,0 0 0,1 0 0,-1-1 0,0 1 0,1 0 0,-1-1 0,0 1 0,1 0 0,-1-1 0,1 1 0,-1 0 0,1-1 0,0 1 0,-1-1 0,1 1 0,-1-1 0,1 1 0,0-1 0,0 1 0,-1-1 0,1 0 0,0 1 0,0-1 0,-1 0 0,1 0 0,0 0 0,0 0 0,1 1 0,1-2 0,1 0 0,-1 0 0,0 0 0,1 0 0,-1 0 0,6-4 0,4 0 0,-3 1 0,1 0 0,-1 1 0,1 0 0,0 1 0,0 0 0,0 1 0,16-1 0,-9 3-102,-9-1-108,-1 1-1,1-2 1,0 1-1,-1-1 1,14-3-1,-12 0-6615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24575,'1'10'0,"0"1"0,1-1 0,-1 1 0,2-1 0,0 0 0,0 0 0,5 10 0,0-2 0,2 0 0,19 29 0,-16-32 0,-13-14 0,0-1 0,1 0 0,-1 0 0,0 0 0,0 0 0,0 0 0,0 0 0,0 0 0,1 0 0,-1 0 0,0 0 0,0 0 0,0 0 0,0 0 0,1 0 0,-1 0 0,0 0 0,0 0 0,0 0 0,0 0 0,1 0 0,-1 0 0,0 0 0,0 0 0,0 0 0,0 0 0,0 0 0,1 0 0,-1 0 0,0 0 0,0-1 0,0 1 0,0 0 0,0 0 0,3-11 0,-3-10 0,0 14 0,0 1 0,0 0 0,0-1 0,1 1 0,0 0 0,2-9 0,-3 14 0,1 0 0,-1 0 0,1 1 0,-1-1 0,1 0 0,-1 0 0,1 0 0,-1 1 0,1-1 0,0 0 0,-1 1 0,1-1 0,0 1 0,-1-1 0,1 1 0,0-1 0,0 1 0,0-1 0,1 0 0,0 1 0,0 0 0,0 0 0,-1 0 0,1 0 0,0 0 0,0 0 0,-1 1 0,1-1 0,0 0 0,0 1 0,-1 0 0,1-1 0,0 1 0,1 1 0,13 7-12,0 1 1,0 1-1,-1 1 0,14 13 0,1 0-1294,-21-18-5520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9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30 24575,'-20'-5'0,"-9"-2"0,-2 1 0,1 1 0,4 1 0,3 2 0,7 3 0,2 2 0,2 0 0,2 0-8191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24575,'10'13'0,"4"6"0,1 5 0,4 1 0,0-1 0,1 1 0,-5-3 0,-1 2 0,0-3 0,-1 2 0,-3-1 0,1-2 0,-3-2 0,-2-4-8191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24575,'-3'3'0,"2"3"0,1 3 0,1 2 0,2 3 0,1 0 0,0 2 0,-1-4-8191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782 46 24575,'-7'0'0,"-32"-1"0,-77 10 0,33 2 0,0-4 0,-91-4 0,124-2 0,4-1 0,0-1 0,-48-8 0,81 8 0,10 0 0,0 1 0,0 0 0,0-1 0,1 1 0,-1-1 0,0 0 0,-5-2 0,8 3 0,0 0 0,0 0 0,0 0 0,0 0 0,-1-1 0,1 1 0,0 0 0,0 0 0,0 0 0,0 0 0,-1 0 0,1 0 0,0-1 0,0 1 0,0 0 0,0 0 0,0 0 0,0 0 0,0-1 0,0 1 0,0 0 0,0 0 0,-1 0 0,1-1 0,0 1 0,0 0 0,0 0 0,0 0 0,0-1 0,0 1 0,0 0 0,0 0 0,0 0 0,1 0 0,-1-1 0,0 1 0,6-6 0,12-3 0,11 0 0,1 1 0,0 1 0,58-5 0,-100 13 0,-1 1 0,1 0 0,0 1 0,-17 7 0,23-8 0,0 0 0,0 1 0,0 0 0,1 0 0,-1 1 0,1 0 0,0 0 0,0 0 0,0 0 0,1 1 0,-8 10 0,10-13-40,1 0 0,0-1 0,0 2 0,0-1-1,0 0 1,0 0 0,1 0 0,-1 0 0,1 0 0,-1 1 0,1-1-1,0 0 1,0 0 0,0 1 0,0-1 0,0 0 0,0 1-1,1-1 1,-1 0 0,1 0 0,0 0 0,-1 0 0,1 1 0,0-1-1,0 0 1,0 0 0,1 0 0,-1-1 0,0 1 0,1 0-1,-1 0 1,1-1 0,1 2 0,6 2-6786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46 24575,'-3'-1'0,"-44"-12"0,-1 1 0,-78-7 0,123 18 0,-1 1 0,1 0 0,-1 1 0,1-1 0,-1 1 0,-5 1 0,8-2 0,0 0 0,1 0 0,-1 1 0,1-1 0,-1 0 0,1 0 0,-1 1 0,1-1 0,-1 0 0,1 1 0,-1-1 0,1 1 0,-1-1 0,1 1 0,0-1 0,-1 0 0,1 1 0,0 0 0,-1-1 0,1 1 0,0-1 0,0 1 0,-1-1 0,1 1 0,0-1 0,0 1 0,0 0 0,0-1 0,0 1 0,0-1 0,0 1 0,0 0 0,0-1 0,0 1 0,0-1 0,0 1 0,0 0 0,1-1 0,-1 1 0,0-1 0,0 1 0,1-1 0,-1 1 0,0-1 0,1 1 0,-1-1 0,1 2 0,3 3 15,1 0 0,0 1 0,0-1 0,0-1-1,0 1 1,1-1 0,0 0 0,10 6 0,-9-6-265,0 0 0,0 1 0,-1 0 1,1 0-1,6 8 0,-6-4-6576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24575,'0'-36'0,"0"36"0,0 0 0,0 0 0,0-1 0,0 1 0,0 0 0,0 0 0,0 0 0,0 0 0,0 0 0,0 0 0,0 0 0,0 0 0,0-1 0,0 1 0,0 0 0,0 0 0,0 0 0,0 0 0,0 0 0,1 0 0,-1 0 0,0 0 0,0 0 0,0-1 0,0 1 0,0 0 0,0 0 0,0 0 0,0 0 0,0 0 0,0 0 0,0 0 0,0 0 0,0 0 0,1 0 0,-1 0 0,0 0 0,0 0 0,0 0 0,0 0 0,0 0 0,0 0 0,0 0 0,0 0 0,1 0 0,-1 0 0,0 0 0,0 0 0,0 0 0,4 5 0,1 10 0,1 14 0,0 1 0,1 39 0,7 30 0,-14-98 0,0 1 0,0-1 0,1 1 0,-1-1 0,1 1 0,-1-1 0,1 0 0,0 1 0,-1-1 0,1 0 0,0 0 0,0 1 0,0-1 0,0 0 0,0 0 0,0 0 0,0 0 0,1 0 0,-1 0 0,0 0 0,0-1 0,1 1 0,-1 0 0,1-1 0,-1 1 0,0-1 0,1 1 0,-1-1 0,1 0 0,-1 0 0,1 0 0,2 1 0,6-2 0,-1 1 0,1-1 0,-1-1 0,13-3 0,0 1 0,2 1 0,29 2 0,4-1 0,-56 2-124,1 0 0,-1 0 0,1 0 0,-1-1 0,1 1 0,-1 0-1,1-1 1,-1 1 0,1-1 0,1-1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3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24575,'0'13'0,"0"1"0,1 0 0,0 0 0,1-1 0,1 1 0,0-1 0,0 1 0,2-1 0,0 0 0,0-1 0,11 19 0,-3-5 0,2-55 0,-13 26 0,-1 1 0,1-1 0,0 0 0,0 1 0,0 0 0,1-1 0,-1 1 0,1 0 0,-1 0 0,1 0 0,-1 0 0,1 1 0,0-1 0,4-1 0,-4 2 0,0 1 0,0-1 0,0 1 0,0 0 0,1 0 0,-1 0 0,0 1 0,0-1 0,0 1 0,0-1 0,0 1 0,0 0 0,0 0 0,5 3 0,0 0-136,-1-1-1,1 1 1,-1 1-1,0-1 1,0 2-1,-1-1 1,0 0-1,0 1 0,10 12 1,-9-7-6690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7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 24575,'-8'0'0,"-4"0"0,-4 0 0,-1 2 0,0 2 0,1-1 0,-1 0 0,1-2 0,1 3 0,0 0 0,0-1 0,0 0 0,3-1-8191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8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24575,'10'15'0,"6"7"0,3 6 0,-2 2 0,-2-1 0,0 0 0,-1-3 0,-2-1 0,-1-2 0,-2 0 0,-3-1 0,-2-2 0,-2-5-8191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865 120 24575,'-10'-2'0,"0"-1"0,1 1 0,-1 1 0,0 0 0,0 0 0,0 1 0,0 0 0,0 1 0,0 0 0,-14 4 0,17-4 0,-33 6 0,-80 4 0,-418-12 0,535 1 0,1 0 0,-1 0 0,1 0 0,0-1 0,-1 1 0,1-1 0,-1 0 0,1 0 0,0 1 0,0-1 0,-5-3 0,7 4 0,0-1 0,-1 1 0,1 0 0,0 0 0,0-1 0,-1 1 0,1 0 0,0-1 0,0 1 0,-1-1 0,1 1 0,0 0 0,0-1 0,0 1 0,-1-1 0,1 1 0,0 0 0,0-1 0,0 1 0,0-1 0,0 1 0,0 0 0,0-1 0,0 1 0,0-1 0,0 0 0,1 0 0,0 0 0,-1 0 0,1 0 0,0 0 0,-1 0 0,1 0 0,0 0 0,0 0 0,0 1 0,0-1 0,0 0 0,0 1 0,0-1 0,1 0 0,12-7 0,1 1 0,28-9 0,13-5 0,-54 20 0,1 0 0,1 0 0,-1-1 0,0 0 0,1 0 0,-1 0 0,0 0 0,0 0 0,-1 0 0,1-1 0,0 1 0,-1-1 0,4-5 0,-6 8 0,0-1 0,0 1 0,1-1 0,-1 1 0,0-1 0,0 1 0,0 0 0,0-1 0,0 1 0,-1-1 0,1 1 0,0-1 0,0 1 0,0-1 0,0 1 0,0-1 0,-1 1 0,1-1 0,0 1 0,0 0 0,-1-1 0,1 1 0,0-1 0,-1 1 0,1 0 0,0-1 0,-1 1 0,1 0 0,-1 0 0,1-1 0,0 1 0,-1 0 0,1 0 0,-1-1 0,1 1 0,-1 0 0,1 0 0,-1 0 0,1 0 0,-1 0 0,1 0 0,-1 0 0,1 0 0,-1 0 0,-26-2 0,25 2 0,-3 0 0,0 0 0,-1 1 0,1 0 0,0 0 0,-1 0 0,1 1 0,0 0 0,0 0 0,0 0 0,0 1 0,-4 3 0,5-4 0,1 0 0,0 0 0,1 0 0,-1 1 0,0-1 0,1 1 0,-1 0 0,1 0 0,0 0 0,0 0 0,0 0 0,0 0 0,1 0 0,-1 1 0,1-1 0,0 0 0,-1 6 0,1-7 0,1-1 0,0 1 0,0-1 0,0 0 0,0 1 0,1-1 0,-1 1 0,0-1 0,1 0 0,-1 1 0,0-1 0,1 0 0,0 1 0,-1-1 0,1 0 0,0 0 0,-1 0 0,1 0 0,2 2 0,-1-1 0,0 0 0,0 0 0,1-1 0,0 1 0,-1 0 0,1-1 0,0 0 0,4 2 0,5 0 0,1 0 0,-1-1 0,17 2 0,-27-4 0,111 2-139,-79-3-1087,-21 1-5600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9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27 24575,'-14'-6'0,"-1"1"0,0 1 0,-30-6 0,37 9 0,0 1 0,0 0 0,0 0 0,0 0 0,-1 1 0,1 0 0,0 1 0,0 0 0,-9 3 0,17-5 0,-1 0 0,1 0 0,-1 0 0,0 1 0,1-1 0,-1 0 0,1 0 0,-1 1 0,1-1 0,-1 0 0,1 1 0,-1-1 0,1 0 0,-1 1 0,1-1 0,-1 1 0,1-1 0,0 1 0,-1-1 0,1 1 0,0-1 0,-1 1 0,1-1 0,0 1 0,0-1 0,-1 2 0,2-2 0,-1 1 0,0 0 0,0-1 0,1 1 0,-1 0 0,1-1 0,-1 1 0,0 0 0,1-1 0,-1 1 0,1-1 0,0 1 0,-1-1 0,1 0 0,-1 1 0,1-1 0,1 1 0,4 2 0,0 0 0,0 0 0,9 2 0,5 0 0,-2-1 0,0 1 0,-1 1 0,1 1 0,20 10 0,-38-16-3,1-1 0,0 0 0,0 1 0,-1-1 0,1 1 0,0-1 0,-1 1 0,1-1-1,0 1 1,-1-1 0,1 1 0,-1 0 0,1-1 0,-1 1 0,1 0 0,-1-1 0,0 1 0,1 0-1,-1 0 1,0 0 0,0-1 0,1 1 0,-1 0 0,0 0 0,0 0 0,0 0 15,-1 0-1,1 0 1,0 0 0,-1 0 0,1 0-1,-1 0 1,1 0 0,-1 0 0,0-1 0,1 1-1,-1 0 1,0 0 0,0-1 0,0 1-1,1 0 1,-3 0 0,-2 2-260,-1 0 1,0 0-1,0-1 1,0 0-1,-7 2 1,-3-1-6579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7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0,0-1 0,0 1 0,0 0 0,1 0 0,-1 0 0,0 0 0,0-1 0,0 1 0,0 0 0,1 0 0,-1 0 0,0 0 0,0 0 0,0 0 0,1 0 0,-1 0 0,0 0 0,0 0 0,1 0 0,-1 0 0,0 0 0,0 0 0,0 0 0,1 0 0,-1 0 0,0 0 0,0 0 0,1 0 0,-1 0 0,0 0 0,0 0 0,0 0 0,1 0 0,3 9 0,-1 12 0,-3-21 0,10 87 0,5 30 0,-11-75 0,-3 80 0,-1-6 0,7-58 0,1 9 0,-1 3 0,-3-46 0,0 29 0,-5-28-43,1-16-221,-1 0-1,1 0 1,1 0-1,2 15 1,0-14-6562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6 125 24575,'0'0'0,"0"0"0,0 0 0,0 0 0,0-1 0,0 1 0,-1 0 0,1 0 0,0 0 0,0 0 0,0 0 0,0 0 0,0 0 0,0 0 0,-1 0 0,1 0 0,0 0 0,0 0 0,0 0 0,0 0 0,0 0 0,0 0 0,0 0 0,-1 0 0,1 0 0,0 0 0,0 1 0,0-1 0,0 0 0,0 0 0,0 0 0,0 0 0,0 0 0,-1 0 0,1 0 0,0 0 0,0 0 0,0 0 0,0 1 0,0-1 0,0 0 0,0 0 0,0 0 0,0 0 0,0 0 0,0 0 0,0 0 0,0 1 0,0-1 0,0 0 0,0 0 0,0 0 0,0 0 0,0 0 0,0 0 0,0 1 0,0-1 0,-1 1 0,1-1 0,0 1 0,0-1 0,0 1 0,0-1 0,0 1 0,0-1 0,0 1 0,0-1 0,0 1 0,0-1 0,0 1 0,0-1 0,0 1 0,0-1 0,1 1 0,-1-1 0,0 1 0,0-1 0,1 1 0,-1-1 0,0 1 0,0-1 0,1 0 0,0 1 0,1 1 0,0-1 0,0 1 0,0-1 0,0 0 0,0 1 0,0-1 0,0 0 0,1-1 0,-1 1 0,0 0 0,1-1 0,-1 1 0,5-1 0,34 1 0,-28-2 0,84 2 0,65-3 0,-99-5 0,24-1 0,-1 9 0,42-2 0,-17-13 0,-72 7 0,58-2 0,361 10 0,-357-10 0,-45 2 0,34-7 0,-61 9 0,0 0 0,40 0 0,-38 5 0,22-1 0,92 12 0,-126-9 0,1 0 0,-1-1 0,0-1 0,0-1 0,1 0 0,-1-2 0,31-7 0,20-8 0,2 4 0,-1 2 0,141-3 0,-170 15 0,-8 0 0,-1 1 0,51 8 0,-55-6 0,0 0 0,57-3 0,-38-1 0,-28 0 0,31-5 0,-29 2 0,23 0 0,201 5 0,-220-4-1365,-17 0-5461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24575,'0'2'0,"1"1"0,0-1 0,0 1 0,0-1 0,0 1 0,0-1 0,2 3 0,2 4 0,2 11 0,0 1 0,-2-1 0,0 1 0,-2 1 0,0-1 0,-1 0 0,-1 1 0,-4 40 0,1-44 0,-2 0 0,-5 19 0,5-21 0,0 1 0,-3 29 0,6-19 0,4 45 0,-2-59 0,2 0 0,-1 1 0,2-1 0,0 0 0,7 15 0,-3-9 0,28 66 0,-32-72 0,0-1 0,0 1 0,-2 0 0,3 24 0,-5-33-72,0 0 1,0 0-1,0 0 0,-1 0 0,1 0 0,-1 0 0,0-1 0,0 1 1,-1 0-1,1-1 0,-1 1 0,0 0 0,0-1 0,0 0 0,0 0 1,0 1-1,-1-1 0,-5 5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0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3499 45 24575,'-16'1'0,"0"1"0,-15 3 0,-24 2 0,-258-7 0,25-24 0,98 6 0,-249 0 0,354 19 0,-1 3 0,-103 18 0,58-1 0,0-6 0,-187-3 0,-310-12 0,604 1 0,-32 5 0,31-2 0,-28 0 0,40-3 0,-1 1 0,1 0 0,0 1 0,0 0 0,-18 8 0,17-6 0,0 0 0,0-1 0,0-1 0,-23 2 0,-56-5 0,-22 0 0,101 3-1365,1 0-5461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2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24575,'4'-2'0,"-6"8"0,1-2 0,1-4 0,1 0 0,-1 0 0,1 0 0,-1 1 0,1-1 0,-1 0 0,1 1 0,-1-1 0,1 0 0,-1 1 0,1-1 0,-1 0 0,0 1 0,1-1 0,-1 1 0,0-1 0,1 1 0,-1-1 0,0 1 0,1-1 0,-1 1 0,0-1 0,0 1 0,0-1 0,1 1 0,-1 0 0,0-1 0,0 2 0,3 18 0,-3-18 0,2 35 0,-2-21 0,1 1 0,5 24 0,-2-16 0,-1-1 0,-1 1 0,-4 48 0,1-19 0,2-36 0,1-1 0,0 0 0,8 25 0,-5-23 0,-1 0 0,2 26 0,1 5 0,-4-37 0,-1 0 0,1 15 0,-3 5 0,-1-17 0,2-1 0,-1 1 0,2-1 0,0 1 0,1-1 0,5 19 0,-2-14-1365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3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1 190 24575,'839'0'0,"-738"7"0,-4 1 0,-56-7 0,77-3 0,-89-2 0,34-8 0,8-2 0,-38 10 0,-2-1 0,34 0 0,-46 3 0,26-3 0,11-2 0,-34 4 0,0 0 0,27-8 0,14-2 0,14 0 0,27-4 0,-61 10 0,-22 4 0,30-2 0,-28 4 0,23-5 0,-24 2 0,28 0 0,-22 4 0,-1-1 0,36-6 0,3-6 0,0 3 0,108-3 0,-144 13 0,13 0 0,78 9 0,-77-4 0,-1-2 0,65-3 0,-35-2 0,-58 1 0,-1 0 0,18-4 0,-16 2 0,25-2 0,5-1 0,-39 4 0,0 1 0,1 0 0,-1 0 0,1 1 0,0 0 0,-1 0 0,13 2 0,-13 0-119,-1-1-59,-1 0 0,1 0 0,-1 0 0,0 0 0,1-1 0,10-1 0,-6-1-6648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4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24575,'2'0'0,"1"-1"0,-1 1 0,0 0 0,1-1 0,-1 0 0,0 0 0,0 1 0,1-1 0,-1 0 0,0-1 0,0 1 0,0 0 0,0-1 0,3-2 0,11-8 0,-15 12 0,-1 0 0,0 0 0,0 0 0,0 0 0,1 0 0,-1 0 0,0 0 0,0 0 0,1 0 0,-1 0 0,0 0 0,0 0 0,0 0 0,1 0 0,-1 0 0,0 0 0,0 0 0,0 0 0,1 0 0,-1 0 0,0 0 0,0 0 0,0 0 0,1 1 0,-1-1 0,0 0 0,0 0 0,0 0 0,0 0 0,1 0 0,-1 1 0,0-1 0,0 0 0,0 0 0,0 0 0,0 1 0,0-1 0,0 0 0,0 0 0,1 0 0,-1 1 0,0-1 0,0 0 0,0 0 0,0 0 0,0 1 0,0-1 0,0 0 0,0 0 0,0 0 0,0 1 0,0-1 0,-1 0 0,1 0 0,0 0 0,0 1 0,0-1 0,0 0 0,0 0 0,-3 17 0,2-16 0,-2 13 0,1 0 0,1 1 0,0-1 0,0 0 0,2 1 0,-1-1 0,5 18 0,27 98 0,-18-83 0,-12-39 0,3 8 0,-1 0 0,-1 1 0,0-1 0,0 20 0,-1-11 0,1 0 0,9 37 0,0 2 0,-10-54 37,1 0 0,6 17 0,0 0-1513,-5-15-5350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5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3646 0 24575,'-55'8'0,"-6"2"0,-106 3 0,50-6 0,12 0 0,-204-8 0,-103 2 0,220 14 0,25 0 0,80-11 0,-187 6 0,71 5 0,2 0 0,-623-16 0,793 3 0,0 1 0,-34 7 0,34-4 0,0-1 0,-33-1 0,50-3 0,-25 4 0,30-3 0,0 0 0,1-1 0,-1-1 0,0 1 0,0-1 0,-17-3 0,-48-18-1365,61 19-5461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6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24575,'1'-1'0,"0"-1"0,0 1 0,1 0 0,-1 0 0,1 0 0,-1 0 0,1 0 0,-1 0 0,1 0 0,0 0 0,-1 1 0,1-1 0,0 1 0,0-1 0,-1 1 0,1 0 0,0-1 0,0 1 0,0 0 0,-1 0 0,1 0 0,0 1 0,0-1 0,0 0 0,-1 1 0,1-1 0,0 1 0,0-1 0,-1 1 0,1 0 0,-1 0 0,1 0 0,0 0 0,-1 0 0,0 0 0,1 0 0,-1 1 0,0-1 0,1 0 0,-1 1 0,0-1 0,0 1 0,0-1 0,0 1 0,-1 0 0,1-1 0,0 3 0,3 7 0,-1 0 0,-1 0 0,0 1 0,-1-1 0,0 1 0,0-1 0,-1 1 0,-1-1 0,-3 21 0,1-10 0,0 1 0,2 0 0,1-1 0,0 1 0,2 0 0,1 0 0,0-1 0,2 1 0,11 32 0,-11-41 0,15 56 0,-18-60 0,0 0 0,-1 1 0,0-1 0,-1 19 0,0-27-114,0-1 1,0 1-1,0-1 0,-1 1 0,1-1 1,-1 0-1,1 1 0,-1-1 0,1 0 1,-1 1-1,0 1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7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1 311 24575,'34'-20'0,"-23"13"0,20-10 0,-20 13 0,0 1 0,0 0 0,0 1 0,1 0 0,-1 0 0,20 1 0,27-3 0,136-20 0,-133 17 0,34-1 0,672 9 0,-740-2 0,0-2 0,-1 0 0,1-2 0,-1-1 0,30-11 0,31-11 0,-63 21 0,0 1 0,0 2 0,1 0 0,37-1 0,-49 4 0,44-5 0,20-2 0,267 9 0,-316-4 0,-1 0 0,0-2 0,0 0 0,26-11 0,-35 11 0,8-2 0,40-17 0,-51 17 0,1 1 0,0 0 0,0 2 0,0 0 0,0 0 0,1 2 0,0 0 0,24 0 0,256 3 0,-288 0-21,1 0-1,-1 1 0,0-1 1,0 2-1,17 6 0,-5-2-1213,-11-4-5591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8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24575,'49'11'0,"46"14"0,-93-25 0,1 1 0,-1-1 0,1 1 0,-1-1 0,1 0 0,-1 0 0,1 0 0,0 0 0,-1 0 0,1 0 0,-1-1 0,1 0 0,3 0 0,10-3 0,-16 4 0,1 0 0,-1 0 0,1 0 0,-1 0 0,1 0 0,-1 0 0,1 1 0,-1-1 0,1 0 0,-1 0 0,0 1 0,1-1 0,-1 0 0,1 0 0,-1 1 0,0-1 0,1 0 0,-1 1 0,0-1 0,0 1 0,1-1 0,-1 0 0,0 1 0,0-1 0,1 1 0,-1-1 0,0 1 0,0-1 0,0 1 0,0-1 0,0 1 0,0-1 0,0 1 0,0-1 0,0 0 0,0 2 0,0 21 0,0-19 0,-1 43 0,0 146 0,7-136 0,19 83 0,38 106 0,-62-243 9,0 0-1,0 1 1,-1-1-1,1 0 1,0 1 0,-1-1-1,0 1 1,0-1-1,0 0 1,0 1-1,-1-1 1,0 1-1,-1 4 1,1-6-83,0 0-1,0 1 1,-1-1 0,1 0 0,-1 0-1,1-1 1,-1 1 0,0 0 0,0 0-1,0-1 1,0 1 0,0-1 0,0 0-1,0 1 1,0-1 0,0 0 0,-1 0-1,1 0 1,-4 0 0,-4 2-6752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9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3632 0 24575,'-11'1'0,"-275"33"0,212-23 0,-109 4 0,-76-15 0,116-2 0,8 1 0,-151 3 0,225 3 0,-84 19 0,86-13 0,-94 7 0,48-15 0,-1-4 0,-135-20 0,43-2 0,-30 20 0,137 4 0,37 2 0,-1 2 0,-82 20 0,107-19 0,-6 1 0,-2-1 0,-69 2 0,34-8 0,-57-1 0,77-6 0,35 3 0,-33 0 0,45 4-103,-1-1-37,0 1-1,1 0 1,-1 1 0,1-1 0,-1 1 0,1 1-1,-1-1 1,-7 4 0,1 1-6686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4.6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24575,'11'-19'0,"-9"15"0,1-1 0,-1 1 0,1 0 0,0-1 0,0 1 0,0 1 0,1-1 0,0 0 0,7-5 0,-11 9 0,1-1 0,0 1 0,0 0 0,-1-1 0,1 1 0,0 0 0,0 0 0,-1 0 0,1 0 0,0 0 0,0 0 0,0 0 0,0 0 0,-1 0 0,1 0 0,0 0 0,0 0 0,0 0 0,-1 1 0,1-1 0,0 0 0,0 1 0,-1-1 0,1 1 0,0-1 0,-1 0 0,1 1 0,0 0 0,-1-1 0,1 1 0,-1-1 0,1 1 0,-1 0 0,1-1 0,-1 1 0,0 0 0,1-1 0,-1 1 0,1 1 0,2 4 0,-1 0 0,0 1 0,3 11 0,-3-13 0,6 37 0,8 83 0,-10-60 0,39 262 0,-38-269 0,-2 0 0,-5 75 0,0-187 0,-2 0 0,-2 0 0,-15-68 0,0 31 0,-23-123 0,34 157 0,-2-102 0,9 244 0,5 0 0,23 139 0,23 20-1365,-45-220-5461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7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1 24575,'72'36'-115,"220"115"-920,-276-142 1061,0-1 76,-1 1-1,0 0 1,-1 1 0,23 20 0,-37-29-103,1-1 1,0 1-1,-1 0 1,1 0-1,0-1 0,-1 1 1,1 0-1,-1 0 0,1 0 1,-1-1-1,0 1 1,1 0-1,-1 0 0,0 0 1,0 0-1,1 0 1,-1 0-1,0 2 0,0-3 13,-1 1 0,1-1 0,0 1 0,0 0 0,-1-1 0,1 1 0,-1-1 0,1 1 0,0-1 0,-1 1 0,1-1 0,-1 0 0,1 1 0,-1-1 0,1 1 0,-1-1 0,1 0 0,-1 1 0,1-1 0,-2 0 0,-2 2 35,0-1 0,0 0 0,0-1 0,0 1 0,0-1-1,-1 0 1,-3 0 0,-20-3-47,0-1 0,0-1 0,-40-13 0,-81-35 0,92 30 0,-231-97 0,176 71 0,96 42 0,10 7 0,9 5 0,8 5 0,169 121 0,-66-52 0,-82-56 0,73 58 0,-101-77 0,0-1 0,-1 1 0,1 0 0,-1 1 0,3 4 0,-5-8 0,-1-1 0,1 1 0,-1-1 0,0 1 0,1 0 0,-1-1 0,0 1 0,1 0 0,-1-1 0,0 1 0,0 0 0,0-1 0,0 1 0,0 0 0,0 0 0,0-1 0,0 1 0,0 0 0,0-1 0,0 1 0,0 0 0,0 0 0,-1-1 0,1 1 0,0 0 0,0-1 0,-1 1 0,1-1 0,0 1 0,-1 0 0,1-1 0,-1 1 0,1-1 0,-1 1 0,1-1 0,-1 1 0,1-1 0,-1 0 0,0 1 0,1-1 0,-1 1 0,0-1 0,1 0 0,-1 0 0,0 1 0,1-1 0,-1 0 0,0 0 0,-9 2 0,0 0 0,0-1 0,0 0 0,-19-1 0,-43-6 0,48 3 0,-35-7 9,42 6-284,-1 1 0,1 1 0,-1 0 1,-20 1-1,24 3-6551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6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24575,'4'9'0,"-1"1"0,0-1 0,-1 0 0,3 19 0,3 10 0,18 53 0,-3-11 0,15 91 0,-34-148-195,-1 0 0,-2 1 0,0 0 0,-1-1 0,-2 1 0,-4 25 0,2-35-6631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8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633 151 24575,'-73'-14'-26,"-202"-44"-1139,5-15 1672,257 68-501,11 5 25,4 0 22,20 8 433,122 65-377,-66-32-110,1 0 1,110 75 0,-184-112 0,0 0 0,-1-1 0,1 1 0,5 8 0,-9-11 0,-1-1 0,1 1 0,-1-1 0,1 1 0,-1 0 0,1-1 0,-1 1 0,0 0 0,1-1 0,-1 1 0,0 0 0,1-1 0,-1 1 0,0 0 0,0-1 0,0 1 0,0 0 0,0 0 0,0-1 0,0 1 0,0 0 0,0 0 0,0-1 0,0 1 0,0 0 0,-1 0 0,1-1 0,0 1 0,-1 0 0,1-1 0,0 1 0,-1 0 0,1-1 0,-1 1 0,1-1 0,0 1 0,-1 0 0,0-1 0,1 0 0,-1 1 0,1-1 0,-1 1 0,0-1 0,1 1 0,-1-1 0,-1 1 0,-3 1 0,0 0 0,-1-1 0,1 1 0,-1-1 0,0 0 0,-8 0 0,-38-1 0,29-1 0,-116-8 0,84 4 0,-60 1 0,114 4 0,0 0 0,0 0 0,0 0 0,-1 1 0,1-1 0,0 0 0,0 0 0,0 1 0,0-1 0,0 1 0,-2 0 0,3-1 0,0 0 0,0 0 0,0 0 0,-1 1 0,1-1 0,0 0 0,0 0 0,0 0 0,0 0 0,0 1 0,0-1 0,0 0 0,0 0 0,0 0 0,0 1 0,-1-1 0,1 0 0,0 0 0,0 0 0,0 1 0,0-1 0,0 0 0,1 0 0,-1 0 0,0 1 0,0-1 0,0 0 0,0 0 0,0 0 0,0 1 0,0-1 0,0 0 0,0 0 0,0 0 0,1 1 0,1 1 0,-1-1 0,1 1 0,0 0 0,0-1 0,0 1 0,0-1 0,1 1 0,3 1 0,359 146 0,-361-147-72,9 2-252,0 1 1,-1 1 0,22 12 0,-20-7-6503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9 24575,'-1'-1'0,"1"1"0,-1-1 0,1 1 0,-1-1 0,0 0 0,1 1 0,-1-1 0,0 1 0,1-1 0,-1 1 0,0 0 0,1-1 0,-1 1 0,0 0 0,0-1 0,0 1 0,1 0 0,-1 0 0,0 0 0,0 0 0,0 0 0,-1 0 0,2 0 0,-1 0 0,1 1 0,-1-1 0,0 1 0,1-1 0,-1 1 0,1-1 0,-1 1 0,1-1 0,-1 1 0,1 0 0,-1-1 0,1 1 0,0-1 0,-1 1 0,1 0 0,0 0 0,0-1 0,-1 2 0,0 5 0,0 0 0,0 1 0,0 12 0,1-18 0,1 22 0,0 0 0,2 0 0,1-1 0,7 26 0,35 94 0,-20-66 0,-15-42 0,-1 2 0,-2-1 0,-2 1 0,3 72 0,-9-42-1365,0-42-5461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754 198 24575,'-174'-29'-651,"-245"-75"-1,408 100 657,-18-4 154,1-2 0,0-1 0,-34-18 0,60 26-55,10 5 123,14 6 104,39 21-331,62 40 0,-66-35 0,1 1 0,85 70 0,-137-100 0,0-1 0,-1 2 0,0-1 0,0 1 0,7 10 0,-11-15 0,0 0 0,-1 0 0,1 0 0,0 0 0,-1 0 0,0 0 0,1 0 0,-1 0 0,0 0 0,1 0 0,-1 0 0,0 0 0,0 0 0,0 1 0,0-1 0,0 0 0,0 0 0,0 0 0,0 0 0,0 0 0,-1 0 0,1 0 0,0 0 0,-1 1 0,1-1 0,-1 0 0,1 0 0,-1 0 0,0-1 0,1 1 0,-1 0 0,0 0 0,0 0 0,0 0 0,1-1 0,-1 1 0,0 0 0,0-1 0,0 1 0,0-1 0,0 1 0,0-1 0,0 1 0,0-1 0,0 0 0,-2 1 0,-7 2 0,0 0 0,0-1 0,0 0 0,-18 0 0,-44-2 0,43 0 0,-58-2 0,-88 2 0,171 0 0,1 1 0,-1-1 0,1 1 0,-1 0 0,-3 1 0,6-2 0,1 0 0,-1 0 0,1 0 0,0 1 0,-1-1 0,1 0 0,-1 0 0,1 0 0,0 1 0,-1-1 0,1 0 0,-1 0 0,1 1 0,0-1 0,-1 0 0,1 1 0,0-1 0,0 1 0,-1-1 0,1 0 0,0 1 0,0-1 0,0 1 0,-1-1 0,1 0 0,0 1 0,0-1 0,0 1 0,0-1 0,0 1 0,0-1 0,0 1 0,0-1 0,0 0 0,0 1 0,0-1 0,0 1 0,0-1 0,0 1 0,0-1 0,1 1 0,-1-1 0,0 0 0,0 1 0,0-1 0,1 1 0,-1-1 0,0 0 0,1 1 0,5 5 0,0-1 0,0 0 0,1 0 0,-1-1 0,1 1 0,0-2 0,13 6 0,-5-1 0,182 79-849,-183-81 333,2 0-6310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9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92 24575,'2'-16'0,"6"-24"0,-8 37 0,1 0 0,0 1 0,0-1 0,1 0 0,-1 0 0,1 1 0,-1-1 0,1 1 0,0-1 0,3-2 0,-5 4 0,1 1 0,-1 0 0,0-1 0,1 1 0,-1 0 0,0 0 0,1-1 0,-1 1 0,1 0 0,-1 0 0,1 0 0,-1 0 0,1 0 0,-1 0 0,0 0 0,1 0 0,-1 0 0,1 0 0,-1 0 0,1 0 0,-1 0 0,1 0 0,-1 0 0,0 0 0,1 0 0,-1 0 0,1 1 0,-1-1 0,1 0 0,-1 0 0,0 0 0,1 1 0,-1-1 0,0 0 0,1 1 0,-1-1 0,0 0 0,1 1 0,-1-1 0,0 0 0,0 1 0,1-1 0,-1 1 0,0-1 0,0 1 0,9 20 0,-4 6 0,2 40 0,-4-33 0,3 47 0,11 72 0,19 4 0,-18-92 0,11 94 0,-28-147 0,3 40 0,-4-46 0,0-1 0,0 0 0,-1 0 0,0 1 0,0-1 0,0 0 0,-3 8 0,3-12-65,1 0 0,0-1 0,-1 1 0,1 0 0,-1 0 0,1-1 0,-1 1 0,1 0 0,-1-1 0,0 1 0,1-1 0,-1 1 0,0-1 0,1 1 0,-1-1 0,0 1 0,0-1 0,1 0 0,-1 1 0,-2-1 0,-5 1-6761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2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452 44 24575,'134'23'0,"-375"-69"0,201 39 0,15 2 0,-1 1 0,-28 0 0,53 3 0,0 1 0,0 0 0,-1 0 0,1 0 0,0 0 0,0 0 0,0 1 0,0-1 0,0 0 0,0 0 0,0 1 0,0-1 0,0 0 0,0 1 0,0 0 0,0-1 0,0 1 0,0-1 0,0 1 0,1 0 0,-1-1 0,-1 3 0,2-2 0,-1 0 0,1 0 0,0 0 0,0 0 0,0 0 0,0 0 0,0 0 0,0 0 0,1 0 0,-1 0 0,0-1 0,0 1 0,1 0 0,-1 0 0,0 0 0,1 0 0,-1 0 0,1 0 0,0-1 0,-1 1 0,1 0 0,-1 0 0,1-1 0,1 2 0,20 19 0,1 0 0,1-2 0,0-1 0,28 15 0,21 16 0,-71-48 0,3 3 0,1 0 0,-1 0 0,0 1 0,6 6 0,-11-10 0,1-1 0,-1 1 0,1-1 0,-1 1 0,1 0 0,-1-1 0,1 1 0,-1 0 0,1-1 0,-1 1 0,0 0 0,0 0 0,1-1 0,-1 1 0,0 0 0,0 0 0,0 0 0,0-1 0,0 1 0,0 0 0,0 0 0,0 0 0,0 0 0,0-1 0,0 1 0,0 0 0,-1 0 0,1-1 0,0 1 0,-1 0 0,1 0 0,0-1 0,-1 1 0,1 0 0,-1-1 0,1 1 0,-1 0 0,0-1 0,1 1 0,-1-1 0,1 1 0,-1-1 0,0 1 0,0-1 0,1 0 0,-2 1 0,-3 1 0,0 0 0,0 0 0,0 0 0,0-1 0,0 0 0,-11 1 0,-35-1 0,32-1 0,-258-2 0,274 2 0,-1 0 0,1 0 0,-1 0 0,1 1 0,-1 0 0,-4 1 0,7-2 0,1 0 0,-1 1 0,1-1 0,-1 0 0,1 0 0,0 0 0,-1 1 0,1-1 0,0 0 0,-1 1 0,1-1 0,0 0 0,0 1 0,-1-1 0,1 0 0,0 1 0,0-1 0,-1 1 0,1-1 0,0 0 0,0 1 0,0-1 0,0 1 0,0 0 0,0 0 0,0 0 0,0 0 0,1 0 0,-1 0 0,0-1 0,0 1 0,1 0 0,-1 0 0,1 0 0,-1-1 0,1 1 0,-1 0 0,1 0 0,0-1 0,0 2 0,5 4-341,1-1 0,0 1-1,13 8 1,-6-6-6485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4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0 506 24575,'20'-47'0,"1"0"0,3 2 0,1 0 0,3 2 0,54-66 0,-57 80 60,53-45 0,-68 66-209,0 0 1,1 1-1,0 1 1,0-1-1,0 2 1,1 0-1,0 0 1,0 1-1,17-4 1,-10 5-6678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24575,'33'6'0,"37"7"0,-60-11 0,-1 1 0,0 1 0,1-1 0,16 11 0,-24-13 0,0 0 0,0 1 0,0-1 0,0 1 0,0-1 0,0 1 0,0 0 0,0 0 0,-1 0 0,1 0 0,-1 0 0,0 0 0,1 0 0,-1 1 0,0-1 0,0 0 0,0 1 0,0 3 0,-1-3 0,0 0 0,0 0 0,0 1 0,0-1 0,0 0 0,-1 0 0,0 0 0,0 0 0,0 0 0,0 0 0,0 0 0,-3 5 0,-4 4 0,0-1 0,0 0 0,-1-1 0,0 0 0,-17 13 0,22-19 0,0-1 0,0 0 0,0 0 0,-1 0 0,1-1 0,-1 0 0,0 0 0,1 0 0,-1 0 0,0-1 0,0 0 0,-9 1 0,11-1 0,1-1 0,-1 0 0,0 0 0,1-1 0,-1 1 0,0-1 0,1 1 0,-1-1 0,0 0 0,1 0 0,-1 0 0,1 0 0,-1 0 0,1-1 0,0 1 0,0-1 0,-1 1 0,1-1 0,0 0 0,0 0 0,1 0 0,-1 0 0,0 0 0,1-1 0,-3-3 0,-2-6-273,0-1 0,1 0 0,0 0 0,-4-24 0,7 26-6553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9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24575,'5'14'0,"0"0"0,1-1 0,0 1 0,2-1 0,-1-1 0,2 0 0,-1 0 0,2 0 0,-1-1 0,1-1 0,1 1 0,0-2 0,1 1 0,0-2 0,22 13 0,-31-19 0,0-1 0,-1 0 0,1 0 0,0 0 0,0 0 0,0 0 0,0-1 0,0 0 0,0 1 0,5-1 0,-7 0 0,0-1 0,0 1 0,0 0 0,0-1 0,0 1 0,1-1 0,-1 1 0,0-1 0,0 1 0,-1-1 0,1 0 0,0 1 0,0-1 0,0 0 0,0 0 0,0 0 0,-1 0 0,1 0 0,0 0 0,-1 0 0,1 0 0,-1 0 0,1 0 0,-1 0 0,0 0 0,1 0 0,-1 0 0,0 0 0,0-3 0,2-7 0,-1 0 0,-1-1 0,0 1 0,-1-1 0,0 1 0,-5-20 0,-1 2 0,-16-38 0,17 58-78,6 9 82,0 0 0,0 0 0,0 0 0,0 0 0,0 0 0,0 0 0,0 0 0,0 0 0,0 0 1,-1 0-1,1 0 0,0 0 0,0 0 0,0 0 0,0 0 0,0 0 0,0 0 0,0 0 0,0 0 0,0 0 0,-1 0 0,1 0 0,0 0 0,0 0 0,0 0 0,0 0 1,0 0-1,0 0 0,0 0 0,0 0 0,0 0 0,0 0 0,0 0 0,0 0 0,0 1 0,-1-1 0,1 0 0,0 0 0,0 0 0,0 0 0,0 0 0,0 0 1,0 0-1,0 0 0,0 0 0,0 0 0,0 1 0,-2 17-1486,2-6-5344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3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75 118 24575,'0'0'0,"-3"-20"0,-4-21 0,6 36 0,0 1 0,-1 0 0,1-1 0,-1 1 0,0 0 0,0 0 0,0-1 0,-1 2 0,0-1 0,-5-6 0,8 10 0,0-1 0,-1 1 0,1-1 0,0 1 0,-1 0 0,1 0 0,-1-1 0,1 1 0,0 0 0,-1 0 0,1-1 0,-1 1 0,1 0 0,-1 0 0,1 0 0,-1 0 0,1 0 0,-1-1 0,1 1 0,-1 0 0,1 0 0,-1 0 0,1 1 0,-1-1 0,1 0 0,-1 0 0,1 0 0,-1 0 0,1 0 0,-1 1 0,0-1 0,0 1 0,0 0 0,0 0 0,0 0 0,0 0 0,0 0 0,0 0 0,1 1 0,-1-1 0,0 0 0,0 3 0,-2 3 0,1-1 0,0 1 0,-2 10 0,4-12 0,-1 0 0,1 0 0,0 0 0,0 0 0,0 0 0,1 0 0,0-1 0,0 1 0,0 0 0,2 6 0,0-5 0,1 1 0,-1-1 0,1 0 0,0-1 0,0 1 0,9 8 0,-3-4 0,0-1 0,0 0 0,0 0 0,2-1 0,-1-1 0,1 0 0,0 0 0,0-1 0,0-1 0,1 0 0,0-1 0,0 0 0,0-1 0,16 2 0,-10-2 0,0 0 0,0-2 0,0-1 0,0 0 0,33-5 0,-50 5 0,0-1 0,-1 1 0,1-1 0,0 1 0,0-1 0,-1 0 0,1 0 0,0 0 0,-1 0 0,1 0 0,-1 0 0,1 0 0,-1 0 0,0-1 0,1 1 0,-1-1 0,0 1 0,2-4 0,-2 3 0,0-1 0,0 1 0,-1-1 0,1 0 0,-1 1 0,1-1 0,-1 1 0,0-1 0,0 0 0,0 1 0,0-1 0,-1-3 0,-1-1 0,0 0 0,0 0 0,0 0 0,-1 0 0,0 0 0,-1 1 0,1-1 0,-9-10 0,-21-20 0,22 27 0,1-2 0,1 1 0,-1-1 0,-9-18 0,16 22 120,3 7-151,0 1 0,0 0 0,0 0 0,0 0 0,0 0 0,0 0 0,0-1 0,0 1 1,0 0-1,0 0 0,0 0 0,0 0 0,0-1 0,0 1 0,0 0 0,0 0 0,0 0 0,0 0 0,0 0 0,0-1 0,0 1 0,0 0 0,0 0 0,0 0 1,0 0-1,0 0 0,1 0 0,-1-1 0,0 1 0,0 0 0,0 0 0,0 0 0,0 0 0,0 0 0,0 0 0,1 0 0,-1 0 0,0 0 0,0 0 0,0 0 1,0-1-1,1 1 0,-1 0 0,0 0 0,0 0 0,0 0 0,1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24575,'2'23'0,"4"12"0,3 5 0,3 1 0,1-1 0,2-3 0,-3-5 0,1-3 0,-1-4 0,1-3 0,0-4 0,-2-1 0,0-2 0,1-1 0,-3 0 0,1-3 0,-2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1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28 24575,'-21'-7'0,"0"0"0,-21-3 0,37 9 0,-1 0 0,1 0 0,0 1 0,0 0 0,-1 0 0,1 0 0,0 1 0,0-1 0,-9 3 0,13-2 0,-1 0 0,1-1 0,-1 1 0,1 0 0,-1 0 0,1 0 0,0 0 0,-1 0 0,1 0 0,0 0 0,0 0 0,0 0 0,0 1 0,0-1 0,0 0 0,0 1 0,0-1 0,0 1 0,1-1 0,-1 1 0,0-1 0,1 1 0,0 0 0,-1-1 0,1 1 0,0 0 0,0-1 0,0 1 0,0 0 0,0-1 0,0 1 0,0-1 0,1 1 0,-1 0 0,2 2 0,-1 1 0,1 0 0,-1-1 0,1 0 0,0 1 0,1-1 0,-1 0 0,1 0 0,0 0 0,0 0 0,0-1 0,5 5 0,1-1 0,1-1 0,0 0 0,0-1 0,0 0 0,0-1 0,1 0 0,0 0 0,0-1 0,0 0 0,0-1 0,0-1 0,1 0 0,-1 0 0,15-1 0,-23-1 0,0 1 0,0-1 0,0 1 0,0-1 0,0 0 0,-1 0 0,1 0 0,0-1 0,-1 1 0,1-1 0,-1 1 0,1-1 0,-1 0 0,0 0 0,0 0 0,0 0 0,0 0 0,0 0 0,0-1 0,0 1 0,-1-1 0,1 1 0,0-4 0,0 2 0,-1 1 0,0-1 0,0 1 0,0-1 0,0 0 0,0 1 0,-1-1 0,0 0 0,0 0 0,0 1 0,0-1 0,-1 0 0,1 1 0,-1-1 0,0 0 0,0 1 0,-3-7 0,4 10 0,0 0 0,0 0 0,0 0 0,0 0 0,0 0 0,0 0 0,0-1 0,0 1 0,0 0 0,0 0 0,0 0 0,0 0 0,0 0 0,0 0 0,0 0 0,0 0 0,0-1 0,0 1 0,0 0 0,0 0 0,-1 0 0,1 0 0,0 0 0,0 0 0,0 0 0,0 0 0,0 0 0,0 0 0,0 0 0,0 0 0,-1 0 0,1 0 0,0 0 0,0 0 0,0 0 0,0 0 0,0 0 0,0 0 0,0 0 0,0 0 0,-1 0 0,1 0 0,0 0 0,0 0 0,0 0 0,-3 6 0,1 10 0,3-8-105,-1 0 0,1 0 0,0 0 0,1 0 0,0 0 0,0 0 0,1 0 0,0-1 0,0 1 0,1-1 0,0 0 0,5 7 0,0-1-6721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46 208 24575,'86'143'0,"-70"-112"0,-2 0 0,19 61 0,-4 25 0,-24-100 0,-4-14 0,-3-11 0,-7-19 0,-2 1 0,-13-26 0,6 13 0,-34-66 0,26 58 0,3-2 0,-29-90 0,48 128 0,2 0 0,-1 0 0,2 0 0,-1 0 0,2-22 0,0 31 0,0-1 0,0 0 0,1 1 0,-1-1 0,1 1 0,0-1 0,0 1 0,0-1 0,0 1 0,0-1 0,1 1 0,-1 0 0,0 0 0,1-1 0,0 1 0,0 0 0,0 1 0,0-1 0,0 0 0,0 1 0,0-1 0,0 1 0,0-1 0,1 1 0,-1 0 0,1 0 0,-1 0 0,1 0 0,4 0 0,4-1 0,-1 1 0,0 1 0,0 0 0,1 0 0,-1 1 0,0 0 0,0 1 0,0 0 0,0 1 0,14 5 0,11 6 0,47 27 0,-74-37 0,-1 0 0,1 1 0,-1-1 0,0 2 0,9 7 0,-15-11 0,0-1 0,0 0 0,0 0 0,0 0 0,0 0 0,0 1 0,0-1 0,-1 1 0,1-1 0,-1 0 0,1 1 0,-1-1 0,1 1 0,-1-1 0,0 1 0,1-1 0,-1 1 0,0 0 0,0-1 0,0 1 0,0-1 0,-1 1 0,1-1 0,0 1 0,-1-1 0,1 1 0,-1-1 0,1 1 0,-1-1 0,0 0 0,0 1 0,1-1 0,-1 0 0,0 1 0,0-1 0,0 0 0,0 0 0,-2 1 0,-1 2 0,0-1 0,-1 1 0,0-1 0,1 0 0,-1 0 0,0-1 0,0 0 0,-1 0 0,1 0 0,-9 2 0,-8 0 0,-29 2 0,37-4 0,-119 9-1365,97-8-5461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5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10431 61 24575,'18'-5'0,"52"-10"0,-63 14 0,-1 0 0,1 1 0,0 0 0,0 0 0,-1 0 0,1 1 0,0 0 0,6 2 0,-11-3 0,-1 1 0,1-1 0,-1 1 0,0 0 0,1 0 0,-1-1 0,1 1 0,-1 0 0,0 0 0,0 0 0,2 2 0,-3-3 0,1 1 0,-1 0 0,1-1 0,-1 1 0,0-1 0,1 1 0,-1 0 0,0-1 0,0 1 0,0 0 0,1-1 0,-1 1 0,0 0 0,0 0 0,0-1 0,0 1 0,0 0 0,-1 1 0,1-1 0,-1 0 0,1 0 0,-1 1 0,0-1 0,1 0 0,-1 0 0,0 0 0,0 0 0,0 0 0,0 0 0,0 0 0,0 0 0,0 0 0,0-1 0,0 1 0,-1 0 0,1-1 0,0 1 0,0-1 0,-1 1 0,1-1 0,0 1 0,-1-1 0,-1 0 0,-23 3 0,0-1 0,-52-3 0,27-1 0,-281-8 0,122 4 0,-22-2 0,115 3 0,-159 13 0,242-6 0,-333 17 0,199-12 0,12 1 0,-117-1 0,-48 1 0,118-8 0,-225-1 0,281-7 0,-58 1 0,-508 7 0,527-9 0,105 3 0,-152-9 0,143 8 0,-50 0 0,0-1 0,-2 1 0,-558 6 0,336 2 0,231-8 0,9-1 0,-82-1 0,11-6 0,-85 9 0,173 7 0,-338-1 0,427 1 0,-30 5 0,37-4 0,0 0 0,0-1 0,-1 0 0,1-1 0,-1 0 0,-21-4 0,0-1 0,0 1 0,-1 2 0,-54 3 0,29 0 0,-46 6 0,6 1 0,-314-8 0,196 0 0,95 7 0,2 1 0,78-7 0,-70-3 0,67-5 0,30 4 0,-27-2 0,-130 5 0,79 1 0,71 0 0,-31 5 0,-18 2 0,-186-9 0,236 0 0,-31-5 0,31 2 0,-30 0 0,44 4-124,0 0 0,0 0 0,1 1 0,-1 0 0,0 0 0,0 1-1,1 0 1,-1 0 0,0 0 0,-7 5 0,5-2-6702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8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44 24575,'-11'-7'0,"-1"1"0,0 1 0,-1 0 0,1 0 0,-1 1 0,0 1 0,-21-3 0,15 4 0,1 1 0,-1 1 0,0 1 0,-33 5 0,32-3 0,12-2 0,0 0 0,-1 1 0,1-1 0,0 2 0,1-1 0,-1 1 0,-7 4 0,13-7 0,1 1 0,0 0 0,-1 0 0,1 1 0,0-1 0,0 0 0,0 0 0,0 0 0,0 1 0,0-1 0,0 1 0,0-1 0,1 0 0,-1 1 0,1-1 0,-1 1 0,1 0 0,-1-1 0,1 1 0,0-1 0,0 1 0,0 0 0,0-1 0,0 1 0,0 0 0,0-1 0,0 1 0,1-1 0,-1 1 0,1-1 0,-1 1 0,1-1 0,-1 1 0,3 2 0,0 2 0,0-1 0,0 1 0,1-1 0,0 0 0,0 0 0,1 0 0,6 6 0,3 0 0,1 0 0,1-1 0,-1-1 0,2 0 0,25 10 0,-29-14 0,1 0 0,-1-2 0,1 1 0,0-2 0,-1 0 0,1 0 0,27-2 0,-39 0 0,0 0 0,-1 0 0,1 0 0,0-1 0,0 1 0,0 0 0,0-1 0,0 0 0,0 1 0,-1-1 0,1 0 0,0 0 0,-1 0 0,1 0 0,0 0 0,-1-1 0,0 1 0,1 0 0,-1-1 0,0 1 0,1-1 0,-1 1 0,0-1 0,0 1 0,0-1 0,0 0 0,-1 0 0,1 1 0,0-1 0,-1 0 0,1 0 0,-1 0 0,0 0 0,0 0 0,1 0 0,-1 0 0,-1 0 0,1-2 0,-1-5 0,0 1 0,-1 0 0,0 0 0,0 0 0,-1 0 0,0 1 0,-7-14 0,0 4 0,0 1 0,-24-26 0,26 36 0,7 12 0,8 15 0,53 79 92,-26-47-1549,-27-40-5369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269 418 24575,'-21'-10'0,"-75"-36"0,78 38 0,-1 2 0,-1 0 0,-22-5 0,40 11 0,0 0 0,1-1 0,-1 1 0,0 0 0,0 0 0,1 0 0,-1 0 0,0 0 0,0 0 0,1 0 0,-1 1 0,0-1 0,1 0 0,-1 1 0,0 0 0,1-1 0,-1 1 0,1 0 0,-1 0 0,1 0 0,-1 0 0,1 0 0,0 0 0,-1 0 0,1 1 0,0-1 0,0 0 0,-2 3 0,2-1 0,0-1 0,0 1 0,1 0 0,-1 0 0,0 0 0,1 0 0,0 0 0,0 0 0,0 0 0,0-1 0,0 1 0,0 0 0,1 0 0,-1 0 0,1 0 0,1 3 0,0-1 0,1 1 0,0-1 0,0 0 0,0 0 0,1 0 0,-1 0 0,1-1 0,0 1 0,0-1 0,1 0 0,6 4 0,4 4 0,2-2 0,20 11 0,-24-15 0,0 0 0,1 0 0,0-2 0,17 5 0,-23-8 0,0 1 0,1-1 0,-1-1 0,0 1 0,0-2 0,1 1 0,-1-1 0,0 0 0,9-3 0,-14 3 0,0 0 0,0 0 0,1 0 0,-1-1 0,0 0 0,-1 1 0,1-1 0,0 0 0,0 0 0,-1-1 0,1 1 0,-1-1 0,0 1 0,0-1 0,0 0 0,0 1 0,0-1 0,-1 0 0,1 0 0,-1-1 0,1 1 0,-1 0 0,0 0 0,-1 0 0,1-1 0,-1 1 0,1-1 0,-1 1 0,0-7 0,-1-2 0,0 1 0,-1-1 0,0 1 0,-1-1 0,0 1 0,-1 0 0,-7-16 0,-12-18 0,-3 0 0,-1 2 0,-3 1 0,-1 1 0,-54-54 0,79 88 0,3 3 0,0 1 0,0 0 0,0 0 0,0 0 0,-1 0 0,1 1 0,-5-3 0,25 33 0,45 71 0,57 83 0,-99-153 0,1-1 0,1-1 0,29 27 0,-42-49 114,-7-6-322,-3-4-1063,-4-3-5555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230 435 24575,'-22'-12'0,"-52"-26"0,65 34 0,0 0 0,-1 1 0,0 0 0,1 1 0,-21-3 0,29 5 0,-1 0 0,0 0 0,1 0 0,-1 0 0,0 0 0,0 0 0,1 1 0,-1-1 0,0 0 0,1 1 0,-1 0 0,0-1 0,1 1 0,-1 0 0,1 0 0,-1-1 0,-1 3 0,2-2 0,0 0 0,0 1 0,0-1 0,1 0 0,-1 0 0,0 1 0,1-1 0,-1 0 0,1 1 0,-1-1 0,1 1 0,0-1 0,-1 1 0,1-1 0,0 1 0,0 1 0,1 3 0,-1-1 0,1 0 0,1 1 0,-1-1 0,1 0 0,0 0 0,0 0 0,0 0 0,5 7 0,1 0 0,1 0 0,0 0 0,1-1 0,0 0 0,0-1 0,1 0 0,1 0 0,0-1 0,0-1 0,1 0 0,0-1 0,0 0 0,1-1 0,-1-1 0,2 0 0,16 4 0,-28-9 0,0 1 0,0-1 0,0 1 0,0-1 0,0 0 0,0 0 0,0 0 0,0 0 0,-1-1 0,1 1 0,0-1 0,0 0 0,0 0 0,0 0 0,-1 0 0,1 0 0,4-3 0,-5 2 0,0 0 0,0 0 0,1-1 0,-1 1 0,-1-1 0,1 1 0,0-1 0,-1 0 0,1 1 0,-1-1 0,0 0 0,0 0 0,0 0 0,0 0 0,0 0 0,0-5 0,-1-4 0,1 1 0,-1-1 0,-1 0 0,0 1 0,0-1 0,-2 1 0,1-1 0,-1 1 0,-1 0 0,0 0 0,-8-16 0,-8-9 0,-45-63 0,63 97 0,-140-177 0,97 125 0,42 51 0,1 0 0,0 0 0,-1 0 0,1 0 0,-1 1 0,0 0 0,-5-5 0,8 7 0,0 0 0,0 0 0,-1 0 0,1 0 0,0 0 0,0 0 0,0 0 0,0 0 0,0 0 0,0 0 0,0 0 0,0 0 0,0 0 0,0 0 0,-1 0 0,1 0 0,0 0 0,0 0 0,0 0 0,0 0 0,0 0 0,0 0 0,0 0 0,0 0 0,0 0 0,-1 0 0,1 0 0,0 0 0,0 0 0,0 0 0,0 0 0,0 0 0,0 0 0,0 0 0,0 0 0,0 0 0,0 0 0,0 0 0,-1 0 0,1 0 0,0 1 0,0-1 0,0 0 0,0 0 0,0 0 0,0 0 0,0 0 0,0 0 0,0 0 0,0 0 0,0 0 0,0 1 0,0-1 0,0 0 0,2 8 0,5 9 0,13 17 0,30 35 0,-15-22 0,199 258 0,-214-282-1365,-13-14-5461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0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24575,'24'29'0,"2"-2"0,48 41 0,-55-54 0,1 0 0,0-1 0,1-1 0,0-1 0,29 11 0,-42-19 0,0 0 0,0-1 0,1 0 0,-1 0 0,1-1 0,-1 0 0,10-1 0,-16 0 0,0 0 0,0 0 0,0 0 0,0-1 0,0 1 0,0 0 0,0-1 0,0 0 0,0 0 0,0 1 0,0-1 0,0 0 0,0-1 0,-1 1 0,1 0 0,0 0 0,-1-1 0,1 1 0,-1-1 0,1 1 0,-1-1 0,0 0 0,0 1 0,1-1 0,-1 0 0,-1 0 0,1 0 0,0 0 0,0 0 0,-1 0 0,1 0 0,0-4 0,-1-2 0,0 1 0,0-1 0,0 1 0,-1-1 0,0 1 0,0-1 0,-1 1 0,0 0 0,-1 0 0,1 0 0,-1 0 0,-1 0 0,1 0 0,-1 1 0,0 0 0,-1 0 0,1 0 0,-1 0 0,0 1 0,-7-6 0,11 10 0,1 0 0,-1 1 0,0-1 0,0 1 0,0-1 0,0 1 0,0-1 0,0 1 0,1-1 0,-1 1 0,0 0 0,0 0 0,0-1 0,0 1 0,0 0 0,0 0 0,-2 0 0,3 0 0,-1 0 0,1 1 0,0-1 0,-1 0 0,1 0 0,-1 1 0,1-1 0,0 0 0,-1 1 0,1-1 0,-1 0 0,1 1 0,0-1 0,0 0 0,-1 1 0,1-1 0,0 1 0,0-1 0,-1 1 0,1-1 0,0 1 0,0-1 0,0 1 0,0 0 0,-1 2 0,1-1 0,0 1 0,0 0 0,0 0 0,1 0 0,-1 0 0,1-1 0,-1 1 0,1 0 0,2 4 0,2 3 0,1-1 0,0 1 0,0-1 0,1 0 0,1 0 0,-1-1 0,2 0 0,-1 0 0,1-1 0,0 0 0,19 11 0,-25-17-97,-1 0-1,0 0 1,1 0-1,-1 0 1,1-1-1,-1 1 1,1-1-1,-1 1 1,1-1-1,0 0 1,-1 0-1,1 0 0,3-1 1,4-1-6729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1.7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99 153 24575,'5'12'0,"31"106"0,-29-92 0,-2 0 0,4 42 0,-10-74 0,0 1 0,-1-1 0,1 0 0,-1 1 0,0-1 0,-1 1 0,1 0 0,-1-1 0,0 1 0,-6-6 0,-47-56 0,17 22 0,30 35 0,-10-14 0,18 23 0,0-1 0,0 1 0,0-1 0,0 1 0,0-1 0,1 1 0,-1-1 0,1 1 0,-1-1 0,1 0 0,0 1 0,-1-1 0,1-3 0,1 4 0,-1 1 0,0-1 0,1 0 0,-1 0 0,0 1 0,1-1 0,-1 0 0,1 0 0,0 1 0,-1-1 0,1 0 0,-1 1 0,1-1 0,0 1 0,-1-1 0,1 1 0,0-1 0,0 1 0,0 0 0,-1-1 0,1 1 0,0 0 0,0 0 0,0-1 0,0 1 0,1 0 0,27-2 0,-25 2 0,17 2 0,-15-2 0,-1 1 0,1-1 0,-1 0 0,0 0 0,1 0 0,-1-1 0,7-1 0,-11 2 0,-1 0 0,0 0 0,0-1 0,0 1 0,1 0 0,-1 0 0,0 0 0,0 0 0,0 0 0,0 0 0,1-1 0,-1 1 0,0 0 0,0 0 0,0 0 0,0 0 0,0-1 0,1 1 0,-1 0 0,0 0 0,0 0 0,0-1 0,0 1 0,0 0 0,0 0 0,0 0 0,0-1 0,0 1 0,0 0 0,0 0 0,0-1 0,0 1 0,0 0 0,0-1 0,-5-7 0,-10-6 0,15 14 0,0 0 0,-1-1 0,1 1 0,-1 0 0,1-1 0,-1 1 0,1 0 0,-1 0 0,1 0 0,-1-1 0,1 1 0,-1 0 0,1 0 0,-1 0 0,1 0 0,-1 0 0,1 0 0,-1 0 0,1 0 0,-1 0 0,1 0 0,-1 0 0,1 0 0,-1 0 0,1 1 0,-1-1 0,0 0 0,0 1 0,1 0 0,0-1 0,-1 1 0,1 0 0,0-1 0,-1 1 0,1 0 0,0 0 0,0-1 0,-1 1 0,1 0 0,0 0 0,0 0 0,0-1 0,0 3 0,1 4 0,-1 0 0,5 13 0,-5-19 0,6 22 0,2-1 0,0-1 0,13 26 0,40 60 0,-17-31 0,-34-61 0,7 14 0,-16-27 0,-1-1 0,1 1 0,0 0 0,-1-1 0,1 1 0,-1 0 0,0-1 0,1 1 0,-1 0 0,0 0 0,0 0 0,0-1 0,0 1 0,-1 2 0,1-3 0,0-1 0,0 1 0,-1 0 0,1-1 0,0 1 0,0-1 0,-1 1 0,1-1 0,0 0 0,-1 1 0,1-1 0,0 1 0,-1-1 0,1 1 0,0-1 0,-1 0 0,1 1 0,-1-1 0,1 0 0,-1 0 0,1 1 0,-1-1 0,1 0 0,-1 0 0,1 0 0,-1 0 0,0 1 0,0-1 0,-1 0 0,1-1 0,0 1 0,-1 0 0,1 0 0,0-1 0,-1 1 0,1-1 0,0 1 0,0-1 0,-2 0 0,-1-2 0,-1 0 0,1-1 0,-1 1 0,-5-8 0,-26-29 0,-52-79 0,78 103 0,1-1 0,0 0 0,1-1 0,1 0 0,1 0 0,0 0 0,2-1 0,-4-27 0,7 38 0,0 0 0,1 0 0,0-1 0,1 1 0,0 0 0,0 0 0,0 1 0,5-14 0,-4 16 0,0 1 0,0-1 0,1 1 0,-1-1 0,1 1 0,0 0 0,0 0 0,1 0 0,-1 1 0,1-1 0,0 1 0,0 0 0,0 0 0,9-5 0,-4 4 0,1 0 0,-1 1 0,1-1 0,0 2 0,0 0 0,1 0 0,-1 1 0,0 0 0,1 0 0,11 2 0,-9 0 0,0 0 0,-1 1 0,1 1 0,-1 0 0,0 0 0,0 1 0,22 11 0,-31-13 0,0-1 0,0 1 0,-1 0 0,1 0 0,0 0 0,-1 0 0,1 1 0,-1-1 0,0 0 0,0 1 0,0 0 0,0 0 0,-1-1 0,1 1 0,-1 0 0,1 0 0,-1 0 0,1 6 0,-1-6 0,-1 0 0,0 0 0,0 0 0,0 0 0,0 0 0,-1 0 0,1 0 0,-1 0 0,0 0 0,0 0 0,0 0 0,0 0 0,-1-1 0,1 1 0,-1 0 0,1-1 0,-1 1 0,0-1 0,0 0 0,-3 4 0,-4 1 0,0 1 0,0-2 0,0 1 0,-1-1 0,0-1 0,0 0 0,0 0 0,-12 3 0,-13 3 0,-41 7 0,44-12-38,21-5-227,-1 1-1,1 1 1,0-1-1,-15 7 1,17-4-6561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24575,'4'-20'0,"9"-28"0,1-5 0,-14 50 0,1 0 0,-1 0 0,1 1 0,-1-1 0,1 1 0,0-1 0,0 1 0,0-1 0,2-2 0,-3 5 0,1 0 0,-1 0 0,0 0 0,0 0 0,0 0 0,0 0 0,1 0 0,-1 0 0,0 1 0,0-1 0,0 0 0,0 0 0,1 0 0,-1 0 0,0 0 0,0 0 0,0 1 0,0-1 0,0 0 0,0 0 0,0 0 0,0 0 0,0 1 0,1-1 0,-1 0 0,0 0 0,0 0 0,0 0 0,0 1 0,0-1 0,0 0 0,0 0 0,0 0 0,0 1 0,0-1 0,0 0 0,0 0 0,-1 0 0,3 10 0,-2 145 0,5 63 0,4 51 0,-9-227 0,4-14-17,-3-26-45,0 0 1,-1 1 0,1-1 0,-1 0-1,1 0 1,-1 1 0,0-1 0,0 1-1,0-1 1,0 0 0,0 1 0,-1-1-1,1 0 1,-1 1 0,0-1 0,1 0-1,-1 0 1,0 1 0,0-1 0,0 0-1,-3 3 1,-4 4-6765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9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24575,'1'1'0,"1"0"0,0 0 0,0 1 0,-1-1 0,1 1 0,-1-1 0,1 1 0,-1 0 0,1 0 0,-1-1 0,0 1 0,0 0 0,0 0 0,0 0 0,-1 0 0,1 0 0,1 5 0,0 3 0,-1 1 0,1 15 0,-1-11 0,3 27 0,1 0 0,2 0 0,2-1 0,1 0 0,28 66 0,-32-93 0,22 53 0,-25-59 0,-1 0 0,0 0 0,0 1 0,-1-1 0,0 0 0,0 13 0,-3-8-1365,-2-4-5461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0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15 24575,'7'0'0,"1"0"0,-1 0 0,0 1 0,0 0 0,0 0 0,12 4 0,-17-4 0,0 0 0,-1 0 0,1 0 0,0 0 0,0 0 0,-1 0 0,1 0 0,-1 1 0,1-1 0,-1 1 0,0-1 0,1 1 0,-1 0 0,0-1 0,0 1 0,0 0 0,0 0 0,0 0 0,-1 0 0,1 0 0,0-1 0,-1 1 0,0 1 0,1-1 0,-1 0 0,0 0 0,0 0 0,0 2 0,-1 4 0,0-1 0,0 1 0,-1-1 0,0 1 0,0-1 0,-1 0 0,0 1 0,0-2 0,-5 9 0,1-4 0,1-1 0,-2 0 0,0 0 0,-16 17 0,20-24 0,0 0 0,0 1 0,-1-1 0,1-1 0,-1 1 0,1-1 0,-1 1 0,0-1 0,0-1 0,0 1 0,0-1 0,0 1 0,0-2 0,0 1 0,0 0 0,-1-1 0,1 0 0,0 0 0,0-1 0,-1 0 0,1 1 0,0-2 0,-9-2 0,6 1 0,-1-1 0,1 0 0,0-1 0,1 0 0,-1 0 0,1 0 0,0-1 0,0 0 0,0-1 0,1 1 0,0-1 0,-9-15 0,1-2 0,-19-46 0,23 46 0,9 21-105,0 0 0,0 0 0,-1 0 0,0 0 0,1 0 0,-1 0 0,0 1 0,-1-1 0,1 1 0,0-1 0,-1 1 0,-3-3 0,-3 0-6721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2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0 24575,'0'18'0,"0"27"0,9 79 0,0-69 0,3 106 0,-15-86 0,-17 86 0,9-86 0,-1 84 0,12-110 0,2 96 0,5-96 0,-4-32 0,2 32 0,-7 31 0,3 61 0,0-137 0,-1 0 0,1-1 0,0 1 0,0 0 0,0-1 0,1 0 0,-1 1 0,1-1 0,0 0 0,0 1 0,0-1 0,0 0 0,4 4 0,-5-6 0,1 0 0,-1 0 0,0 0 0,0 0 0,1 0 0,-1 0 0,1 0 0,-1-1 0,1 1 0,-1 0 0,1-1 0,-1 1 0,1-1 0,0 0 0,-1 1 0,1-1 0,0 0 0,-1 0 0,1 0 0,0 0 0,-1 0 0,1-1 0,-1 1 0,1 0 0,0-1 0,-1 1 0,1-1 0,-1 0 0,1 1 0,-1-1 0,2-1 0,9-8 0,0 0 0,-1 0 0,0-1 0,-1 0 0,18-26 0,-7 9 0,-3 2 0,-17 24 0,0 0 0,0 1 0,0-1 0,0 0 0,-1 0 0,1 0 0,-1 0 0,1 0 0,-1 0 0,0 0 0,0 0 0,1 0 0,-2-3 0,1 5 0,0-1 0,0 1 0,0 0 0,-1-1 0,1 1 0,0-1 0,0 1 0,-1 0 0,1-1 0,0 1 0,0 0 0,-1-1 0,1 1 0,-1 0 0,1-1 0,0 1 0,-1 0 0,1 0 0,-1-1 0,1 1 0,0 0 0,-1 0 0,1 0 0,-1 0 0,1 0 0,-1 0 0,1 0 0,0 0 0,-1 0 0,1 0 0,-1 0 0,1 0 0,-1 0 0,1 0 0,-1 0 0,1 0 0,-1 0 0,1 0 0,0 1 0,-1-1 0,1 0 0,-1 0 0,1 0 0,0 1 0,-1-1 0,0 1 0,-19 13 0,-4 8 0,14-12 0,-1 0 0,0 0 0,0-1 0,-16 9 0,23-16 0,0 0 0,0-1 0,0 1 0,0-1 0,0 1 0,0-1 0,0-1 0,-1 1 0,1-1 0,0 1 0,0-1 0,-1 0 0,1-1 0,0 1 0,0-1 0,-1 0 0,1 0 0,0 0 0,-4-2 0,-5-2-227,0-2-1,0 1 1,1-1-1,0-1 1,-12-10-1,10 6-6598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24575,'453'480'-984,"-448"-474"1011,-2-4 32,0 1 0,-1 0 0,1 0-1,-1 0 1,0 0 0,0 1 0,0-1 0,0 1 0,-1-1 0,1 1 0,-1 0 0,1 3-1,-2-6-52,0-1 1,0 1-1,0-1 0,0 0 0,0 1 0,0-1 0,0 1 0,0-1 0,0 0 0,0 1 0,-1-1 0,1 1 0,0-1 0,0 0 0,0 1 0,0-1 0,-1 0 0,1 1 1,0-1-1,0 0 0,-1 1 0,1-1 0,0 0 0,-1 1 0,1-1 0,0 0 0,-1 0 0,0 1 0,-13-1 25,-14-11-46,2-5-120,2 0 0,0-2-1,-31-29 1,39 32-689,-10-8-6002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 24575,'240'228'0,"-19"17"0,-218-242 0,-1 0 0,0 1 0,0-1 0,0 0 0,2 7 0,-4-10 0,0 1 0,0-1 0,0 1 0,0-1 0,1 1 0,-1-1 0,0 1 0,0-1 0,0 1 0,0-1 0,0 1 0,0-1 0,-1 1 0,1-1 0,0 1 0,0-1 0,0 1 0,0-1 0,-1 0 0,1 1 0,0 0 0,-1-1 0,0 1 0,1-1 0,-1 0 0,1 1 0,-1-1 0,0 0 0,1 0 0,-1 0 0,0 0 0,1 1 0,-1-1 0,0 0 0,1 0 0,-1 0 0,0 0 0,1 0 0,-1-1 0,0 1 0,1 0 0,-2 0 0,-8-3 0,0 0 0,0-1 0,1 1 0,-18-11 0,-36-26 0,59 38 0,-365-275 0,311 227 0,125 101 0,235 248 0,-256-250 0,-39-42 0,20 21 0,-2 1 0,30 42 0,-53-68 0,-1 0 0,1-1 0,-1 1 0,1 0 0,-1 0 0,1 6 0,-2-9 0,1 1 0,-1-1 0,0 1 0,0 0 0,0-1 0,0 1 0,0 0 0,0-1 0,-1 1 0,1 0 0,0-1 0,0 1 0,0-1 0,0 1 0,-1 0 0,1-1 0,0 1 0,-1-1 0,1 1 0,0-1 0,-1 1 0,1-1 0,-1 1 0,1-1 0,-1 1 0,1-1 0,-1 0 0,1 1 0,-1-1 0,1 0 0,-1 1 0,1-1 0,-1 0 0,0 0 0,1 0 0,-1 1 0,1-1 0,-1 0 0,0 0 0,0 0 0,-5 0 0,1 0 0,-1 0 0,1 0 0,0-1 0,-1 1 0,1-2 0,-1 1 0,-7-3 0,-44-20 0,42 17 0,-354-185 0,257 121 0,45 27 0,123 96 0,152 120 0,39 35 0,-237-198 0,-4-5 0,-1 1 0,0 0 0,0 0 0,0 0 0,0 0 0,-1 1 0,6 10 0,-10-15-39,1-1 0,-1 1 0,0-1 0,0 1 0,1-1 0,-1 1 0,0-1 0,0 1 0,0-1 0,0 1 0,0-1 0,0 1 0,0-1 0,0 1 0,0-1 0,0 1 0,0-1 0,0 1 0,0 0 0,0-1 0,0 1 0,0-1 0,-1 1 0,1-1 0,0 0 0,0 1 0,-1-1 0,1 1 0,0-1 0,-1 1 0,1-1 0,0 0 0,-1 1 0,0 0 0,-7 2-6787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4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0 24575,'-16'2'0,"0"0"0,1 1 0,-1 1 0,-15 6 0,26-8 0,1 0 0,-1 0 0,1 1 0,-1 0 0,1-1 0,0 1 0,-5 6 0,7-7 0,0 0 0,0 0 0,1 0 0,-1 0 0,1 1 0,0-1 0,-1 0 0,1 1 0,0-1 0,0 1 0,1 0 0,-1-1 0,1 1 0,-1 5 0,1-4 0,1-1 0,-1 1 0,1 0 0,0-1 0,0 1 0,1 0 0,-1-1 0,1 1 0,0-1 0,-1 0 0,2 0 0,-1 0 0,0 0 0,5 5 0,-1-2 0,-1-1 0,1 0 0,0 0 0,0 0 0,0-1 0,10 6 0,-12-8 0,-1-1 0,0 0 0,0 0 0,1 0 0,-1 0 0,0 0 0,1-1 0,-1 1 0,1-1 0,-1 0 0,1 0 0,-1 0 0,1-1 0,-1 1 0,0-1 0,1 0 0,4-1 0,-5 0 0,-1 1 0,1-1 0,-1 1 0,0-1 0,1 0 0,-1 0 0,0 0 0,0 0 0,0 0 0,0 0 0,-1-1 0,1 1 0,0-1 0,-1 1 0,0-1 0,0 0 0,0 1 0,0-1 0,0 0 0,0 0 0,0-3 0,0-3 0,0 0 0,-1 0 0,0 0 0,0 0 0,-1 0 0,-1 0 0,1 0 0,-1 1 0,-4-12 0,4 18 0,3 8 0,1 9 0,6 7 30,1 0 0,1-1 0,19 31 0,46 54-1515,-69-97-5341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5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271 443 24575,'-11'-9'0,"-26"-20"0,-1 3 0,-76-41 0,111 65 0,-1 0 0,1 1 0,-1 0 0,1 0 0,-1 0 0,0 0 0,0 0 0,1 1 0,-1 0 0,-4 0 0,6 0 0,1 0 0,0 1 0,0-1 0,-1 0 0,1 1 0,0-1 0,0 1 0,0 0 0,-1-1 0,1 1 0,0 0 0,0 0 0,0 0 0,0-1 0,0 1 0,1 0 0,-1 0 0,0 1 0,0-1 0,1 0 0,-1 0 0,0 0 0,1 0 0,-1 1 0,1-1 0,0 0 0,-1 0 0,1 1 0,0-1 0,0 0 0,0 2 0,-1 3 0,1 1 0,1-1 0,-1 0 0,1 0 0,0 1 0,1-1 0,-1 0 0,1 0 0,1 0 0,-1 0 0,1-1 0,0 1 0,6 9 0,2 0 0,0-1 0,0 0 0,21 19 0,-26-28 0,0 0 0,0 0 0,0 0 0,1-1 0,-1 0 0,1 0 0,0-1 0,9 4 0,-14-7 0,0 1 0,1 0 0,-1-1 0,0 0 0,0 1 0,1-1 0,-1 0 0,0 0 0,0 0 0,1 0 0,-1-1 0,0 1 0,0-1 0,0 1 0,0-1 0,1 0 0,-1 0 0,0 0 0,0 0 0,0 0 0,0 0 0,-1 0 0,1-1 0,0 1 0,0-1 0,-1 1 0,1-1 0,-1 0 0,0 0 0,1 1 0,-1-1 0,1-2 0,2-5 0,-1 1 0,0 0 0,0-1 0,-1 1 0,0-1 0,-1 0 0,1 1 0,-2-1 0,1-12 0,-2-8 0,-7-43 0,-4 16 0,-2 0 0,-29-73 0,15 52 0,26 88 0,3 9 0,8 29 0,2 0 0,2-1 0,3 0 0,35 77 0,-43-109-455,2 1 0,10 14 0,-11-18-6371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167 336 24575,'-2'0'0,"-18"-8"0,-30-8 0,45 14 0,0 1 0,-1 0 0,1 1 0,0-1 0,-1 1 0,1 0 0,0 0 0,-1 1 0,1 0 0,0 0 0,-7 2 0,11-3 0,-1 0 0,1 1 0,0 0 0,-1-1 0,1 1 0,0 0 0,-1 0 0,1-1 0,0 1 0,0 0 0,0 0 0,0 0 0,0 0 0,0 1 0,0-1 0,0 0 0,1 0 0,-1 1 0,0-1 0,1 0 0,-1 3 0,0-2 0,1 0 0,0 0 0,0 1 0,0-1 0,0 0 0,0 1 0,1-1 0,-1 0 0,1 0 0,-1 1 0,1-1 0,1 3 0,2 2 0,0 1 0,0-1 0,1 0 0,0 0 0,0-1 0,9 9 0,-11-12 0,0 0 0,0 0 0,1-1 0,0 1 0,-1-1 0,1 0 0,0 0 0,0 0 0,0-1 0,9 3 0,-12-4 0,1 1 0,-1-1 0,1 0 0,-1 0 0,1 0 0,-1 0 0,1 0 0,-1-1 0,1 1 0,-1 0 0,1-1 0,-1 1 0,0-1 0,1 1 0,-1-1 0,1 0 0,-1 1 0,0-1 0,0 0 0,1 0 0,-1 0 0,0 0 0,0 0 0,0 0 0,0-1 0,0 1 0,0 0 0,-1 0 0,1-1 0,0 1 0,-1-1 0,1 1 0,-1 0 0,1-3 0,3-7 0,-1-1 0,-1 0 0,0 0 0,0 0 0,-1 0 0,-1 0 0,-1-23 0,-5-1 0,-11-46 0,0 7 0,13 51 0,2 9 0,-1 1 0,0-1 0,-1 1 0,-6-17 0,9 31 0,1 0 0,0 0 0,0 0 0,0 0 0,0 0 0,0 0 0,0 0 0,0 0 0,0 0 0,0 1 0,0-1 0,0 0 0,0 0 0,0 0 0,0 0 0,0 0 0,0 0 0,0 0 0,0 0 0,0 0 0,0 0 0,0 0 0,0 0 0,0 0 0,0 0 0,0 0 0,0 0 0,-1 0 0,1 0 0,0 0 0,0 0 0,0 0 0,0 0 0,0 0 0,0 0 0,0 0 0,0 0 0,0 0 0,0 0 0,0 0 0,0 0 0,0 0 0,0 0 0,0 0 0,0 0 0,0 0 0,-1 0 0,1 0 0,0 0 0,0 0 0,0 0 0,0 0 0,0 0 0,0 0 0,0-1 0,0 1 0,0 0 0,0 0 0,0 0 0,0 0 0,0 0 0,0 0 0,0 0 0,0 0 0,0 0 0,0 0 0,0 0 0,0 0 0,0 0 0,-2 7 0,1 9 0,1 2 0,1 0 0,1 0 0,1 0 0,0 0 0,1-1 0,9 24 0,5 4 0,27 46 0,-38-78-455,-1 0 0,6 21 0,-8-22-6371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1 143 24575,'26'-6'0,"-7"2"0,27-9 0,-42 12 0,0-1 0,0 0 0,0 0 0,-1 0 0,1 0 0,0 0 0,-1-1 0,1 0 0,-1 0 0,0 0 0,0 0 0,3-4 0,-5 6 0,0 0 0,-1-1 0,1 1 0,-1 0 0,1 0 0,-1 0 0,1-1 0,-1 1 0,0 0 0,1-1 0,-1 1 0,0 0 0,0-1 0,0 1 0,0 0 0,0-1 0,0 1 0,-1 0 0,1-3 0,-1 2 0,0 0 0,0 0 0,-1 0 0,1 0 0,0 0 0,-1 0 0,1 0 0,-1 1 0,1-1 0,-3-2 0,-3-1 0,0 1 0,0-1 0,0 1 0,0 1 0,-11-5 0,16 7 0,-1 0 0,1 1 0,-1-1 0,1 1 0,-1-1 0,0 1 0,1 0 0,-1 0 0,0 0 0,1 0 0,-1 0 0,0 1 0,1-1 0,-1 1 0,1 0 0,-1 0 0,-3 1 0,4-1 0,1 0 0,-1 0 0,1 0 0,0 0 0,-1 0 0,1 1 0,0-1 0,0 0 0,0 1 0,0-1 0,0 1 0,0-1 0,0 1 0,0-1 0,1 1 0,-1 0 0,1-1 0,-1 1 0,1 0 0,-1 0 0,1-1 0,0 1 0,0 0 0,0 0 0,0-1 0,0 1 0,1 2 0,2 6 0,0 0 0,0 0 0,1 0 0,1-1 0,-1 0 0,2 0 0,-1 0 0,1-1 0,0 1 0,1-1 0,12 11 0,-10-12-170,1 0-1,-1-1 0,1 0 1,1 0-1,-1-1 0,1 0 1,14 4-1,-9-4-6655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146 315 24575,'-14'-10'0,"-5"-3"0,-20-11 0,34 21 0,1 1 0,-1 0 0,0 0 0,0 0 0,1 0 0,-1 1 0,0 0 0,-1 0 0,1 1 0,-7-1 0,11 1 0,1 0 0,-1 0 0,1 0 0,-1 0 0,1 0 0,-1 0 0,1 0 0,-1 1 0,1-1 0,-1 0 0,1 0 0,-1 0 0,1 1 0,0-1 0,-1 0 0,1 1 0,-1-1 0,1 0 0,0 1 0,-1-1 0,1 0 0,0 1 0,-1-1 0,1 1 0,0-1 0,-1 1 0,1 1 0,0-1 0,0 0 0,-1 0 0,1 0 0,0 1 0,0-1 0,1 0 0,-1 0 0,0 0 0,0 1 0,1 0 0,1 5 0,1 0 0,0 0 0,5 6 0,-6-8 0,11 24 0,-10-22 0,0 1 0,1-1 0,0 0 0,0 0 0,0 0 0,1 0 0,0-1 0,8 9 0,-12-14 0,0 0 0,-1-1 0,1 1 0,0-1 0,-1 1 0,1-1 0,0 1 0,0-1 0,-1 0 0,1 1 0,0-1 0,0 0 0,0 1 0,-1-1 0,1 0 0,0 0 0,0 0 0,0 0 0,0 0 0,0 0 0,0 0 0,-1 0 0,1 0 0,0 0 0,0-1 0,1 1 0,-1-1 0,0 0 0,0 0 0,0 0 0,0 0 0,-1 0 0,1 0 0,0 0 0,0 0 0,-1 0 0,1 0 0,-1 0 0,1-1 0,-1 1 0,1 0 0,-1-2 0,2-6 0,0 0 0,-1 0 0,0-16 0,-3-213 0,-11 128 0,68 345 91,22 6-872,-60-191 106,-10-29-6151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8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24575,'0'-2'0,"1"-11"0,0 11 0,3 8 0,1 11 0,0 0 0,4 25 0,-6-25 0,1-1 0,0-1 0,8 21 0,-1-8 0,0 0 0,-2 1 0,-1 0 0,-2 0 0,4 34 0,-10-52 0,-3-9 0,2-3 0,0 1 0,0-1 0,1 0 0,-1 0 0,0-1 0,1 1 0,-1 0 0,1 0 0,-1 0 0,1 0 0,-1 0 0,1-2 0,-11-47 0,2-1 0,2 0 0,2-1 0,4-64 0,2 135 0,4 25 0,2 19 0,-1 10-341,2-1 0,4-1-1,29 103 1,-37-162-6485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9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382 77 24575,'-9'4'0,"-13"7"0,-29 19 0,44-25 0,0 0 0,1 1 0,0 0 0,0 0 0,0 0 0,1 0 0,0 1 0,-5 7 0,9-11 0,-1 0 0,0 0 0,0 1 0,0-1 0,-1 0 0,-3 3 0,6-5 0,0-1 0,-1 1 0,0-1 0,1 0 0,-1 1 0,1-1 0,-1 0 0,1 1 0,-1-1 0,0 0 0,1 0 0,-1 1 0,0-1 0,1 0 0,-1 0 0,0 0 0,1 0 0,-1 0 0,0 0 0,1 0 0,-1 0 0,0 0 0,1 0 0,-1 0 0,0-1 0,1 1 0,-1 0 0,1 0 0,-1-1 0,0 1 0,1 0 0,-1-1 0,1 1 0,-1-1 0,1 1 0,-1 0 0,0-2 0,-10-10 0,1-1 0,0-1 0,1 0 0,-11-20 0,13 20 0,0 1 0,-2 0 0,0 0 0,0 1 0,-15-15 0,21 24-97,0 0-1,-1 1 1,0-1-1,1 1 1,-1 0-1,0 0 1,0 0-1,0 0 1,-1 1-1,1 0 1,0 0-1,0 0 0,-9 0 1,0 0-6729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24575,'-3'-10'0,"3"7"0,-1-1 0,0 1 0,0 0 0,0-1 0,-1 1 0,1 0 0,-1 0 0,0 0 0,0 0 0,0 0 0,-3-3 0,5 6 0,0 0 0,0 0 0,-1 0 0,1 0 0,0 0 0,0 0 0,0 0 0,-1 0 0,1 0 0,0 1 0,0-1 0,-1 0 0,1 0 0,0 0 0,0 0 0,0 0 0,-1 0 0,1 0 0,0 1 0,0-1 0,0 0 0,0 0 0,0 0 0,-1 0 0,1 1 0,0-1 0,0 0 0,0 0 0,0 0 0,0 1 0,0-1 0,0 0 0,0 0 0,-1 0 0,1 1 0,0-1 0,0 0 0,0 0 0,0 1 0,0-1 0,0 0 0,0 0 0,0 1 0,1-1 0,-3 13 0,2-13 0,0 30 0,7 54 0,0-8 0,24 257 0,20-1 0,-28-189 0,-6-14 0,-16-105 0,0-1 0,-1 0 0,-5 36 0,4-54 0,0 0 0,0-1 0,-1 1 0,1 0 0,-1-1 0,0 0 0,-4 6 0,6-9 0,0 0 0,-1-1 0,0 1 0,1 0 0,-1-1 0,1 1 0,-1 0 0,0-1 0,1 1 0,-1-1 0,0 1 0,0-1 0,1 1 0,-1-1 0,0 1 0,0-1 0,0 0 0,0 1 0,0-1 0,1 0 0,-1 0 0,0 0 0,0 0 0,0 0 0,0 0 0,0 0 0,0 0 0,0 0 0,0 0 0,1 0 0,-1-1 0,0 1 0,0 0 0,0-1 0,0 1 0,1 0 0,-1-1 0,0 1 0,0-1 0,1 1 0,-1-1 0,0 0 0,1 1 0,-2-2 0,-7-8-1365,2-1-5461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340 172 24575,'-19'51'0,"-16"63"0,33-101 0,2-11 0,0 1 0,0-1 0,0 0 0,-1 1 0,1-1 0,-1 0 0,0 1 0,1-1 0,-1 0 0,0 0 0,0 0 0,0 0 0,-3 3 0,4-5 0,-1 0 0,1 1 0,-1-1 0,1 0 0,-1 0 0,1 0 0,-1 0 0,1-1 0,-1 1 0,1 0 0,-1 0 0,1 0 0,-1 0 0,1 0 0,-1-1 0,1 1 0,0 0 0,-1 0 0,1-1 0,-1 1 0,1 0 0,0-1 0,-1 1 0,1 0 0,0-1 0,-1 0 0,-10-12 0,10 11 0,-70-108 0,1 0 0,42 69-33,13 18-411,0 1 0,-21-22 0,23 31-6382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2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610 375 24575,'-244'-128'0,"14"-20"0,206 131 0,8 6 0,1 0 0,0-1 0,-15-18 0,22 18 0,8 12 0,0 0 0,0 0 0,0-1 0,0 1 0,0 0 0,0 0 0,0 0 0,0 0 0,0-1 0,0 1 0,0 0 0,0 0 0,0 0 0,0-1 0,1 1 0,-1 0 0,0 0 0,0 0 0,0 0 0,0 0 0,0-1 0,0 1 0,0 0 0,1 0 0,-1 0 0,0 0 0,0 0 0,0 0 0,0 0 0,0-1 0,1 1 0,-1 0 0,0 0 0,0 0 0,0 0 0,1 0 0,1 0 0,-1 0 0,1 0 0,0 0 0,0 1 0,0-1 0,-1 0 0,1 1 0,0-1 0,0 1 0,-1 0 0,3 1 0,31 17 0,0 2 0,31 25 0,62 57 0,-54-42 0,-27-25 0,-18-15 0,47 46 0,-74-64 0,1 0 0,-1 0 0,0 0 0,1 0 0,-1 1 0,-1-1 0,3 5 0,-4-8 0,0 1 0,0 0 0,1-1 0,-1 1 0,0 0 0,0-1 0,0 1 0,0 0 0,0-1 0,0 1 0,0 0 0,0-1 0,0 1 0,0-1 0,-1 1 0,1 0 0,0-1 0,0 1 0,-1 0 0,0 0 0,1-1 0,-1 1 0,0 0 0,1-1 0,-1 1 0,0-1 0,0 0 0,1 1 0,-1-1 0,0 0 0,0 1 0,0-1 0,1 0 0,-1 0 0,0 0 0,0 1 0,0-1 0,0 0 0,-1-1 0,-6 1 0,0 0 0,0-1 0,0 0 0,0-1 0,1 0 0,-9-3 0,-46-20 0,50 19 0,-224-115 0,84 41 0,151 79 0,0 0 0,0 1 0,-1-1 0,1 1 0,0-1 0,-1 1 0,1-1 0,0 1 0,-1 0 0,1 0 0,-1 0 0,-1 0 0,3 0 0,0 0 0,0 0 0,0 0 0,0 0 0,-1 0 0,1 0 0,0 0 0,0 0 0,0 0 0,0 0 0,0 1 0,0-1 0,0 0 0,0 0 0,0 0 0,0 0 0,0 0 0,0 0 0,0 0 0,-1 1 0,1-1 0,0 0 0,0 0 0,0 0 0,0 0 0,0 0 0,0 0 0,0 1 0,0-1 0,0 0 0,0 0 0,1 0 0,-1 0 0,0 0 0,0 0 0,0 0 0,0 1 0,0-1 0,0 0 0,7 10 0,118 106 0,-71-68 0,143 131 0,-197-179 0,3 2 0,0 1 0,0-1 0,-1 1 0,1 0 0,-1 0 0,0 0 0,3 5 0,-5-8 0,1 1 0,-1-1 0,0 0 0,0 0 0,0 0 0,0 0 0,0 0 0,0 1 0,0-1 0,0 0 0,0 0 0,0 0 0,0 0 0,0 1 0,0-1 0,0 0 0,0 0 0,0 0 0,0 0 0,0 1 0,0-1 0,0 0 0,0 0 0,-1 0 0,1 0 0,0 1 0,0-1 0,0 0 0,0 0 0,0 0 0,0 0 0,0 0 0,-1 0 0,1 1 0,0-1 0,0 0 0,0 0 0,0 0 0,0 0 0,-1 0 0,1 0 0,-10 0 0,-10-6 0,-21-12 0,2-2 0,-66-44 0,-14-7 0,117 70 0,0 0 0,0 0 0,0 0 0,0 1 0,0-1 0,0 0 0,0 1 0,0 0 0,-4-1 0,6 1 0,0 0 0,0 0 0,-1 0 0,1 0 0,0 0 0,0 0 0,0 0 0,-1 0 0,1 0 0,0 1 0,0-1 0,0 0 0,0 0 0,-1 0 0,1 0 0,0 0 0,0 0 0,0 0 0,0 1 0,0-1 0,-1 0 0,1 0 0,0 0 0,0 0 0,0 1 0,0-1 0,0 0 0,0 0 0,0 0 0,0 1 0,0-1 0,0 0 0,0 0 0,0 1 0,5 11 0,9 6 0,0 0 0,2-2 0,0 0 0,23 17 0,-23-19 0,49 38 0,84 51 0,-64-48 0,-84-54 0,0 0 0,0-1 0,0 1 0,0 0 0,0 0 0,0 0 0,0 0 0,0-1 0,0 1 0,0 0 0,0 2 0,-1-2 0,0-1 0,0 0 0,0 0 0,0 0 0,0 1 0,0-1 0,0 0 0,0 0 0,0 0 0,-1 0 0,1 1 0,0-1 0,0 0 0,0 0 0,0 0 0,0 0 0,-1 0 0,1 1 0,0-1 0,0 0 0,0 0 0,-1 0 0,1 0 0,0 0 0,0 0 0,0 0 0,-1 0 0,1 0 0,0 0 0,0 0 0,0 0 0,-1 0 0,1 0 0,0 0 0,0 0 0,0 0 0,-1 0 0,1 0 0,-6 0 0,1-1 0,-1 0 0,-10-3 0,-36-13 0,-57-29 0,-47-31 0,149 73 0,0 1 0,4 0 0,-1 1 0,0 0 0,1 1 0,-1-1 0,0 1 0,0-1 0,0 1 0,0 0 0,-6 0 0,10 1 0,0 1 0,0-1 0,0 0 0,-1 0 0,1 1 0,0-1 0,0 0 0,0 1 0,0-1 0,0 0 0,0 0 0,0 1 0,0-1 0,0 0 0,0 1 0,0-1 0,1 0 0,-1 0 0,0 1 0,0-1 0,0 0 0,0 0 0,0 1 0,0-1 0,1 0 0,-1 0 0,0 1 0,0-1 0,0 0 0,1 0 0,-1 0 0,0 1 0,0-1 0,1 0 0,-1 0 0,1 0 0,8 11 0,177 186 0,-175-186-108,31 34-1149,-31-31-5569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3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222 106 24575,'-50'-31'0,"27"16"0,0 1 0,-2 1 0,-40-16 0,63 28 0,0 1 0,1-1 0,-1 1 0,0-1 0,1 1 0,-1 0 0,0 0 0,0 0 0,1 0 0,-1 0 0,0 0 0,0 0 0,1 0 0,-3 1 0,3 0 0,1-1 0,-1 1 0,1-1 0,-1 1 0,1-1 0,-1 1 0,1-1 0,-1 1 0,1 0 0,0-1 0,-1 1 0,1 0 0,0-1 0,0 1 0,-1 0 0,1 0 0,0-1 0,0 1 0,0 0 0,0 0 0,0-1 0,0 1 0,0 0 0,0 0 0,0-1 0,0 1 0,1 0 0,-1 0 0,0-1 0,0 1 0,1 0 0,0 0 0,6 18 0,2 0 0,0-1 0,1 0 0,1-1 0,1 0 0,18 19 0,-16-18 0,-2-4 0,0 0 0,0-1 0,20 16 0,-32-28 0,1-1 0,0 1 0,-1-1 0,1 1 0,0 0 0,0-1 0,0 1 0,-1-1 0,1 0 0,0 1 0,0-1 0,0 0 0,0 0 0,0 1 0,0-1 0,0 0 0,0 0 0,0 0 0,0 0 0,0 0 0,0 0 0,1-1 0,-1 1 0,-1-1 0,1 1 0,0-1 0,-1 0 0,1 1 0,-1-1 0,1 0 0,-1 1 0,1-1 0,-1 0 0,0 0 0,1 1 0,-1-1 0,0 0 0,1 0 0,-1 0 0,0 1 0,0-1 0,0-2 0,0-2 0,0 0 0,0-1 0,0 1 0,-1 0 0,0 0 0,0 0 0,-2-6 0,-6-9 0,-15-27 0,-3-6 0,34 63 0,0-1 0,0 0 0,13 12 0,-3-3 0,88 80 73,-52-50-1511,-43-39-5388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133 297 24575,'-18'6'0,"0"1"0,-20 11 0,33-16 0,1 1 0,-1 0 0,1-1 0,0 2 0,0-1 0,0 0 0,1 1 0,-1 0 0,1-1 0,0 1 0,0 1 0,0-1 0,-3 7 0,5-9 0,0 0 0,1 0 0,-1 0 0,1 0 0,0 0 0,-1 0 0,1 0 0,0 0 0,0 0 0,1 0 0,-1 0 0,0 0 0,1 0 0,-1 0 0,1 0 0,1 3 0,-1-2 0,1 1 0,0-1 0,0 0 0,0 0 0,1 0 0,-1 0 0,1-1 0,5 5 0,-5-4 0,0 0 0,0-1 0,1 0 0,-1 0 0,1 0 0,0 0 0,0-1 0,-1 1 0,1-1 0,0 0 0,0 0 0,0 0 0,0-1 0,0 1 0,0-1 0,1 0 0,4-1 0,-6 0 0,0 0 0,0 0 0,0 0 0,0-1 0,0 0 0,0 1 0,0-1 0,-1 0 0,1 0 0,-1 0 0,1-1 0,-1 1 0,0-1 0,0 1 0,0-1 0,0 0 0,0 0 0,-1 0 0,1 0 0,-1 0 0,0 0 0,0 0 0,0 0 0,1-5 0,-1 0 0,0-1 0,0 0 0,0 1 0,-1-1 0,0 0 0,-1 0 0,0 1 0,-2-10 0,-12-33 0,-1 0 0,-3 2 0,-2 0 0,-38-64 0,58 112 0,1 0 0,0 1 0,0-1 0,-1 0 0,1 1 0,0-1 0,-1 1 0,1-1 0,-1 0 0,1 1 0,-1-1 0,1 1 0,-1-1 0,1 1 0,-1-1 0,0 1 0,1 0 0,-1-1 0,-1 1 0,2 0 0,0 0 0,0 1 0,-1-1 0,1 0 0,0 1 0,-1-1 0,1 0 0,0 1 0,0-1 0,0 1 0,0-1 0,-1 1 0,1-1 0,0 0 0,0 1 0,0-1 0,0 1 0,0-1 0,0 1 0,0-1 0,0 1 0,3 32 0,3-5 0,1 0 0,18 43 0,31 53 0,-33-76 0,43 82-1365,-61-121-5461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133 442 24575,'-6'-3'0,"-6"-4"0,-26-8 0,35 14 0,0 0 0,1 0 0,-1 1 0,0-1 0,0 1 0,0 0 0,0-1 0,1 1 0,-1 0 0,0 1 0,0-1 0,0 1 0,1-1 0,-1 1 0,0 0 0,-2 1 0,4-1 0,0-1 0,0 1 0,0 0 0,0 0 0,0 0 0,0 0 0,0 0 0,0 0 0,1 0 0,-1 0 0,0 1 0,1-1 0,-1 0 0,1 0 0,0 0 0,-1 1 0,1-1 0,0 0 0,0 1 0,0-1 0,-1 0 0,1 0 0,1 1 0,-1-1 0,0 0 0,0 1 0,0-1 0,1 0 0,-1 0 0,1 1 0,-1-1 0,2 2 0,1 4 0,0 1 0,1-1 0,8 12 0,-5-10 0,-1-1 0,1 0 0,16 13 0,-20-18 0,1 0 0,0 0 0,0 0 0,0 0 0,1-1 0,-1 0 0,0 0 0,1 0 0,0 0 0,7 1 0,-11-3 0,1 0 0,0 1 0,-1-1 0,1-1 0,0 1 0,-1 0 0,1 0 0,-1-1 0,1 1 0,0 0 0,-1-1 0,1 0 0,-1 1 0,1-1 0,-1 0 0,1 0 0,2-2 0,-2 1 0,0 0 0,-1 0 0,1 0 0,0-1 0,-1 1 0,1-1 0,-1 1 0,0-1 0,2-4 0,-1-2 0,1 0 0,-2 1 0,0-1 0,0 0 0,0-16 0,-2 9 0,-1 0 0,-1 0 0,0 0 0,-10-28 0,-31-61 0,21 52 0,15 34 0,-13-31 0,-38-67 0,58 115 0,1 1 0,-1 0 0,0-1 0,0 1 0,0 0 0,0 0 0,0 0 0,0 0 0,0 0 0,-2-1 0,3 2 0,0 0 0,0 0 0,0 0 0,-1 0 0,1 0 0,0 0 0,0 0 0,0 0 0,0 0 0,-1 0 0,1 0 0,0 0 0,0 0 0,0 0 0,0 0 0,-1 1 0,1-1 0,0 0 0,0 0 0,0 0 0,0 0 0,0 0 0,-1 1 0,1-1 0,0 0 0,0 0 0,0 0 0,0 0 0,0 0 0,0 1 0,0-1 0,0 0 0,0 0 0,0 0 0,0 1 0,0-1 0,0 0 0,0 0 0,0 0 0,0 1 0,0-1 0,0 0 0,0 6 0,0-1 0,0 1 0,1-1 0,1 6 0,8 30 0,2 0 0,1-2 0,3 0 0,1 0 0,30 49 0,-36-69 0,1 0 0,28 31 0,-33-42 0,1 0 0,-1-1 0,2 0 0,-1 0 0,1-1 0,0 0 0,0-1 0,11 5 0,-16-8 0,1-1 0,0 1 0,0-1 0,0-1 0,0 1 0,0 0 0,0-1 0,0 0 0,0-1 0,0 1 0,0-1 0,0 0 0,0 0 0,0 0 0,0-1 0,0 1 0,0-1 0,-1 0 0,1-1 0,-1 1 0,0-1 0,0 0 0,6-5 0,-6 5 0,0-1 0,-1 1 0,0-1 0,0 0 0,0 0 0,0 0 0,-1 0 0,1 0 0,-1 0 0,0-1 0,0 1 0,-1-1 0,1 0 0,-1 1 0,0-1 0,0 0 0,-1 0 0,1 0 0,-1 1 0,0-1 0,-1 0 0,1 0 0,-1 0 0,-2-7 0,1 3 0,-1 0 0,-1 1 0,0-1 0,0 1 0,-11-15 0,14 21 0,-1 1 0,1-1 0,-1 0 0,1 1 0,-1-1 0,0 1 0,1 0 0,-1 0 0,0 0 0,0 0 0,0 0 0,0 0 0,-3-1 0,3 2 0,1 0 0,-1 0 0,1 0 0,-1 0 0,0 0 0,1 0 0,-1 0 0,1 1 0,-1-1 0,1 1 0,-1-1 0,1 1 0,-1 0 0,1-1 0,-1 1 0,1 0 0,0 0 0,0 0 0,-1 0 0,-1 2 0,1 0 0,-1-1 0,1 0 0,0 1 0,0 0 0,1-1 0,-1 1 0,0 0 0,1 0 0,0 0 0,-1 0 0,1 0 0,0 0 0,1 0 0,-1 0 0,1 0 0,-1 5 0,1-3 0,0 0 0,1 0 0,0 0 0,0-1 0,0 1 0,0 0 0,1-1 0,-1 1 0,1-1 0,3 6 0,-1-4 0,0 0 0,0 0 0,0 0 0,1 0 0,0-1 0,0 0 0,0 0 0,1 0 0,0-1 0,0 1 0,0-2 0,0 1 0,1 0 0,10 3 0,-6-4-136,-1-1-1,0-1 1,1 0-1,-1 0 1,1-1-1,-1 0 1,1-1-1,-1 0 0,13-3 1,-14 1-6690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5.5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91 375 24575,'-7'1'0,"0"0"0,1 0 0,-1 1 0,1 0 0,0 0 0,-1 1 0,1-1 0,-10 7 0,14-7 0,1-1 0,-1 1 0,0-1 0,1 1 0,-1-1 0,1 1 0,-1 0 0,1 0 0,0 0 0,0 0 0,0 0 0,0 0 0,0 0 0,0 0 0,1 0 0,-1 0 0,1 0 0,-1 1 0,1-1 0,0 0 0,0 0 0,0 0 0,0 1 0,0-1 0,1 0 0,-1 0 0,1 1 0,-1-1 0,2 3 0,2 5 0,1 0 0,0-1 0,1 0 0,0 0 0,0 0 0,1-1 0,0 0 0,0 0 0,1-1 0,0 0 0,0 0 0,1-1 0,0 0 0,11 6 0,-18-11 0,0 0 0,0 0 0,0 0 0,0 0 0,0 0 0,0-1 0,0 1 0,0-1 0,0 0 0,0 1 0,0-1 0,0 0 0,0 0 0,0 0 0,0-1 0,1 1 0,-1 0 0,0-1 0,0 0 0,0 1 0,0-1 0,0 0 0,-1 0 0,1 0 0,0 0 0,0 0 0,-1 0 0,1-1 0,0 1 0,-1 0 0,1-1 0,-1 1 0,0-1 0,1 0 0,-1 0 0,0 1 0,0-1 0,1-2 0,1-4 0,0 1 0,0-1 0,-1 0 0,1 0 0,-2 0 0,1 0 0,-1 0 0,0-13 0,-2 1 0,-1 0 0,-1 0 0,0 1 0,-2 0 0,0 0 0,-10-24 0,-55-107 0,49 108 0,-43-74 0,63 115 0,1 0 0,-1 0 0,0 0 0,1 0 0,-1 0 0,0 0 0,0 0 0,0 0 0,0 1 0,0-1 0,-1 0 0,2 1 0,0-1 0,-1 1 0,1 0 0,0 0 0,0 0 0,-1 0 0,1 0 0,0 0 0,0 0 0,0 0 0,-1 0 0,1 1 0,0-1 0,0 0 0,0 0 0,-1 0 0,1 0 0,0 0 0,0 0 0,0 0 0,-1 0 0,1 0 0,0 1 0,0-1 0,0 0 0,0 0 0,0 0 0,-1 0 0,1 1 0,0-1 0,0 0 0,0 0 0,0 0 0,0 1 0,0-1 0,-1 2 0,0 1 0,1-1 0,-1 1 0,1-1 0,0 0 0,0 1 0,0-1 0,0 1 0,1 2 0,4 26 0,2-1 0,1-1 0,1 1 0,21 44 0,66 106 0,-60-116 0,-16-25-1365,-13-24-5461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 24575,'15'-7'0,"0"1"0,0 0 0,0 1 0,1 0 0,-1 1 0,1 1 0,0 1 0,0 0 0,0 1 0,0 1 0,1 0 0,-1 1 0,0 1 0,23 5 0,91 28 0,-109-27 0,-1 0 0,1 1 0,-2 1 0,21 14 0,-36-22 0,0 2 0,0-1 0,0 0 0,0 1 0,-1 0 0,1 0 0,-1 0 0,0 0 0,0 0 0,-1 0 0,1 1 0,-1 0 0,0-1 0,0 1 0,-1 0 0,1 0 0,-1 0 0,0 0 0,0 0 0,-1 0 0,0 0 0,0 6 0,-1-2 0,0 0 0,0-1 0,-1 1 0,0 0 0,-1-1 0,0 1 0,-1-1 0,1 0 0,-1 0 0,-1-1 0,-10 15 0,4-9 0,0 0 0,-1 0 0,-1-1 0,0-1 0,-1 0 0,0-1 0,0 0 0,-1-2 0,0 1 0,-30 10 0,34-15 0,-1 0 0,0-1 0,1 0 0,-1-1 0,0-1 0,0 0 0,0 0 0,0-1 0,0-1 0,0 0 0,0-1 0,0 0 0,0 0 0,1-1 0,-1-1 0,-15-7 0,19 6 0,-1 0 0,1 0 0,1-1 0,-1 0 0,1-1 0,0 1 0,0-1 0,0-1 0,1 1 0,1-1 0,-1 0 0,1-1 0,1 1 0,-1-1 0,-3-12 0,4 9 0,0 0 0,1 0 0,0-1 0,1 1 0,0-1 0,1 0 0,0 0 0,1 1 0,1-1 0,0 0 0,3-14 0,-3 22-72,0 0 1,1 1-1,0-1 0,0 0 0,0 0 0,0 1 0,0-1 0,1 1 1,0 0-1,0 0 0,0 0 0,1 0 0,-1 0 0,1 1 0,0-1 1,0 1-1,0 0 0,6-3 0,0 2-6754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3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24575,'0'6'0,"1"0"0,0 0 0,0 1 0,0-1 0,1 0 0,0 0 0,5 8 0,22 40 0,-23-44 0,3 4 0,2 1 0,-1-1 0,2-1 0,0 0 0,1-1 0,0 0 0,0-1 0,30 18 0,-40-27 0,-1-1 0,1 1 0,-1-1 0,1 0 0,-1 0 0,1 0 0,0-1 0,-1 1 0,1-1 0,0 1 0,-1-1 0,1 0 0,3 0 0,-5 0 0,0 0 0,1-1 0,-1 1 0,0-1 0,0 1 0,1-1 0,-1 1 0,0-1 0,0 1 0,0-1 0,0 0 0,0 0 0,0 0 0,0 0 0,0 1 0,-1-1 0,1 0 0,0-1 0,0 1 0,-1 0 0,1 0 0,0 0 0,-1 0 0,0 0 0,1-1 0,-1 1 0,0 0 0,1 0 0,-1-3 0,1-5 0,-1-1 0,-1 1 0,1-1 0,-1 1 0,-1-1 0,0 1 0,0 0 0,-5-13 0,3 12 0,1-1 0,0 0 0,1 0 0,0 0 0,0-17 0,2 26 0,0 0 0,0 1 0,0-1 0,0 1 0,0-1 0,1 0 0,-1 1 0,1-1 0,-1 1 0,1-1 0,-1 0 0,1 1 0,0 0 0,0-1 0,0 1 0,0-1 0,0 1 0,0 0 0,0 0 0,0 0 0,0-1 0,1 1 0,-1 0 0,0 0 0,1 1 0,-1-1 0,1 0 0,-1 0 0,2 0 0,0 1 0,-1 0 0,0-1 0,1 1 0,-1 0 0,0 1 0,1-1 0,-1 0 0,0 1 0,1-1 0,-1 1 0,0 0 0,0-1 0,1 1 0,-1 0 0,0 0 0,0 1 0,0-1 0,0 0 0,2 4 0,8 4 0,0 0 0,0 0 0,0-1 0,1 0 0,0-1 0,1-1 0,-1 0 0,1-1 0,0 0 0,1-1 0,-1-1 0,1 0 0,0-1 0,-1 0 0,1-2 0,20 0 0,-32 0 0,0-1 0,0 1 0,-1-1 0,1 1 0,0-1 0,-1 0 0,1 0 0,-1 0 0,1 0 0,-1-1 0,0 1 0,1-1 0,-1 1 0,0-1 0,0 0 0,0 0 0,0 0 0,0 0 0,-1 0 0,1 0 0,-1-1 0,1 1 0,-1 0 0,0-1 0,0 1 0,0-1 0,0 1 0,0-1 0,0-4 0,0 4 0,-1 0 0,0-1 0,0 1 0,0-1 0,0 1 0,0-1 0,-1 1 0,0 0 0,1-1 0,-1 1 0,-1 0 0,1 0 0,0-1 0,-1 1 0,1 0 0,-1 0 0,0 1 0,0-1 0,0 0 0,-1 1 0,1-1 0,0 1 0,-4-3 0,3 3 0,1 1 0,0-1 0,0 1 0,-1 0 0,1 0 0,-1 0 0,1 0 0,-1 0 0,1 1 0,-1-1 0,0 1 0,1-1 0,-1 1 0,0 0 0,1 0 0,-1 0 0,0 1 0,1-1 0,-1 0 0,1 1 0,-1 0 0,0 0 0,1 0 0,-1 0 0,1 0 0,0 0 0,-1 0 0,1 1 0,0-1 0,0 1 0,0 0 0,0 0 0,0 0 0,0 0 0,1 0 0,-1 0 0,1 0 0,-1 0 0,1 1 0,0-1 0,0 1 0,0-1 0,0 1 0,-1 4 0,0-2 0,1 1 0,-1 1 0,1-1 0,0 0 0,1 0 0,0 0 0,0 0 0,0 1 0,0-1 0,1 0 0,0 0 0,1 0 0,-1 0 0,1 0 0,0 0 0,1 0 0,-1-1 0,1 1 0,0-1 0,1 0 0,-1 1 0,1-2 0,0 1 0,0 0 0,6 4 0,1-1 0,1 1 0,1-1 0,-1-1 0,1 0 0,1-1 0,-1-1 0,1 0 0,0-1 0,20 4 0,-11-4 0,-1-1 0,1-2 0,0 0 0,-1-2 0,32-4 0,-45 4 0,0-1 0,-1 0 0,1 0 0,-1-1 0,0 0 0,0-1 0,0 0 0,0 0 0,-1 0 0,1-1 0,11-11 0,-16 14 0,0-1 0,-1 0 0,1 0 0,-1 0 0,0 0 0,0 0 0,0 0 0,0-1 0,0 1 0,-1-1 0,0 1 0,0-1 0,0 1 0,0-1 0,0 0 0,0 0 0,-1 1 0,0-1 0,0 0 0,0 0 0,0 1 0,-1-1 0,1 0 0,-1 0 0,0 1 0,0-1 0,-1 1 0,1-1 0,-3-4 0,-12-22 0,10 20 0,0 0 0,-7-19 0,12 24 0,-1 1 0,1 0 0,1-1 0,-1 1 0,0-1 0,1 1 0,0-1 0,0 1 0,1-1 0,1-7 0,-2 9 0,1 0 0,0 0 0,0 0 0,1-1 0,-1 2 0,0-1 0,1 0 0,0 0 0,0 0 0,0 1 0,0-1 0,0 1 0,0-1 0,1 1 0,-1 0 0,1 0 0,-1 0 0,1 0 0,0 1 0,4-3 0,-4 3 0,1 0 0,0 0 0,-1 0 0,1 0 0,0 1 0,0-1 0,-1 1 0,1 0 0,0 0 0,0 1 0,0-1 0,0 1 0,-1-1 0,1 1 0,0 0 0,-1 1 0,5 1 0,23 16-1365,-19-11-5461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134 773 24575,'11'-20'0,"-2"-1"0,-1 0 0,0-1 0,-2 0 0,0 0 0,-1 0 0,-2 0 0,0-1 0,-1 0 0,-2 0 0,-2-33 0,-8-18 0,-20-80 0,19 113 0,-1 1 0,-3 0 0,-28-56 0,42 93 0,-1 0 0,0 0 0,0 0 0,0 0 0,-1 0 0,1 1 0,-1-1 0,-2-2 0,5 5 0,-1-1 0,1 1 0,-1 0 0,1-1 0,-1 1 0,1 0 0,-1 0 0,0 0 0,1-1 0,-1 1 0,1 0 0,-1 0 0,1 0 0,-1 0 0,0 0 0,1 0 0,-1 0 0,1 0 0,-1 0 0,1 0 0,-2 1 0,1 0 0,0-1 0,0 1 0,0 0 0,0 0 0,1-1 0,-1 1 0,0 0 0,0 0 0,1 0 0,-1 0 0,0 0 0,1 0 0,-1 0 0,1 0 0,-1 2 0,-5 14 0,1 0 0,1 1 0,1-1 0,-3 32 0,6 73 0,1-105 0,0 0 0,2 1 0,0-1 0,1 0 0,1-1 0,0 1 0,1-1 0,15 28 0,-13-30 0,1-1 0,0-1 0,1 0 0,0 0 0,1 0 0,0-1 0,1-1 0,0 0 0,26 16 0,-24-18-124,-1 0 0,1 0 0,1-2 0,-1 0 0,1 0 0,0-2-1,1 0 1,-1 0 0,1-1 0,20 0 0,-18-3-6702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172 0 24575,'-21'0'0,"-33"5"0,48-4 0,-1 0 0,0 0 0,0 1 0,1 1 0,-1-1 0,1 1 0,-1 0 0,-7 5 0,11-6 0,1 0 0,-1 1 0,1-1 0,0 0 0,0 1 0,0-1 0,0 1 0,1 0 0,-1-1 0,1 1 0,0 0 0,-1 0 0,1 0 0,0 0 0,1 0 0,-1 0 0,0 0 0,1 0 0,0 0 0,0 1 0,0-1 0,0 0 0,0 0 0,1 0 0,-1 0 0,1 0 0,1 5 0,1 0 0,0-1 0,0 1 0,0-1 0,1 1 0,0-1 0,0 0 0,1-1 0,0 1 0,9 8 0,-10-10 0,1-1 0,0 0 0,0 0 0,0-1 0,0 0 0,0 1 0,1-2 0,0 1 0,-1-1 0,1 0 0,0 0 0,11 2 0,-13-4 0,-1 0 0,1 1 0,-1-2 0,1 1 0,-1 0 0,0-1 0,1 0 0,-1 1 0,1-1 0,-1-1 0,0 1 0,0 0 0,0-1 0,0 1 0,0-1 0,0 0 0,0 0 0,0-1 0,-1 1 0,1 0 0,-1-1 0,0 1 0,1-1 0,1-3 0,-1-1 0,1 1 0,-1-1 0,-1 0 0,1 0 0,-1 0 0,0 0 0,-1 0 0,0 0 0,0-1 0,0 1 0,-1 0 0,0-1 0,0 1 0,-1 0 0,0-1 0,0 1 0,-1 0 0,0 0 0,-5-12 0,7 18 0,-1 0 0,1 0 0,-1 1 0,0-1 0,1 0 0,-1 0 0,0 0 0,1 0 0,-1 1 0,0-1 0,0 0 0,-1 0 0,-2 2 0,3 7 0,4 14 0,0-1 0,2-1 0,1 1 0,0-1 0,12 25 0,0-16-1365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78 196 24575,'-8'181'0,"9"-154"0,2 0 0,0-1 0,2 1 0,13 45 0,-11-54 0,-1 3 0,1-1 0,16 30 0,-23-49 0,1 0 0,-1-1 0,0 1 0,1 0 0,-1 0 0,1-1 0,-1 1 0,1 0 0,-1-1 0,1 1 0,0-1 0,-1 1 0,1 0 0,0-1 0,-1 0 0,1 1 0,0-1 0,0 1 0,0-1 0,0 0 0,-1 0 0,1 0 0,-1 0 0,0 0 0,1-1 0,-1 1 0,0 0 0,1 0 0,-1-1 0,1 1 0,-1 0 0,0-1 0,0 1 0,1 0 0,-1-1 0,0 1 0,0 0 0,1-1 0,-1 1 0,0-1 0,0 1 0,0 0 0,0-1 0,1 1 0,-1-1 0,1-5 0,0 0 0,0 1 0,1-12 0,-3-3 0,0 0 0,-1 1 0,0 0 0,-8-24 0,-26-76 0,5 22 0,23 70 0,-5-18 0,2-1 0,-9-78 0,19 120 0,1 1 0,0 0 0,0 0 0,0-1 0,1 1 0,-1 0 0,1 0 0,0-1 0,0 1 0,2-6 0,-2 8 0,0 0 0,-1 0 0,1 0 0,0 0 0,0 0 0,0 0 0,0 0 0,0 1 0,1-1 0,-1 0 0,0 1 0,0-1 0,0 0 0,1 1 0,-1-1 0,0 1 0,1 0 0,-1 0 0,0-1 0,1 1 0,-1 0 0,0 0 0,1 0 0,-1 0 0,0 0 0,1 1 0,-1-1 0,3 1 0,2 1 0,0 0 0,0 0 0,0 0 0,-1 1 0,1 0 0,-1 0 0,1 0 0,-1 1 0,0 0 0,0 0 0,-1 0 0,1 1 0,-1 0 0,5 6 0,-2-1 0,0 1 0,0-1 0,-1 1 0,-1 1 0,0-1 0,5 17 0,-9-25-6,0 1 1,0 0-1,-1-1 0,1 1 0,-1 0 0,0 0 1,0-1-1,0 1 0,0 0 0,-1 0 0,1-1 1,-1 1-1,0 0 0,0-1 0,-2 5 0,1-4 24,-1 0-1,0 0 1,1 0-1,-1 0 0,-1 0 1,1-1-1,-1 1 0,1-1 1,-1 0-1,-6 4 0,-7 2-200,-1 0 0,0-1 0,0-1 0,-32 8 0,32-10-365,-4 2-6278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5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351 16 24575,'-20'-2'0,"-9"-2"0,-2 1 0,-1 0 0,2 2 0,4-1 0,4 2 0,1 0 0,1 2 0,-1 2 0,1-1 0,-2 2 0,1 0 0,2 0 0,3-2-8191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150 203 24575,'-32'177'0,"25"-123"0,0 71 0,7-124 0,-1 20 0,2 1 0,0-2 0,1 1 0,8 36 0,-7-68 0,-2-11 0,-6-13 0,-1-1 0,-1 0 0,-18-48 0,9 32 0,0-6 0,2 0 0,2 0 0,3-1 0,-1-88 0,9 143 0,1 0 0,1-1 0,-1 1 0,1 0 0,2-8 0,-3 11 0,0 0 0,0 1 0,1-1 0,-1 0 0,1 1 0,-1-1 0,0 0 0,1 1 0,-1-1 0,1 1 0,-1-1 0,1 1 0,0-1 0,-1 1 0,1 0 0,-1-1 0,1 1 0,0-1 0,-1 1 0,1 0 0,0 0 0,0 0 0,-1-1 0,1 1 0,0 0 0,-1 0 0,1 0 0,0 0 0,0 0 0,-1 0 0,1 0 0,0 0 0,0 0 0,-1 1 0,1-1 0,0 0 0,-1 0 0,1 1 0,0-1 0,-1 0 0,1 1 0,0-1 0,0 1 0,7 4 0,0 0 0,0 0 0,-1 1 0,0 0 0,11 10 0,30 40 0,-36-40 0,324 400 0,-321-398 0,-10-12 0,1 1 0,-1 0 0,0 0 0,4 8 0,-8-14 0,-1-1 0,0 0 0,0 1 0,1-1 0,-1 0 0,0 1 0,0-1 0,0 1 0,1-1 0,-1 1 0,0-1 0,0 0 0,0 1 0,0-1 0,0 1 0,0-1 0,0 1 0,0-1 0,0 1 0,0-1 0,0 1 0,0-1 0,0 0 0,-1 1 0,1-1 0,0 1 0,0-1 0,0 1 0,0-1 0,-1 1 0,0-1 0,0 0 0,1 0 0,-1 1 0,0-1 0,0 0 0,1 0 0,-1 0 0,0 0 0,0 0 0,0 0 0,1 0 0,-1-1 0,0 1 0,0 0 0,-1-1 0,-34-15 0,33 15 0,-154-84 34,-101-46-1433,242 125-5427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242 471 24575,'-27'-13'0,"-58"-23"0,72 31 0,-1 1 0,1 0 0,-1 1 0,-20-2 0,33 5 0,-1 0 0,1-1 0,-1 1 0,0 0 0,1 0 0,-1 1 0,1-1 0,-1 0 0,0 1 0,1-1 0,-1 0 0,1 1 0,-1 0 0,1-1 0,0 1 0,-1 0 0,1 0 0,-1 0 0,1 0 0,0 0 0,0 0 0,0 0 0,-1 1 0,1 0 0,0 0 0,0 0 0,0 0 0,1 0 0,-1 0 0,1 1 0,-1-1 0,1 0 0,0 0 0,0 0 0,0 0 0,0 0 0,0 1 0,0-1 0,1 0 0,0 3 0,2 4 0,0 0 0,1-1 0,0 1 0,0-1 0,1 0 0,0 0 0,0 0 0,1-1 0,0 0 0,0 0 0,8 6 0,-3-3 0,1-1 0,-1 0 0,1-1 0,1 0 0,0-1 0,18 8 0,-22-12 0,0 0 0,1 0 0,-1-1 0,1 0 0,14 0 0,-22-1 0,0-1 0,1 0 0,-1 0 0,0 0 0,0 0 0,0 0 0,0-1 0,1 1 0,-1-1 0,0 1 0,0-1 0,0 0 0,0 0 0,0 0 0,0 0 0,-1 0 0,1 0 0,0-1 0,0 1 0,-1-1 0,1 1 0,-1-1 0,1 1 0,-1-1 0,0 0 0,0 0 0,1 0 0,-1 1 0,-1-1 0,2-3 0,0-1 0,-1 0 0,-1 0 0,1 0 0,-1 0 0,0 0 0,0 0 0,-1 0 0,1 0 0,-2 0 0,-1-7 0,-4-9 0,-12-28 0,9 27 0,-56-127 0,-14-35 0,76 171 0,-1 0 0,1 1 0,1-1 0,1 0 0,-2-16 0,24 70 0,34 104 0,-22-54 0,-14-45-116,3 13-508,47 89-1,-62-136-6201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7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76 469 24575,'-4'-1'0,"1"1"0,0-1 0,0 1 0,-1 0 0,1 0 0,0 0 0,-1 0 0,1 1 0,0-1 0,0 1 0,-1 0 0,1 0 0,0 0 0,0 0 0,-3 2 0,4-2 0,0 1 0,1-1 0,-1 0 0,1 1 0,-1-1 0,1 1 0,0 0 0,0-1 0,0 1 0,0 0 0,0 0 0,0 0 0,0 0 0,0-1 0,1 1 0,-1 0 0,1 0 0,0 1 0,-1-1 0,1 0 0,0 0 0,0 0 0,0 0 0,1 0 0,0 3 0,0 3 0,1 0 0,0 0 0,0 0 0,1 0 0,0-1 0,1 1 0,-1-1 0,1 0 0,1 0 0,8 11 0,-10-14 0,1-1 0,-1 1 0,1-1 0,0 0 0,-1 1 0,1-2 0,1 1 0,-1 0 0,0-1 0,1 0 0,-1 0 0,1 0 0,0-1 0,-1 1 0,1-1 0,0 0 0,0-1 0,10 1 0,-13-1 0,0 0 0,-1-1 0,1 1 0,0-1 0,0 1 0,0-1 0,0 0 0,0 0 0,-1 0 0,1 0 0,0 0 0,-1 0 0,1 0 0,0 0 0,-1-1 0,0 1 0,1 0 0,-1-1 0,0 1 0,0-1 0,0 0 0,0 1 0,0-1 0,0 0 0,0 0 0,0 0 0,-1 0 0,1 0 0,0-3 0,1-6 0,-1 0 0,0 0 0,0 0 0,-2-12 0,1 20 0,-3-37 0,-1 1 0,-17-72 0,-33-74 0,6 20 0,44 152 0,4 13 0,0 1 0,0-1 0,0 0 0,0 0 0,0 0 0,0 0 0,0 0 0,0 0 0,0 0 0,0 0 0,0 0 0,0 0 0,0 0 0,0 0 0,-1 0 0,1 0 0,0 0 0,0 0 0,0 0 0,0 0 0,0 0 0,0 0 0,0 0 0,0 0 0,0 0 0,0 0 0,0 0 0,0 0 0,0 0 0,0 0 0,0 1 0,0-1 0,0 0 0,0 0 0,0 0 0,0 0 0,0 0 0,0 0 0,0 0 0,-1 0 0,1 0 0,0 0 0,0-1 0,0 1 0,0 0 0,0 0 0,0 0 0,0 0 0,0 0 0,0 0 0,0 0 0,0 0 0,0 0 0,0 0 0,0 0 0,0 0 0,0 22 0,0-16 0,1 19 0,2 0 0,0 0 0,2 0 0,10 30 0,39 96 0,-46-132 0,4 11 0,1-1 0,1-1 0,2-1 0,0 0 0,41 48 0,-15-27-1365,-32-39-5461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8.9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83 183 24575,'0'12'0,"1"0"0,1 0 0,0 0 0,1-1 0,0 1 0,8 20 0,37 63 0,-32-67 0,37 60 0,-30-53 0,-79-138 0,27 49 0,-59-119 0,67 128 0,-26-91 0,44 119 0,4 13 0,4 9 0,39 70 0,-32-53 0,1 1 0,1-2 0,18 23 0,-30-41 0,1-1 0,-1 1 0,0-1 0,1 1 0,0-1 0,-1 0 0,1 0 0,0 0 0,0 0 0,0-1 0,1 1 0,-1-1 0,0 1 0,0-1 0,1-1 0,-1 1 0,1 0 0,-1-1 0,1 1 0,-1-1 0,1 0 0,-1 0 0,1-1 0,-1 1 0,1-1 0,-1 1 0,0-1 0,1 0 0,-1 0 0,0-1 0,1 1 0,-1-1 0,0 0 0,0 0 0,0 0 0,-1 0 0,1 0 0,2-3 0,0 1 0,0-1 0,-1-1 0,1 1 0,-1 0 0,-1-1 0,1 0 0,5-11 0,-4 2 0,1 0 0,3-19 0,-9 33 0,0 0 0,0 0 0,0 0 0,1 0 0,-1 0 0,0 0 0,1 0 0,-1 0 0,1 0 0,-1 0 0,1 0 0,0 0 0,-1 0 0,1 0 0,1 0 0,-2 1 0,0 0 0,1-1 0,-1 1 0,0 0 0,1 0 0,-1 0 0,0 0 0,1 0 0,-1 0 0,0 0 0,1 0 0,-1 0 0,0 1 0,1-1 0,-1 0 0,0 0 0,1 0 0,-1 0 0,0 0 0,1 1 0,-1-1 0,0 0 0,0 0 0,1 0 0,-1 1 0,0-1 0,0 0 0,1 0 0,-1 1 0,3 3 0,0 1 0,0-1 0,0 1 0,2 7 0,-3-10 0,32 74 0,-18-38 0,1 0 0,2-2 0,37 53 0,-47-77 0,19 24 0,-27-35 0,1 1 0,0 0 0,0-1 0,-1 1 0,1-1 0,0 1 0,1-1 0,-1 0 0,0 0 0,0 0 0,0 0 0,1-1 0,-1 1 0,4 0 0,-5-1-52,0 0-1,-1 0 1,1 0-1,0 0 1,-1 0-1,1 0 1,-1 0-1,1-1 1,0 1-1,-1 0 1,1 0-1,-1-1 1,1 1-1,-1 0 1,1-1-1,-1 1 1,1-1-1,-1 1 1,1-1-1,-1 1 0,1-1 1,-1 1-1,0-1 1,1 1-1,-1-2 1,4-6-6774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1 219 24575,'17'1'0,"91"-4"0,-92 1 0,0 0 0,-1-1 0,1 0 0,24-10 0,-34 11 0,-1-1 0,0 0 0,0 0 0,-1 0 0,1 0 0,-1-1 0,1 0 0,-1 0 0,0 0 0,-1 0 0,1-1 0,-1 1 0,0-1 0,5-8 0,-7 10 0,1-1 0,-1 1 0,0-1 0,1 1 0,-2-1 0,1 1 0,0-1 0,-1 0 0,1 1 0,-1-1 0,0 0 0,0 1 0,-1-1 0,1 0 0,-1 1 0,0-1 0,0 1 0,0-1 0,0 1 0,0-1 0,-1 1 0,0 0 0,-2-4 0,2 3 0,-1 1 0,1 0 0,-1 0 0,0 0 0,0 0 0,0 0 0,0 1 0,-1-1 0,1 1 0,-1 0 0,1 0 0,-1 0 0,-8-3 0,9 5 0,0-1 0,0 1 0,-1 0 0,1 0 0,0 0 0,-1 0 0,1 0 0,0 1 0,0-1 0,-1 1 0,1 0 0,0 0 0,0 0 0,0 1 0,0-1 0,0 1 0,0 0 0,-2 1 0,0 1 0,0 0 0,0 0 0,1 0 0,0 1 0,0-1 0,0 1 0,0 0 0,1 0 0,0 1 0,0-1 0,0 0 0,0 1 0,1 0 0,0 0 0,1 0 0,-1-1 0,1 2 0,-1 6 0,2-7 0,-1 0 0,2-1 0,-1 1 0,0 0 0,1 0 0,0-1 0,0 1 0,1-1 0,0 1 0,0-1 0,0 0 0,0 1 0,1-1 0,0 0 0,0 0 0,0-1 0,1 1 0,-1-1 0,8 7 0,-3-4 0,0-1 0,1 1 0,0-2 0,0 1 0,0-1 0,1 0 0,0-1 0,-1 0 0,2-1 0,-1 0 0,0-1 0,1 0 0,-1 0 0,1-1 0,18 0 0,-20-1 0,-1 0 0,0-1 0,16-3 0,-21 4 0,0-1 0,0 0 0,0-1 0,-1 1 0,1 0 0,-1-1 0,1 1 0,-1-1 0,1 0 0,-1 0 0,0 0 0,0 0 0,0 0 0,2-3 0,4-6-1365,-1 2-5461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24575,'13'25'0,"6"16"0,5 8 0,1 2 0,-1-2 0,-2 0 0,0-5 0,-1-3 0,-2-5 0,-1-6 0,-2-2 0,-3-5 0,-1-2 0,-1-3 0,-4-7 0,-4-8 0,-4-4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0.3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24575,'46'16'0,"2"1"0,82 17 0,-115-31 0,1-1 0,0-1 0,-1 0 0,1-1 0,0 0 0,0-2 0,-1 0 0,1 0 0,24-8 0,-36 8 0,0 0 0,0 0 0,0 0 0,0 0 0,0 0 0,0-1 0,-1 0 0,0 0 0,1 0 0,-1 0 0,0 0 0,0-1 0,-1 1 0,1-1 0,-1 0 0,1 0 0,-1 0 0,-1 0 0,1 0 0,0 0 0,-1-1 0,0 1 0,0 0 0,0-1 0,0-4 0,-1-3 0,1 0 0,-1 0 0,-1 0 0,0 0 0,-1 0 0,0 0 0,-1 1 0,-5-16 0,1 10 0,0 0 0,0 0 0,-2 1 0,0 0 0,-1 0 0,0 1 0,-1 0 0,-22-22 0,33 37 0,-1 0 0,1-1 0,0 1 0,-1 0 0,1-1 0,0 1 0,-1 0 0,1-1 0,-1 1 0,1 0 0,0-1 0,-1 1 0,1 0 0,-1 0 0,1 0 0,-1 0 0,1-1 0,-1 1 0,1 0 0,-1 0 0,1 0 0,-1 0 0,1 0 0,0 0 0,-1 0 0,1 0 0,-2 1 0,2-1 0,-1 0 0,1 1 0,0 0 0,-1-1 0,1 1 0,-1-1 0,1 1 0,0-1 0,0 1 0,-1 0 0,1-1 0,0 1 0,0 0 0,0-1 0,-1 1 0,1 1 0,1 32 0,-1-32 0,2 15 0,1-1 0,1 1 0,0-1 0,12 27 0,33 60 0,-37-79 0,-2-4 0,1-1 0,1 0 0,21 25 0,-27-36 0,0-1 0,1-1 0,0 1 0,0-1 0,1 0 0,-1-1 0,1 0 0,0 0 0,1 0 0,17 5 0,-25-9 0,0 0 0,1-1 0,-1 0 0,0 1 0,1-1 0,-1 0 0,1 0 0,-1 0 0,0 0 0,1 0 0,-1 0 0,1 0 0,-1 0 0,0 0 0,1-1 0,-1 1 0,0-1 0,1 1 0,-1-1 0,0 1 0,1-1 0,-1 0 0,1-1 0,0 1 0,-1-1 0,0 0 0,0 0 0,0 0 0,0 0 0,0 0 0,0 0 0,0 0 0,-1 0 0,1 0 0,-1 0 0,1 0 0,-1 0 0,0-4 0,0 4 0,0 0 0,0 0 0,0 0 0,0 0 0,1 0 0,-1 0 0,1 0 0,-1 1 0,1-1 0,1-3 0,-2 5 0,0-1 0,1 1 0,-1 0 0,0 0 0,1-1 0,-1 1 0,0 0 0,1 0 0,-1 0 0,0 0 0,1-1 0,-1 1 0,0 0 0,1 0 0,-1 0 0,1 0 0,-1 0 0,0 0 0,1 0 0,-1 0 0,1 0 0,13 6 0,2 3 0,17 15 0,-23-15 0,1-1 0,0-1 0,23 12 0,-16-12 0,-1-1 0,1 0 0,28 4 0,-34-8 0,0-1 0,0 0 0,1-1 0,-1 0 0,0-1 0,17-3 0,-25 4 0,-1-1 0,1 0 0,-1 0 0,1 0 0,-1-1 0,0 1 0,0-1 0,1 0 0,-1 0 0,0 0 0,-1 0 0,1-1 0,0 1 0,-1-1 0,1 1 0,-1-1 0,0 0 0,0 0 0,0 0 0,2-4 0,-2 2 0,-1 0 0,1 0 0,-1 0 0,0 0 0,-1 0 0,1 0 0,-1 0 0,0 0 0,0-1 0,-1 1 0,1 0 0,-1 0 0,-2-8 0,-1 3 0,1 0 0,-1 1 0,0-1 0,-1 1 0,0 0 0,-12-16 0,13 20 0,0 0 0,-1 1 0,1-1 0,-1 1 0,0 0 0,0 0 0,0 0 0,0 1 0,-1 0 0,1 0 0,-1 0 0,-8-2 0,13 4 0,0 1 0,0 0 0,0 0 0,0-1 0,0 1 0,0 0 0,0 0 0,0 0 0,0 0 0,0 0 0,0 0 0,0 1 0,0-1 0,0 0 0,1 0 0,-1 1 0,0-1 0,0 1 0,0-1 0,0 1 0,0-1 0,0 1 0,1-1 0,-1 1 0,0 0 0,1-1 0,-1 1 0,0 0 0,1 0 0,-1-1 0,1 1 0,-1 0 0,1 0 0,-1 0 0,1 0 0,0 0 0,-1 0 0,1 0 0,0 0 0,0 1 0,-2 5 0,1 0 0,1 0 0,0 0 0,0 11 0,1-10 0,-1 0 0,1 1 0,1 0 0,0-1 0,0 1 0,0-1 0,1 1 0,1-1 0,-1 0 0,1 0 0,1-1 0,-1 1 0,10 10 0,-4-6 0,0-1 0,1 0 0,0-1 0,1 0 0,0-1 0,21 12 0,-28-18 0,1 0 0,-1-1 0,1 0 0,0 0 0,0 0 0,0-1 0,0 0 0,0 0 0,0 0 0,0-1 0,0 0 0,7-1 0,-11 1 0,0 0 0,0-1 0,1 1 0,-1-1 0,0 0 0,0 0 0,0 1 0,0-1 0,-1 0 0,1-1 0,0 1 0,0 0 0,-1-1 0,1 1 0,2-3 0,-3 2 0,0 0 0,0 0 0,0 0 0,0 0 0,0 0 0,-1 0 0,1 0 0,0-1 0,-1 1 0,0 0 0,0 0 0,0-1 0,0 1 0,0 0 0,0 0 0,0-1 0,-1-3 0,-2-4-136,-1 0-1,0 1 1,0-1-1,-1 1 1,0 0-1,0 0 1,-1 0-1,0 1 0,-8-8 1,1 0-6690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1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65 336 24575,'-6'6'0,"-1"-1"0,1 1 0,1 0 0,-1 1 0,1 0 0,0-1 0,1 2 0,-1-1 0,-3 10 0,6-13 0,1-1 0,0 1 0,0 0 0,0 0 0,1 0 0,-1 0 0,1-1 0,0 1 0,0 0 0,0 0 0,0 0 0,1 0 0,-1 0 0,1-1 0,0 1 0,1 0 0,-1 0 0,0-1 0,1 1 0,0-1 0,0 1 0,2 2 0,3 2 0,-1 0 0,1 0 0,1-1 0,-1 0 0,1 0 0,0-1 0,14 8 0,-16-10 0,1-1 0,-1 0 0,1 0 0,0-1 0,0 1 0,0-2 0,1 1 0,-1-1 0,0 0 0,1 0 0,8-1 0,-14 0 0,0 0 0,1-1 0,-1 1 0,0-1 0,0 1 0,0-1 0,0 0 0,0 0 0,0 1 0,0-2 0,0 1 0,0 0 0,0 0 0,0-1 0,-1 1 0,1 0 0,1-3 0,-1 1 0,1 0 0,-1 0 0,0-1 0,-1 1 0,1-1 0,-1 1 0,1-1 0,-1 0 0,1-4 0,0-5 0,-1-1 0,0 0 0,0 0 0,-3-19 0,-2-5 0,-2 0 0,-17-59 0,-33-71 0,53 157 0,-5-7 0,2-1 0,-8-36 0,17 73 0,0-1 0,1 0 0,0 0 0,2-1 0,11 26 0,3 9 0,-4-7 0,2 0 0,1-2 0,30 47 0,-28-54-455,2-1 0,52 58 0,-66-83-6371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8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17 24575,'0'-1'0,"-1"0"0,1 0 0,-1 0 0,1 1 0,-1-1 0,1 0 0,0 0 0,-1 0 0,1 0 0,0 0 0,0 0 0,-1-2 0,2 1 0,0 8 0,8 91 0,2-25 0,37 189 0,-24-119 0,-23-139 0,-1-1 0,1 1 0,-1 0 0,1 0 0,0 0 0,0-1 0,0 1 0,3 4 0,-2-6-1365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60 24575,'-1'-14'0,"1"11"0,-1 0 0,1-1 0,0 1 0,0 0 0,1 0 0,-1 0 0,2-6 0,-2 8 0,1 0 0,-1 0 0,1 0 0,0 0 0,-1 0 0,1 1 0,0-1 0,0 0 0,0 0 0,0 1 0,0-1 0,-1 0 0,1 1 0,0-1 0,0 1 0,1-1 0,-1 1 0,0-1 0,0 1 0,0 0 0,0 0 0,0-1 0,0 1 0,0 0 0,1 0 0,1 0 0,11 2 0,0-1 0,0 2 0,-1 0 0,1 0 0,0 2 0,13 5 0,-17-6 0,34 12 0,42 15 0,-72-28 0,0 1 0,0-2 0,0 0 0,22 0 0,9-2 0,57-1 0,-52-6 0,-32 3 0,32 0 0,620 3 0,-305 2 0,-354-1 0,0-2 0,20-3 0,-20 2 0,1 1 0,14-1 0,127 3 0,-71 0 0,-78 0-124,0 0 0,-1 0 0,1 1 0,0-1 0,-1 1 0,1-1-1,-1 1 1,1 0 0,-1 1 0,5 1 0,1 3-6702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24575,'32'-12'0,"-5"9"0,1 1 0,53 3 0,-26 0 0,-51-1 0,21-1 0,0 2 0,0 0 0,-1 2 0,37 8 0,-27-1-682,38 18-1,-52-20-6143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7 24575,'-11'-3'0,"11"2"0,-1 1 0,0 0 0,1-1 0,-1 1 0,0 0 0,1-1 0,-1 1 0,0 0 0,0 0 0,1 0 0,-1 0 0,0 0 0,1 0 0,-1 0 0,0 0 0,0 0 0,1 0 0,-2 0 0,25 5 0,-2-4 0,40 8 0,-36-5 0,1-1 0,-1-2 0,46-2 0,-16 0 0,181 1 0,-221 1 0,-1 0 0,18 4 0,-16-2 0,25 2 0,168-4 34,126 6-1433,-306-4-5427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4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24575,'0'-1'0,"0"0"0,1 0 0,-1 1 0,0-1 0,1 1 0,-1-1 0,0 0 0,1 1 0,-1-1 0,1 1 0,-1-1 0,1 1 0,-1-1 0,1 1 0,0-1 0,-1 1 0,1 0 0,-1-1 0,1 1 0,0-1 0,16-6 0,-15 6 0,8-2 0,-1 1 0,1-1 0,-1 2 0,1-1 0,11 1 0,51 1 0,-32 2 0,176 7 0,-135-3 0,326 24 0,-312-24 0,101 3 0,-125-9 0,79-1 0,-95-7 0,-34 5 0,32-1 0,775 4 0,-741-7 0,-5-1 0,8 1 0,-67 4 0,0 0 0,1 2 0,-1 1 0,0 1 0,23 3 0,-22 0 0,-1-1 0,1-1 0,0-1 0,-1-1 0,1-1 0,43-7 0,-33 3 0,-1 2 0,1 2 0,36 2 0,-7 1 0,277-2 0,-321-1 0,0-2 0,0 1 0,28-9 0,14-2 0,-30 6 0,-18 5 0,-1-1 0,20 0 0,5 3 0,67 9 0,91 9 0,-82-2 0,160 1 0,-254-17 0,-1 0 0,0-1 0,0-1 0,0-1 0,27-7 0,-23 2 0,-10 4 0,0-1 0,0 2 0,1 0 0,-1 0 0,22-1 0,4 5 0,72 11 0,-82-9 0,0-1 0,1-1 0,33-4 0,-13-4 0,-31 3 0,34 0 0,162 13 0,-34-3-1365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5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24575,'2'1'0,"-1"-1"0,0 0 0,1 1 0,-1-1 0,0 1 0,0-1 0,1 1 0,-1 0 0,0-1 0,0 1 0,0 0 0,0 0 0,0 0 0,0 0 0,0 0 0,0 0 0,0 0 0,0 0 0,0 2 0,13 23 0,-14-26 0,5 11 0,-1 0 0,0 0 0,-1 0 0,-1 0 0,0 1 0,0-1 0,-1 1 0,0 19 0,0-12 0,2 1 0,0-1 0,1 1 0,1-1 0,12 32 0,-2-8 0,-8-21 0,0 0 0,0 1 0,-1 0 0,-1 0 0,3 42 0,-7-53 15,0 0-1,4 15 0,-3-20-170,0 1-1,-1-1 1,0 1-1,0-1 1,-1 1-1,0 0 1,0-1-1,-2 12 1,-1-10-6670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8838 91 24575,'-3'-3'0,"0"0"0,0 0 0,-1 1 0,1 0 0,-1 0 0,0 0 0,0 0 0,1 0 0,-1 1 0,-8-2 0,-2 0 0,-27-1 0,-5-1 0,-87-12 0,27 2 0,6 8 0,1 0 0,52 2 0,0 2 0,-50 4 0,28 0 0,43 0 0,-28 5 0,-15 1 0,-15 1 0,-14 0 0,-485-7 0,279-3 0,220 6 0,-103 17 0,71-4 0,-139 1 0,122-19 0,-87 2 0,126 7 0,-93 21 0,108-15 0,-1-3 0,-85 1 0,131-12 0,-271-10 0,224 2 0,-280-19 0,123 36 0,95 1 0,50-5 0,-79 2 0,-18 1 0,-204-1 0,243-9 0,-545 2 0,586-8 0,48 2 0,-251-29 0,155 16 0,71 13 0,-88 5 0,74 3 0,-30 5 0,13 1 0,20-1 0,70-4 0,0 0 0,0-2 0,0-1 0,-35-5 0,31 0 0,-36 1 0,23 2 0,-17-4 0,34 2 0,-32 0 0,56 4 0,-29 0 0,1 1 0,-46 8 0,29 0 0,-56 12 0,54-11 0,32-7 0,-1 2 0,-35 11 0,52-14-170,-1 0-1,0-1 0,1 0 1,-1 0-1,0 0 0,0 0 1,-7 0-1,1-2-6655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7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 24575,'-15'5'0,"-5"4"0,3 3 0,5 2 0,7 2 0,6-3 0,4-1 0,3-2 0,0 0 0,-1 0 0,1-1 0,-1 0 0,-2 1 0,-2 2 0,-1 0 0,-1 0-8191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 24575,'5'-21'0,"-1"0"0,-1 0 0,0-1 0,-2 1 0,-2-38 0,1 52 0,0 334 0,0-154 0,2-129 0,-2-40 0,1 1 0,0-1 0,0 0 0,0 0 0,0 0 0,1 0 0,3 7 0,-5-10 0,1-1 0,-1 1 0,0-1 0,0 1 0,1-1 0,-1 1 0,0-1 0,1 0 0,-1 1 0,1-1 0,-1 0 0,1 1 0,-1-1 0,0 0 0,1 0 0,-1 1 0,1-1 0,-1 0 0,1 0 0,-1 0 0,1 0 0,-1 0 0,1 1 0,-1-1 0,1 0 0,0 0 0,-1 0 0,1 0 0,0-1 0,0 1 0,1-1 0,-1 0 0,0 1 0,0-1 0,0 0 0,0 0 0,1 0 0,-1 0 0,0 0 0,-1 0 0,2-1 0,2-4 0,0 0 0,0 0 0,4-10 0,-2 1 0,-1 0 0,0-1 0,-2 0 0,1 0 0,-2 0 0,1-25 0,-2 31 0,-1 1 0,-1-1 0,0 1 0,0-1 0,-1 1 0,0-1 0,0 1 0,-1 0 0,-1 0 0,1 0 0,-2 0 0,-6-10 0,11 18 0,0 0 0,-1 0 0,1 1 0,-1-1 0,1 0 0,-1 1 0,1-1 0,-1 0 0,1 1 0,-1-1 0,0 1 0,1-1 0,-1 1 0,0-1 0,1 1 0,-1 0 0,0-1 0,1 1 0,-1 0 0,0-1 0,0 1 0,0 0 0,1 0 0,-2 0 0,1 0 0,1 1 0,-1-1 0,0 1 0,1-1 0,-1 1 0,1-1 0,-1 1 0,1-1 0,-1 1 0,1 0 0,0-1 0,-1 1 0,1 0 0,0-1 0,-1 1 0,1 0 0,0-1 0,0 1 0,-1 1 0,0 7 0,0 0 0,0 17 0,0 21 0,3 0 0,1 0 0,3 0 0,17 70 0,14 5 0,-36-120 10,-1 1 0,1-1 0,-1 1 0,0 0 0,1-1 0,-2 1 0,1-1 0,0 1 0,0 0 0,-1-1 0,0 4 0,0-5-78,1 1 1,-1-1-1,0 0 1,1 0-1,-1 1 1,0-1-1,0 0 1,0 0-1,0 0 1,0 0-1,0 0 1,0 0-1,0 0 1,-1-1-1,1 1 1,0 0-1,0 0 1,-1-1-1,1 1 1,0-1-1,-3 1 1,-6 1-6759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24575,'1'25'0,"5"48"0,-3-59 0,0-1 0,1 1 0,0-1 0,1 0 0,7 13 0,4 4 0,-6-12 0,-1 0 0,13 35 0,-21-42 120,-1-11-153,0 1 0,0-1 0,0 0 0,0 0 0,0 0 0,0 1 0,0-1 0,0 0 0,-1 0 0,1 0 0,0 1 0,0-1 0,0 0 0,0 0 0,0 0 0,0 0 0,0 1 0,-1-1 0,1 0 0,0 0 0,0 0 0,0 0 0,0 0 0,-1 0 0,1 1 0,0-1 0,0 0 0,0 0 0,-1 0 0,1 0 0,0 0 0,0 0 0,0 0 0,-1 0 0,1 0 0,0 0 0,0 0 0,0 0 0,-1 0 0,1 0 0,0 0 0,0 0 0,0 0 0,-1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24575,'10'-7'0,"-1"0"0,1 0 0,0 0 0,1 1 0,0 1 0,-1 0 0,14-4 0,-15 6 0,0 1 0,0 0 0,1 1 0,-1 0 0,0 1 0,0-1 0,1 2 0,-1-1 0,16 4 0,-5 1 0,-1 0 0,0 1 0,0 1 0,0 1 0,-1 0 0,0 2 0,-1 0 0,17 13 0,-31-22 0,-1 1 0,0 0 0,0 0 0,0 0 0,0 0 0,-1 0 0,1 0 0,-1 0 0,1 1 0,-1-1 0,0 0 0,2 5 0,-3-6 0,0 0 0,1 0 0,-1 0 0,0 1 0,0-1 0,0 0 0,0 0 0,-1 0 0,1 0 0,0 1 0,0-1 0,-1 0 0,1 0 0,0 0 0,-1 0 0,0 0 0,1 0 0,-1 0 0,1 0 0,-1 0 0,0 0 0,0 0 0,0 0 0,1 0 0,-1 0 0,0-1 0,0 1 0,0 0 0,0-1 0,-2 1 0,-10 6 0,-1 0 0,0-1 0,0-1 0,-20 5 0,-26 9 0,58-19 0,-1 1 0,1 1 0,0-1 0,0 0 0,0 0 0,0 1 0,0-1 0,0 1 0,0-1 0,0 1 0,1 0 0,-1 0 0,1 0 0,-1 0 0,0 3 0,1-4 0,1 0 0,-1 0 0,1 1 0,0-1 0,0 0 0,0 1 0,-1-1 0,1 1 0,1-1 0,-1 0 0,0 1 0,0-1 0,0 0 0,1 1 0,-1-1 0,1 0 0,-1 1 0,1-1 0,-1 0 0,1 0 0,0 0 0,-1 0 0,1 1 0,0-1 0,0 0 0,0 0 0,0 0 0,2 1 0,8 7 0,2 0 0,-1-1 0,1-1 0,1 0 0,22 9 0,-21-10 0,0 1 0,0 0 0,-1 1 0,16 12 0,-30-20 0,0 0 0,1 0 0,-1 1 0,1-1 0,-1 0 0,0 0 0,1 1 0,-1-1 0,0 0 0,0 1 0,1-1 0,-1 0 0,0 1 0,0-1 0,1 0 0,-1 1 0,0-1 0,0 0 0,0 1 0,0-1 0,0 1 0,0-1 0,1 0 0,-1 1 0,0-1 0,0 1 0,0-1 0,0 1 0,-1-1 0,1 1 0,0-1 0,-1 1 0,1-1 0,-1 1 0,1-1 0,-1 1 0,0-1 0,1 0 0,-1 1 0,1-1 0,-1 0 0,0 0 0,1 1 0,-1-1 0,0 0 0,0 0 0,-32 3 0,29-3 0,-250-2-1365,232 2-5461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24575,'0'15'0,"3"8"0,3 1 0,3 3 0,2-1 0,3-2 0,0-3 0,-1-3 0,-1-1 0,0-2 0,-2 0 0,-2-1 0,-3 0 0,-5-5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24575,'54'-15'0,"60"-7"0,-91 19 0,-1 1 0,1 2 0,0 0 0,-1 1 0,36 6 0,-55-6 0,0-1 0,0 1 0,0 0 0,0 1 0,0-1 0,0 0 0,0 1 0,0 0 0,-1 0 0,5 3 0,-7-5 0,1 1 0,-1-1 0,0 1 0,1-1 0,-1 1 0,1-1 0,-1 1 0,0-1 0,0 1 0,1 0 0,-1-1 0,0 1 0,0 0 0,0-1 0,1 1 0,-1-1 0,0 1 0,0 0 0,0-1 0,0 1 0,-1 1 0,1-1 0,-1 0 0,1 0 0,-1 0 0,1 0 0,-1 0 0,0 0 0,0 0 0,0 0 0,1-1 0,-1 1 0,0 0 0,0 0 0,0-1 0,0 1 0,0-1 0,-2 2 0,-11 3 0,0 0 0,0-1 0,-1 0 0,1-1 0,-20 1 0,-10 3 0,42-6 0,-8 0 0,0 2 0,0-1 0,-15 7 0,23-8 0,0 0 0,0 0 0,0 1 0,0-1 0,0 1 0,0-1 0,0 1 0,1 0 0,-3 1 0,3-2 0,1 1 0,-1-1 0,1 0 0,-1 0 0,1 0 0,-1 0 0,1 0 0,-1 0 0,1 1 0,0-1 0,0 0 0,0 0 0,0 1 0,0-1 0,0 0 0,0 0 0,0 0 0,0 1 0,1 0 0,0 0 0,0 1 0,0-1 0,0 0 0,0 0 0,1 0 0,-1 0 0,1 0 0,-1 0 0,1 0 0,0 0 0,3 2 0,26 18 0,-22-16 0,27 14 0,0-1 0,76 28 0,-26-13 0,-82-32 0,-1 0 0,1 0 0,-1 0 0,1 0 0,-1 0 0,0 1 0,4 4 0,-6-7 0,-1 1 0,0-1 0,1 0 0,-1 1 0,0-1 0,0 1 0,1-1 0,-1 1 0,0-1 0,0 1 0,1-1 0,-1 1 0,0-1 0,0 1 0,0-1 0,0 1 0,0-1 0,0 1 0,0-1 0,0 1 0,0-1 0,0 1 0,0-1 0,-1 2 0,1-1 0,-1-1 0,0 1 0,0 0 0,0 0 0,1-1 0,-1 1 0,0 0 0,0-1 0,0 1 0,0-1 0,0 1 0,0-1 0,0 1 0,0-1 0,-1 0 0,1 0 0,-1 1 0,-19 2 0,0-1 0,0 0 0,-1-1 0,-29-4 0,28 1 0,0 2 0,0 0 0,-39 6 0,20 5-1365,25-6-5461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2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24575,'5'13'0,"2"6"0,-1 3 0,-1 0 0,-4-4 0,-2-2 0,-1-4-8191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24575,'0'-1'0,"-1"1"0,1-1 0,0 1 0,0-1 0,0 1 0,0 0 0,-1-1 0,1 1 0,0-1 0,0 1 0,-1 0 0,1-1 0,0 1 0,-1 0 0,1-1 0,0 1 0,-1 0 0,1-1 0,-1 1 0,1 0 0,0 0 0,-1 0 0,1-1 0,-1 1 0,0 0 0,1 1 0,0-1 0,-1 0 0,1 1 0,0-1 0,-1 0 0,1 1 0,0-1 0,0 1 0,0-1 0,-1 0 0,1 1 0,0-1 0,0 1 0,0-1 0,0 1 0,0-1 0,0 1 0,0-1 0,-1 28 0,6-7 0,1 0 0,1 0 0,13 25 0,-9-21 0,10 36 0,-19-55 0,-1-2 0,1 0 0,-1-1 0,-1 1 0,2 7 0,-2-10 0,0-1 0,0 0 0,0 1 0,0-1 0,0 0 0,-1 1 0,1-1 0,0 0 0,0 1 0,0-1 0,0 0 0,0 0 0,0 1 0,0-1 0,-1 0 0,1 0 0,0 1 0,0-1 0,0 0 0,-1 0 0,1 1 0,0-1 0,0 0 0,-1 0 0,1 0 0,0 1 0,-1-1 0,0 0 0,0 0 0,0 0 0,1 0 0,-1 0 0,0 0 0,0 0 0,0-1 0,1 1 0,-1 0 0,0 0 0,0-1 0,1 1 0,-1 0 0,-1-2 0,-7-3-1365,0-1-5461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24575,'9'-8'0,"0"0"0,0 1 0,1 0 0,0 1 0,1 0 0,0 0 0,-1 1 0,2 0 0,-1 1 0,0 1 0,1-1 0,0 2 0,-1 0 0,23-1 0,-13 2 0,-1 2 0,1 0 0,-1 1 0,1 1 0,-1 1 0,0 1 0,37 15 0,-53-19 0,-1 0 0,0 1 0,0-1 0,0 1 0,0 0 0,0 0 0,0 0 0,0 1 0,-1-1 0,1 1 0,1 2 0,-3-3 0,0-1 0,0 0 0,-1 0 0,1 1 0,-1-1 0,1 0 0,-1 1 0,0-1 0,0 0 0,1 1 0,-1-1 0,0 0 0,0 1 0,0-1 0,0 1 0,-1-1 0,1 0 0,0 1 0,0-1 0,-1 0 0,1 1 0,-1-1 0,0 0 0,1 0 0,-1 1 0,0-1 0,1 0 0,-1 0 0,0 0 0,-2 2 0,-1 1 0,0 0 0,-1 0 0,0-1 0,1 1 0,-1-1 0,-1 0 0,1 0 0,0-1 0,-7 3 0,-54 14 0,51-16 0,4 0 0,-5 1 0,-24 8 0,37-10 0,0-1 0,0 0 0,-1 1 0,1 0 0,0 0 0,1 0 0,-1 0 0,0 0 0,1 0 0,-1 1 0,1-1 0,-1 1 0,-1 3 0,3-5 0,1 0 0,-1 0 0,1 0 0,0 0 0,-1 0 0,1 0 0,0 0 0,0 0 0,0 0 0,0 0 0,0 0 0,0 0 0,0 0 0,0 0 0,0 0 0,0 0 0,1 0 0,-1 0 0,1 1 0,0 1 0,0-1 0,1 1 0,-1-1 0,1 0 0,0 0 0,-1 0 0,4 2 0,3 3 0,0 0 0,16 9 0,-22-15 0,24 13 0,46 19 0,-51-25 0,1 1 0,-2 2 0,35 21 0,-52-30 0,-1 0 0,1 1 0,-1-1 0,1 0 0,-1 1 0,0 0 0,0-1 0,0 1 0,3 6 0,-5-8 0,0 0 0,1 0 0,-1 0 0,0 1 0,1-1 0,-1 0 0,0 0 0,0 0 0,0 0 0,0 0 0,0 1 0,0-1 0,0 0 0,-1 0 0,1 0 0,0 0 0,-1 0 0,1 0 0,-1 0 0,1 0 0,-1 0 0,1 0 0,-1 0 0,1 0 0,-1 0 0,0 0 0,0 0 0,0-1 0,1 1 0,-1 0 0,0 0 0,-2 0 0,-3 3 0,0-2 0,0 1 0,0 0 0,0-1 0,0-1 0,0 1 0,-1-1 0,-10 2 0,-56-2 0,49-2 0,-12 2-682,-48 6-1,65-4-6143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24575,'-17'-37'0,"28"61"0,1 0 0,1-1 0,1 0 0,1-1 0,36 39 0,-49-59 0,0 0 0,1 0 0,-1 0 0,0-1 0,1 1 0,-1-1 0,1 1 0,-1-1 0,1 0 0,0 0 0,0 0 0,-1 0 0,1 0 0,0-1 0,0 1 0,4-1 0,-5 0 0,0 0 0,0-1 0,1 1 0,-1 0 0,0-1 0,0 0 0,0 0 0,0 0 0,0 0 0,0 0 0,0 0 0,0 0 0,0-1 0,0 1 0,-1 0 0,1-1 0,0 0 0,-1 1 0,1-1 0,-1 0 0,2-2 0,4-11 0,0 1 0,-1-2 0,0 1 0,-1 0 0,-1-1 0,0 0 0,-1 0 0,1-25 0,-1 29 0,-2 12 0,-1 0 0,0 0 0,0 0 0,0 0 0,1 0 0,-1 0 0,0 0 0,0 0 0,0 1 0,1-1 0,-1 0 0,0 0 0,0 0 0,0 0 0,0 0 0,1 0 0,-1 0 0,0 0 0,0 0 0,0 1 0,0-1 0,0 0 0,1 0 0,-1 0 0,0 0 0,0 1 0,0-1 0,0 0 0,0 0 0,0 0 0,0 0 0,0 1 0,11 23 0,-9-18 0,55 155 0,-10-23 0,9 5 0,39 109 0,-92-242 0,10 35 0,-12-42 0,-1-1 0,1 1 0,-1 0 0,0 0 0,0 0 0,0 0 0,0 0 0,0 0 0,-1 0 0,0 0 0,1 0 0,-3 4 0,3-6 0,-1 0 0,1 0 0,-1 0 0,1 0 0,-1 0 0,0 0 0,1 0 0,-1 0 0,0 0 0,0-1 0,0 1 0,0 0 0,0 0 0,0-1 0,0 1 0,0-1 0,0 1 0,0-1 0,0 1 0,0-1 0,-2 1 0,1-1 0,0 0 0,0 0 0,0 0 0,0 0 0,0-1 0,0 1 0,0-1 0,1 1 0,-1-1 0,0 0 0,0 1 0,-2-2 0,-1-2 0,0 1 0,-1-1 0,1 0 0,0 0 0,1-1 0,-9-9 0,-12-22 0,2 0 0,2-2 0,-32-77 0,43 89 0,-8-28 0,16 46 0,1 1 0,-1-1 0,1 0 0,1 1 0,-1-1 0,1 0 0,0 0 0,3-14 0,-2 20-97,0 0-1,-1 0 1,1 0-1,0 0 1,0 0-1,1 0 1,-1 0-1,0 0 1,1 0-1,-1 0 1,1 1-1,-1-1 0,3-1 1,5-4-6729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69 24575,'-16'-10'0,"-50"-27"0,58 33 0,0 0 0,0 1 0,-1 0 0,0 1 0,1 0 0,-11-1 0,18 2 0,-1 1 0,1 0 0,-1 0 0,0 0 0,1 1 0,-1-1 0,1 0 0,-1 1 0,1-1 0,-1 0 0,1 1 0,-1 0 0,1-1 0,-1 1 0,1 0 0,0 0 0,0 0 0,-1 0 0,1 0 0,0 0 0,0 0 0,0 0 0,0 0 0,0 1 0,0-1 0,0 0 0,0 1 0,0 2 0,0-2 0,0 0 0,1 0 0,-1 0 0,1 0 0,0 0 0,-1 0 0,1 0 0,0 0 0,0 0 0,0 0 0,1 0 0,-1 0 0,1 0 0,-1 0 0,1 0 0,-1 0 0,1 0 0,0 0 0,0 0 0,0 0 0,1 2 0,14 16 0,-9-13 0,-1 2 0,0-1 0,0 1 0,-1 0 0,0 0 0,4 13 0,4 22 0,12 81 0,-19-82 0,3-1 0,18 54 0,-23-82 0,-2-8 0,0 0 0,0 0 0,1 0 0,6 9 0,-8-13 0,0 0 0,1-1 0,-1 1 0,1-1 0,0 1 0,-1-1 0,1 0 0,0 0 0,0 0 0,0 0 0,0 0 0,0 0 0,0 0 0,0 0 0,0-1 0,0 1 0,0-1 0,3 1 0,4 0 0,1-1 0,0 1 0,-1-1 0,1-1 0,-1 0 0,1 0 0,-1-1 0,0 0 0,0-1 0,1 0 0,13-7 0,-21 9-136,-1 0-1,1 0 1,-1-1-1,1 1 1,-1 0-1,0 0 1,0-1-1,1 1 0,1-4 1,1-3-6690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6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24575,'0'10'0,"1"1"0,0-1 0,1 1 0,0-1 0,1 0 0,0 0 0,0 0 0,1 0 0,0 0 0,1-1 0,0 0 0,10 13 0,-15-21 0,1 0 0,-1 0 0,1 0 0,0 0 0,-1 0 0,1-1 0,0 1 0,0 0 0,0 0 0,-1-1 0,1 1 0,0 0 0,0-1 0,0 1 0,0-1 0,0 0 0,0 1 0,0-1 0,0 0 0,1 1 0,-1-1 0,0 0 0,0 0 0,0 0 0,0 0 0,0 0 0,0 0 0,0 0 0,0-1 0,1 1 0,-1 0 0,2-1 0,-2 0 0,1-1 0,0 1 0,-1-1 0,1 1 0,-1-1 0,0 1 0,1-1 0,-1 0 0,0 0 0,0 1 0,0-1 0,0 0 0,0 0 0,0 0 0,-1 0 0,1-4 0,16-73 0,-17 78 0,0 0 0,0 0 0,1 0 0,-1-1 0,0 1 0,1 0 0,-1 0 0,1 0 0,-1 0 0,1 0 0,-1 0 0,1 0 0,0 0 0,-1 0 0,1 0 0,0 0 0,0 0 0,0 0 0,0 1 0,0-1 0,0 0 0,0 1 0,0-1 0,0 1 0,0-1 0,0 1 0,0-1 0,0 1 0,1 0 0,-1-1 0,0 1 0,0 0 0,0 0 0,1 0 0,-1 0 0,0 0 0,0 0 0,2 1 0,5 1 0,-1 0 0,0 0 0,0 1 0,0 0 0,7 4 0,-4-2 0,58 29 0,76 33 0,-188-98-1365,32 22-5461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24575,'1'-4'0,"0"-1"0,0 1 0,0 0 0,1-1 0,4-7 0,-6 11 0,0 1 0,1-1 0,-1 0 0,1 1 0,-1-1 0,1 1 0,-1-1 0,1 1 0,-1-1 0,1 1 0,-1-1 0,1 1 0,0 0 0,-1-1 0,1 1 0,0 0 0,-1 0 0,1-1 0,0 1 0,-1 0 0,1 0 0,0 0 0,0 0 0,-1 0 0,1 0 0,0 0 0,0 0 0,-1 0 0,1 0 0,0 0 0,-1 0 0,1 1 0,0-1 0,-1 0 0,1 0 0,0 1 0,-1-1 0,1 0 0,0 1 0,-1-1 0,1 1 0,-1-1 0,1 1 0,-1-1 0,1 1 0,0 0 0,9 9 0,-1 1 0,0 0 0,14 22 0,19 41 0,-27-47 0,2 5 0,-1 1 0,-2 1 0,-1 1 0,8 37 0,-5 27 0,-14-80 0,-1-15 0,-1-1 0,0 1 0,1-1 0,0 1 0,-1-1 0,1 1 0,1-1 0,-1 1 0,3 4 0,-3-7 0,-1-1 0,0 0 0,0 0 0,0 0 0,0 1 0,1-1 0,-1 0 0,0 0 0,0 1 0,0-1 0,0 0 0,0 0 0,0 1 0,0-1 0,0 0 0,0 0 0,0 1 0,0-1 0,0 0 0,0 0 0,0 1 0,0-1 0,0 0 0,0 0 0,0 1 0,0-1 0,0 0 0,0 0 0,0 1 0,0-1 0,-9 3 0,-18-3 0,20-1 0,-14 2-195,0 0 0,0 1 0,0 1 0,1 1 0,-1 1 0,-26 10 0,32-10-6631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26 24575,'-1'-1'0,"-10"-4"0,0 0 0,-1 1 0,0 0 0,-13-2 0,22 6 0,0 0 0,0-1 0,0 1 0,1 0 0,-1 1 0,0-1 0,0 0 0,0 1 0,0 0 0,-3 0 0,4 0 0,1 0 0,-1 0 0,1 0 0,-1 0 0,1 0 0,0 0 0,-1 0 0,1 0 0,0 1 0,0-1 0,0 0 0,0 1 0,0-1 0,0 1 0,0-1 0,0 1 0,1 0 0,-2 2 0,1 1 0,0 0 0,1 0 0,-1 0 0,1 0 0,0 0 0,0 0 0,1 0 0,-1 0 0,1 0 0,0 0 0,1 0 0,-1 0 0,1 0 0,3 5 0,2 6 0,1-1 0,19 27 0,-11-22 0,1-1 0,30 26 0,6 7 0,-52-51 0,0 0 0,-1 0 0,1 0 0,0 0 0,0 0 0,0 1 0,-1-1 0,1 0 0,0 0 0,-1 0 0,1 1 0,-1-1 0,0 0 0,1 1 0,-1 1 0,0-3 0,0 1 0,-1 0 0,1-1 0,0 1 0,-1 0 0,1-1 0,-1 1 0,1-1 0,0 1 0,-1-1 0,0 1 0,1-1 0,-1 1 0,1-1 0,-1 1 0,1-1 0,-1 0 0,0 1 0,1-1 0,-1 0 0,0 0 0,1 0 0,-1 1 0,0-1 0,1 0 0,-1 0 0,0 0 0,0 0 0,1 0 0,-2 0 0,-10 0 0,0-1 0,1 0 0,-1-1 0,0 0 0,1-1 0,-1 0 0,-12-6 0,-5 0 0,11 4-455,1 1 0,-23-3 0,26 6-6371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152 194 24575,'-16'-8'0,"-33"-8"0,45 14 0,0 1 0,-1 0 0,1 0 0,-1 1 0,0 0 0,1-1 0,-1 1 0,1 1 0,-1-1 0,1 1 0,-1 0 0,-7 2 0,11-3 0,0 1 0,0-1 0,0 1 0,-1-1 0,1 1 0,0-1 0,0 1 0,0 0 0,0 0 0,0-1 0,0 1 0,1 0 0,-1 0 0,0 0 0,0 0 0,1 0 0,-1 0 0,0 0 0,1 0 0,-1 1 0,1-1 0,-1 0 0,1 0 0,0 0 0,0 0 0,-1 1 0,1-1 0,0 0 0,0 0 0,0 1 0,0-1 0,0 0 0,1 0 0,-1 1 0,0-1 0,0 0 0,1 0 0,-1 0 0,1 0 0,-1 0 0,1 1 0,0-1 0,0 1 0,3 4 0,1 0 0,-1 0 0,1 0 0,0-1 0,11 9 0,3 2 0,2 0 0,34 19 0,-46-30 0,1 0 0,-1-1 0,1 0 0,0-1 0,0 0 0,0-1 0,0 0 0,0 0 0,13 0 0,-20-2 0,0 0 0,-1 0 0,1-1 0,0 1 0,-1-1 0,1 1 0,0-1 0,-1 0 0,1 0 0,-1 0 0,1 0 0,-1 0 0,0-1 0,1 1 0,-1-1 0,0 1 0,0-1 0,0 0 0,0 0 0,0 0 0,2-3 0,-3 2 0,1 0 0,-1 1 0,0-1 0,0 0 0,0 0 0,0 0 0,0 0 0,-1 0 0,1 0 0,-1-1 0,0 1 0,0 0 0,0 0 0,0 0 0,-1 0 0,1 0 0,-1 0 0,-1-4 0,-2-3 0,0 0 0,0 0 0,-1 1 0,0 0 0,-1 0 0,0 0 0,-10-11 0,16 20 0,0 0 0,0-1 0,0 1 0,0 0 0,0 0 0,0 0 0,0 0 0,-1 0 0,1 0 0,0 0 0,0 0 0,0-1 0,0 1 0,0 0 0,0 0 0,0 0 0,-1 0 0,1 0 0,0 0 0,0 0 0,0 0 0,0 0 0,0 0 0,-1 0 0,1 0 0,0 0 0,0 0 0,0 0 0,0 0 0,0 0 0,0 0 0,-1 0 0,1 0 0,0 0 0,0 0 0,0 0 0,0 0 0,0 0 0,-1 0 0,0 7 0,2 7 0,1-8 0,0-1 0,0 0 0,1 0 0,0-1 0,0 1 0,0 0 0,0-1 0,1 0 0,0 0 0,0 0 0,0 0 0,0 0 0,5 2 0,10 7 0,38 19 0,-38-22 0,-9-4 0,-1-2 0,1 1 0,0-1 0,1 0 0,-1-1 0,21 4 0,-30-7 0,0 0 0,0 0 0,1 0 0,-1 0 0,0 0 0,0 0 0,0-1 0,0 1 0,0 0 0,0 0 0,0-1 0,0 1 0,0-1 0,0 1 0,0-1 0,0 1 0,0-1 0,0 0 0,0 1 0,0-1 0,0 0 0,-1 0 0,2-1 0,-1 0 0,0 0 0,0-1 0,0 1 0,0 0 0,-1 0 0,1 0 0,-1-1 0,1 1 0,-1 0 0,0 0 0,0-4 0,-1-2 0,0 0 0,0 0 0,-1 0 0,0 0 0,-5-13 0,3 12 0,-2-1 0,1 1 0,-2-1 0,-6-7 0,12 15 0,1 2 0,0 0 0,0 0 0,0 0 0,0 0 0,0 0 0,0 0 0,0 0 0,0 0 0,0 0 0,0 0 0,0 0 0,0 0 0,1 0 0,-1 0 0,0 0 0,0 0 0,0 0 0,0 0 0,0 0 0,0 0 0,0 0 0,0 0 0,0-1 0,0 1 0,0 0 0,0 0 0,0 0 0,0 0 0,0 0 0,0 0 0,0 0 0,0 0 0,0 0 0,0 0 0,0 0 0,0 0 0,0 0 0,0 0 0,0 0 0,0 0 0,0-1 0,0 1 0,0 0 0,0 0 0,0 0 0,0 0 0,0 0 0,0 0 0,0 0 0,-1 0 0,10 4 0,11 9 0,59 38 0,-67-45 0,-1 0 0,1-1 0,0 0 0,1-1 0,15 4 0,-24-7 0,0-1 0,0 1 0,0-1 0,0 0 0,1 0 0,-1 0 0,5-2 0,-8 2 0,0 0 0,0 0 0,-1-1 0,1 1 0,0 0 0,0-1 0,0 1 0,0-1 0,0 1 0,-1-1 0,1 1 0,0-1 0,0 0 0,-1 1 0,1-1 0,-1 0 0,1 1 0,0-1 0,-1 0 0,1 0 0,-1 0 0,0 0 0,1 1 0,-1-1 0,0 0 0,1 0 0,-1 0 0,0 0 0,0 0 0,0 0 0,0 0 0,0 0 0,0 0 0,0 0 0,0 0 0,0-1 0,-1-2 0,-1-1 0,1 1 0,-1 0 0,1 0 0,-4-4 0,-2-7 0,35 31 0,-22-12 0,1 0 0,0-1 0,1 0 0,-1 0 0,0 0 0,1-1 0,0 0 0,-1 0 0,10 0 0,1-1 0,1 0 0,33-4 0,-30-1 0,1-1 0,33-11 0,-5 2 0,-29 8 0,-7 3 0,0-1 0,-1 0 0,1-1 0,-1 0 0,0-1 0,21-13 0,-28 14 0,-1 1 0,1-1 0,-1-1 0,0 1 0,9-12 0,-14 15 0,1 0 0,-1 0 0,0 0 0,0 0 0,0 0 0,0 0 0,-1-1 0,1 1 0,0 0 0,-1 0 0,0-1 0,1 1 0,-1 0 0,0-1 0,0 1 0,0 0 0,-1-1 0,1 1 0,0 0 0,-1-1 0,0 1 0,1 0 0,-1 0 0,-2-4 0,-1 0 0,1 1 0,-1-1 0,-1 1 0,1 0 0,-1 0 0,1 1 0,-2-1 0,1 1 0,0 0 0,-1 1 0,0-1 0,1 1 0,-1 0 0,-1 0 0,1 1 0,0 0 0,-1 0 0,1 1 0,-1-1 0,1 1 0,-8 0 0,12 1 0,1 1 0,-1-1 0,0 0 0,1 0 0,-1 1 0,0-1 0,1 1 0,-1-1 0,1 1 0,-1 0 0,1-1 0,-1 1 0,1 0 0,0 0 0,-1 0 0,1 0 0,0 1 0,-2 1 0,2-1 0,-1 1 0,1-1 0,-1 1 0,1-1 0,0 1 0,0-1 0,0 1 0,1 0 0,-1 0 0,0 3 0,1 1 0,0 1 0,0-1 0,0 1 0,1-1 0,0 1 0,0-1 0,4 11 0,0-6 0,1 1 0,0-1 0,1 0 0,0-1 0,0 1 0,1-1 0,1-1 0,0 0 0,1 0 0,11 9 0,-6-7 0,0 0 0,1-2 0,0 0 0,0 0 0,1-2 0,31 12 0,-36-17-227,0 0-1,0 0 1,0-2-1,1 1 1,19-1-1,-19-2-6598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6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210 707 24575,'-1'-58'0,"-2"1"0,-13-71 0,10 95 0,-2 0 0,-2 1 0,-1 0 0,-1 1 0,-20-37 0,0 13 0,-16-32 0,42 74 0,0 0 0,1-1 0,1 1 0,-5-26 0,11 63 0,-1 29 0,-1-30 0,1-1 0,0 1 0,8 33 0,-2-27 0,1-1 0,2 0 0,1 0 0,1-1 0,20 32 0,-23-46 0,1 0 0,1-1 0,0 0 0,0-1 0,1 0 0,1-1 0,15 9 0,-11-8 0,0-1 0,1-1 0,0 0 0,1-2 0,26 8 0,-12-7 0,36 4 0,-54-10 0,0-1 0,0 0 0,0-1 0,27-4 0,-37 3 0,0 0 0,-1 0 0,0-1 0,1 1 0,-1-1 0,0 0 0,0 0 0,0-1 0,0 1 0,0-1 0,4-3 0,-6 4 0,-1 0 0,1 0 0,0 0 0,-1 0 0,0 0 0,1 0 0,-1 0 0,0 0 0,0 0 0,0-1 0,0 1 0,-1-1 0,1 1 0,-1 0 0,1-1 0,-1 1 0,0-1 0,0 1 0,0-1 0,0 1 0,0-1 0,-2-3 0,0-3 0,-1 1 0,0 0 0,0-1 0,-1 1 0,0 1 0,0-1 0,-1 1 0,0-1 0,-12-12 0,9 12 0,-1 0 0,0 0 0,-1 0 0,0 1 0,0 1 0,-20-10 0,28 15 0,0 0 0,0 0 0,0 0 0,0 0 0,-1 1 0,1-1 0,0 0 0,-1 1 0,1 0 0,0 0 0,-1 0 0,1 0 0,-1 0 0,1 0 0,0 1 0,-3 0 0,3-1 0,1 1 0,0 0 0,0 0 0,0 0 0,-1 0 0,1 0 0,0 0 0,0 0 0,1 0 0,-1 0 0,0 1 0,0-1 0,0 0 0,1 0 0,-1 1 0,1-1 0,-1 0 0,1 1 0,0-1 0,-1 1 0,1-1 0,0 1 0,0-1 0,0 1 0,0-1 0,0 0 0,1 3 0,-1 2 0,1 1 0,0-1 0,0 1 0,1-1 0,0 0 0,0 0 0,1 0 0,-1 0 0,1 0 0,5 7 0,-3-6 0,0 0 0,1 0 0,0-1 0,0 1 0,0-1 0,1-1 0,7 6 0,14 7 0,0-1 0,33 14 0,-50-26 0,1 0 0,0-1 0,0 0 0,0-1 0,1 0 0,-1-1 0,1-1 0,18 0 0,-29-1 0,0 0 0,0 0 0,-1 0 0,1 0 0,0-1 0,0 1 0,-1-1 0,1 0 0,0 1 0,-1-1 0,1 0 0,0 0 0,-1 0 0,1 0 0,-1 0 0,0 0 0,1 0 0,1-3 0,-2 2 0,1 0 0,-1-1 0,0 1 0,0 0 0,0-1 0,0 1 0,0-1 0,-1 1 0,1-1 0,-1 0 0,1-3 0,-1-4 0,-1 1 0,1-1 0,-2 1 0,1-1 0,-6-16 0,3 13 0,0-3 0,-1 1 0,-13-28 0,23 58 0,8 12 0,-5-17 0,0 0 0,1-1 0,0 0 0,0 0 0,18 13 0,-3-6 0,37 19 0,-52-30 0,3 2 0,0-1 0,0 0 0,1-1 0,-1 0 0,1-1 0,15 3 0,-27-7 0,0 0 0,0 0 0,0 0 0,0 0 0,0 0 0,-1 0 0,1 0 0,0 0 0,0 0 0,0 0 0,0-1 0,0 1 0,0 0 0,0-1 0,0 1 0,-1-1 0,1 1 0,0-1 0,0 1 0,-1-1 0,1 1 0,0-1 0,0 0 0,0 0 0,0-1 0,-1 0 0,1 1 0,0-1 0,-1 1 0,1-1 0,-1 0 0,0 1 0,1-1 0,-1 0 0,0 0 0,0 1 0,0-3 0,-1-3 0,0 0 0,-1 0 0,0 0 0,0 0 0,-4-9 0,5 14 0,1 0 0,-1 1 0,0-1 0,1 0 0,-1 1 0,1-1 0,-1 0 0,1 0 0,0-3 0,0 5 0,0 0 0,0 0 0,0 0 0,0-1 0,0 1 0,0 0 0,0 0 0,0 0 0,0 0 0,0-1 0,1 1 0,-1 0 0,0 0 0,0 0 0,0 0 0,0 0 0,0 0 0,1-1 0,-1 1 0,0 0 0,0 0 0,0 0 0,0 0 0,1 0 0,-1 0 0,0 0 0,0 0 0,0 0 0,0 0 0,1 0 0,-1 0 0,0 0 0,13 4 0,35 22 0,-26-12 0,45 17 0,16-3-1365,-68-24-5461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24575,'1'0'0,"-1"0"0,0 0 0,0 0 0,1-1 0,-1 1 0,1 0 0,-1 0 0,0 0 0,1 0 0,-1 0 0,0 0 0,1 0 0,-1 0 0,0 0 0,1 0 0,-1 0 0,1 0 0,-1 0 0,0 0 0,1 0 0,-1 0 0,0 0 0,1 0 0,-1 0 0,0 1 0,1-1 0,-1 0 0,0 0 0,1 0 0,-1 1 0,0-1 0,1 0 0,-1 0 0,0 1 0,0-1 0,1 0 0,-1 1 0,0-1 0,0 0 0,0 1 0,0-1 0,1 0 0,-1 1 0,0-1 0,0 1 0,9 19 0,-8-17 0,19 51 0,16 41 0,-31-86 0,0 1 0,1-2 0,0 1 0,10 11 0,-8-10 0,0 0 0,10 17 0,9 25 0,36 104 0,-61-151 0,0 0 0,-1 0 0,0 0 0,0 1 0,0-1 0,-1 9 0,0-13 0,0 0 0,0 1 0,0-1 0,-1 0 0,1 0 0,0 1 0,-1-1 0,1 0 0,-1 0 0,1 0 0,-1 0 0,0 1 0,1-1 0,-1 0 0,0 0 0,0 0 0,0-1 0,0 1 0,0 0 0,0 0 0,0 0 0,0-1 0,0 1 0,0 0 0,0-1 0,-1 1 0,1-1 0,0 1 0,0-1 0,-1 0 0,-1 1 0,-2-1 0,0 0 0,0 0 0,0 0 0,0 0 0,0-1 0,0 1 0,0-1 0,-7-3 0,-41-17 0,37 14 0,-6-3-682,-33-20-1,35 17-6143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24575,'47'61'0,"-2"3"0,-2 2 0,43 93 0,-53-81 0,22 44 0,-49-113 0,-5-12 0,-5-19 0,-18-50 0,-13-52 0,35 122 0,-1 1 0,1-1 0,0 0 0,0 1 0,0-1 0,-1 0 0,1 0 0,1 1 0,-1-1 0,0 0 0,0 0 0,1 1 0,-1-1 0,1 0 0,-1 1 0,2-3 0,-2 4 0,1-1 0,-1 1 0,0 0 0,1-1 0,-1 1 0,1 0 0,-1-1 0,0 1 0,1 0 0,-1 0 0,1-1 0,-1 1 0,1 0 0,-1 0 0,1 0 0,-1 0 0,1 0 0,-1 0 0,1 0 0,-1 0 0,1 0 0,1 0 0,0 0 0,-1 0 0,1 1 0,-1-1 0,1 1 0,-1 0 0,1-1 0,-1 1 0,3 1 0,3 4 0,0-1 0,0 1 0,7 9 0,-8-9 0,1 1 0,-1-1 0,11 7 0,-14-11 0,0 0 0,1 0 0,-1-1 0,0 1 0,1-1 0,-1 0 0,1 0 0,-1 0 0,1 0 0,-1-1 0,8 1 0,-10-1 0,1 0 0,0 0 0,-1-1 0,1 1 0,-1-1 0,1 1 0,0-1 0,-1 0 0,1 1 0,-1-1 0,0 0 0,1 0 0,-1 0 0,0 0 0,1 0 0,-1 0 0,0-1 0,0 1 0,0 0 0,0-1 0,0 1 0,0-1 0,0 1 0,-1-1 0,1 1 0,0-1 0,-1 1 0,1-3 0,1-5 0,0 1 0,-1-1 0,0 0 0,0 1 0,-1-18 0,-9-45 0,3 19 0,2 4 0,4-83 0,0 127 0,1 0 0,-1 0 0,1 0 0,0 0 0,0 0 0,0 0 0,1 0 0,0 0 0,3-7 0,-4 11 0,0-1 0,-1 0 0,1 0 0,0 1 0,-1-1 0,1 0 0,0 1 0,0-1 0,0 1 0,-1-1 0,1 1 0,0-1 0,0 1 0,0 0 0,0-1 0,0 1 0,0 0 0,1 0 0,0 0 0,-1 0 0,1 0 0,-1 0 0,1 1 0,-1-1 0,1 1 0,-1-1 0,1 1 0,-1 0 0,1 0 0,-1-1 0,0 1 0,0 0 0,1 0 0,0 2 0,6 4 0,0 1 0,-1 0 0,0 1 0,-1 0 0,9 16 0,23 54 0,-16-31 0,19 41 0,34 65 0,-67-138 0,1-1 0,0 0 0,1-1 0,1 0 0,21 23 0,-31-36-114,1 0 1,-1 0-1,1 0 0,-1 0 0,1 0 1,-1 0-1,1-1 0,0 1 0,-1 0 1,1-1-1,3 1 0,3-1-6712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33 24575,'-14'-6'0,"-36"-14"0,45 18 0,1 1 0,0 0 0,0 0 0,-1 1 0,1-1 0,-1 1 0,1 0 0,0 0 0,-6 1 0,9-1 0,1 0 0,-1 0 0,0 0 0,1 0 0,-1 1 0,1-1 0,-1 0 0,1 0 0,-1 0 0,1 1 0,-1-1 0,1 0 0,0 1 0,-1-1 0,1 0 0,-1 1 0,1-1 0,0 0 0,-1 1 0,1-1 0,0 1 0,-1-1 0,1 1 0,0-1 0,0 1 0,-1-1 0,1 1 0,0 0 0,0 0 0,0 0 0,0 1 0,0-1 0,0 0 0,1 0 0,-1 0 0,0 0 0,1 1 0,-1-1 0,1 0 0,-1 0 0,2 1 0,2 4 0,0 1 0,1-2 0,6 7 0,-10-11 0,9 10 20,0-1 0,2 0 0,-1-1 0,1 0 0,15 8 0,-19-12-169,1-1 1,0 0-1,-1-1 1,1 0-1,1-1 1,-1 0-1,0 0 1,1-1-1,10 1 1,-7-2-6678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24575,'2'2'0,"0"0"0,1 0 0,-1 0 0,1 0 0,0 0 0,4 2 0,-7-4 0,1 0 0,-1 0 0,1 1 0,-1-1 0,0 0 0,1 0 0,-1 0 0,0 0 0,1 0 0,-1 0 0,0 0 0,1 0 0,-1 0 0,1 0 0,-1 0 0,0 0 0,1 0 0,-1-1 0,0 1 0,1 0 0,-1 0 0,0 0 0,1 0 0,0-1 0,-1 0 0,0 1 0,1-1 0,-1 0 0,0 1 0,0-1 0,1 0 0,-1 1 0,0-1 0,0 0 0,0 0 0,0 0 0,0 1 0,0-1 0,0 0 0,0 0 0,0 1 0,0-2 0,-2-8 0,-1 1 0,1 0 0,-7-14 0,5 13 0,1 0 0,-5-18 0,7 21 0,0-1 0,0 0 0,0 0 0,1 0 0,0 1 0,1-1 0,0 0 0,2-8 0,-2 13 0,0-1 0,0 1 0,1 0 0,-1 0 0,1 0 0,0 0 0,-1 0 0,1 0 0,1 1 0,-1-1 0,0 1 0,1-1 0,-1 1 0,1 0 0,0 0 0,0 0 0,-1 0 0,1 1 0,0-1 0,1 1 0,3-2 0,0 1 0,0 1 0,1-1 0,-1 1 0,1 1 0,-1-1 0,1 1 0,-1 1 0,1-1 0,-1 1 0,1 1 0,-1-1 0,11 5 0,9 4 0,49 25 0,-60-27 0,14 7 0,-1 1 0,-1 2 0,0 1 0,-1 1 0,-2 1 0,29 30 0,-50-47-273,0 1 0,0 0 0,-1 0 0,4 6 0,-1 2-6553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13 24575,'-27'-5'0,"-15"1"0,-2 1 0,6 3 0,7 2 0,9 1-8191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0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316 108 24575,'-8'-4'0,"-116"-59"0,104 54 0,-1 2 0,0 0 0,0 1 0,-29-4 0,48 10 0,0-1 0,0 1 0,-1 0 0,1 0 0,0 0 0,0 0 0,-1 0 0,1 0 0,0 1 0,0-1 0,0 1 0,-1 0 0,1 0 0,0-1 0,0 1 0,-2 2 0,3-2 0,0 0 0,0 0 0,0 1 0,0-1 0,0 1 0,0-1 0,0 1 0,1-1 0,-1 1 0,0-1 0,1 1 0,-1 0 0,1-1 0,0 1 0,0 0 0,0-1 0,-1 1 0,1 0 0,1 0 0,-1-1 0,1 4 0,0 0 0,0 1 0,1-1 0,-1 0 0,1 0 0,1 0 0,-1 0 0,1 0 0,0-1 0,0 1 0,0-1 0,0 1 0,5 3 0,6 6 0,0-1 0,17 11 0,-18-14 0,1-1 0,0-1 0,26 13 0,-34-19 0,1 1 0,-1-1 0,1 0 0,0 0 0,-1-1 0,1 0 0,0 0 0,0-1 0,0 1 0,-1-2 0,12 0 0,-15 0 0,0 0 0,0 0 0,-1 0 0,1-1 0,0 1 0,-1-1 0,1 1 0,-1-1 0,0 0 0,1 0 0,-1 0 0,0 0 0,0 0 0,0 0 0,0-1 0,-1 1 0,1-1 0,-1 1 0,1-1 0,-1 0 0,0 1 0,0-1 0,0 0 0,0-3 0,0 2 0,0 0 0,-1 0 0,1 0 0,-1 0 0,0-1 0,0 1 0,0 0 0,-1 0 0,0 0 0,1 0 0,-1 0 0,-1 0 0,1 0 0,-1 0 0,1 0 0,-1 1 0,-2-4 0,3 6 0,1 0 0,-1 0 0,1 0 0,-1 0 0,0 1 0,1-1 0,-1 0 0,0 1 0,1-1 0,-1 0 0,0 1 0,0-1 0,0 1 0,1-1 0,-1 1 0,0-1 0,0 1 0,0 0 0,0 0 0,0-1 0,0 1 0,0 0 0,0 0 0,0 0 0,0 0 0,0 0 0,0 0 0,0 0 0,0 0 0,0 0 0,0 1 0,0-1 0,0 0 0,1 1 0,-1-1 0,0 1 0,0-1 0,0 1 0,0-1 0,1 1 0,-1-1 0,0 1 0,0 0 0,1-1 0,-2 2 0,0 1 0,-1 0 0,1 0 0,-1 1 0,1-1 0,0 0 0,0 1 0,0 0 0,1-1 0,-3 8 0,2 5-1365,0-2-5461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40 24575,'-67'-28'0,"59"25"0,-1 1 0,0 0 0,0 0 0,1 1 0,-18-1 0,25 2 0,-1 0 0,0 0 0,0 1 0,0-1 0,0 0 0,0 0 0,0 1 0,1-1 0,-1 1 0,0 0 0,0-1 0,1 1 0,-1 0 0,1 0 0,-1 0 0,0 0 0,1 1 0,0-1 0,-1 0 0,1 0 0,0 1 0,0-1 0,-1 1 0,1-1 0,0 1 0,1 0 0,-1-1 0,0 1 0,0 0 0,1 0 0,-1-1 0,1 1 0,-1 0 0,1 0 0,0 0 0,0 0 0,0 0 0,0 3 0,1 4 0,0-1 0,0 0 0,1 1 0,0-1 0,0 0 0,1 0 0,5 10 0,0-3 0,0 0 0,1 0 0,19 22 0,38 34 0,-38-42 0,-25-26 0,0 1 0,-1-1 0,1 0 0,-1 1 0,0-1 0,0 1 0,0 0 0,2 6 0,-3-9 0,-1 0 0,0 0 0,0 0 0,0 0 0,0 0 0,0 1 0,0-1 0,0 0 0,0 0 0,0 0 0,0 0 0,0 0 0,-1 0 0,1 0 0,0 0 0,-1 0 0,1 0 0,-1 0 0,1 0 0,-1 0 0,1 0 0,-1-1 0,0 1 0,0 0 0,1 0 0,-1 0 0,0-1 0,0 1 0,0 0 0,0-1 0,0 1 0,0-1 0,0 1 0,0-1 0,0 0 0,0 1 0,0-1 0,-1 0 0,-11 3 0,0-1 0,-1-1 0,1 0 0,0-1 0,-23-2 0,4 1 0,9 0-1365,5 1-5461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24575,'10'20'0,"6"9"0,0 5 0,0-1 0,-3-3 0,-1-5 0,-2-4 0,-1-5 0,-2-4 0,1-3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24575,'2'17'0,"4"11"0,1 4 0,-1-2 0,-2-5-8191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24575,'8'6'0,"-1"1"0,1-1 0,9 12 0,-13-12 0,1-1 0,0 0 0,0 0 0,1 0 0,-1 0 0,1-1 0,12 6 0,-17-9 0,0-1 0,0 1 0,0-1 0,0 1 0,0-1 0,0 0 0,0 0 0,1 1 0,-1-1 0,0 0 0,0 0 0,0 0 0,0 0 0,0-1 0,0 1 0,1 0 0,-1 0 0,0-1 0,0 1 0,0 0 0,0-1 0,0 1 0,0-1 0,0 1 0,0-1 0,0 0 0,0 0 0,0 0 0,2-3 0,0 0 0,0 0 0,-1 0 0,0 0 0,4-8 0,8-16 0,-13 27 0,-1 0 0,1 0 0,0 0 0,0 0 0,0 0 0,0 0 0,0 0 0,0 1 0,0-1 0,0 0 0,0 1 0,0-1 0,0 1 0,1-1 0,-1 1 0,0-1 0,0 1 0,0 0 0,2-1 0,0 2 0,0-1 0,0 0 0,0 1 0,0 0 0,0-1 0,-1 1 0,1 0 0,0 1 0,-1-1 0,1 0 0,0 1 0,4 3 0,29 26 0,-27-21 0,-8-10-13,47 41 148,-42-36-348,0-1 1,0 0 0,1-1-1,-1 1 1,1-1-1,10 3 1,-5-3-6614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74 196 24575,'46'140'0,"7"27"0,-59-179 0,-13-20 0,5 9 0,-64-129 0,65 122 0,2 1 0,2-2 0,-9-42 0,16 65 0,1 0 0,0 1 0,1-1 0,0 0 0,0 0 0,1 1 0,2-15 0,-2 20 0,-1-1 0,1 1 0,0 0 0,0-1 0,0 1 0,0 0 0,1 0 0,-1 0 0,1 0 0,-1 0 0,1 0 0,-1 0 0,1 1 0,0-1 0,0 0 0,0 1 0,0 0 0,0-1 0,0 1 0,0 0 0,1 0 0,-1 0 0,0 0 0,1 1 0,-1-1 0,1 1 0,3-1 0,1 1 0,-1 0 0,0 0 0,0 1 0,0 0 0,1 0 0,-1 1 0,0 0 0,0 0 0,-1 0 0,1 0 0,9 7 0,-6-4 0,1 1 0,-1 1 0,-1-1 0,1 2 0,13 14 0,-19-18 0,1 1 0,-1-1 0,0 1 0,0 0 0,-1-1 0,1 1 0,-1 1 0,3 7 0,-5-10 0,0-1 0,1 0 0,-1 1 0,0-1 0,0 1 0,0-1 0,0 0 0,0 1 0,-1-1 0,1 0 0,-1 1 0,1-1 0,-1 0 0,0 0 0,0 1 0,0-1 0,0 0 0,-1 0 0,1 0 0,0 0 0,-1-1 0,-2 4 0,-1-1 9,-1 1 0,0-1 0,0 0 0,0-1 0,0 1-1,-1-1 1,1 0 0,-1-1 0,0 1 0,0-2 0,0 1 0,-11 1-1,-9 0-673,-51-2 0,74-1 515,-11-1-6676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 24575,'-6'-3'0,"4"8"0,5 9 0,1-9 0,0 1 0,1-1 0,-1 0 0,1 0 0,0-1 0,0 0 0,1 0 0,-1 0 0,1 0 0,0-1 0,0 0 0,7 3 0,-4-3 0,-1 0 0,1 0 0,0-1 0,-1 0 0,1-1 0,0 0 0,0 0 0,15-1 0,10-7 0,4 1 0,-36 6 0,1 0 0,0 0 0,0 0 0,0 0 0,0 1 0,0 0 0,0-1 0,-1 1 0,1 0 0,0 0 0,3 2 0,32 23-1365,-26-17-5461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24575,'-1'1'0,"1"0"0,-1-1 0,1 1 0,-1 0 0,1 0 0,-1 0 0,1 1 0,0-1 0,-1 0 0,1 0 0,0 0 0,0 0 0,0 0 0,0 0 0,0 2 0,3 20 0,-1-14 0,13 72 0,3-1 0,47 125 0,-53-169 0,2-1 0,2 0 0,25 42 0,-33-66-1365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91 24575,'-15'-18'0,"-7"-5"0,-6 0 0,1 8 0,-2 5 0,3 8 0,0 4 0,0 4 0,2 1 0,4-1-8191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24575,'20'12'0,"12"10"0,5 3 0,2 3 0,-2 1 0,-1-2 0,-4 0 0,-3-2 0,-4-1 0,-4-1 0,-2-3 0,-3-2 0,0-1 0,-2-4 0,0-2 0,-2-2-8191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24575,'-10'28'0,"-4"11"0,-1 2 0,-1-6 0,2-7 0,1-5 0,1-4 0,1-3 0,1-5 0,0 0 0,-2-1 0,-1-1 0,2-1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5 24575,'-9'-2'0,"1"1"0,-1 0 0,0 0 0,0 1 0,0 1 0,-16 1 0,21-1 0,1 0 0,-1 0 0,1 0 0,-1 0 0,1 0 0,0 1 0,0-1 0,0 1 0,-1 0 0,1 0 0,1 0 0,-1 0 0,0 1 0,1-1 0,-1 1 0,1 0 0,0-1 0,-1 1 0,-2 6 0,5-7 0,-1 0 0,0 0 0,0 0 0,1 1 0,-1-1 0,1 0 0,0 0 0,-1 1 0,1-1 0,0 0 0,1 1 0,-1-1 0,0 0 0,1 0 0,-1 1 0,1-1 0,0 0 0,1 3 0,2 3 0,0 1 0,1-1 0,8 10 0,-7-11 0,-2 0 0,1 0 0,5 11 0,-3 4 0,-1 0 0,-1 1 0,-1 0 0,-1 0 0,1 28 0,-3-30 0,13 83 0,-13-97 0,0 1 0,0-1 0,1 0 0,0 1 0,1-1 0,0 0 0,3 7 0,-4-11 0,0-1 0,-1 1 0,1 0 0,0-1 0,1 0 0,-1 1 0,0-1 0,1 0 0,-1 0 0,1 0 0,0-1 0,0 1 0,0 0 0,0-1 0,0 0 0,0 0 0,0 0 0,6 1 0,4 0-455,1-1 0,18-1 0,-19-1-6371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24575,'3'4'0,"0"0"0,-1 1 0,0-1 0,0 0 0,0 1 0,-1-1 0,1 1 0,-1 0 0,1 7 0,3 8 0,-1-5 0,2 0 0,0 0 0,0-1 0,1 0 0,1-1 0,0 1 0,1-1 0,20 22 0,-29-35 0,1 1 0,0 0 0,-1-1 0,1 1 0,0 0 0,-1-1 0,1 1 0,0-1 0,0 1 0,-1-1 0,1 1 0,0-1 0,0 1 0,0-1 0,0 0 0,0 0 0,0 1 0,0-1 0,-1 0 0,1 0 0,0 0 0,0 0 0,0 0 0,0 0 0,0 0 0,0-1 0,0 1 0,0 0 0,0 0 0,0-1 0,-1 1 0,1 0 0,0-1 0,0 1 0,0-1 0,-1 1 0,1-1 0,0 0 0,0 1 0,-1-1 0,1 0 0,-1 1 0,1-1 0,0 0 0,0-1 0,3-5 0,0 1 0,0-1 0,-1 0 0,4-11 0,-5 11 0,4-11 0,-4 14 0,-1-1 0,1 0 0,-1 1 0,1-1 0,0 1 0,1-1 0,-1 1 0,1 0 0,5-6 0,-8 10 0,1-1 0,0 1 0,0 0 0,0-1 0,-1 1 0,1 0 0,0 0 0,0 0 0,0-1 0,0 1 0,0 0 0,0 0 0,-1 0 0,1 1 0,0-1 0,0 0 0,0 0 0,0 0 0,0 1 0,-1-1 0,1 0 0,0 1 0,0-1 0,0 0 0,-1 1 0,1-1 0,0 1 0,-1 0 0,1-1 0,0 1 0,0 1 0,20 22 0,-20-22 0,61 91-1365,-55-80-5461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24575,'5'-5'0,"0"1"0,0-1 0,0 1 0,0 0 0,11-5 0,-14 8 0,0 0 0,0 0 0,0 1 0,0-1 0,0 0 0,0 1 0,0 0 0,0 0 0,0-1 0,0 1 0,0 0 0,0 1 0,0-1 0,0 0 0,0 1 0,0-1 0,0 1 0,0-1 0,0 1 0,0 0 0,-1 0 0,4 1 0,1 3 0,0 0 0,0 0 0,-1 0 0,1 0 0,-1 1 0,-1 0 0,1 0 0,6 13 0,-4-7 0,-2 0 0,1 0 0,-2 1 0,5 15 0,-7-17 0,-1 0 0,1 16 0,-1-18 0,-1 0 0,1 0 0,1 0 0,-1-1 0,5 11 0,40 82 0,-27-65 0,13 40 0,3 11 0,-26-67 0,-8-19 0,-1 1 0,1-1 0,-1 0 0,1 0 0,-1 0 0,1 1 0,-1-1 0,0 0 0,1 0 0,-1 1 0,0-1 0,0 0 0,0 1 0,0-1 0,0 0 0,0 1 0,-1-1 0,1 0 0,0 0 0,-1 1 0,1-1 0,-1 0 0,1 0 0,-1 0 0,1 1 0,-1-1 0,0 0 0,0 0 0,0 0 0,1 0 0,-1 0 0,0 0 0,0-1 0,0 1 0,0 0 0,-1 0 0,1-1 0,0 1 0,0-1 0,0 1 0,-1-1 0,1 1 0,0-1 0,0 0 0,-2 1 0,-8 1 0,0-1 0,1 0 0,-1 0 0,-16-2 0,17 0 0,9 1-10,-27-1-442,0 2 0,-32 4 1,42-2-6375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24575,'-2'1'0,"0"0"0,0 0 0,-1 0 0,1 0 0,0 0 0,0 0 0,0 0 0,1 1 0,-1-1 0,0 1 0,0-1 0,1 1 0,-1 0 0,1-1 0,0 1 0,-1 0 0,1 0 0,0 0 0,0 0 0,0 0 0,0 0 0,1 1 0,-1-1 0,0 0 0,1 3 0,-1-2 0,1 1 0,0-1 0,1 1 0,-1-1 0,0 1 0,1-1 0,0 1 0,0-1 0,0 0 0,0 0 0,1 1 0,-1-1 0,1 0 0,0 0 0,4 5 0,2 1 0,0 0 0,1-1 0,0 0 0,0-1 0,1 1 0,0-2 0,0 0 0,1 0 0,-1-1 0,15 5 0,-17-7 0,0-1 0,0 0 0,0 0 0,0-1 0,0 0 0,16-1 0,-18 0 0,-1-1 0,0 1 0,0-2 0,0 1 0,0 0 0,0-1 0,0 0 0,0 0 0,0 0 0,0-1 0,6-4 0,-7 3 0,0 0 0,-1 0 0,1 0 0,-1 0 0,0-1 0,0 1 0,0-1 0,0 0 0,-1 0 0,3-8 0,-3 9 0,-1 1 0,0-1 0,0 0 0,0 1 0,-1-1 0,1 0 0,-1 0 0,0 1 0,0-1 0,0 0 0,0 0 0,-1 0 0,0 1 0,1-1 0,-4-6 0,1 8 0,0 7 0,1 9 0,1 6 0,0 0 0,2-1 0,6 40 0,18 58 0,-25-116 0,16 55 0,34 83 0,36 47 0,-108-227 0,-2 1 0,-41-53 0,52 77-76,-25-30-1213,28 36-5537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81 24575,'-19'-9'0,"-94"-43"0,101 48 0,0 0 0,0 1 0,0 0 0,0 0 0,-1 2 0,1 0 0,-22 0 0,30 2 0,0 0 0,0 0 0,0 0 0,0 1 0,0 0 0,0-1 0,0 1 0,1 1 0,-1-1 0,1 1 0,-1-1 0,1 1 0,-4 5 0,4-6 0,1 0 0,0 1 0,0-1 0,0 1 0,0-1 0,0 1 0,1 0 0,-1-1 0,1 1 0,0 0 0,0 0 0,0 0 0,0 0 0,1 1 0,-1-1 0,1 0 0,-1 0 0,1 4 0,1-5 0,-1 0 0,1-1 0,-1 1 0,1-1 0,0 1 0,-1-1 0,1 0 0,0 1 0,0-1 0,0 0 0,0 1 0,0-1 0,0 0 0,1 0 0,-1 0 0,0 0 0,3 1 0,29 13 0,-8-5 0,-18-6 0,-1 0 0,0 1 0,0 0 0,0 0 0,0 0 0,-1 1 0,0-1 0,6 10 0,-5-5 0,0 1 0,0 0 0,-1 0 0,5 18 0,-1 7 0,-2 0 0,6 65 0,-13-93 0,3 29 0,-3-17 0,6 28 0,-5-42 0,0-1 0,1 1 0,0-1 0,0 0 0,0 0 0,0 0 0,1 0 0,0 0 0,6 8 0,-7-11 0,1 1 0,0-1 0,0 1 0,0-1 0,1 0 0,-1-1 0,0 1 0,1 0 0,-1-1 0,1 0 0,5 2 0,3-1 0,0 0 0,15 1 0,-16-2-115,0 0 198,1 0 0,14-2 0,-24 1-171,1-1 0,-1 1 0,1 0-1,-1-1 1,1 0 0,-1 1 0,0-1 0,1 0-1,-1 0 1,0-1 0,0 1 0,0 0 0,0-1 0,0 1-1,0-1 1,2-2 0,2-5-6738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24575,'-4'-8'0,"2"1"0,6 11 0,8 10 0,0 0 0,18 15 0,-23-24 0,0 0 0,0 0 0,1 0 0,-1-1 0,1 0 0,0 0 0,8 2 0,-8-3 0,1 0 0,0 0 0,0-1 0,0 0 0,1 0 0,12 0 0,-20-2 0,-1 0 0,1 0 0,0 0 0,0 0 0,-1-1 0,1 1 0,0 0 0,-1-1 0,1 0 0,-1 1 0,1-1 0,-1 0 0,1 0 0,-1 0 0,1 0 0,-1 0 0,0 0 0,1 0 0,-1 0 0,0 0 0,0-1 0,0 1 0,0 0 0,0-1 0,0 1 0,0-1 0,-1 1 0,1-1 0,0 0 0,-1 1 0,1-1 0,-1 0 0,0 1 0,1-1 0,-1 0 0,0-2 0,0-9 0,-1 11 0,1 0 0,0-1 0,0 1 0,0 0 0,0-1 0,0 1 0,1 0 0,-1 0 0,1-1 0,-1 1 0,1 0 0,0 0 0,2-4 0,-3 6 0,1 0 0,-1 0 0,1 0 0,0 0 0,-1-1 0,1 1 0,-1 0 0,1 0 0,0 0 0,-1 0 0,1 0 0,0 1 0,-1-1 0,1 0 0,-1 0 0,1 0 0,0 0 0,-1 1 0,1-1 0,-1 0 0,1 1 0,0-1 0,16 11 0,-12-8 0,21 14-51,-14-8-278,0-2 1,0 1-1,21 7 1,-23-12-6498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0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24575,'12'-11'0,"0"1"0,1 0 0,0 1 0,20-10 0,-29 17 0,0 0 0,1 0 0,-1 1 0,1-1 0,-1 1 0,1 0 0,0 0 0,-1 1 0,1-1 0,0 1 0,0 0 0,-1 0 0,1 1 0,0 0 0,-1-1 0,1 1 0,0 1 0,-1-1 0,6 3 0,-1 1 0,0 0 0,-1 1 0,0 0 0,0 0 0,-1 0 0,1 1 0,-1 1 0,-1-1 0,1 1 0,-1 0 0,8 15 0,-9-13 0,0 0 0,0 1 0,-1 0 0,0 0 0,-1 0 0,-1 0 0,1 1 0,-2-1 0,1 21 0,-3 4 0,-11 65 0,11-97 0,1-1 0,0 1 0,0 0 0,0 0 0,0 0 0,0-1 0,1 1 0,-1 0 0,1-1 0,0 1 0,0 0 0,3 4 0,0 1 0,2-1 0,-1 1 0,10 10 0,-3-3 0,0 1 0,18 35 0,-29-50 0,0-1 0,0 1 0,-1 0 0,1 0 0,-1 0 0,0-1 0,1 1 0,-1 0 0,0 0 0,0 0 0,0 0 0,0-1 0,-1 1 0,1 0 0,0 0 0,-1 0 0,1-1 0,-1 1 0,0 0 0,1 0 0,-1-1 0,0 1 0,0-1 0,0 1 0,0-1 0,-1 1 0,1-1 0,0 0 0,0 1 0,-1-1 0,1 0 0,-1 0 0,1 0 0,-1 0 0,-2 1 0,-2 1 0,0 0 0,0 0 0,-1 0 0,1-1 0,-1 0 0,0-1 0,0 1 0,-8 0 0,-68 4-1365,65-3-5461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24575,'2'27'0,"1"1"0,2-1 0,0 0 0,11 30 0,-9-31 0,5 18 0,28 64 0,-30-88 0,0 0 0,1-1 0,0 0 0,2 0 0,17 19 0,-29-36 0,1-1 0,-1 0 0,0 1 0,1-1 0,-1 0 0,1 0 0,-1 1 0,1-1 0,0 0 0,-1-1 0,1 1 0,0 0 0,0 0 0,0-1 0,-1 1 0,1-1 0,0 0 0,0 1 0,2-1 0,-2 0 0,0-1 0,-1 1 0,1-1 0,-1 0 0,1 1 0,0-1 0,-1 0 0,1 0 0,-1 0 0,0 0 0,1 0 0,-1 0 0,0 0 0,1-1 0,-1 1 0,0 0 0,0-1 0,0 1 0,0-1 0,-1 1 0,2-3 0,3-9 0,0 1 0,-1-1 0,-1 0 0,0 0 0,0-1 0,0-15 0,-2 17 0,-1 11 0,0-1 0,0 1 0,0-1 0,1 1 0,-1-1 0,1 1 0,-1-1 0,1 1 0,-1-1 0,1 1 0,0 0 0,-1-1 0,1 1 0,0 0 0,0-1 0,0 1 0,0 0 0,0 0 0,1 0 0,-1 0 0,0 0 0,0 0 0,1 0 0,1 0 0,0 0 0,-1 1 0,0-1 0,0 1 0,0 0 0,1 0 0,-1 0 0,0 0 0,0 1 0,0-1 0,1 1 0,-1-1 0,0 1 0,0 0 0,0-1 0,0 1 0,0 0 0,2 2 0,8 5 0,0 0 0,0 2 0,14 14 0,9 8 0,83 71 0,-113-99 0,-2-1 0,1 0 0,-1 0 0,1 0 0,0 0 0,0-1 0,7 3 0,-10-4 0,0-1 0,0 1 0,0-1 0,1 0 0,-1 0 0,0 1 0,0-1 0,0 0 0,0 0 0,0 0 0,1 0 0,-1 0 0,0-1 0,0 1 0,0 0 0,0 0 0,0-1 0,0 1 0,0-1 0,0 1 0,0-1 0,0 1 0,0-1 0,0 0 0,0 1 0,0-1 0,0 0 0,0 0 0,0 0 0,-1 0 0,1 0 0,0-1 0,5-10 0,0 0 0,-1 0 0,-1-1 0,0 0 0,4-22 0,-2 8 0,-2 13 0,-2 1 0,0 0 0,1-19 0,-3 29 0,0-1 0,0 0 0,0 0 0,-1 0 0,1 0 0,-1 1 0,0-1 0,0 0 0,0 0 0,-1 1 0,1-1 0,-1 1 0,0-1 0,0 1 0,0 0 0,-3-4 0,5 7 0,-1-1 0,1 0 0,-1 1 0,1-1 0,-1 1 0,1-1 0,-1 1 0,1-1 0,-1 1 0,0 0 0,1-1 0,-1 1 0,0-1 0,1 1 0,-1 0 0,0 0 0,1 0 0,-1-1 0,0 1 0,0 0 0,1 0 0,-1 0 0,0 0 0,1 0 0,-1 0 0,0 0 0,0 0 0,1 0 0,-1 1 0,0-1 0,1 0 0,-1 0 0,0 1 0,1-1 0,-1 0 0,0 1 0,1-1 0,-1 1 0,0-1 0,1 1 0,-1-1 0,1 1 0,-1-1 0,1 1 0,0-1 0,-1 1 0,1 0 0,-1-1 0,1 1 0,0 0 0,0-1 0,-1 1 0,1 1 0,-2 3 0,0 0 0,1 1 0,-1-1 0,1 1 0,-1 8 0,2-5 0,0 0 0,1-1 0,-1 1 0,2 0 0,-1-1 0,1 1 0,0-1 0,1 1 0,0-1 0,5 9 0,-6-13 0,-1-1 0,1 1 0,1-1 0,-1 1 0,0-1 0,1 0 0,0 0 0,0 0 0,0 0 0,0-1 0,0 1 0,0-1 0,1 1 0,-1-1 0,1-1 0,0 1 0,0 0 0,-1-1 0,1 0 0,0 0 0,0 0 0,0 0 0,7 0 0,-8-1 0,-1 0 0,1 0 0,-1-1 0,0 1 0,1-1 0,-1 1 0,0-1 0,1 0 0,-1 0 0,0 0 0,0 0 0,0 0 0,0-1 0,0 1 0,0-1 0,0 1 0,0-1 0,0 0 0,-1 1 0,1-1 0,-1 0 0,1 0 0,-1 0 0,0-1 0,0 1 0,0 0 0,0 0 0,1-5 0,0-1 0,0 0 0,-1 1 0,0-1 0,0 0 0,0 0 0,-1 0 0,-2-13 0,2 20 0,0 0 0,0 0 0,0 0 0,0 0 0,-1 0 0,1 0 0,0 0 0,-1 0 0,1 0 0,-1 0 0,1 1 0,-1-1 0,1 0 0,-1 0 0,-1-1 0,2 2 0,0 0 0,0 0 0,0 0 0,0 0 0,0 0 0,0 0 0,0 0 0,0 0 0,0 0 0,0 0 0,-1 0 0,1 0 0,0 0 0,0 0 0,0 0 0,0 0 0,0 0 0,0 0 0,0 0 0,0 0 0,0 0 0,0 0 0,0 0 0,0 0 0,-1 0 0,1 0 0,0 0 0,0 0 0,0 0 0,0 1 0,0-1 0,0 0 0,0 0 0,0 0 0,0 0 0,0 0 0,0 0 0,0 0 0,0 0 0,0 0 0,0 0 0,0 0 0,0 0 0,0 1 0,0-1 0,0 0 0,0 0 0,0 0 0,0 0 0,1 11 0,3 1-114,0 0 1,0-1-1,2 0 0,-1 0 0,1 0 1,1 0-1,0-1 0,0 0 0,1 0 1,0-1-1,12 10 0,-10-11-6712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24575,'-3'3'0,"1"0"0,0 1 0,0-1 0,0 1 0,0-1 0,1 1 0,0 0 0,-1 0 0,1-1 0,0 1 0,1 0 0,-1 0 0,1 0 0,0 0 0,0 0 0,0 0 0,0 0 0,2 5 0,0 6 0,1 0 0,1-1 0,8 23 0,-6-21 0,1-1 0,1 1 0,1-1 0,0-1 0,1 0 0,0 0 0,1-1 0,15 15 0,-24-27 0,-1 0 0,0 0 0,1 1 0,-1-1 0,0 1 0,0-1 0,0 1 0,0 0 0,0-1 0,0 1 0,0 0 0,-1 0 0,1 0 0,-1-1 0,1 1 0,-1 0 0,0 2 0,0-3 0,0 0 0,0 0 0,-1 0 0,1 0 0,0 0 0,-1 0 0,1 0 0,-1 0 0,1 0 0,-1 0 0,0 0 0,1 0 0,-1 0 0,0-1 0,0 1 0,1 0 0,-1-1 0,0 1 0,0 0 0,0-1 0,0 1 0,0-1 0,0 1 0,0-1 0,0 0 0,0 1 0,0-1 0,0 0 0,0 0 0,0 0 0,-2 0 0,-23 3 0,-1-2 0,-40-3 0,14 1 0,43 0-118,-2 1-298,-1 0 1,-15 3-1,13 0-6410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29 24575,'4'6'0,"-1"1"0,1 0 0,-1 0 0,-1 0 0,1 0 0,-1 0 0,-1 0 0,2 10 0,-3-14 0,0 0 0,0 0 0,0 0 0,0 0 0,-1 0 0,1 0 0,-1 0 0,0 0 0,0 0 0,0 0 0,-1-1 0,1 1 0,0 0 0,-1-1 0,0 1 0,0-1 0,1 1 0,-2-1 0,1 0 0,0 0 0,0 0 0,-1 0 0,-3 2 0,-1 0 0,0 0 0,0-1 0,0 0 0,-1 0 0,0 0 0,1-1 0,-1 0 0,-15 1 0,7-2 0,-1 0 0,1-1 0,-23-3 0,37 2 0,-1 1 0,0-1 0,1 1 0,-1-1 0,0 0 0,1 0 0,-1 0 0,1-1 0,0 1 0,-1-1 0,1 1 0,0-1 0,0 0 0,0 0 0,0 0 0,0 0 0,0 0 0,0 0 0,1 0 0,-1-1 0,1 1 0,0 0 0,0-1 0,-1 1 0,2-1 0,-1 0 0,-1-2 0,0-5 0,1 0 0,0 0 0,0 0 0,1 0 0,0 0 0,2-13 0,-2 21 0,0-1 0,1 0 0,-1 1 0,1-1 0,0 1 0,-1-1 0,1 1 0,0 0 0,0-1 0,1 1 0,-1 0 0,0 0 0,1-1 0,0 1 0,-1 0 0,1 1 0,0-1 0,0 0 0,0 0 0,0 1 0,0-1 0,0 1 0,0 0 0,1 0 0,2-2 0,-2 2 0,1 1 0,0-1 0,0 0 0,-1 1 0,1 0 0,0 0 0,0 0 0,-1 0 0,1 1 0,0-1 0,0 1 0,-1 0 0,1 0 0,0 1 0,-1-1 0,6 4 0,4 2-1365,-1 1-5461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24575,'-1'0'0,"0"0"0,0 0 0,1 0 0,-1 0 0,0 0 0,0 0 0,0 0 0,1 0 0,-1 0 0,0 1 0,0-1 0,1 0 0,-1 0 0,0 1 0,0-1 0,1 0 0,-1 1 0,0-1 0,1 1 0,-1-1 0,1 1 0,-1-1 0,1 1 0,-1 0 0,1-1 0,-1 1 0,1 0 0,-1-1 0,1 1 0,0 0 0,-1 0 0,1-1 0,0 1 0,0 0 0,-1 0 0,1-1 0,0 1 0,0 0 0,0 0 0,0 0 0,0-1 0,0 1 0,0 0 0,1 0 0,-1-1 0,0 1 0,0 0 0,1 0 0,0 3 0,0-1 0,0 0 0,0 0 0,1 1 0,0-1 0,-1 0 0,1-1 0,0 1 0,5 5 0,-2-4 0,1 1 0,0-1 0,0 0 0,1 0 0,-1-1 0,1 0 0,0 0 0,0-1 0,0 1 0,0-2 0,0 1 0,0-1 0,1 0 0,-1 0 0,9-1 0,-12 0 0,0 0 0,-1 0 0,1-1 0,0 0 0,0 1 0,0-1 0,-1-1 0,1 1 0,0 0 0,-1-1 0,1 0 0,-1 0 0,0 0 0,0 0 0,1 0 0,-2-1 0,1 1 0,0-1 0,0 0 0,-1 0 0,1 0 0,-1 0 0,0-1 0,0 1 0,0 0 0,-1-1 0,1 1 0,-1-1 0,2-7 0,1-15 0,-1 33 0,0 0 0,0 0 0,1 0 0,0 0 0,0-1 0,0 0 0,11 10 0,-12-12 0,5 5-256,0-1-1,1-1 0,0 1 1,11 6-1,-20-14 175,10 7-6744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24575,'10'20'0,"9"14"0,3 7 0,0 3 0,-1 0 0,-1-3 0,-2-1 0,-1-2 0,-1-3 0,-1-4 0,-3-3 0,-1-3 0,-2-4 0,-1-3 0,-1-2 0,-2-3-8191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41 24575,'-30'-12'0,"-12"-2"0,-2 4 0,6 6 0,11 6 0,9 6 0,7 3 0,7 1-8191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118 137 24575,'21'40'0,"60"134"0,-73-157 0,2 10 0,-11-26 0,-4-5 0,-6-8 0,8 9 0,-38-42 0,-49-56 0,75 82 0,1 0 0,1-1 0,-18-36 0,29 51 0,-1-1 0,1 0 0,1 0 0,-1 0 0,1 0 0,0 0 0,0 0 0,0 0 0,1-11 0,0 15 0,1 0 0,-1 0 0,1 0 0,-1 0 0,1 0 0,-1 0 0,1 0 0,0 0 0,0 0 0,0 0 0,0 0 0,0 1 0,0-1 0,1 1 0,-1-1 0,0 1 0,1-1 0,0 1 0,-1 0 0,1-1 0,0 1 0,-1 0 0,1 0 0,0 0 0,0 0 0,0 1 0,0-1 0,0 1 0,0-1 0,0 1 0,0-1 0,2 1 0,6-1 0,1 1 0,-1 0 0,1 0 0,-1 1 0,0 1 0,1 0 0,-1 0 0,16 6 0,-11-2 0,-1 1 0,0 0 0,0 0 0,-1 2 0,14 9 0,-25-16 0,0 0 0,0 0 0,0-1 0,0 1 0,0 0 0,0 1 0,-1-1 0,1 0 0,-1 0 0,1 1 0,-1-1 0,0 1 0,0-1 0,0 1 0,0 0 0,0-1 0,0 5 0,-1-5 0,0 1 0,0-1 0,-1 0 0,1 0 0,-1 1 0,1-1 0,-1 0 0,0 0 0,0 0 0,0 0 0,0 0 0,0 0 0,0 0 0,0 0 0,-1 0 0,1-1 0,-1 1 0,1 0 0,-1-1 0,0 0 0,-3 3 0,-3 1 0,-1 0 0,0 0 0,0-1 0,0 0 0,-13 3 0,-50 9 0,34-12-1365,23-3-5461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24 24575,'-21'-24'0,"28"31"0,1 0 0,0-1 0,0 0 0,1-1 0,12 7 0,-3-3 0,1-1 0,20 6 0,-20-7 0,-9-4 0,-1 0 0,0 0 0,16 2 0,-23-5 0,0 0 0,0 1 0,0-1 0,-1 0 0,1 0 0,0-1 0,0 1 0,0 0 0,0-1 0,0 1 0,0-1 0,0 0 0,0 1 0,0-1 0,-1 0 0,1 0 0,0 0 0,-1 0 0,1-1 0,-1 1 0,1 0 0,2-3 0,2-5-1365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24575,'20'18'0,"-1"0"0,0 1 0,-2 1 0,0 1 0,-1 1 0,21 37 0,-6 1 0,33 89 0,-13 5-1365,-48-144-5461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 24575,'-28'0'0,"-14"0"0,-5 2 0,4 4 0,3 3 0,4 3 0,7-2-8191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1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24575,'6'15'0,"13"24"0,-10-21 0,-7-14 0,1 1 0,0-1 0,0 1 0,0-1 0,0 0 0,1-1 0,0 1 0,0 0 0,0-1 0,0 0 0,0 0 0,0 0 0,10 4 0,-12-6 0,1 0 0,0 0 0,0 0 0,0 0 0,0-1 0,0 1 0,0-1 0,0 0 0,0 0 0,0 0 0,0 0 0,0 0 0,0-1 0,0 1 0,0-1 0,0 0 0,0 0 0,-1 0 0,1 0 0,0 0 0,-1-1 0,1 1 0,0-1 0,-1 0 0,3-2 0,11-14 0,-14 15 0,0-1 0,1 1 0,-1 1 0,1-1 0,0 0 0,0 1 0,4-4 0,-7 6 0,1 0 0,-1 0 0,0 0 0,0 0 0,1 0 0,-1-1 0,0 1 0,1 0 0,-1 0 0,0 0 0,1 0 0,-1 0 0,0 0 0,1 0 0,-1 0 0,0 1 0,1-1 0,-1 0 0,0 0 0,1 0 0,-1 0 0,0 0 0,0 0 0,1 1 0,-1-1 0,0 0 0,0 0 0,1 0 0,-1 1 0,0-1 0,0 0 0,1 0 0,-1 1 0,0-1 0,0 0 0,0 0 0,0 1 0,1-1 0,-1 0 0,0 1 0,0-1 0,0 0 0,0 1 0,0-1 0,0 0 0,0 1 0,2 17 0,-2-16 0,0 12-1365,0-1-5461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3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2702 321 24575,'-514'0'0,"487"1"0,-29 5 0,-20 2 0,11-2 0,46-4 0,0 0 0,-33-1 0,23-3 0,-161-8 0,66 3 0,76 3 0,0 2 0,-61 6 0,4 12 0,-105 31 0,171-38 0,-212 35 0,132-27 0,83-12 0,-68 15 0,92-17 0,0 1 0,1 1 0,-1 0 0,1 0 0,1 1 0,-17 11 0,-29 29 0,-52 55 0,96-90 0,-38 33 0,35-33 0,0 2 0,1 0 0,-23 28 0,35-39 0,1 0 0,-1 1 0,1-1 0,0 0 0,-1 1 0,1-1 0,1 1 0,-1-1 0,0 1 0,0 0 0,1-1 0,0 1 0,-1 0 0,1-1 0,1 5 0,0 0 0,0 0 0,1 0 0,0-1 0,5 11 0,-6-15 0,4 18 0,-4-19 0,-1-1 0,0 1 0,0-1 0,0 1 0,0-1 0,0 1 0,0-1 0,0 1 0,0-1 0,0 1 0,0-1 0,0 1 0,0-1 0,0 0 0,0 1 0,0-1 0,0 1 0,-1-1 0,1 1 0,0-1 0,0 1 0,-1-1 0,1 1 0,0-1 0,0 0 0,-1 1 0,1-1 0,-1 0 0,1 1 0,0-1 0,-1 0 0,1 1 0,-1-1 0,1 0 0,0 0 0,-1 0 0,1 1 0,-1-1 0,0 0 0,0 0 0,1-1 0,-1 1 0,1 0 0,-1 0 0,1-1 0,-1 1 0,1 0 0,-1-1 0,1 1 0,-1-1 0,1 1 0,-1 0 0,1-1 0,0 1 0,-1-1 0,1 1 0,0-1 0,-1 0 0,1 1 0,0-1 0,0 1 0,-1-1 0,1 1 0,0-1 0,0 0 0,0 0 0,-4-19 0,4 19 0,-2-24 0,2 15 0,-1-1 0,-1 1 0,1 0 0,-2-1 0,-3-9 0,1 4 0,1-1 0,1 1 0,1-1 0,0 0 0,1 1 0,1-25 0,-4-43 0,0 48 0,1-1 0,2 1 0,2-1 0,1 0 0,2 1 0,10-45 0,-2 23-104,14-55 332,-23 102-414,1-1-1,1 1 1,0 1 0,1-1 0,0 1 0,0 0 0,12-14 0,-9 15-6640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24575,'0'0'0,"0"0"0,0 0 0,0 0 0,0 0 0,1 0 0,-1 0 0,0 0 0,0 0 0,0 0 0,0 1 0,0-1 0,0 0 0,0 0 0,0 0 0,0 0 0,0 0 0,0 0 0,0 0 0,1 0 0,-1 0 0,0 0 0,0 0 0,0 0 0,0 0 0,0 0 0,0 0 0,0 0 0,0 0 0,1 0 0,-1 0 0,0 0 0,0 0 0,0 0 0,0 0 0,0 0 0,0 0 0,0 0 0,0 0 0,1 0 0,-1 0 0,0 0 0,0 0 0,0 0 0,0 0 0,0 0 0,0 0 0,0 0 0,0 0 0,0 0 0,0-1 0,1 1 0,-1 0 0,0 0 0,0 0 0,0 0 0,0 0 0,0 0 0,0 0 0,0 0 0,0 0 0,0-1 0,0 1 0,0 0 0,0 0 0,0 0 0,0 0 0,0 0 0,0 0 0,0-1 0,7 15 0,5 20 0,30 100 0,67 144 0,-108-276 0,13 32 0,-14-32 0,1 0 0,0-1 0,-1 1 0,1 0 0,-1 0 0,0 0 0,0 0 0,0 0 0,0 0 0,0-1 0,0 1 0,0 0 0,0 0 0,-1 0 0,0 3 0,0-5 3,1 1 0,0-1 0,-1 0 0,1 0 0,0 1 0,-1-1 0,1 0 0,-1 0 0,1 0 0,0 0 0,-1 0 0,1 0 0,-1 1 0,1-1 0,-1 0 0,1 0 0,0 0 0,-1 0 0,1 0 0,-1-1 0,1 1 0,-1 0 0,1 0 0,0 0 0,-1 0 0,1 0 0,-1-1 0,1 1 0,0 0 0,-1 0 0,1 0 0,0-1-1,-1 1 1,1 0 0,0-1 0,-1 1 0,1-1 0,-14-12-1481,8 4-5348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487 15 24575,'-30'-3'0,"-15"0"0,-5 0 0,3 0 0,6 1 0,6 1 0,4 3 0,6 1 0,1 0 0,2 3 0,3-1 0,0-1 0,-1 2 0,2 0 0,1-2 0,1-1 0,1-1 0,2-1-8191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24575,'4'28'0,"1"-1"0,1-1 0,2 1 0,15 36 0,-3-18 0,42 68 0,-47-89 0,1 5 0,2 0 0,2-2 0,36 41 0,-34-45 0,-18-17 0,-16-15 0,5 2 0,-1-1 0,1 0 0,0-1 0,1 1 0,-7-12 0,13 19 0,0 1 0,-1-1 0,1 1 0,0-1 0,-1 1 0,1-1 0,0 1 0,-1-1 0,1 1 0,0-1 0,0 1 0,0-1 0,0 0 0,0 1 0,0-1 0,0 1 0,0-1 0,0 0 0,0 1 0,0-1 0,0 1 0,0-1 0,0 0 0,0 1 0,1-2 0,0 2 0,-1 0 0,1-1 0,-1 1 0,1 0 0,0 0 0,-1-1 0,1 1 0,-1 0 0,1 0 0,0 0 0,-1 0 0,1 0 0,0 0 0,-1 0 0,1 0 0,0 0 0,-1 0 0,2 0 0,4 2 0,0-1 0,0 1 0,8 4 0,6 2 0,-1 0 0,2-1 0,-1-2 0,0 0 0,1 0 0,0-2 0,0-1 0,22 0 0,-22-2 0,0-1 0,0-1 0,38-8 0,-51 8 0,0-1 0,0 1 0,0-1 0,-1 0 0,0-1 0,0 0 0,0 0 0,0 0 0,0-1 0,-1 0 0,0-1 0,0 1 0,6-8 0,-10 10 0,0 1 0,-1-1 0,1 0 0,0 0 0,-1 0 0,0 0 0,0-1 0,0 1 0,0 0 0,0 0 0,-1-1 0,1 1 0,-1-1 0,0 1 0,0 0 0,0-1 0,-1 1 0,1 0 0,-1-1 0,0 1 0,0 0 0,0 0 0,0 0 0,0-1 0,-1 1 0,1 0 0,-1 1 0,0-1 0,0 0 0,-4-4 0,3 3 0,-1 0 0,0 0 0,0 0 0,0 1 0,-1-1 0,1 1 0,-1 0 0,0 0 0,0 1 0,0-1 0,0 1 0,0 0 0,-1 0 0,1 1 0,-1 0 0,1 0 0,-12-1 0,15 2 0,0 1 0,1-1 0,-1 0 0,0 0 0,0 1 0,0-1 0,0 1 0,0 0 0,1-1 0,-1 1 0,0 0 0,0 0 0,1 0 0,-1 0 0,1 1 0,-1-1 0,1 0 0,-1 1 0,1-1 0,0 1 0,0-1 0,0 1 0,0-1 0,0 1 0,0 0 0,0 0 0,0 0 0,1-1 0,-1 1 0,1 0 0,-1 0 0,1 0 0,0 0 0,0 0 0,0 4 0,0-1 0,0 1 0,0-1 0,1 1 0,0 0 0,0-1 0,1 1 0,-1-1 0,1 0 0,0 1 0,0-1 0,5 6 0,-2-4 0,0 0 0,0-1 0,1 0 0,0 0 0,0 0 0,1-1 0,0 0 0,0 0 0,0 0 0,0-1 0,1-1 0,-1 1 0,12 3 0,5 0 0,0-2 0,1 0 0,29 2 0,-28-7 0,-1 0 0,1-1 0,-1-2 0,0 0 0,0-2 0,35-11 0,-57 15 0,0 0 0,0 0 0,0 0 0,0 0 0,0-1 0,0 1 0,3-3 0,-5 3 0,0 1 0,-1-1 0,1 0 0,-1 1 0,0-1 0,1 1 0,-1-1 0,1 0 0,-1 1 0,0-1 0,0 0 0,1 1 0,-1-1 0,0 0 0,0 1 0,0-1 0,0 0 0,0 0 0,0 1 0,0-1 0,0 0 0,0 1 0,0-1 0,0 0 0,0 0 0,0 1 0,-1-1 0,1 0 0,0 1 0,0-1 0,-1 0 0,1 1 0,-1-1 0,1 1 0,-1-1 0,1 0 0,-1 1 0,0-2 0,-25-21 0,19 17 0,0 0 0,1 0 0,-10-11 0,15 15 0,0 1 0,0-1 0,0 1 0,0-1 0,0 0 0,1 1 0,-1-1 0,0 0 0,1 1 0,-1-1 0,1 0 0,0 0 0,0 0 0,-1 1 0,1-1 0,0 0 0,1 0 0,-1 0 0,0 1 0,0-1 0,1 0 0,0-2 0,0 2 0,0 0 0,1 1 0,-1-1 0,0 0 0,1 1 0,-1-1 0,1 1 0,-1 0 0,1 0 0,-1-1 0,1 1 0,0 0 0,0 0 0,0 1 0,3-2 0,31-8 0,-15 7 0,34-1 0,-32 3 0,26-5 0,-42 5 0,0-1 0,-1 0 0,1 0 0,0 0 0,0-1 0,-1 0 0,12-8 0,-16 10 0,-1 0 0,1 0 0,-1 0 0,0 0 0,1 0 0,-1 0 0,0-1 0,0 1 0,1 0 0,-1-1 0,0 1 0,-1-1 0,1 1 0,0-1 0,0 0 0,-1 1 0,1-1 0,-1 0 0,1 1 0,-1-1 0,0 0 0,1 0 0,-1 1 0,0-1 0,-1-3 0,1 3 0,-1 0 0,0 0 0,0 0 0,0 0 0,0 0 0,0 0 0,-1 0 0,1 1 0,0-1 0,-1 0 0,1 1 0,-1-1 0,0 1 0,0-1 0,1 1 0,-1 0 0,0 0 0,0 0 0,0 0 0,-3-1 0,-2-1 0,-1 0 0,1 0 0,-1 1 0,0 0 0,0 0 0,-14-1 0,20 3 0,-1 0 0,1 0 0,0 1 0,0-1 0,0 0 0,0 1 0,0-1 0,0 1 0,0-1 0,0 1 0,0 0 0,0 0 0,0 0 0,0 0 0,0 0 0,0 1 0,1-1 0,-1 1 0,1-1 0,-1 1 0,1-1 0,-1 1 0,1 0 0,0 0 0,0-1 0,0 1 0,0 0 0,0 0 0,0 0 0,0 2 0,-1 3 0,1-1 0,0 1 0,0-1 0,1 0 0,0 1 0,0-1 0,0 1 0,1-1 0,0 1 0,0-1 0,1 0 0,0 1 0,0-1 0,0 0 0,1 0 0,5 10 0,-2-7 0,0 0 0,0 0 0,1-1 0,0 1 0,0-2 0,1 1 0,0-1 0,1 0 0,11 8 0,-10-10 0,0 0 0,1-1 0,-1 0 0,1 0 0,0-1 0,20 3 0,-14-3 0,-1-2 0,1 0 0,33-3 0,-38-1-1365,-3 0-5461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24575,'7'20'0,"6"9"0,0 2 0,0-1 0,1-4 0,-2-3 0,-1-6 0,-2-6-8191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24575,'18'10'0,"8"6"0,0 3 0,-3 0 0,-4-2-8191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15 24575,'-5'-1'0,"-84"-11"0,78 11 0,-1 1 0,1 0 0,-1 1 0,1 0 0,-19 4 0,27-4 0,1 0 0,-1 0 0,1 0 0,0 0 0,-1 0 0,1 0 0,0 0 0,-1 1 0,1-1 0,0 1 0,0 0 0,0 0 0,0 0 0,1 0 0,-1 0 0,0 0 0,-1 2 0,2 0 0,0-1 0,-1 1 0,1-1 0,0 1 0,0-1 0,1 1 0,-1-1 0,1 1 0,0 0 0,0-1 0,0 5 0,2 5 0,1 0 0,0 0 0,1 0 0,0 0 0,10 19 0,-5-11 0,2 0 0,13 20 0,-18-33 0,0 0 0,0 0 0,1-1 0,0 1 0,1-2 0,0 1 0,11 7 0,-18-14 0,0 1 0,1 0 0,-1-1 0,0 1 0,0 0 0,0 0 0,0 0 0,0 0 0,-1 0 0,1 0 0,0 0 0,0 0 0,-1 0 0,2 2 0,-2-2 0,0-1 0,0 0 0,0 0 0,0 1 0,0-1 0,0 0 0,0 0 0,0 1 0,0-1 0,0 0 0,-1 0 0,1 0 0,0 1 0,0-1 0,0 0 0,0 0 0,0 1 0,0-1 0,-1 0 0,1 0 0,0 0 0,0 0 0,0 1 0,-1-1 0,1 0 0,0 0 0,-13 4 0,-48-4-547,52 0-271,-6 0-6008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230 561 24575,'-4'-37'0,"0"1"0,-3-1 0,-1 1 0,-1 0 0,-2 1 0,-2 0 0,-1 1 0,-2 1 0,-31-51 0,5 13 0,-10-13 0,50 81 0,2 6 0,6 10 0,10 20 0,71 163 0,-58-126 0,48 88 0,-72-149 0,0-1 0,1 1 0,0-1 0,0-1 0,1 1 0,0-1 0,10 9 0,-14-14 0,1 0 0,-1 0 0,0 0 0,1 0 0,0-1 0,-1 1 0,1-1 0,0 0 0,0 0 0,-1 0 0,1-1 0,0 1 0,0-1 0,0 0 0,0 0 0,0 0 0,0-1 0,0 1 0,0-1 0,-1 0 0,7-2 0,-6 1-151,1 0-1,-1 0 0,0 0 0,0-1 1,0 1-1,0-1 0,0 0 1,4-4-1,2-4-6674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24575,'-80'41'0,"71"-36"0,0 1 0,0 1 0,0 0 0,1 0 0,-14 16 0,21-22 0,-1 0 0,2 1 0,-1-1 0,0 0 0,0 1 0,0-1 0,0 1 0,1-1 0,-1 1 0,1-1 0,-1 1 0,1-1 0,0 1 0,0 0 0,-1-1 0,1 1 0,0-1 0,0 1 0,1 3 0,0-3 0,-1 0 0,1 0 0,0 0 0,0 0 0,0 0 0,1-1 0,-1 1 0,0 0 0,1-1 0,-1 1 0,1 0 0,-1-1 0,3 2 0,3 2 0,1-1 0,0 1 0,0-1 0,1 0 0,15 4 0,-17-6 0,0 0 0,0-1 0,0 0 0,0 0 0,0 0 0,0-1 0,0 0 0,0-1 0,9-1 0,-13 2 0,1-1 0,0 0 0,-1-1 0,1 1 0,0 0 0,-1-1 0,0 0 0,1 0 0,-1 0 0,0 0 0,0-1 0,0 1 0,0-1 0,0 0 0,-1 0 0,0 0 0,1 0 0,1-4 0,1 1 0,-1 6 0,0 14 0,-3-9 0,0-2-53,13 48 233,-13-46-329,1-1-1,0 0 1,0 0 0,0 0 0,0 0 0,1-1 0,-1 1-1,1-1 1,5 6 0,1-2-6677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24575,'12'30'0,"7"18"0,3 5 0,0 2 0,-4-4 0,-2-6 0,-2-5 0,-2-4 0,-2-4 0,-2-4 0,-2-5 0,-3-3 0,-1-4 0,-2 0 0,0-5-8191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24575,'10'4'0,"157"59"0,-145-57 0,-1 0 0,1-2 0,0 0 0,1-2 0,43 0 0,-60-2 0,1-1 0,-1-1 0,0 1 0,1-1 0,-1 0 0,0 0 0,0 0 0,0-1 0,0 0 0,-1-1 0,8-4 0,-11 6 0,0 1 0,0-1 0,0 0 0,-1 1 0,1-1 0,0 0 0,-1 0 0,1 0 0,-1 0 0,0-1 0,0 1 0,0 0 0,0 0 0,0-1 0,0 1 0,0-1 0,-1 1 0,1-1 0,-1 1 0,0-1 0,0 1 0,0-1 0,0 1 0,0-1 0,0 1 0,-1-1 0,1 1 0,-1-1 0,0 1 0,0 0 0,-2-4 0,-1-2 0,-1 0 0,0 0 0,-1 1 0,0 0 0,0 0 0,0 1 0,-1 0 0,-10-8 0,8 7 0,-1 1 0,0 0 0,1 0 0,-2 2 0,1-1 0,-16-4 0,23 8 0,0 0 0,0 1 0,0-1 0,-1 1 0,1 0 0,0-1 0,0 2 0,-6 0 0,8-1 0,-1 0 0,1 1 0,0-1 0,0 0 0,0 1 0,0-1 0,0 1 0,0 0 0,1-1 0,-1 1 0,0 0 0,0-1 0,0 1 0,0 0 0,1 0 0,-1 0 0,0 0 0,1 0 0,-1 0 0,1 0 0,-1 0 0,1 0 0,0 0 0,-1 0 0,1 0 0,0 0 0,0 0 0,0 0 0,-1 2 0,1 4 0,1 0 0,-1 0 0,1 0 0,1 0 0,-1 0 0,1 0 0,0 0 0,1 0 0,-1-1 0,1 1 0,8 11 0,1 1 0,1-1 0,24 26 0,-27-34 0,1 1 0,1-2 0,-1 0 0,1 0 0,1-1 0,0 0 0,0-1 0,27 10 0,-35-16 0,1 0 0,-1 0 0,1 0 0,-1-1 0,0 1 0,1-1 0,-1-1 0,1 1 0,-1-1 0,1 0 0,-1 0 0,0 0 0,1-1 0,-1 0 0,0 0 0,0 0 0,0-1 0,-1 1 0,8-6 0,-9 5 0,0 0 0,0 1 0,0-1 0,0 0 0,0-1 0,-1 1 0,1 0 0,-1-1 0,0 1 0,0-1 0,0 0 0,-1 0 0,1 0 0,-1 0 0,0 0 0,0 0 0,0 0 0,-1 0 0,0 0 0,1 0 0,-1 0 0,-1 0 0,1 0 0,-1-1 0,1 1 0,-3-5 0,-5-6 0,5 12 0,6 11 0,2 0 0,-1 0 0,2 0 0,-1 0 0,1-1 0,1 0 0,-1 0 0,1 0 0,0-1 0,1 0 0,-1 0 0,1-1 0,0 0 0,1-1 0,-1 0 0,18 6 0,-24-9 0,0 0 0,0-1 0,0 1 0,0-1 0,0 0 0,0 0 0,0 1 0,0-1 0,0-1 0,0 1 0,0 0 0,0 0 0,0-1 0,0 1 0,0-1 0,0 0 0,2 0 0,0-2 0,-1 0 0,1 1 0,-1-1 0,0-1 0,0 1 0,4-5 0,0 0 0,-6 6 6,1 1-1,-1-1 1,1 1-1,-1 0 0,1-1 1,0 1-1,-1 0 1,1 0-1,0 0 1,0 0-1,0 1 1,0-1-1,0 0 0,0 1 1,0-1-1,0 1 1,0 0-1,0 0 1,0 0-1,0 0 1,4 0-1,-2 1-140,0 0 0,0 0 0,-1 1 0,1-1 0,0 1 0,0-1 0,-1 1 0,0 0 0,1 1 0,3 2 0,2 3-6691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24575,'-7'-7'0,"-3"-4"0,-22-16 0,30 25 0,-1 0 0,0 0 0,1 1 0,-1-1 0,0 1 0,0 0 0,0-1 0,0 1 0,0 0 0,0 1 0,0-1 0,0 1 0,-1-1 0,-3 1 0,5 0 0,1 1 0,0-1 0,0 0 0,-1 1 0,1-1 0,0 1 0,0 0 0,0-1 0,0 1 0,-1 0 0,1 0 0,0 0 0,1-1 0,-1 1 0,0 0 0,0 0 0,0 1 0,0-1 0,1 0 0,-1 0 0,1 0 0,-1 0 0,1 1 0,-1-1 0,1 0 0,-1 0 0,1 1 0,0-1 0,0 0 0,0 3 0,-1 5 0,1 0 0,0 0 0,1 13 0,0-12 0,0-4 0,-1 0 0,1 0 0,1 0 0,-1 0 0,1 0 0,0 0 0,0 0 0,1-1 0,0 1 0,0-1 0,0 0 0,0 0 0,1 0 0,0 0 0,0 0 0,7 5 0,-3-3 0,0-2 0,0 1 0,1-1 0,-1 0 0,1-1 0,0 0 0,0 0 0,0-1 0,17 3 0,-21-5 0,15 4 0,39 3 0,-51-8 0,-1 0 0,0-1 0,0 1 0,1-1 0,-1-1 0,0 1 0,0-1 0,0 0 0,7-4 0,-9 3 0,1 1 0,-1-1 0,1-1 0,-1 1 0,0-1 0,0 0 0,0 0 0,-1 0 0,8-10 0,-10 11 0,0 0 0,0 0 0,0-1 0,-1 1 0,1-1 0,-1 1 0,0-1 0,0 0 0,0 0 0,-1 1 0,1-1 0,-1 0 0,0 0 0,0 1 0,0-1 0,-1 0 0,-1-6 0,-7-15 0,1 16 0,7 9 0,1 0 0,0 0 0,-1 0 0,1 0 0,0 0 0,0 0 0,-1 0 0,1 0 0,0 0 0,-1 0 0,1 1 0,0-1 0,0 0 0,-1 0 0,1 0 0,0 0 0,0 0 0,-1 1 0,1-1 0,0 0 0,0 0 0,0 0 0,-1 1 0,1-1 0,0 0 0,0 0 0,0 1 0,0-1 0,-1 0 0,1 0 0,0 1 0,0-1 0,0 0 0,0 0 0,0 1 0,0-1 0,-1 3 0,1 0 0,-1-1 0,1 1 0,0 0 0,0-1 0,0 1 0,0 0 0,1-1 0,-1 1 0,1 0 0,0-1 0,-1 1 0,1-1 0,0 1 0,0-1 0,1 1 0,-1-1 0,0 0 0,1 1 0,2 1 0,3 6 0,2 0 0,16 16 0,-20-21 0,1 0 0,0 0 0,0-1 0,0 0 0,0 0 0,1-1 0,-1 1 0,1-1 0,8 2 0,-13-4 0,1-1 0,-1 1 0,1-1 0,-1 0 0,1 1 0,-1-1 0,1 0 0,0-1 0,-1 1 0,1 0 0,-1-1 0,1 1 0,-1-1 0,0 0 0,1 0 0,-1 0 0,0 0 0,1 0 0,-1 0 0,0-1 0,0 1 0,0-1 0,0 0 0,0 1 0,-1-1 0,1 0 0,0 0 0,-1 0 0,3-4 0,0-2 0,0 0 0,-1-1 0,0 1 0,0-1 0,0 0 0,-1 1 0,-1-1 0,1-11 0,2 5 0,0 12 0,2 9 0,1 7 0,0 1 0,-1 1 0,0-1 0,4 20 0,0-4 0,103 290 0,-104-296 0,28 84 0,-32-90 0,-1 0 0,0 1 0,1 37 0,-4-55 0,-1 1 0,0 0 0,0-1 0,0 1 0,-1-1 0,1 1 0,0-1 0,-1 1 0,1-1 0,0 1 0,-1-1 0,0 1 0,1-1 0,-1 1 0,0-1 0,0 0 0,0 1 0,0-1 0,0 0 0,-2 2 0,1-2 0,1 0 0,-1-1 0,1 1 0,-1-1 0,1 1 0,-1-1 0,1 0 0,-1 0 0,1 0 0,-1 0 0,0 0 0,1 0 0,-1 0 0,0 0 0,1 0 0,-1-1 0,1 1 0,-1-1 0,1 1 0,-3-2 0,-11-5 0,1 0 0,0 0 0,1-2 0,0 1 0,0-2 0,1 0 0,0 0 0,1-1 0,0-1 0,-12-16 0,19 22 0,0-1 0,1 0 0,0 0 0,0 0 0,0 0 0,1-1 0,0 1 0,1-1 0,-2-13 0,3 17 0,0 1 0,0-1 0,0 0 0,0 1 0,0-1 0,1 1 0,0-1 0,-1 1 0,1-1 0,1 1 0,-1 0 0,0-1 0,1 1 0,0 0 0,0 0 0,0 0 0,0 0 0,0 0 0,0 1 0,1-1 0,-1 1 0,1-1 0,3-1 0,-2 2-136,-1 1-1,0-1 1,1 1-1,-1 0 1,1 0-1,0 0 1,-1 1-1,1-1 0,4 1 1,5 0-6690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24575,'10'22'0,"-2"0"0,0 1 0,5 29 0,10 31 0,-4-30 0,2-1 0,2-1 0,57 93 0,-78-141 0,14 15 0,-15-18 0,-3-6 0,-5-5 0,-41-36 0,33 34 0,1 0 0,0-2 0,-19-26 0,33 41 0,-1-1 0,1 1 0,0 0 0,-1-1 0,1 1 0,0-1 0,-1 1 0,1-1 0,0 1 0,0-1 0,0 1 0,-1-1 0,1 1 0,0-1 0,0 1 0,0-1 0,0 1 0,0-1 0,0 1 0,0-1 0,0 1 0,0-1 0,0 1 0,0-1 0,1 0 0,-1 0 0,1 1 0,-1 0 0,1 0 0,-1-1 0,1 1 0,-1 0 0,1 0 0,0 0 0,-1 0 0,1 0 0,-1 0 0,1 0 0,0 0 0,-1 0 0,1 0 0,-1 0 0,1 0 0,0 0 0,30 10 0,-30-10 0,79 35 0,104 60 0,-168-85 0,1 0 0,-2 1 0,1 1 0,13 14 0,-28-26 0,0 1 0,0 0 0,-1 0 0,1 0 0,0 0 0,0 0 0,-1 0 0,1 0 0,-1 0 0,1 0 0,-1 0 0,1 0 0,-1 1 0,1-1 0,-1 0 0,0 0 0,0 0 0,0 1 0,0 1 0,0-2 0,0 0 0,-1 0 0,1-1 0,-1 1 0,1 0 0,-1 0 0,1 0 0,-1 0 0,0-1 0,1 1 0,-1 0 0,0 0 0,1-1 0,-1 1 0,0-1 0,0 1 0,0-1 0,-1 2 0,-5 1 0,-1-1 0,0 1 0,1-2 0,-15 3 0,16-3 0,-19 3 0,0-1 0,-1-1 0,1-2 0,-1-1 0,-28-3 0,41 2 0,-14-1 0,26 3 0,-1 0 0,1 0 0,0 0 0,-1-1 0,1 1 0,0-1 0,0 1 0,0-1 0,-1 0 0,1 1 0,0-1 0,0 0 0,0 0 0,-1-1 0,2 2 0,0-1 0,0 1 0,0-1 0,0 1 0,0-1 0,0 1 0,0-1 0,0 0 0,0 1 0,0-1 0,0 1 0,0-1 0,1 1 0,-1-1 0,0 1 0,0-1 0,1 1 0,-1-1 0,0 1 0,1 0 0,-1-1 0,0 1 0,1-1 0,-1 1 0,1 0 0,-1-1 0,0 1 0,1 0 0,-1-1 0,1 1 0,-1 0 0,1 0 0,0-1 0,21-9 0,-21 9 0,44-15 0,0 2 0,1 2 0,70-9 0,-64 13 0,0-3 0,67-22 0,-113 31 0,0 0 0,0-1 0,0 0 0,0 0 0,-1 0 0,8-7 0,-11 9 0,-1 0 0,0 0 0,0 0 0,0 0 0,0-1 0,0 1 0,-1 0 0,1-1 0,0 1 0,-1 0 0,1-1 0,0 1 0,-1-1 0,0 1 0,1-1 0,-1 1 0,0-1 0,0 1 0,0-1 0,0 0 0,0 1 0,0-1 0,0 1 0,-1-1 0,1 1 0,0-1 0,-1 1 0,1-1 0,-1 1 0,0 0 0,1-1 0,-2-1 0,-2-1 0,1-1 0,-1 1 0,1 0 0,-1-1 0,-1 2 0,1-1 0,0 1 0,-1-1 0,0 1 0,0 0 0,0 1 0,0-1 0,-6-1 0,-4-1 0,1 0 0,-1 1 0,-25-3 0,35 6 0,1 1 0,-1 0 0,0 0 0,1 0 0,-1 0 0,1 1 0,-1 0 0,1 0 0,-1 0 0,1 0 0,0 1 0,-9 4 0,12-5 0,-1 0 0,0 0 0,0 1 0,1-1 0,-1 1 0,1-1 0,-1 1 0,1 0 0,0-1 0,-1 1 0,1 0 0,0 0 0,0 0 0,0 0 0,1 0 0,-1 0 0,0 0 0,1 0 0,-1 0 0,1 0 0,0 0 0,0 1 0,-1-1 0,2 0 0,-1 0 0,0 0 0,0 0 0,1 0 0,0 4 0,1 0 0,0-1 0,1 1 0,0-1 0,-1 1 0,2-1 0,-1 0 0,1 0 0,0 0 0,7 7 0,6 4 0,21 15 0,-34-28 0,12 9 0,1 0 0,1-1 0,-1 0 0,2-2 0,18 8 0,-28-14 0,0 0 0,-1-1 0,1 1 0,0-2 0,1 1 0,-1-1 0,0-1 0,0 0 0,0 0 0,0-1 0,1 0 0,-1 0 0,13-5 0,-8 1-1365,-4-2-5461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24575,'3'18'0,"2"13"0,4 6 0,3 5 0,1 0 0,2 0 0,0-1 0,1-1 0,-1-2 0,3-3 0,0-1 0,1-5 0,-2-4 0,0-5 0,-1-2 0,-1-5 0,-3-2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355 115 24575,'-31'-17'0,"-11"-9"0,-5 0 0,4 5 0,6 6 0,8 7 0,5 6 0,5 6 0,3 1 0,2 4 0,0 1 0,1 3 0,-1 1 0,3-2-8191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64 24575,'-1'3'0,"1"1"0,-1 0 0,1-1 0,0 1 0,0 0 0,0 0 0,0-1 0,1 1 0,0 0 0,-1-1 0,1 1 0,1-1 0,-1 1 0,0-1 0,1 1 0,0-1 0,0 0 0,0 0 0,0 0 0,5 6 0,0-2 0,0 1 0,0-1 0,1 0 0,-1-1 0,2 1 0,12 6 0,-16-10 0,1 0 0,0 0 0,0-1 0,0 1 0,0-1 0,0-1 0,0 1 0,11 0 0,-15-2 0,0 0 0,0 0 0,0 0 0,1-1 0,-1 1 0,0 0 0,0-1 0,0 0 0,0 1 0,0-1 0,0 0 0,0 0 0,0 0 0,-1 0 0,1 0 0,0-1 0,-1 1 0,1-1 0,0 1 0,-1-1 0,0 1 0,1-1 0,-1 0 0,0 0 0,0 1 0,0-1 0,0 0 0,0 0 0,0-2 0,1-1 0,-1 0 0,0 0 0,0 0 0,0 0 0,0 0 0,-1-6 0,0 9 0,0-1 0,0 1 0,0-1 0,-1 1 0,1-1 0,-1 1 0,0-1 0,1 1 0,-1 0 0,0 0 0,0-1 0,-1 1 0,1 0 0,-2-3 0,3 5 0,-1 0 0,1-1 0,0 1 0,-1 0 0,1-1 0,0 1 0,-1 0 0,1-1 0,0 1 0,-1 0 0,1 0 0,0 0 0,-1-1 0,1 1 0,-1 0 0,1 0 0,0 0 0,-1 0 0,1 0 0,-1 0 0,-2 5 0,3-3 0,0-1 0,0 1 0,0 0 0,0 0 0,0-1 0,1 1 0,-1 0 0,1-1 0,0 3 0,3 1 0,0 1 0,0-1 0,0 0 0,1 0 0,-1 0 0,1 0 0,1-1 0,-1 0 0,1 0 0,-1-1 0,1 1 0,0-1 0,0 0 0,0-1 0,1 1 0,-1-1 0,1-1 0,-1 1 0,1-1 0,8 0 0,-10 0 0,0-1 0,1 0 0,-1-1 0,0 1 0,1-1 0,-1 0 0,0 0 0,0-1 0,0 1 0,0-1 0,8-4 0,-10 4 0,1-1 0,-1 1 0,0-1 0,0 0 0,0 0 0,0 0 0,0 0 0,-1 0 0,1-1 0,-1 1 0,0-1 0,0 0 0,0 1 0,0-1 0,-1 0 0,2-5 0,-2 5-59,0-1 0,0 0-1,0 0 1,-1 0-1,1 0 1,-1 0 0,0 0-1,-1 0 1,1 0 0,-1 0-1,0 0 1,0 0 0,-1 1-1,1-1 1,-1 0-1,0 1 1,-1-1 0,1 1-1,-1 0 1,1 0 0,-1 0-1,-7-7 1,-1 2-6767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49 244 24575,'1'-3'0,"46"-84"0,-42 77 0,-1 0 0,0-1 0,-1 1 0,0-1 0,-1 0 0,2-20 0,-4 29 0,0-1 0,0 1 0,-1-1 0,1 1 0,-1-1 0,1 1 0,-1-1 0,0 1 0,0-1 0,0 1 0,0 0 0,0-1 0,-1 1 0,1 0 0,-1 0 0,0 0 0,1 0 0,-1 0 0,0 0 0,0 1 0,0-1 0,0 1 0,-3-2 0,4 2 0,-1 0 0,0 0 0,0 0 0,0 1 0,0-1 0,0 1 0,-1-1 0,1 1 0,0 0 0,0 0 0,0 0 0,0 0 0,0 0 0,0 0 0,-1 0 0,1 1 0,0-1 0,0 1 0,0 0 0,0 0 0,0-1 0,0 1 0,1 0 0,-1 1 0,0-1 0,0 0 0,1 0 0,-3 3 0,1 0 0,-1 0 0,1 0 0,0 1 0,1 0 0,-1-1 0,1 1 0,0 0 0,0 0 0,0 0 0,1 0 0,0 0 0,0 1 0,0-1 0,0 9 0,1-6 0,0 1 0,0-1 0,1 0 0,0 0 0,0 0 0,1 0 0,0 0 0,1 0 0,3 7 0,-3-8 0,0-1 0,1 0 0,0 0 0,1 0 0,-1 0 0,1-1 0,0 0 0,0 0 0,1 0 0,0 0 0,6 3 0,-3-3 0,0 0 0,0-1 0,1 0 0,-1-1 0,1 0 0,0 0 0,12 1 0,-3-2 0,1 0 0,-1-2 0,0 0 0,1-2 0,-1 0 0,0-1 0,35-10 0,-46 11 0,-1 0 0,0-1 0,0 0 0,0-1 0,0 1 0,0-1 0,-1-1 0,1 1 0,-1-1 0,10-11 0,-13 12 0,0 1 0,-1-1 0,1 0 0,-1 1 0,0-1 0,0 0 0,0-1 0,-1 1 0,0 0 0,0 0 0,0-1 0,0 1 0,0 0 0,-1-1 0,0 1 0,0-1 0,0 1 0,0 0 0,-1-1 0,-1-6 0,0 6 0,0 1 0,1-1 0,-2 0 0,1 1 0,0 0 0,-1 0 0,0 0 0,0 0 0,0 0 0,0 0 0,-1 1 0,1-1 0,-1 1 0,0 0 0,-6-3 0,5 2 0,-1 1 0,1 1 0,-1-1 0,1 1 0,-1 0 0,0 0 0,0 0 0,0 1 0,-1 0 0,1 0 0,-11 1 0,15 0 0,0 0 0,0 0 0,0 0 0,0 1 0,1-1 0,-1 1 0,0 0 0,0-1 0,1 1 0,-1 0 0,1 0 0,-1 0 0,1 0 0,-1 0 0,1 0 0,-1 0 0,1 1 0,0-1 0,-2 2 0,2 0 0,-1 0 0,0 0 0,1 0 0,0 0 0,0 0 0,0 0 0,0 0 0,0 0 0,0 1 0,1 3 0,-1 0 0,1 0 0,0 0 0,1 0 0,-1 0 0,2 0 0,-1 0 0,1 0 0,0 0 0,4 9 0,-2-7 0,2-1 0,-1 0 0,1 0 0,0 0 0,1-1 0,-1 1 0,2-2 0,-1 1 0,1-1 0,0 0 0,0-1 0,10 5 0,-6-3 0,0-2 0,1 1 0,-1-2 0,1 0 0,1 0 0,-1-1 0,0-1 0,17 1 0,-21-3-170,0 0-1,1-1 0,-1 0 1,0 0-1,0-1 0,0-1 1,13-4-1,-9 2-6655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2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24575,'13'27'0,"30"42"0,-34-58 0,0 1 0,1-1 0,0-1 0,0 0 0,19 14 0,-24-21 0,0 0 0,-1-1 0,1 1 0,1-1 0,-1 0 0,0-1 0,0 1 0,1-1 0,-1 0 0,0 0 0,1-1 0,-1 0 0,1 0 0,10-1 0,-13 1 0,0-1 0,-1 1 0,1-1 0,0 0 0,0 0 0,-1 0 0,1 0 0,0-1 0,-1 1 0,1-1 0,-1 1 0,0-1 0,1 0 0,-1 0 0,0 0 0,0 0 0,0-1 0,0 1 0,-1 0 0,1-1 0,-1 1 0,1-1 0,-1 1 0,0-1 0,0 0 0,0 0 0,0 0 0,-1 1 0,1-4 0,0-9 0,0 1 0,-2-18 0,0-12 0,1 43 0,0-1 0,0 1 0,0 0 0,0 0 0,1 0 0,-1 0 0,0 0 0,0 0 0,1 0 0,-1 0 0,1 0 0,-1 0 0,1 0 0,-1 0 0,1 0 0,0 0 0,-1 0 0,1 0 0,1 0 0,-1 0 0,0 1 0,-1-1 0,1 1 0,0 0 0,0 0 0,0-1 0,0 1 0,0 0 0,0 0 0,0 0 0,0 0 0,0 0 0,0 0 0,-1 0 0,1 1 0,0-1 0,0 0 0,1 1 0,5 1 0,-1 1 0,0 1 0,1-1 0,9 8 0,-11-7 0,77 58 65,34 23-1495,-104-79-5396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24575,'3'15'0,"3"7"0,3 3 0,2 0 0,3-3 0,0-1 0,2-3 0,-1-2 0,0 0 0,1-4 0,-1-1 0,0-2 0,0-3 0,-3-5 0,-3-5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24575,'10'10'0,"3"6"0,3 2 0,-3 1 0,-2 3 0,-2-1 0,-1-1 0,-3-1 0,-2-2 0,-1-3-8191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24575,'3'11'0,"1"0"0,0 0 0,0-1 0,1 1 0,0-1 0,1 0 0,0 0 0,0-1 0,1 0 0,0 0 0,1-1 0,0 1 0,1-2 0,-1 1 0,19 10 0,-22-14 0,1 0 0,0-1 0,0 0 0,1 0 0,-1-1 0,0 0 0,1 0 0,9 1 0,-14-2 0,1-1 0,-1 0 0,1 0 0,-1 0 0,1 0 0,-1 0 0,0-1 0,1 1 0,-1-1 0,1 0 0,-1 1 0,0-1 0,0 0 0,1 0 0,-1-1 0,0 1 0,0 0 0,0-1 0,0 1 0,-1-1 0,1 0 0,0 0 0,-1 1 0,1-1 0,-1 0 0,2-3 0,2-5 0,0-1 0,0 0 0,-1 0 0,2-13 0,-6 23 0,0 0 0,0 1 0,1-1 0,-1 0 0,0 0 0,0 0 0,0 1 0,1-1 0,-1 0 0,0 1 0,1-1 0,-1 0 0,1 0 0,-1 1 0,1-1 0,-1 1 0,1-1 0,-1 1 0,1-1 0,0 1 0,-1-1 0,1 1 0,0-1 0,-1 1 0,1 0 0,0-1 0,0 1 0,-1 0 0,1-1 0,0 1 0,0 0 0,0 0 0,-1 0 0,1 0 0,0 0 0,0 0 0,0 0 0,-1 0 0,1 0 0,0 0 0,0 1 0,-1-1 0,1 0 0,0 0 0,0 1 0,-1-1 0,1 1 0,1 0 0,4 3 0,0 0 0,-1 0 0,1 1 0,7 8 0,-7-7 0,98 90-1365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106 212 24575,'14'77'0,"14"101"0,-27-166 0,0-5 0,0 0 0,0 0 0,-2 14 0,1-21 0,0 0 0,0 1 0,0-1 0,0 0 0,0 0 0,0 0 0,0 1 0,0-1 0,0 0 0,0 0 0,0 0 0,0 1 0,0-1 0,0 0 0,0 0 0,0 0 0,0 0 0,0 1 0,0-1 0,0 0 0,-1 0 0,1 0 0,0 0 0,0 1 0,0-1 0,0 0 0,0 0 0,-1 0 0,1 0 0,0 0 0,0 0 0,0 0 0,-1 0 0,1 1 0,0-1 0,0 0 0,0 0 0,-1 0 0,1 0 0,0 0 0,0 0 0,0 0 0,-1 0 0,1 0 0,0 0 0,0 0 0,0 0 0,-1 0 0,1-1 0,0 1 0,0 0 0,0 0 0,0 0 0,-1 0 0,1 0 0,0 0 0,0 0 0,0 0 0,0-1 0,-1 1 0,1 0 0,0 0 0,0 0 0,0 0 0,0-1 0,0 1 0,0 0 0,0 0 0,-1-1 0,-9-13 0,8 12 0,-17-31 0,1 0 0,1-2 0,2 0 0,-12-42 0,19 52 0,1-1 0,1 0 0,1 0 0,2 0 0,0-1 0,2-38 0,1 62 0,0 0 0,0 0 0,1-1 0,-1 1 0,1 0 0,0 0 0,0 0 0,0 0 0,0 0 0,1 0 0,-1 0 0,1 0 0,0 1 0,0-1 0,0 0 0,0 1 0,4-4 0,-3 4 0,1 0 0,-1 0 0,0 0 0,1 0 0,0 1 0,-1 0 0,1 0 0,0 0 0,0 0 0,-1 1 0,1-1 0,0 1 0,0 0 0,6 0 0,5 2 0,1 0 0,-1 1 0,0 0 0,0 1 0,-1 1 0,1 0 0,-1 1 0,0 1 0,14 9 0,-25-14 0,0 0 0,0 0 0,0 0 0,0 1 0,-1-1 0,1 1 0,-1 0 0,0 0 0,0-1 0,0 2 0,0-1 0,-1 0 0,3 4 0,-4-5 0,1 0 0,-1 0 0,0 0 0,1-1 0,-1 1 0,0 0 0,0 0 0,0 0 0,0 0 0,0 0 0,-1 0 0,1-1 0,-1 1 0,1 0 0,-1 0 0,0 0 0,1-1 0,-1 1 0,0 0 0,0-1 0,0 1 0,0-1 0,0 1 0,-1-1 0,1 0 0,-3 3 0,-2 0 0,0 1 0,-1-1 0,0 0 0,0-1 0,0 1 0,0-1 0,-1-1 0,-9 3 0,-64 10 0,79-15 0,-63 8-1365,50-5-5461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 24575,'-5'-1'0,"-24"-3"0,27 4 0,0 0 0,1 0 0,-1 0 0,0 0 0,1 0 0,-1 0 0,0 1 0,1-1 0,-1 0 0,1 1 0,-1-1 0,0 1 0,-2 1 0,4-1 0,0-1 0,0 0 0,-1 1 0,1-1 0,0 0 0,0 1 0,0-1 0,0 1 0,0-1 0,-1 0 0,1 1 0,0-1 0,0 1 0,0-1 0,0 1 0,0-1 0,0 0 0,0 1 0,0-1 0,1 1 0,-1-1 0,0 0 0,0 1 0,0-1 0,0 1 0,0-1 0,1 0 0,-1 1 0,0-1 0,0 0 0,1 1 0,-1-1 0,0 0 0,1 0 0,-1 1 0,0-1 0,1 0 0,-1 0 0,0 1 0,1-1 0,-1 0 0,0 0 0,1 1 0,18 10 0,-18-11 0,12 5 0,0-1 0,0 0 0,0-1 0,1-1 0,-1 0 0,15 0 0,11 3 0,-16-3-64,-17-2-54,-1 0-1,0 0 1,0 1 0,0 0 0,0 0-1,0 0 1,0 1 0,0-1 0,0 1-1,7 4 1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24575,'18'17'0,"7"14"0,1 7 0,0 3 0,-1 1 0,-3 1 0,-3-1 0,-1-1 0,-5-3 0,-1-3 0,-1-2 0,1-2 0,-2-4 0,0-3 0,-2-4 0,0-3 0,0-4-8191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24 24575,'-28'-8'0,"-14"1"0,-2 0 0,1 5 0,3 5 0,6 2 0,6 3-6784,7-1 5377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327 122 24575,'-25'-15'0,"-96"-51"0,105 58 0,-1 1 0,0 1 0,0 1 0,0 0 0,-27-3 0,42 7 0,0 1 0,0 0 0,0 0 0,1 0 0,-1 0 0,0 0 0,0 0 0,0 0 0,0 1 0,1-1 0,-1 1 0,0-1 0,0 1 0,1-1 0,-1 1 0,0 0 0,1 0 0,-1 0 0,1 0 0,-1 0 0,1 1 0,-1-1 0,1 0 0,0 1 0,0-1 0,-1 0 0,0 3 0,1-1 0,0 0 0,0 0 0,0 0 0,1 0 0,-1 0 0,1 1 0,-1-1 0,1 0 0,0 0 0,1 0 0,-1 1 0,0-1 0,1 0 0,0 0 0,1 4 0,1 2 0,1 0 0,1 0 0,-1 0 0,1 0 0,1 0 0,0-1 0,0 0 0,0 0 0,1-1 0,0 0 0,9 7 0,0-2 0,1 0 0,0 0 0,1-2 0,28 13 0,-37-19 0,1-1 0,0 0 0,0 0 0,0-1 0,0 0 0,1-1 0,-1 0 0,17 0 0,-23-2 0,-1 1 0,1-1 0,0 1 0,-1-1 0,1 0 0,0-1 0,-1 1 0,1-1 0,-1 1 0,0-1 0,5-4 0,-6 5 0,0-1 0,0 0 0,0-1 0,0 1 0,0 0 0,-1-1 0,1 1 0,-1-1 0,0 1 0,0-1 0,0 1 0,0-1 0,0 0 0,0 0 0,-1 1 0,1-1 0,-1-3 0,0-1 0,0 0 0,-1 0 0,0 1 0,0-1 0,0 0 0,-1 1 0,0-1 0,-1 1 0,1 0 0,-1-1 0,-5-6 0,-2-3 0,0 0 0,-24-25 0,34 40 0,-1 0 0,0 0 0,0 0 0,0 0 0,0 0 0,0 1 0,0-1 0,0 0 0,0 1 0,0-1 0,0 1 0,0-1 0,-1 0 0,1 1 0,1 0 0,0 0 0,0 0 0,-1 0 0,1 0 0,0 0 0,-1 0 0,1 1 0,0-1 0,-1 0 0,1 0 0,0 0 0,0 0 0,-1 0 0,1 0 0,0 1 0,0-1 0,-1 0 0,1 0 0,0 0 0,0 1 0,0-1 0,-1 0 0,1 0 0,0 1 0,0-1 0,0 0 0,0 0 0,-1 1 0,1 0 0,0 1 0,-1 0 0,1 0 0,0 0 0,0 1 0,-1-1 0,2 0 0,-1 0 0,0 1 0,0-1 0,1 0 0,0 4 0,2 0 0,0 0 0,-1-1 0,2 1 0,-1-1 0,1 0 0,-1 0 0,2 0 0,-1-1 0,9 9 0,2-1 0,31 19 0,-29-20 0,-1-2 0,26 10 0,-35-16 0,1-1 0,-1 1 0,1-2 0,0 1 0,0-1 0,0 0 0,0-1 0,12-1 0,-19 1 0,1 0 0,-1 0 0,0 0 0,1 0 0,-1-1 0,1 1 0,-1 0 0,0-1 0,1 1 0,-1-1 0,0 0 0,0 1 0,1-1 0,-1 0 0,0 0 0,0 0 0,0 0 0,0 0 0,0 0 0,0 0 0,0 0 0,1-2 0,-1 0 0,-1 1 0,1 0 0,0-1 0,-1 1 0,0-1 0,1 1 0,-1-1 0,0 1 0,0 0 0,0-1 0,-1 1 0,0-4 0,-1-5 0,-2 0 0,1 0 0,-1 1 0,-8-15 0,10 22 0,1-1 0,-1 1 0,0-1 0,0 1 0,-1-1 0,1 1 0,-1 0 0,-3-4 0,24 23 0,1 2 0,22 15 0,-38-31 0,7 5 0,1 0 0,0 0 0,15 5 0,-23-10 0,0-1 0,1 0 0,-1 0 0,1 0 0,-1-1 0,1 1 0,-1-1 0,1 0 0,-1 0 0,1 0 0,-1 0 0,1-1 0,-1 1 0,0-1 0,1 0 0,5-2 0,-7 2 0,0 0 0,-1 0 0,1-1 0,-1 1 0,1 0 0,-1-1 0,0 1 0,1-1 0,-1 1 0,0-1 0,0 0 0,0 1 0,0-1 0,0 0 0,-1 0 0,1 0 0,0-3 0,0 2 0,0 0 0,1 0 0,-1 0 0,0 0 0,4-4 0,-5 7 0,0-1 0,1 1 0,-1 0 0,1 0 0,-1-1 0,0 1 0,1 0 0,-1 0 0,1 0 0,-1 0 0,1 0 0,-1 0 0,1 0 0,-1-1 0,0 1 0,1 0 0,-1 1 0,1-1 0,-1 0 0,1 0 0,-1 0 0,1 0 0,-1 0 0,1 0 0,-1 1 0,0-1 0,1 0 0,-1 0 0,1 0 0,-1 1 0,0-1 0,1 0 0,-1 1 0,0-1 0,1 0 0,-1 1 0,15 15 0,-13-14 0,7 7-39,1 0-1,13 11 0,-9-9-1206,-5-3-5580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103 507 24575,'-5'1'0,"0"1"0,-1 1 0,1-1 0,0 1 0,0 0 0,0 0 0,1 0 0,-1 1 0,1 0 0,-1 0 0,1 0 0,0 0 0,1 0 0,-5 7 0,6-7 0,0 0 0,0 0 0,1 0 0,-1 1 0,1-1 0,0 0 0,0 1 0,0-1 0,0 1 0,1-1 0,0 1 0,0 0 0,0-1 0,1 1 0,-1-1 0,1 1 0,0-1 0,3 7 0,-2-5 0,0 0 0,1-1 0,0 1 0,0 0 0,0-1 0,0 0 0,1 0 0,8 9 0,-10-13 0,-1 1 0,0-1 0,1 0 0,-1 0 0,1 0 0,-1 0 0,1 0 0,0 0 0,-1 0 0,1-1 0,0 1 0,0-1 0,-1 1 0,1-1 0,0 0 0,0 1 0,0-1 0,0 0 0,-1 0 0,1 0 0,0-1 0,0 1 0,0 0 0,0-1 0,-1 1 0,1-1 0,0 0 0,0 1 0,-1-1 0,1 0 0,-1 0 0,1 0 0,2-2 0,1-1 0,-1-1 0,0 1 0,0-1 0,0 0 0,0 0 0,-1 0 0,0 0 0,0-1 0,-1 1 0,1-1 0,2-10 0,-1 2 0,-1 0 0,0-1 0,1-26 0,-4 10 0,-2 0 0,0 1 0,-2-1 0,-12-44 0,-46-113 0,50 155 0,-2 2 0,0 0 0,-26-40 0,33 65 0,4 11 0,5 13 0,10 24 0,3-1 0,38 78 0,-36-84 0,99 189 132,-30-61-1629,-80-150-5329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42 24575,'5'5'0,"9"9"0,0 1 0,20 27 0,-31-37 0,0 0 0,0 0 0,0 1 0,-1-1 0,1 1 0,-1-1 0,-1 1 0,1 0 0,-1 0 0,0-1 0,0 1 0,-1 0 0,0 11 0,0-16 0,0 1 0,0 0 0,0-1 0,0 1 0,0 0 0,-1-1 0,1 1 0,-1-1 0,1 1 0,-1-1 0,0 1 0,1-1 0,-1 1 0,0-1 0,0 0 0,0 1 0,0-1 0,0 0 0,0 0 0,0 0 0,-1 0 0,1 0 0,0 0 0,-1 0 0,1 0 0,0 0 0,-1 0 0,1-1 0,-1 1 0,1-1 0,-1 1 0,0-1 0,1 0 0,-1 1 0,1-1 0,-1 0 0,0 0 0,1 0 0,-3-1 0,-4 0 0,1 0 0,0-1 0,0 0 0,0-1 0,1 1 0,-1-1 0,-10-7 0,-20-12 0,0-3 0,1 0 0,2-3 0,-36-36 0,68 63 0,1-1 0,0 1 0,-1-1 0,1 1 0,0-1 0,0 0 0,0 0 0,0 1 0,0-1 0,0 0 0,0 0 0,1 0 0,-1 0 0,1 0 0,0 0 0,-1-2 0,1 2 0,1 1 0,-1 0 0,0 0 0,1 0 0,-1 0 0,1 0 0,-1 0 0,1 0 0,-1 0 0,1 0 0,0 0 0,-1 0 0,1 1 0,0-1 0,0 0 0,0 0 0,-1 0 0,1 1 0,0-1 0,0 1 0,0-1 0,0 1 0,0-1 0,1 1 0,-1-1 0,0 1 0,0 0 0,0 0 0,0 0 0,1-1 0,6 0 0,0 0 0,0 1 0,-1 0 0,1 0 0,0 1 0,12 2 0,48 14 0,-51-13 0,2 2-682,34 4-1,-40-9-6143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24575,'4'2'0,"-1"1"0,1-1 0,-1 1 0,0 0 0,0 0 0,0 0 0,2 4 0,-2-4 0,0 0 0,0 0 0,0 0 0,0 0 0,7 5 0,-9-8 0,1 1 0,0 0 0,-1-1 0,1 1 0,-1-1 0,1 1 0,0-1 0,0 0 0,-1 0 0,1 1 0,0-1 0,-1 0 0,1-1 0,0 1 0,-1 0 0,1 0 0,0-1 0,-1 1 0,3-2 0,1 0 0,1-1 0,-1 0 0,0 0 0,-1 0 0,8-7 0,-7 6 0,-1 0 0,1 1 0,0-1 0,10-4 0,-13 7 0,0 1 0,1-1 0,-1 0 0,0 1 0,1 0 0,-1-1 0,0 1 0,1 0 0,-1 0 0,0 0 0,1 1 0,-1-1 0,0 1 0,0-1 0,1 1 0,2 1 0,7 4 0,-2 1 0,1 0 0,-1 0 0,0 1 0,12 12 0,-17-16 0,3 4-120,3 1-191,-1 1 0,-1 0-1,13 16 1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0,1-1 0,-1 1 0,0 0 0,0 0 0,1 0 0,-1 0 0,0 0 0,1 0 0,-1 0 0,0 0 0,0 0 0,1 0 0,-1 0 0,0 0 0,1 0 0,-1 0 0,0 0 0,0 0 0,1 0 0,-1 0 0,0 0 0,0 0 0,1 0 0,-1 0 0,0 0 0,0 0 0,1 1 0,-1-1 0,0 0 0,0 0 0,1 0 0,-1 1 0,0-1 0,0 0 0,1 0 0,6 11 0,3 7 0,-2 1 0,0 0 0,8 32 0,-1-3 0,18 61 0,-21-68 0,1 1 0,33 69 0,-29-83-1365,-11-18-5461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38 24575,'-30'-7'0,"-13"-3"0,-1 0 0,4 2 0,9 5 0,10 3-8191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75 24575,'122'205'0,"-104"-167"0,-1 2 0,-1 0 0,14 65 0,-25-88 0,-3-11 0,-1 0 0,1 0 0,-1 0 0,0 0 0,-1 0 0,0 8 0,1-14 0,-1 1 0,0-1 0,0 0 0,0 1 0,0-1 0,0 0 0,-1 1 0,1-1 0,0 0 0,0 1 0,0-1 0,0 0 0,0 1 0,0-1 0,0 0 0,-1 1 0,1-1 0,0 0 0,0 0 0,0 1 0,-1-1 0,1 0 0,0 0 0,0 1 0,-1-1 0,1 0 0,0 0 0,-1 0 0,1 0 0,0 1 0,-1-1 0,1 0 0,-11-5 0,-8-15 0,-1-10 0,-17-32 0,11 17 0,2 4 0,-30-67 0,47 90 0,1 0 0,0 0 0,2 0 0,0-1 0,0 1 0,0-37 0,4 50 0,0 1 0,0-1 0,1 0 0,0 0 0,0 0 0,0 0 0,1 1 0,-1-1 0,1 1 0,0-1 0,0 1 0,1 0 0,-1-1 0,7-5 0,-7 7 0,1 0 0,0 1 0,0-1 0,0 1 0,0 0 0,0 0 0,1 0 0,-1 0 0,1 1 0,-1 0 0,1-1 0,-1 1 0,1 0 0,0 1 0,0-1 0,-1 1 0,1-1 0,0 1 0,5 1 0,2 0 0,1 1 0,-1 0 0,-1 1 0,1 1 0,0-1 0,-1 2 0,1-1 0,17 13 0,0 1 0,42 38 0,-68-54 0,0 0 0,0 0 0,0 0 0,0 0 0,0 0 0,-1 0 0,1 1 0,-1-1 0,1 0 0,-1 1 0,2 4 0,-3-6 0,0-1 0,0 1 0,0 0 0,0 0 0,0 0 0,0-1 0,0 1 0,0 0 0,0 0 0,0-1 0,0 1 0,-1 0 0,1 0 0,0-1 0,-1 1 0,1 0 0,-1 1 0,0-1 0,0 0 0,0 0 0,0 0 0,0 0 0,-1 0 0,1 0 0,0-1 0,0 1 0,-1 0 0,1-1 0,-1 1 0,-1 0 0,-12 2-15,0 0 0,-1-1 0,0-1 0,1 0 0,-1-1 0,-17-3 0,-5 2-1245,17 0-5566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24575,'14'20'0,"0"-1"0,2-1 0,0 0 0,36 29 0,-49-45 0,-1-1 0,0 1 0,0-1 0,1 0 0,-1 1 0,1-1 0,-1 0 0,1 0 0,0-1 0,-1 1 0,1-1 0,0 1 0,-1-1 0,1 0 0,0 0 0,0 0 0,-1 0 0,1 0 0,0-1 0,-1 1 0,1-1 0,0 0 0,4-2 0,-4 2 0,-1-1 0,1 0 0,0-1 0,0 1 0,-1 0 0,1-1 0,-1 1 0,0-1 0,0 0 0,0 0 0,0 1 0,0-1 0,-1-1 0,1 1 0,-1 0 0,0 0 0,0-1 0,1-2 0,0-14 0,0-6 0,-2 24 0,0 1 0,1 0 0,-1 0 0,0 0 0,1 0 0,-1 0 0,1-1 0,-1 1 0,1 0 0,-1 0 0,1 0 0,0 0 0,-1 0 0,1 1 0,1-3 0,-1 3 0,0 0 0,0-1 0,0 1 0,0 0 0,0 0 0,0-1 0,0 1 0,-1 0 0,1 0 0,0 0 0,0 0 0,0 0 0,0 0 0,0 0 0,0 1 0,0-1 0,0 0 0,0 0 0,-1 1 0,1-1 0,0 1 0,0-1 0,0 1 0,-1-1 0,1 1 0,1 0 0,20 20 0,-18-15 0,42 44 14,37 39-1393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24575,'7'30'0,"6"15"0,2 8 0,2-1 0,0-4 0,0-2 0,-3-5 0,-2-3 0,0-4 0,1-3 0,-3-1 0,1-3 0,-3-7-8191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287 126 24575,'-30'-25'0,"-12"-9"0,-2 5 0,4 7 0,6 9 0,7 10 0,3 8 0,5 5 0,4 2 0,4-2-8191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1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24575,'18'-36'0,"-16"33"0,-1 1 0,1 0 0,-1 0 0,1 0 0,0-1 0,0 2 0,0-1 0,0 0 0,1 0 0,-1 1 0,0-1 0,3 0 0,-4 1 0,0 1 0,0 0 0,0 0 0,0 0 0,0 0 0,0-1 0,0 2 0,0-1 0,0 0 0,0 0 0,0 0 0,0 0 0,0 1 0,0-1 0,0 0 0,0 1 0,0-1 0,0 1 0,0-1 0,-1 1 0,1-1 0,0 1 0,0 0 0,-1-1 0,1 1 0,0 0 0,-1 0 0,1-1 0,0 1 0,-1 0 0,1 0 0,-1 0 0,1 0 0,-1 1 0,4 5 0,-1 1 0,-1-1 0,3 11 0,-4-13 0,36 141 0,10 41 0,-34-149 0,-9-28 0,0 1 0,-1 0 0,0-1 0,-1 1 0,1 12 0,-5-13 0,-4-9 0,5-2 0,0 0 0,0 1 0,0-1 0,0 0 0,0 0 0,0 0 0,0 0 0,0 0 0,0 0 0,1 0 0,-1 0 0,-1-2 0,1 0 0,0-1 0,0 1 0,0-1 0,0 1 0,0-1 0,1 1 0,-1-1 0,1 1 0,0-1 0,0 0 0,0 1 0,1-1 0,-1 1 0,1-1 0,0 1 0,0-1 0,0 1 0,1 0 0,-1-1 0,1 1 0,0 0 0,-1 0 0,1 0 0,1 0 0,2-3 0,-2 2 0,1 0 0,1 0 0,-1 1 0,1-1 0,-1 1 0,1 0 0,0 1 0,0-1 0,0 1 0,0 0 0,1 0 0,-1 0 0,1 1 0,-1-1 0,8 1 0,-4 1 0,0 0 0,0 1 0,-1 0 0,1 0 0,0 1 0,-1 0 0,1 1 0,-1 0 0,0 0 0,0 1 0,0 0 0,12 8 0,-6-2 0,0 0 0,-1 1 0,0 1 0,-1 0 0,16 20 0,-24-27 0,0 0 0,-1 0 0,0 1 0,0-1 0,0 1 0,0-1 0,-1 1 0,0 0 0,1 9 0,-2-13 0,-1 0 0,0 0 0,0 0 0,0 0 0,0 0 0,0 1 0,0-1 0,-1 0 0,1 0 0,-1 0 0,1 0 0,-1 0 0,0 0 0,0 0 0,0 0 0,0 0 0,0-1 0,0 1 0,0 0 0,-1-1 0,1 1 0,-1 0 0,1-1 0,-1 0 0,0 1 0,1-1 0,-1 0 0,0 0 0,0 0 0,-2 1 0,-5 1 0,1 0 0,-1-1 0,0 0 0,0 0 0,1-1 0,-1 0 0,-1 0 0,-11-1 0,4-1 0,1-1 0,-1-1 0,-25-6 0,26 4 0,9 4 0,0-1 0,0 0 0,0-1 0,0 1 0,0-1 0,0-1 0,-9-6 0,15 10 0,1 0 0,-1-1 0,1 1 0,-1-1 0,1 1 0,0 0 0,-1-1 0,1 1 0,-1-1 0,1 1 0,0-1 0,-1 1 0,1-1 0,0 0 0,0 1 0,-1-1 0,1 1 0,0-1 0,0 0 0,0 1 0,0-1 0,0 1 0,0-1 0,0 0 0,0 1 0,0-2 0,1 1 0,-1 0 0,1 1 0,-1-1 0,1 0 0,-1 1 0,1-1 0,0 0 0,0 1 0,-1-1 0,1 1 0,0-1 0,0 1 0,0-1 0,-1 1 0,3-1 0,2-1 0,0 1 0,1-1 0,0 1 0,8-1 0,113 1 0,29-2 0,-117 0 0,47-6 0,-73 7 0,-1-1 0,1 0 0,-1-1 0,18-7 0,-28 10 0,0 0 0,0 0 0,0 0 0,0 0 0,0 0 0,0-1 0,-1 1 0,1 0 0,-1-1 0,1 0 0,-1 1 0,1-1 0,-1 0 0,0 1 0,0-1 0,0 0 0,0 0 0,0 0 0,0 0 0,-1 0 0,1 0 0,0 0 0,-1-1 0,0 1 0,1 0 0,-1 0 0,0 0 0,0 0 0,-1-4 0,0 3 0,1 1 0,-1-1 0,0 1 0,0-1 0,-1 0 0,1 1 0,0 0 0,-1-1 0,0 1 0,1 0 0,-1 0 0,0 0 0,0 0 0,0 0 0,0 0 0,0 1 0,-1-1 0,1 1 0,-1-1 0,1 1 0,-1 0 0,-4-2 0,0 1 0,-1 0 0,0 1 0,0-1 0,0 2 0,-1-1 0,1 1 0,0 0 0,0 1 0,0 0 0,-14 3 0,20-3 0,0 0 0,0 0 0,0 0 0,0 0 0,0 0 0,1 0 0,-1 1 0,1-1 0,-1 1 0,1-1 0,-1 1 0,1 0 0,0 0 0,-1-1 0,1 1 0,0 0 0,0 0 0,1 0 0,-1 0 0,0 0 0,1 0 0,-1 0 0,1 0 0,0 1 0,-1-1 0,1 0 0,0 0 0,0 0 0,1 4 0,0 1 0,0 0 0,1-1 0,-1 1 0,2-1 0,-1 0 0,0 1 0,1-1 0,6 8 0,0 0 17,1 0 0,1-1 1,0-1-1,1 0 0,0-1 0,27 19 0,-29-23-166,1 0 1,0-1-1,0 0 1,1-1-1,0 0 1,0-1-1,0 0 1,0-1-1,23 3 1,-21-5-6678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24575,'-22'10'0,"-8"6"0,1 2 0,8 2 0,11-1 0,9 1 0,7 0 0,5 0 0,3-2 0,3-1 0,-1-2 0,1 1 0,-1-4 0,0-3 0,0-1 0,-4-2-8191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3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24575,'-5'1'0,"-1"0"0,1 0 0,-1 1 0,1 0 0,0 0 0,0 0 0,0 0 0,0 1 0,0 0 0,0 0 0,-5 5 0,8-6 0,0 0 0,0 1 0,0-1 0,0 1 0,0 0 0,0 0 0,1-1 0,-1 1 0,1 0 0,0 0 0,0 1 0,0-1 0,0 0 0,1 0 0,-1 0 0,1 1 0,0-1 0,0 0 0,0 0 0,1 6 0,0-2 0,1 0 0,0-1 0,0 1 0,1 0 0,0-1 0,0 1 0,0-1 0,1 0 0,0 0 0,0 0 0,1-1 0,4 6 0,1-1 0,0 0 0,1-1 0,0-1 0,0 1 0,16 7 0,-20-12 0,1-1 0,-1 0 0,1 0 0,0 0 0,0-1 0,0-1 0,0 1 0,0-1 0,1-1 0,-1 1 0,0-1 0,10-2 0,-17 2 0,1 0 0,-1 0 0,1-1 0,-1 1 0,0 0 0,1-1 0,-1 0 0,0 1 0,1-1 0,-1 0 0,0 1 0,0-1 0,0 0 0,0 0 0,0 0 0,0 0 0,0 0 0,0 0 0,0 0 0,1-3 0,-1 1 0,0 1 0,0-1 0,0 0 0,0 0 0,0 0 0,-1 0 0,0 0 0,1 0 0,-1-5 0,-1-1 0,0 0 0,0 0 0,-1 0 0,-1 0 0,-4-14 0,4 16 0,-3-8 0,0 0 0,-1 1 0,-1 0 0,-15-22 0,26 40 0,8 11 0,25 29 0,-15-24 0,0-1 0,2-2 0,0 0 0,1-1 0,1-2 0,30 14 0,-52-27 0,0 0 0,1 1 0,-1-1 0,1-1 0,-1 1 0,1 0 0,0-1 0,-1 0 0,8 0 0,-9 0 0,-1-1 0,1 1 0,-1 0 0,1-1 0,-1 0 0,1 1 0,-1-1 0,1 0 0,-1 0 0,0 0 0,1 0 0,-1 0 0,0 0 0,0 0 0,0 0 0,0 0 0,0-1 0,0 1 0,0 0 0,0-1 0,0 1 0,-1-1 0,1 1 0,0-3 0,3-10 0,-1 0 0,0 0 0,-1 0 0,1-22 0,-2 10 0,-1 25 0,0 0 0,0 1 0,0-1 0,0 0 0,0 0 0,1 0 0,-1 0 0,0 1 0,0-1 0,0 0 0,1 0 0,-1 0 0,0 1 0,1-1 0,-1 0 0,1 0 0,-1 1 0,1-1 0,-1 0 0,1 1 0,-1-1 0,1 1 0,1-2 0,-2 2 0,1 0 0,0 0 0,0 0 0,0 0 0,-1 1 0,1-1 0,0 0 0,0 0 0,-1 0 0,1 1 0,0-1 0,-1 0 0,1 1 0,0-1 0,-1 0 0,1 1 0,0-1 0,-1 1 0,1-1 0,0 1 0,5 6 0,1 0 0,-2 0 0,7 9 0,-10-13 0,10 15 0,24 32 0,-31-44 0,0-1 0,1 1 0,-1-1 0,1 0 0,11 7 0,-16-11 0,0-1 0,-1 1 0,1-1 0,0 1 0,-1-1 0,1 0 0,0 1 0,0-1 0,0 0 0,0 1 0,-1-1 0,1 0 0,0 0 0,0 0 0,0 0 0,0 0 0,0 0 0,-1 0 0,1 0 0,0 0 0,0 0 0,1-1 0,-1 0 0,0 1 0,-1-1 0,1 0 0,-1 1 0,1-1 0,-1 0 0,1 1 0,-1-1 0,0 0 0,1 0 0,-1 1 0,0-1 0,0 0 0,1 0 0,-1 0 0,0 0 0,0 1 0,0-3 0,0-4 0,0 0 0,-1 0 0,-3-15 0,4 20 0,-2-6 0,-4-23 0,6 29 0,0 1 0,0-1 0,0 1 0,0-1 0,0 0 0,0 1 0,0-1 0,0 1 0,1-1 0,-1 1 0,1-1 0,-1 1 0,1-1 0,-1 1 0,2-3 0,-1 4 0,-1 0 0,0-1 0,1 1 0,-1 0 0,0 0 0,1 0 0,-1 0 0,0-1 0,1 1 0,-1 0 0,0 0 0,1 0 0,-1 0 0,1 0 0,-1 0 0,0 0 0,1 0 0,-1 0 0,1 0 0,-1 0 0,0 0 0,1 0 0,-1 0 0,0 0 0,1 1 0,-1-1 0,0 0 0,1 0 0,-1 0 0,0 1 0,1-1 0,-1 0 0,13 11 0,-9-7 0,23 21 0,-16-14 0,0-1 0,0-1 0,23 15 0,-31-22 0,1 0 0,-1 0 0,0-1 0,1 0 0,0 1 0,-1-1 0,1 0 0,0-1 0,-1 1 0,1-1 0,0 0 0,0 0 0,-1 0 0,1 0 0,0 0 0,0-1 0,-1 0 0,1 0 0,6-2 0,1-2-116,-4 2 178,0 0 1,1 0-1,14-3 1,-20 6-125,-1-1-1,1 1 1,0 0-1,0 0 1,-1 0-1,1 0 1,0 0-1,0 1 1,-1-1-1,1 0 1,0 1 0,-1-1-1,1 1 1,0 0-1,-1-1 1,1 1-1,-1 0 1,1 0-1,-1 0 1,1 0-1,-1 0 1,0 0-1,2 2 1,3 6-6764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4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113 115 24575,'0'-2'0,"-1"1"0,0 0 0,1 0 0,-1 0 0,0 0 0,0 0 0,0 0 0,0 1 0,0-1 0,0 0 0,0 0 0,0 1 0,0-1 0,0 0 0,0 1 0,0-1 0,0 1 0,0 0 0,-1-1 0,1 1 0,0 0 0,0 0 0,0-1 0,-1 1 0,1 0 0,0 0 0,-2 1 0,0 0 0,1 0 0,-1 0 0,1 0 0,-1 0 0,1 1 0,0-1 0,0 1 0,0-1 0,-1 1 0,2 0 0,-1 0 0,-2 2 0,-11 11 0,9-9 0,1 0 0,-1 0 0,-6 9 0,12-14 0,-1 0 0,0 1 0,0-1 0,0 1 0,1-1 0,-1 1 0,0-1 0,1 1 0,0 0 0,-1-1 0,1 1 0,0-1 0,0 1 0,0 0 0,0-1 0,0 1 0,0 0 0,0-1 0,1 1 0,-1 0 0,1 2 0,5 6 0,1 0 0,0-1 0,0 1 0,1-2 0,0 1 0,0-1 0,14 11 0,15 15 0,-30-26 0,-1-3 0,-1 0 0,0 1 0,0-1 0,-1 1 0,1 0 0,-1 0 0,0 1 0,-1-1 0,3 9 0,-5-14 0,-1-1 0,0 1 0,1 0 0,-1 0 0,0-1 0,0 1 0,0 0 0,0 0 0,0-1 0,0 1 0,0 0 0,0 0 0,0-1 0,0 1 0,0 0 0,-1 0 0,1-1 0,0 1 0,0 0 0,-1-1 0,1 1 0,0 0 0,-1-1 0,1 1 0,-1 0 0,1-1 0,-1 1 0,1-1 0,-1 1 0,0-1 0,1 1 0,-1-1 0,1 0 0,-1 1 0,0-1 0,1 1 0,-1-1 0,0 0 0,0 0 0,1 0 0,-1 1 0,0-1 0,0 0 0,1 0 0,-2 0 0,-4 0 0,-1 0 0,1-1 0,0 1 0,-10-4 0,7 2 0,-10-1 0,-33-11 0,74 9 0,-10 4 0,93-12 0,-75 11 0,0-1 0,-1-1 0,36-11 0,-42 7 0,-1 0 0,0-2 0,22-12 0,-34 16 0,0 0 0,-1-1 0,0 0 0,0 0 0,-1-1 0,1-1 0,-2 1 0,11-14 0,-15 16 0,0 0 0,0 0 0,0 0 0,-1-1 0,0 1 0,0-1 0,-1 1 0,2-13 0,-2 5 0,-1 0 0,0 0 0,-3-18 0,2 28 0,0-1 0,0 0 0,-1 1 0,1-1 0,-1 1 0,0-1 0,-1 1 0,1 0 0,-1 0 0,0 0 0,1 0 0,-2 1 0,1-1 0,0 1 0,-1-1 0,0 1 0,0 1 0,0-1 0,0 0 0,-8-3 0,11 6 0,0 0 0,0 0 0,-1 0 0,1 0 0,0 0 0,-1 0 0,1 0 0,0 0 0,-1 0 0,1 1 0,0-1 0,0 0 0,0 1 0,-1 0 0,1-1 0,0 1 0,0-1 0,0 1 0,0 0 0,0 0 0,0 0 0,0 0 0,0-1 0,0 1 0,0 0 0,1 1 0,-1-1 0,0 0 0,1 0 0,-1 0 0,0 2 0,-3 4 0,1 0 0,1 0 0,-5 15 0,5-11 0,0 0 0,1 0 0,0 0 0,1 0 0,0 1 0,1-1 0,0 0 0,1 0 0,0 0 0,1 0 0,0 0 0,1 0 0,0-1 0,0 1 0,1-1 0,10 14 0,-8-13 0,1 0 0,0 0 0,1-1 0,0 0 0,1-1 0,0 0 0,0 0 0,1-1 0,0 0 0,1-1 0,-1-1 0,1 1 0,19 5 0,-16-7-341,0-1 0,1 0-1,30 2 1,-32-5-6485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24575,'21'3'0,"85"19"0,-96-19 0,0 0 0,1 1 0,-2 0 0,1 1 0,0 0 0,-1 0 0,15 12 0,-22-15 0,0-1 0,-1 1 0,1 0 0,0-1 0,-1 1 0,0 0 0,1 0 0,-1 0 0,0 0 0,0 0 0,0 1 0,0-1 0,-1 0 0,1 0 0,-1 1 0,1-1 0,-1 0 0,1 4 0,-2-2 0,1 0 0,-1 0 0,1-1 0,-1 1 0,0 0 0,-1-1 0,1 1 0,-1-1 0,1 0 0,-5 7 0,2-5 0,1 0 0,-1 0 0,-1 0 0,1 0 0,-1-1 0,0 1 0,0-1 0,0-1 0,0 1 0,-1-1 0,0 0 0,0 0 0,-8 3 0,9-5 0,-1 0 0,1 0 0,0 0 0,-1-1 0,1 0 0,0 0 0,-1-1 0,1 1 0,0-1 0,-1 0 0,1-1 0,0 1 0,0-1 0,0 0 0,0 0 0,-5-4 0,4 2 0,0 0 0,0 0 0,1-1 0,-1 0 0,1 0 0,0 0 0,1-1 0,-1 1 0,1-1 0,0 0 0,-4-11 0,5 13 0,1-1 0,0 1 0,1-1 0,-1 0 0,1 0 0,0 0 0,-1-9 0,2 12 0,0 1 0,0-1 0,0 0 0,1 1 0,-1-1 0,0 1 0,1-1 0,0 1 0,-1-1 0,1 1 0,0-1 0,-1 1 0,1-1 0,0 1 0,0 0 0,0 0 0,1-1 0,-1 1 0,0 0 0,0 0 0,0 0 0,1 0 0,-1 0 0,1 1 0,-1-1 0,1 0 0,-1 1 0,3-2 0,5 0 14,-1 0-1,1 0 0,-1 1 0,1 0 1,-1 1-1,1-1 0,-1 2 1,11 0-1,-8 1-261,0 0 1,1 0-1,-1 1 1,0 1-1,16 7 1,-12-3-6579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246 162 24575,'-5'-5'0,"-146"-122"0,149 126 0,-5-4 0,0 0 0,0 0 0,-16-6 0,22 10 0,-1 1 0,1-1 0,-1 1 0,0 0 0,1-1 0,-1 1 0,1 0 0,-1 0 0,0 0 0,1 0 0,-4 1 0,4-1 0,0 1 0,0-1 0,0 0 0,1 1 0,-1-1 0,0 1 0,0-1 0,0 1 0,1 0 0,-1-1 0,0 1 0,1 0 0,-1 0 0,0-1 0,1 1 0,-1 0 0,1 0 0,-1 0 0,1 0 0,0 0 0,-1 1 0,-1 5 0,0 1 0,1-1 0,0 1 0,1-1 0,-1 1 0,1-1 0,2 14 0,12 53 0,69 199-308,24-7-164,-55-141 388,18 28 228,-73-162 37,0 1-1,0-1 1,-3-13-1,-1-4-182,-3-14 2,-8-76 0,16 97 0,2 14 0,0-1 0,-1 1 0,0 0 0,-2-9 0,2 12 0,0 0 0,0 1 0,0-1 0,0 0 0,0 1 0,0-1 0,0 1 0,0-1 0,-1 1 0,1 0 0,0 0 0,-1-1 0,1 1 0,-1 0 0,0 0 0,1 0 0,-3 0 0,-3-2 0,1 1 0,-1 0 0,1 1 0,-1 0 0,0 0 0,-8 0 0,-44 2 0,25 0 0,11 0-1365,2-1-5461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24575,'130'227'0,"-57"-97"0,-69-124 0,-1 0 0,0 1 0,0-1 0,2 9 0,-6-14 0,-4-5 0,-4-4 0,-9-12-682,-32-45-1,39 49-6143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24575,'15'-12'0,"8"-5"0,4-1 0,1 1 0,-2 5 0,-1 4 0,-2 0 0,-2 3 0,-2 1 0,-2 2 0,-2 1 0,0 0 0,-5 1 0,-5 3 0,-6 1 0,-4-1 0,-5 3 0,0-1-8191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24575,'18'-8'0,"7"-2"0,4 1 0,-2 1 0,-3 3 0,-3 1 0,-2 2 0,-2 2 0,-4 0-8191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24575,'8'20'0,"2"9"0,2 5 0,-1-1 0,0-4 0,1-4 0,-2-3 0,0-4 0,1-2 0,1-4 0,-2-6 0,-2-7 0,-5-3 0,-3-4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24575,'20'-10'0,"12"-3"0,3 3 0,0 3 0,-3 3 0,-4 2 0,-3 4 0,-2 1 0,-3 1 0,-2-1 0,-7 0 0,-8-2 0,-6 0 0,-6 0 0,-4-1 0,1 0-8191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24575,'27'3'0,"13"0"0,-2-2 0,-4-2 0,-6 0 0,-4-1 0,-7-1 0,-4-2 0,-1 2 0,-1 0 0,-2 1-8191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24575,'8'15'0,"2"7"0,2 6 0,1 2 0,-1-1 0,0 0 0,0-3 0,1-1 0,0-2 0,-2 0 0,0-1 0,1-2 0,-2-2 0,-1-4 0,-1-2 0,1-3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61 24575,'-20'-15'0,"-9"-3"0,-5 3 0,1 5 0,1 7 0,1 5 0,1 4 0,0 1 0,1 1 0,-3 1 0,-1-3 0,1 1 0,2 0 0,7-3-8191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24575,'42'54'0,"43"72"0,-68-97 0,-2 1 0,-1 0 0,-1 1 0,14 51 0,-26-78 0,4 18 0,-5-21 0,0 0 0,0 0 0,1 0 0,-1 0 0,0 0 0,0-1 0,0 1 0,0 0 0,0 0 0,0 0 0,-1 0 0,1 0 0,0 0 0,0-1 0,-1 1 0,1 0 0,0 0 0,-1 0 0,0 0 0,1-1 0,-1 0 0,1 0 0,-1 0 0,1 0 0,0 0 0,-1 0 0,1 0 0,-1 0 0,1 0 0,0-1 0,-1 1 0,1 0 0,-1 0 0,1-1 0,0 1 0,-1 0 0,1 0 0,0-1 0,-1 1 0,1 0 0,0-1 0,0 1 0,-1 0 0,1-1 0,0 1 0,0-1 0,-9-13 0,9 13 0,-6-7 0,1-1 0,1 0 0,0-1 0,0 1 0,1-1 0,0 0 0,0 0 0,1 0 0,1 0 0,0 0 0,0 0 0,1-15 0,0 24 0,0 0 0,0-1 0,1 1 0,-1-1 0,0 1 0,1 0 0,-1-1 0,1 1 0,-1 0 0,1 0 0,0-1 0,-1 1 0,1 0 0,0 0 0,0 0 0,0 0 0,0 0 0,0 0 0,0 0 0,0 0 0,0 1 0,0-1 0,1 0 0,-1 0 0,0 1 0,0-1 0,1 1 0,-1-1 0,0 1 0,1 0 0,-1 0 0,1-1 0,-1 1 0,0 0 0,1 0 0,-1 0 0,3 1 0,1-1 0,1 1 0,-1 0 0,1 1 0,-1-1 0,0 1 0,0 0 0,0 1 0,6 2 0,5 6 0,0 0 0,-1 1 0,0 1 0,-1 0 0,0 1 0,-2 0 0,1 1 0,-2 1 0,0 0 0,11 21 0,-21-34 0,1-1 0,-1 1 0,0 0 0,0 0 0,0 0 0,0 0 0,-1 0 0,1 0 0,-1 0 0,0 0 0,0 0 0,0 0 0,0 1 0,-1 2 0,1-4 0,-1-1 0,0 1 0,1 0 0,-1-1 0,0 1 0,0-1 0,0 1 0,0-1 0,0 1 0,-1-1 0,1 0 0,0 0 0,-1 1 0,1-1 0,-1 0 0,1 0 0,-1-1 0,1 1 0,-1 0 0,0 0 0,1-1 0,-1 1 0,0-1 0,0 1 0,-2-1 0,-9 2 0,-1 0 0,1-2 0,-1 1 0,0-2 0,1 0 0,-18-3 0,-82-24 0,70 16 0,19 3-1365,15 6-5461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24575,'18'32'0,"8"17"0,2 4 0,-1 1 0,-3-4 0,-3-5 0,-2-6 0,-2-3 0,-2-4 0,-2-2 0,-2-4 0,0-3 0,-2-4 0,0-2 0,-1-4-8191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78 24575,'-5'-4'0,"-2"0"0,1-1 0,-1 1 0,-1 0 0,1 0 0,0 1 0,-1 0 0,0 1 0,0-1 0,-12-1 0,19 4 0,1 0 0,-1 0 0,1 0 0,-1 0 0,1 0 0,-1 0 0,0 0 0,1 0 0,-1 0 0,1 0 0,-1 0 0,1 0 0,-1 1 0,1-1 0,-1 0 0,1 0 0,-1 1 0,1-1 0,-1 0 0,1 0 0,-1 1 0,1-1 0,0 1 0,-1-1 0,1 0 0,-1 1 0,1-1 0,0 1 0,-1 0 0,1 0 0,0 1 0,0-1 0,0 0 0,0 0 0,0 1 0,0-1 0,0 0 0,0 0 0,1 1 0,-1-1 0,0 0 0,2 2 0,1 5 0,2 0 0,8 14 0,-11-21 0,12 21 0,2-2 0,1 0 0,22 22 0,-32-36 0,1 1 0,0-1 0,-1-1 0,2 1 0,-1-1 0,1-1 0,0 0 0,0 0 0,0 0 0,0-1 0,17 3 0,-23-6 0,-1 1 0,1-1 0,-1 0 0,1 0 0,-1 0 0,1 0 0,-1-1 0,1 1 0,-1-1 0,1 1 0,-1-1 0,0 0 0,1 0 0,-1 0 0,0 0 0,0 0 0,0-1 0,0 1 0,0 0 0,0-1 0,0 0 0,3-3 0,-3 2 0,0 0 0,-1 1 0,1-1 0,-1 0 0,0 0 0,0-1 0,0 1 0,0 0 0,0 0 0,-1 0 0,1-1 0,-1 1 0,0 0 0,0 0 0,0-1 0,-1-5 0,-1-1 8,-1 1 0,0 0 0,0 0 0,-1 0 0,0 1 0,0-1 0,-1 1 0,0 0 0,0 1 0,-1-1 0,0 1 0,-1 0 0,0 0 0,-8-6 0,7 6-122,0 1 0,-1 0-1,0 0 1,-1 1 0,1 0 0,-1 1-1,0 0 1,0 0 0,0 1 0,-1 1-1,1-1 1,-13 0 0,6 3-6712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 24575,'-18'2'0,"-29"6"0,43-7 0,1 0 0,-1 0 0,1 0 0,0 1 0,-1-1 0,1 1 0,0 0 0,0 0 0,0 0 0,-4 4 0,7-5 0,-1 0 0,0 0 0,0 0 0,1 0 0,-1 0 0,0 0 0,1 0 0,-1 0 0,1 0 0,0 0 0,-1 0 0,1 0 0,0 0 0,-1 1 0,1-1 0,0 0 0,0 0 0,0 0 0,0 2 0,1 0 0,0-1 0,-1 1 0,1-1 0,0 0 0,0 0 0,0 1 0,0-1 0,0 0 0,3 2 0,2 4 0,0-1 0,1-1 0,13 12 0,3 0 0,0-1 0,1-1 0,30 15 0,-40-25 0,1 1 0,0-2 0,0 0 0,1-1 0,-1 0 0,1-1 0,20 0 0,-27-2-98,-1 0 137,0-1-1,1 0 0,-1 0 1,0-1-1,10-1 1,-16 1-78,-1 1 1,0 0-1,1-1 1,-1 1 0,0-1-1,0 1 1,1-1-1,-1 0 1,0 1 0,0-1-1,0 0 1,0 0-1,0 0 1,0 0 0,0 0-1,0 0 1,0 0-1,-1 0 1,1 0 0,0-1-1,-1 1 1,1 0-1,-1 0 1,1-1 0,-1 1-1,1 0 1,-1-1-1,0 1 1,0 0 0,0-1-1,0 1 1,0-1-1,0 1 1,0 0 0,0-1-1,0 1 1,-1 0-1,0-2 1,-2-9-6788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24575,'13'30'0,"-2"1"0,-1 0 0,10 56 0,6 19 0,-17-78 0,-2 1 0,2 0 0,2-1 0,0 0 0,22 37 0,-31-63-151,0 0-1,-1 1 0,1-1 0,0 0 1,1 0-1,-1 0 0,0 0 1,3 1-1,5 3-6674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24575,'-4'1'0,"-1"0"0,1 0 0,0 0 0,0 1 0,0-1 0,0 1 0,0 0 0,1 0 0,-1 1 0,1-1 0,-1 1 0,1 0 0,0 0 0,-5 5 0,7-6 0,-1 1 0,1-1 0,0 1 0,-1-1 0,1 1 0,0-1 0,1 1 0,-1-1 0,0 1 0,1 0 0,-1 0 0,1-1 0,0 1 0,0 0 0,0 0 0,1-1 0,-1 1 0,0 0 0,1-1 0,0 1 0,0 0 0,-1-1 0,1 1 0,2 2 0,1 1 0,-1 0 0,1 0 0,1 0 0,-1-1 0,1 0 0,0 1 0,1-2 0,10 9 0,1-1 0,35 17 0,-20-15-341,0-2 0,1-1-1,64 12 1,-82-20-6485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78 209 24575,'67'172'0,"4"10"0,-71-181 0,1 0 0,-1 0 0,0 0 0,1 0 0,-1 0 0,0-1 0,1 1 0,-1 0 0,1 0 0,0 0 0,-1-1 0,1 1 0,0 0 0,1 1 0,-2-3 0,0 1 0,1 0 0,-1 0 0,0-1 0,1 1 0,-1 0 0,0 0 0,0-1 0,0 1 0,1 0 0,-1-1 0,0 1 0,0 0 0,0-1 0,0 1 0,0 0 0,0-1 0,0 1 0,0-1 0,0 1 0,0 0 0,0-1 0,0 1 0,0-1 0,-1-33 0,-1 14 0,-1 1 0,-1 0 0,-12-33 0,-27-54 0,22 58 0,-7-16 0,11 30 0,3 0 0,-11-40 0,23 70 0,1-1 0,0 0 0,1 1 0,-1-1 0,1 0 0,0-8 0,0 12 0,0 0 0,1 0 0,-1 0 0,0 0 0,1 0 0,-1 0 0,0 0 0,1 0 0,-1 0 0,1 0 0,0 0 0,-1 0 0,1 0 0,0 0 0,0 0 0,-1 1 0,1-1 0,0 0 0,0 1 0,0-1 0,0 0 0,0 1 0,0-1 0,0 1 0,0 0 0,0-1 0,0 1 0,0 0 0,0 0 0,0-1 0,0 1 0,1 0 0,1 0 0,2 1 0,1-1 0,0 1 0,-1 0 0,1 0 0,-1 1 0,1 0 0,-1 0 0,0 0 0,0 0 0,0 1 0,0 0 0,0 0 0,0 0 0,-1 1 0,0-1 0,7 8 0,-5-4 0,0-1 0,0 1 0,-1 1 0,0-1 0,0 1 0,-1-1 0,0 1 0,-1 1 0,6 16 0,-9-23 0,1 0 0,-1-1 0,1 1 0,-1 0 0,0 0 0,0 0 0,0 0 0,0 0 0,0 0 0,0 0 0,-1 0 0,1 0 0,0 0 0,-1 0 0,0 0 0,1-1 0,-1 1 0,0 0 0,0 0 0,-1 1 0,0-1 0,0-1 0,0 1 0,0-1 0,0 1 0,0-1 0,0 0 0,0 0 0,0 0 0,0 0 0,0 0 0,-1 0 0,1-1 0,0 1 0,-4 0 0,-3-1 0,-1 1 0,0-1 0,0-1 0,0 1 0,0-2 0,-17-4 0,18 4-136,0 0-1,0-2 1,0 1-1,0-1 1,0 0-1,1-1 1,0 1-1,0-2 0,-10-7 1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25 189 24575,'-7'7'0,"6"-6"0,-1-1 0,1 1 0,0 0 0,0 0 0,-1 1 0,1-1 0,0 0 0,0 0 0,0 0 0,1 1 0,-1-1 0,0 1 0,0-1 0,1 0 0,-1 1 0,1-1 0,-1 1 0,1-1 0,0 1 0,-1 0 0,1 1 0,1-1 0,1-5 0,1-7 0,1-27 0,-2-1 0,-2-48 0,-1 33 0,15 85-1365,-9-22-5461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52 24575,'-16'-11'0,"-1"1"0,-18-8 0,30 16 0,0 0 0,0 0 0,0 0 0,0 1 0,-1 0 0,1 0 0,-1 0 0,1 0 0,-1 1 0,1 0 0,-10 1 0,14-1 0,0 0 0,0 1 0,0-1 0,0 0 0,-1 1 0,1-1 0,0 0 0,0 1 0,0-1 0,0 1 0,0 0 0,0-1 0,0 1 0,0 0 0,0 0 0,0 0 0,1-1 0,-1 1 0,0 0 0,1 0 0,-1 0 0,0 0 0,1 0 0,-1 0 0,1 0 0,-1 1 0,1-1 0,0 0 0,-1 0 0,1 0 0,0 0 0,0 1 0,0-1 0,0 0 0,0 0 0,0 0 0,0 0 0,0 1 0,1-1 0,-1 0 0,0 0 0,1 0 0,0 2 0,1 3 0,1-1 0,0 1 0,-1-1 0,2 0 0,-1 0 0,0 0 0,8 6 0,-4-4 0,1 0 0,0-1 0,0 0 0,1 0 0,-1-1 0,1 0 0,1-1 0,-1 0 0,1 0 0,-1-1 0,1-1 0,0 1 0,0-1 0,11 0 0,-19-2 0,-1 1 0,1-1 0,0 0 0,-1 0 0,1-1 0,-1 1 0,0 0 0,1 0 0,-1-1 0,1 1 0,-1-1 0,1 1 0,-1-1 0,0 0 0,1 1 0,-1-1 0,0 0 0,0 0 0,1 0 0,-1 0 0,0 0 0,0 0 0,0 0 0,0 0 0,0-1 0,-1 1 0,1 0 0,0-1 0,-1 1 0,1 0 0,0-1 0,-1 1 0,0-1 0,1 1 0,-1-1 0,0 1 0,0-1 0,0 1 0,0-3 0,0 1 0,0-1 0,-1 0 0,0 1 0,1-1 0,-2 0 0,1 1 0,0-1 0,-1 1 0,1 0 0,-1-1 0,0 1 0,0 0 0,0 0 0,0 0 0,-4-3 0,-2 0-195,0 0 0,0 0 0,-1 1 0,0 0 0,0 0 0,-15-4 0,6 2-6631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81 24575,'-11'-3'0,"0"0"0,0 0 0,-15-1 0,22 4 0,-1 0 0,1 0 0,-1 0 0,1 0 0,-1 0 0,1 1 0,-1 0 0,1 0 0,-1 0 0,1 1 0,-5 1 0,8-2 0,0-1 0,0 1 0,1-1 0,-1 1 0,0 0 0,0-1 0,1 1 0,-1 0 0,0-1 0,1 1 0,-1 0 0,1 0 0,-1-1 0,1 1 0,-1 0 0,1 0 0,0 0 0,-1 0 0,1 0 0,0-1 0,0 1 0,0 2 0,0-1 0,0 0 0,0 0 0,0 0 0,1 0 0,-1 0 0,1 0 0,-1 0 0,1-1 0,0 1 0,1 2 0,2 3 0,1 1 0,0-1 0,11 11 0,-3-5 0,0-2 0,1 0 0,0 0 0,1-1 0,0-1 0,1 0 0,0-1 0,0-1 0,22 7 0,-26-10 0,0-1 0,1-1 0,-1 0 0,1 0 0,0-1 0,-1-1 0,1 0 0,0-1 0,14-2 0,-24 2 0,0 0 0,0 0 0,0 0 0,0-1 0,0 1 0,-1-1 0,1 1 0,0-1 0,-1 0 0,1 0 0,-1 0 0,0-1 0,4-3 0,-3 1 0,0 1 0,-1-1 0,1 1 0,-1-1 0,0 0 0,0 0 0,1-9 0,-1 2 0,0 0 0,-1-1 0,0 1 0,-1-1 0,-1 1 0,-2-16 0,1 19 0,0 1 0,0-1 0,-1 1 0,-5-13 0,7 18 0,-1 0 0,1 1 0,-1-1 0,1 0 0,-1 1 0,0-1 0,0 1 0,0 0 0,0 0 0,-1-1 0,1 2 0,0-1 0,-1 0 0,0 0 0,1 1 0,-5-2 0,6 2 0,0 1 0,0 0 0,0 0 0,0-1 0,0 1 0,0 0 0,0 0 0,0 0 0,0 0 0,-1 1 0,1-1 0,0 0 0,0 0 0,0 1 0,0-1 0,0 0 0,0 1 0,0-1 0,0 1 0,0-1 0,0 2 0,-1 0 0,0-1 0,0 1 0,0 0 0,0 1 0,1-1 0,-1 0 0,1 0 0,-2 4 0,-1 3 0,1 0 0,0 0 0,-4 18 0,6-18 0,1-1 0,-1 1 0,2 0 0,-1-1 0,1 1 0,1-1 0,-1 1 0,2-1 0,-1 0 0,1 0 0,0 0 0,0 0 0,1 0 0,1 0 0,-1-1 0,1 0 0,9 10 0,-6-6 0,1-1 0,1 0 0,0-1 0,1 0 0,-1-1 0,1 0 0,1-1 0,0 0 0,0 0 0,18 6 0,-18-9 0,0-1 0,0 0 0,12 0 0,-18-2 0,0 0 0,0-1 0,1 0 0,-1-1 0,0 1 0,0-1 0,11-3 0,-14 3-105,-1-1 0,1 1 0,-1-1 0,0 1 0,1-1 0,-1 0 0,0 0 0,0 0 0,0 0 0,0 0 0,0 0 0,2-5 0,3-4-6721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3 24575,'0'0'0,"0"0"0,-1-1 0,1 1 0,0 0 0,-1 0 0,1 0 0,-1-1 0,1 1 0,0 0 0,-1 0 0,1 0 0,-1 0 0,1 0 0,0 0 0,-1 0 0,1 0 0,-1 0 0,1 0 0,0 0 0,-1 0 0,1 0 0,-1 0 0,1 0 0,-1 0 0,1 0 0,0 0 0,-1 0 0,1 1 0,0-1 0,-1 0 0,1 0 0,-1 1 0,1-1 0,0 0 0,0 0 0,-1 1 0,1-1 0,0 0 0,-1 1 0,1-1 0,0 0 0,0 1 0,0-1 0,-1 1 0,1-1 0,0 1 0,-9 20 0,8-13 0,0 1 0,0-1 0,0 1 0,1 0 0,0-1 0,1 1 0,0 0 0,1-1 0,-1 1 0,1-1 0,6 15 0,4 4 0,1-1 0,17 27 0,-30-52 0,1-1 0,-1 0 0,0 0 0,0 0 0,0 0 0,0 0 0,0 1 0,1-1 0,-1 0 0,0 0 0,0 0 0,0 0 0,0 1 0,0-1 0,0 0 0,0 0 0,0 0 0,0 1 0,0-1 0,0 0 0,0 0 0,0 0 0,0 1 0,0-1 0,0 0 0,0 0 0,0 0 0,0 1 0,0-1 0,0 0 0,0 0 0,0 0 0,0 1 0,0-1 0,0 0 0,-1 0 0,1 0 0,0 0 0,0 1 0,-10-2 0,-16-11 0,23 11 0,-5-4-107,-2 0-102,-1-1-1,0 2 0,-1-1 0,1 2 1,-19-5-1,18 7-6616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8 24575,'-2'-1'0,"0"0"0,0 0 0,0 0 0,0 0 0,0 1 0,0-1 0,0 1 0,0-1 0,0 1 0,-1 0 0,1 0 0,0 0 0,0 0 0,0 0 0,-3 1 0,3-1 0,1 1 0,-1 0 0,1-1 0,0 1 0,0 0 0,-1 0 0,1 0 0,0 0 0,0 0 0,0 1 0,0-1 0,0 0 0,0 0 0,1 1 0,-1-1 0,0 0 0,1 1 0,-1-1 0,1 1 0,-1-1 0,1 1 0,-1 2 0,0 3 0,0 0 0,0 1 0,1-1 0,0 1 0,0-1 0,1 0 0,0 1 0,0-1 0,1 0 0,0 0 0,4 11 0,1-3 0,0-1 0,0 0 0,1 0 0,13 16 0,-18-26 0,0 0 0,0 0 0,-1 0 0,0 0 0,0 0 0,2 6 0,-4-9 0,1 0 0,-1-1 0,0 1 0,0 0 0,0 0 0,0 0 0,0-1 0,0 1 0,0 0 0,0 0 0,0 0 0,0 0 0,0-1 0,-1 1 0,1 0 0,0 0 0,-1-1 0,1 1 0,0 0 0,-1 0 0,1-1 0,-1 1 0,1-1 0,-1 1 0,1 0 0,-1-1 0,0 1 0,1-1 0,-1 1 0,0-1 0,1 1 0,-1-1 0,0 0 0,0 1 0,1-1 0,-1 0 0,0 0 0,0 1 0,1-1 0,-1 0 0,0 0 0,0 0 0,-1 0 0,-6 0-7,-1 0 0,1 0 0,-1-1-1,1 0 1,-1 0 0,1-1 0,0 0-1,-15-6 1,-6-1-1293,15 5-5526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24575,'-3'10'0,"0"6"0,-3 3 0,0 0 0,1 0 0,2-1 0,0-1 0,2-1 0,0-1 0,-1 0 0,-2-2-8191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24575,'-5'0'0,"-2"3"0,-2 0 0,1 3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24575,'13'28'0,"-10"-20"0,0 0 0,1 0 0,0 0 0,0-1 0,9 11 0,-11-16 0,-1 0 0,1 0 0,0-1 0,0 1 0,0-1 0,0 1 0,0-1 0,1 0 0,-1 0 0,0 0 0,1 0 0,-1 0 0,1 0 0,-1-1 0,1 1 0,-1-1 0,1 0 0,-1 0 0,1 0 0,-1 0 0,1 0 0,-1 0 0,5-2 0,-2 1 0,0-1 0,0 0 0,0 0 0,0-1 0,0 1 0,-1-1 0,1 0 0,6-7 0,-6 7 0,-1-1 0,0 1 0,1 0 0,0 0 0,0 1 0,0-1 0,7-2 0,-10 5 0,0 0 0,-1 0 0,1 0 0,0 0 0,0 0 0,-1 0 0,1 0 0,0 1 0,0-1 0,-1 0 0,1 1 0,0 0 0,-1-1 0,1 1 0,-1 0 0,1 0 0,-1 0 0,1 0 0,-1 0 0,2 2 0,4 3 0,-1 1 0,10 12 0,-7-8 0,32 41-1365,-34-43-5461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29 24575,'-1'-3'0,"-8"-14"0,8 16 0,1 1 0,0-1 0,0 1 0,-1-1 0,1 1 0,0-1 0,-1 1 0,1 0 0,-1-1 0,1 1 0,-1-1 0,1 1 0,0 0 0,-1-1 0,1 1 0,-1 0 0,1 0 0,-1-1 0,0 1 0,1 0 0,-1 0 0,1 0 0,-1 0 0,1 0 0,-2 0 0,2 0 0,-1 0 0,1 1 0,-1-1 0,1 0 0,0 1 0,-1-1 0,1 1 0,-1-1 0,1 1 0,0-1 0,0 1 0,-1-1 0,1 1 0,0-1 0,0 1 0,0 0 0,-1-1 0,1 1 0,0-1 0,0 2 0,-1 14 0,1-13 0,0 10 0,0-1 0,1 1 0,0-1 0,1 1 0,1-1 0,0 0 0,1 0 0,0 0 0,0 0 0,2-1 0,-1 0 0,1 0 0,11 15 0,-16-25 0,0 0 0,-1 0 0,1-1 0,-1 1 0,1 0 0,0 0 0,0-1 0,-1 1 0,1-1 0,0 1 0,0 0 0,0-1 0,0 0 0,0 1 0,0-1 0,0 1 0,0-1 0,0 0 0,0 0 0,0 0 0,1 1 0,-1-2 0,0 1 0,0 0 0,0-1 0,0 1 0,-1-1 0,1 1 0,0-1 0,0 1 0,-1-1 0,1 0 0,0 1 0,-1-1 0,1 0 0,-1 0 0,1 1 0,-1-1 0,1 0 0,0-1 0,2-4 0,-1-1 0,0 1 0,0-1 0,-1 1 0,1-9 0,0-55 0,-3 182 0,-7 147 0,7-240 0,-7 71 0,6-74 0,-1-1 0,-1 0 0,-10 27 0,13-40 0,0 1 0,0 0 0,-1 0 0,1-1 0,-1 1 0,1-1 0,-1 1 0,0-1 0,0 0 0,0 0 0,-1 0 0,1 0 0,0 0 0,-1 0 0,-3 1 0,4-2 0,0 0 0,0-1 0,-1 1 0,1-1 0,0 0 0,0 0 0,-1 0 0,1 0 0,0 0 0,0 0 0,-1 0 0,1-1 0,0 1 0,0-1 0,0 1 0,0-1 0,0 0 0,0 0 0,0 0 0,0 0 0,-2-2 0,-8-5 0,0-1 0,1-1 0,0 1 0,1-2 0,0 1 0,0-2 0,1 1 0,1-1 0,0 0 0,1-1 0,0 0 0,1 0 0,0-1 0,-6-22 0,10 25 0,0 1 0,0 0 0,1-1 0,1 1 0,1-22 0,-1 29 0,0 0 0,1 0 0,-1 1 0,1-1 0,0 0 0,0 0 0,0 0 0,0 1 0,1-1 0,-1 1 0,1-1 0,-1 1 0,1 0 0,0-1 0,0 1 0,0 0 0,0 0 0,0 0 0,0 0 0,1 1 0,-1-1 0,1 1 0,-1-1 0,1 1 0,0 0 0,2-1 0,4 0-136,0 0-1,-1 1 1,1 1-1,0-1 1,0 1-1,0 0 1,0 1-1,-1 0 0,12 3 1,-4 0-6690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0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56 24575,'-8'-10'0,"0"1"0,-1 0 0,-20-16 0,28 25 0,1-1 0,0 1 0,0 0 0,0 0 0,0 0 0,0 0 0,-1 0 0,1-1 0,0 1 0,0 0 0,0 0 0,0 0 0,-1 0 0,1 0 0,0 0 0,0 0 0,0 0 0,-1 0 0,1 0 0,0 0 0,0 0 0,0 0 0,-1 0 0,1 0 0,0 0 0,0 0 0,0 0 0,-1 0 0,1 0 0,0 0 0,0 0 0,0 0 0,-1 0 0,1 0 0,0 0 0,0 1 0,0-1 0,0 0 0,-1 0 0,1 0 0,0 0 0,-1 11 0,4 13 0,2-6 0,1-1 0,0 1 0,1-1 0,1-1 0,1 1 0,0-2 0,1 1 0,0-1 0,15 15 0,10 8 0,2-1 0,1-3 0,75 53 0,-98-78 0,-1-1 0,1 0 0,1-2 0,21 8 0,-3-5 0,36 6 0,-66-15 0,0 1 0,0-1 0,0 0 0,0 0 0,0 0 0,0 0 0,0-1 0,0 0 0,0 1 0,0-1 0,0-1 0,-1 1 0,1-1 0,0 1 0,-1-1 0,1 0 0,-1 0 0,5-4 0,-2 2 0,-6 4 0,-1 0 0,0 0 0,0 0 0,0 0 0,0 0 0,0 0 0,0 0 0,0 0 0,0 0 0,0 0 0,0-1 0,-2 0 0,-157-61 0,157 60 0,0 1 0,0 0 0,0 0 0,0 1 0,0-1 0,-4 1 0,6-1 0,1 1 0,-1 0 0,0 0 0,1 0 0,-1 1 0,1-1 0,-1 0 0,1 0 0,-1 0 0,1 0 0,-1 0 0,1 1 0,-1-1 0,1 0 0,-1 0 0,1 1 0,-1-1 0,1 0 0,0 1 0,-1-1 0,1 1 0,-1-1 0,1 0 0,0 1 0,-1-1 0,1 1 0,0-1 0,0 1 0,-1-1 0,1 1 0,0-1 0,0 1 0,0-1 0,0 1 0,0-1 0,0 1 0,0-1 0,0 1 0,0 0 0,0-1 0,0 1 0,0-1 0,0 1 0,0 0 0,2 9-71,-1-7-37,-1-1 0,1 0 0,-1 0 0,0 0 1,1 1-1,-1-1 0,0 0 0,-1 0 0,1 1 1,0-1-1,-1 2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24575,'3'4'0,"33"32"0,1-1 0,81 59 0,-116-93 0,-1 0 0,0 0 0,1 0 0,-1-1 0,0 1 0,0 1 0,0-1 0,0 0 0,0 0 0,0 0 0,0 0 0,0 1 0,0-1 0,0 1 0,0 1 0,-1-3 0,0 1 0,0 0 0,0 0 0,-1-1 0,1 1 0,0 0 0,0-1 0,-1 1 0,1 0 0,0 0 0,-1-1 0,1 1 0,0-1 0,-1 1 0,1 0 0,-1-1 0,1 1 0,-1-1 0,1 1 0,-1-1 0,0 1 0,1-1 0,-1 0 0,0 1 0,1-1 0,-1 0 0,0 1 0,1-1 0,-1 0 0,0 0 0,0 0 0,0 1 0,-19 4 0,-1-1 0,1 0 0,-1-2 0,1 0 0,-27-1 0,-38 3 0,-6 4-1365,75-7-5461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60 24575,'-51'-17'0,"-1"2"0,-61-10 0,110 24 0,-1 0 0,1 1 0,0 0 0,-1 0 0,1 0 0,0 0 0,-1 0 0,1 1 0,0 0 0,0-1 0,-1 1 0,1 0 0,-4 2 0,5-1 0,0 0 0,-1 0 0,1 0 0,0 0 0,0 0 0,0 0 0,0 0 0,1 1 0,-1-1 0,1 1 0,-1-1 0,1 1 0,0 0 0,0-1 0,-1 5 0,0 0 0,0-1 0,0 1 0,-1-1 0,0 0 0,0 0 0,-6 7 0,8-11 0,0 0 0,-1-1 0,0 1 0,1-1 0,-1 1 0,0-1 0,0 0 0,0 0 0,1 0 0,-1 0 0,-1 0 0,1 0 0,0 0 0,0-1 0,0 1 0,0-1 0,0 1 0,-1-1 0,1 0 0,0 0 0,0 0 0,0 0 0,-4-1 0,-4-1-97,0-1-1,0 0 1,0-1-1,1 0 1,-1-1-1,1 0 1,0 0-1,0-1 1,1 0-1,-1 0 1,1-1-1,1 0 0,-10-12 1,10 10-6729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27 24575,'-21'-6'0,"-51"-11"0,65 15 0,-1 2 0,1-1 0,0 1 0,-1 0 0,1 0 0,-1 1 0,-11 2 0,17-2 0,-1-1 0,1 1 0,0 0 0,-1 0 0,1 1 0,0-1 0,0 0 0,-1 1 0,1-1 0,0 1 0,0 0 0,-3 3 0,2 0 0,0 0 0,0 0 0,0 0 0,-2 7 0,1-4 0,3-6 0,0 0 0,-1 0 0,1-1 0,-1 1 0,1-1 0,-1 1 0,1-1 0,-1 1 0,0-1 0,0 0 0,0 0 0,0 0 0,0 0 0,0 0 0,0 0 0,0 0 0,0-1 0,0 1 0,-1-1 0,1 0 0,0 1 0,0-1 0,-3 0 0,-6 0 0,-1-1 0,-22-3 0,18 1-227,0 0-1,-1-1 1,2-1-1,-1 0 1,-28-14-1,32 12-6598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42 120 24575,'0'0'0,"0"0"0,-1 0 0,1 0 0,0 0 0,-1 0 0,1 0 0,0 0 0,-1 0 0,1 0 0,0 0 0,-1 0 0,1 1 0,0-1 0,-1 0 0,1 0 0,0 0 0,0 1 0,-1-1 0,1 0 0,0 0 0,0 1 0,-1-1 0,1 0 0,0 0 0,0 1 0,0-1 0,-1 0 0,1 1 0,0-1 0,0 14 0,7 12 0,-7-26 0,31 94 0,-26-77 0,-2 0 0,0 0 0,1 30 0,-2-28 0,4 27 0,-3-28 0,1 26 0,-8-86 0,-2 0 0,-18-65 0,7 37 0,-9-30 0,5 24 0,18 48 0,3 28 0,0-1 0,0 1 0,0-1 0,0 1 0,0 0 0,0-1 0,0 1 0,0-1 0,0 1 0,0 0 0,1-1 0,-1 1 0,0-1 0,0 1 0,0 0 0,1-1 0,-1 1 0,0 0 0,0-1 0,1 1 0,-1 0 0,1-1 0,-1 1 0,1 0 0,-1 0 0,1 0 0,0 1 0,-1-1 0,1 0 0,-1 0 0,1 0 0,-1 0 0,1 1 0,0-1 0,-1 0 0,1 1 0,-1-1 0,0 0 0,1 1 0,-1-1 0,1 0 0,-1 1 0,1-1 0,-1 2 0,8 6 0,-1 1 0,-1 1 0,0-1 0,8 16 0,1 2 0,9 12 0,2-1 0,56 63 0,-64-83 0,-1-1 0,2-1 0,0 0 0,1-2 0,1 0 0,44 21 0,-51-28 0,1-1 0,0-1 0,19 4 0,-33-9 0,1 0 0,-1 0 0,0 1 0,0-1 0,0 0 0,0 0 0,1 0 0,-1-1 0,0 1 0,0 0 0,0 0 0,0-1 0,0 1 0,1-1 0,-1 1 0,0-1 0,0 1 0,0-1 0,0 1 0,0-1 0,0 0 0,-1 0 0,1 1 0,0-1 0,0 0 0,0 0 0,-1 0 0,1 0 0,0 0 0,-1 0 0,1 0 0,-1 0 0,1 0 0,-1-1 0,0 1 0,1 0 0,-1 0 0,0 0 0,0 0 0,0-2 0,1-3 0,-1 0 0,0 0 0,-1 0 0,1 0 0,-1 0 0,-3-10 0,-7-15 0,-2 0 0,-1 1 0,-21-34 0,18 35 0,1 0 0,2-1 0,-12-37 0,18 31-1365,7 23-5461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24575,'0'10'0,"0"6"0,3 3 0,0 0 0,3 0 0,0-1 0,1 1 0,0 1 0,1-1 0,0-2 0,0 0 0,-1-2 0,1 1 0,-1-2 0,1-1 0,-1-2 0,-4-5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24575,'25'-5'0,"13"-1"0,6-1 0,-3 2 0,-3 4 0,-5 2 0,-7 1 0,-4 0 0,-4 0 0,-2-1 0,-4 0-8191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24575,'0'-5'0,"3"-2"0,3 1 0,3 1 0,2 1 0,3 5 0,0 1 0,1 0 0,-2 3 0,-1 1 0,1-2 0,-3 2 0,-1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24575,'6'41'0,"14"53"0,-14-71 0,2 0 0,1 0 0,19 36 0,-23-51 0,-4-5 0,0 0 0,1-1 0,-1 1 0,1 0 0,0-1 0,0 1 0,4 3 0,-6-6 1,0 0 1,0 0-1,0 0 0,0 0 0,0 0 1,0 0-1,1 0 0,-1 0 0,0 0 1,0 0-1,0 0 0,0 0 0,0 0 1,0 0-1,1 0 0,-1 0 0,0 0 1,0 0-1,0 0 0,0 0 0,0 0 0,0 0 1,0 0-1,1 0 0,-1 0 0,0 0 1,0 0-1,0 0 0,0 0 0,0 0 1,0 0-1,0-1 0,0 1 0,0 0 1,1 0-1,-1 0 0,0 0 0,0 0 0,0 0 1,0 0-1,0-1 0,0 1 0,0 0 1,0 0-1,0 0 0,0 0 0,0 0 1,0 0-1,0 0 0,0-1 0,0 1 1,0 0-1,0 0 0,0 0 0,0 0 0,0 0 1,0 0-1,0-1 0,0 1 0,-1-8-1440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24575,'7'-10'0,"6"-3"0,2 0 0,2 3 0,0 2 0,0 4 0,2 1 0,0 2 0,0 1 0,-2 1 0,0-1 0,-1 1 0,-1-1 0,-2-2 0,-7-1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24575,'5'-5'0,"4"-1"0,4-1 0,1 2 0,1 4 0,1 2 0,-1 1 0,1 0 0,-1 0 0,1 2 0,-1 0 0,0 0 0,-3-1-8191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24575,'7'17'0,"6"9"0,0 2 0,-2-1 0,-1-2 0,1-4 0,-1-2 0,-3-2 0,0-2 0,1 0 0,0-1 0,-2-2-8191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45 24575,'-8'-6'0,"-1"0"0,0 1 0,0 1 0,0-1 0,-1 2 0,1-1 0,-1 1 0,0 1 0,0-1 0,0 2 0,0-1 0,0 2 0,-1-1 0,1 1 0,0 1 0,-12 2 0,-23 2 56,-89 0 1,-44-14-1303,168 8 1014,-19-1-6594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3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24575,'0'-9'0,"0"20"0,2 14 0,6 7 0,2-2 0,1 1 0,1-2 0,23 42 0,-7-14 0,-26-53 0,25 48 0,-24-48 0,-1 1 0,1-1 0,1 0 0,-1 0 0,1 0 0,-1 0 0,1-1 0,7 6 0,-11-9-1,0 0 0,0 0 0,0 0 0,0 0 0,0 0 0,0 0 0,0 0 0,0-1 0,0 1 0,0 0 0,0 0 0,0 0 0,0 0 0,0 0 0,0 0 0,0 0 0,0 0 0,0 0 0,0 0 0,0 0 0,0 0 0,0 0 0,0 0 0,0 0 0,0 0 0,0 0 0,0 0 0,0 0 0,0 0 0,0 0 0,0 0 0,0 0 0,0 0 0,0 0 0,0 0 0,1 0 0,-1 0 0,0 0 0,0 0 0,0-1 0,0 1 0,0 0 0,0 0 0,0 0 0,0 0 0,0 1 0,0-1 0,0 0 0,0 0 0,0 0 0,0 0 0,0 0 0,0 0 0,-2-5-1310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4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1131 106 24575,'-3'-3'0,"0"-1"0,0 1 0,0-1 0,0 1 0,-1 0 0,1 0 0,-1 1 0,0-1 0,0 1 0,0-1 0,0 1 0,0 1 0,-1-1 0,1 1 0,-1-1 0,-6 0 0,-8-1 0,0 2 0,-35 0 0,2 1 0,-215-25 0,-202-6 0,435 30-107,10 1 223,-24 1 0,42 0-265,0-1 0,1 1 0,-1 1 0,0-1 0,1 1 0,-1 0 0,1 0 0,0 0 0,-9 6 0,4 0-6677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5.7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 69 24575,'-2'5'0,"0"0"0,1 0 0,-1 1 0,1-1 0,0 1 0,0-1 0,1 1 0,-1-1 0,1 1 0,0-1 0,1 1 0,0-1 0,-1 1 0,2-1 0,2 8 0,-2-6 0,0 0 0,1-1 0,0 1 0,0-1 0,1 0 0,0 0 0,0 0 0,0-1 0,1 1 0,0-1 0,10 8 0,-14-11 0,1-1 0,-1 0 0,1 0 0,0 0 0,-1 0 0,1-1 0,0 1 0,-1 0 0,1-1 0,0 1 0,0-1 0,0 1 0,0-1 0,-1 0 0,1 0 0,0 0 0,0 0 0,0 0 0,3-1 0,-4 1 0,0-1 0,0 0 0,0 1 0,0-1 0,0 0 0,-1 1 0,1-1 0,0 0 0,0 0 0,0 0 0,-1 0 0,1 0 0,0 0 0,-1 0 0,1 0 0,-1 0 0,1 0 0,-1-1 0,0 1 0,1 0 0,-1 0 0,0 0 0,0 0 0,0-1 0,0 1 0,0 0 0,0 0 0,0 0 0,0-1 0,0 1 0,-1-1 0,0-5 0,-1 1 0,1-1 0,-1 1 0,-1 0 0,1 0 0,-1 0 0,0 0 0,-6-8 0,-5-5 0,-18-19 0,-7-8 0,31 36 0,6 7 0,0 0 0,-1 1 0,1-1 0,0-1 0,0 1 0,1 0 0,-1 0 0,1-1 0,-3-5 0,5 9 0,-1-1 0,0 1 0,0 0 0,0-1 0,1 1 0,-1 0 0,0-1 0,0 1 0,1 0 0,-1-1 0,0 1 0,1 0 0,-1 0 0,0-1 0,1 1 0,-1 0 0,0 0 0,1 0 0,-1 0 0,0-1 0,1 1 0,-1 0 0,1 0 0,-1 0 0,0 0 0,1 0 0,-1 0 0,0 0 0,1 0 0,-1 0 0,1 0 0,-1 0 0,0 0 0,1 0 0,-1 1 0,1-1 0,-1 0 0,1 1 0,16 4 0,31 19 0,-39-18 0,0-1 0,1 0 0,-1-1 0,1 0 0,0 0 0,0-1 0,0 0 0,19 2 0,81-5 0,-47-1 0,-50 1 0,0-1 0,0 0 0,0-1 0,0 0 0,0-1 0,0-1 0,-1 0 0,21-9 0,-31 12 0,-1 0 0,0 1 0,1-1 0,-1 0 0,0 0 0,0 0 0,0-1 0,0 1 0,0 0 0,0 0 0,0 0 0,1-2 0,-2 2 0,0 1 0,0 0 0,0-1 0,1 1 0,-1 0 0,0 0 0,0-1 0,0 1 0,0 0 0,0-1 0,0 1 0,0 0 0,0-1 0,-1 1 0,1 0 0,0-1 0,0 1 0,0 0 0,0-1 0,0 1 0,0 0 0,0 0 0,-1-1 0,1 1 0,-1-1 0,1 1 0,-1-1 0,0 1 0,0-1 0,1 1 0,-1-1 0,0 1 0,0 0 0,0-1 0,0 1 0,1 0 0,-3-1 0,-1 1 0,1-1 0,-1 1 0,1 0 0,-1 0 0,0 0 0,1 1 0,-1-1 0,1 1 0,-1 0 0,0 0 0,1 0 0,0 0 0,-1 0 0,1 1 0,0 0 0,0 0 0,0 0 0,0 0 0,0 0 0,0 0 0,0 1 0,1-1 0,-1 1 0,1 0 0,0 0 0,0 0 0,-3 5 0,2-1 0,1 0 0,-1-1 0,1 1 0,1 0 0,-1 0 0,1 0 0,0 14 0,1-19 0,0 0 0,1 0 0,-1 0 0,0 0 0,1 0 0,0 0 0,-1 0 0,1 0 0,0 0 0,0 0 0,0 0 0,0 0 0,0-1 0,1 1 0,-1 0 0,0-1 0,1 1 0,-1-1 0,1 1 0,0-1 0,-1 0 0,1 0 0,0 0 0,0 0 0,0 0 0,0 0 0,0 0 0,0-1 0,0 1 0,3 0 0,3 1 0,1-1 0,-1 0 0,0 0 0,1-1 0,-1 0 0,1 0 0,-1-1 0,1 0 0,-1 0 0,0-1 0,10-4 0,-13 5 0,-1-1 0,0 0 0,0 0 0,0-1 0,0 1 0,-1-1 0,1 0 0,-1 0 0,1 0 0,-1-1 0,0 1 0,0-1 0,0 1 0,-1-1 0,0 0 0,1 0 0,-1 0 0,0 0 0,-1-1 0,1 1 0,-1-1 0,1-4 0,0-8 0,-1 8 0,-1 18 0,0-1 9,0 0-1,1-1 1,0 1-1,0 0 1,1-1 0,0 1-1,0-1 1,1 0-1,0 0 1,0 0-1,1 0 1,0-1-1,7 11 1,-4-9-158,-1 0 1,1-1-1,0 0 1,1 0-1,0 0 1,0-1-1,0 0 1,1-1-1,17 9 1,-13-10-6678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6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138 503 24575,'-16'2'0,"-3"1"0,-20 6 0,35-8 0,-1 0 0,0 1 0,1 0 0,-1 0 0,1 0 0,0 1 0,0 0 0,0-1 0,-6 6 0,9-7 0,0 1 0,-1-1 0,1 1 0,0-1 0,0 1 0,0-1 0,0 1 0,0 0 0,0 0 0,0-1 0,1 1 0,-1 0 0,1 0 0,-1 0 0,1 0 0,0 0 0,0-1 0,-1 1 0,1 0 0,1 0 0,-1 0 0,0 0 0,0 0 0,1 0 0,-1 0 0,1 0 0,-1-1 0,1 1 0,0 0 0,0 0 0,0-1 0,0 1 0,0-1 0,0 1 0,0-1 0,3 3 0,0 0 0,0 0 0,1 0 0,-1-1 0,1 1 0,-1-1 0,1-1 0,0 1 0,0-1 0,0 1 0,1-1 0,8 2 0,-10-3 0,1-1 0,0 1 0,0-1 0,-1 0 0,1 0 0,0 0 0,0-1 0,0 1 0,-1-1 0,1 0 0,0-1 0,-1 1 0,1-1 0,-1 0 0,0 0 0,1 0 0,-1-1 0,0 1 0,0-1 0,-1 0 0,6-5 0,-5 3 0,0 0 0,1-1 0,-2 0 0,1 1 0,-1-1 0,0-1 0,0 1 0,0 0 0,-1-1 0,0 1 0,0-1 0,-1 0 0,0 0 0,1-9 0,-2-8 0,-1 0 0,-1 1 0,0-1 0,-8-27 0,-32-91 0,-50-72 0,92 213 0,-1 0 0,1 0 0,0 0 0,-1 0 0,1 1 0,-1-1 0,1 0 0,-1 0 0,1 1 0,-1-1 0,0 1 0,1-1 0,-2-1 0,2 2 0,-1 0 0,1 1 0,0-1 0,0 0 0,0 0 0,-1 0 0,1 0 0,0 0 0,0 0 0,0 0 0,-1 0 0,1 0 0,0 1 0,0-1 0,0 0 0,0 0 0,-1 0 0,1 0 0,0 1 0,0-1 0,0 0 0,0 0 0,0 0 0,0 0 0,0 1 0,0-1 0,0 0 0,0 0 0,-1 1 0,1-1 0,0 0 0,0 0 0,0 1 0,-2 26 0,2-26 0,1 34 0,1 1 0,1 0 0,2-1 0,2 1 0,1-2 0,1 1 0,3-1 0,0 0 0,2-2 0,24 42 0,-28-58 0,1-1 0,0 0 0,1-1 0,0 0 0,1-1 0,1-1 0,0 0 0,29 19 0,-33-25 0,0-1 0,0 0 0,1 0 0,-1-1 0,1 0 0,0-1 0,0 0 0,0-1 0,1-1 0,-1 1 0,0-2 0,1 1 0,-1-2 0,0 1 0,18-5 0,-24 4 0,-1 0 0,0 0 0,0-1 0,0 1 0,0-1 0,0 0 0,0-1 0,-1 1 0,1-1 0,-1 1 0,0-1 0,6-6 0,-5 4 0,0-1 0,0 1 0,-1-1 0,0 1 0,0-1 0,-1 0 0,1 0 0,1-7 0,-1 0 0,-1-1 0,0 0 0,0-1 0,-2 1 0,0 0 0,0 0 0,-4-19 0,3 26 0,-1-1 0,0 0 0,0 0 0,-1 1 0,0-1 0,-7-13 0,9 20 0,0-1 0,0 1 0,0 0 0,1-1 0,-1 1 0,-1 0 0,1 0 0,0-1 0,0 1 0,0 0 0,-1 0 0,1 0 0,0 1 0,-1-1 0,1 0 0,-1 0 0,1 1 0,-1-1 0,1 1 0,-1-1 0,1 1 0,-1 0 0,0-1 0,1 1 0,-1 0 0,1 0 0,-1 0 0,0 0 0,1 1 0,-1-1 0,0 0 0,1 1 0,-1-1 0,1 1 0,-1-1 0,1 1 0,-1 0 0,1 0 0,0 0 0,-2 1 0,-2 2 0,1 0 0,-1 0 0,1 0 0,0 1 0,1-1 0,-1 1 0,1 0 0,0 0 0,0 0 0,1 1 0,-1-1 0,1 1 0,1-1 0,-1 1 0,1 0 0,-2 11 0,2-4 0,0 1 0,0-1 0,2 1 0,0-1 0,0 1 0,5 17 0,-5-25 0,1 0 0,0 0 0,0 0 0,1 0 0,0-1 0,0 1 0,0-1 0,0 0 0,1 0 0,0 0 0,0 0 0,8 6 0,-5-5 0,0-1 0,1 0 0,-1-1 0,1 0 0,0 0 0,0 0 0,1-1 0,9 3 0,-2-3 0,-1 0 0,1-1 0,-1-1 0,1 0 0,-1-1 0,1 0 0,0-2 0,-1 0 0,27-7 0,-2-5-1365,-25 7-5461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24575,'13'-2'0,"28"-6"0,59-1 0,-88 9 0,0 0 0,0 0 0,0 1 0,-1 1 0,1 0 0,-1 1 0,1 0 0,-1 1 0,20 9 0,-28-12 0,-1 1 0,1-1 0,-1 1 0,1 0 0,-1 0 0,0 0 0,0 0 0,0 0 0,0 0 0,0 0 0,-1 1 0,1-1 0,-1 1 0,1 0 0,-1-1 0,1 4 0,0 0 0,-1-1 0,0 1 0,-1-1 0,0 1 0,1 0 0,-2-1 0,0 11 0,0-12 0,-1 1 0,1 0 0,-1 0 0,0-1 0,0 1 0,0-1 0,-1 0 0,1 1 0,-1-1 0,0 0 0,-1-1 0,1 1 0,-1 0 0,1-1 0,-1 0 0,0 0 0,0 0 0,0 0 0,-6 2 0,3-1 0,0-1 0,-1 1 0,1-1 0,-1-1 0,0 1 0,0-1 0,0-1 0,0 0 0,0 0 0,0 0 0,-9-1 0,11-1 0,0 0 0,0-1 0,1 1 0,-1-1 0,1 0 0,-1 0 0,1-1 0,0 0 0,0 0 0,0 0 0,0-1 0,1 1 0,-1-1 0,1 0 0,-7-9 0,8 9 0,0 1 0,0-1 0,1 0 0,-1 0 0,1-1 0,0 1 0,0 0 0,1-1 0,-1 1 0,1-1 0,0 1 0,0-1 0,1 0 0,-1 1 0,1-1 0,0 0 0,0 1 0,1-1 0,-1 0 0,2-5 0,0 6-65,0 0 0,0 1 0,0-1 0,0 1 0,0-1 0,1 1 0,-1 0 0,1 0 0,0 0 0,0 0 0,0 1 0,0-1 0,1 1 0,-1 0 0,1 0 0,-1 0 0,1 0 0,0 1 0,-1-1 0,7-1 0,3 1-6761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5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2 24575,'-9'0'0,"0"-1"0,0 1 0,0 0 0,0 1 0,0 0 0,0 0 0,-14 5 0,20-5 0,-1 0 0,1 1 0,-1 0 0,1 0 0,0 0 0,-1 0 0,1 0 0,0 0 0,0 1 0,1 0 0,-1-1 0,1 1 0,-1 0 0,1 0 0,0 1 0,0-1 0,0 0 0,0 1 0,1-1 0,-2 6 0,0 2 0,1 1 0,0 0 0,1 0 0,0-1 0,1 1 0,0 0 0,1 0 0,3 19 0,27 94 0,-29-120 0,27 82 0,53 109 0,-62-150-70,-10-22-254,1 0 1,1-1-1,18 27 0,-20-37-6502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6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91 24575,'-25'-13'0,"-11"-3"0,-4 0 0,2 3 0,5 4 0,6 3 0,4 3 0,5 2 0,4-2 0,5-2 0,7-1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212 264 24575,'-39'-61'0,"10"15"0,-2 1 0,-45-49 0,74 91 0,0 1 0,0 0 0,-1 0 0,1 0 0,0 1 0,-4-3 0,5 4 0,1 0 0,0-1 0,-1 1 0,1 0 0,0 0 0,-1 0 0,1 0 0,-1 0 0,1 0 0,0 0 0,-1 0 0,1 0 0,-1 0 0,1 0 0,0 0 0,-1 0 0,1 0 0,0 0 0,-1 0 0,1 1 0,-1-1 0,1 0 0,-1 1 0,1-1 0,-1 1 0,1 0 0,-1-1 0,1 1 0,0-1 0,-1 1 0,1 0 0,0-1 0,0 1 0,-1 0 0,1-1 0,0 1 0,0 0 0,0 0 0,-2 16 0,1-1 0,0 1 0,2-1 0,2 21 0,15 66 0,18 30 0,58 146 0,11 26 0,-102-295-120,6 24 373,-8-32-368,-1 0 0,1 0-1,-1 1 1,0-1 0,0 0 0,0 0-1,0 0 1,-1 1 0,1-1 0,0 0-1,-1 0 1,0 2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1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370 31 24575,'-30'-5'0,"-15"-2"0,-5 1 0,1 1 0,4 1 0,4 2 0,5 1 0,5 3 0,6 1 0,7 0-8191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2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10 24575,'-12'-5'0,"-5"1"0,-1 4 0,2 4 0,3 4 0,5 3 0,3 0-8191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24575,'0'3'0,"-2"3"0,-4 3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4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51 24575,'1'-12'0,"-1"8"0,1 0 0,-1 0 0,1 0 0,0 1 0,0-1 0,0 0 0,0 1 0,3-6 0,0 27 0,-3 20 0,-1-12 0,1 0 0,6 33 0,-3-37 0,41 243 0,-38-220 0,-3-24 0,1 28 0,-5-48 0,0 0 0,0-1 0,0 1 0,0-1 0,0 1 0,0 0 0,0-1 0,0 1 0,0-1 0,0 1 0,1 0 0,-1-1 0,0 1 0,0-1 0,1 1 0,-1-1 0,0 1 0,1-1 0,-1 1 0,0-1 0,1 1 0,-1-1 0,1 1 0,-1-1 0,1 0 0,-1 1 0,1-1 0,-1 0 0,1 0 0,-1 1 0,1-1 0,0 0 0,-1 0 0,1 0 0,-1 1 0,1-1 0,0 0 0,-1 0 0,1 0 0,-1 0 0,1 0 0,1-1 0,2 1 0,1-2 0,0 1 0,-1 0 0,9-5 0,-2 2 0,5-1 0,0 1 0,0 1 0,1 0 0,17 0 0,67 2 0,-65 2 0,39 5 0,-3 1 0,-70-7 11,-1 0 0,0 0 0,1 0 0,-1 0 0,1 0 0,-1 0-1,0 0 1,1-1 0,-1 1 0,3-2 0,-4 2-55,0 0 1,1-1-1,-1 1 0,0-1 1,0 1-1,1 0 0,-1-1 1,0 1-1,0-1 0,0 1 1,1 0-1,-1-1 0,0 1 1,0-1-1,0 1 0,0-1 0,0 1 1,0 0-1,0-1 0,0 1 1,0-1-1,0 1 0,0-1 1,0 1-1,-1-1 0,1 1 1,0 0-1,0-1 0,0 1 1,-1-1-1,1 1 0,0 0 1,-1-1-1,-4-8-6782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8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167 45 24575,'-2'-3'0,"-2"-1"0,1 0 0,0 1 0,-1 0 0,1 0 0,-1 0 0,0 0 0,0 1 0,0-1 0,0 1 0,-1 0 0,1 0 0,-1 1 0,1-1 0,-1 1 0,-9-1 0,11 1 0,0 1 0,-1-1 0,1 1 0,-1 0 0,1 1 0,0-1 0,-1 0 0,1 1 0,0 0 0,-1 0 0,1 0 0,0 0 0,0 0 0,0 1 0,0-1 0,0 1 0,0 0 0,0 0 0,0 0 0,1 0 0,-1 1 0,1-1 0,0 1 0,-3 3 0,3-2 0,0-1 0,0 1 0,1 0 0,0 0 0,0 0 0,0 1 0,0-1 0,0 0 0,1 0 0,0 0 0,0 1 0,0-1 0,0 0 0,1 0 0,-1 0 0,1 1 0,0-1 0,1 0 0,-1 0 0,1 0 0,-1-1 0,1 1 0,0 0 0,1 0 0,-1-1 0,1 0 0,-1 1 0,1-1 0,0 0 0,0 0 0,5 3 0,-1-1 0,0-1 0,0 0 0,0 0 0,0-1 0,1 0 0,-1 0 0,1-1 0,0 0 0,0 0 0,0-1 0,0 0 0,0 0 0,0-1 0,13-1 0,-19 1 0,1-1 0,-1 1 0,0-1 0,0 0 0,0 0 0,0 0 0,0 0 0,0 0 0,0-1 0,0 1 0,0-1 0,-1 1 0,1-1 0,-1 1 0,1-1 0,-1 0 0,1 0 0,-1 0 0,0 0 0,0 0 0,0 0 0,0 0 0,0 0 0,-1 0 0,1-1 0,-1 1 0,1-3 0,0 0 0,0-1 0,0 1 0,-1-1 0,0 1 0,0-1 0,0 1 0,-1-1 0,1 1 0,-2-1 0,-1-6 0,-1 5 0,4 12 0,5 14 0,20 33 0,-21-45 0,0-1 0,0 1 0,0-1 0,1 0 0,9 8 0,-5-7-1365,0-3-5461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24575,'-1'7'0,"0"0"0,0 0 0,1 0 0,0-1 0,0 1 0,1 0 0,-1 0 0,4 10 0,18 53 0,-18-57 0,145 337 0,-136-322 0,-10-23 17,-1 0 0,0 1 1,0-1-1,-1 1 0,1-1 0,0 10 0,-2-14-28,0 0 0,0 0-1,0 0 1,0 0 0,0 0 0,0 0 0,0 0 0,-1 0-1,1 0 1,0 0 0,-1 0 0,1 0 0,-1 0 0,1 0-1,-1 0 1,0 0 0,0 0 0,0 0-65,0 0 1,-1 0-1,1-1 1,0 1-1,0 0 1,-1-1-1,1 0 1,0 1-1,0-1 1,-1 0-1,1 1 1,-1-1-1,1 0 1,0 0-1,-1 0 0,-1-1 1,-12 0-6751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9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0 161 24575,'163'22'0,"-104"-13"0,0-1 0,105-2 0,-156-6 0,1-1 0,-1 0 0,1 0 0,-1-1 0,0-1 0,0 1 0,0-1 0,0 0 0,0-1 0,8-5 0,-13 7 0,0 0 0,-1 0 0,1-1 0,-1 1 0,1-1 0,-1 1 0,0-1 0,0 0 0,0 0 0,0 0 0,0 0 0,-1 0 0,1 0 0,-1-1 0,0 1 0,0 0 0,0-1 0,0 1 0,-1-1 0,0 1 0,1-1 0,-1 1 0,0-1 0,-1 1 0,1-1 0,-1 1 0,0-5 0,-1 3 0,1 1 0,-1-1 0,0 0 0,0 0 0,-1 1 0,1-1 0,-1 1 0,0 0 0,0-1 0,-1 1 0,1 1 0,-1-1 0,0 1 0,0-1 0,0 1 0,0 0 0,-1 0 0,1 1 0,-1-1 0,1 1 0,-1 0 0,0 1 0,-6-2 0,10 2 0,-1 1 0,1 0 0,-1 0 0,1 0 0,-1 0 0,1 0 0,-1 1 0,1-1 0,0 0 0,-1 1 0,1-1 0,-1 1 0,1-1 0,0 1 0,-1 0 0,1-1 0,0 1 0,-2 2 0,1-1 0,1 0 0,-1-1 0,1 1 0,-1 0 0,1 1 0,0-1 0,0 0 0,0 0 0,0 0 0,0 4 0,-1 3 0,0 0 0,1-1 0,1 1 0,0 0 0,0 10 0,2-8 0,0 0 0,0 0 0,1-1 0,0 1 0,1-1 0,0 1 0,0-1 0,1 0 0,1-1 0,0 1 0,0-1 0,1 0 0,9 9 0,-6-6 0,2-2 0,-1 1 0,1-1 0,1-1 0,-1-1 0,2 1 0,-1-2 0,29 12 0,-33-16 0,-1-1 0,0 1 0,1-2 0,-1 1 0,1-1 0,-1 0 0,16-1 0,-21 0 0,-1-1 0,1 1 0,0-1 0,0 1 0,0-1 0,-1 0 0,1 0 0,-1 0 0,1 0 0,0 0 0,-1-1 0,0 1 0,1-1 0,-1 1 0,0-1 0,0 0 0,0 0 0,0 0 0,0 0 0,0-1 0,-1 1 0,1 0 0,-1-1 0,0 1 0,1-1 0,0-4 0,1-9 0,0-1 0,-2 1 0,0 0 0,0 0 0,-2-1 0,-3-19 0,-2 11 0,4 19 0,7 13 0,0-1 0,1 0 0,0 0 0,12 9 0,-7-6 0,60 47 0,-60-49 0,-1 0 0,2-1 0,-1-1 0,1 1 0,12 3 0,-22-9 0,-1 1 0,0-1 0,1 1 0,-1-1 0,1 0 0,-1 0 0,1 0 0,-1 1 0,1-1 0,-1-1 0,0 1 0,1 0 0,-1 0 0,1 0 0,-1-1 0,1 1 0,-1-1 0,0 1 0,1-1 0,-1 0 0,0 1 0,2-2 0,-2 0 0,0 1 0,1-1 0,-1 0 0,0 1 0,0-1 0,0 0 0,-1 0 0,1 0 0,0 0 0,-1 0 0,1 0 0,-1 0 0,0 0 0,0 0 0,1-3 0,-3-22 0,2 22 0,-1 0 0,1 0 0,0 0 0,0 0 0,1 0 0,-1 0 0,3-7 0,-3 12 0,0-1 0,0 1 0,0 0 0,1-1 0,-1 1 0,0-1 0,1 1 0,-1 0 0,0-1 0,0 1 0,1-1 0,-1 1 0,1 0 0,-1 0 0,0-1 0,1 1 0,-1 0 0,1 0 0,-1-1 0,1 1 0,-1 0 0,1 0 0,-1 0 0,1 0 0,0-1 0,15 5 0,11 13 0,-13-5-227,-1 0-1,0 1 1,-1 1-1,0 0 1,14 23-1,-18-24-6598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5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5 24575,'-2'-1'0,"0"0"0,0 1 0,1-1 0,-1 1 0,0-1 0,0 1 0,0 0 0,0 0 0,0 0 0,0 0 0,0 0 0,0 0 0,0 1 0,0-1 0,0 1 0,0-1 0,1 1 0,-1 0 0,0 0 0,0-1 0,1 1 0,-1 0 0,0 1 0,1-1 0,-1 0 0,1 0 0,-1 1 0,1-1 0,0 1 0,0-1 0,0 1 0,0 0 0,0-1 0,-2 4 0,-1 6 0,0-1 0,1 1 0,0-1 0,1 1 0,-1 11 0,0-7 0,1-4 0,1 0 0,-1 0 0,2 0 0,0 0 0,0 0 0,1 0 0,0 0 0,4 13 0,-4-19 0,1 0 0,0 0 0,0-1 0,0 1 0,0 0 0,1-1 0,0 1 0,0-1 0,0 0 0,1 0 0,-1 0 0,1-1 0,0 1 0,0-1 0,0 0 0,0 0 0,1 0 0,-1-1 0,8 4 0,1-1 0,1-1 0,0-1 0,0 0 0,0-1 0,0 0 0,0-1 0,0-1 0,1 0 0,16-3 0,-27 3 0,-1 0 0,0-1 0,0 0 0,0 0 0,0 0 0,0 0 0,0 0 0,0-1 0,0 1 0,-1-1 0,1 0 0,0 1 0,-1-2 0,3-1 0,-1 0 0,-1 0 0,1-1 0,-1 1 0,-1-1 0,1 1 0,0-1 0,2-9 0,-1 1 0,0 0 0,-1 0 0,-1 0 0,-1 0 0,1 0 0,-2-14 0,1 34 0,0-1 0,1 0 0,0 1 0,0-1 0,0 0 0,1 0 0,5 10 0,32 46 0,-36-57 0,0 1 0,0-1 0,1-1 0,-1 1 0,1-1 0,1 0 0,6 5 0,-11-8 0,0 0 0,1-1 0,-1 1 0,0 0 0,1-1 0,-1 1 0,1-1 0,-1 1 0,1-1 0,-1 0 0,1 1 0,-1-1 0,1 0 0,-1 0 0,1 0 0,-1 0 0,1 0 0,-1-1 0,1 1 0,-1 0 0,1-1 0,-1 1 0,0-1 0,1 0 0,-1 1 0,0-1 0,1 0 0,-1 0 0,0 0 0,0 0 0,1 0 0,-1 0 0,0 0 0,0 0 0,0 0 0,-1 0 0,2-2 0,3-4 0,-1-1 0,-1 1 0,1-1 0,-2 0 0,1 0 0,2-14 0,4-51 0,-7 55 0,-2 17 0,-1 0 0,1 0 0,1 0 0,-1 0 0,0 1 0,0-1 0,0 0 0,0 0 0,1 0 0,-1 0 0,0 1 0,1-1 0,-1 0 0,0 0 0,1 0 0,-1 1 0,1-1 0,1-1 0,-2 2 0,0 0 0,1 0 0,-1 0 0,1 0 0,-1 0 0,1 0 0,-1 0 0,1 0 0,-1 0 0,0 0 0,1 1 0,-1-1 0,1 0 0,-1 0 0,1 0 0,-1 0 0,0 1 0,1-1 0,-1 0 0,0 0 0,1 1 0,-1-1 0,0 0 0,1 1 0,-1 0 0,5 5 0,0 0 0,0 0 0,4 8 0,-5-6 0,1-1 0,113 180 0,-99-151 0,-1 0 0,-1 2 0,16 54 0,-28-75 0,1 4 0,-1 1 0,4 25 0,-8-41 0,-1-1 0,1 1 0,-1 0 0,-1-1 0,1 1 0,-1-1 0,0 1 0,0-1 0,0 1 0,-1-1 0,0 0 0,0 0 0,0 0 0,-4 5 0,4-8 0,0 0 0,0 0 0,0 0 0,0 0 0,0-1 0,-1 1 0,1-1 0,-1 1 0,1-1 0,-1 0 0,1 0 0,-1 0 0,0 0 0,1-1 0,-1 1 0,0-1 0,0 1 0,0-1 0,1 0 0,-6-1 0,-5 1 0,-1-2 0,-23-5 0,37 7 0,-9-2 0,0 0 0,0-1 0,0 0 0,1 0 0,0-1 0,-1-1 0,1 1 0,1-1 0,-1 0 0,1-1 0,0 0 0,-10-10 0,12 10 0,0 0 0,1-1 0,0 1 0,0-1 0,0 0 0,1 0 0,0 0 0,0 0 0,1-1 0,0 1 0,0-1 0,1 1 0,0-1 0,0 0 0,0-9 0,2 9 0,-1 0 0,1 0 0,1 0 0,-1 0 0,1 0 0,1 1 0,-1-1 0,1 0 0,1 1 0,-1 0 0,1 0 0,7-9 0,-8 11 0,1 1 0,0 0 0,0 0 0,0 0 0,0 0 0,1 1 0,-1 0 0,1 0 0,0 0 0,0 0 0,0 1 0,0-1 0,0 1 0,1 1 0,-1-1 0,1 1 0,-1 0 0,10-1 0,-13 2-124,0 0 0,0 1 0,1-1 0,-1 0 0,0 1 0,0-1-1,0 1 1,0-1 0,0 1 0,4 2 0,3 3-6702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147 16 24575,'11'-6'0,"8"-3"0,-19 9 0,0 0 0,0 0 0,0 0 0,1 0 0,-1 0 0,0 0 0,0 0 0,0 0 0,0 0 0,0 0 0,0 0 0,1 0 0,-1 0 0,0 0 0,0 0 0,0 0 0,0 0 0,0 0 0,1 0 0,-1 0 0,0 0 0,0 0 0,0 0 0,0 0 0,0 0 0,0 0 0,0 0 0,1 0 0,-1 0 0,0 0 0,0 0 0,0 1 0,0-1 0,0 0 0,0 0 0,0 0 0,0 0 0,0 0 0,0 0 0,1 0 0,-1 1 0,0-1 0,0 0 0,0 0 0,0 0 0,0 0 0,0 0 0,0 0 0,0 1 0,0-1 0,0 0 0,0 0 0,0 0 0,0 0 0,0 0 0,0 1 0,0-1 0,-1 0 0,1 0 0,0 0 0,0 0 0,0 0 0,0 0 0,0 0 0,0 1 0,0-1 0,-6 10 0,5-9 0,-26 38 0,-39 58 0,55-77 0,0-1 0,2 2 0,-10 27 0,11-20 0,1 0 0,1 1 0,2 0 0,1 0 0,1 0 0,2 0 0,0 0 0,2 0 0,2 0 0,10 46 0,-7-49 0,1 0 0,1 0 0,2 0 0,0-1 0,2-1 0,1 0 0,0 0 0,2-2 0,1 0 0,0-1 0,28 26 0,-34-37 0,21 15 0,-27-22 0,-1-1 0,0 1 0,1-1 0,-1 0 0,1 0 0,0-1 0,0 1 0,9 1 0,-12-3-50,-1 0-1,1 0 1,-1 0-1,1-1 0,-1 1 1,1 0-1,-1-1 1,1 1-1,-1 0 1,1-1-1,-1 0 0,1 1 1,-1-1-1,0 0 1,0 0-1,1 0 1,-1 0-1,0 0 0,0 0 1,0 0-1,0 0 1,0 0-1,0 0 1,0-1-1,0 1 1,1-3-1,4-9-6775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86 24575,'0'3'0,"-1"0"0,1 1 0,-1-1 0,0 0 0,-2 5 0,-3 11 0,5-3 0,0-1 0,0 1 0,1 0 0,1-1 0,1 1 0,0-1 0,5 17 0,-4-20 0,1 0 0,0 0 0,1 0 0,1-1 0,0 0 0,0 0 0,1 0 0,0-1 0,11 12 0,-18-22 0,0 0 0,0 1 0,0-1 0,0 0 0,0 0 0,0 0 0,0 1 0,1-1 0,-1 0 0,0 0 0,0 0 0,0 0 0,0 1 0,1-1 0,-1 0 0,0 0 0,0 0 0,1 0 0,-1 0 0,0 0 0,0 0 0,0 0 0,1 1 0,-1-1 0,0 0 0,0 0 0,1 0 0,-1 0 0,0 0 0,0 0 0,1 0 0,-1 0 0,0-1 0,0 1 0,0 0 0,1 0 0,-1 0 0,0 0 0,0 0 0,1 0 0,-1 0 0,0 0 0,0-1 0,3-12 0,-5-17 0,-7-4 0,-2 2 0,-28-57 0,21 51 0,-14-46 0,27 60 0,5 23 0,0 1 0,0 0 0,0-1 0,0 1 0,0-1 0,0 1 0,0-1 0,0 1 0,0-1 0,0 1 0,0 0 0,0-1 0,1 1 0,-1-1 0,0 1 0,0-1 0,1 1 0,-1 0 0,0-1 0,1 1 0,-1 0 0,1 0 0,-1-1 0,1 1 0,-1 0 0,1 0 0,-1 0 0,1 0 0,-1 0 0,0 0 0,1 0 0,-1 1 0,1-1 0,-1 0 0,1 0 0,-1 0 0,1 0 0,-1 0 0,0 1 0,1-1 0,-1 0 0,1 0 0,-1 1 0,1-1 0,7 7 0,1 0 0,-1 0 0,-1 1 0,12 14 0,6 5 0,115 108 0,-116-115 0,1-1 0,1 0 0,0-2 0,35 16 0,-54-30 0,1 1 0,0-1 0,0-1 0,0 0 0,0 0 0,10 1 0,-16-2 0,0-1 0,0 0 0,0 0 0,0 0 0,0 0 0,0-1 0,0 1 0,0 0 0,0-1 0,0 0 0,0 1 0,0-1 0,-1 0 0,1 0 0,0 0 0,0 0 0,-1 0 0,1 0 0,-1 0 0,1-1 0,-1 1 0,1-1 0,-1 1 0,0-1 0,0 1 0,0-1 0,0 0 0,0 0 0,0 1 0,1-5 0,1-4 0,-1 1 0,0-1 0,-1 0 0,0 0 0,0-1 0,-1 1 0,-2-16 0,-1 6 0,0 0 0,-12-36 0,8 39-170,0 1-1,-1 0 0,0 1 1,-1 0-1,-1 1 0,0 0 1,-19-20-1,11 15-6655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1 24575,'-5'5'0,"0"0"0,0 0 0,0 1 0,1 0 0,0 0 0,0 0 0,1 0 0,-1 1 0,1-1 0,1 1 0,-1 0 0,1 0 0,0 0 0,1 0 0,0 0 0,0 0 0,0 0 0,1 0 0,0 1 0,1-1 0,-1 0 0,1 0 0,1 0 0,-1 0 0,1 0 0,5 10 0,1 5 0,20 36 0,-22-49 0,0 1 0,0-2 0,1 1 0,0-1 0,15 15 0,-21-22 0,-1-1 0,1 1 0,0 0 0,-1-1 0,1 0 0,-1 1 0,1-1 0,0 1 0,-1-1 0,1 0 0,0 1 0,-1-1 0,1 0 0,0 0 0,0 1 0,-1-1 0,1 0 0,0 0 0,0 0 0,-1 0 0,1 0 0,0 0 0,1 0 0,-2-1 0,1 1 0,-1-1 0,1 1 0,-1-1 0,1 1 0,-1-1 0,0 1 0,1-1 0,-1 0 0,0 1 0,0-1 0,1 1 0,-1-1 0,0 0 0,0 1 0,0-1 0,0 0 0,1 1 0,-1-1 0,0-1 0,0-2 0,0-1 0,-1 0 0,1 1 0,-1-1 0,0 1 0,-2-7 0,-4-4-133,-11-19 0,11 22-966,-2-5-5727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2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1 105 24575,'21'-14'0,"1"0"0,1 2 0,0 1 0,0 1 0,1 1 0,0 0 0,1 2 0,0 1 0,0 2 0,0 0 0,1 1 0,46 1 0,-63 3 0,-1 0 0,0 0 0,1 1 0,-1 0 0,0 1 0,13 5 0,-19-7 0,0 0 0,0 0 0,0 1 0,0-1 0,0 0 0,0 1 0,0-1 0,-1 1 0,1 0 0,-1 0 0,1 0 0,1 2 0,-3-2 0,1-1 0,0 1 0,-1-1 0,0 1 0,1 0 0,-1-1 0,0 1 0,0 0 0,0-1 0,0 1 0,0-1 0,0 1 0,-1 0 0,1-1 0,0 1 0,-1-1 0,1 1 0,-1-1 0,-1 4 0,-1-1-105,0 0 0,0 0 0,-1 0 0,1 0 0,-1-1 0,0 1 0,0-1 0,0 0 0,0 0 0,-1 0 0,1-1 0,-10 4 0,-2 2-6721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4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24575,'33'8'0,"1"0"0,0-2 0,0-2 0,69 0 0,13-5-1365,-102 1-5461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24575,'3'20'0,"0"12"0,0 2 0,2-1 0,0-4 0,0-5 0,0-3 0,1-4 0,-2-1 0,2-1 0,2-6 0,-1-7 0,-1-6 0,-1-5 0,-3-1-8191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77 24575,'10'-10'0,"1"0"0,0 1 0,22-15 0,-26 20 0,-1 1 0,1 0 0,0 0 0,0 1 0,0-1 0,0 2 0,0-1 0,0 1 0,11-1 0,86 4 0,-64-1 0,-84-1-1365,29 0-5461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24575,'18'1'0,"0"1"0,0 1 0,-1 1 0,29 9 0,-32-8 0,1-1 0,0 0 0,1-1 0,-1 0 0,0-2 0,29 1 0,-20-8-1365,-14 3-5461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24575,'28'107'0,"1"2"0,-19-77-682,12 55-1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350 24 24575,'-18'-8'0,"-8"1"0,-2 1 0,-1 4 0,-1 2 0,2 4 0,1 4 0,0 0 0,-3 2 0,-2 1 0,3-1 0,3 0 0,7-1-8191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4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24575,'31'12'0,"-1"2"0,0 0 0,-1 3 0,0 0 0,-1 2 0,-2 1 0,46 43 0,-46-36 0,-1 1 0,-2 1 0,0 1 0,-2 1 0,-2 1 0,29 63 0,-42-80 0,0 1 0,0 0 0,-2 1 0,0-1 0,0 1 0,1 33 0,-5-41 0,0 0 0,-1 0 0,0 0 0,-1 0 0,0 0 0,0 0 0,-1 0 0,0-1 0,0 1 0,-1-1 0,0 0 0,-1 0 0,0 0 0,-9 11 0,5-10 15,0 1 0,0-1 0,-1-1 0,-1 0 0,1 0 0,-1-1 0,-21 10 0,13-8-312,-1-1 0,1-2 0,-1 0 0,-22 4 0,8-4-6529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1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24575,'1'4'0,"0"0"0,0 1 0,1-1 0,-1 0 0,1 0 0,0 0 0,0 0 0,1-1 0,-1 1 0,1-1 0,3 4 0,-1 0 0,21 29 0,54 69 0,-68-92 0,-1-1 0,1 0 0,1-1 0,0-1 0,26 16 0,-37-25 0,0 0 0,-1 0 0,1 0 0,0-1 0,0 1 0,0 0 0,0-1 0,0 0 0,0 1 0,0-1 0,0 0 0,3 0 0,-4 0 0,0 0 0,0-1 0,-1 1 0,1 0 0,0-1 0,0 1 0,0-1 0,0 1 0,-1-1 0,1 0 0,0 1 0,-1-1 0,1 0 0,0 1 0,-1-1 0,1 0 0,-1 0 0,1 1 0,-1-1 0,1 0 0,-1 0 0,0 0 0,1 0 0,-1 0 0,0 0 0,0 0 0,1 0 0,-1-1 0,1-9 0,0 0 0,-1 0 0,0 0 0,0 1 0,-4-19 0,-16-53 0,12 57 0,2 0 0,-3-31 0,8 50 0,1 5 0,0-1 0,0 0 0,0 0 0,0 1 0,0-1 0,-1 0 0,1 0 0,-1 1 0,1-1 0,-1 0 0,0 1 0,1-1 0,-3-2 0,3 4 2,0 0 0,0 0 0,-1 0 0,1 0 0,0 0 0,0 0 0,-1 0 0,1 0-1,0 0 1,0 0 0,-1 0 0,1 0 0,0 0 0,0 0 0,-1 0 0,1 0 0,0 0 0,0 1 0,-1-1-1,1 0 1,0 0 0,0 0 0,0 0 0,-1 0 0,1 1 0,0-1 0,0 0 0,0 0 0,0 0 0,-1 1 0,1-1-1,0 0 1,-5 8-1333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61 24575,'-3'-7'0,"0"0"0,0 0 0,-7-8 0,9 13 0,-1 0 0,1 0 0,-1 0 0,0 0 0,0 0 0,0 0 0,1 1 0,-2-1 0,1 1 0,0 0 0,0-1 0,0 1 0,-5-1 0,6 1 0,0 1 0,0 0 0,0 0 0,0 0 0,0 0 0,-1 0 0,1 1 0,0-1 0,0 0 0,0 0 0,0 1 0,0-1 0,0 1 0,0-1 0,0 1 0,0-1 0,0 1 0,0 0 0,0-1 0,0 1 0,0 0 0,1 0 0,-1 0 0,0 0 0,0 0 0,1-1 0,-1 1 0,1 0 0,-1 0 0,1 1 0,-1-1 0,0 1 0,-1 4 0,1-1 0,-1 0 0,1 1 0,0-1 0,-1 8 0,2-9 0,-1 0 0,1 1 0,1-1 0,-1 0 0,1 0 0,-1 0 0,1 0 0,1 0 0,-1 0 0,0 0 0,1 0 0,0 0 0,0-1 0,0 1 0,0-1 0,1 1 0,4 5 0,3 0 0,0-1 0,0 0 0,1 0 0,15 8 0,-12-8 0,-1 0 0,16 15 0,-27-22 0,-1 0 0,1 1 0,0-1 0,-1 1 0,0-1 0,1 1 0,-1 0 0,0 0 0,0-1 0,0 1 0,0 0 0,0 0 0,0 0 0,-1 0 0,1 0 0,-1 0 0,1 1 0,-1-1 0,0 0 0,0 0 0,0 0 0,0 0 0,0 0 0,0 0 0,-1 1 0,1-1 0,-1 0 0,1 0 0,-1 0 0,-1 3 0,0-1 0,-1-1 0,1 0 0,0-1 0,-1 1 0,1 0 0,-1-1 0,0 1 0,0-1 0,0 0 0,0 0 0,0 0 0,-1-1 0,1 1 0,0-1 0,-1 1 0,1-1 0,-6 1 0,1-1-105,-1 0 0,0 0 0,1-1 0,-1 0 0,0-1 0,1 0 0,-1 0 0,0-1 0,1 0 0,0 0 0,-1-1 0,-9-4 0,5 1-6721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5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24575,'-2'0'0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1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234 31 24575,'-10'-5'0,"-1"0"0,-1 0 0,1 2 0,0-1 0,-1 1 0,-13-1 0,21 3 0,0 1 0,1 0 0,-1-1 0,0 1 0,1 1 0,-1-1 0,1 1 0,-1-1 0,1 1 0,-1 0 0,1 0 0,-1 1 0,1-1 0,0 1 0,-1-1 0,1 1 0,0 0 0,0 0 0,0 1 0,1-1 0,-1 1 0,1-1 0,-1 1 0,-2 3 0,-6 12 0,1 0 0,1 1 0,0 0 0,-7 27 0,15-44 0,1 0 0,-1 0 0,1 0 0,0 0 0,0 0 0,0 0 0,0 0 0,0 0 0,0 0 0,0 0 0,1 0 0,-1 0 0,1 0 0,-1 0 0,1 0 0,0 0 0,0 0 0,0 0 0,0-1 0,0 1 0,0 0 0,1-1 0,-1 1 0,0-1 0,1 1 0,-1-1 0,1 0 0,0 1 0,-1-1 0,1 0 0,0 0 0,2 1 0,7 3 0,0-1 0,0 0 0,0 0 0,16 2 0,-20-4 0,37 7-341,0-1 0,0-2-1,64 1 1,-91-8-6485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90 24575,'1'14'0,"0"1"0,1-1 0,1 0 0,0 0 0,1-1 0,8 22 0,-10-32 0,-1 0 0,0 0 0,0 1 0,0-1 0,0 0 0,0 5 0,-1-7 0,0-1 0,0 1 0,0-1 0,0 1 0,0 0 0,0-1 0,0 1 0,0 0 0,-1-1 0,1 1 0,0-1 0,0 1 0,-1-1 0,1 1 0,0-1 0,-1 1 0,1-1 0,0 1 0,-1-1 0,1 1 0,-1-1 0,1 1 0,-1-1 0,1 0 0,-1 1 0,1-1 0,-1 0 0,1 1 0,-1-1 0,1 0 0,-1 0 0,0 0 0,1 1 0,-1-1 0,1 0 0,-1 0 0,0 0 0,1 0 0,-1 0 0,0 0 0,1 0 0,-1 0 0,0-1 0,-5 1 0,0-1 0,0-1 0,1 1 0,-1-1 0,0 0 0,1 0 0,0-1 0,-1 1 0,-6-6 0,-7-5 0,-18-17 0,12 10 0,18 15 0,-1-1 0,1 0 0,1-1 0,-1 1 0,1-2 0,-8-11 0,12 17 0,1 0 0,0 0 0,0 0 0,0 0 0,0 0 0,1-1 0,-1 1 0,1 0 0,-1-1 0,1 1 0,0 0 0,0-1 0,0 1 0,0 0 0,0-1 0,0 1 0,1-1 0,-1 1 0,1 0 0,0 0 0,-1-1 0,1 1 0,0 0 0,0 0 0,1 0 0,-1 0 0,0 0 0,1 0 0,-1 0 0,1 0 0,2-1 0,-1-1-54,1 1-1,1-1 0,-1 1 1,0 0-1,1 0 1,0 1-1,-1-1 0,1 1 1,0 0-1,0 1 1,1-1-1,-1 1 0,0 0 1,0 0-1,1 0 0,-1 1 1,0 0-1,1 0 1,-1 0-1,1 1 0,-1 0 1,0 0-1,0 0 1,6 3-1,2 2-6771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4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24575,'1'1'0,"-1"1"0,1-1 0,0 0 0,-1 0 0,1 0 0,0 0 0,0 0 0,0 0 0,0 0 0,0 0 0,0 0 0,0 0 0,0-1 0,0 1 0,1 0 0,1 0 0,3 3 0,65 50 0,-42-31 0,0-1 0,2-1 0,38 19 0,-68-39 0,1 0 0,-1 0 0,0-1 0,1 1 0,-1-1 0,1 1 0,-1-1 0,0 0 0,1 1 0,-1-1 0,1 0 0,-1 0 0,1 0 0,-1 0 0,1 0 0,-1-1 0,1 1 0,-1 0 0,1-1 0,-1 1 0,2-1 0,-2 0 0,0 0 0,0 0 0,-1 0 0,1 0 0,0 0 0,-1 0 0,1 0 0,-1 0 0,1 0 0,-1-1 0,1 1 0,-1 0 0,0 0 0,0 0 0,1-1 0,-1 1 0,0 0 0,0 0 0,0 0 0,0-1 0,-1 1 0,1 0 0,0 0 0,0 0 0,-1-1 0,0-1 0,-4-11 0,0 0 0,-9-16 0,-5-12 0,19 41 0,-1 0 0,1 0 0,-1 1 0,1-1 0,0 0 0,0 0 0,-1 0 0,1 0 0,0 1 0,0-1 0,0 0 0,0 0 0,0 0 0,0 0 0,0 0 0,0 0 0,0 1 0,1-1 0,-1 0 0,1-1 0,-1 2 0,1-1 0,-1 1 0,1 0 0,-1 0 0,1 0 0,-1 0 0,1 0 0,-1-1 0,1 1 0,-1 0 0,1 0 0,-1 1 0,1-1 0,0 0 0,-1 0 0,1 0 0,-1 0 0,1 0 0,-1 1 0,1-1 0,-1 0 0,1 0 0,0 1 0,5 2 0,0 1 0,-1 0 0,9 7 0,0 2 0,1-2 0,0 0 0,1 0 0,0-2 0,0 0 0,1-1 0,1 0 0,-1-1 0,1-1 0,0-1 0,26 4 0,-42-9 0,0 1 0,0-1 0,0 0 0,1 0 0,-1 0 0,0 0 0,0-1 0,0 1 0,0 0 0,0-1 0,0 1 0,0-1 0,0 0 0,0 0 0,0 0 0,0 0 0,-1 0 0,1 0 0,0 0 0,-1-1 0,1 1 0,-1 0 0,1-1 0,-1 0 0,1 1 0,-1-1 0,0 0 0,0 1 0,0-1 0,0 0 0,0 0 0,-1 0 0,1 0 0,0 0 0,-1 0 0,1 0 0,-1 0 0,0 0 0,0-1 0,0 1 0,0 0 0,0 0 0,-1-2 0,0-8 0,-1 0 0,0 0 0,-1 1 0,-5-12 0,8 23 0,0 0 0,0-1 0,0 1 0,0 0 0,-1 0 0,1 0 0,0 0 0,0 0 0,0-1 0,0 1 0,0 0 0,0 0 0,0 0 0,0 0 0,0-1 0,0 1 0,0 0 0,0 0 0,0 0 0,0 0 0,0-1 0,0 1 0,0 0 0,0 0 0,0 0 0,0 0 0,0-1 0,0 1 0,0 0 0,0 0 0,0 0 0,1 0 0,-1 0 0,0-1 0,0 1 0,0 0 0,0 0 0,0 0 0,0 0 0,1 0 0,-1 0 0,0 0 0,0-1 0,0 1 0,0 0 0,10 4 0,10 9 0,-14-8 0,18 15 0,1-2 0,53 30 0,-18-21-1365,-50-22-5461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108 258 24575,'19'69'0,"-12"-42"0,16 43 0,2-17 0,40 63 0,-71-135 0,-10-18 0,7 19 0,-68-131 0,57 106 0,-21-71 0,40 113 0,-20-87 0,19 78 0,1 0 0,0 0 0,1 0 0,0 0 0,0-1 0,4-16 0,-4 25 0,1 0 0,-1 1 0,1-1 0,-1 0 0,1 1 0,0-1 0,0 0 0,-1 1 0,1-1 0,0 1 0,0 0 0,1-1 0,-1 1 0,0 0 0,0-1 0,1 1 0,-1 0 0,0 0 0,1 0 0,-1 0 0,1 0 0,0 1 0,-1-1 0,1 0 0,0 1 0,-1-1 0,1 1 0,0 0 0,-1-1 0,1 1 0,0 0 0,0 0 0,0 0 0,-1 0 0,1 0 0,0 1 0,0-1 0,2 1 0,3 1 0,0 0 0,0 1 0,-1-1 0,1 1 0,0 0 0,-1 1 0,0 0 0,7 5 0,-8-5 0,1 1 0,0 1 0,-1-1 0,0 1 0,0 0 0,-1 0 0,0 0 0,0 0 0,0 1 0,-1 0 0,6 14 0,-8-18 0,0 1 0,-1 0 0,1 0 0,-1 0 0,1 0 0,-1 0 0,0 0 0,-1-1 0,1 1 0,-1 0 0,1 0 0,-1 0 0,0 0 0,-1-1 0,1 1 0,-1 0 0,1-1 0,-1 0 0,0 1 0,-1-1 0,1 0 0,0 0 0,-1 0 0,-5 5 0,1-2 14,0-1-1,-1 0 0,1 0 0,-1 0 1,-1-1-1,1 0 0,0-1 1,-17 5-1,5-4-508,0 0 0,-38 2 0,35-5-6331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24575,'5'1'0,"0"0"0,-1 1 0,1-1 0,-1 1 0,1 0 0,-1 1 0,0-1 0,0 1 0,0 0 0,7 6 0,-9-7 0,29 24 0,-21-16 0,1-1 0,0 0 0,0-1 0,17 9 0,-26-16 0,-1 0 0,1-1 0,-1 1 0,1-1 0,-1 1 0,1-1 0,-1 0 0,1 1 0,0-1 0,-1 0 0,1 0 0,0 0 0,-1 0 0,1 0 0,-1-1 0,1 1 0,0-1 0,-1 1 0,3-1 0,-2 0 0,0-1 0,0 1 0,0-1 0,0 1 0,0-1 0,0 0 0,-1 0 0,1 0 0,0 0 0,-1 0 0,2-3 0,1-1 0,-1-1 0,0 1 0,-1-1 0,1 0 0,-1 0 0,-1 0 0,2-12 0,-3-3 0,0 19 0,-1-1 0,1 0 0,0 0 0,1 0 0,-1 0 0,1 1 0,-1-1 0,3-6 0,-3 10 0,1 0 0,-1-1 0,0 1 0,1 0 0,-1 0 0,1-1 0,-1 1 0,1 0 0,-1 0 0,1 0 0,-1-1 0,0 1 0,1 0 0,-1 0 0,1 0 0,-1 0 0,1 0 0,-1 0 0,1 0 0,-1 0 0,1 0 0,-1 0 0,1 0 0,-1 1 0,1-1 0,-1 0 0,1 0 0,-1 0 0,1 1 0,-1-1 0,1 0 0,-1 0 0,0 1 0,1-1 0,-1 0 0,0 1 0,1-1 0,-1 1 0,19 15 0,-17-14 0,30 30 0,-2 0 0,29 43 0,-49-63-1365,-2-3-5461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8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5 24575,'-3'-4'0,"1"4"0,3 11 0,5 21 0,-5-30 0,75 246 0,-18-73 0,-56-169 0,5 23 0,-7-28 0,1 1 0,-1-1 0,0 0 0,0 1 0,0-1 0,0 0 0,0 1 0,0-1 0,0 1 0,0-1 0,-1 0 0,1 1 0,-1-1 0,1 0 0,-1 0 0,0 3 0,-5-2-1365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7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24575,'37'0'0,"1"3"0,-1 0 0,0 3 0,71 19 0,-91-19 0,83 21 0,-89-25 0,1 0 0,-1-1 0,0 0 0,1-1 0,-1 0 0,22-4 0,-30 4 0,1-1 0,0 0 0,-1 0 0,1 0 0,-1-1 0,1 1 0,-1-1 0,0 0 0,0 0 0,0 0 0,0 0 0,0-1 0,0 1 0,0-1 0,-1 1 0,1-1 0,-1 0 0,0 0 0,0 0 0,0-1 0,0 1 0,0 0 0,-1-1 0,0 1 0,0-1 0,0 1 0,0-1 0,0 0 0,0 1 0,-1-1 0,0 0 0,0 0 0,-1-5 0,1 8 0,0 1 0,0 0 0,0 0 0,0-1 0,0 1 0,0 0 0,0 0 0,0 0 0,0-1 0,0 1 0,0 0 0,0 0 0,0-1 0,-1 1 0,1 0 0,0 0 0,0 0 0,0 0 0,0-1 0,0 1 0,-1 0 0,1 0 0,0 0 0,0 0 0,0-1 0,-1 1 0,1 0 0,0 0 0,0 0 0,-1 0 0,1 0 0,0 0 0,0 0 0,-1 0 0,1 0 0,0 0 0,-11 5 0,-6 13 0,16-16 0,0 0 0,-1 0 0,1 1 0,0-1 0,0 1 0,0-1 0,0 1 0,1 0 0,-1-1 0,1 1 0,-1 0 0,1-1 0,0 1 0,0 0 0,0-1 0,1 5 0,0-3 0,0 1 0,1-1 0,-1 0 0,1 0 0,0 0 0,0 0 0,0 0 0,1-1 0,4 6 0,-2-3 0,1 0 0,-1 0 0,2-1 0,-1 0 0,0 0 0,1 0 0,0-1 0,0 0 0,1 0 0,13 4 0,-18-7 0,0-1 0,0 1 0,-1-1 0,1 0 0,0 0 0,0 0 0,0 0 0,0-1 0,0 1 0,0-1 0,-1 0 0,1 1 0,0-1 0,0 0 0,-1-1 0,1 1 0,-1 0 0,1-1 0,-1 0 0,0 1 0,1-1 0,-1 0 0,0 0 0,0 0 0,0-1 0,-1 1 0,1 0 0,0-1 0,-1 1 0,1-1 0,-1 1 0,0-1 0,0 0 0,0 0 0,0 1 0,-1-1 0,1 0 0,-1 0 0,0 0 0,0 0 0,0 0 0,0 1 0,0-1 0,0 0 0,-2-4 0,0-1 0,2 11 0,4 12 0,6 3-203,1 0-1,20 27 0,-24-36-550,-1-1-6072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81 1 24575,'16'60'0,"2"0"0,3-2 0,54 107 0,-10-63 0,-43-70 0,-21-30 0,1 0 0,-1 0 0,0 0 0,0 0 0,0 1 0,0-1 0,-1 0 0,1 0 0,0 1 0,-1 2 0,0-5 0,0 1 0,0-1 0,0 1 0,0-1 0,0 1 0,0-1 0,0 1 0,0-1 0,0 1 0,0-1 0,-1 1 0,1-1 0,0 0 0,0 1 0,-1-1 0,1 1 0,0-1 0,-1 0 0,1 1 0,0-1 0,-1 1 0,0-1 0,0 1 0,0-1 0,0 0 0,0 0 0,0 1 0,0-1 0,0 0 0,0 0 0,0 0 0,0 0 0,0 0 0,0 0 0,0 0 0,-1-1 0,-13-2 0,1-2 0,0 1 0,0-2 0,-21-12 0,16 9 0,-140-81 0,143 77 0,14 7 0,3 5 0,-1 1 0,1 0 0,-1-1 0,0 1 0,1 0 0,-1 0 0,1 0 0,-1-1 0,0 1 0,1 0 0,-1 0 0,1 0 0,-1 0 0,1 0 0,-1 0 0,1 0 0,-1 0 0,1 0 0,0 0 0,14 2 0,-1 0 0,1 1 0,-1 1 0,23 9 0,-1-1 0,17 2 0,1-2 0,1-3 0,103 5 0,-110-16 0,-48 2 0,1 0 0,-1 0 0,1 0 0,-1 0 0,1 1 0,-1-1 0,0 0 0,1 0 0,-1 0 0,1 1 0,-1-1 0,0 0 0,1 1 0,-1-1 0,0 0 0,1 0 0,-1 1 0,0-1 0,1 1 0,-1-1 0,0 0 0,0 1 0,0-1 0,1 1 0,-1-1 0,0 0 0,0 1 0,0-1 0,0 1 0,0-1 0,0 1 0,0 0 0,0 18 0,-1-8 0,1-5-136,0 0-1,1 0 1,0 0-1,0 0 1,1 0-1,-1 0 1,1 0-1,1-1 0,2 7 1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24575,'5'2'0,"1"4"0,1 3 0,-2 3 0,1 4 0,0 2 0,-2 0 0,-1-3-8191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0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45 24575,'5'10'0,"-1"1"0,0 1 0,0-1 0,-1 0 0,-1 1 0,1 14 0,-2-22 0,-1-1 0,0 1 0,0-1 0,-1 0 0,1 1 0,-1-1 0,0 0 0,0 0 0,0 1 0,0-1 0,0 0 0,-1 0 0,1 0 0,-1 0 0,0 0 0,0-1 0,0 1 0,0 0 0,0-1 0,-1 0 0,1 1 0,-1-1 0,0 0 0,1 0 0,-1-1 0,-5 3 0,6-3 0,1 0 0,-1 0 0,0-1 0,1 1 0,-1-1 0,0 1 0,0-1 0,1 0 0,-1 1 0,0-1 0,0 0 0,0 0 0,1-1 0,-1 1 0,0 0 0,0-1 0,0 1 0,-3-2 0,3 1 0,0-1 0,-1 1 0,1-1 0,0 1 0,0-1 0,0 0 0,0 0 0,0 0 0,1 0 0,-1-1 0,-2-2 0,1-2 0,0 1 0,0-1 0,0 0 0,1 0 0,0 0 0,0 0 0,1-1 0,-1-10 0,1 11 0,1-1 0,0 1 0,1 0 0,0 0 0,0-1 0,0 1 0,4-11 0,-3 15 0,-1 0 0,1 0 0,-1 0 0,1 0 0,0 1 0,0-1 0,1 0 0,-1 1 0,0 0 0,1-1 0,-1 1 0,1 0 0,0 0 0,0 1 0,0-1 0,0 0 0,0 1 0,5-2 0,-3 2 0,-1 0 0,1 0 0,0 0 0,0 0 0,-1 1 0,1 0 0,0 0 0,0 1 0,-1-1 0,1 1 0,0 0 0,0 0 0,-1 0 0,1 1 0,-1 0 0,6 3 0,7 4 0,-1 1 0,28 23 0,-15-11 0,24 20 0,-37-28 0,0-1 0,2 0 0,25 14 0,-42-27 0,-1 1 0,1-1 0,-1 0 0,1 0 0,-1 0 0,1 1 0,-1-1 0,1 0 0,-1 0 0,1 0 0,-1 0 0,1 0 0,-1 0 0,1 0 0,-1 0 0,1 0 0,0 0 0,-1-1 0,1 1 0,-1 0 0,1 0 0,-1 0 0,1-1 0,-1 1 0,1 0 0,-1-1 0,0 1 0,1-1 0,0 0 0,1 0 0,-1-1 0,0 1 0,0-1 0,-1 1 0,1-1 0,0 1 0,0-1 0,0-2 0,1-4 0,0-1 0,2-15 0,-4 23 0,0-4 0,1-1 0,0 1 0,0 0 0,0-1 0,1 1 0,2-5 0,-4 9 0,1 0 0,-1-1 0,1 1 0,0 0 0,0 0 0,-1 0 0,1 1 0,0-1 0,0 0 0,0 0 0,0 0 0,0 1 0,0-1 0,0 0 0,0 1 0,0-1 0,1 1 0,-1-1 0,0 1 0,0 0 0,0 0 0,1-1 0,-1 1 0,0 0 0,0 0 0,1 0 0,-1 0 0,0 0 0,0 1 0,1-1 0,-1 0 0,1 1 0,16 4 0,0 2 0,-1 0 0,0 1 0,19 12 0,-2-1 0,7 5 45,-29-16-515,1-1 0,25 12 0,-29-16-6356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160 562 24575,'-5'-1'0,"-18"-1"0,-28 1 0,46 1 0,-1 1 0,1-1 0,0 1 0,-1 0 0,1 1 0,0-1 0,0 1 0,0 0 0,0 0 0,0 0 0,-5 4 0,9-5 0,0 0 0,0-1 0,0 1 0,0 0 0,0 0 0,0 1 0,0-1 0,0 0 0,1 0 0,-1 0 0,0 1 0,1-1 0,-1 0 0,1 1 0,-1-1 0,1 0 0,0 1 0,-1 1 0,1 0 0,0-1 0,0 1 0,1-1 0,-1 1 0,1-1 0,-1 1 0,1-1 0,0 1 0,1 3 0,3 2 0,0 0 0,0 0 0,0-1 0,10 11 0,-11-13 0,1 0 0,-1-1 0,1 0 0,0 0 0,0 0 0,0-1 0,1 0 0,5 3 0,-9-5 0,-1 0 0,1-1 0,-1 1 0,1-1 0,-1 0 0,1 1 0,-1-1 0,1 0 0,-1 0 0,1 0 0,0 0 0,-1 0 0,1 0 0,-1-1 0,1 1 0,-1-1 0,1 1 0,-1-1 0,1 1 0,-1-1 0,1 0 0,-1 1 0,0-1 0,1 0 0,-1 0 0,0 0 0,0 0 0,0 0 0,0-1 0,0 1 0,0 0 0,0 0 0,0-1 0,0 1 0,0 0 0,0-3 0,3-7 0,0 0 0,0 0 0,-1-1 0,-1 1 0,0-1 0,-1 1 0,0-1 0,-1 1 0,-1-18 0,2 38 0,1-1 0,0 1 0,0-1 0,0 1 0,1-1 0,1 0 0,-1 0 0,1 0 0,1-1 0,-1 1 0,9 8 0,-9-11 0,0 1 0,0-1 0,1 0 0,0 0 0,0-1 0,0 0 0,1 0 0,0 0 0,0 0 0,0-1 0,0 0 0,0 0 0,0-1 0,1 0 0,-1 0 0,9 1 0,-13-2 0,0-1 0,0 0 0,0 0 0,0 0 0,0 0 0,0 0 0,0-1 0,0 1 0,0-1 0,0 1 0,0-1 0,0 0 0,0 0 0,0 0 0,0 0 0,-1 0 0,1 0 0,0 0 0,-1 0 0,1-1 0,-1 1 0,1-1 0,-1 1 0,0-1 0,1 1 0,-1-1 0,0 0 0,0 0 0,0 0 0,0 0 0,-1 1 0,2-5 0,0-5 0,0 0 0,0 1 0,-1-1 0,0 0 0,-2-11 0,1 15 0,-1-22 0,-1 0 0,-2 1 0,-11-47 0,-34-82 0,30 102 0,-4-12 0,4 12 0,-15-67 0,49 202 0,15 71 0,-19-108 0,23 62 0,-16-56 0,-11-28 0,1 0 0,1 0 0,1-1 0,0 0 0,18 24 0,-14-29-1365,-2-4-5461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5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1 209 24575,'23'-16'0,"-1"0"0,0-1 0,-1-2 0,33-36 0,-52 53 0,-1 0 0,1-1 0,0 1 0,-1-1 0,1 1 0,-1-1 0,0 0 0,0 1 0,0-1 0,0 0 0,-1 0 0,1 0 0,-1 0 0,0 0 0,1-5 0,-2 7 0,1-1 0,-1 0 0,1 0 0,-1 1 0,0-1 0,0 0 0,0 1 0,0-1 0,0 1 0,0-1 0,0 1 0,0-1 0,-1 1 0,1 0 0,0 0 0,-1-1 0,1 1 0,-1 0 0,0 0 0,1 1 0,-1-1 0,0 0 0,1 0 0,-1 1 0,-3-1 0,1 0 0,1 0 0,-1 0 0,1 1 0,-1-1 0,0 1 0,1 0 0,-1 0 0,0 0 0,1 1 0,-1-1 0,0 1 0,1 0 0,-1 0 0,1 0 0,0 0 0,-1 1 0,1 0 0,0-1 0,0 1 0,-1 0 0,2 0 0,-1 1 0,0-1 0,0 1 0,1-1 0,-1 1 0,1 0 0,0 0 0,-2 3 0,2-2 0,0-1 0,0 1 0,0-1 0,1 1 0,0 0 0,-1 0 0,2 0 0,-1 0 0,0 0 0,1 0 0,-1 0 0,1 0 0,0 0 0,1 0 0,-1 0 0,1 0 0,-1 0 0,1 0 0,0 0 0,1-1 0,-1 1 0,1 0 0,0 0 0,0-1 0,0 1 0,3 3 0,1 0 0,1 0 0,0 0 0,0-1 0,1 0 0,0 0 0,0-1 0,11 5 0,-7-3 0,0-2 0,1 0 0,0 0 0,20 3 0,-25-6 20,1 0 0,0-1 0,-1 0 0,1-1 0,17-1 0,-24 1-70,0-1 1,0 1-1,0 0 1,0-1-1,0 0 1,0 0-1,0 1 1,0-1-1,0 0 1,-1 0-1,1-1 1,0 1-1,0 0 1,-1-1-1,1 1 1,-1-1-1,0 1 1,1-1-1,-1 1 1,0-1-1,0 0 1,0 0-1,0 0 1,0 0-1,0 0 1,0 0-1,-1 0 1,1 0-1,-1-3 1,2-7-6777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122 148 24575,'-4'-9'0,"-6"-14"0,-1 1 0,-1 0 0,-24-34 0,35 55 0,0-1 0,0 1 0,0 0 0,0 0 0,0 0 0,0-1 0,0 2 0,-1-1 0,1 0 0,-1 0 0,1 0 0,0 0 0,-4 0 0,5 1 0,-1 0 0,0 0 0,1 0 0,-1 0 0,0 0 0,0 0 0,1 1 0,-1-1 0,0 0 0,1 0 0,-1 1 0,0-1 0,1 0 0,-1 1 0,1-1 0,-1 1 0,1-1 0,-1 1 0,1-1 0,-1 1 0,1-1 0,-1 1 0,1-1 0,-1 1 0,1 0 0,0-1 0,-1 1 0,1 0 0,0-1 0,0 1 0,-1 0 0,-1 8 0,-1-1 0,1 0 0,0 0 0,1 1 0,-1 12 0,2 47 0,1-50 0,3 44 0,3 0 0,2-1 0,3 0 0,3-1 0,2-1 0,40 92 0,-57-150 0,11 23 0,19 33 0,-27-51 0,1 0 0,0-1 0,0 0 0,0 1 0,1-2 0,0 1 0,0 0 0,0-1 0,0 0 0,1 0 0,7 4 0,-11-8 11,-1 1 0,1 0 0,0-1 0,0 1 0,-1-1 0,1 1-1,0-1 1,0 0 0,0 0 0,3 0 0,-4 0-79,0 0 1,0-1-1,0 1 1,0 0-1,0-1 1,0 1-1,0-1 1,0 1-1,0-1 1,-1 1-1,1-1 1,0 1-1,0-1 1,-1 0-1,1 1 1,0-1-1,-1 0 1,1 0-1,-1 0 1,1 0-1,0-1 1,3-8-6759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1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124 158 24575,'-20'-7'0,"-9"-3"0,-2 0 0,6 0 0,10-1 0,11-2 0,8 0 0,6 1 0,3 1 0,3-1 0,1 0 0,-1 1 0,1 1 0,-1 1 0,-3 3-8191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8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266 217 24575,'-84'-183'0,"82"179"0,-1 0 0,0 0 0,1 0 0,-8-7 0,10 10 0,-1 1 0,1-1 0,-1 1 0,1-1 0,-1 1 0,1-1 0,-1 1 0,1 0 0,-1-1 0,1 1 0,-1 0 0,1 0 0,-1-1 0,0 1 0,1 0 0,-1 0 0,0 0 0,1 0 0,-1 0 0,1 0 0,-1 0 0,0 0 0,1 0 0,-1 0 0,0 0 0,1 0 0,-1 0 0,1 0 0,-1 1 0,0-1 0,1 0 0,-1 0 0,1 1 0,-1-1 0,1 0 0,-1 1 0,1-1 0,-1 1 0,1-1 0,-1 1 0,1-1 0,-1 1 0,1-1 0,0 1 0,-1-1 0,1 1 0,-1 0 0,-1 4 0,-1 0 0,1 1 0,0-1 0,1 1 0,-1-1 0,1 1 0,-1 8 0,-1 45 0,3-41 0,-2 85 0,15 125 0,-5-166 0,3-1 0,2 0 0,28 78 0,-39-133 0,0-1 0,0 1 0,0-1 0,1 10 0,-3-15 0,0 0 0,0 0 0,0 0 0,0 0 0,-1 0 0,1 0 0,0-1 0,0 1 0,0 0 0,0 0 0,0 0 0,0 0 0,-1 0 0,1 0 0,0 0 0,0 0 0,0 0 0,0 0 0,0 0 0,-1 0 0,1 0 0,0 0 0,0 0 0,0 0 0,0 0 0,-1 0 0,1 0 0,0 0 0,0 0 0,0 0 0,0 0 0,-1 0 0,1 0 0,0 0 0,0 0 0,0 0 0,0 0 0,0 0 0,-1 0 0,1 1 0,0-1 0,0 0 0,0 0 0,0 0 0,0 0 0,0 0 0,0 0 0,0 1 0,-1-1 0,1 0 0,0 0 0,0 0 0,0 0 0,0 0 0,0 1 0,0-1 0,0 0 0,0 0 0,0 0 0,0 0 0,0 1 0,0-1 0,0 0 0,0 0 0,0 0 0,-11-11 0,10 10 0,-31-38 0,1-1 0,2-1 0,3-2 0,-30-62 0,55 103 0,-2-4 0,-1-1 0,2 0 0,-1-1 0,1 1 0,-2-10 0,4 16 0,0 0 0,0 0 0,0 0 0,0-1 0,0 1 0,0 0 0,0 0 0,0-1 0,0 1 0,1 0 0,-1 0 0,1 0 0,-1 0 0,1 0 0,-1-1 0,1 1 0,-1 0 0,1 0 0,0 0 0,0 0 0,-1 0 0,1 1 0,0-1 0,0 0 0,0 0 0,0 1 0,0-1 0,0 0 0,0 1 0,0-1 0,0 1 0,1-1 0,-1 1 0,0 0 0,0-1 0,0 1 0,1 0 0,-1 0 0,0 0 0,1 0 0,12-1 0,-1 0 0,1 2 0,-1-1 0,18 4 0,52 16 0,-55-13 0,0 0 0,30 2 0,-54-9 0,-1 1 0,1-1 0,-1 0 0,1-1 0,-1 1 0,1 0 0,-1-1 0,0 0 0,1 0 0,-1 0 0,1 0 0,-1-1 0,0 1 0,0-1 0,4-3 0,0-1 0,0 0 0,-1-1 0,0 0 0,9-12 0,-14 17 0,-1 1 0,1 1 0,-1-1 0,1 1 0,-1-1 0,1 1 0,-1-1 0,1 1 0,-1 0 0,1-1 0,-1 1 0,1 0 0,-1-1 0,1 1 0,0 0 0,-1 0 0,1-1 0,0 1 0,-1 0 0,1 0 0,0 0 0,-1 0 0,1 0 0,0 0 0,0 0 0,1 0 0,-1 1 0,1-1 0,-1 1 0,1-1 0,-1 1 0,1 0 0,-1 0 0,0 0 0,1 0 0,0 1 0,5 4 0,0 1 0,10 14 0,-11-13 0,-5-7 0,1 0 0,-1 1 0,0-1 0,-1 1 0,1-1 0,0 1 0,0-1 0,0 1 0,-1-1 0,1 1 0,-1-1 0,1 3 0,-1-3 0,0-1 0,0 1 0,-1 0 0,1-1 0,0 1 0,0 0 0,-1-1 0,1 1 0,0-1 0,-1 1 0,1-1 0,0 1 0,-1-1 0,1 1 0,-1-1 0,1 1 0,-1-1 0,1 1 0,-1-1 0,1 0 0,-1 1 0,0-1 0,1 0 0,-1 0 0,1 1 0,-1-1 0,0 0 0,1 0 0,-1 0 0,0 0 0,1 0 0,-1 0 0,0 0 0,0 0 0,-26 2-1365,13-3-5461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1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3 24575,'-2'-2'0,"-1"1"0,-1 4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12 24575,'-7'-3'0,"0"1"0,0 0 0,0 0 0,0 1 0,-1 0 0,1 1 0,-11 0 0,15 0 0,0 0 0,1 1 0,-1-1 0,0 1 0,1 0 0,-1 0 0,1 0 0,-1 0 0,1 1 0,0-1 0,-1 0 0,1 1 0,0 0 0,0-1 0,0 1 0,0 0 0,0 0 0,1 0 0,-1 1 0,1-1 0,-1 0 0,1 1 0,-2 2 0,1 0 0,0 0 0,0 0 0,1 0 0,-1 1 0,1-1 0,0 1 0,0-1 0,1 1 0,0-1 0,0 1 0,0-1 0,1 1 0,-1-1 0,1 1 0,1-1 0,-1 0 0,1 1 0,0-1 0,0 0 0,0 0 0,1 0 0,0 0 0,0-1 0,0 1 0,0-1 0,1 0 0,0 0 0,0 0 0,0 0 0,0 0 0,7 4 0,-1-3 0,0-1 0,-1 1 0,1-1 0,1-1 0,-1 0 0,0 0 0,14 1 0,-6-2 0,1-1 0,0-1 0,23-3 0,-37 3 0,0-1 0,0 0 0,0-1 0,0 1 0,0-1 0,0 0 0,-1 0 0,1 0 0,-1-1 0,0 0 0,1 1 0,-1-2 0,0 1 0,-1 0 0,1-1 0,-1 0 0,1 0 0,-1 0 0,3-5 0,-1 1 0,-1 0 0,0 0 0,0-1 0,-1 0 0,0 1 0,-1-1 0,0 0 0,0 0 0,1-15 0,-3 24 0,0 0 0,0 0 0,0 0 0,0 0 0,0 0 0,0 0 0,0 0 0,0 0 0,0 0 0,0 0 0,0 0 0,0 0 0,0 0 0,0 0 0,0 0 0,0 0 0,1 0 0,-1 0 0,0 0 0,0 0 0,0 0 0,0 0 0,0 0 0,0 0 0,0 0 0,0 0 0,0 0 0,0 0 0,0 0 0,0 0 0,0 0 0,0 0 0,0 0 0,0 0 0,0 0 0,0 0 0,0 0 0,0 0 0,0 0 0,0 0 0,0 0 0,0 0 0,0 0 0,0-1 0,0 1 0,0 0 0,1 0 0,-1 0 0,0 0 0,0 0 0,0 0 0,0 0 0,0 0 0,0 0 0,-1 0 0,1 0 0,0 0 0,4 7 0,2 10 0,-2-1-195,1 1 0,0-1 0,2 0 0,0 0 0,0-1 0,15 21 0,-14-26-6631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9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24575,'-2'2'0,"-2"4"0,-1 3 0,-1 3 0,1-1-8191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3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76 131 24575,'0'-5'0,"1"-7"0,-1 0 0,0 0 0,-1 0 0,-1 0 0,0 0 0,0 0 0,-7-17 0,9 29 0,0-1 0,0 0 0,0 1 0,-1-1 0,1 1 0,0-1 0,-1 0 0,1 1 0,0-1 0,-1 1 0,1-1 0,-1 1 0,1-1 0,0 1 0,-1-1 0,0 1 0,1-1 0,-1 1 0,1-1 0,-1 1 0,1 0 0,-1 0 0,0-1 0,1 1 0,-1 0 0,0 0 0,1 0 0,-2-1 0,1 2 0,0-1 0,0 1 0,0-1 0,0 1 0,1-1 0,-1 1 0,0-1 0,0 1 0,0 0 0,1 0 0,-1-1 0,0 1 0,1 0 0,-1 0 0,1 0 0,-1 1 0,-3 5 0,0 1 0,1 0 0,-3 9 0,1-1 0,1 1 0,1 1 0,1-1 0,0 0 0,1 1 0,3 31 0,-1-44 0,0 1 0,0 0 0,0-1 0,1 1 0,0-1 0,0 0 0,0 1 0,1-1 0,-1 0 0,1 0 0,1 0 0,-1-1 0,1 1 0,0-1 0,0 0 0,0 0 0,0 0 0,1-1 0,6 5 0,-2-3 0,0 0 0,1-1 0,-1 0 0,1-1 0,0 0 0,-1 0 0,1-1 0,0 0 0,1-1 0,10 0 0,-8 0 0,1-1 0,0-1 0,0 0 0,-1-1 0,15-3 0,-24 4 0,-1 0 0,0 0 0,1 0 0,-1-1 0,0 1 0,0-1 0,0 0 0,0 0 0,0 0 0,0 0 0,-1 0 0,1-1 0,-1 1 0,0-1 0,1 0 0,-1 0 0,0 1 0,0-1 0,-1-1 0,1 1 0,-1 0 0,0 0 0,1 0 0,-1-1 0,0-4 0,0-7 0,-1 13 0,0 0 0,0-1 0,0 1 0,1-1 0,-1 1 0,1-1 0,-1 1 0,1-1 0,0 1 0,0 0 0,0 0 0,1-3 0,-1 4 0,0 1 0,0-1 0,1 1 0,-1-1 0,0 1 0,0-1 0,1 1 0,-1 0 0,0 0 0,1 0 0,-1-1 0,0 1 0,1 0 0,-1 1 0,3-1 0,9 0 0,-12 0 0,1-1 0,-1 0 0,1 1 0,-1-1 0,1 0 0,-1 1 0,0-1 0,1 0 0,-1 0 0,0 0 0,0 0 0,0-1 0,1 1 0,-1 0 0,0 0 0,-1-1 0,1 1 0,0 0 0,0-1 0,-1 1 0,1-1 0,0 1 0,-1-1 0,1-2 0,0 2 0,-1-1 0,1 1 0,0 0 0,0 0 0,0 0 0,0 0 0,0 0 0,1 0 0,-1 0 0,3-2 0,-3 3 0,0 1 0,0-1 0,-1 1 0,1-1 0,0 1 0,0 0 0,0-1 0,0 1 0,0 0 0,0 0 0,0 0 0,0 0 0,-1 0 0,1 0 0,0 0 0,0 0 0,0 0 0,0 0 0,0 0 0,0 0 0,0 1 0,0-1 0,0 0 0,0 1 0,-1-1 0,1 1 0,0-1 0,1 2 0,22 19 0,-19-17 0,49 58 0,-27-28 0,-24-31-227,0 1-1,-1-1 1,1 1-1,-1 0 1,3 4-1,-2 2-6598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4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42 24575,'-1'-2'0,"1"1"0,0-1 0,-1 0 0,1 1 0,0-1 0,0 0 0,0 1 0,0-1 0,0 0 0,0 1 0,0-1 0,0 0 0,1 1 0,-1-1 0,1 0 0,-1 1 0,1-1 0,0 1 0,1-2 0,-1 2 0,0 0 0,0 0 0,0 1 0,0-1 0,0 0 0,0 1 0,0-1 0,1 1 0,-1-1 0,0 1 0,0 0 0,1 0 0,-1 0 0,0-1 0,0 1 0,1 0 0,-1 0 0,0 1 0,1-1 0,-1 0 0,0 0 0,0 1 0,1-1 0,-1 0 0,0 1 0,2 0 0,5 3 0,1 0 0,-1 0 0,1 1 0,-1 0 0,10 8 0,36 36 0,-27-24 0,-25-23 0,1 0 0,-1 1 0,0-1 0,0 1 0,0 0 0,0-1 0,0 1 0,-1 0 0,1 0 0,-1 0 0,0 0 0,0 0 0,1 5 0,-2-7 0,0 1 0,0 0 0,0-1 0,0 1 0,0 0 0,0-1 0,-1 1 0,1-1 0,-1 1 0,1 0 0,-1-1 0,1 1 0,-1-1 0,0 1 0,0-1 0,0 0 0,0 1 0,0-1 0,0 0 0,0 0 0,0 0 0,0 0 0,-1 0 0,1 0 0,0 0 0,-1 0 0,1 0 0,-3 1 0,-7 2 14,0 0-1,0 0 0,0-1 0,0 0 1,-1-1-1,1 0 0,-1-1 1,-17 0-1,-3-2-756,-58-10 1,77 9-6084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5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5 24575,'-1'0'0,"1"1"0,-1 0 0,1 0 0,0 0 0,-1 0 0,1 0 0,0-1 0,0 1 0,0 0 0,0 0 0,0 0 0,0 0 0,0 0 0,0 0 0,0 0 0,0 0 0,0 0 0,1-1 0,-1 1 0,0 0 0,0 0 0,1 0 0,-1 0 0,1-1 0,-1 1 0,1 0 0,-1 0 0,1-1 0,1 2 0,20 23 0,-20-23 0,-1-1 0,1 1 0,0 0 0,0 0 0,0-1 0,0 1 0,0-1 0,0 0 0,0 0 0,0 0 0,1 0 0,-1 0 0,0 0 0,1 0 0,-1-1 0,1 1 0,-1-1 0,0 1 0,1-1 0,-1 0 0,1 0 0,-1-1 0,1 1 0,-1 0 0,1-1 0,-1 1 0,1-1 0,3-2 0,1-1 0,0 0 0,-1 0 0,1-1 0,-1 0 0,0 0 0,-1 0 0,9-11 0,-13 14 0,1 0 0,0 0 0,-1 0 0,1 1 0,0-1 0,0 0 0,1 1 0,-1 0 0,0-1 0,0 1 0,1 0 0,-1 0 0,1 0 0,-1 0 0,1 1 0,-1-1 0,5 0 0,-3 1 0,0 1 0,-1-1 0,1 1 0,0 0 0,-1 0 0,1 0 0,-1 1 0,0-1 0,1 1 0,-1 0 0,0 0 0,3 2 0,17 12 0,-1 1 0,38 39 0,-57-53-273,-1 0 0,0 0 0,1 0 0,2 7 0,0 0-6553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 24575,'-8'2'0,"-63"22"0,61-20 0,0 0 0,1 1 0,-1 0 0,-14 11 0,22-14 0,-1 0 0,1 0 0,0 0 0,1 0 0,-1 0 0,0 0 0,1 0 0,-1 0 0,1 1 0,-1-1 0,1 1 0,0-1 0,0 1 0,0 0 0,1-1 0,-1 1 0,0 3 0,1-2 0,0 0 0,0 0 0,1 0 0,-1 0 0,1 0 0,0 0 0,0 0 0,0 0 0,1 0 0,2 5 0,3 2 0,0 1 0,0-2 0,1 1 0,0-1 0,1 0 0,11 9 0,-14-14 14,-1-1-1,1 1 0,0-1 0,0-1 1,0 1-1,1-1 0,-1 0 1,12 3-1,-7-3-310,0-1 0,0 0 0,-1-1 0,22 0 0,-15-2-6529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7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24575,'1'0'0,"0"0"0,0 1 0,0-1 0,0 0 0,0 1 0,0-1 0,0 1 0,0 0 0,0-1 0,0 1 0,0 0 0,0-1 0,0 1 0,-1 0 0,1 0 0,0 0 0,0 1 0,13 19 0,-11-16 0,23 42 0,23 36 0,-42-74 0,0 0 0,0 0 0,1-1 0,0 0 0,0-1 0,16 11 0,-22-16 0,0-1 0,1 1 0,-1-1 0,0 0 0,1 0 0,-1 0 0,1 0 0,-1-1 0,1 1 0,-1-1 0,1 1 0,-1-1 0,1 0 0,0 0 0,-1 0 0,1 0 0,-1 0 0,4-2 0,-4 2 0,1-1 0,-1 0 0,0-1 0,0 1 0,0 0 0,-1 0 0,1-1 0,0 1 0,0-1 0,-1 0 0,1 1 0,-1-1 0,1 0 0,-1 0 0,0 0 0,0 0 0,0 0 0,0 0 0,0 0 0,1-5 0,-1-1 0,1 0 0,-1 1 0,-1-1 0,1 0 0,-2-14 0,0 14 0,1 0 0,0 0 0,1 0 0,-1 1 0,3-10 0,-1 12 0,0 5 0,2 10 0,-1 16 0,0 73 0,1 37 0,-3-114 0,8 158 0,-9-129 0,-10 77 0,9-123 0,0 0 0,0 0 0,0-1 0,-1 1 0,0 0 0,1-1 0,-2 0 0,-4 8 0,7-11 0,-1 0 0,0 0 0,1 0 0,-1-1 0,0 1 0,0 0 0,0 0 0,1-1 0,-1 1 0,0-1 0,0 1 0,0-1 0,0 1 0,0-1 0,0 0 0,-1 1 0,-1-1 0,2 0 0,-1 0 0,1 0 0,-1-1 0,1 1 0,0-1 0,-1 1 0,1-1 0,0 1 0,-1-1 0,1 0 0,0 1 0,-1-1 0,1 0 0,0 0 0,0 0 0,0 0 0,-1-2 0,-2-1 0,1 0 0,-1-1 0,1 0 0,0 0 0,0 0 0,1 0 0,-3-9 0,-11-42 0,13 42 0,-4-13 0,2 0 0,1 0 0,2 0 0,0 0 0,2 0 0,4-41 0,-3 63 15,0 0 0,0-1 0,1 1 0,-1 0 0,1 0 0,0 0 0,3-4 0,-4 7-77,0 1 0,0-1 0,0 1 0,0-1 1,1 1-1,-1 0 0,0-1 0,0 1 0,1 0 0,-1 0 0,1 0 0,-1 0 1,1 0-1,0 0 0,-1 1 0,1-1 0,0 0 0,0 1 0,-1-1 0,1 1 1,0 0-1,0 0 0,2-1 0,6 3-6764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2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7 24575,'0'0'0,"0"0"0,0 0 0,0-1 0,0 1 0,0 0 0,0-1 0,0 1 0,0 0 0,0 0 0,0-1 0,0 1 0,0 0 0,0 0 0,0-1 0,-1 1 0,1 0 0,0 0 0,0 0 0,0-1 0,0 1 0,-1 0 0,1 0 0,0 0 0,0-1 0,0 1 0,-1 0 0,1 0 0,0 0 0,0 0 0,-1 0 0,1 0 0,0-1 0,0 1 0,-1 0 0,1 0 0,0 0 0,0 0 0,-1 0 0,1 0 0,0 0 0,0 0 0,-1 0 0,1 0 0,0 0 0,-1 0 0,1 1 0,0-1 0,0 0 0,-1 0 0,1 0 0,0 0 0,0 0 0,0 0 0,-1 1 0,1-1 0,0 0 0,0 0 0,-1 1 0,-13 9 0,5 0 0,1 0 0,1 0 0,-1 1 0,2-1 0,-1 2 0,-6 17 0,-22 75 0,31-93 0,-1 14 0,1-1 0,1 1 0,1 0 0,2-1 0,2 33 0,-1-5 0,0-20 0,2-1 0,1 1 0,1-1 0,1 0 0,2 0 0,2 0 0,24 55 0,-29-77 9,0-1-1,1 0 0,0 0 1,0 0-1,1-1 0,0 0 1,0 0-1,1 0 0,-1-1 1,2-1-1,14 9 1,9 3-488,64 22 0,-78-32-29,-7-3-6318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0 24575,'12'1'0,"-1"-1"0,0 1 0,0 1 0,0 0 0,19 6 0,-23-5 0,0 0 0,0 0 0,-1 0 0,1 1 0,-1 0 0,0 0 0,0 1 0,0 0 0,8 9 0,-3-2 0,-1 1 0,-1 1 0,0-1 0,-1 1 0,0 1 0,-1-1 0,0 1 0,4 18 0,-4-10 0,-2-11 0,-1 1 0,0-1 0,-1 1 0,-1 0 0,0-1 0,0 26 0,-2-36 0,-1 1 0,1-1 0,-1 0 0,1 0 0,-1 0 0,0 0 0,0 0 0,0-1 0,0 1 0,0 0 0,0 0 0,0-1 0,-1 1 0,1 0 0,0-1 0,-1 1 0,0-1 0,1 0 0,-1 0 0,0 1 0,0-1 0,0 0 0,1-1 0,-1 1 0,0 0 0,0 0 0,0-1 0,0 1 0,-1-1 0,-1 1 0,-8 0 0,1 0 0,-1 0 0,0-2 0,-12 0 0,24 1 0,-17-3 0,1 0 0,-1-1 0,1-1 0,0 0 0,0-2 0,0 0 0,1 0 0,-21-14 0,27 14 0,0 1 0,1-2 0,-1 1 0,2-1 0,-1 0 0,1 0 0,0-1 0,1 0 0,0 0 0,1-1 0,0 0 0,-5-13 0,8 17 0,0 1 0,0-1 0,1 0 0,0 0 0,0 0 0,1 0 0,0 0 0,0 0 0,0 0 0,2-9 0,-1 11 0,0-1 0,1 1 0,0-1 0,-1 1 0,1 0 0,1 0 0,-1 0 0,1 0 0,0 0 0,-1 1 0,2-1 0,-1 1 0,0-1 0,8-4 0,-6 4-85,0 1 0,1-1-1,-1 1 1,1 1 0,0-1-1,0 1 1,0 0 0,0 0-1,0 1 1,1-1 0,-1 2-1,0-1 1,1 1 0,-1-1-1,9 2 1,-2 2-6741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1.8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0 24575,'-25'33'0,"18"-21"0,1 0 0,0 0 0,1 1 0,0 0 0,0 0 0,2 0 0,-4 19 0,5-11 0,0 0 0,1-1 0,2 1 0,3 27 0,4-1 0,2 1 0,2-2 0,26 65 0,-21-66 0,2 0 0,2-1 0,1-1 0,49 68 0,-66-105-170,0 0-1,0-1 0,1 1 1,0-1-1,0 0 0,0 0 1,13 7-1,-6-6-6655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30 162 24575,'1'11'0,"1"0"0,0-1 0,1 1 0,0-1 0,0 1 0,1-1 0,5 10 0,8 22 0,-11-25 0,-1-3 0,0 0 0,-1 0 0,-1 0 0,3 29 0,-8-28 0,-1-12 0,-2-9 0,-5-20 0,2 0 0,-10-52 0,2 9 0,-24-110 0,41 186 0,1 0 0,0 0 0,0-1 0,1 1 0,0-1 0,0 1 0,0-1 0,7 7 0,-2-1 0,1-2 0,1 1 0,17 15 0,3-3 0,1-1 0,45 24 0,-51-33 0,1-1 0,0-2 0,1 0 0,0-2 0,1-1 0,-1-1 0,29 2 0,-51-7 0,-1-1 0,0 1 0,1-1 0,-1-1 0,0 1 0,0-1 0,1 1 0,-1-1 0,0 0 0,0-1 0,7-2 0,-9 3 0,0-1 0,0 1 0,0-1 0,0 1 0,0-1 0,-1 0 0,1 0 0,0 0 0,-1 0 0,1 0 0,-1 0 0,0 0 0,0 0 0,0-1 0,0 1 0,0 0 0,0-1 0,-1 1 0,1-1 0,-1 1 0,1-3 0,-1-6 0,1 1 0,-2 0 0,1 0 0,-1 0 0,-1 0 0,0 0 0,0 0 0,-1 1 0,0-1 0,-1 1 0,0-1 0,-1 1 0,1 0 0,-9-10 0,3 5 0,0 1 0,-1 0 0,-1 1 0,0 1 0,-1-1 0,0 2 0,-26-17 0,22 18-1365,3 3-5461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24575,'75'230'0,"-67"-205"0,6 15 0,-14-39 0,-1-1 0,1 0 0,0 0 0,0 0 0,0 0 0,1 0 0,-1 1 0,0-1 0,0 0 0,0 0 0,0 0 0,0 0 0,0 0 0,0 1 0,0-1 0,0 0 0,0 0 0,0 0 0,0 0 0,0 0 0,0 0 0,1 0 0,-1 1 0,0-1 0,0 0 0,0 0 0,0 0 0,0 0 0,0 0 0,0 0 0,1 0 0,-1 0 0,0 0 0,0 0 0,0 0 0,0 0 0,0 0 0,1 0 0,-1 0 0,0 0 0,0 0 0,0 0 0,0 0 0,0 0 0,1 0 0,1-8 0,-1-13 0,-2 14-273,-1 0 0,1 0 0,-1 0 0,-4-11 0,0 4-6553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17 105 24575,'24'-17'0,"0"1"0,41-20 0,-51 29 0,-1 1 0,1 1 0,1 1 0,-1 0 0,1 0 0,28-2 0,-41 6 0,0 0 0,0 0 0,1 0 0,-1 1 0,0-1 0,0 0 0,0 1 0,0 0 0,0-1 0,4 3 0,-6-3 0,0 0 0,1 0 0,-1 0 0,0 1 0,1-1 0,-1 0 0,0 0 0,0 1 0,1-1 0,-1 0 0,0 1 0,0-1 0,0 0 0,1 1 0,-1-1 0,0 0 0,0 1 0,0-1 0,0 0 0,0 1 0,0-1 0,0 0 0,0 1 0,0-1 0,0 1 0,0 0 0,0 0 0,-1 0 0,1 0 0,-1-1 0,1 1 0,-1 0 0,1 0 0,-1 0 0,1 0 0,-1-1 0,0 1 0,1 0 0,-1-1 0,-1 2 0,-8 4 0,0 0 0,0 0 0,-1-1 0,0 0 0,0 0 0,-13 2 0,-2 2 0,0 0 0,-41 18 0,60-24 0,1 0 0,-1 1 0,1 0 0,0 0 0,1 1 0,-1-1 0,-7 10 0,11-12 0,0 0 0,0 1 0,0 0 0,1-1 0,-1 1 0,1 0 0,0 0 0,0-1 0,0 1 0,0 0 0,1 0 0,-1 0 0,1 0 0,-1 0 0,1 0 0,0 1 0,0-1 0,1 5 0,0-6 0,0 0 0,-1 1 0,1-1 0,0 0 0,0 0 0,0 0 0,0 0 0,1 0 0,-1 0 0,1-1 0,-1 1 0,1 0 0,-1-1 0,1 1 0,0-1 0,0 1 0,0-1 0,0 0 0,0 0 0,0 0 0,0 0 0,0 0 0,0 0 0,0-1 0,3 1 0,6 1 0,-1-1 0,1 0 0,0-1 0,-1 0 0,1-1 0,17-3 0,61-18 0,-73 16-56,-12 4-108,0 1 1,1-1-1,-1 1 1,1 0-1,-1 0 0,1 1 1,4-1-1,0 2-6662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8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24575,'10'28'0,"6"11"0,0 2 0,0-4 0,-3-5 0,-4-6 0,0-7 0,-2-5 0,-3-7 0,-1-7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82 24575,'13'-12'0,"6"-5"0,3 1 0,0 3 0,-2 4 0,-1 3 0,-1 3 0,-2 2 0,0 1 0,-4-2 0,-6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24575,'28'-5'0,"11"-4"0,2-1 0,-4 2 0,-5-1 0,-6 2 0,-5 1 0,-6 0 0,0 1 0,-3 3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7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24575,'3'23'0,"3"9"0,0 3 0,0-3 0,-2-4 0,2-5 0,-1-3 0,-1-2 0,1-5 0,0-2 0,-1 0 0,2-3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9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7 24575,'-21'-2'0,"-8"-2"0,-5 4 0,1 3 0,2 2 0,0 2 0,0 0 0,2 1 0,-1 2 0,1 0 0,2-3 0,6-2-8191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5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 24575,'-2'2'0,"-2"4"0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0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137 539 24575,'13'-31'0,"-2"0"0,14-61 0,-22 77 0,-1 1 0,-1 0 0,0 0 0,-1-1 0,-1 1 0,0 0 0,-1-1 0,0 1 0,-6-17 0,-22-54 0,-10-33 0,39 117 0,1-1 0,0 0 0,-1 1 0,0-1 0,1 1 0,-1-1 0,0 1 0,0-1 0,0 1 0,1-1 0,-3-1 0,2 3 0,1 0 0,-1 0 0,1-1 0,-1 1 0,1 0 0,-1 0 0,1 0 0,-1 0 0,1 0 0,-1 0 0,0 0 0,1 0 0,-1 0 0,1 0 0,-1 0 0,1 0 0,-1 1 0,1-1 0,-1 0 0,0 0 0,1 0 0,-1 1 0,1-1 0,0 0 0,-1 1 0,1-1 0,-1 0 0,1 1 0,-1-1 0,1 1 0,0-1 0,-1 1 0,1-1 0,0 1 0,-1 0 0,-9 13 0,0 1 0,1 0 0,1 1 0,-8 19 0,12-28 0,-1 7 0,1-1 0,0 1 0,0 0 0,2 0 0,0 1 0,0-1 0,1 1 0,1-1 0,1 0 0,0 1 0,3 16 0,-1-20 0,0-1 0,0 1 0,1-1 0,1 0 0,0 0 0,0 0 0,1-1 0,11 15 0,8 5 0,32 30 0,-41-43 0,73 68 120,-73-71-491,1 0-1,0-1 1,35 18 0,-40-24-6455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24 24575,'-3'-2'0,"-1"1"0,1 0 0,-1 0 0,1 0 0,-1 1 0,0-1 0,1 1 0,-1 0 0,0 0 0,1 0 0,-1 0 0,0 1 0,-5 1 0,7-1 0,0-1 0,0 1 0,1 0 0,-1 0 0,0 0 0,1 0 0,-1 0 0,1 0 0,0 1 0,-1-1 0,1 0 0,0 1 0,0-1 0,0 1 0,0-1 0,0 1 0,0 0 0,0-1 0,0 1 0,1 0 0,-1 0 0,1 0 0,-1-1 0,1 1 0,0 0 0,0 0 0,0 0 0,0 3 0,0 2 0,1 0 0,0 0 0,0-1 0,1 1 0,0-1 0,0 1 0,0-1 0,1 1 0,0-1 0,0 0 0,6 7 0,-2-4 0,0 0 0,0-1 0,0 0 0,1 0 0,0-1 0,12 8 0,-13-10 0,0-1 0,1 0 0,-1 0 0,1-1 0,-1 0 0,1 0 0,0-1 0,0 0 0,0-1 0,1 1 0,-1-2 0,0 1 0,0-1 0,9-1 0,-16 1 0,1 0 0,-1 0 0,1-1 0,-1 1 0,0 0 0,1-1 0,-1 1 0,0-1 0,0 0 0,1 1 0,-1-1 0,0 0 0,0 0 0,0 0 0,0 0 0,0 0 0,0 0 0,0 0 0,1-2 0,-1 1 0,0 0 0,0-1 0,0 1 0,0-1 0,0 0 0,0 1 0,-1-1 0,0 0 0,1-4 0,-1-3 0,-1 0 0,0-1 0,0 1 0,-4-13 0,1 9 0,-1 0 0,0 0 0,-9-18 0,11 26 0,0 1 0,0-1 0,0 1 0,-1 0 0,0 0 0,0 0 0,0 1 0,-1 0 0,1-1 0,-10-5 0,13 10 0,0-1 0,0 1 0,0-1 0,0 1 0,-1-1 0,1 1 0,0 0 0,0 0 0,0 0 0,-1-1 0,1 1 0,0 0 0,0 0 0,0 1 0,-1-1 0,1 0 0,0 0 0,0 1 0,-2-1 0,1 2 0,0-1 0,-1 0 0,1 0 0,0 1 0,0-1 0,0 1 0,0 0 0,-3 3 0,-1 2 0,0 1 0,1 0 0,-8 15 0,10-17 20,0 1 0,0-1 0,1 1 0,0 0 0,-2 11 0,3-16-85,1 0 1,0 1-1,0-1 1,0 0-1,0 0 1,0 0-1,0 0 0,0 0 1,1 0-1,-1 0 1,1 0-1,0 1 1,-1-2-1,1 1 0,0 0 1,0 0-1,0 0 1,1 0-1,-1 0 1,0-1-1,1 1 1,2 2-1,5 2-6761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7.1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3 24575,'0'-1'0,"-1"1"0,0 0 0,0 0 0,0-1 0,0 1 0,0 0 0,1 0 0,-1 0 0,0 0 0,0 0 0,0 0 0,0 0 0,0 0 0,0 0 0,1 1 0,-1-1 0,0 0 0,0 1 0,0-1 0,0 0 0,1 1 0,-1-1 0,0 1 0,0-1 0,1 1 0,-1-1 0,0 1 0,1 0 0,-1-1 0,1 1 0,-1 0 0,1-1 0,-1 1 0,1 0 0,-1 0 0,1 0 0,0-1 0,0 1 0,-1 1 0,-2 5 0,1 0 0,0-1 0,-2 13 0,4-19 0,-1 11 0,0 1 0,0-1 0,1 0 0,1 0 0,0 0 0,3 15 0,0-9 0,0 0 0,2 0 0,9 21 0,-13-32 0,1-1 0,1 1 0,-1-1 0,1 0 0,0 0 0,0 0 0,1 0 0,0 0 0,9 6 0,-13-10 0,0 0 0,0-1 0,1 1 0,-1 0 0,1-1 0,-1 1 0,1 0 0,-1-1 0,1 0 0,-1 1 0,1-1 0,-1 0 0,1 0 0,-1 0 0,1 0 0,-1 0 0,1 0 0,1-1 0,-1 0 0,0 0 0,0 0 0,-1 0 0,1 0 0,-1 0 0,1 0 0,-1-1 0,1 1 0,-1-1 0,0 1 0,0-1 0,0 1 0,0-1 0,0 0 0,0 1 0,0-1 0,0 0 0,0-3 0,5-16 0,0-1 0,-2 0 0,-1 0 0,1-36 0,-3 12 0,8 75 0,45 253 0,-12-82 0,-40-190 0,10 68 0,-11-67 0,0 1 0,-1-1 0,-1 1 0,-2 19 0,2-29 0,1 0 0,-1 0 0,1 1 0,-1-1 0,0 0 0,0 0 0,0 0 0,0 0 0,0 0 0,0 0 0,-1 0 0,1 0 0,-1-1 0,1 1 0,-1-1 0,0 1 0,1-1 0,-1 1 0,0-1 0,0 0 0,0 0 0,0 0 0,0 0 0,0 0 0,-1 0 0,-1 0 0,0 0 0,1-1 0,-1 0 0,1 0 0,-1 0 0,1 0 0,0-1 0,-1 1 0,1-1 0,-1 0 0,1 0 0,0 0 0,0-1 0,0 1 0,-1-1 0,1 1 0,-4-5 0,-2 0 0,1 0 0,1-1 0,-1 0 0,1-1 0,1 0 0,-1 0 0,1 0 0,1-1 0,0 0 0,0 0 0,-6-15 0,9 19 0,1 0 0,-1 0 0,1 0 0,0-1 0,1 1 0,-1 0 0,1-1 0,0 1 0,0-1 0,1 1 0,0-1 0,0 1 0,0 0 0,0 0 0,1-1 0,0 1 0,0 0 0,0 1 0,1-1 0,0 0 0,-1 0 0,2 1 0,4-6 0,-3 5-72,0 0 1,0 0-1,1 0 0,-1 1 0,1 0 0,0 0 0,0 0 0,1 1 1,-1 0-1,1 0 0,-1 1 0,1 0 0,0 0 0,0 0 0,0 1 1,0 0-1,0 0 0,8 1 0,0 2-6754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40 208 24575,'-5'9'0,"1"0"0,-1 1 0,2-1 0,-1 1 0,1-1 0,1 1 0,0 0 0,0 0 0,1 0 0,0 0 0,1 0 0,0 0 0,2 13 0,5 9 0,-6-29 0,0-1 0,0 0 0,0 1 0,0-1 0,0 0 0,0 0 0,1 0 0,-1 0 0,1 0 0,-1 0 0,3 1 0,-4-3 0,0 0 0,0 0 0,1 0 0,-1 0 0,0 0 0,0 0 0,0 0 0,1 0 0,-1 0 0,0 0 0,0 0 0,0 0 0,0 0 0,1 0 0,-1 0 0,0 0 0,0 0 0,0 0 0,0-1 0,1 1 0,-1 0 0,0 0 0,0 0 0,0 0 0,0 0 0,0 0 0,1-1 0,-1 1 0,0 0 0,0 0 0,0 0 0,0 0 0,0-1 0,0 1 0,0 0 0,0 0 0,0 0 0,0 0 0,0-1 0,0 1 0,0 0 0,0 0 0,0 0 0,0-1 0,0 1 0,0 0 0,1-12 0,-1 12 0,0-27 0,-1 0 0,-1 0 0,-1 0 0,-2 0 0,-1 1 0,-9-28 0,13 50 0,1 2 0,0-1 0,1 1 0,-1 0 0,0 0 0,1 0 0,0 0 0,-1-1 0,1 1 0,0 0 0,0 0 0,0-1 0,0 1 0,1 0 0,0-3 0,-1 5 0,0 0 0,1 0 0,-1 0 0,0 0 0,1 0 0,-1 0 0,1 0 0,-1 0 0,0 0 0,1 0 0,-1 0 0,0 0 0,1 0 0,-1 0 0,0 0 0,1 0 0,-1 1 0,1-1 0,-1 0 0,0 0 0,1 0 0,-1 1 0,0-1 0,0 0 0,1 0 0,-1 1 0,0-1 0,0 0 0,1 1 0,11 10 0,-11-9 0,71 78 0,-41-43 0,48 44 0,-68-71 0,0-1 0,1 0 0,0-1 0,1 0 0,0-1 0,0-1 0,0 0 0,27 8 0,-39-13 0,1-1 0,0 1 0,0-1 0,0 0 0,0 0 0,0 1 0,0-1 0,0 0 0,0-1 0,-1 1 0,1 0 0,0 0 0,0-1 0,0 1 0,0-1 0,0 0 0,-1 0 0,1 1 0,0-1 0,1-2 0,-1 2 0,0-1 0,-1 0 0,1 0 0,-1 0 0,1 0 0,-1 0 0,0 0 0,0 0 0,0-1 0,0 1 0,0 0 0,0-1 0,0-3 0,0-4 0,0 1 0,-1 0 0,0-1 0,0 1 0,-1-1 0,-1 1 0,-2-11 0,-7-20 0,-24-60 0,27 82 0,0 1 0,-1 0 0,-1 0 0,-1 1 0,-20-24 0,27 35-136,-1 1-1,1-1 1,-1 1-1,0 0 1,0 1-1,-1-1 1,1 1-1,-1 0 0,-8-3 1,1 2-6690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24575,'-2'18'0,"-2"10"0,1 4 0,1-2 0,2-3 0,3-4 0,2 0 0,0-3 0,0-1 0,2-4 0,-1-2 0,1-1 0,-1 0 0,0-5 0,-3-5 0,-1-6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59 24575,'23'-10'0,"12"-3"0,3 0 0,0 3 0,-2 2 0,-4 4 0,-5 4 0,-5 2 0,-3 1 0,-3 0 0,-6 0 0,-8-1 0,-6-1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24575,'23'-5'0,"9"-2"0,3 0 0,-3 2 0,-4 2 0,-4 0 0,-4 2 0,-5 1-8191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2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24575,'3'30'0,"3"13"0,0 3 0,2-5 0,0-8 0,-2-6 0,-1-6 0,-3-4 0,0-7 0,-2-8 0,0-6 0,-3-6 0,0-3 0,-1-3 0,1 3-8191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 24575,'17'-10'0,"9"-3"0,2 0 0,-1 3 0,-2 2 0,-4 4 0,-2 1 0,-2 2 0,-2 1 0,0 1 0,-3-1-8191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24575,'25'-10'0,"11"-3"0,2 0 0,-4 3 0,-4 3 0,-8 5 0,-7 5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0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24575,'5'15'0,"4"10"0,3 3 0,0 3 0,0-3 0,0 0 0,-1-3 0,-1-3 0,-1 0 0,0-1 0,-2-2 0,-2-2 0,-1-1 0,0-1 0,-2-5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578 30 24575,'0'-1'0,"0"0"0,0 0 0,0-1 0,0 1 0,0 0 0,0 0 0,0 0 0,0 0 0,0 0 0,-1 0 0,1 0 0,0 0 0,-1 0 0,1 0 0,-1 0 0,1 0 0,-1 0 0,1 1 0,-1-1 0,0 0 0,1 0 0,-1 0 0,0 1 0,0-1 0,1 0 0,-1 1 0,0-1 0,0 1 0,0-1 0,0 1 0,0-1 0,0 1 0,0-1 0,0 1 0,-2 0 0,-2 0 0,-1 0 0,1 0 0,0 1 0,0 0 0,-1 0 0,-5 2 0,-13 2 0,-39 3 0,0-3 0,-122-5 0,21-11-1365,150 11-5461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1.2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54 24575,'1'-5'0,"0"0"0,1 0 0,-1-1 0,1 1 0,5-8 0,-7 12 0,1 0 0,-1 0 0,1 0 0,0 0 0,-1 0 0,1 0 0,0 0 0,0 1 0,-1-1 0,1 0 0,0 1 0,0-1 0,0 0 0,0 1 0,0-1 0,0 1 0,0 0 0,0-1 0,0 1 0,0 0 0,1-1 0,-1 1 0,0 0 0,0 0 0,0 0 0,0 0 0,0 0 0,0 0 0,0 1 0,1-1 0,-1 0 0,0 0 0,0 1 0,1 0 0,6 3 0,0 0 0,0 1 0,-1 0 0,1 0 0,6 7 0,34 35 0,-35-34 0,183 201 0,-161-174 0,-2 3 0,39 63 0,-60-85 0,-1-1 0,-2 1 0,0 1 0,-1 0 0,-1 0 0,0 0 0,-2 1 0,2 26 0,-6-42 0,-1 0 0,0-1 0,-1 1 0,1 0 0,-1 0 0,0-1 0,-1 1 0,0-1 0,0 1 0,0-1 0,-1 1 0,0-1 0,0 0 0,0 0 0,-1-1 0,0 1 0,-6 6 0,2-4 0,0-1 0,-1 0 0,1 0 0,-1-1 0,-1 0 0,1 0 0,-1-1 0,0-1 0,-20 7 0,-15 2-455,0-2 0,-54 5 0,71-13-6371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2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24575,'35'18'0,"-1"1"0,-1 1 0,-1 2 0,0 2 0,-2 1 0,28 30 0,-42-39 0,-1 1 0,-2 1 0,1 1 0,-2 0 0,-1 0 0,0 1 0,-1 1 0,-2-1 0,0 2 0,-1-1 0,8 42 0,-11-38 15,-2 1 0,-1-1 0,0 1 0,-2 0 0,-1-1 0,-1 1 0,-12 44 0,9-50-150,-1 0 0,0-1 0,-2 0 0,0 0 0,-1-1 0,-1 0 0,0-1 0,-2-1 0,0 0 0,-16 16 0,9-13-6691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0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46 24575,'1'11'0,"1"0"0,1 0 0,0 0 0,0 0 0,1-1 0,7 17 0,0-3 0,5 20 0,19 74 0,-35-127 0,0 0 0,1 0 0,-1-1 0,2 1 0,2-10 0,3-32 0,-8 5 0,0 33 0,1 0 0,0 0 0,3-15 0,-3 28 0,0 0 0,0 0 0,0 0 0,0 0 0,0-1 0,0 1 0,1 0 0,-1 0 0,0 0 0,0 0 0,0 0 0,0-1 0,0 1 0,1 0 0,-1 0 0,0 0 0,0 0 0,0 0 0,0 0 0,1 0 0,-1 0 0,0 0 0,0 0 0,0 0 0,1 0 0,-1-1 0,0 1 0,0 0 0,0 1 0,1-1 0,-1 0 0,0 0 0,0 0 0,0 0 0,0 0 0,1 0 0,-1 0 0,0 0 0,0 0 0,0 0 0,0 0 0,1 0 0,-1 0 0,0 1 0,0-1 0,0 0 0,0 0 0,0 0 0,1 0 0,-1 0 0,0 1 0,0-1 0,0 0 0,9 9 0,16 21 0,-16-17 0,1-2 0,1 1 0,21 18 0,-19-20 0,1-1 0,0 0 0,0-1 0,1 0 0,31 11 0,-41-18 0,0 1 0,1-1 0,-1 0 0,1 0 0,-1 0 0,1-1 0,-1 0 0,1 0 0,-1 0 0,1-1 0,0 1 0,-1-2 0,0 1 0,1 0 0,-1-1 0,0 0 0,0 0 0,0-1 0,0 0 0,0 1 0,6-6 0,0-2 0,0-1 0,-1 0 0,0 0 0,11-17 0,27-54 0,-45 76 0,0-1 0,0 1 0,-1 0 0,0-1 0,0 1 0,1-9 0,-3 14 0,0 0 0,0-1 0,0 1 0,1 0 0,-1 0 0,0-1 0,-1 1 0,1 0 0,0 0 0,0 0 0,0-1 0,-1 1 0,1 0 0,-1 0 0,1 0 0,-1-1 0,1 1 0,-1 0 0,0 0 0,1 0 0,-1 0 0,0 0 0,0 0 0,0 1 0,0-1 0,1 0 0,-1 0 0,-1 0 0,1 1 0,0-1 0,0 1 0,0-1 0,0 1 0,0-1 0,0 1 0,-1 0 0,1-1 0,0 1 0,0 0 0,-2 0 0,0 0 0,0 0 0,0 0 0,0 0 0,1 1 0,-1-1 0,0 1 0,0 0 0,1 0 0,-1 0 0,0 0 0,1 0 0,-1 0 0,1 1 0,0-1 0,-1 1 0,1 0 0,0 0 0,0 0 0,0 0 0,0 0 0,0 0 0,1 0 0,-3 5 0,1-3 0,1 0 0,0 1 0,0-1 0,0 1 0,0 0 0,1 0 0,0-1 0,0 1 0,0 0 0,1 0 0,-1 0 0,2 8 0,-1-10 0,1 0 0,-1 0 0,1 0 0,0 0 0,0 0 0,0 0 0,0 0 0,1-1 0,-1 1 0,1 0 0,0-1 0,0 1 0,0-1 0,0 0 0,0 0 0,0 0 0,0 0 0,1 0 0,-1 0 0,1 0 0,0-1 0,-1 1 0,5 0 0,5 3 0,1-1 0,0 0 0,0-1 0,15 1 0,-9-1 0,4 1 0,0-1 0,0-1 0,43-3 0,-57 1 0,1-1 0,-1 0 0,0-1 0,0 0 0,0-1 0,0 0 0,-1 0 0,1-1 0,-1 0 0,1-1 0,-1 1 0,10-10 0,-15 12 0,0-1 0,-1 0 0,1 0 0,-1 0 0,0-1 0,0 1 0,0-1 0,0 1 0,0-1 0,-1 1 0,0-1 0,0 0 0,0 0 0,0 0 0,0 1 0,-1-1 0,0 0 0,1 0 0,-2 0 0,1 0 0,0 0 0,-1 0 0,-1-5 0,1 6 0,1 0 0,-2 0 0,1 0 0,0 0 0,0 1 0,-1-1 0,1 0 0,-1 1 0,0-1 0,0 1 0,0 0 0,0-1 0,-1 1 0,1 0 0,0 0 0,-1 0 0,1 1 0,-1-1 0,0 1 0,0-1 0,0 1 0,1 0 0,-1 0 0,0 0 0,0 0 0,0 1 0,-1-1 0,1 1 0,-6 0 0,7 0 0,-1 0 0,1 1 0,-1-1 0,1 1 0,-1-1 0,1 1 0,-1 0 0,1 0 0,0 0 0,-1 0 0,1 1 0,0-1 0,0 1 0,0-1 0,0 1 0,0 0 0,0 0 0,1-1 0,-1 1 0,1 1 0,-1-1 0,1 0 0,-1 0 0,1 0 0,0 1 0,0-1 0,0 1 0,1-1 0,-1 0 0,0 5 0,0-2 0,0 0 0,1-1 0,-1 1 0,1 0 0,1 0 0,-1-1 0,0 1 0,1 0 0,0 0 0,0-1 0,1 1 0,-1-1 0,1 1 0,0-1 0,4 8 0,1-3 0,0-1 0,1-1 0,0 1 0,0-1 0,1 0 0,0-1 0,0 0 0,0 0 0,1-1 0,11 5 0,-1-2 0,0-1 0,1-1 0,0-1 0,25 4 0,-38-8 15,0 0 0,0-1 0,0 0 0,1 0 0,-1 0 0,0-1 0,13-3 0,-18 3-86,0 0 1,0-1-1,0 1 0,0 0 0,0-1 1,0 0-1,0 1 0,0-1 1,0-1-1,-1 1 0,1 0 0,-1 0 1,0-1-1,1 0 0,-1 1 1,0-1-1,-1 0 0,1 0 0,0 0 1,1-5-1,1-5-6755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116 344 24575,'-4'1'0,"-14"5"0,-25 12 0,38-16 0,2 0 0,-1 0 0,0 1 0,0-1 0,1 1 0,-1 0 0,1 0 0,0 0 0,0 0 0,0 1 0,0-1 0,-2 5 0,5-7 0,-1 0 0,1 0 0,-1 0 0,1 0 0,0 0 0,0 0 0,-1 0 0,1 0 0,0 0 0,0 0 0,0 0 0,0 0 0,0 0 0,0 0 0,0 0 0,1 0 0,-1 0 0,0 0 0,0 0 0,1 0 0,-1 0 0,1 0 0,0 1 0,0 0 0,1 0 0,-1 0 0,1-1 0,0 1 0,0 0 0,0-1 0,0 1 0,0-1 0,3 2 0,5 1 0,-1 0 0,1 0 0,16 3 0,-19-5 0,1-1 0,-1 0 0,0 0 0,0-1 0,0 0 0,1 0 0,-1-1 0,0 0 0,0 0 0,0 0 0,12-5 0,-15 5 0,-1-1 0,0 0 0,0 1 0,0-1 0,0 0 0,0-1 0,0 1 0,0 0 0,0-1 0,-1 0 0,0 1 0,1-1 0,-1 0 0,0 0 0,0 0 0,-1-1 0,1 1 0,-1 0 0,1-1 0,-1 1 0,0-1 0,0 1 0,-1-1 0,1-6 0,-1 2 0,0-1 0,0 1 0,-1-1 0,-1 1 0,1-1 0,-6-13 0,-21-49 0,26 67 0,-14-33 0,-3 1 0,-1 1 0,-47-64 0,62 93 0,2 2 0,0 0 0,0 0 0,0 1 0,0-1 0,-1 1 0,0 0 0,-4-2 0,8 4 0,0 1 0,0 0 0,-1 0 0,1 0 0,0 0 0,-1 0 0,1 0 0,0 0 0,0 0 0,-1 0 0,1 0 0,0 0 0,0 0 0,-1 0 0,1 0 0,0 0 0,0 0 0,-1 1 0,1-1 0,0 0 0,0 0 0,-1 0 0,1 0 0,0 0 0,0 1 0,0-1 0,-1 0 0,1 0 0,0 0 0,0 1 0,0-1 0,0 0 0,-1 0 0,1 0 0,0 1 0,0-1 0,0 0 0,0 0 0,0 1 0,0-1 0,0 0 0,0 0 0,0 1 0,0-1 0,0 0 0,0 1 0,-2 15 0,2-14 0,0 20 0,1-1 0,1 1 0,0 0 0,2 0 0,1-1 0,0 0 0,11 26 0,-3-17 0,1 0 0,1-1 0,2-1 0,24 32 0,-4-10-1365,-27-37-5461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83 248 24575,'-3'22'0,"1"0"0,2 0 0,3 39 0,-2-50 0,1 1 0,1 0 0,0-1 0,1 1 0,0-1 0,1 0 0,0-1 0,10 18 0,-11-23 0,-3-3 0,0 0 0,0-1 0,0 1 0,0 0 0,0-1 0,1 1 0,-1-1 0,0 0 0,1 1 0,-1-1 0,4 2 0,-5-3 0,0 0 0,1 0 0,-1 0 0,0 0 0,0 0 0,0-1 0,1 1 0,-1 0 0,0 0 0,0 0 0,0 0 0,0 0 0,1 0 0,-1-1 0,0 1 0,0 0 0,0 0 0,0 0 0,0 0 0,1-1 0,-1 1 0,0 0 0,0 0 0,0 0 0,0-1 0,0 1 0,0 0 0,0 0 0,0-1 0,0 1 0,0 0 0,0 0 0,0 0 0,0-1 0,0 1 0,0 0 0,0 0 0,0-1 0,0 1 0,0 0 0,0 0 0,0-1 0,-2-11 0,2 12 0,-2-13 0,-1 1 0,-1 0 0,0 0 0,-7-14 0,-27-46 0,22 44 0,7 10 0,-3-3 0,1 0 0,1-1 0,1 0 0,-7-25 0,16 47 0,0-1 0,-1 0 0,1 0 0,0 0 0,0 1 0,0-1 0,0 0 0,0 0 0,0 0 0,0 0 0,0 1 0,0-1 0,0 0 0,0 0 0,0 0 0,1 1 0,0-2 0,-1 1 0,0 1 0,1 0 0,-1 0 0,0-1 0,1 1 0,-1 0 0,0 0 0,1 0 0,-1 0 0,0 0 0,1 0 0,-1 0 0,0 0 0,1 0 0,-1 0 0,1 0 0,-1 0 0,0 0 0,1 0 0,-1 0 0,0 0 0,1 0 0,-1 0 0,1 0 0,-1 0 0,1 1 0,2 1 0,1-1 0,-1 2 0,0-1 0,1 0 0,4 6 0,72 72 0,39 36 0,-97-96 0,2-2 0,0-1 0,43 24 0,-64-39 0,0-1 0,0 0 0,0 1 0,0-1 0,0 0 0,0 0 0,1-1 0,3 1 0,-6-1 0,0 0 0,-1 0 0,1 0 0,0 0 0,0-1 0,0 1 0,0 0 0,-1 0 0,1-1 0,0 1 0,0-1 0,0 1 0,-1-1 0,1 1 0,0-1 0,-1 1 0,1-1 0,-1 0 0,1 1 0,0-1 0,-1 0 0,0 0 0,1 1 0,-1-1 0,1 0 0,-1 0 0,0 0 0,1 1 0,-1-1 0,0 0 0,0 0 0,0 0 0,0 0 0,0 0 0,0-1 0,1-6 0,-1 0 0,0 0 0,-1 0 0,0 0 0,0 0 0,-1 0 0,-2-9 0,-23-55 0,18 51 0,-68-134 0,29 63 0,44 86-341,1 0 0,0 0-1,-6-7 1,0 4-6485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9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24575,'12'30'0,"7"13"0,1 1 0,-2-4 0,-3-7 0,-2-6 0,0-5 0,-3-4 0,0-5 0,-2-2 0,0-1 0,1-1 0,-1-6 0,-4-5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1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0 105 24575,'19'-4'0,"49"-9"0,71-25 0,-135 37 0,0-1 0,1 0 0,-1 0 0,6-4 0,-9 6 0,-1-1 0,1 1 0,-1 0 0,1-1 0,-1 1 0,1-1 0,-1 1 0,0-1 0,1 1 0,-1-1 0,0 1 0,1-1 0,-1 1 0,0-1 0,0 1 0,0-1 0,1 1 0,-1-1 0,0 0 0,0 0 0,0 1 0,-1-1 0,1 0 0,0 1 0,0-1 0,-1 1 0,1-1 0,0 1 0,-1-1 0,1 1 0,-1-1 0,1 1 0,-1-1 0,1 1 0,-1-1 0,1 1 0,-1 0 0,1-1 0,-1 1 0,1 0 0,-2-1 0,-5-2-195,-1 1 0,1-1 0,-1 1 0,1 1 0,-1-1 0,-13 1 0,5 0-6631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24575,'28'-2'0,"9"-4"0,-2-1-8191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24575,'-2'22'0,"-1"11"0,2 4 0,4-2 0,4-3 0,1-6 0,2-4 0,1-4 0,2-2 0,-2-1 0,0-4 0,0 0 0,2-3 0,-2-2-8191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67 24575,'25'-13'0,"11"-3"0,2 0 0,-3 3 0,-6 6 0,-4 5 0,-7 5 0,-6 1-8191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24575,'8'3'0,"2"-2"0,2-1 0,1-1 0,2-2 0,0-1 0,0 0 0,0-1 0,1-1 0,-1 2 0,-3 3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5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24575,'3'18'0,"0"8"0,3 2 0,0-1 0,1-3 0,0-2 0,1-3 0,0-3 0,0 0 0,1-2 0,0 1 0,1-4 0,-2 0 0,0 0 0,0-4 0,-5-6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27 24575,'-20'-8'0,"-11"-2"0,-4 3 0,0 6 0,0 2 0,2 3 0,-2 5 0,3 0 0,2 1 0,6-1-8191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1 24575,'4'1'0,"0"0"0,1 0 0,-1 0 0,0 1 0,-1 0 0,1-1 0,0 1 0,0 1 0,6 4 0,1 0 0,27 14 0,0-2 0,1-1 0,0-2 0,1-2 0,65 13 0,-92-25 0,-9-2 0,0 1 0,0 0 0,-1-1 0,1 1 0,0 1 0,3 0 0,-6-1 0,0-1 0,0 1 0,-1-1 0,1 1 0,0 0 0,-1-1 0,1 1 0,-1 0 0,1-1 0,0 1 0,-1 0 0,1 0 0,-1-1 0,0 1 0,1 0 0,-1 0 0,0 0 0,1 0 0,-1-1 0,0 1 0,0 0 0,0 0 0,0 0 0,0 0 0,0 0 0,0 0 0,0 0 0,0 0 0,0-1 0,-1 3 0,0 2 0,-1-1 0,0 1 0,0 0 0,-1-1 0,1 0 0,-1 1 0,0-1 0,0 0 0,0 0 0,-1-1 0,1 1 0,-1-1 0,-6 5 0,3-3 0,0 0 0,-1 0 0,1-1 0,-1 0 0,0-1 0,0 1 0,-10 2 0,-15 0 33,1-1 0,-38 2-1,-66-5-948,114-3 369,8 1-6279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0 24575,'-7'0'0,"-1"1"0,0 0 0,0 0 0,0 1 0,1-1 0,-1 2 0,-8 3 0,-3 3 0,-24 15 0,18-10 0,13-7-227,0-1-1,-1 0 1,0-1-1,0 0 1,-26 5-1,23-8-6598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5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24575,'0'-1'0,"0"0"0,0 0 0,0 1 0,0-1 0,0 0 0,0 0 0,0 1 0,0-1 0,1 0 0,-1 1 0,0-1 0,1 0 0,-1 1 0,1-2 0,-1 2 0,0 0 0,0 0 0,0 0 0,1-1 0,-1 1 0,0 0 0,0 0 0,1 0 0,-1 0 0,0 0 0,0 0 0,1 0 0,-1 0 0,0 0 0,0-1 0,1 1 0,-1 0 0,0 0 0,0 0 0,1 0 0,-1 1 0,0-1 0,0 0 0,1 0 0,-1 0 0,0 0 0,1 0 0,0 1 0,0-1 0,0 1 0,0 0 0,0-1 0,0 1 0,-1 0 0,1 0 0,0 0 0,0 0 0,0 0 0,-1 0 0,1 0 0,0 0 0,-1 0 0,1 2 0,5 16 0,-1 0 0,-1 1 0,-1-1 0,1 28 0,3 9 0,0 37 0,-6-80 0,0 0 0,0 0 0,2 0 0,-1 0 0,1 0 0,10 23 0,-12-34 0,0-1 0,-1 0 0,1 0 0,0 1 0,0-1 0,0 0 0,0 0 0,0 0 0,0 0 0,0 0 0,0 0 0,0 0 0,1-1 0,-1 1 0,0 0 0,0-1 0,1 1 0,-1-1 0,1 1 0,-1-1 0,0 0 0,1 1 0,-1-1 0,1 0 0,-1 0 0,1 0 0,-1 0 0,1 0 0,-1 0 0,0-1 0,3 0 0,6-1 0,-1-1 0,0 0 0,16-8 0,-10 4 0,-11 5-51,11-4 110,0 0 0,26-6 1,-37 11-160,0 0 1,0 1-1,1-1 1,-1 1-1,1 0 1,-1 0 0,0 1-1,1-1 1,-1 1-1,0 0 1,0 0-1,1 0 1,-1 1-1,6 3 1,0 1-6727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9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24575,'34'35'0,"1"-2"0,66 47 0,-81-67-118,5 5-193,1-2-1,1 0 0,46 19 0,-60-31-6514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 24575,'-13'20'0,"-6"6"0,0 2 0,0-1 0,4-4 0,2-2 0,0-5 0,3-3 0,1-3 0,1-2 0,0-1 0,1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5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24575,'-2'5'0,"1"4"0,1 4 0,1 3 0,-1 3 0,4 0 0,-1-1 0,1-1 0,1 3 0,1-1 0,-2-1 0,2 0 0,-1-2 0,2 0 0,-1-1 0,-1 0 0,-1-3-8191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18 24575,'-28'-5'0,"-11"-1"0,-2 2 0,4 2 0,2 2 0,6 2 0,5 2 0,3 0 0,7-1-8191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24575,'0'-2'0,"0"1"0,0-1 0,0 1 0,0 0 0,0-1 0,1 1 0,-1 0 0,0-1 0,1 1 0,-1 0 0,1-1 0,0 1 0,-1 0 0,1 0 0,1-2 0,-2 3 0,0 0 0,1 0 0,-1 0 0,0-1 0,0 1 0,1 0 0,-1 0 0,0 0 0,0 0 0,1 0 0,-1 0 0,0-1 0,1 1 0,-1 0 0,0 0 0,1 0 0,-1 0 0,0 0 0,1 0 0,-1 0 0,0 0 0,0 1 0,1-1 0,-1 0 0,1 0 0,0 0 0,0 1 0,-1 0 0,1-1 0,0 1 0,0 0 0,0-1 0,-1 1 0,1 0 0,0 0 0,-1 0 0,2 1 0,5 10 0,-1 0 0,1 1 0,-2 0 0,5 16 0,12 57 0,-15-55 0,-1 3 0,-1 1 0,-2 0 0,-3 58 0,0-87 0,0-4 0,0 0 0,0-1 0,0 1 0,0 0 0,0-1 0,0 1 0,0 0 0,0-1 0,1 1 0,-1-1 0,1 1 0,-1 0 0,1-1 0,0 1 0,-1-1 0,1 1 0,0-1 0,0 0 0,0 1 0,0-1 0,0 0 0,1 0 0,-1 0 0,0 0 0,0 0 0,1 0 0,-1 0 0,1 0 0,-1 0 0,1 0 0,-1-1 0,1 1 0,-1-1 0,1 1 0,-1-1 0,1 0 0,0 0 0,-1 1 0,1-1 0,0 0 0,2-1 0,15 1 0,0-1 0,37-6 0,-32 3 0,29-1 0,-40 4-455,-1 0 0,14-3 0,-12 1-6371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24575,'0'-1'0,"0"1"0,0 0 0,0-1 0,0 1 0,0 0 0,-1 0 0,1-1 0,0 1 0,0 0 0,0-1 0,1 1 0,-1 0 0,0-1 0,0 1 0,0 0 0,0-1 0,0 1 0,0 0 0,0 0 0,0-1 0,1 1 0,-1 0 0,0 0 0,0-1 0,0 1 0,1 0 0,-1 0 0,0-1 0,6 7 0,3 16 0,-8-19 0,15 42 0,-1 0 0,8 51 0,-20-14 0,-3-82 0,0 1 0,0-1 0,0 0 0,0 0 0,0 0 0,0 0 0,0 1 0,0-1 0,0 0 0,0 0 0,0 0 0,0 0 0,0 1 0,0-1 0,0 0 0,0 0 0,0 0 0,0 0 0,0 0 0,0 1 0,0-1 0,0 0 0,1 0 0,-1 0 0,0 0 0,0 0 0,0 1 0,0-1 0,0 0 0,0 0 0,1 0 0,-1 0 0,0 0 0,0 0 0,0 0 0,0 0 0,0 0 0,1 0 0,-1 0 0,0 0 0,0 0 0,0 0 0,0 0 0,1 0 0,-1 0 0,7-7 0,3-12 0,-7 13 0,-1 0 0,1 1 0,0-1 0,0 1 0,1 0 0,0 0 0,0 0 0,0 0 0,0 1 0,10-8 0,-11 10 0,0 0 0,0 0 0,0 1 0,1-1 0,-1 1 0,0 0 0,1 0 0,-1 0 0,1 0 0,-1 1 0,1 0 0,-1-1 0,1 1 0,-1 0 0,1 1 0,-1-1 0,1 1 0,-1-1 0,1 1 0,5 2 0,-2 1-85,0 0 0,0 0-1,0 0 1,0 1 0,0 0-1,-1 0 1,0 1 0,0 0-1,-1 0 1,0 0 0,0 1-1,0-1 1,-1 1 0,0 0-1,6 15 1,-6-12-6741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4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24575,'0'15'0,"2"7"0,2 3 0,-1 0 0,2 0 0,0-2 0,-1-1 0,2-1 0,-1 0 0,2-2 0,0-1 0,-2-2 0,1-1 0,-1 0 0,0 0 0,0-3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12 24575,'-25'-2'0,"-11"-2"0,-2 1 0,3 0 0,3 4 0,4 1 0,4 1 0,2-1 0,3 0-8191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6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24575,'1'-1'0,"-1"0"0,0 0 0,0 0 0,1 0 0,-1 0 0,1 0 0,-1 0 0,1 0 0,0 0 0,-1 0 0,1 0 0,0 0 0,0-1 0,0 2 0,-1 0 0,0 0 0,0 1 0,0-1 0,1 0 0,-1 0 0,0 0 0,0 0 0,1 0 0,-1 1 0,0-1 0,0 0 0,0 0 0,1 0 0,-1 1 0,0-1 0,0 0 0,0 0 0,0 0 0,0 1 0,1-1 0,-1 0 0,0 0 0,0 1 0,0-1 0,0 0 0,0 0 0,0 1 0,0-1 0,0 0 0,0 0 0,0 1 0,3 34 0,-4 5 0,0-23 0,1 1 0,0-1 0,2 0 0,0 0 0,7 29 0,2-15 0,2-2 0,21 38 0,-31-60-273,1-1 0,-2 1 0,1 0 0,2 10 0,-3-5-6553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24575,'0'15'0,"1"0"0,0 0 0,2 0 0,-1-1 0,2 1 0,0-1 0,1 0 0,10 22 0,10 11 0,5 7 0,23 61 0,-48-103 0,2 7 0,-11-23-1365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24575,'28'-10'0,"14"-3"0,4 0 0,1 3 0,-4 3 0,-4 2 0,-5 3 0,-5 1 0,-4 1 0,-3 0 0,-4 1 0,-5 2 0,-6 1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17 24575,'252'-16'0,"-248"16"0,-1 0 0,0 0 0,-1 0 0,1 0 0,0 0 0,0 1 0,-1-1 0,4 2 0,-5-2 0,-1 0 0,0 0 0,0 0 0,0 0 0,0 0 0,0 0 0,0 0 0,1 0 0,-1 0 0,0 1 0,0-1 0,0 0 0,0 0 0,0 0 0,0 0 0,0 0 0,0 0 0,1 0 0,-1 1 0,0-1 0,0 0 0,0 0 0,0 0 0,0 0 0,0 0 0,0 1 0,0-1 0,0 0 0,0 0 0,0 0 0,0 0 0,0 0 0,0 1 0,0-1 0,0 0 0,0 0 0,0 0 0,0 0 0,0 0 0,0 1 0,-1-1 0,1 0 0,0 0 0,0 0 0,0 0 0,0 0 0,0 0 0,0 1 0,0-1 0,0 0 0,-1 0 0,1 0 0,0 0 0,0 0 0,0 0 0,0 0 0,0 0 0,0 0 0,-1 0 0,1 0 0,0 0 0,0 0 0,0 0 0,-11 6 0,11-6 0,-20 7 0,-38 8 0,38-11 0,-1 1 0,-22 10 0,26-8 0,0 1 0,-19 12 0,32-17 0,0 0 0,0 0 0,0 0 0,0 0 0,0 1 0,1-1 0,0 1 0,-1 0 0,2 0 0,-1 0 0,0 0 0,1 1 0,-3 6 0,4-9 0,1 0 0,-1 0 0,1 0 0,0 0 0,0 0 0,0 0 0,0 0 0,0 0 0,1 0 0,-1-1 0,1 1 0,-1 0 0,1 0 0,-1 0 0,1 0 0,0-1 0,0 1 0,0 0 0,0-1 0,0 1 0,0-1 0,1 1 0,-1-1 0,0 0 0,1 1 0,-1-1 0,1 0 0,2 2 0,6 3 0,1 0 0,-1-1 0,19 7 0,-12-5 0,-2 1 0,0-2 0,0 0 0,1-1 0,0-1 0,0 0 0,0-1 0,0 0 0,24-1 0,14-2-117,74-2 364,-99 0-745,-1-2-1,41-9 1,-54 9-6328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24575,'10'7'0,"6"6"0,2 2 0,4 4 0,3 2 0,-1-1 0,1-1 0,-1-2 0,0 0 0,-1-1 0,-2-4 0,0 0 0,-1-4 0,-1 1 0,-2-2 0,0-2 0,-4-2-8191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24575,'-28'7'0,"-9"6"0,0 2 0,3 2 0,5 0 0,4 0 0,8-1 0,3 0 0,2 0 0,0-1 0,0 0 0,0-1 0,-2 1 0,0-3 0,0-3 0,-1-3 0,3-3-8191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0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27 24575,'-30'-5'0,"-129"-16"0,154 21 0,0-1 0,0 1 0,0 1 0,0-1 0,0 1 0,-9 2 0,12-2 0,1-1 0,0 0 0,0 1 0,0-1 0,0 1 0,0 0 0,0-1 0,0 1 0,1 0 0,-1-1 0,0 1 0,0 0 0,0 0 0,1 0 0,-1 0 0,0 0 0,1 0 0,-1 0 0,1 0 0,-1 0 0,1 0 0,0 0 0,-1 0 0,1 0 0,0 0 0,0 0 0,-1 1 0,1-1 0,0 0 0,0 0 0,1 0 0,-1 0 0,0 0 0,0 1 0,1 0 0,0 3 0,1-1 0,0 1 0,0-1 0,0 1 0,1-1 0,-1 0 0,1 0 0,0 0 0,0 0 0,1-1 0,-1 1 0,1-1 0,0 0 0,0 0 0,5 3 0,7 4 0,1-1 0,26 11 0,-35-17 0,1 1 0,-1-2 0,1 1 0,0-1 0,0-1 0,0 0 0,0 0 0,14-1 0,-20 0 0,0 0 0,-1 0 0,1-1 0,0 1 0,-1-1 0,1 0 0,0 0 0,-1 0 0,1 0 0,-1 0 0,0 0 0,1-1 0,-1 1 0,0-1 0,0 1 0,0-1 0,0 0 0,0 0 0,0 0 0,0 0 0,-1-1 0,1 1 0,-1 0 0,0-1 0,1 1 0,-1-1 0,0 1 0,-1-1 0,1 1 0,0-1 0,0-5 0,0 0 0,-1 1 0,1-1 0,-2-9 0,32 60 0,-20-30-273,1-1 0,0 1 0,1-2 0,18 13 0,-22-18-6553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7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24575,'-1'1'0,"1"0"0,0-1 0,-1 1 0,1-1 0,0 1 0,-1 0 0,1 0 0,0-1 0,0 1 0,0 0 0,0-1 0,0 1 0,0 0 0,0 0 0,0-1 0,0 1 0,0 0 0,0-1 0,0 1 0,0 0 0,1 0 0,-1-1 0,0 1 0,1 0 0,-1-1 0,0 1 0,1-1 0,-1 1 0,1 0 0,-1-1 0,1 1 0,-1-1 0,1 1 0,0 0 0,22 18 0,-22-18 0,0 0 0,15 10 0,0 0 0,30 14 0,-43-23 0,1 0 0,0-1 0,0 1 0,0-1 0,0 0 0,0 0 0,0 0 0,0 0 0,1-1 0,-1 0 0,0 0 0,0 0 0,0 0 0,0-1 0,1 1 0,-1-1 0,0 0 0,0-1 0,4-1 0,-6 2 0,0 0 0,0 0 0,0-1 0,0 1 0,-1-1 0,1 1 0,0-1 0,-1 0 0,0 0 0,1 1 0,-1-1 0,0 0 0,0 0 0,0 0 0,0 0 0,0-1 0,1-3 0,-1 1 0,-1 0 0,1 0 0,-1 0 0,0 0 0,0 0 0,-2-9 0,1 13 0,1 1 0,0-1 0,0 1 0,0-1 0,0 0 0,0 1 0,0-1 0,0 0 0,0 1 0,0-1 0,0 0 0,0 1 0,0-1 0,0 1 0,0-1 0,1 0 0,-1 1 0,0-1 0,0 1 0,1-1 0,-1 0 0,0 1 0,2-2 0,-2 2 0,1 0 0,-1 0 0,1 0 0,0 0 0,-1 0 0,1 0 0,0 0 0,-1 0 0,1 0 0,0 0 0,-1 0 0,1 0 0,0 0 0,-1 0 0,1 0 0,-1 1 0,1-1 0,0 0 0,0 1 0,6 3 0,-1 0 0,1 0 0,5 6 0,-7-6 0,3 2 0,1 0 0,-1 0 0,1-1 0,0-1 0,11 5 0,-16-8 0,-1 0 0,1 0 0,0 0 0,0 0 0,0 0 0,0-1 0,0 0 0,0 0 0,-1 0 0,1 0 0,0 0 0,0-1 0,0 0 0,0 0 0,0 0 0,4-2 0,-3 0 0,1 1 0,-1-1 0,1 1 0,0 1 0,0-1 0,0 1 0,-1 0 0,1 0 0,0 1 0,0 0 0,0 0 0,0 0 0,0 1 0,0-1 0,0 2 0,0-1 0,0 0 0,0 1 0,-1 0 0,1 1 0,-1-1 0,0 1 0,1 0 0,-1 1 0,-1-1 0,9 8 0,2 3-1365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2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34 154 24575,'9'34'0,"3"14"0,3 0 0,34 78 0,-32-88 0,-19-42 0,-107-226 0,103 213 0,1 0 0,1 0 0,-4-23 0,7 34 0,1-1 0,-1 0 0,1 1 0,1-1 0,-1 0 0,1 1 0,0-1 0,0 0 0,1 1 0,0 0 0,5-12 0,-6 16 0,1 0 0,0-1 0,-1 1 0,1 0 0,0 0 0,0 0 0,0 0 0,1 0 0,-1 1 0,0-1 0,1 0 0,-1 1 0,1 0 0,0 0 0,-1 0 0,1 0 0,0 0 0,0 0 0,-1 1 0,1-1 0,0 1 0,0 0 0,0 0 0,0 0 0,0 0 0,-1 0 0,6 2 0,1 0 0,0 0 0,0 0 0,0 1 0,-1 1 0,0-1 0,1 1 0,11 8 0,-8-4 0,0 1 0,-1 0 0,0 1 0,0 1 0,9 11 0,-17-19 0,0 0 0,-1 1 0,1-1 0,-1 1 0,0 0 0,0 0 0,0 0 0,0 0 0,-1 0 0,0 0 0,1 1 0,-2-1 0,1 0 0,0 1 0,-1-1 0,0 0 0,0 1 0,0-1 0,-1 1 0,1-1 0,-3 6 0,3-8 8,-1 0-1,0 1 1,-1-1-1,1 0 1,0 0-1,0 0 1,-1 0-1,0-1 1,1 1-1,-1 0 1,0-1-1,1 1 1,-1-1-1,0 1 1,-4 1-1,1-1-255,0 0 1,0 0-1,0 0 1,-1-1-1,-8 2 1,-5-1-6579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3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91 706 24575,'13'-57'0,"12"-96"0,-23 126 0,-1-1 0,-2 1 0,0 0 0,-2 0 0,-11-49 0,-3 22 0,-31-68 0,7 20 0,38 97 0,1 5 0,1 11 0,1 27 0,0-32 0,1 49 0,13 77 0,-8-103 0,0-1 0,1 0 0,2 0 0,18 38 0,-21-55 0,0 0 0,1-1 0,1 1 0,-1-2 0,2 1 0,-1-1 0,1 0 0,1-1 0,12 9 0,-14-11 0,0 0 0,1-1 0,0 0 0,0-1 0,0 0 0,1-1 0,0 1 0,-1-2 0,1 1 0,0-1 0,19 1 0,-24-4 0,0 0 0,0 0 0,0 0 0,0 0 0,0-1 0,0 0 0,0 0 0,-1 0 0,1 0 0,-1-1 0,1 0 0,-1 0 0,0 0 0,0 0 0,-1-1 0,1 0 0,-1 1 0,1-1 0,4-8 0,-2 2 0,0 1 0,-1-1 0,1 0 0,-2-1 0,0 1 0,0-1 0,-1 0 0,2-11 0,-3 10 0,0 0 0,-2 0 0,0-20 0,0 29 0,-1-1 0,1 0 0,-1 0 0,0 1 0,0-1 0,-1 1 0,-1-5 0,2 7 0,1 0 0,-1-1 0,0 1 0,0 0 0,0-1 0,-1 1 0,1 0 0,0 0 0,0 0 0,0 0 0,-1 0 0,1 0 0,-1 0 0,1 1 0,-1-1 0,1 1 0,-2-1 0,1 0 0,1 1 0,0 0 0,-1-1 0,1 1 0,-1 0 0,1 0 0,-1 0 0,1 0 0,0 1 0,-1-1 0,1 0 0,-1 1 0,1-1 0,0 0 0,-1 1 0,1 0 0,0-1 0,-2 2 0,1 0 0,-1 0 0,1 0 0,0 0 0,0 0 0,0 0 0,0 0 0,1 1 0,-3 3 0,0 3 0,0 0 0,0 0 0,1 0 0,-3 14 0,5-18 0,1 0 0,-1 1 0,1-1 0,0 0 0,0 1 0,1-1 0,0 0 0,0 1 0,0-1 0,0 0 0,1 0 0,0 0 0,0 0 0,0 0 0,1 0 0,0-1 0,-1 1 0,2-1 0,-1 1 0,6 5 0,0-1 0,0-1 0,1 0 0,0 0 0,0-1 0,0-1 0,1 1 0,21 8 0,-15-9-195,0 0 0,1-1 0,-1-1 0,1-1 0,0 0 0,34 0 0,-39-3-6631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80 24575,'4'-4'0,"6"-7"0,1 1 0,1-1 0,-1 2 0,16-9 0,-23 15 0,0 1 0,1 0 0,-1 0 0,1 0 0,0 1 0,-1 0 0,1 0 0,0 0 0,0 0 0,0 1 0,0 0 0,-1 0 0,1 0 0,0 1 0,0-1 0,9 4 0,-3-1 0,0 1 0,0 1 0,-1 0 0,1 1 0,-1 0 0,0 1 0,13 11 0,-8-5 0,0 1 0,-1 0 0,19 27 0,-25-30 0,-1 1 0,0 0 0,0 0 0,-2 1 0,0-1 0,0 1 0,-1 0 0,0 1 0,2 18 0,-5-25 0,-1 0 0,1 1 0,-1-1 0,0 0 0,-1 0 0,0 1 0,0-1 0,-1 0 0,1 0 0,-1 0 0,-1 0 0,0-1 0,0 1 0,0-1 0,0 1 0,-1-1 0,0 0 0,-1 0 0,-6 7 0,7-10 0,1 0 0,-1 0 0,1 0 0,-1 0 0,0-1 0,0 1 0,-1-1 0,1 0 0,0 0 0,-1-1 0,1 1 0,-1-1 0,1 0 0,-1 0 0,-9 0 0,6-2 0,0 1 0,0-1 0,0-1 0,1 1 0,-1-1 0,0-1 0,1 0 0,-11-5 0,5 2 0,0-1 0,1-1 0,0 0 0,0 0 0,1-2 0,0 1 0,1-1 0,0-1 0,0 0 0,1 0 0,1-1 0,-12-19 0,15 21 0,1 0 0,-1 0 0,1 0 0,1 0 0,0-1 0,1 0 0,0 1 0,0-1 0,1 0 0,1 0 0,-1 0 0,2 0 0,0 0 0,0 0 0,1 0 0,0 0 0,5-11 0,-6 17 17,1 0 0,0 0 1,1 0-1,-1 1 0,1-1 0,4-4 0,-6 8-88,0-1 1,0 1-1,1 0 0,-1-1 0,1 1 1,-1 0-1,1 0 0,-1 0 1,1 0-1,-1 0 0,1 0 0,0 1 1,0-1-1,0 1 0,-1-1 1,1 1-1,0-1 0,0 1 0,0 0 1,2 0-1,5 1-6755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25 24575,'-1'-13'0,"1"1"0,4 22 0,33 176 0,-23-104 0,-12-57 0,-2-19 0,1 0 0,-1 0 0,1 0 0,3 10 0,-4-15 0,1 0 0,-1 1 0,1-1 0,0 0 0,-1 0 0,1 1 0,0-1 0,0 0 0,0 0 0,0 0 0,0 0 0,0 0 0,0 0 0,0 0 0,0 0 0,0-1 0,1 1 0,-1 0 0,0-1 0,1 1 0,-1-1 0,0 1 0,1-1 0,1 1 0,7 0 0,1-1 0,0 0 0,0 0 0,0-1 0,-1-1 0,15-3 0,26-3 0,19 1 38,-36 2-739,43 0-1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5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31 24575,'-18'-7'0,"1"1"0,-36-8 0,49 13 0,0 0 0,-1 1 0,1-1 0,0 1 0,-1 0 0,1 0 0,0 1 0,0-1 0,-1 1 0,1 0 0,0 0 0,0 0 0,0 1 0,0-1 0,0 1 0,0 0 0,0 0 0,-6 5 0,8-4 0,-1 0 0,0 0 0,1 1 0,0 0 0,-1-1 0,2 1 0,-1 0 0,0 0 0,1 0 0,-1 0 0,1 0 0,0 0 0,1 0 0,-1 0 0,1 1 0,0-1 0,0 0 0,0 0 0,1 5 0,0 3 0,1-1 0,1 0 0,-1 0 0,2 0 0,8 21 0,-5-19 0,1 1 0,0-1 0,1-1 0,1 0 0,0 0 0,11 10 0,73 58 0,-33-31 0,-59-47 0,-1-1 0,1 0 0,-1 1 0,0-1 0,1 1 0,-1-1 0,0 1 0,0 0 0,0-1 0,0 1 0,0 0 0,-1 0 0,1 0 0,0 0 0,-1-1 0,1 1 0,-1 0 0,0 3 0,0-4 0,0 1 0,0-1 0,-1 1 0,1-1 0,-1 1 0,1-1 0,-1 0 0,0 1 0,1-1 0,-1 0 0,0 1 0,0-1 0,0 0 0,0 0 0,0 0 0,0 0 0,0 0 0,0 0 0,0 0 0,0 0 0,-1 0 0,1-1 0,0 1 0,-3 1 0,-8 2-227,0 0-1,-1-1 1,1-1-1,0 1 1,-15-1-1,5 0-6598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24575,'2'34'0,"2"0"0,1-1 0,2 1 0,14 42 0,8 38 0,-21-66 0,-1 0 0,-1 92 0,-7-125 0,0-7 0,1 0 0,0 0 0,0 0 0,2 9 0,-2-16 0,0 0 0,0 0 0,1 0 0,-1 0 0,0 0 0,1 0 0,-1 0 0,1 0 0,-1 0 0,1 0 0,-1 0 0,1 0 0,0 0 0,-1 0 0,1 0 0,0 0 0,0-1 0,0 1 0,0 0 0,0-1 0,0 1 0,-1 0 0,1-1 0,1 1 0,-1-1 0,0 0 0,0 1 0,0-1 0,0 0 0,0 1 0,0-1 0,0 0 0,0 0 0,3 0 0,87-14 0,26-1 0,-57 2 0,-59 12-136,1 1-1,-1 0 1,1-1-1,-1 1 1,1-1-1,-1 0 1,1 1-1,-1-1 0,2-1 1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24575,'35'31'0,"0"-1"0,2-1 0,2-2 0,0-2 0,2-2 0,0-1 0,76 28 0,-113-49-273,0 1 0,1-1 0,-1 0 0,8 1 0,-2-2-6553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24575,'-12'20'0,"-8"10"0,1 1 0,3-1 0,2-7 0,3-4 0,4-2 0,0-3 0,-1 0 0,-2-3 0,-1-1 0,1-2-8191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 24575,'-20'-2'0,"-10"-2"0,-1 1 0,1 1 0,4 2 0,4 3 0,2-1 0,3 1 0,2-2 0,0 1 0,1-2 0,0 1 0,0-4 0,0 0 0,-1 0 0,3 0-8191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38 24575,'-28'-7'0,"-11"-3"0,-2 0 0,4 2 0,5 5 0,6 3 0,5 4 0,3 1 0,3 3 0,0-1 0,4-1-8191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24575,'5'-4'0,"0"-1"0,0 1 0,1 1 0,-1-1 0,1 1 0,0 0 0,0 0 0,0 1 0,1-1 0,-1 1 0,0 1 0,1-1 0,0 1 0,-1 0 0,1 1 0,-1 0 0,1 0 0,10 1 0,10 3 0,-1 1 0,0 1 0,32 13 0,-41-14 0,7 3 0,52 18 0,-69-23 0,0 1 0,0-1 0,-1 1 0,0 0 0,0 0 0,0 1 0,0 0 0,6 7 0,-11-11 0,1 1 0,-1 0 0,0-1 0,0 1 0,0 0 0,0 0 0,0 0 0,0-1 0,-1 1 0,1 0 0,0 0 0,-1 0 0,0 0 0,1 0 0,-1 0 0,0 0 0,0 1 0,0 1 0,-1-1 0,0 0 0,0 0 0,0-1 0,0 1 0,0-1 0,0 1 0,-1-1 0,1 1 0,-1-1 0,0 0 0,-3 4 0,-4 2 0,0-1 0,0 0 0,-1 0 0,0-1 0,-12 6 0,-60 23 0,10-5 0,71-30 0,0 0 0,1 1 0,-1-1 0,0 0 0,0 1 0,1-1 0,-1 0 0,0 1 0,1-1 0,-1 1 0,1-1 0,-1 1 0,1-1 0,-1 1 0,1-1 0,-1 1 0,1 0 0,-1-1 0,1 1 0,0 0 0,-1-1 0,1 1 0,0 0 0,-1-1 0,1 1 0,0 0 0,0 0 0,0-1 0,0 1 0,0 0 0,0 0 0,0-1 0,0 1 0,0 0 0,0 0 0,0 0 0,1-1 0,-1 1 0,0 0 0,0-1 0,1 1 0,-1 0 0,0-1 0,1 1 0,-1 0 0,1-1 0,-1 1 0,1-1 0,-1 1 0,1-1 0,-1 1 0,2 0 0,3 4 0,0-1 0,1 0 0,-1 0 0,9 4 0,15 7 0,1-2 0,33 10 0,40 17 0,-99-38 0,0 0 0,0 1 0,0-1 0,-1 1 0,1 0 0,0 0 0,-1 0 0,6 7 0,-8-9 0,-1 0 0,1 1 0,0-1 0,0 0 0,-1 0 0,1 1 0,-1-1 0,1 0 0,-1 1 0,0-1 0,0 0 0,1 1 0,-1-1 0,0 1 0,0-1 0,0 0 0,0 1 0,-1-1 0,1 1 0,0-1 0,-1 0 0,1 1 0,-1-1 0,1 0 0,-1 1 0,1-1 0,-1 0 0,0 0 0,0 0 0,0 1 0,0-1 0,1 0 0,-3 1 0,-1 2 0,-1 0 0,0-1 0,0 1 0,0-1 0,-1 0 0,1 0 0,-1-1 0,0 0 0,1 0 0,-10 2 0,-5 0 0,-37 4 0,-124-6 29,104-3-1423,57 1-5432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46 24575,'-1'-15'0,"1"11"0,-1 0 0,1 0 0,0 0 0,1 0 0,0-7 0,1 11 0,1 4 0,1 6 0,100 357 0,-94-328 0,-1 1 0,-2 0 0,-2 1 0,-1 44 0,-4-83 0,3 21 0,-3-23 0,0 0 0,0 1 0,0-1 0,0 1 0,0-1 0,1 1 0,-1-1 0,0 0 0,0 1 0,1-1 0,-1 0 0,0 1 0,1-1 0,-1 0 0,0 1 0,1-1 0,-1 0 0,0 0 0,1 1 0,-1-1 0,1 0 0,-1 0 0,0 0 0,1 0 0,-1 1 0,1-1 0,-1 0 0,1 0 0,-1 0 0,1 0 0,-1 0 0,0 0 0,1 0 0,-1 0 0,1 0 0,-1 0 0,1-1 0,-1 1 0,1 0 0,-1 0 0,0 0 0,1 0 0,-1-1 0,1 1 0,-1 0 0,1-1 0,108-65 0,-99 61 0,0 1 0,0 0 0,1 0 0,-1 1 0,1 0 0,0 1 0,0 0 0,0 1 0,0 0 0,0 1 0,0 0 0,12 2 0,-21-2-52,-1 0-1,0 0 1,0 0-1,0 0 1,0 0-1,0 1 1,0-1-1,0 0 1,0 1-1,0-1 1,0 1-1,0-1 1,0 1-1,0 0 1,0-1-1,0 1 1,0 0-1,0-1 1,-1 1-1,1 0 0,0 0 1,-1 0-1,1 0 1,0 0-1,0 1 1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24575,'0'0'0,"0"0"0,0 0 0,0 0 0,-1 0 0,1 0 0,0 0 0,0 1 0,0-1 0,0 0 0,0 0 0,-1 0 0,1 0 0,0 0 0,0 1 0,0-1 0,0 0 0,0 0 0,0 0 0,0 0 0,0 1 0,0-1 0,0 0 0,0 0 0,0 0 0,0 0 0,0 1 0,0-1 0,0 0 0,0 0 0,0 0 0,0 1 0,0-1 0,0 0 0,0 0 0,0 0 0,0 0 0,0 1 0,0-1 0,0 0 0,0 0 0,1 0 0,-1 0 0,0 0 0,0 1 0,0-1 0,0 0 0,0 0 0,7 11 0,-6-9 0,24 41 0,-2 1 0,-2 0 0,-2 2 0,26 92 0,-42-124 0,-1 0 0,0 0 0,0 18 0,-3-49 0,1 9 0,0-1 0,0 0 0,0 0 0,4-15 0,-4 22 0,1-1 0,0 0 0,0 1 0,0-1 0,0 0 0,1 1 0,-1-1 0,1 1 0,-1 0 0,1-1 0,0 1 0,0 0 0,0 0 0,0 0 0,0 1 0,1-1 0,-1 0 0,0 1 0,1-1 0,2 0 0,2 0 0,-1 0 0,0 0 0,1 1 0,-1 0 0,1 0 0,-1 0 0,1 1 0,-1 0 0,1 0 0,0 1 0,12 3 0,-3 0 0,0 1 0,0 0 0,22 11 0,-32-13-85,-1 0 0,0 0-1,0 1 1,0-1 0,0 1-1,0 0 1,-1 0 0,1 1-1,-1-1 1,-1 1 0,1 0-1,0 0 1,-1 0 0,0 1-1,4 8 1,-5-4-6741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25 24575,'-22'-5'0,"-11"-2"0,-1 1 0,2 1 0,6 4 0,6 2 0,3 1 0,2 0 0,2 0 0,-1-1 0,3 0-8191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24575,'-30'0'0,"-13"2"0,-3 2 0,2 1 0,8 1 0,6-1 0,6-1 0,5 1 0,1 0 0,0-2 0,-1 0 0,-1-1 0,2-1 0,3-1-8191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24575,'22'-9'0,"0"0"0,28-6 0,-43 13 0,1 0 0,0 1 0,0 0 0,0 0 0,0 1 0,1 0 0,-1 0 0,0 1 0,0 0 0,8 3 0,-12-3 0,-1 0 0,1 0 0,-1 1 0,0 0 0,0-1 0,0 1 0,0 0 0,0 1 0,-1-1 0,1 0 0,-1 1 0,1 0 0,-1-1 0,4 6 0,-4-3 0,1 0 0,-1 0 0,0 0 0,0 0 0,-1 0 0,0 0 0,0 1 0,0-1 0,0 6 0,0-1 0,-2 0 0,1-1 0,-1 1 0,0 0 0,-1 0 0,0-1 0,-1 1 0,0-1 0,-1 0 0,-5 12 0,1-8 0,-1-1 0,-1 0 0,1-1 0,-17 15 0,16-17 0,1-1 0,1 1 0,0 1 0,0 0 0,1 0 0,0 0 0,-7 16 0,14-25 0,-1 0 0,0 0 0,1 0 0,0 1 0,-1-1 0,1 0 0,0 1 0,-1-1 0,1 0 0,0 1 0,0-1 0,0 0 0,0 1 0,0-1 0,1 0 0,-1 1 0,0-1 0,1 0 0,-1 1 0,0-1 0,1 0 0,0 0 0,-1 0 0,1 1 0,0-1 0,-1 0 0,1 0 0,0 0 0,0 0 0,0 0 0,1 1 0,2 0 0,0 0 0,0 0 0,0 0 0,0-1 0,0 1 0,0-1 0,1 0 0,6 1 0,6 0 9,0-1 0,0 0 0,30-4 0,49-12-175,-38 5-1069,-44 8-5591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65 24575,'-1'-14'0,"0"-14"0,2 26 0,-1 0 0,0 1 0,0-1 0,0 0 0,1 1 0,-1-1 0,1 1 0,-1-1 0,1 1 0,-1-1 0,1 1 0,1-3 0,-1 4 0,-1 0 0,0 0 0,0 0 0,1 0 0,-1 0 0,0 0 0,1 0 0,-1 0 0,0 0 0,0 0 0,1 0 0,-1 0 0,0 0 0,0 1 0,1-1 0,-1 0 0,0 0 0,0 0 0,1 0 0,-1 0 0,0 1 0,0-1 0,0 0 0,1 0 0,-1 0 0,0 0 0,0 1 0,0-1 0,0 0 0,1 0 0,-1 1 0,0-1 0,0 0 0,0 0 0,0 1 0,0-1 0,0 1 0,6 10 0,-2 3 0,0 1 0,0 1 0,0 17 0,0-7 0,10 51 0,26 86 0,-5-16 0,-35-144 0,1-1 0,0 0 0,0 1 0,-1-1 0,1 0 0,0 0 0,1 0 0,-1 0 0,0 0 0,1 0 0,-1 0 0,4 3 0,-3-4 0,0 0 0,0-1 0,-1 1 0,1 0 0,0-1 0,0 1 0,0-1 0,0 0 0,0 1 0,0-1 0,0 0 0,0 0 0,0-1 0,0 1 0,3-1 0,25-4 0,11-1 0,79-4 0,-111 11-111,-7-1 14,1 0 1,0 0 0,0 0-1,0 0 1,-1 0-1,1 0 1,0-1-1,0 1 1,-1-1-1,1 0 1,0 0-1,2-1 1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24575,'0'-22'0,"0"19"0,0 13 0,0-3 0,-1 7 0,2 0 0,0 0 0,4 20 0,-5-30 0,2 0 0,-1 0 0,0 0 0,1 0 0,0 0 0,0-1 0,0 1 0,0-1 0,0 1 0,1-1 0,0 0 0,0 0 0,-1 0 0,2 0 0,-1-1 0,5 4 0,0-1 0,1 0 0,0 0 0,0-1 0,0-1 0,18 6 0,-23-8 0,-1-1 0,1 1 0,0-1 0,-1 1 0,1-1 0,0-1 0,0 1 0,-1 0 0,1-1 0,0 0 0,-1 0 0,1 0 0,-1 0 0,1 0 0,-1-1 0,1 0 0,-1 1 0,4-4 0,-1 0 0,0-1 0,-1 1 0,0-1 0,0 0 0,-1 0 0,1 0 0,-1-1 0,-1 0 0,1 0 0,-1 0 0,-1 0 0,5-14 0,4 62 0,2 18 0,2 0 0,3-1 0,37 82 0,-36-98 0,-2 1 0,20 74 0,-36-116 0,-1 0 0,0 0 0,0 0 0,0 0 0,1 0 0,-1 0 0,0 0 0,0 0 0,-1 0 0,1 0 0,0 0 0,0 0 0,0 0 0,-1 0 0,1 0 0,0 0 0,-1 0 0,1 0 0,-1 0 0,1 0 0,-1-1 0,1 1 0,-2 1 0,1-1 0,0 0 0,-1-1 0,1 1 0,0 0 0,-1-1 0,1 1 0,-1-1 0,1 1 0,0-1 0,-1 0 0,1 1 0,-1-1 0,-2 0 0,-3-1 0,1 1 0,-1-1 0,1 0 0,-1-1 0,1 1 0,-8-4 0,-3-3 0,1 0 0,0 0 0,0-2 0,-22-17 0,30 21 0,1 0 0,1 0 0,-1-1 0,1 0 0,0 0 0,1-1 0,0 1 0,0-1 0,0 0 0,1-1 0,-3-8 0,6 13 0,0 1 0,0-1 0,0 0 0,0 0 0,1 0 0,-1 0 0,1 0 0,0 0 0,1-7 0,0 9 0,0 0 0,-1 0 0,1 0 0,0 0 0,0 0 0,0 0 0,0 0 0,0 0 0,1 1 0,-1-1 0,0 0 0,1 1 0,-1 0 0,1-1 0,0 1 0,-1 0 0,1-1 0,0 1 0,4-1 0,4-3-170,1 1-1,0 0 0,1 1 1,-1 1-1,0 0 0,1 0 1,13 0-1,-11 2-6655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22 24575,'0'-1'0,"0"0"0,-1 1 0,1-1 0,0 0 0,-1 1 0,1-1 0,0 1 0,-1-1 0,1 0 0,-1 1 0,1-1 0,-1 1 0,1-1 0,-1 1 0,1 0 0,-1-1 0,0 1 0,1 0 0,-1-1 0,0 1 0,1 0 0,-1 0 0,0-1 0,1 1 0,-1 0 0,0 0 0,0 0 0,-24-3 0,23 3 0,-121 0 0,-6-1 0,113-1-1365,2-1-5461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25 24575,'-15'-5'0,"-7"-2"0,-3 1 0,0 1 0,3 4 0,2 2 0,-1 1 0,1 0 0,1-1 0,-1 3 0,-2 1 0,0-2 0,2 0 0,1-1 0,4-1-8191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24575,'1'-20'0,"-1"19"0,0 0 0,0 0 0,1-1 0,-1 1 0,0 0 0,0 0 0,1 0 0,-1 0 0,1 0 0,-1 1 0,1-1 0,-1 0 0,1 0 0,0 0 0,-1 0 0,2 0 0,-1 1 0,-1-1 0,1 1 0,-1 0 0,1 0 0,-1 0 0,1 0 0,-1 0 0,1 0 0,-1 1 0,1-1 0,-1 0 0,1 0 0,-1 0 0,0 0 0,1 0 0,-1 1 0,1-1 0,-1 0 0,1 1 0,-1-1 0,0 0 0,1 1 0,-1-1 0,0 0 0,1 1 0,-1-1 0,0 0 0,1 1 0,-1-1 0,0 1 0,0-1 0,0 1 0,1-1 0,-1 1 0,10 21 0,-8-18 0,7 21 0,-1 1 0,-1-1 0,-2 1 0,6 53 0,-11-77 0,0 0 0,0 0 0,1 0 0,-1 0 0,1 0 0,0 0 0,-1 0 0,1 0 0,0 0 0,0 0 0,0 0 0,1-1 0,-1 1 0,0 0 0,1-1 0,-1 1 0,1-1 0,-1 1 0,1-1 0,0 0 0,-1 0 0,3 2 0,3-1 0,0 1 0,0-1 0,0 0 0,0-1 0,9 1 0,-10-1 0,20 2 0,-1-2 0,1-2 0,-1 0 0,38-6 0,-22 2 0,-35 4 0,44-7 0,-46 8 0,-1-1 0,1 0 0,0 0 0,-1-1 0,1 1 0,-1-1 0,1 0 0,-1 0 0,0 0 0,4-2 0,-4-2-1365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24575,'1'26'0,"1"0"0,1-1 0,1 1 0,1-1 0,1 0 0,2-1 0,13 34 0,-10-33 0,26 72 0,-33-83-1365,-2-1-5461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40 24575,'-1'0'0,"1"0"0,0 0 0,-1 0 0,1 0 0,0 0 0,-1 0 0,1 1 0,0-1 0,-1 0 0,1 0 0,0 0 0,0 1 0,-1-1 0,1 0 0,0 0 0,0 1 0,-1-1 0,1 0 0,0 0 0,0 1 0,0-1 0,-1 0 0,1 1 0,0-1 0,0 0 0,0 1 0,0-1 0,0 0 0,0 1 0,0-1 0,0 0 0,0 1 0,0-1 0,0 1 0,0-1 0,0 0 0,0 1 0,0-1 0,0 0 0,0 1 0,5 16 0,-5-16 0,10 28 0,-1 0 0,-1 0 0,-1 1 0,-2 0 0,3 58 0,-9-58 0,0-21 0,0 1 0,1-1 0,0 0 0,1 1 0,3 16 0,-4-26 0,0 0 0,0 0 0,0 1 0,0-1 0,0 0 0,0 0 0,0 1 0,0-1 0,0 0 0,0 0 0,0 0 0,0 1 0,0-1 0,1 0 0,-1 0 0,0 0 0,0 1 0,0-1 0,0 0 0,1 0 0,-1 0 0,0 0 0,0 1 0,0-1 0,1 0 0,-1 0 0,0 0 0,0 0 0,0 0 0,1 0 0,-1 0 0,0 0 0,0 0 0,1 0 0,-1 0 0,0 0 0,7-7 0,1-14 0,-2-2 0,-1 1 0,-1-1 0,1-43 0,-5 51 0,-1-1 0,0 0 0,-2 1 0,1-1 0,-2 1 0,-8-24 0,-11-21 0,54 102 0,-9-15 0,0-2 0,2 0 0,0-1 0,2-2 0,1 0 0,41 25 0,-13-14 0,3-3 0,87 34 0,-138-61 0,-2 0 0,0-1 0,1 0 0,-1 0 0,0 0 0,1-1 0,0 0 0,-1 0 0,1 0 0,-1-1 0,11 0 0,-15-1 0,0 1 0,0-1 0,0 0 0,0 1 0,1-1 0,-1 0 0,0 0 0,-1 0 0,1 0 0,0 0 0,0 0 0,0 0 0,0 0 0,-1 0 0,1 0 0,0 0 0,-1 0 0,1 0 0,-1-1 0,0 1 0,1 0 0,-1 0 0,0-1 0,0 1 0,0 0 0,0-3 0,1-2 0,-1 0 0,-1 0 0,1 0 0,-3-9 0,-4-11 0,-2 1 0,-1 0 0,-1 1 0,-18-31 0,7 14 0,-16-24 0,-2-6 0,38 69-151,1-1-1,0 1 0,0-1 0,0 1 1,1-1-1,-1 1 0,1-1 1,-1-3-1,2-3-6674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42 24575,'-12'-6'0,"0"1"0,-1 1 0,0 0 0,0 1 0,0 0 0,-1 1 0,1 0 0,-1 1 0,1 1 0,-1 0 0,1 1 0,-1 0 0,-23 6 0,25-5-114,-1 0 1,0-1-1,0-1 0,0 0 0,0-1 1,0 0-1,1-1 0,-1 0 0,0-1 1,1 0-1,-15-7 0,16 6-6712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74 24575,'-28'-12'0,"-11"-5"0,-2 1 0,4 3 0,5 4 0,6 4 0,5 4 0,3 3 0,0 1 0,1 0 0,0 2 0,-2 1 0,0-2 0,1-1 0,0-1 0,4-1-8191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24575,'1'-1'0,"0"0"0,0 1 0,-1-1 0,1 0 0,0 0 0,0 1 0,0-1 0,0 1 0,-1-1 0,1 1 0,0-1 0,0 1 0,0-1 0,0 1 0,0 0 0,1 0 0,-1 0 0,0-1 0,0 1 0,1 0 0,-1 1 0,0-1 0,0 0 0,0 1 0,0-1 0,0 1 0,0-1 0,-1 1 0,1 0 0,0-1 0,0 1 0,-1 0 0,1-1 0,0 1 0,-1 0 0,1 0 0,-1 0 0,2 1 0,1 5 0,0 0 0,-1 0 0,0 1 0,3 10 0,-4-11 0,22 158 0,-22-163 0,-1-1 0,0 1 0,0-1 0,1 0 0,-1 1 0,1-1 0,-1 1 0,1-1 0,0 0 0,0 0 0,-1 1 0,1-1 0,0 0 0,0 0 0,0 0 0,0 0 0,1 0 0,-1 0 0,0 0 0,0 0 0,0 0 0,1-1 0,-1 1 0,0 0 0,1-1 0,-1 1 0,1-1 0,-1 1 0,1-1 0,1 0 0,6 1 0,-1 0 0,1-1 0,0 0 0,10-1 0,-2-1 0,78-6 0,12 0 0,-87 7 0,0-1 0,35-7 0,-54 9-54,0 0-1,1 0 0,-1-1 1,0 1-1,0 0 1,0-1-1,0 1 0,0-1 1,0 1-1,1-1 1,-1 1-1,0-1 0,-1 0 1,1 0-1,0 1 0,0-1 1,0 0-1,0 0 1,-1 0-1,1 0 0,0 0 1,-1 0-1,1 0 1,0-2-1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24575,'0'33'0,"2"0"0,1-1 0,1 1 0,2-1 0,19 61 0,14 17 0,-38-108-151,0-1-1,0 1 0,-1 0 0,1 0 1,-1 0-1,0 0 0,1 0 1,-1 3-1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65 24575,'-20'8'0,"9"-4"0,-16 6 0,9-4 0,-29 7 0,40-12 0,0 0 0,-1 0 0,1-1 0,0 0 0,0 0 0,-1-1 0,-10-2 0,8 0 0,0 0 0,0 0 0,1-1 0,-14-7 0,20 9 0,1 1 0,-1-1 0,0 0 0,1 1 0,-1-1 0,1-1 0,-1 1 0,1 0 0,0 0 0,0-1 0,0 1 0,0-1 0,1 0 0,-1 0 0,1 0 0,-1 1 0,1-1 0,-1-4 0,2 5-97,0 1-1,0-1 1,0 0-1,0 1 1,0-1-1,0 1 1,1-1-1,-1 1 1,1-1-1,-1 1 1,1-1-1,-1 1 0,2-3 1,4-5-6729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65 24575,'-25'-12'0,"-11"-5"0,-1 1 0,2 3 0,5 7 0,5 6 0,5 3 0,2 4 0,3 4 0,0-1 0,2-2 0,-4 0 0,0-1 0,2-1-8191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24575,'1'-2'0,"0"-1"0,0 1 0,0-1 0,1 1 0,-1-1 0,1 1 0,-1 0 0,1 0 0,0 0 0,0 0 0,0 0 0,0 0 0,1 1 0,-1-1 0,0 1 0,1-1 0,-1 1 0,1 0 0,-1 0 0,1 0 0,0 0 0,3 0 0,6-1 0,0 0 0,0 1 0,23 1 0,-24 0 0,11 1 0,1 0 0,-1 2 0,0 0 0,0 1 0,-1 2 0,1 0 0,-1 1 0,0 1 0,29 17 0,-47-24 0,0 1 0,-1-1 0,1 1 0,-1 0 0,0 0 0,1 0 0,-1 1 0,0-1 0,0 0 0,0 1 0,-1-1 0,2 4 0,-2-5 0,-1 1 0,1-1 0,-1 0 0,0 0 0,0 1 0,1-1 0,-1 0 0,0 1 0,0-1 0,0 0 0,-1 1 0,1-1 0,0 0 0,0 1 0,-1-1 0,1 0 0,-1 0 0,1 1 0,-1-1 0,1 0 0,-1 0 0,0 0 0,0 0 0,1 0 0,-1 0 0,0 0 0,0 0 0,0 0 0,0 0 0,-2 1 0,-4 2 0,0 0 0,-1 0 0,1 0 0,-1-1 0,0 0 0,0 0 0,0-1 0,-16 2 0,12-1 0,0-1 0,0 2 0,-12 4 0,23-8 0,-1 1 0,1-1 0,0 1 0,0-1 0,0 1 0,0-1 0,0 1 0,0 0 0,0 0 0,0-1 0,0 1 0,0 0 0,0 0 0,0 0 0,0 0 0,1 0 0,-1 0 0,0 0 0,1 0 0,-1 0 0,1 1 0,-1-1 0,1 0 0,0 0 0,-1 0 0,1 1 0,0-1 0,0 0 0,0 2 0,1-1 0,-1 0 0,1 1 0,0-1 0,0 0 0,0 0 0,0 0 0,1 0 0,-1 0 0,1 0 0,-1 0 0,1 0 0,0-1 0,-1 1 0,4 2 0,33 24 0,69 38 0,-31-20 0,-73-44 0,1 0 0,-1 1 0,0-1 0,0 1 0,0-1 0,0 1 0,0 0 0,-1 1 0,3 2 0,-4-4 0,-1-1 0,1 0 0,-1 0 0,1 0 0,-1 0 0,0 0 0,0 1 0,0-1 0,0 0 0,0 0 0,0 0 0,0 0 0,0 1 0,0-1 0,0 0 0,-1 0 0,1 0 0,0 0 0,-1 0 0,1 1 0,-1-1 0,1 0 0,-1 0 0,0 0 0,1 0 0,-1-1 0,0 1 0,0 0 0,0 0 0,0 0 0,1 0 0,-1-1 0,0 1 0,-2 0 0,-6 5 0,1-1 0,0-1 0,-1 0 0,0 0 0,0-1 0,0 0 0,-1 0 0,-14 1 0,-1-1 0,0-1 0,-28-1 0,10-2-1365,30 1-5461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24575,'0'5'0,"3"4"0,3 4 0,0 3 0,3 3 0,1 2 0,2 1 0,1 1 0,4 0 0,1 0 0,0-1 0,-2 1 0,-3-3 0,-2-4 0,-2 0 0,2-2 0,-3-2-8191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 24575,'-25'-3'0,"-11"0"0,-1 0 0,2 3 0,5 1 0,5 1 0,5 3 0,2 0 0,3-1 0,3-1-8191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24575,'11'-11'0,"0"0"0,1 1 0,0 0 0,1 1 0,22-12 0,-30 18 0,-1 1 0,1 0 0,0 1 0,0-1 0,0 1 0,0 0 0,0 0 0,0 0 0,0 1 0,0 0 0,1 0 0,-1 0 0,0 1 0,0-1 0,0 1 0,0 0 0,0 1 0,0-1 0,0 1 0,7 4 0,-1 0 0,-1 1 0,1 0 0,-2 0 0,1 1 0,-1 0 0,0 1 0,14 18 0,-20-24 0,0 1 0,-1 0 0,1 0 0,-1 0 0,0 0 0,0 0 0,0 1 0,-1-1 0,0 1 0,1-1 0,-1 1 0,-1 0 0,1-1 0,-1 1 0,0 0 0,0-1 0,0 1 0,-1 0 0,1-1 0,-1 1 0,0-1 0,-1 1 0,-2 6 0,-7 9 0,-2 0 0,-1 0 0,0-2 0,-33 34 0,44-48 0,1-3 0,0 1 0,1 0 0,-1 0 0,1 0 0,0 0 0,-1 0 0,1 0 0,0 0 0,0 1 0,0-1 0,1 0 0,-1 1 0,1-1 0,-1 3 0,1-4 0,0 0 0,0 0 0,0 0 0,1 0 0,-1 0 0,0 0 0,1 0 0,-1 0 0,1 0 0,-1 0 0,1 0 0,-1 0 0,1 0 0,0 0 0,-1-1 0,1 1 0,0 0 0,0 0 0,-1-1 0,1 1 0,0 0 0,0-1 0,0 1 0,0-1 0,0 0 0,0 1 0,0-1 0,0 1 0,0-1 0,0 0 0,0 0 0,0 0 0,2 0 0,22 3 0,0-2 0,43-3 0,-15 0 0,-41 2-170,0 0-1,0-1 0,-1-1 1,1 0-1,-1 0 0,1-1 1,13-6-1,-15 5-6655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22 24575,'-18'-6'0,"-1"1"0,1 1 0,-1 1 0,0 1 0,0 0 0,-37 3 0,-18 8 0,38-3 0,-50 1 0,68-7-1365,4-1-5461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24575,'18'31'0,"25"54"0,-15-24 0,-16-38 0,64 134 0,-65-129-1365,-8-15-5461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34 24575,'0'-1'0,"-1"0"0,1 0 0,0 0 0,-1 0 0,0 0 0,1 0 0,-1 1 0,0-1 0,1 0 0,-1 0 0,0 1 0,0-1 0,1 0 0,-1 1 0,0-1 0,0 1 0,-2-2 0,-16-7 0,5 6 0,-1 1 0,1 0 0,0 0 0,0 2 0,-1-1 0,-17 4 0,-10-2 0,-28-2 0,-66 3 0,107 3-1365,16-2-5461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43 24575,'36'-9'0,"-36"9"0,0 1 0,0-1 0,0 0 0,0 0 0,0 0 0,0 0 0,0 0 0,0 0 0,0 0 0,1 0 0,-1 0 0,0 0 0,0-1 0,0 1 0,0 0 0,0 0 0,0 0 0,0 0 0,0 0 0,0 0 0,0 0 0,0 0 0,0 0 0,1 0 0,-1 0 0,0 0 0,0 0 0,0 0 0,0 0 0,0 0 0,0 0 0,0 0 0,0-1 0,0 1 0,0 0 0,0 0 0,0 0 0,0 0 0,0 0 0,0 0 0,0 0 0,0 0 0,0 0 0,0 0 0,0 0 0,0-1 0,0 1 0,0 0 0,0 0 0,0 0 0,0 0 0,0 0 0,0 0 0,0 0 0,0 0 0,0 0 0,-7-2 0,-8 0 0,-209 3 0,216-1 0,0 1 0,0 1 0,-12 3 0,15-4 0,0 1 0,0-1 0,0 0 0,0 0 0,0 0 0,0-1 0,0 0 0,0 0 0,0 0 0,-1 0 0,-8-3 0,13 3 0,0 0 0,1-1 0,-1 1 0,0 0 0,1 0 0,-1-1 0,1 1 0,-1 0 0,0-1 0,1 1 0,-1 0 0,1-1 0,-1 1 0,1-1 0,-1 1 0,1-1 0,0 1 0,-1-1 0,1 0 0,-1 1 0,1-2 0,0 2 0,0 0 0,0-1 0,0 1 0,0-1 0,1 1 0,-1-1 0,0 1 0,0-1 0,0 1 0,1 0 0,-1-1 0,0 1 0,0 0 0,1-1 0,-1 1 0,0-1 0,1 1 0,-1 0 0,1 0 0,-1-1 0,0 1 0,1 0 0,27-12 0,-15 9 0,0 0 0,-1 1 0,1 1 0,24 0 0,53 7 0,-6 1 0,-66-6 0,21 5 0,-23-4 0,25 2 0,-39-4-105,-1 0 0,0 0 0,1 0 0,-1 0 0,0 0 0,1-1 0,-1 1 0,0 0 0,0-1 0,1 1 0,-1-1 0,1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24575,'-4'18'0,"1"0"0,1 0 0,0 1 0,2-1 0,0 1 0,1-1 0,0 1 0,2-1 0,5 20 0,19 50 0,-11-39 0,11 58 0,-24-90 0,2 12 0,4 55 0,-9-83 0,0 0 0,0-1 0,0 1 0,0 0 0,0 0 0,0-1 0,0 1 0,0 0 0,1 0 0,-1-1 0,0 1 0,0 0 0,1-1 0,-1 1 0,0 0 0,1 0 0,-1-1 0,1 0 0,-1 0 0,0 0 0,0 0 0,1 0 0,-1 0 0,0 0 0,1 0 0,-1 0 0,0 0 0,0 0 0,1 0 0,-1 0 0,0 0 0,0-1 0,1 1 0,-1 0 0,0 0 0,0 0 0,0 0 0,1-1 0,-1 1 0,0 0 0,0 0 0,0 0 0,0-1 0,1 1 0,-1-1 0,16-25 0,-13 19 0,6-9 0,1 1 0,20-25 0,-25 35 0,-1 0 0,1 0 0,0 1 0,0 0 0,0 0 0,1 0 0,-1 0 0,1 1 0,0 0 0,11-5 0,-15 8 0,0 0 0,1-1 0,-1 1 0,0 0 0,1 0 0,-1 0 0,0 1 0,1-1 0,-1 0 0,0 1 0,0 0 0,1-1 0,-1 1 0,0 0 0,0 0 0,0 0 0,0 0 0,0 1 0,0-1 0,0 1 0,-1-1 0,1 1 0,0-1 0,-1 1 0,1 0 0,-1 0 0,2 2 0,4 7 0,-1 0 0,1 0 0,6 20 0,-9-21 0,-1-2-151,1 0-1,0 0 0,0 0 0,1 0 1,-1-1-1,2 1 0,-1-1 1,9 8-1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25 24575,'0'-2'0,"-1"0"0,1 1 0,-1-1 0,0 1 0,1-1 0,-1 1 0,0-1 0,0 1 0,0-1 0,0 1 0,-1 0 0,1 0 0,0 0 0,-2-2 0,2 3 0,0-1 0,0 1 0,1 0 0,-1 0 0,0 0 0,0 0 0,0 0 0,1 0 0,-1 0 0,0 0 0,0 0 0,0 0 0,1 0 0,-1 0 0,0 0 0,0 1 0,0-1 0,1 0 0,-1 1 0,0-1 0,1 0 0,-1 1 0,0-1 0,1 1 0,-1-1 0,0 1 0,1 0 0,-1-1 0,1 1 0,-1-1 0,1 1 0,-1 1 0,-9 9 0,1 1 0,1 0 0,-14 27 0,19-32 0,0 0 0,0 0 0,1 0 0,1 0 0,-1 0 0,1 1 0,0-1 0,1 0 0,-1 1 0,2 8 0,2 3 0,1 0 0,0-1 0,2 1 0,9 20 0,-6-13 0,8 30 0,-11-30 0,-1 2 0,-2-1 0,1 37 0,-4-61 0,-1 0 0,2 0 0,-1-1 0,0 1 0,0 0 0,1 0 0,-1 0 0,1-1 0,0 1 0,0 0 0,0-1 0,0 1 0,1-1 0,-1 1 0,1-1 0,-1 1 0,1-1 0,0 0 0,0 0 0,0 0 0,0 0 0,0 0 0,1-1 0,-1 1 0,0 0 0,1-1 0,-1 0 0,1 0 0,0 0 0,-1 0 0,1 0 0,0 0 0,3 0 0,12 1 0,1 0 0,-1-1 0,31-3 0,-2 0 0,-43 2 24,1 0 0,0-1 0,0 1 0,6-3 0,-10 3-81,0 0 0,0 0 0,0-1 0,0 1-1,0-1 1,0 1 0,0-1 0,0 1 0,0-1 0,0 1 0,-1-1 0,1 0-1,0 1 1,0-1 0,-1 0 0,1 0 0,0 0 0,-1 0 0,1 0 0,-1 0 0,1 0-1,-1 0 1,1 0 0,-1 0 0,1-1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24575,'1'9'0,"-1"0"0,1 0 0,1 0 0,0 0 0,0 0 0,1-1 0,0 1 0,0-1 0,1 0 0,0 0 0,0 0 0,1 0 0,9 11 0,-12-16 0,1-1 0,-1 0 0,0 0 0,1 0 0,-1 0 0,1 0 0,-1 0 0,1-1 0,0 0 0,0 1 0,-1-1 0,1 0 0,0 0 0,0 0 0,0-1 0,0 1 0,1-1 0,3 0 0,-5 0 0,0 0 0,0 0 0,0-1 0,0 1 0,0-1 0,0 0 0,-1 1 0,1-1 0,0 0 0,0 0 0,-1 0 0,1 0 0,-1 0 0,1-1 0,-1 1 0,1 0 0,-1-1 0,0 1 0,1-1 0,-1 1 0,0-1 0,0 0 0,0 0 0,0 1 0,-1-1 0,1 0 0,0 0 0,-1 0 0,1-3 0,4-39 0,-5 36 0,1 0 0,-1 0 0,1 1 0,1-1 0,0 0 0,0 1 0,4-9 0,-6 15 0,1 0 0,-1 0 0,1 0 0,0 0 0,-1 1 0,1-1 0,0 0 0,0 1 0,0-1 0,-1 0 0,1 1 0,0-1 0,0 1 0,0-1 0,0 1 0,0 0 0,0-1 0,0 1 0,0 0 0,0 0 0,0 0 0,0 0 0,0 0 0,0 0 0,0 0 0,0 0 0,1 0 0,-1 0 0,0 0 0,0 1 0,0-1 0,0 0 0,-1 1 0,1-1 0,0 1 0,1 0 0,6 3 0,0 0 0,-1 1 0,10 7 0,-9-6 0,169 121 0,-171-122-48,-11-7 168,-10-7-1557,2 0-5389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24575,'2'-1'0,"-1"-1"0,0 1 0,1-1 0,0 1 0,-1 0 0,1 0 0,0 0 0,-1 0 0,1 0 0,0 0 0,0 0 0,0 1 0,0-1 0,0 1 0,0-1 0,0 1 0,0 0 0,0 0 0,0 0 0,0 0 0,0 0 0,3 0 0,-2 1 0,-1 0 0,1 1 0,0-1 0,-1 0 0,1 1 0,0 0 0,-1-1 0,0 1 0,1 0 0,-1 0 0,0 0 0,0 1 0,0-1 0,2 5 0,52 83 0,-33-51 0,38 49 0,-55-80 0,1 0 0,-1 1 0,-1-1 0,1 1 0,-2 0 0,1 1 0,-1-1 0,0 1 0,-1 0 0,0 0 0,-1 0 0,2 18 0,-3-15 0,0 0 0,1 0 0,1 0 0,0-1 0,1 1 0,0-1 0,1 0 0,0 0 0,1 0 0,0-1 0,1 0 0,13 16 0,-18-24 0,0 0 0,0 0 0,-1 0 0,1 0 0,-1 0 0,1 0 0,-1 0 0,0 0 0,0 1 0,0-1 0,0 6 0,-1-8 0,0 1 0,0-1 0,0 0 0,0 1 0,0-1 0,-1 0 0,1 0 0,0 1 0,-1-1 0,1 0 0,-1 0 0,1 1 0,-1-1 0,0 0 0,0 0 0,1 0 0,-1 0 0,0 0 0,0 0 0,0 0 0,0 0 0,0-1 0,0 1 0,0 0 0,0-1 0,-1 1 0,1 0 0,0-1 0,0 1 0,0-1 0,-1 0 0,1 1 0,-2-1 0,-15 3-6,0-2-1,0 0 1,0 0-1,-21-3 0,-1 0-1325,20 2-5494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24575,'-28'0'0,"-11"0"0,-2 0 0,4 0 0,5 0 0,6 0 0,5 0 0,6 0-8191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39 24575,'-18'-8'0,"-8"-2"0,-2 0 0,1 3 0,0 4 0,0 3 0,2 1 0,0 3 0,1 2 0,6-2-8191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24575,'25'85'0,"20"77"0,10 49 0,-52-193 0,0 0 0,1 32 0,-3-60 0,0-1 0,1 1 0,1-1 0,0 1 0,0 0 0,1 0 0,0 0 0,1 0 0,0 1 0,0 0 0,1 0 0,13-15 0,-17 22 0,0 0 0,-1 1 0,1-1 0,0 1 0,0-1 0,0 1 0,0 0 0,1 0 0,-1 0 0,0 0 0,0 0 0,1 1 0,-1-1 0,0 0 0,1 1 0,2 0 0,-1 0 0,1 0 0,-1 0 0,0 1 0,1 0 0,-1 0 0,0 0 0,0 0 0,6 3 0,0 1 0,-1 0 0,0 1 0,0 0 0,0 0 0,-1 1 0,12 12 0,-16-15-15,-1 1-1,1 0 0,-1 0 1,0 0-1,-1 0 0,1 1 1,3 10-1,0 1-1224,-1-8-5586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 24575,'-1'1'0,"1"0"0,-1 0 0,1 0 0,0 0 0,-1 0 0,1-1 0,0 1 0,-1 0 0,1 1 0,0-1 0,0 0 0,0 0 0,0 0 0,0 0 0,0 0 0,0 0 0,0 0 0,0 0 0,1 0 0,-1 0 0,0 0 0,1 0 0,-1 0 0,1 0 0,-1-1 0,2 3 0,17 25 0,-16-23 0,18 20 0,-15-19 0,0 0 0,-1 0 0,0 1 0,0 0 0,6 14 0,-10-20 0,-1 0 0,1 0 0,-1 0 0,0 1 0,0-1 0,1 0 0,-1 0 0,0 1 0,0-1 0,0 0 0,0 0 0,0 0 0,-1 1 0,1-1 0,0 0 0,-1 0 0,1 1 0,0-1 0,-1 0 0,0 2 0,-1-2 0,1 1 0,-1 0 0,1-1 0,-1 1 0,1-1 0,-1 0 0,0 0 0,1 1 0,-1-1 0,0 0 0,-3 1 0,1-1 0,-1 1 0,0-1 0,0 1 0,0-1 0,-1-1 0,1 1 0,0-1 0,0 0 0,-7 0 0,0-2 0,1-1 0,-1 0 0,0-1 0,1 0 0,0-1 0,0 0 0,-15-10 0,22 13 0,0-1 0,0 0 0,0 0 0,0 0 0,1 0 0,-1-1 0,1 1 0,0-1 0,0 0 0,0 0 0,0 0 0,1-1 0,-1 1 0,1-1 0,0 1 0,1-1 0,-1 0 0,1 1 0,0-1 0,-1-9 0,2 12 5,0-1 0,1 1 0,-1-1-1,1 1 1,-1-1 0,1 1 0,0-1 0,0 1-1,0 0 1,0 0 0,0-1 0,0 1 0,1 0-1,-1 0 1,1 0 0,-1 0 0,1 0-1,0 1 1,0-1 0,0 0 0,0 1 0,0-1-1,0 1 1,4-2 0,-3 1-104,1 1 0,0-1 0,-1 1 0,1 0 0,0 0 0,0 1 0,0-1 0,0 1 0,0 0 0,0 0 0,0 0 0,0 0 0,0 1 0,8 1 0,-2 2-6727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24575,'-20'8'0,"-7"5"0,-1-1 0,4 2 0,6 0 0,7 0 0,4 1 0,4-1 0,0-1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24575,'0'-1'0,"1"-20"0,-1 22 0,0-1 0,0 0 0,0 0 0,0 0 0,0 1 0,1-1 0,-1 0 0,0 0 0,0 0 0,0 1 0,0-1 0,0 0 0,1 0 0,-1 0 0,0 0 0,0 1 0,0-1 0,1 0 0,-1 0 0,0 0 0,0 0 0,0 0 0,1 0 0,-1 0 0,0 0 0,0 0 0,1 0 0,-1 0 0,0 0 0,0 0 0,0 0 0,1 0 0,-1 0 0,0 0 0,0 0 0,1 0 0,-1 0 0,0 0 0,0 0 0,0 0 0,1 0 0,-1 0 0,0-1 0,0 1 0,0 0 0,1 0 0,-1 0 0,0 0 0,0 0 0,0-1 0,0 1 0,0 0 0,1 0 0,-1 0 0,0-1 0,0 1 0,0 0 0,0 0 0,0 0 0,0-1 0,0 1 0,0 0 0,0 0 0,0-1 0,0 1 0,6 9 0,-2 0 0,1 1 0,-1-1 0,-1 1 0,0 0 0,3 12 0,2 7 0,26 86 0,44 125 0,-50-166 0,-28-74 0,0 0 0,0 0 0,0 0 0,0 0 0,0 0 0,0 0 0,0 0 0,1 0 0,-1 0 0,0 0 0,0 1 0,0-1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0,0-1 0,0 1 0,4-7 0,1-8 0,-2 1 0,0 1 0,1-1 0,0 1 0,2 0 0,-1 0 0,10-16 0,-12 25 0,-1 0 0,1 1 0,0-1 0,0 1 0,0 0 0,1 0 0,-1 0 0,1 0 0,-1 1 0,7-4 0,-8 5 0,1 0 0,0 0 0,0 0 0,0 0 0,0 1 0,0-1 0,1 1 0,-1 0 0,0 0 0,0 0 0,0 0 0,0 0 0,0 1 0,0-1 0,0 1 0,5 2 0,0 1 0,-1 0 0,0 0 0,1 0 0,-2 1 0,1 1 0,6 6 0,6 3 0,-14-11-105,1 1 0,-1-1 0,-1 1 0,1 0 0,-1 0 0,1 0 0,-1 1 0,-1-1 0,1 1 0,-1 0 0,0 0 0,3 10 0,-4-5-6721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24575,'2'5'0,"2"5"0,-1 2 0,-1 2 0,3 1 0,-1 1 0,3 0 0,-1 2 0,1 1 0,3 1 0,-2 1 0,-1 2 0,-2-1 0,-2-2 0,-1-4-8191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32 24575,'0'-2'0,"1"1"0,-1 0 0,0-1 0,1 1 0,-1 0 0,1 0 0,-1-1 0,1 1 0,0 0 0,-1 0 0,1 0 0,0 0 0,0 0 0,0 0 0,0 0 0,0 0 0,0 0 0,0 0 0,0 0 0,0 0 0,0 1 0,1-1 0,-1 1 0,0-1 0,0 1 0,1-1 0,-1 1 0,0 0 0,1-1 0,2 1 0,6-2 0,0 1 0,0 1 0,10 0 0,-13 0 0,9 1 0,0 0 0,0 2 0,0-1 0,27 10 0,58 27 0,-90-35 0,-1 1 0,0 0 0,0 0 0,-1 1 0,1 0 0,-1 1 0,-1 0 0,1 1 0,-1 0 0,0 0 0,-1 0 0,0 1 0,-1 0 0,1 1 0,-2-1 0,6 12 0,1 6 0,-2 0 0,0 0 0,-2 0 0,-1 1 0,-1 1 0,3 43 0,-9-68 0,0-1 0,0 1 0,0-1 0,0 0 0,-1 1 0,0-1 0,0 0 0,0 1 0,0-1 0,0 0 0,0 0 0,-1 0 0,0 0 0,0 0 0,0 0 0,0 0 0,-3 3 0,2-3 0,0-1 0,-1 1 0,0 0 0,1-1 0,-1 0 0,0 0 0,0 0 0,0-1 0,0 1 0,-1-1 0,1 0 0,0 0 0,-6 0 0,-18 2 0,0-1 0,-1-2 0,1 0 0,0-2 0,-1-2 0,1 0 0,0-2 0,1-1 0,-51-20 0,68 23 0,0-2 0,0 1 0,0-2 0,0 1 0,1-1 0,0 0 0,1-1 0,0 0 0,0-1 0,0 1 0,1-2 0,1 1 0,-7-12 0,9 13 0,0 0 0,1 0 0,0-1 0,0 1 0,1-1 0,0 0 0,0 0 0,1 0 0,1 0 0,-1 0 0,1 0 0,1 0 0,-1 0 0,2 1 0,-1-1 0,1 0 0,4-11 0,-4 14-105,0 0 0,1 0 0,0 0 0,-1 0 0,2 1 0,-1-1 0,1 1 0,0 0 0,0 0 0,0 0 0,0 1 0,8-6 0,-1 3-6721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 24575,'-2'-2'0,"0"0"0,0 0 0,-1 0 0,1 0 0,0-1 0,0 1 0,0-1 0,1 1 0,-3-6 0,7 9 0,-1 1 0,1 0 0,0-1 0,-1 1 0,5 4 0,11 13 0,1-2 0,1 0 0,1-1 0,31 19 0,-24-21-411,1-2 1,36 10-1,-63-21 278,11 3-6693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24575,'-6'0'0,"0"0"0,1 1 0,-1 0 0,0 0 0,1 0 0,-1 0 0,1 1 0,-1 0 0,1 0 0,-6 4 0,8-4 0,0 0 0,0 0 0,1 0 0,-1 0 0,1 0 0,-1 1 0,1-1 0,0 1 0,0 0 0,0-1 0,0 1 0,1 0 0,-1 0 0,1 0 0,0 0 0,-1 1 0,2-1 0,-2 5 0,0 5 0,0 1 0,-1 0 0,0-1 0,-7 21 0,8-30 0,0 0 0,0-1 0,0 1 0,0-1 0,0 1 0,-1-1 0,1 0 0,-1 0 0,0 0 0,0 0 0,0 0 0,0-1 0,-1 0 0,1 1 0,-1-1 0,-5 2 0,-35 11-1365,31-11-5461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24575,'6'3'0,"0"1"0,-1 0 0,1 0 0,-1 1 0,1-1 0,-1 1 0,-1 0 0,8 9 0,-2 2 0,18 32 0,-27-45 0,1 0 0,-1 0 0,0 0 0,0 0 0,0 0 0,0 0 0,-1 0 0,1 0 0,-1 0 0,0 0 0,0 4 0,0-5 0,0-1 0,-1 0 0,1 0 0,0 1 0,-1-1 0,1 0 0,-1 0 0,1 0 0,-1 0 0,0 0 0,0 0 0,1 0 0,-1 0 0,0 0 0,0 0 0,0 0 0,0 0 0,0-1 0,0 1 0,0 0 0,0-1 0,0 1 0,-1-1 0,1 1 0,0-1 0,0 1 0,0-1 0,-1 0 0,1 0 0,-2 1 0,-6 0 0,-1-1 0,1 0 0,0 0 0,-1-1 0,1 0 0,-17-4 0,8 1 0,1-2 0,-26-11 0,39 15 0,1 1 0,0-1 0,0 0 0,0 0 0,0 0 0,0-1 0,1 1 0,-1-1 0,1 0 0,-1 1 0,1-1 0,0 0 0,0 0 0,0 0 0,1-1 0,-3-3 0,4 5 0,-1 0 0,1 0 0,0 0 0,-1 1 0,1-1 0,0 0 0,0 0 0,0 0 0,0 0 0,1 0 0,-1 1 0,0-1 0,1 0 0,0 0 0,-1 0 0,1 1 0,0-1 0,0 0 0,0 1 0,0-1 0,0 1 0,0-1 0,0 1 0,0-1 0,1 1 0,-1 0 0,0 0 0,1-1 0,0 1 0,-1 0 0,1 1 0,2-3 0,4 0-151,1 0-1,-1 0 0,0 1 0,1 0 1,-1 1-1,1 0 0,0 0 1,12 1-1,-7 0-6674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24575,'41'18'0,"-3"-2"0,-1 2 0,68 43 0,-66-31 0,-21-15 0,1-1 0,1 0 0,33 16 0,-41-24-1365,-3 0-5461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24575,'-12'8'0,"-5"7"0,1 4 0,3 1 0,2-1 0,2 0 0,3-1 0,2-2 0,2 0 0,-1-1 0,0 0 0,0-1 0,-2 1 0,-2-1 0,-3-2 0,1-3-8191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24575,'-2'13'0,"-2"6"0,1 3 0,1 0 0,0-2 0,3 0 0,2-3 0,2-3 0,1-2 0,-1 0 0,2 0 0,-1 0 0,-2-1-8191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24575,'26'18'0,"9"8"0,6 2 0,-1-1 0,-1-3 0,-3 0 0,-4-4 0,-3-3 0,-4-3 0,-1 0 0,-3 0 0,-1-3 0,-3-3 0,0-3 0,-5-2-8191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24575,'-10'23'0,"-4"9"0,-1 3 0,2-3 0,2-4 0,4-4 0,0-7 0,2-3 0,1-2 0,-1-2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24575,'21'-2'0,"-1"-1"0,0 2 0,1 0 0,-1 1 0,0 1 0,24 4 0,-41-5 0,0 1 0,0 0 0,0 0 0,0 0 0,0 1 0,0-1 0,-1 1 0,1-1 0,0 1 0,-1 0 0,1 0 0,-1 0 0,0 0 0,0 1 0,0-1 0,0 1 0,0-1 0,0 1 0,-1 0 0,1-1 0,-1 1 0,0 0 0,1 0 0,-1 0 0,-1 0 0,1 0 0,0 0 0,-1 0 0,1 4 0,-1 3 0,0-1 0,-1 1 0,0-1 0,0 0 0,-1 1 0,0-1 0,0 0 0,-7 14 0,8-21 0,1-1 0,-1 0 0,0 1 0,1-1 0,-1 1 0,1-1 0,0 1 0,0-1 0,-1 1 0,1-1 0,0 1 0,0-1 0,0 1 0,0-1 0,1 1 0,-1-1 0,0 1 0,2 2 0,-1-3 0,0 0 0,0 0 0,0 0 0,0 0 0,0 0 0,0 0 0,1-1 0,-1 1 0,0 0 0,1-1 0,-1 1 0,0-1 0,1 1 0,-1-1 0,1 0 0,-1 1 0,0-1 0,1 0 0,-1 0 0,2 0 0,74-1 105,-32 0-1575,-33 1-5356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24575,'16'0'0,"0"2"0,0 0 0,0 1 0,-1 1 0,1 0 0,-1 1 0,22 10 0,97 58 0,-49-14 20,-61-40-366,1-2-1,1 0 1,51 23 0,-63-35-6480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24575,'-5'17'0,"-4"9"0,-1 2 0,0-1 0,0-2 0,0-4 0,2-2 0,-1-5 0,0-2 0,0 0 0,0-3 0,1 0 0,-1-1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24575,'1'-2'0,"1"1"0,-1 0 0,1 0 0,0 0 0,0 0 0,0 0 0,-1 0 0,1 0 0,0 1 0,0-1 0,0 1 0,0-1 0,0 1 0,0 0 0,0 0 0,0 0 0,0 0 0,0 0 0,1 0 0,-1 1 0,0-1 0,-1 1 0,1-1 0,3 2 0,6 3 0,-1-1 0,0 1 0,12 9 0,-10-7 0,-5-3 0,-1 0 0,1 1 0,-1 0 0,0 0 0,10 11 0,-15-15 0,0 0 0,-1 0 0,1 1 0,0-1 0,0 0 0,-1 0 0,1 1 0,-1-1 0,1 0 0,-1 1 0,0-1 0,1 1 0,-1-1 0,0 0 0,0 1 0,0 1 0,0-1 0,-1-1 0,1 0 0,-1 1 0,0-1 0,1 0 0,-1 0 0,0 1 0,0-1 0,0 0 0,0 0 0,0 0 0,0 0 0,0 0 0,0 0 0,0 0 0,0 0 0,0-1 0,-1 1 0,-1 1 0,-12 4 0,11-5 0,1 1 0,-1-1 0,1 1 0,-1 0 0,1 0 0,-5 3 0,8-4 0,-1 0 0,1-1 0,-1 1 0,0 0 0,1 0 0,-1-1 0,1 1 0,0 0 0,-1 0 0,1 0 0,0 0 0,0 0 0,-1 0 0,1-1 0,0 1 0,0 0 0,0 0 0,0 0 0,0 0 0,0 0 0,0 0 0,0 0 0,1 0 0,-1 0 0,0-1 0,0 1 0,1 0 0,-1 0 0,1 0 0,-1 0 0,1-1 0,0 2 0,4 5 0,0-1 0,0 0 0,1 0 0,-1 0 0,1-1 0,1 0 0,-1 0 0,14 7 0,-11-6 0,0 0 0,0 0 0,-1 1 0,11 10 0,-19-16 0,1-1 0,-1 1 0,1-1 0,0 1 0,-1 0 0,1-1 0,-1 1 0,0 0 0,1 0 0,-1-1 0,1 1 0,-1 0 0,0 0 0,0-1 0,0 1 0,1 0 0,-1 0 0,0 0 0,0-1 0,0 1 0,0 0 0,0 0 0,0 0 0,0 0 0,-1-1 0,1 1 0,0 0 0,0 0 0,-1 0 0,1-1 0,0 1 0,-1 0 0,1-1 0,-1 1 0,1 0 0,-1-1 0,1 1 0,-1 0 0,1-1 0,-1 1 0,0-1 0,1 1 0,-1-1 0,0 1 0,1-1 0,-1 0 0,0 1 0,-1 0 0,-4 1 0,1 0 0,-1 0 0,0 0 0,0-1 0,-9 1 0,-72 1-877,81-3 389,-16 0-6338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24575,'28'10'0,"14"6"0,7 5 0,1 1 0,-1 1 0,-4 0 0,-4-1 0,-2 1 0,-3-1 0,-1-2 0,-6-2 0,-1-1 0,-4-3 0,-1-3 0,-1-2 0,-5-5 0,-5-7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24575,'-7'25'0,"-3"11"0,-2 2 0,1-4 0,2-4 0,3-5 0,2-5 0,3-2 0,-3-3 0,1 0 0,-2-1 0,-3-3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24575,'0'5'0,"1"0"0,-1 0 0,1 0 0,0 0 0,1 0 0,-1-1 0,1 1 0,0 0 0,0-1 0,0 1 0,1-1 0,-1 0 0,1 0 0,0 0 0,1 0 0,-1-1 0,0 1 0,1-1 0,0 0 0,0 0 0,6 4 0,3 1 0,1-1 0,-1-1 0,1 0 0,0-1 0,27 7 0,-27-9 0,-1-1 0,1 0 0,17 0 0,-24-2 0,0 0 0,-1-1 0,1 0 0,-1 0 0,1 0 0,-1-1 0,1 0 0,11-5 0,-16 6-170,1-1-1,-1 1 0,0-1 1,0 0-1,0 1 0,0-1 1,4-5-1,0-2-6655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24575,'13'30'0,"6"12"0,0 2 0,0-4 0,-4-6 0,-2-7 0,-3-5 0,-3-7-8191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24575,'11'0'0,"0"1"0,0 0 0,0 0 0,0 1 0,0 1 0,0 0 0,-1 0 0,1 1 0,-1 0 0,14 9 0,200 132 0,-98-60 0,-110-74-1365,-4-2-5461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24575,'-5'20'0,"-2"9"0,1 2 0,-2-1 0,1-4 0,1-3 0,3-4 0,0-2 0,0-2 0,-1 0 0,-2-1 0,1 0 0,-2-2 0,-3-1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24575,'-5'1'0,"1"1"0,-1-1 0,1 1 0,0 0 0,0 0 0,0 1 0,0-1 0,1 1 0,-1 0 0,1 0 0,-1 0 0,1 0 0,0 0 0,0 1 0,0 0 0,1-1 0,-1 1 0,-1 5 0,3-7 0,0 1 0,0 0 0,0-1 0,0 1 0,0 0 0,1 0 0,0 0 0,-1 0 0,1-1 0,0 1 0,0 0 0,1 0 0,-1 0 0,1 0 0,-1 0 0,1 0 0,0-1 0,0 1 0,0 0 0,0-1 0,1 1 0,-1-1 0,1 1 0,-1-1 0,1 0 0,0 1 0,0-1 0,0 0 0,3 2 0,9 6 0,0 0 0,1-1 0,0-1 0,25 9 0,1 2 0,-29-13 0,-6-4 0,-1 0 0,0 1 0,0-1 0,0 1 0,0 0 0,-1 1 0,1-1 0,5 6 0,-10-8 0,1 0 0,-1 0 0,0 0 0,1 0 0,-1 0 0,1 0 0,-1 0 0,0 0 0,0 0 0,0 0 0,0 0 0,1 0 0,-1 0 0,0 0 0,-1 0 0,1 0 0,0 0 0,0 0 0,0 0 0,-1 0 0,1 0 0,0 0 0,-1 0 0,1-1 0,-1 1 0,1 0 0,-1 0 0,1 0 0,-1 0 0,0-1 0,1 1 0,-1 0 0,0-1 0,0 1 0,0 0 0,1-1 0,-3 1 0,-2 3 0,0-1 0,0 0 0,0 0 0,0-1 0,-6 3 0,5-4 7,0 1 1,1-1-1,-1 0 0,0 0 0,0-1 1,0 1-1,1-1 0,-1-1 0,0 1 1,-6-2-1,-5-2-210,1-1-1,-18-7 1,15 5-632,3 1-5991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24575,'27'-12'0,"13"-3"0,3 3 0,0 5 0,-2 6 0,-6 6 0,-6 5 0,-9 0-8191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24575,'4'-2'0,"0"0"0,0 0 0,0 0 0,0 1 0,0 0 0,0 0 0,0 0 0,1 0 0,-1 0 0,0 1 0,1 0 0,-1 0 0,0 0 0,1 0 0,-1 1 0,0 0 0,0 0 0,1 0 0,-1 0 0,0 0 0,7 5 0,7 3 0,-1 1 0,-1 0 0,24 20 0,-28-21 0,61 51 77,22 16-1519,-81-66-5384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24575,'-5'15'0,"-4"8"0,-1 2 0,2 2 0,2-1 0,1-3 0,1 0 0,-1-1 0,2-2 0,0-2 0,-1-2 0,0 0 0,1-1 0,-2-3 0,0-1 0,-2-2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24575,'-8'0'0,"0"0"0,0 1 0,0 0 0,0 0 0,0 1 0,1 0 0,-14 5 0,18-6 0,0 1 0,0-1 0,0 1 0,1 0 0,-1 0 0,0 0 0,1 0 0,0 0 0,-1 1 0,1-1 0,0 1 0,0-1 0,1 1 0,-1 0 0,0 0 0,1-1 0,0 1 0,-1 0 0,1 1 0,0-1 0,0 5 0,0-1 0,0 0 0,1 0 0,0 1 0,1-1 0,-1 0 0,1 0 0,1 0 0,-1 0 0,1 0 0,1 0 0,-1 0 0,1-1 0,0 1 0,1-1 0,-1 1 0,1-1 0,6 6 0,-2-2 0,1-1 0,0 0 0,0-1 0,1 0 0,0-1 0,0 0 0,0 0 0,1-1 0,13 5 0,-22-10 0,0 0 0,0 0 0,0 0 0,0 0 0,0-1 0,1 1 0,-1-1 0,0 0 0,0 0 0,0 0 0,1 0 0,-1 0 0,0 0 0,0 0 0,0-1 0,0 1 0,1-1 0,-1 1 0,0-1 0,3-1 0,-4 0 0,0 1 0,1 0 0,-1 0 0,0-1 0,0 1 0,0-1 0,0 1 0,0-1 0,0 1 0,0-1 0,0 0 0,0 1 0,-1-1 0,1 0 0,-1 0 0,0 1 0,1-1 0,-1 0 0,0 0 0,0 0 0,0 1 0,0-1 0,0 0 0,-1 0 0,1-2 0,-1 0 6,0 0 0,0 0-1,0 1 1,-1-1 0,1 0-1,-1 0 1,0 1 0,0-1 0,0 1-1,0-1 1,-1 1 0,0 0-1,1 0 1,-1 0 0,0 0-1,0 1 1,-1-1 0,1 1 0,0 0-1,-5-2 1,0 0-192,-1 0 1,0 1-1,0 0 0,0 0 1,-1 1-1,1 1 1,-15-2-1,8 2-6640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24575,'0'-1'0,"-1"1"0,1 0 0,-1-1 0,1 1 0,0 0 0,-1 0 0,1-1 0,-1 1 0,1 0 0,-1 0 0,1 0 0,-1 0 0,1 0 0,-1 0 0,1 0 0,-1 0 0,1 0 0,-1 0 0,1 0 0,-1 0 0,0 0 0,1 0 0,-1 0 0,1 0 0,0 0 0,-1 1 0,0-1 0,1 1 0,0-1 0,0 1 0,0-1 0,0 1 0,0 0 0,0-1 0,0 1 0,1-1 0,-1 1 0,0-1 0,0 1 0,1-1 0,-1 1 0,0-1 0,1 0 0,-1 1 0,0-1 0,1 1 0,-1-1 0,1 0 0,-1 1 0,0-1 0,1 0 0,-1 1 0,1-1 0,0 0 0,141 96 0,167 83 0,-305-177-74,9 3-1217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24575,'-18'25'0,"-5"11"0,-2 1 0,4-2 0,5-5 0,5-3 0,3-3 0,1-3 0,4-3 0,0 1 0,3-1 0,2 0 0,2-2 0,-1 0 0,0-1 0,0-2-8191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24575,'4'1'0,"0"0"0,1 0 0,-1 0 0,0 1 0,0-1 0,0 1 0,0 0 0,4 3 0,8 4 0,3-1 0,-1 1 0,-1 0 0,1 1 0,18 15 0,-31-21 0,0 1 0,-1 0 0,1-1 0,-1 1 0,0 1 0,0-1 0,0 1 0,-1-1 0,0 1 0,0 0 0,0 0 0,-1 0 0,0 1 0,0-1 0,0 1 0,0 10 0,-1-2 0,-1-1 0,-1 1 0,-1-1 0,-4 20 0,2-7 0,4-25-80,-1-1 22,1 1 0,-1-1-1,1 0 1,0 1-1,0-1 1,0 0-1,0 1 1,0-1 0,0 1-1,0-1 1,0 0-1,0 1 1,1-1-1,-1 0 1,1 1 0,-1-1-1,1 0 1,-1 1-1,1-1 1,0 0-1,1 2 1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24575,'-27'5'0,"-13"2"0,-1-1 0,2-1 0,4-1 0,8-2-8191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24575,'0'0'0,"0"-1"0,0 1 0,0 0 0,0-1 0,0 1 0,0 0 0,0-1 0,0 1 0,0 0 0,1-1 0,-1 1 0,0 0 0,0-1 0,0 1 0,0 0 0,1 0 0,-1-1 0,0 1 0,0 0 0,0 0 0,1-1 0,-1 1 0,0 0 0,1 0 0,-1-1 0,0 1 0,0 0 0,1 0 0,-1 0 0,1 0 0,12 0 0,11 9 0,-14-4 0,-1 2 0,1-1 0,-1 1 0,15 14 0,1 2 0,25 15 0,2-1 0,84 44 0,-109-65-1365,-17-11-5461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24575,'-10'18'0,"-4"10"0,-1 4 0,1-2 0,4-3 0,3-4 0,3-3 0,-1-2 0,1 0 0,1 0 0,1-1 0,1 0 0,-2-1 0,-1-3-8191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24575,'8'-1'0,"0"0"0,0 0 0,0 1 0,0 0 0,0 0 0,0 1 0,0 0 0,16 5 0,-18-4 0,-1 0 0,0 0 0,1 1 0,-1 0 0,0 0 0,0 0 0,-1 1 0,1-1 0,-1 1 0,1 0 0,-1 1 0,0-1 0,3 6 0,-2-3 0,0 1 0,0-1 0,-1 1 0,0 0 0,5 15 0,-9-21 0,1 0 0,-1 0 0,1-1 0,-1 1 0,0 0 0,0 0 0,0-1 0,0 1 0,0 0 0,0 0 0,0-1 0,-1 1 0,1 0 0,0 0 0,-1-1 0,0 1 0,1 0 0,-1-1 0,0 1 0,0-1 0,0 1 0,0-1 0,0 1 0,0-1 0,0 0 0,-1 1 0,1-1 0,0 0 0,-1 0 0,1 0 0,-1 0 0,1 0 0,-1 0 0,0 0 0,-2 0 0,-1 1 0,0-1 0,0 0 0,-1 0 0,1-1 0,-1 1 0,1-1 0,-1 0 0,1 0 0,0-1 0,-1 0 0,1 0 0,-1 0 0,-7-3 0,-6-3 0,1-1 0,-23-13 0,34 17 0,0 0 0,0-1 0,0 0 0,1 0 0,0 0 0,0-1 0,0 1 0,-4-8 0,8 10 0,0 1 0,1-1 0,-1 1 0,1-1 0,-1 0 0,1 0 0,0 0 0,0 0 0,0 0 0,0 0 0,1 0 0,-1 0 0,1 0 0,0 0 0,0-1 0,0 1 0,0 0 0,1 0 0,-1 0 0,1 0 0,0 0 0,0 0 0,2-4 0,-2 5 5,0 0 1,0 1-1,0-1 0,1 0 0,-1 1 0,0-1 1,1 1-1,0 0 0,-1 0 0,1-1 1,0 1-1,-1 0 0,1 0 0,0 1 0,0-1 1,0 0-1,0 1 0,0-1 0,0 1 0,0-1 1,0 1-1,3 0 0,1 0-217,0 0 0,-1 0 0,1 0-1,0 1 1,-1 0 0,12 4 0,-8-2-6614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24575,'11'4'0,"1"1"0,-1 1 0,0 0 0,0 1 0,12 10 0,-18-12 0,1 0 0,-1 0 0,0 1 0,0 0 0,0 0 0,-1 0 0,0 1 0,0-1 0,5 14 0,-8-16 0,2 3 0,-1-1 0,0 0 0,0 1 0,0-1 0,0 11 0,-2-15 0,0-1 0,0 1 0,0-1 0,0 0 0,0 1 0,-1-1 0,1 1 0,-1-1 0,1 0 0,-1 1 0,1-1 0,-1 0 0,1 0 0,-1 1 0,0-1 0,0 0 0,0 0 0,0 0 0,0 0 0,0 0 0,0 0 0,0 0 0,0 0 0,0-1 0,-1 1 0,1 0 0,0-1 0,0 1 0,-1-1 0,1 1 0,-1-1 0,-1 1 0,-7 1 0,1-1 0,-1 0 0,1 0 0,-1-1 0,0 0 0,1 0 0,-1-1 0,1-1 0,-13-3 0,9 2 0,1-1 0,0-1 0,0 0 0,0-1 0,0 0 0,-14-11 0,16 9-5,-16-17 0,12 12-1350,4 3-5471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24575,'20'12'0,"12"7"0,2 3 0,2 0 0,-2 1 0,0 0 0,-2-2 0,-1-3 0,-3 0 0,-5-2 0,-2-1 0,-1-3 0,-1-1 0,-1-2 0,-3-1 0,-3-1 0,-2-2-8191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24575,'-20'73'0,"-20"103"0,39-173-41,0 9 74,-1 0 0,-1-1 1,0 1-1,-5 11 0,7-21-55,0 1 0,0-1-1,-1 1 1,1-1 0,-1 0-1,0 1 1,1-1 0,-1 0 0,-4 3-1,4-4-43,1 0-1,-1 0 0,1 0 0,-1-1 1,1 1-1,-1 0 0,0-1 1,1 0-1,-1 1 0,1-1 1,-1 0-1,0 0 0,1 0 0,-1 0 1,0 0-1,1 0 0,-1 0 1,-1-1-1,-7-2-6759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13 24575,'-9'-3'0,"1"0"0,-1 1 0,0 0 0,0 1 0,0 0 0,0 0 0,-12 1 0,19 0 0,-1 1 0,1-1 0,0 0 0,0 1 0,-1-1 0,1 1 0,0 0 0,0 0 0,0 0 0,0 0 0,0 0 0,0 0 0,0 0 0,0 1 0,0-1 0,1 1 0,-1-1 0,0 1 0,1 0 0,-1 0 0,1-1 0,0 1 0,0 0 0,0 0 0,0 1 0,0-1 0,0 0 0,0 0 0,1 0 0,-1 0 0,1 1 0,-1-1 0,1 5 0,0-5 0,0 1 0,0 0 0,1 0 0,-1-1 0,1 1 0,0 0 0,-1-1 0,1 1 0,0-1 0,1 1 0,-1-1 0,0 1 0,1-1 0,-1 0 0,1 0 0,0 0 0,0 0 0,2 3 0,-2-4 0,-1 1 0,1-1 0,0 0 0,-1 0 0,1 1 0,0-1 0,0 0 0,0-1 0,0 1 0,0 0 0,0-1 0,0 1 0,1-1 0,-1 1 0,0-1 0,0 0 0,0 0 0,0 0 0,1 0 0,-1 0 0,0-1 0,0 1 0,2-1 0,-2 0 0,0 0 0,-1 0 0,1 0 0,-1-1 0,1 1 0,-1 0 0,1-1 0,-1 1 0,0-1 0,0 1 0,0-1 0,0 0 0,0 0 0,0 1 0,1-4 0,6-9 0,-7 16 0,0 0 0,0 0 0,0 1 0,0-1 0,0 0 0,-1 1 0,0-1 0,1 4 0,-1-4 0,10 39 0,2-1 0,1 0 0,37 74 0,-46-106 0,-1-2 0,0 1 0,0-1 0,-1 1 0,1 0 0,-1 0 0,1 11 0,-3-16 0,0-1 0,-1 1 0,1-1 0,0 0 0,-1 1 0,0-1 0,1 0 0,-1 1 0,0-1 0,0 0 0,0 0 0,1 0 0,-1 0 0,0 0 0,-1 0 0,1 0 0,0 0 0,0 0 0,0 0 0,0 0 0,-1-1 0,1 1 0,0 0 0,-1-1 0,1 0 0,-2 1 0,-5 2 0,1-1 0,-1-1 0,-11 2 0,5-2-154,1-1-1,-1-1 0,0-1 1,0 0-1,1 0 0,-15-5 1,24 6-129,-17-5-6543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1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5229 3 24575,'0'-1'0,"0"1"0,0 0 0,0 0 0,1 0 0,-1-1 0,0 1 0,0 0 0,1 0 0,-1 0 0,0 0 0,0 0 0,1 0 0,-1-1 0,0 1 0,1 0 0,-1 0 0,0 0 0,0 0 0,1 0 0,-1 0 0,0 0 0,1 0 0,-1 0 0,0 0 0,1 0 0,-1 0 0,0 1 0,0-1 0,1 0 0,-1 0 0,0 0 0,9 9 0,0 14 0,-7-10 0,-1 0 0,0 0 0,-2 21 0,0-17 0,3 26 0,-2-38 0,1 0 0,0 0 0,0 0 0,1 0 0,-1 0 0,1 0 0,0-1 0,0 1 0,5 5 0,-6-7 0,1-1 0,0 0 0,0 0 0,1-1 0,-1 1 0,0 0 0,1-1 0,-1 1 0,1-1 0,-1 0 0,4 1 0,11 7 0,-16-9 0,-1 0 0,0 0 0,1 0 0,-1 1 0,0-1 0,0 0 0,1 0 0,-1 0 0,0 0 0,1 1 0,-1-1 0,0 0 0,0 0 0,0 0 0,1 1 0,-1-1 0,0 0 0,0 0 0,0 1 0,0-1 0,1 0 0,-1 1 0,0-1 0,0 0 0,0 1 0,0-1 0,0 0 0,0 1 0,0-1 0,0 0 0,0 0 0,0 1 0,0-1 0,0 0 0,0 1 0,-11 5 0,-18-2 0,-216-3 0,116-2 0,-288 1 0,387-2 0,0-1 0,-35-8 0,30 5 0,-37-2 0,11 0 0,40 5 0,-30-1 0,-167 13 0,134-3 0,-102-5 0,83-2 0,77 1 0,0-1 0,-40-7 0,32 4 0,-1 1 0,0 1 0,-37 4 0,6-1 0,38 0 0,-30 6 0,30-3 0,-32 0 0,-266-5 0,237 9 0,2-1 0,56-6 0,-46 7 0,24-3 0,-1-2 0,-57-4 0,28 0 0,-519 1 0,584 0 0,-33 7 0,31-4 0,-24 2 0,-378-4 0,203-3 0,-61 2 0,265 0 0,1-2 0,-18-3 0,16 2 0,-25-2 0,26 5 0,1 0 0,-1 1 0,1 1 0,-23 4 0,26-3 0,-1-2 0,1 0 0,-14 0 0,14-1 0,0 1 0,0 0 0,-18 3 0,25-2 0,-2 0 0,-1-1 0,0 1 0,-13 0 0,19-2 0,-1 0 0,1 0 0,-1 0 0,1 0 0,-1-1 0,1 1 0,-1 0 0,1-1 0,0 1 0,-1-1 0,1 1 0,-1-1 0,1 0 0,0 1 0,0-1 0,-1 0 0,1 0 0,0 0 0,0 0 0,0 0 0,0 0 0,0-1 0,-1-1 0,-2-7 0,0 1 0,0-1 0,1 0 0,1 0 0,-3-18 0,0-2 0,1 4-1365,3 15-5461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24575,'-4'-5'0,"10"7"0,8 7 0,60 43 0,-22-14 0,90 50 0,-130-82-119,4 1-297,-1 1 1,26 19 0,-32-19-6411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15 24575,'0'0'0,"-9"-3"0,1 0 0,-1 1 0,0 0 0,0 0 0,-13 0 0,20 2 0,0 0 0,1 0 0,-1 0 0,0 0 0,1 0 0,-1 1 0,0-1 0,1 1 0,-1-1 0,1 1 0,-1 0 0,1-1 0,-1 1 0,1 0 0,-1 0 0,1 0 0,0 0 0,0 0 0,-1 1 0,1-1 0,0 0 0,0 0 0,0 1 0,0-1 0,0 1 0,1-1 0,-1 1 0,0-1 0,1 1 0,-1-1 0,1 1 0,-1 0 0,1-1 0,0 1 0,0 0 0,0 2 0,-1 7 0,0 0 0,-1-1 0,0 1 0,0-1 0,-1 0 0,-1 1 0,0-1 0,0-1 0,-1 1 0,0-1 0,0 0 0,-1 0 0,-1 0 0,1-1 0,-16 15 0,14-15-1365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15 24575,'-31'-2'0,"-14"-2"0,-5 1 0,4 1 0,4 0 0,5 1 0,3 0 0,3 3 0,4 2 0,1-1 0,3 2 0,0 3 0,-1 0 0,2-2 0,1 2 0,4-2-8191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7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62 24575,'-4'-3'0,"7"9"0,7 10 0,1-3 0,-3-1 0,2-1 0,-1 0 0,1-1 0,1 0 0,0-1 0,13 10 0,-14-13 0,-1 0 0,1 0 0,15 6 0,-22-11 0,-1 0 0,1 0 0,0 0 0,-1-1 0,1 1 0,0-1 0,-1 1 0,1-1 0,0 0 0,0 0 0,-1 0 0,1-1 0,0 1 0,-1-1 0,5-1 0,-5 2 0,-1-1 0,0 0 0,0 1 0,0-1 0,0 0 0,0 0 0,0 0 0,0 0 0,0 0 0,0 0 0,-1 0 0,1 0 0,0 0 0,0 0 0,-1-1 0,1 1 0,-1 0 0,1 0 0,-1-2 0,3-25 0,20 74 0,-19-40 0,-1 0 0,2-1 0,-1 0 0,0 0 0,1 0 0,0 0 0,0-1 0,0 1 0,1-1 0,0-1 0,-1 1 0,1-1 0,10 4 0,-7-4 0,0 0 0,0-1 0,0 0 0,0 0 0,1-1 0,-1 0 0,0-1 0,1 0 0,10-2 0,-17 2 0,0 0 0,0-1 0,0 0 0,0 0 0,-1 1 0,1-2 0,0 1 0,-1 0 0,1 0 0,-1-1 0,1 0 0,-1 1 0,0-1 0,0 0 0,0 0 0,0 0 0,0 0 0,0-1 0,0 1 0,-1 0 0,1-1 0,-1 1 0,1-1 0,-1 0 0,0 1 0,0-1 0,-1 0 0,1 0 0,0 0 0,-1 0 0,1-3 0,-1-2 0,0 1 0,0-1 0,0 1 0,-1-1 0,0 1 0,0-1 0,-1 1 0,0 0 0,-1-1 0,1 1 0,-5-7 0,0 2 20,0 0 0,0 1 0,-1 0 0,-1 0 0,-12-12 0,16 19-126,0-1 0,0 1 0,0 0 0,-1 1 0,1-1 0,-1 1-1,0 0 1,0 1 0,0-1 0,0 1 0,0 0 0,0 1 0,-8-1 0,1 1-6720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24575,'11'12'0,"2"8"0,-3-1 0,-5-6 0,-7-4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27 24575,'-3'-7'0,"2"-3"0,2 3 0,-1 5 0,1 8 0,0 6 0,-1 2 0,1 3 0,-1 0 0,-3 0 0,0-3-8191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24575,'4'-1'0,"1"1"0,-1 0 0,0 0 0,1 0 0,-1 0 0,0 1 0,0 0 0,1 0 0,-1 0 0,0 0 0,0 1 0,0-1 0,0 1 0,0 0 0,-1 0 0,1 1 0,0-1 0,-1 1 0,0 0 0,4 3 0,2 3 0,0 1 0,-1 0 0,0 0 0,-1 1 0,9 16 0,12 32 0,30 88 0,-38-90 0,-5-20 0,-7-19 0,9 33 0,-16-51 0,-1 1 0,0-1 0,0 0 0,0 1 0,0-1 0,0 1 0,0-1 0,1 0 0,-1 1 0,0-1 0,0 0 0,0 1 0,0-1 0,-1 1 0,1-1 0,0 0 0,0 1 0,0-1 0,0 0 0,0 1 0,0-1 0,0 0 0,-1 1 0,1-1 0,0 0 0,0 1 0,-1-1 0,-8-2 0,-14-15 0,21 15 0,-11-9-1365,3 1-5461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9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1 330 24575,'41'7'0,"-5"0"0,0-1 0,0-2 0,42-1 0,-76-3 0,1 0 0,-1-1 0,0 1 0,1 0 0,-1-1 0,0 1 0,1-1 0,-1 0 0,0 0 0,0 0 0,0 0 0,0 0 0,0 0 0,0-1 0,0 1 0,0 0 0,0-1 0,0 0 0,-1 1 0,3-4 0,-2 2 0,-1 0 0,0 0 0,0 0 0,0-1 0,0 1 0,0 0 0,-1 0 0,1 0 0,-1-1 0,0 1 0,0 0 0,0-1 0,0 1 0,-1-4 0,-3-11 0,0 0 0,-1 1 0,-11-28 0,-28-48 0,18 42 0,22 42 0,2 4 0,0 0 0,0 1 0,-1-1 0,-5-7 0,19 45 0,137 257 0,-144-283 0,0-1 0,0 0 0,1 0 0,-1 0 0,2-1 0,-1 0 0,0 0 0,8 5 0,-11-8 0,1-1 0,0 1 0,-1 0 0,1-1 0,0 0 0,0 0 0,0 1 0,0-2 0,0 1 0,0 0 0,0-1 0,0 1 0,0-1 0,0 0 0,1 0 0,-1 0 0,0-1 0,0 1 0,0-1 0,0 1 0,5-3 0,-6 2 0,0 0 0,0-1 0,0 1 0,0-1 0,0 1 0,-1-1 0,1 1 0,-1-1 0,1 0 0,-1 0 0,0 0 0,1 0 0,-1 0 0,0 0 0,0 0 0,-1 0 0,1 0 0,0-1 0,-1 1 0,1 0 0,-1-4 0,1 3 0,-1 0 0,1 0 0,0 0 0,0 0 0,0 0 0,0 1 0,1-1 0,-1 0 0,1 0 0,2-2 0,-3 4 0,0 0 0,0 0 0,0 1 0,0-1 0,0 0 0,0 1 0,1-1 0,-1 1 0,0-1 0,0 1 0,0 0 0,1 0 0,-1-1 0,0 1 0,0 0 0,1 0 0,-1 0 0,0 0 0,0 0 0,1 1 0,-1-1 0,0 0 0,0 1 0,0-1 0,1 0 0,-1 1 0,1 0 0,6 3 0,-1 0 0,0 0 0,8 7 0,-3-2 0,1-1-195,0 1 0,-1 0 0,0 1 0,-1 0 0,0 1 0,14 18 0,-17-19-6631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32 24575,'-4'-6'0,"0"0"0,0 1 0,-9-10 0,21 36 0,-4-11 0,15 44 0,23 99 0,10 32 0,-31-120 0,-21-65 0,0 1 0,0-1 0,0 0 0,0 1 0,1-1 0,-1 0 0,0 1 0,0-1 0,0 0 0,1 0 0,-1 1 0,0-1 0,0 0 0,1 0 0,-1 1 0,0-1 0,1 0 0,-1 0 0,0 0 0,1 0 0,-1 1 0,0-1 0,1 0 0,-1 0 0,0 0 0,1 0 0,-1 0 0,0 0 0,1 0 0,-1 0 0,0 0 0,1 0 0,-1 0 0,0 0 0,1 0 0,-1 0 0,0 0 0,1-1 0,-1 1 0,0 0 0,1 0 0,-1 0 0,0 0 0,1-1 0,-1 1 0,0 0 0,0 0 0,1-1 0,-1 1 0,0 0 0,0 0 0,1-1 0,-1 1 0,0 0 0,0-1 0,0 1 0,0 0 0,1-1 0,12-22 0,-11 20 0,62-132 0,-63 134 0,-1-1 0,0 1 0,1 0 0,-1 0 0,1 0 0,0 0 0,-1 0 0,1 0 0,0 0 0,0 1 0,-1-1 0,1 0 0,0 0 0,0 0 0,0 1 0,0-1 0,0 0 0,1 0 0,-1 1 0,0 0 0,0 0 0,0 0 0,0 0 0,0 0 0,0 0 0,0 0 0,-1 0 0,1 1 0,0-1 0,0 0 0,0 0 0,0 1 0,-1-1 0,1 0 0,0 1 0,0-1 0,1 2 0,3 3 0,1 0 0,-1 1 0,-1 0 0,9 11 0,-4-5 0,67 83-1365,-67-82-5461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94 24575,'-1'-2'0,"-16"-16"0,-18-18 0,30 32 0,-1-1 0,1 1 0,0 0 0,-1 1 0,0 0 0,0 0 0,0 0 0,-12-4 0,17 7 0,-1 0 0,1-1 0,0 1 0,0 0 0,0 0 0,0 0 0,0 0 0,-1 0 0,1 0 0,0 0 0,0 0 0,0 0 0,0 1 0,0-1 0,-1 0 0,1 1 0,0-1 0,0 1 0,0-1 0,0 1 0,0-1 0,0 1 0,-1 1 0,1-1 0,0 1 0,0-1 0,0 1 0,1-1 0,-1 1 0,0-1 0,1 1 0,-1 0 0,1-1 0,-1 1 0,1 0 0,0 0 0,-1 2 0,1 3 0,1-1 0,-1 0 0,1 1 0,0-1 0,0 0 0,1 0 0,3 9 0,26 47 0,-17-38 0,-2 1 0,10 29 0,-13-19 0,8 50 0,-10-42 0,-6-38 0,0 0 0,0 0 0,1-1 0,-1 1 0,1 0 0,0 0 0,1-1 0,-1 1 0,1-1 0,0 0 0,4 6 0,-4-8 0,0 1 0,0 0 0,0-1 0,1 0 0,-1 0 0,0 0 0,1 0 0,0 0 0,-1-1 0,1 0 0,0 0 0,0 0 0,0 0 0,7 1 0,-3-2 24,0 1 0,0-1 0,-1 0 0,15-3 0,-19 3-111,0-1-1,0 1 1,-1-1 0,1 0-1,-1 0 1,1-1 0,-1 1-1,1 0 1,-1-1-1,0 0 1,1 1 0,-1-1-1,0 0 1,0 0 0,0 0-1,2-4 1,3-6-6739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24575,'0'2'0,"1"0"0,-1 0 0,1 0 0,-1-1 0,1 1 0,0 0 0,0-1 0,0 1 0,0 0 0,0-1 0,0 1 0,0-1 0,1 0 0,-1 1 0,0-1 0,1 0 0,2 2 0,27 16 0,-28-17 0,0-1 0,-1 0 0,1 0 0,0 0 0,0 0 0,0 0 0,0-1 0,0 1 0,0-1 0,1 0 0,-1 0 0,0 0 0,0 0 0,0 0 0,0-1 0,0 1 0,0-1 0,0 0 0,3-1 0,-3 0 0,-1 1 0,0 0 0,0-1 0,1 0 0,-1 1 0,0-1 0,-1 0 0,1 0 0,0 0 0,0 0 0,-1-1 0,1 1 0,-1 0 0,0-1 0,0 1 0,0 0 0,0-1 0,0 0 0,0 1 0,-1-1 0,1 1 0,-1-5 0,0 7 0,1-4 0,-1 0 0,1 0 0,-1 1 0,1-1 0,2-6 0,-2 10 0,-1-1 0,0 0 0,1 0 0,-1 0 0,1 1 0,0-1 0,-1 0 0,1 1 0,0-1 0,-1 0 0,1 1 0,0-1 0,-1 1 0,1-1 0,0 1 0,0-1 0,0 1 0,0 0 0,-1-1 0,1 1 0,0 0 0,0 0 0,0 0 0,0-1 0,0 1 0,0 0 0,0 0 0,0 0 0,1 1 0,6 0 0,-1 1 0,0 0 0,1 0 0,-1 1 0,0 0 0,13 7 0,41 30 0,-23-14 0,-36-24-170,0-1-1,0 0 0,0 1 1,0 0-1,0-1 0,0 1 1,2 3-1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24575,'1'-2'0,"1"-5"0,1 0 0,0 0 0,0 0 0,6-9 0,-8 14 0,-1 1 0,1 0 0,0 0 0,-1 0 0,1 1 0,0-1 0,0 0 0,0 0 0,0 0 0,0 0 0,0 1 0,0-1 0,0 1 0,0-1 0,0 0 0,0 1 0,0 0 0,1-1 0,-1 1 0,0 0 0,0 0 0,0-1 0,1 1 0,-1 0 0,0 0 0,0 0 0,1 1 0,-1-1 0,0 0 0,0 0 0,0 1 0,1-1 0,-1 0 0,0 1 0,2 0 0,1 2 0,1 0 0,-1 1 0,0-1 0,0 1 0,0 0 0,0 0 0,4 5 0,22 35 0,-15-20 0,0-3 0,1 0 0,29 31 0,-42-48 0,0-1 0,-1 1 0,1 0 0,-1 0 0,0 0 0,0 0 0,-1 1 0,1-1 0,-1 1 0,1 7 0,0-5 0,0 0 0,0 0 0,6 11 0,80 146 0,-88-163 0,1-1 0,0 1 0,-1 1 0,1-1 0,-1 0 0,1 0 0,-1 0 0,0 0 0,1 0 0,-1 0 0,0 0 0,0 1 0,0-1 0,0 0 0,0 0 0,0 0 0,0 0 0,0 1 0,0-1 0,-1 0 0,1 0 0,0 0 0,-1 0 0,1 0 0,-1 0 0,1 0 0,-1 0 0,0 0 0,1 0 0,-1 0 0,0 0 0,0 0 0,1 0 0,-1 0 0,0-1 0,0 1 0,0 0 0,0-1 0,0 1 0,-2 0 0,-5 2 0,1 0 0,-1-1 0,0 0 0,-16 2 0,12-2 0,-25 2-236,-1-1 1,-42-3-1,64 0-422,-1 0-6168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24575,'4'-7'0,"-1"0"0,1 1 0,0-1 0,1 1 0,10-11 0,-13 14 0,1 1 0,0-1 0,1 1 0,-1 0 0,0 0 0,1 0 0,-1 1 0,1-1 0,-1 1 0,1 0 0,0 0 0,0 0 0,7 0 0,-2 0 0,0 0 0,0 1 0,0 0 0,0 1 0,0 0 0,0 1 0,0 0 0,0 0 0,-1 0 0,1 2 0,-1-1 0,0 1 0,0 0 0,0 0 0,0 1 0,0 0 0,-1 1 0,0-1 0,0 1 0,-1 1 0,0-1 0,0 1 0,7 10 0,4 10 0,0 1 0,-2 0 0,-1 1 0,-1 0 0,-2 1 0,9 35 0,-20-62 0,1 0 0,0 0 0,-1 0 0,0 0 0,1 1 0,-1-1 0,0 0 0,-1 0 0,1 0 0,-1 0 0,1 0 0,-3 6 0,2-8 0,0 1 0,0 0 0,0-1 0,0 1 0,0 0 0,-1-1 0,1 1 0,-1-1 0,1 0 0,-1 0 0,0 1 0,1-1 0,-1 0 0,0 0 0,0 0 0,0-1 0,0 1 0,1 0 0,-1-1 0,-4 1 0,-6 1 0,1-1 0,-1 0 0,0-1 0,0 0 0,0-1 0,-20-4 0,-69-21 0,81 20 0,11 4 0,1-1 0,0 0 0,0 0 0,0-1 0,0 0 0,-13-9 0,18 11 0,0-1 0,0 0 0,0 0 0,1 0 0,0 0 0,-1 0 0,1 0 0,0-1 0,1 1 0,-1-1 0,0 1 0,1-1 0,0 0 0,0 0 0,0 1 0,0-1 0,1-7 0,-1-5 13,2 0 0,0 0 0,5-26 1,0 0-1432,-5 29-5408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62 24575,'6'-7'0,"1"1"0,0 0 0,0 1 0,1 0 0,0 0 0,0 0 0,0 1 0,0 0 0,1 1 0,14-4 0,-17 5 0,1 1 0,0 0 0,-1 1 0,1-1 0,0 1 0,-1 1 0,1-1 0,0 1 0,-1 0 0,1 1 0,-1 0 0,1 0 0,-1 0 0,0 0 0,8 5 0,-6-2 0,0 1 0,0 0 0,-1 0 0,0 0 0,0 1 0,-1 0 0,1 0 0,-2 1 0,1 0 0,-1 0 0,0 0 0,0 1 0,-1 0 0,4 13 0,-3-7 0,-1 0 0,0 0 0,-2 1 0,1-1 0,-2 1 0,0-1 0,-1 1 0,-2 18 0,2-32 0,-1 0 0,1 0 0,0 0 0,-1 0 0,1 0 0,-1 0 0,1 0 0,-1-1 0,0 1 0,0 0 0,0-1 0,0 1 0,0 0 0,0-1 0,-1 1 0,1-1 0,0 1 0,-1-1 0,1 0 0,-1 0 0,1 0 0,-1 0 0,0 0 0,0 0 0,1 0 0,-1 0 0,-2 0 0,-4 1 0,1-1 0,-1 0 0,1 0 0,-1-1 0,-12-1 0,5 0 0,-1 1 0,-1-2 0,1 0 0,-1-1 0,1 0 0,0-1 0,0-1 0,-22-10 0,27 10 0,1-1 0,0 0 0,-1-1 0,2 0 0,-1 0 0,1-1 0,0 0 0,1 0 0,0-1 0,0 0 0,-6-11 0,11 15 0,0 0 0,0 0 0,0-1 0,1 1 0,-1-1 0,1 0 0,1 1 0,-2-10 0,2 13 0,1 0 0,0-1 0,0 1 0,1 0 0,-1 0 0,0 0 0,1 0 0,-1 0 0,1 0 0,0 0 0,-1 0 0,1 0 0,0 0 0,0 0 0,1 0 0,-1 1 0,0-1 0,0 0 0,1 1 0,-1-1 0,1 1 0,0 0 0,-1-1 0,1 1 0,0 0 0,0 0 0,2-1 0,23-7-1365,-14 7-5461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24575,'0'0'0,"0"0"0,0-1 0,0 1 0,0 0 0,0-1 0,0 1 0,0 0 0,0-1 0,0 1 0,0 0 0,0-1 0,0 1 0,0 0 0,0 0 0,0-1 0,0 1 0,0 0 0,1-1 0,-1 1 0,0 0 0,0 0 0,0-1 0,1 1 0,-1 0 0,0 0 0,0-1 0,1 1 0,-1 0 0,0 0 0,1-1 0,8 6 0,7 13 0,64 98 0,-29-48 0,-43-59 0,0-1 0,1 1 0,0-2 0,0 1 0,11 6 0,-4-3-1365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 24575,'-25'12'0,"-8"8"0,-2-1 0,4-1 0,6 0 0,5-2 0,4-2 0,4-2 0,2-1 0,3 1 0,2 1 0,-1 1 0,2 0 0,0 0 0,2-2-8191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 24575,'15'11'0,"-1"2"0,0-1 0,-1 2 0,0 0 0,-1 1 0,-1 0 0,0 1 0,9 17 0,-19-31 0,1 1 0,-1-1 0,0 1 0,0 0 0,0-1 0,-1 1 0,1 0 0,0 0 0,-1 0 0,0 0 0,0-1 0,0 5 0,0-6 0,-1 1 0,1-1 0,0 0 0,-1 0 0,1 1 0,-1-1 0,0 0 0,1 0 0,-1 0 0,0 0 0,0 0 0,1 0 0,-1 0 0,0 0 0,0 0 0,0 0 0,0-1 0,0 1 0,-1 0 0,1 0 0,0-1 0,0 1 0,0-1 0,-1 1 0,1-1 0,0 0 0,0 0 0,-3 1 0,-10 1 0,-1-1 0,0 0 0,1-1 0,-1-1 0,-24-4 0,16 0 0,0 0 0,-39-16 0,57 19 0,0 0 0,0-1 0,0 0 0,0 0 0,1 0 0,-1 0 0,1-1 0,-5-5 0,8 9 0,1-1 0,-1 0 0,0 0 0,1 0 0,-1 0 0,0 0 0,1 0 0,-1 0 0,1-1 0,0 1 0,-1 0 0,1 0 0,0 0 0,0 0 0,0 0 0,0-1 0,0-1 0,0 2 0,1-1 0,-1 1 0,1 0 0,0-1 0,-1 1 0,1 0 0,0 0 0,0 0 0,0 0 0,0 0 0,0 0 0,0 0 0,0 0 0,0 0 0,0 0 0,1 0 0,-1 1 0,2-2 0,4-1 8,-1 1-1,0 0 1,1 0-1,-1 0 1,1 1 0,0 0-1,8 0 1,52 1-390,-42 1-662,-6-1-5782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24575,'2'1'0,"4"6"0,6 10 0,4 15 0,-1 0 0,-2 1 0,18 68 0,-4-15 0,-12-12 0,-15-74 0,0 0 0,0 0 0,0 1 0,0-1 0,0 0 0,0 0 0,0 1 0,0-1 0,0 0 0,1 0 0,-1 1 0,0-1 0,0 0 0,0 0 0,0 0 0,1 0 0,-1 1 0,0-1 0,0 0 0,0 0 0,1 0 0,-1 0 0,0 0 0,0 0 0,0 1 0,1-1 0,-1 0 0,0 0 0,0 0 0,1 0 0,-1 0 0,0 0 0,0 0 0,1 0 0,-1 0 0,10-7 0,7-17 0,-14 20 0,2-2 0,-1 0 0,2 0 0,-1 0 0,0 1 0,1 0 0,0 0 0,1 0 0,6-3 0,-11 7 0,0 0 0,0 0 0,0 0 0,0 0 0,0 0 0,0 0 0,0 1 0,0-1 0,0 1 0,1-1 0,-1 1 0,0 0 0,0 0 0,1 0 0,-1 0 0,0 0 0,0 1 0,0-1 0,1 1 0,-1 0 0,0-1 0,0 1 0,0 0 0,0 0 0,0 0 0,0 0 0,0 1 0,-1-1 0,1 0 0,0 1 0,-1-1 0,3 3 0,1 3 32,-1 0-1,0 0 0,7 13 0,3 8-1521,-7-18-5336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 24575,'-7'2'0,"1"1"0,0 0 0,0 0 0,-7 6 0,12-8 0,0 0 0,0 0 0,0 0 0,0 0 0,0 0 0,0 0 0,0 0 0,0 0 0,1 0 0,-1 0 0,0 1 0,0 1 0,1-3 0,0 1 0,0 0 0,0 0 0,0 0 0,0-1 0,0 1 0,0 0 0,0 0 0,0-1 0,1 1 0,-1 0 0,0 0 0,0-1 0,1 1 0,-1 0 0,0 0 0,1-1 0,-1 1 0,1-1 0,-1 1 0,1 0 0,-1-1 0,2 2 0,2 1 0,0 0 0,0 0 0,1 0 0,-1-1 0,1 1 0,0-1 0,6 2 0,39 10 0,-44-12 0,18 2 0,0 0 0,1-1 0,-1-1 0,0-1 0,38-5 0,-61 5 0,0-1 0,0 0 0,0 0 0,0 0 0,0-1 0,0 1 0,0 0 0,0 0 0,0 0 0,-1-1 0,1 1 0,0 0 0,0-1 0,0 1 0,0-1 0,-1 1 0,1-1 0,0 0 0,0 1 0,-1-1 0,1 1 0,0-1 0,-1 0 0,1 0 0,-1 0 0,1 1 0,-1-1 0,1 0 0,-1 0 0,0 0 0,1 0 0,-1 0 0,0 1 0,0-1 0,0 0 0,0 0 0,1 0 0,-1 0 0,0 0 0,-1 0 0,1 0 0,0 0 0,0 0 0,0 0 0,-1-1 0,0-1 0,0 0 0,-1 0 0,1 0 0,-1 0 0,1 0 0,-1 1 0,0-1 0,0 1 0,0-1 0,-1 1 0,1 0 0,-4-3 0,-3 0-105,0-1 0,0 2 0,-1-1 0,1 1 0,-1 1 0,0 0 0,0 0 0,-1 1 0,1 0 0,0 1 0,-1 0 0,-15 1 0,12 0-6721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24575,'0'0'0,"1"0"0,-1 0 0,1 0 0,-1 0 0,0 0 0,1 0 0,-1 0 0,1 0 0,-1 0 0,1 1 0,-1-1 0,1 0 0,-1 0 0,0 0 0,1 0 0,-1 1 0,1-1 0,-1 0 0,1 0 0,-1 1 0,0-1 0,1 0 0,-1 1 0,0-1 0,0 0 0,1 1 0,17 12 0,-16-11 0,41 27 0,1-2 0,1-1 0,49 18 0,-39-22 27,-35-15-491,-1 1 0,31 17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24575,'-23'5'0,"-9"4"0,0 4 0,3 1 0,7 1 0,6 1 0,7 0 0,5-1 0,2 1 0,3-1 0,0 0 0,0 0 0,-2 0 0,-1-3-8191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9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58 24575,'-1'-1'0,"0"0"0,0 0 0,0 0 0,0 0 0,0-1 0,0 1 0,0 0 0,0 0 0,1-1 0,-1 1 0,1-1 0,-1 1 0,1 0 0,-1-1 0,1 1 0,0-1 0,-1 1 0,1-1 0,0 0 0,0-2 0,1 3 0,-1-1 0,1 1 0,0 0 0,-1-1 0,1 1 0,0 0 0,0 0 0,0 0 0,0 0 0,0 0 0,0 0 0,0 0 0,0 0 0,0 0 0,1 0 0,-1 0 0,0 1 0,0-1 0,1 0 0,-1 1 0,0-1 0,3 0 0,1 0 0,1 0 0,-1 0 0,1 1 0,0-1 0,-1 1 0,1 0 0,-1 1 0,1-1 0,8 3 0,7 2 0,23 9 0,-23-7 0,-9-3 0,1 1 0,-1 0 0,0 1 0,14 9 0,-23-14 0,-1 1 0,1 0 0,-1-1 0,1 1 0,-1 0 0,0 1 0,0-1 0,0 0 0,0 1 0,0-1 0,0 1 0,-1-1 0,1 1 0,-1 0 0,0 0 0,0-1 0,0 1 0,0 0 0,0 0 0,0 0 0,-1 0 0,0 0 0,1 0 0,-1 4 0,-1-5 0,0 1 0,1-1 0,-1 0 0,0 0 0,0-1 0,0 1 0,0 0 0,0 0 0,0 0 0,-1-1 0,1 1 0,0-1 0,-1 1 0,0-1 0,1 1 0,-1-1 0,0 0 0,1 0 0,-1 0 0,0 0 0,0 0 0,0 0 0,0 0 0,0-1 0,-3 1 0,-5 2 0,0-1 0,0 0 0,-18 0 0,-13 0 0,-48-4 0,75 1 0,1-1 0,-1-1 0,0 1 0,1-2 0,0 0 0,0-1 0,-17-8 0,28 12 0,1 1 0,-1-1 0,0 0 0,1 0 0,-1 0 0,0 0 0,1-1 0,0 1 0,-1 0 0,1 0 0,0-1 0,-1 1 0,1-1 0,0 1 0,0-1 0,0 0 0,1 1 0,-1-1 0,0 0 0,0 0 0,1 0 0,-1 1 0,1-1 0,0 0 0,0 0 0,-1 0 0,1 0 0,0 0 0,1 0 0,-1 1 0,0-1 0,0 0 0,1 0 0,-1 0 0,1 0 0,1-3 0,1 1 0,-1 0 0,1 0 0,-1 0 0,1 1 0,1-1 0,-1 1 0,0-1 0,1 1 0,0 0 0,-1 0 0,1 1 0,0-1 0,8-3 0,-1 2-341,-1 0 0,1 1-1,18-4 1,-16 5-6485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76 24575,'-10'-12'0,"1"1"0,-1 0 0,0 1 0,-1 0 0,-13-10 0,24 20 0,0 0 0,0 0 0,0 0 0,-1 0 0,1-1 0,0 1 0,0 0 0,0 0 0,0 0 0,0 0 0,0 0 0,-1 0 0,1 0 0,0 0 0,0 0 0,0 0 0,0-1 0,-1 1 0,1 0 0,0 0 0,0 0 0,0 0 0,0 0 0,-1 0 0,1 0 0,0 0 0,0 0 0,0 0 0,0 1 0,-1-1 0,1 0 0,0 0 0,0 0 0,0 0 0,0 0 0,-1 0 0,1 0 0,0 0 0,1 8 0,7 14 0,-7-19 0,67 140 0,-37-80 0,-2 1 0,24 80 0,-52-137 0,0-6 0,-1 1 0,0 0 0,1 0 0,-1 0 0,1 0 0,0-1 0,-1 1 0,1 0 0,0-1 0,0 1 0,0 0 0,0-1 0,2 3 0,-2-4 0,-1 0 0,0 0 0,0 0 0,1 0 0,-1 0 0,0 0 0,0 0 0,1 0 0,-1 0 0,0 0 0,0 0 0,0-1 0,1 1 0,-1 0 0,0 0 0,0 0 0,0 0 0,1 0 0,-1 0 0,0-1 0,0 1 0,0 0 0,0 0 0,1 0 0,-1 0 0,0-1 0,0 1 0,0 0 0,0 0 0,0 0 0,0-1 0,0 1 0,1 0 0,-1 0 0,0-1 0,4-10 0,-4 10 0,2-6 0,1 0 0,0 0 0,0 1 0,0-1 0,1 1 0,0 0 0,0 0 0,0 0 0,6-5 0,-7 8 0,0 1 0,0 0 0,0 0 0,0 0 0,0 0 0,0 1 0,1-1 0,-1 1 0,0 0 0,1 0 0,-1 0 0,1 0 0,-1 1 0,1-1 0,0 1 0,-1 0 0,1 0 0,-1 0 0,1 1 0,4 0 0,0 1 0,-1 0 0,0 1 0,1 0 0,-1 0 0,0 0 0,0 1 0,-1 0 0,10 7 0,-1 2 0,1 0 0,13 17 0,-25-26-124,0 0 0,0 1 0,-1 0 0,0 0 0,0 0 0,0 0-1,-1 0 1,1 0 0,-1 1 0,2 10 0,-3-6-6702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24575,'0'15'0,"0"8"0,0 2 0,2-1 0,1-1 0,1-3 0,1-5 0,0-1 0,-1-2 0,-1-2-8191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 24575,'-9'-3'0,"9"6"0,13 12 0,-12-14 0,14 12 0,0-1 0,1-1 0,0 0 0,34 16 0,-26-14 0,99 45-13,-75-38-1339,-36-14-5474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24575,'-10'17'0,"-3"9"0,-3 2 0,0-1 0,2-2 0,2-6 0,1-4 0,2-1 0,1-1 0,0-3 0,1 0 0,0-2 0,0 0 0,0-2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24575,'-5'5'0,"-1"4"0,-1 4 0,2 1 0,4-1 0,2-1 0,3 0 0,4-1 0,1-1 0,0 1 0,3 1 0,0-2 0,-1 1 0,0-3 0,-2 1 0,0-2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24575,'8'0'0,"1"0"0,-1 1 0,0 0 0,1 1 0,-1 0 0,0 0 0,0 1 0,0 0 0,-1 0 0,1 1 0,-1 0 0,1 0 0,-1 1 0,0 0 0,-1 0 0,10 10 0,-9-7 0,0 0 0,0 1 0,-1 0 0,0 0 0,-1 0 0,0 1 0,0 0 0,-1 0 0,-1 0 0,0 0 0,0 1 0,2 16 0,-2 11 0,-2-1 0,-3 39 0,1-44 0,1-38 0,2 0 0,-1 1 0,1-1 0,0 1 0,0-1 0,0 1 0,1 0 0,0-1 0,0 2 0,0-1 0,1 0 0,-1 1 0,1-1 0,0 1 0,1 0 0,-1 0 0,1 1 0,7-5 0,-10 6 0,1 1 0,0 0 0,0 0 0,-1 0 0,1 1 0,0-1 0,0 1 0,0-1 0,0 1 0,-1 0 0,1 0 0,0 1 0,0-1 0,0 0 0,0 1 0,0 0 0,-1-1 0,1 1 0,0 0 0,-1 1 0,5 1 0,-2 1 0,1 0 0,-1 1 0,0-1 0,0 1 0,-1 0 0,0 1 0,7 10 0,33 44-1365,-37-52-5461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5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18 24575,'-3'-1'0,"-13"-2"0,-29-4 0,42 7 0,-1 0 0,1 0 0,-1 0 0,0 0 0,1 0 0,-1 1 0,1 0 0,-1 0 0,1 0 0,-1 0 0,1 0 0,0 1 0,-1-1 0,-3 3 0,7-3 0,-1 0 0,0-1 0,1 1 0,-1 0 0,0-1 0,1 1 0,-1 0 0,1 0 0,-1-1 0,1 1 0,-1 0 0,1 0 0,0 0 0,-1 0 0,1 0 0,0 0 0,0 0 0,-1 0 0,1 0 0,0-1 0,0 1 0,0 0 0,1 1 0,-1 1 0,1-1 0,-1 0 0,1 1 0,0-1 0,0 0 0,0 0 0,0 0 0,1 0 0,1 2 0,2 3 0,1 0 0,1 0 0,12 10 0,-9-9 0,1-1 0,-1 0 0,1-1 0,0 0 0,1 0 0,0-1 0,-1-1 0,1 0 0,1-1 0,-1 0 0,0-1 0,1 0 0,0-1 0,-1 0 0,1-1 0,13-2 0,-24 2 0,0 0 0,0 0 0,0 0 0,0-1 0,0 1 0,-1-1 0,1 1 0,0-1 0,0 0 0,-1 0 0,1 0 0,0 0 0,-1 0 0,1 0 0,-1 0 0,0 0 0,1 0 0,-1-1 0,0 1 0,1-1 0,-1 1 0,0-1 0,0 1 0,0-1 0,-1 0 0,1 1 0,0-1 0,-1 0 0,1 0 0,-1 1 0,1-1 0,-1 0 0,0 0 0,0 0 0,0 0 0,0 0 0,0-2 0,-1-2 0,0 1 0,0-1 0,0 1 0,-1 0 0,0 0 0,0 0 0,0 0 0,0 0 0,-1 0 0,0 0 0,-7-8 0,6 9-76,0 0 1,0 0-1,-1 0 0,0 0 0,0 1 0,0 0 0,0 0 0,0 0 1,-1 0-1,1 1 0,-1 0 0,0 0 0,1 1 0,-1-1 1,0 1-1,0 0 0,-9 1 0,2 0-6750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7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16 24575,'-3'-6'0,"1"-2"0,2 8 0,0 0 0,0-1 0,0 1 0,0 0 0,0 0 0,0 0 0,1 0 0,-1 0 0,0 0 0,0-1 0,0 1 0,0 0 0,1 0 0,-1 0 0,0 0 0,0 0 0,0 0 0,0 0 0,1 0 0,-1 0 0,0 0 0,0 0 0,0 0 0,1 0 0,-1 0 0,0 0 0,0 0 0,0 0 0,0 0 0,1 0 0,-1 0 0,0 0 0,0 1 0,0-1 0,0 0 0,1 0 0,-1 0 0,0 0 0,0 0 0,0 0 0,0 1 0,0-1 0,1 0 0,91 52 0,-15-7 0,123 54 0,-190-92-80,-17-8 280,-20-7-1685,17 2-5341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27 24575,'0'-3'0,"-1"0"0,0 0 0,1 1 0,-2-1 0,1 0 0,-2-4 0,2 7 0,1 0 0,0 0 0,0 0 0,0-1 0,0 1 0,-1 0 0,1 0 0,0 0 0,0 0 0,0-1 0,-1 1 0,1 0 0,0 0 0,0 0 0,-1 0 0,1 0 0,0 0 0,0 0 0,-1 0 0,1 0 0,0 0 0,0 0 0,-1 0 0,1 0 0,0 0 0,0 0 0,-1 0 0,1 0 0,-1 0 0,1 1 0,-1-1 0,0 1 0,0 0 0,0-1 0,0 1 0,0 0 0,1 0 0,-1 0 0,0 0 0,1 0 0,-2 1 0,-19 36 0,13-24 0,1-1 0,-2 0 0,-11 15 0,15-24-124,1 1 0,0 1 0,0-1 0,0 0 0,0 1 0,1 0-1,0 0 1,0 0 0,1 0 0,-3 11 0,3-5-6702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24575,'3'7'0,"3"6"0,0 2 0,2 2 0,0 0 0,1-3 0,-2-1 0,-1 0 0,1 0 0,-2 0 0,2-2 0,0 0 0,0 0 0,0-1-8191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9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24575,'1'-1'0,"3"5"0,5 15 0,10 25 0,3 18 0,3 0 0,53 91 0,-49-101 0,-29-52 0,0 0 0,1 0 0,-1 1 0,0-1 0,0 0 0,0 0 0,0 0 0,0 1 0,1-1 0,-1 0 0,0 0 0,0 0 0,0 0 0,0 0 0,1 1 0,-1-1 0,0 0 0,0 0 0,1 0 0,-1 0 0,0 0 0,0 0 0,0 0 0,1 0 0,-1 0 0,0 0 0,0 0 0,1 0 0,-1 0 0,0 0 0,0 0 0,0 0 0,1 0 0,-1 0 0,6-8 0,-1-11 0,-2-5 0,4-22 0,-7 43 0,1-1 0,0 1 0,0 0 0,1-1 0,-1 1 0,1 0 0,0 0 0,0 0 0,0 0 0,3-3 0,-4 5 0,0 0 0,0 0 0,0 0 0,1 1 0,-1-1 0,0 1 0,1-1 0,-1 1 0,0-1 0,1 1 0,-1 0 0,1-1 0,-1 1 0,0 0 0,1 0 0,-1 0 0,1 0 0,-1 1 0,0-1 0,1 0 0,-1 0 0,1 1 0,-1-1 0,0 1 0,2 0 0,6 3 0,-1 1 0,15 9 0,-14-8 0,3 3 0,0 0 0,-1 0 0,-1 1 0,0 1 0,0-1 0,-1 2 0,16 24 0,-16-12-1365,-6-14-5461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0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24575,'15'10'0,"5"6"0,2 3 0,-1 0 0,-1 0 0,-4-1 0,-2-1 0,-4-1 0,-3-1 0,-3 0 0,-5-3 0,-4-3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24575,'-1'-2'0,"1"0"0,1 0 0,-1 0 0,0 0 0,0 0 0,1 0 0,-1 0 0,1 0 0,-1 1 0,1-1 0,0 0 0,0 0 0,0 1 0,0-1 0,2-2 0,-2 3 0,0 0 0,0 1 0,0-1 0,0 0 0,0 1 0,0-1 0,0 1 0,1 0 0,-1-1 0,0 1 0,0 0 0,0-1 0,1 1 0,-1 0 0,0 0 0,0 0 0,0 0 0,1 1 0,-1-1 0,0 0 0,0 0 0,0 1 0,1-1 0,-1 0 0,0 1 0,1 0 0,12 6 0,-1 1 0,0 1 0,0-1 0,-1 2 0,20 19 0,2 2 0,85 60 0,-55-44 0,-48-37 0,-13-8 0,1 0 0,-1 0 0,0 1 0,0-1 0,1 1 0,-2-1 0,1 1 0,3 4 0,-6-4-1365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0 24575,'-22'3'0,"-11"3"0,-1 0 0,4 3 0,6 1 0,3 2 0,6 1 0,3 1 0,3 1 0,4 0 0,2 0 0,2 1 0,-2-1 0,0 0 0,-2-1 0,0-1-8191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24575,'5'-3'0,"0"0"0,1 1 0,-1-1 0,1 1 0,-1 0 0,1 0 0,0 1 0,-1 0 0,1 0 0,0 0 0,0 1 0,12 0 0,-15 0 0,-1 0 0,1 1 0,0-1 0,0 1 0,0 0 0,-1 0 0,1 0 0,-1 0 0,1 0 0,0 0 0,-1 1 0,0-1 0,1 1 0,-1 0 0,0 0 0,0 0 0,0 0 0,0 0 0,0 0 0,-1 0 0,1 1 0,0-1 0,-1 1 0,0-1 0,0 1 0,0-1 0,0 1 0,0 0 0,0 2 0,0-1 0,-1 0 0,1-1 0,-1 1 0,-1 0 0,1 0 0,0-1 0,-1 1 0,0 0 0,0-1 0,0 1 0,0-1 0,0 1 0,-1-1 0,-3 6 0,-3 5 0,-1-2 0,-14 16 0,-1 2 0,23-29 0,1 0 0,-1 0 0,0-1 0,0 1 0,1 0 0,-1 0 0,1 0 0,-1 1 0,1-1 0,-1 0 0,1 0 0,0 0 0,-1 0 0,1 0 0,0 0 0,0 1 0,0-1 0,0 0 0,0 0 0,0 0 0,0 0 0,0 1 0,1-1 0,-1 0 0,0 0 0,1 0 0,-1 0 0,1 0 0,0 2 0,1-1 0,-1-1 0,1 0 0,0 0 0,0 1 0,0-1 0,-1 0 0,1-1 0,0 1 0,0 0 0,0 0 0,0-1 0,1 1 0,-1-1 0,0 0 0,4 0 0,38 2 0,63-6 0,-95 2-1365,-2-1-5461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27 24575,'-7'-27'0,"17"42"0,26 59 0,54 80 0,-22-40 0,-68-114 0,14 21 0,-14-21 0,1 1 0,-1-1 0,0 0 0,1 1 0,-1-1 0,0 0 0,1 1 0,-1-1 0,0 0 0,1 0 0,-1 1 0,0-1 0,1 0 0,-1 0 0,1 1 0,-1-1 0,1 0 0,-1 0 0,0 0 0,1 0 0,-1 0 0,1 0 0,-1 0 0,1 0 0,-1 0 0,1 0 0,-1 0 0,1 0 0,-1 0 0,0 0 0,1 0 0,-1 0 0,1-1 0,-1 1 0,1 0 0,-1 0 0,0 0 0,1-1 0,-1 1 0,0 0 0,1-1 0,-1 1 0,0 0 0,1-1 0,-1 1 0,0 0 0,1-1 0,-1 1 0,0-1 0,8-15 0,-6 12 0,0 1 0,0-1 0,0 0 0,0 1 0,1-1 0,3-3 0,-5 6 0,0 0 0,1 0 0,-1 0 0,1 0 0,-1 0 0,0 1 0,1-1 0,-1 1 0,1-1 0,0 1 0,-1-1 0,1 1 0,-1 0 0,1-1 0,0 1 0,-1 0 0,1 0 0,-1 0 0,1 1 0,3 0 0,9 3 0,1 0 0,-1 2 0,1 0 0,-2 0 0,18 11 0,-27-14 0,-1-2-170,-1 0-1,0 1 0,0-1 1,0 1-1,0-1 0,-1 1 1,4 3-1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24575,'-3'-2'0,"0"0"0,0 0 0,-1 0 0,1 1 0,-1 0 0,1-1 0,-1 1 0,1 0 0,-1 1 0,-6-2 0,8 2 0,1 0 0,0 0 0,0 1 0,-1-1 0,1 0 0,0 0 0,0 1 0,-1-1 0,1 1 0,0-1 0,0 1 0,0 0 0,0-1 0,0 1 0,-1 0 0,2 0 0,-1 0 0,0-1 0,0 1 0,0 0 0,0 0 0,0 1 0,1-1 0,-1 0 0,1 0 0,-1 0 0,0 0 0,1 1 0,0-1 0,-1 0 0,1 0 0,0 1 0,0 1 0,-1 1 0,1 0 0,0 0 0,0-1 0,0 1 0,1 0 0,0 0 0,-1 0 0,1-1 0,1 1 0,-1 0 0,0-1 0,1 1 0,0-1 0,0 0 0,0 1 0,0-1 0,0 0 0,1 0 0,-1 0 0,1-1 0,0 1 0,0-1 0,0 1 0,4 1 0,-1 1 0,2-1 0,-1 1 0,0-2 0,1 1 0,0-1 0,0 0 0,0-1 0,0 1 0,0-2 0,10 2 0,-10-2 0,0-1 0,0 0 0,0-1 0,0 1 0,-1-1 0,15-4 0,-20 4 0,0 0 0,0 1 0,0-1 0,-1 0 0,1 0 0,0 0 0,-1 0 0,1 0 0,-1 0 0,1 0 0,-1 0 0,0-1 0,1 1 0,-1-1 0,0 1 0,0-1 0,0 1 0,0-1 0,0 0 0,0 1 0,-1-1 0,1 0 0,0 0 0,-1 0 0,0 0 0,1 1 0,-1-1 0,0 0 0,0 0 0,0 0 0,0 0 0,0 0 0,-1-3 0,0 0-54,0 1-1,-1-1 0,1 0 1,-1 1-1,0-1 1,-1 1-1,1 0 0,-1-1 1,1 1-1,-1 0 1,0 1-1,-1-1 0,1 1 1,-1-1-1,1 1 0,-1 0 1,0 0-1,0 0 1,-1 1-1,1 0 0,-1 0 1,1 0-1,-1 0 1,-9-2-1,1 2-6771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24575,'20'8'0,"9"4"0,2 4 0,1 3 0,-2 1 0,-4 0 0,-2-1 0,-2-1 0,-2-1 0,-2-4 0,0-1 0,1-1 0,-1 1 0,-1-2 0,-4-2-8191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24575,'-15'22'0,"-5"11"0,1 2 0,1-3 0,4-4 0,4-5 0,1-5 0,2-4 0,1-4 0,0-2 0,-1-1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 24575,'4'-2'0,"-4"2"0,0 0 0,0 0 0,0 0 0,1 0 0,-1 0 0,0 0 0,0 0 0,0 0 0,0 0 0,1-1 0,-1 1 0,0 0 0,0 0 0,0 0 0,1 0 0,-1 0 0,0 0 0,0 0 0,0 1 0,0-1 0,1 0 0,-1 0 0,0 0 0,0 0 0,0 0 0,0 0 0,1 0 0,-1 0 0,0 0 0,0 0 0,0 1 0,0-1 0,0 0 0,1 0 0,-1 0 0,0 0 0,0 0 0,0 0 0,0 1 0,0-1 0,0 0 0,0 0 0,23 16 0,-7-6 0,22 20 0,-37-29 0,0-1 0,0 1 0,-1 0 0,1 0 0,0 0 0,0 0 0,0 0 0,-1 0 0,1 0 0,-1 0 0,1 0 0,-1 1 0,1-1 0,-1 0 0,1 0 0,-1 0 0,0 1 0,0-1 0,0 0 0,0 0 0,0 0 0,0 1 0,0-1 0,0 0 0,0 0 0,0 1 0,-1-1 0,1 0 0,-1 0 0,1 0 0,-1 0 0,1 1 0,-1-1 0,1 0 0,-1 0 0,0 0 0,0 0 0,0 0 0,-1 1 0,-4 4 0,-1-1 0,0 0 0,0 0 0,-13 7 0,11-7 0,0 1 0,-19 10 0,27-15 0,0 0 0,-1 0 0,1 0 0,0 0 0,-1 0 0,1 0 0,0 1 0,0-1 0,0 0 0,0 1 0,0-1 0,1 1 0,-2 2 0,2-3 0,0-1 0,0 1 0,0 0 0,0-1 0,0 1 0,1 0 0,-1-1 0,0 1 0,1 0 0,-1-1 0,0 1 0,1-1 0,-1 1 0,0-1 0,1 1 0,-1-1 0,1 1 0,-1-1 0,1 1 0,0-1 0,-1 0 0,1 1 0,-1-1 0,1 0 0,0 1 0,-1-1 0,2 0 0,18 7 0,2-4 0,1 0 0,-1-2 0,38-2 0,-19 0 0,-36 1-227,1-1-1,-1 1 1,1-1-1,-1 0 1,6-2-1,-1 0-6598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24575,'9'7'0,"0"1"0,-1 0 0,0 0 0,-1 1 0,0 0 0,0 1 0,-1-1 0,0 1 0,0 0 0,-1 1 0,4 11 0,3 15 0,14 76 0,2 6 0,-25-107 0,-3-10 0,0 1 0,1-1 0,-1 0 0,1 0 0,0 1 0,-1-1 0,1 0 0,0 0 0,0 0 0,1 0 0,-1 0 0,0 0 0,2 1 0,-2-2 0,-1-1 0,0 0 0,1 0 0,-1 0 0,1 0 0,-1 1 0,1-1 0,-1 0 0,1 0 0,-1 0 0,1 0 0,-1 0 0,1 0 0,-1 0 0,1-1 0,-1 1 0,1 0 0,-1 0 0,1 0 0,-1 0 0,1-1 0,-1 1 0,0 0 0,1 0 0,-1-1 0,1 1 0,-1 0 0,0-1 0,1 1 0,-1 0 0,0-1 0,1 1 0,-1 0 0,0-1 0,0 1 0,1-1 0,-1 0 0,11-20 0,-10 16 0,5-6 0,0-1 0,1 1 0,10-14 0,-14 21 0,1-1 0,-1 1 0,1 0 0,0 1 0,0-1 0,0 1 0,0 0 0,1 0 0,-1 0 0,10-4 0,-11 6 0,0 1 0,0 0 0,0-1 0,-1 1 0,1 0 0,0 1 0,0-1 0,0 0 0,0 1 0,-1-1 0,1 1 0,0 0 0,-1 0 0,1 0 0,0 1 0,-1-1 0,0 0 0,1 1 0,-1 0 0,0-1 0,0 1 0,1 0 0,2 4 0,3 3 0,-1 0 0,1 1 0,-2-1 0,9 16 0,-12-19-273,0 0 0,-1 1 0,1-1 0,2 13 0,-3-6-6553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24575,'5'15'0,"2"8"0,-1 1 0,2 1 0,-1-3 0,1-1 0,-1-3 0,-2-4-8191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2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8600 90 24575,'20'2'0,"-14"-2"0,1 1 0,-1-1 0,0 1 0,1 1 0,-1-1 0,8 4 0,-25-3 0,-122-15 0,19 0 0,-1 9 0,1 5 0,-141 20 0,-169 4 0,10-35 0,305 3 0,-110-5 0,0 16 0,12 7 0,-44 3 0,94-2 0,0-7 0,-225-23 0,196-2 0,-251-19 0,396 37 0,-384-12 0,363 14 0,-272 10 0,-39-3 0,231-8 0,-132-7 0,9 0 0,-4 0 0,113 1 0,8 1 0,-80-2 0,14 1 0,-11-1 0,102 7 0,-199 3 0,203 5 0,-39 1 0,-634-9 0,783 2-151,0-1-1,0 1 0,1 0 0,-1 1 1,1 0-1,-1 0 0,1 1 1,-11 5-1,10-4-6674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4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48 24575,'11'-5'0,"3"-2"0,0 1 0,1 1 0,0 0 0,19-3 0,-30 7 0,-1 1 0,1 0 0,-1-1 0,1 1 0,-1 1 0,1-1 0,-1 0 0,1 1 0,-1 0 0,1-1 0,-1 1 0,0 1 0,1-1 0,-1 0 0,0 1 0,0 0 0,0 0 0,0 0 0,0 0 0,-1 0 0,1 0 0,-1 1 0,1-1 0,3 5 0,5 12 0,-1 0 0,0 0 0,9 28 0,-1-5 0,-7-17 0,2 5 0,14 41 0,-27-70 0,1 0 0,-1 1 0,0-1 0,1 1 0,-1-1 0,0 0 0,0 1 0,1-1 0,-1 1 0,0-1 0,-1 1 0,1-1 0,0 0 0,0 1 0,-1-1 0,1 1 0,0-1 0,-1 0 0,0 1 0,1-1 0,-1 0 0,0 0 0,-1 2 0,1-1 0,-1-1 0,0 0 0,0 0 0,0 0 0,0 0 0,0 0 0,0-1 0,-1 1 0,1 0 0,0-1 0,0 0 0,0 1 0,-1-1 0,-3 0 0,-10-1 0,-1 0 0,1 0 0,0-2 0,0 0 0,-24-8 0,6-1 0,-46-23 0,72 30 0,-1 0 0,1 0 0,0-1 0,0 0 0,1 0 0,0-1 0,0 0 0,0 0 0,1-1 0,0 1 0,1-2 0,-1 1 0,2 0 0,-8-18 0,10 20 0,0 0 0,0 1 0,0-1 0,1 0 0,0 0 0,1 0 0,-1 0 0,1 0 0,0 0 0,0 0 0,1 0 0,0 0 0,0 0 0,0 0 0,1 1 0,0-1 0,0 0 0,0 1 0,1-1 0,0 1 0,0 0 0,0 0 0,1 0 0,-1 0 0,6-4 0,-6 6-80,0 1 0,0 0-1,0 0 1,0 0 0,1 0-1,-1 0 1,0 1 0,1 0-1,-1-1 1,1 1 0,-1 0 0,1 1-1,0-1 1,-1 1 0,1 0-1,5 0 1,4 0-6746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24575,'23'17'0,"9"12"0,5 2 0,1 0 0,-1-5 0,-4-2 0,-3-4 0,-4-3 0,-3-4 0,-4-1 0,-3-4 0,-1-2 0,0-1 0,-4-2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24575,'-18'20'0,"-8"9"0,1 3 0,3-3 0,7-3 0,5-3 0,7-6 0,5-6-8191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48 24575,'-6'10'0,"0"0"0,0 0 0,2 1 0,-8 20 0,12-29 0,-1 1 0,0-1 0,1 1 0,0-1 0,-1 1 0,1-1 0,0 1 0,0-1 0,1 1 0,-1-1 0,0 1 0,1-1 0,0 1 0,-1-1 0,1 0 0,0 1 0,0-1 0,1 0 0,-1 0 0,0 1 0,1-1 0,-1 0 0,1 0 0,0-1 0,-1 1 0,1 0 0,0 0 0,4 2 0,0-1 0,1 1 0,0-1 0,0 0 0,0-1 0,0 1 0,1-1 0,-1-1 0,1 1 0,-1-1 0,1-1 0,-1 0 0,16-1 0,-20 1 0,1-1 0,-1 1 0,0-1 0,1 0 0,-1 0 0,0-1 0,1 1 0,-1-1 0,0 1 0,0-1 0,0 0 0,5-4 0,-6 3 0,-1 1 0,1 0 0,0-1 0,-1 1 0,1-1 0,-1 1 0,0-1 0,0 0 0,0 1 0,0-1 0,0 0 0,0 0 0,-1 0 0,1 0 0,-1 0 0,0 0 0,0-4 0,-1 1 0,0 1 0,0-1 0,-1 1 0,0-1 0,0 1 0,0 0 0,0-1 0,-1 1 0,0 0 0,0 0 0,0 1 0,-1-1 0,1 1 0,-1 0 0,-7-7 0,5 6 0,-1-1 0,0 1 0,1 1 0,-1-1 0,-1 1 0,1 0 0,-1 1 0,1 0 0,-1 0 0,-10-2 0,12 4-124,1 0 0,0 0 0,-1 1 0,1 0 0,-1 0 0,1 0-1,-1 1 1,1 0 0,-1 0 0,-7 3 0,3 0-6702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24575,'0'6'0,"1"-1"0,1 0 0,-1 0 0,1-1 0,0 1 0,0 0 0,1 0 0,-1-1 0,4 5 0,2 5 0,107 228 0,-79-170 0,-54-111 0,16 35 0,0 0 0,1 0 0,0 0 0,0 0 0,0 0 0,1 0 0,-1 0 0,1-6 0,0 9 0,0 1 0,0-1 0,0 1 0,0-1 0,1 0 0,-1 1 0,0-1 0,0 1 0,0-1 0,1 0 0,-1 1 0,0-1 0,1 1 0,-1-1 0,0 1 0,1-1 0,-1 1 0,1-1 0,-1 1 0,1 0 0,-1-1 0,1 1 0,-1 0 0,1-1 0,-1 1 0,2-1 0,-1 1 0,1 0 0,-1 0 0,1 0 0,-1 0 0,1 0 0,-1 0 0,1 0 0,-1 0 0,1 1 0,-1-1 0,2 1 0,5 2 0,0 0 0,0 1 0,7 5 0,-12-7 0,18 12 0,-2 0 0,34 32 0,-21-18 0,-24-22-1365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2 24575,'-14'0'0,"1"1"0,-17 2 0,27-3 0,0 1 0,0 0 0,0 0 0,0 0 0,0 0 0,0 0 0,0 0 0,0 1 0,0-1 0,1 1 0,-1 0 0,0 0 0,1 0 0,0 0 0,-3 3 0,4-3 0,0-1 0,0 0 0,1 0 0,-1 1 0,0-1 0,1 0 0,-1 1 0,1-1 0,0 0 0,-1 1 0,1-1 0,0 1 0,0-1 0,0 1 0,0-1 0,0 0 0,0 1 0,0-1 0,1 1 0,-1-1 0,0 1 0,1-1 0,-1 0 0,1 1 0,0-1 0,-1 0 0,1 0 0,0 1 0,0-1 0,0 0 0,1 1 0,3 4 0,1-1 0,0 0 0,0 0 0,11 6 0,-11-7 0,8 6 0,1-2 0,0 1 0,29 10 0,-37-17 0,0 0 0,-1 0 0,1 0 0,0-1 0,0 0 0,0 0 0,0-1 0,0 0 0,0 0 0,0-1 0,0 0 0,8-2 0,-14 3 0,0 0 0,0 0 0,0-1 0,1 1 0,-1 0 0,0-1 0,0 1 0,0-1 0,0 1 0,0-1 0,0 0 0,0 1 0,0-1 0,0 0 0,0 0 0,0 0 0,0 0 0,0 0 0,-1 0 0,1 0 0,0 0 0,-1 0 0,1 0 0,-1 0 0,1 0 0,-1-1 0,1 1 0,-1 0 0,0 0 0,0 0 0,1-1 0,-1 1 0,0 0 0,0 0 0,0-1 0,-1 1 0,1 0 0,0 0 0,0 0 0,-1-1 0,1 1 0,-1-2 0,-2-2 0,1 0 0,-1 1 0,0-1 0,0 0 0,-1 1 0,1 0 0,-1 0 0,-5-5 0,-5-3 30,1 2 0,-1-1 0,-29-14 0,38 22-136,-1 0 0,0 1 0,0-1 0,0 1 0,0 1 0,0-1-1,-1 1 1,1 0 0,0 1 0,-1-1 0,1 1 0,-1 0 0,-10 2 0,4 2-6720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24575,'20'31'0,"1"-1"0,2 0 0,1-2 0,1-1 0,1-1 0,32 24 0,-42-38 0,0-1 0,1 0 0,0-1 0,1 0 0,0-2 0,1 0 0,19 5 0,-24-10-1365,-1 0-5461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24575,'-10'20'0,"-3"10"0,0 1 0,3-1 0,3-4 0,2-4 0,3-2 0,1-3 0,1-2 0,0 0 0,-2-4 0,-3-2 0,-4-4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32 24575,'-4'2'0,"1"-1"0,-1 1 0,1 0 0,-1 0 0,1 0 0,0 0 0,0 1 0,0-1 0,0 1 0,0 0 0,0 0 0,-2 3 0,5-5 0,-1 1 0,0-1 0,1 1 0,-1-1 0,1 1 0,-1-1 0,1 1 0,0-1 0,0 1 0,-1-1 0,1 1 0,0 0 0,0-1 0,1 1 0,-1-1 0,0 1 0,0-1 0,1 1 0,-1-1 0,1 1 0,0-1 0,-1 1 0,1-1 0,0 0 0,0 1 0,0-1 0,0 0 0,0 1 0,0-1 0,0 0 0,0 0 0,2 1 0,3 3 0,0 0 0,1-1 0,-1 0 0,1-1 0,0 1 0,0-1 0,0 0 0,8 1 0,2 1 0,1-1 0,22 3 0,-35-7 0,0 0 0,0 0 0,0-1 0,-1 1 0,1-1 0,0 0 0,-1 0 0,1 0 0,0-1 0,-1 0 0,5-2 0,-7 3 0,-1 0 0,0 1 0,1-1 0,-1 0 0,0 0 0,0 0 0,0 0 0,0 0 0,1 0 0,-2 0 0,1 0 0,0 0 0,0-1 0,0 1 0,0 0 0,-1-1 0,1 1 0,-1 0 0,1-1 0,-1 1 0,1-1 0,-1 1 0,0-1 0,0 1 0,0-1 0,0 1 0,0-1 0,0 1 0,0-1 0,0 1 0,-1-1 0,1 1 0,0-1 0,-1 1 0,1 0 0,-1-1 0,0 1 0,0 0 0,-1-2 0,-2-4 0,-1 1 0,0 0 0,0 0 0,-1 0 0,1 1 0,-1 0 0,-1 0 0,-9-6 0,5 4 0,0 1 0,-1 0 0,1 1 0,-20-5 0,22 8-341,0 0 0,-1 0-1,-13 0 1,10 2-6485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24575,'0'6'0,"1"0"0,0-1 0,1 1 0,-1-1 0,1 1 0,4 7 0,1 3 0,13 41 0,3 3 0,28 123 0,-49-140 0,-2-35 0,1 1 0,-1 0 0,4 16 0,-4-25 0,0 1 0,0-1 0,0 0 0,0 0 0,1 0 0,-1 1 0,0-1 0,0 0 0,0 0 0,0 0 0,0 0 0,0 1 0,0-1 0,0 0 0,0 0 0,0 0 0,1 0 0,-1 1 0,0-1 0,0 0 0,0 0 0,0 0 0,0 0 0,1 0 0,-1 0 0,0 1 0,0-1 0,0 0 0,1 0 0,-1 0 0,0 0 0,0 0 0,0 0 0,0 0 0,1 0 0,-1 0 0,6-6 0,5-14 0,-10 17 0,10-31 0,-10 29 0,0 1 0,0-1 0,1 0 0,0 0 0,-1 1 0,2-1 0,-1 1 0,0 0 0,1-1 0,0 1 0,0 0 0,6-6 0,-8 10 0,0 0 0,-1-1 0,1 1 0,0 0 0,0 0 0,0-1 0,-1 1 0,1 0 0,0 0 0,0 0 0,0 0 0,0 0 0,-1 1 0,1-1 0,0 0 0,0 0 0,0 0 0,-1 1 0,1-1 0,0 0 0,0 1 0,-1-1 0,1 1 0,0-1 0,-1 1 0,1-1 0,0 1 0,-1-1 0,1 1 0,-1 0 0,1-1 0,-1 1 0,1 0 0,0 0 0,15 27 0,-10-17 0,-1-1 0,1 0 0,1 0 0,0 0 0,0-1 0,1 0 0,0 0 0,16 12 0,-16-15-99,-6-4-42,0 1 1,0-2-1,1 1 0,-1 0 1,1 0-1,-1-1 0,1 1 1,4 1-1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24575,'0'15'0,"0"8"0,3-1 0,0-1 0,3-1 0,0-3 0,1-3 0,0-2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24575,'5'27'0,"4"12"0,3 5 0,3-4 0,-3-5 0,1-4 0,-1-4 0,1-5 0,1-4 0,-3-4-8191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10 24575,'-27'-3'0,"-12"0"0,-2 0 0,3 3 0,7 4 0,5 4 0,7 3 0,7-1-8191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24575,'17'15'0,"9"7"0,5 3 0,-1 0 0,0-3 0,-2-2 0,-5-1 0,0-5 0,-1-2 0,-3-1 0,-2-1 0,-3-4-8191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24575,'-17'22'0,"-7"14"0,2 1 0,4-1 0,5-6 0,3-4 0,2-5 0,4-3 0,1-5-8191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24575,'-7'13'0,"-3"6"0,0 3 0,2 0 0,6-4 0,1-2 0,3-2 0,2 0 0,1 0 0,2-1 0,0-1-8191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24575,'31'52'0,"48"108"0,-68-131 0,-1 1 0,-1 0 0,-2 1 0,0 0 0,2 49 0,-6-66 0,1-23 0,2-20 0,-6 25 0,1-3 0,-1 0 0,1 0 0,0 0 0,1 0 0,4-13 0,-5 18 0,0 1 0,0 0 0,-1-1 0,1 1 0,0 0 0,0-1 0,1 1 0,-1 0 0,0 0 0,0 0 0,0 0 0,1 0 0,-1 0 0,0 0 0,1 0 0,-1 1 0,1-1 0,-1 1 0,1-1 0,-1 1 0,1-1 0,0 1 0,-1 0 0,1 0 0,0-1 0,-1 1 0,1 1 0,-1-1 0,1 0 0,0 0 0,-1 0 0,3 2 0,2 0 10,0 0 0,-1 0-1,1 1 1,-1 0 0,0 0-1,0 0 1,0 1-1,0 0 1,0 0 0,-1 0-1,7 9 1,5 6-686,19 30 1,-34-47 545,7 12-6696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24575,'-9'3'0,"1"1"0,-1 1 0,1-1 0,0 2 0,1-1 0,-15 12 0,21-15 0,-1 0 0,1-1 0,-1 1 0,1 0 0,-1 0 0,1 0 0,0 0 0,0 0 0,0 0 0,0 0 0,0 1 0,1-1 0,-1 0 0,1 0 0,-1 1 0,1-1 0,0 0 0,0 1 0,0-1 0,0 0 0,0 1 0,0-1 0,1 0 0,-1 0 0,1 1 0,0-1 0,0 0 0,-1 0 0,1 0 0,1 0 0,-1 0 0,0 0 0,2 2 0,2 4 0,1-1 0,0 0 0,1 0 0,0 0 0,14 10 0,-17-14 0,0 0 0,0-1 0,1 1 0,-1-1 0,1 0 0,0-1 0,-1 1 0,1-1 0,0 0 0,0 0 0,0 0 0,9 0 0,-13-1 0,1 0 0,0 0 0,-1 0 0,1-1 0,0 1 0,-1 0 0,1-1 0,-1 1 0,1-1 0,-1 1 0,1-1 0,-1 0 0,1 0 0,-1 0 0,0 0 0,0 0 0,1 0 0,-1 0 0,0 0 0,0 0 0,0 0 0,0-1 0,0 1 0,0 0 0,0-1 0,-1 1 0,1-1 0,0 1 0,-1-1 0,1 1 0,-1-1 0,0 0 0,1-1 0,-1-1 0,0 0 0,0 0 0,0 0 0,0 1 0,-1-1 0,0 0 0,1 0 0,-1 1 0,-1-1 0,1 0 0,0 1 0,-1-1 0,-2-3 0,-4-4-273,0-1 0,0 1 0,-1 1 0,-16-15 0,14 15-6553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7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19 24575,'-1'-1'0,"0"0"0,0 0 0,1 1 0,-1-1 0,0 0 0,1 0 0,-1 0 0,1 0 0,-1 0 0,1 0 0,-1-2 0,1 3 0,0 0 0,0 0 0,0-1 0,0 1 0,0 0 0,0 0 0,0 0 0,0-1 0,0 1 0,0 0 0,0 0 0,0-1 0,0 1 0,0 0 0,0 0 0,0 0 0,1-1 0,-1 1 0,0 0 0,0 0 0,0 0 0,0 0 0,0 0 0,1-1 0,-1 1 0,0 0 0,0 0 0,0 0 0,1 0 0,-1 0 0,0 0 0,0 0 0,1-1 0,0 1 0,1 0 0,-1 0 0,1 0 0,-1 0 0,1 0 0,-1 1 0,1-1 0,-1 0 0,1 1 0,-1-1 0,1 1 0,-1-1 0,1 1 0,-1 0 0,1 0 0,32 22 0,39 35 0,-49-37 0,1-2 0,0 0 0,41 22 0,-43-30-682,33 12-1,-46-20-6143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24575,'-5'4'0,"1"-1"0,0 1 0,-1-1 0,1 1 0,0 0 0,1 1 0,-1-1 0,1 1 0,0-1 0,0 1 0,-4 9 0,5-7 0,-1 1 0,1 0 0,0 0 0,1 0 0,0 0 0,0 0 0,1 12 0,0-17 9,0 1 1,0-1-1,0 0 0,-1 1 0,1-1 1,-1 0-1,0 1 0,0-1 0,0 0 0,0 0 1,-1 0-1,-3 6 0,3-7-102,1 0 0,-1 0 1,-1 0-1,1 0 0,0 0 0,0-1 0,-1 1 0,1-1 1,-1 1-1,1-1 0,-1 0 0,0 0 0,1 0 1,-1 0-1,-4 0 0,-6 1-6733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24575,'5'15'0,"4"8"0,4 2 0,1-1 0,1-1 0,-2-3 0,0-4 0,-4-3 0,-2-3-8191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24575,'15'10'0,"0"2"0,-1 0 0,0 1 0,-1 0 0,-1 1 0,0 1 0,-1 0 0,0 0 0,-1 1 0,-1 0 0,0 1 0,-2 0 0,0 0 0,9 32 0,-2 3 0,24 74 0,-33-115 0,-5-11 0,1 0 0,-1 0 0,0 0 0,0 0 0,0 0 0,0 0 0,0 0 0,0 0 0,0 0 0,0 0 0,0 0 0,1 0 0,-1 0 0,0 0 0,0 0 0,0 0 0,0 0 0,0 0 0,0 0 0,0 0 0,0 0 0,0 0 0,1 0 0,-1 0 0,0 0 0,0 0 0,0 0 0,0-1 0,0 1 0,0 0 0,0 0 0,0 0 0,0 0 0,0 0 0,0 0 0,0 0 0,0 0 0,1 0 0,-1 0 0,0 0 0,0-1 0,0 1 0,0 0 0,0 0 0,0 0 0,0 0 0,0 0 0,0 0 0,0 0 0,0 0 0,2-23 0,0 11 0,-1 5 0,0 0 0,0 1 0,1-1 0,0 0 0,0 0 0,4-7 0,-6 12 0,1 1 0,0 0 0,0 0 0,-1-1 0,1 1 0,0 0 0,0 0 0,0 0 0,1 0 0,-1 0 0,0 0 0,0 0 0,0 0 0,1 1 0,-1-1 0,1 0 0,-1 1 0,0-1 0,1 1 0,-1 0 0,1-1 0,-1 1 0,1 0 0,-1 0 0,1 0 0,-1 0 0,1 0 0,-1 0 0,1 0 0,1 1 0,8 2 0,-1 0 0,0 1 0,0 0 0,-1 1 0,1 0 0,17 12 0,-7-2 0,34 33 0,-42-31-1365,-9-9-5461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24575,'-3'5'0,"2"2"0,2 2 0,2 2 0,3 1 0,2 2 0,0-2 0,3 0 0,-1 0 0,0 1 0,1 0 0,-1 1 0,0-2 0,-2-1 0,0-2 0,0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24575,'8'12'0,"4"8"0,4 4 0,-2 1 0,0 2 0,-1-2 0,-1-3 0,-1-2 0,-3 1 0,1-2 0,-2 0 0,0-2 0,0-1 0,1-3 0,-2-2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25 24575,'-28'-5'0,"-14"-2"0,-2 1 0,4 1 0,5 4 0,8 2 0,4 1 0,5 2 0,2 1 0,4 0-8191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24575,'31'15'0,"11"10"0,5 3 0,-4 0 0,-4-3 0,-6-3 0,-6-3 0,-5-2 0,-4-1 0,-3-4 0,-3-3-8191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24575,'-27'17'0,"-10"9"0,0 2 0,5-1 0,6-5 0,8-4 0,4-2 0,4-2 0,2-3 0,-1-3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2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20 24575,'-1'-1'0,"1"1"0,-1-1 0,1 1 0,0-1 0,0 0 0,-1 1 0,1-1 0,0 0 0,0 1 0,0-1 0,0 0 0,0 0 0,0 1 0,0-1 0,0 0 0,0 1 0,0-1 0,0 0 0,0-1 0,1 2 0,-1 0 0,0-1 0,1 1 0,-1 0 0,1-1 0,-1 1 0,0 0 0,1-1 0,-1 1 0,1 0 0,-1 0 0,0-1 0,1 1 0,-1 0 0,1 0 0,-1 0 0,1 0 0,-1 0 0,1 0 0,0 0 0,2 0 0,-1 0 0,1 0 0,-1 0 0,0 1 0,1-1 0,-1 1 0,0 0 0,1-1 0,3 4 0,0-1 0,-1 0 0,1 1 0,-1 0 0,0 0 0,0 1 0,-1-1 0,1 1 0,-1 0 0,0 0 0,6 11 0,-9-14 0,0 1 0,0 0 0,0-1 0,0 1 0,0 0 0,-1 0 0,1 0 0,-1 0 0,0 0 0,0 0 0,0 0 0,0 0 0,0 0 0,-1 0 0,1 0 0,-1-1 0,0 1 0,0 0 0,0 0 0,0 0 0,0-1 0,-1 1 0,1-1 0,-1 1 0,-3 3 0,-11 13 0,11-14 0,0 0 0,1 0 0,-1 1 0,1 0 0,-5 9 0,9-14 0,-1 0 0,1-1 0,0 1 0,-1 0 0,1 0 0,0 0 0,0 0 0,0 0 0,0 0 0,0-1 0,0 1 0,0 0 0,0 0 0,0 0 0,0 0 0,0 0 0,1 0 0,-1-1 0,0 1 0,1 0 0,-1 0 0,1 1 0,0-1 0,0 0 0,1 0 0,-1 0 0,0 0 0,0 0 0,1 0 0,-1 0 0,0 0 0,1 0 0,-1-1 0,3 2 0,3 0 0,-1-1 0,1 1 0,0-1 0,11 0 0,11 0-341,0-2 0,-1-1-1,37-6 1,-52 5-6485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24575,'0'5'0,"1"-1"0,0 1 0,0-1 0,1 0 0,-1 1 0,1-1 0,3 5 0,2 6 0,42 101 0,36 99 0,-78-184 0,-6-25 0,0 1 0,0-1 0,1 1 0,0-1 0,0 0 0,6 10 0,-8-16 0,0 1 0,1-1 0,-1 0 0,0 1 0,0-1 0,1 1 0,-1-1 0,1 0 0,-1 1 0,0-1 0,1 0 0,-1 0 0,0 1 0,1-1 0,-1 0 0,1 0 0,-1 1 0,1-1 0,-1 0 0,1 0 0,-1 0 0,1 0 0,-1 0 0,1 0 0,-1 0 0,2 0 0,-2 0 0,1 0 0,0-1 0,0 1 0,0-1 0,-1 1 0,1-1 0,0 1 0,0-1 0,-1 1 0,1-1 0,0 0 0,-1 0 0,2 0 0,1-5 0,1 0 0,-1 0 0,3-8 0,-4 10 0,0-2 0,1 0 0,0-1 0,1 1 0,0 1 0,-1-1 0,10-9 0,-12 14 0,1-1 0,0 1 0,0-1 0,0 1 0,0 0 0,0 0 0,1 0 0,-1 0 0,0 0 0,0 0 0,1 0 0,-1 1 0,0 0 0,1-1 0,-1 1 0,1 0 0,-1 0 0,0 0 0,1 0 0,-1 1 0,1-1 0,-1 0 0,3 2 0,0-1 0,0 1 0,-1 0 0,1 1 0,0-1 0,-1 1 0,1 0 0,-1 0 0,0 0 0,0 1 0,0-1 0,6 9 0,1 3 0,19 31 0,-26-39 0,19 40-1365,-19-37-5461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6 24575,'-12'-1'0,"0"1"0,-1 0 0,1 1 0,0 1 0,0 0 0,0 0 0,-23 9 0,34-11 0,0 1 0,0-1 0,0 1 0,0-1 0,0 1 0,0 0 0,0-1 0,0 1 0,0 0 0,0 0 0,0-1 0,1 1 0,-1 0 0,0 0 0,0 0 0,1 0 0,-1 0 0,1 0 0,-1 0 0,0 1 0,2-1 0,-1 0 0,0 0 0,0 0 0,0 0 0,0 0 0,0 0 0,1 0 0,-1 0 0,0-1 0,1 1 0,-1 0 0,1 0 0,-1 0 0,1-1 0,-1 1 0,1 0 0,-1-1 0,1 1 0,0 0 0,0-1 0,-1 1 0,1-1 0,0 1 0,1 0 0,8 5 0,0-1 0,0-1 0,1 1 0,0-2 0,-1 1 0,1-2 0,1 1 0,-1-1 0,0-1 0,0 0 0,1-1 0,14-1 0,-24 1 5,0 0-1,0 0 0,0-1 0,0 1 1,-1-1-1,1 1 0,0-1 0,0 0 1,0 0-1,-1 1 0,1-1 1,0-1-1,-1 1 0,1 0 0,-1 0 1,1 0-1,-1-1 0,0 1 0,1-1 1,-1 1-1,0-1 0,0 0 1,0 1-1,0-1 0,0 0 0,-1 0 1,2-3-1,-2 3-72,1-1 1,-1 1-1,0 0 1,0-1-1,0 1 1,-1-1-1,1 1 1,0-1-1,-1 1 1,0 0-1,1-1 1,-1 1-1,0 0 1,0-1-1,0 1 1,-1 0-1,1 0 1,0 0-1,-1 0 1,0 0-1,-2-2 1,-5-4-6759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5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24575,'0'4'0,"1"-1"0,-1 0 0,1 0 0,0 0 0,0 0 0,0 0 0,0 0 0,1 0 0,-1 0 0,1 0 0,3 4 0,25 27 0,-5-11 0,2-1 0,1-2 0,60 35 0,-22-15 0,-57-33-455,1-2 0,18 9 0,-15-9-6371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24575,'-15'18'0,"-7"5"0,-1 2 0,2-1 0,4-2 0,5-3 0,2-1 0,3-2 0,3-1 0,1 0 0,0-1 0,-1 1 0,1-1 0,-1-2 0,-1-1 0,-1-2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24575,'0'0'0,"0"0"0,0-1 0,0 1 0,0 0 0,1-1 0,-1 1 0,0 0 0,0-1 0,0 1 0,0 0 0,1-1 0,-1 1 0,0 0 0,0 0 0,1-1 0,-1 1 0,0 0 0,1 0 0,-1-1 0,0 1 0,1 0 0,-1 0 0,0 0 0,1 0 0,-1-1 0,0 1 0,1 0 0,-1 0 0,0 0 0,1 0 0,-1 0 0,0 0 0,1 0 0,-1 0 0,1 0 0,-1 0 0,0 0 0,1 0 0,-1 1 0,0-1 0,1 0 0,16 5 0,4 6 0,22 14 0,-12-6 0,-24-15 0,1 0 0,-1 1 0,-1 1 0,1-1 0,-1 1 0,0 0 0,0 0 0,8 12 0,-13-17 0,0 1 0,0 0 0,0 0 0,0 0 0,0 1 0,0-1 0,0 0 0,-1 0 0,1 0 0,-1 1 0,1-1 0,-1 0 0,0 0 0,0 1 0,0-1 0,0 0 0,-1 0 0,1 1 0,-1-1 0,1 0 0,-1 0 0,0 0 0,0 0 0,0 1 0,0-1 0,0 0 0,0-1 0,0 1 0,-1 0 0,1 0 0,-1 0 0,1-1 0,-1 1 0,0-1 0,0 1 0,-3 1 0,-2 2 0,0-1 0,0-1 0,-12 6 0,-8 3 0,27-12 0,-1 0 0,1 0 0,-1 1 0,1-1 0,-1 0 0,1 0 0,-1 1 0,1-1 0,-1 0 0,1 1 0,-1-1 0,1 1 0,0-1 0,-1 1 0,1-1 0,0 0 0,-1 1 0,1-1 0,0 1 0,0 0 0,-1-1 0,1 1 0,0-1 0,0 1 0,0-1 0,0 1 0,0 0 0,0 0 0,0 0 0,1 0 0,-1-1 0,1 1 0,-1 0 0,1 0 0,-1-1 0,1 1 0,0-1 0,-1 1 0,1-1 0,0 1 0,-1-1 0,1 1 0,0-1 0,1 1 0,5 2 0,0 0 0,14 3 0,-20-6 0,17 4 0,0-1 0,1-1 0,-1-1 0,1-1 0,26-2 0,-22-3-1365,-13 1-5461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24575,'-2'13'0,"1"0"0,0 0 0,1 0 0,1 0 0,0 0 0,0 0 0,1-1 0,5 17 0,6 12 0,19 44 0,9 3 0,-34-74 0,2 0 0,0-1 0,20 24 0,-29-36 0,1-1 0,-1 1 0,0-1 0,1 0 0,-1 1 0,0-1 0,1 0 0,-1 1 0,0-1 0,1 0 0,-1 1 0,1-1 0,-1 0 0,1 0 0,-1 1 0,1-1 0,-1 0 0,1 0 0,-1 0 0,1 0 0,-1 0 0,2 0 0,-2 0 0,0 0 0,0 0 0,1-1 0,-1 1 0,0 0 0,0-1 0,1 1 0,-1-1 0,0 1 0,0 0 0,0-1 0,0 1 0,0-1 0,0 1 0,0 0 0,0-1 0,0 1 0,0-1 0,0 1 0,0 0 0,0-1 0,-5-29 0,4 26 0,0-1 0,0-1 0,0 1 0,1-1 0,-1 0 0,2-7 0,-1 12 0,0 0 0,0 0 0,0 0 0,0 1 0,1-1 0,-1 0 0,0 0 0,1 0 0,-1 1 0,0-1 0,1 0 0,-1 1 0,1-1 0,-1 0 0,1 1 0,0-1 0,-1 1 0,2-2 0,-1 2 0,0 0 0,0-1 0,0 1 0,0 0 0,0 0 0,0 0 0,0 0 0,0 0 0,0 0 0,0 0 0,0 0 0,0 0 0,0 0 0,0 0 0,0 1 0,0-1 0,0 0 0,-1 1 0,3 0 0,21 11 0,33 22 0,-10-6 0,-39-23 0,-1-2 0,-1 0 0,0 1 0,0 0 0,0 0 0,0 0 0,-1 1 0,0-1 0,5 7 0,-7-4-1365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24575,'0'15'0,"2"8"0,2 4 0,1 1 0,4 0 0,2-1 0,1-2 0,0-1 0,-1-3 0,-1-2 0,-3-2 0,-3-4-8191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45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2123 57 24575,'-158'1'0,"-175"-2"0,177-6 0,-56-1 0,-61 9 0,-131-2 0,269-6 0,-41-1 0,-89 9 0,255-3 0,12-1 0,17-4 0,-9 5 0,19-3 0,1 1 0,0 1 0,33 2 0,688 52-853,-182-11 746,-225-30 107,-332-11 16,-12 1-9,0 0 1,0 0 0,0 0-1,0 0 1,0 0 0,0 0-1,0 0 1,0 0 0,0 0-1,0 0 1,0 0 0,0 0-1,1-1 1,-1 1 0,0 0-1,0 0 1,0 0 0,0 0-1,0 0 1,0 0 0,0 0-1,0 0 1,0 0 0,0 0-1,0 0 1,0 0 0,0 0-1,0-1 1,0 1 0,0 0-1,0 0 1,0 0 0,0 0-1,0 0 1,0 0 0,0 0-1,0 0 1,0 0 0,0 0-1,0 0 1,0 0 0,0 0-1,0-1 1,0 1 0,0 0 0,0 0-1,-1 0 1,1 0 0,0 0-1,0 0 1,0 0 0,0 0-1,0 0 1,0 0 0,0 0-1,0 0 1,0 0 0,0 0-1,0 0 1,-20-8 476,-32-3-1849,27 7-5461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2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10465 10 24575,'13'-10'0,"-9"11"0,-6 8 0,-2-2 0,0 0 0,-1 0 0,0 0 0,0-1 0,0 1 0,-1-1 0,0-1 0,0 1 0,-13 8 0,-4 1 0,-40 19 0,39-22 0,15-8 0,0-1 0,0 0 0,0-1 0,-1 0 0,-18 2 0,-10 2 0,-104 15 0,100-14 0,25-4 0,-28 1 0,35-3 0,-1 1 0,-14 3 0,-18 2 0,29-6 0,-1 2 0,1 0 0,-1 1 0,-25 10 0,0 0 0,17-8 0,0-1 0,-1-1 0,-39 2 0,-75-6 0,60-1 0,56 1 0,-1 1 0,-35 7 0,24-4 0,0-1 0,0-1 0,-36-4 0,7 1 0,-277 1 0,317 1 0,-36 6 0,16 0 0,-2-1 0,18-2 0,-43 1 0,-13-7 0,-111 4 0,125 5 0,-23 0 0,-61 2 0,-129-2 0,175-8 0,94 1 0,-198 9 0,159-3 0,-154 26 0,151-22 0,0-2 0,0-2 0,-76-3 0,-27 4 0,5 1 0,48-1 0,73-4 0,0 0 0,-48-4 0,-128-13 0,119 8 0,-42-2 0,-186 9 0,294-3 0,-31-4 0,-16-2 0,-144 9 0,-56-2 0,185-6 0,-27-1 0,42 7 0,-113 3 0,128 5 0,32-3 0,-24 0 0,-34 3 0,-2 1 0,-511-7 0,287-2 0,-830 1 0,1050 7 0,3 1 0,-160-20 0,163 7 0,-20-3 0,-8-7 0,29 0 0,58 12 0,0 0 0,0 2 0,0 0 0,-25 3 0,-4-1 0,-495-1 0,537 0 0,0-1 0,-1-1 0,-10-2 0,-21-3 0,-62-8 0,47 7 0,39 5 0,-28-1 0,32 2 0,0 1 0,-20-6 0,17 3 0,15 4 0,0 0 0,0 0 0,0 0 0,0-1 0,0 1 0,0 0 0,0 0 0,0-1 0,0 1 0,0-1 0,0 1 0,0-1 0,0 1 0,0-1 0,0 0 0,0 1 0,1-1 0,-1 0 0,0 0 0,0 0 0,1 0 0,-1 1 0,1-1 0,-1 0 0,1 0 0,-1 0 0,1 0 0,-1 0 0,1 0 0,0 0 0,0 0 0,-1-1 0,1 1 0,0 0 0,0 0 0,0 0 0,0 0 0,0 0 0,1 0 0,-1-2 0,1 0 0,1 0 0,-1 0 0,0 0 0,1 1 0,0-1 0,-1 0 0,1 1 0,0-1 0,1 1 0,-1 0 0,0-1 0,5-2 0,9-5 0,25-11 0,-29 15 0,1 0 0,-1-1 0,20-15 0,-31 21 0,-4 2 0,-7 3 0,-15 8 0,3 1 0,-1 1 0,2 1 0,0 1 0,-25 25 0,45-40 0,0 0 0,0 0 0,0 1 0,0-1 0,0 0 0,0 1 0,0-1 0,1 1 0,-1-1 0,0 1 0,1 0 0,-1-1 0,1 1 0,0 0 0,-1-1 0,1 1 0,0 0 0,0-1 0,0 1 0,0 0 0,0-1 0,1 1 0,-1-1 0,1 1 0,-1 0 0,1-1 0,-1 1 0,1-1 0,0 1 0,-1-1 0,1 1 0,0-1 0,2 3 0,4 4 0,0 0 0,1 0 0,0 0 0,11 7 0,-7-5 0,-6-6 0,0 0 0,0 0 0,0 0 0,1-1 0,7 3 0,-7-3 0,0 0 0,0 0 0,11 8 0,-10-3-1365,-2 1-5461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7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0 24575,'0'0'0,"-1"1"0,0-1 0,1 0 0,-1 1 0,0-1 0,1 0 0,-1 1 0,1-1 0,-1 1 0,1-1 0,-1 1 0,1-1 0,-1 1 0,1-1 0,-1 1 0,1-1 0,0 1 0,-1 0 0,1-1 0,0 1 0,0 0 0,-1-1 0,1 1 0,0 0 0,0-1 0,0 1 0,0 1 0,-3 22 0,3-21 0,0 103 0,-1 12 0,1-116-80,0-1 0,0 1-1,0 0 1,0 0 0,-1-1-1,1 1 1,-1 0 0,1-1-1,-1 1 1,1-1 0,-1 1 0,0-1-1,0 1 1,0-1 0,0 1-1,-2 2 1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9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412 32 24575,'-28'-5'0,"-14"-2"0,-4 1 0,-1 0 0,4 3 0,4 1 0,5 0 0,5 2 0,4 0 0,3 3 0,4 0 0,5 3 0,1 0 0,4 2 0,2 2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24575,'0'0'0,"0"-1"0,0 1 0,0 0 0,0 0 0,-1 0 0,1 0 0,0 0 0,0 0 0,0 0 0,0 0 0,0 0 0,0 0 0,0 0 0,0-1 0,0 1 0,0 0 0,0 0 0,0 0 0,0 0 0,0 0 0,0 0 0,0 0 0,0 0 0,1 0 0,-1 0 0,0 0 0,0-1 0,0 1 0,0 0 0,0 0 0,0 0 0,0 0 0,0 0 0,0 0 0,0 0 0,0 0 0,0 0 0,0 0 0,0 0 0,0 0 0,1 0 0,-1 0 0,0 0 0,0 0 0,0 0 0,0 0 0,0 0 0,0 0 0,0 0 0,0 0 0,0 0 0,0 0 0,0 0 0,1 0 0,-1 0 0,0 0 0,0 0 0,0 0 0,0 0 0,0 0 0,0 0 0,0 0 0,7 7 0,10 20 0,-8-13 0,0-1 15,1-1 0,0-1 0,1 0 0,0 0 0,1-1 0,0 0 0,16 9 0,-1-3-510,2 0 0,41 15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0 24575,'-28'8'0,"-11"4"0,0 4 0,5 0 0,8 1 0,9 0 0,7 0 0,5-1 0,3-1 0,3 0 0,0 0 0,1 0 0,-1-1 0,0 1 0,-2-3 0,-2 0 0,-3-3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6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24575,'2'-2'0,"-1"-1"0,1 1 0,0 0 0,0 0 0,0 0 0,0 0 0,0 0 0,1 1 0,-1-1 0,1 1 0,-1-1 0,1 1 0,-1 0 0,1 0 0,0 0 0,-1 0 0,1 1 0,0-1 0,0 1 0,0 0 0,0-1 0,-1 1 0,5 1 0,-2-1 0,0 0 0,0 0 0,0 1 0,0 0 0,-1 0 0,1 0 0,0 1 0,0 0 0,-1-1 0,1 2 0,-1-1 0,7 5 0,-9-6 0,0 1 0,0 0 0,0 0 0,-1-1 0,1 1 0,-1 0 0,0 1 0,1-1 0,-1 0 0,0 0 0,0 0 0,0 1 0,0-1 0,-1 0 0,1 1 0,-1-1 0,1 1 0,-1-1 0,0 1 0,0-1 0,0 1 0,0-1 0,-1 1 0,1-1 0,-1 0 0,1 1 0,-1-1 0,-1 4 0,-3 5 0,-1 0 0,0 0 0,0-1 0,-13 16 0,-1 3 0,19-28 0,0 0 0,0 0 0,1 0 0,-1 1 0,0-1 0,1 0 0,-1 1 0,1-1 0,-1 0 0,1 1 0,0-1 0,-1 1 0,1-1 0,0 1 0,0-1 0,0 0 0,0 1 0,0-1 0,1 1 0,-1-1 0,0 1 0,1-1 0,-1 0 0,2 3 0,-1-3 0,0 1 0,1-1 0,-1 0 0,1 0 0,-1 0 0,1 0 0,-1 0 0,1 0 0,0 0 0,0 0 0,-1-1 0,1 1 0,0-1 0,0 1 0,0-1 0,0 0 0,0 0 0,2 0 0,10 1-114,0-1 1,0-1-1,0 0 0,0-1 0,-1-1 1,1 0-1,-1 0 0,0-2 0,1 0 1,-2 0-1,17-10 0,-19 8-6712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24575,'7'-22'0,"-6"21"0,-1 0 0,0 0 0,1 0 0,-1 0 0,1 0 0,0 0 0,-1 1 0,1-1 0,0 0 0,-1 0 0,1 0 0,0 1 0,0-1 0,0 0 0,0 1 0,0-1 0,1 0 0,-2 1 0,1 0 0,-1 0 0,0 0 0,1 1 0,-1-1 0,1 0 0,-1 0 0,0 0 0,1 1 0,-1-1 0,1 0 0,-1 0 0,0 1 0,1-1 0,-1 0 0,0 1 0,0-1 0,1 0 0,-1 1 0,0-1 0,0 1 0,0-1 0,1 0 0,-1 1 0,0-1 0,0 1 0,0-1 0,0 1 0,0-1 0,0 1 0,0-1 0,0 0 0,0 2 0,2 17 0,-2-17 0,-1 84 0,1 25 0,4-85 0,1 1 0,1-1 0,15 37 0,-21-61 0,1 0 0,0 0 0,0 0 0,0 0 0,0 1 0,0-1 0,0-1 0,1 1 0,1 2 0,-2-3 0,-1-1 0,1 0 0,0 1 0,-1-1 0,1 0 0,-1 0 0,1 1 0,0-1 0,-1 0 0,1 0 0,-1 0 0,1 0 0,0 0 0,-1 0 0,1 0 0,0 0 0,-1 0 0,1 0 0,-1-1 0,1 1 0,0 0 0,-1 0 0,1 0 0,-1-1 0,1 1 0,-1 0 0,1-1 0,-1 1 0,1 0 0,-1-1 0,1 1 0,-1-1 0,1 1 0,-1-1 0,0 1 0,1-1 0,-1 1 0,0-1 0,1 0 0,5-8 0,-1 1 0,0-1 0,7-16 0,-10 19 0,1 0 0,0-1 0,0 1 0,0 0 0,1 0 0,0 1 0,0-1 0,1 1 0,-1 0 0,7-6 0,-10 11 0,0 0 0,0-1 0,0 1 0,0-1 0,0 1 0,0 0 0,0 0 0,0-1 0,0 1 0,0 0 0,0 0 0,0 0 0,0 0 0,0 0 0,0 1 0,0-1 0,0 0 0,0 0 0,0 0 0,0 1 0,0-1 0,0 1 0,0-1 0,-1 1 0,1-1 0,0 1 0,0-1 0,0 1 0,-1 0 0,1-1 0,0 1 0,0 1 0,4 3 0,0 1 0,-1 0 0,6 9 0,-6-8 0,3 2 0,1 0 0,0-1 0,0 0 0,0 0 0,15 10 0,-15-12 0,-1 0 120,-7-6-144,0 0 0,-1 0 0,1 0 0,0 0 0,0 0 0,0 0 0,0 0 0,0 0 0,0 0 0,0 0 0,0 0 0,0 0 0,-1 0 0,1 0 0,0 0 1,0 0-1,0 0 0,0 0 0,0 0 0,0 0 0,0 0 0,0 0 0,0 0 0,-1 0 0,1 0 0,0 0 0,0 0 0,0 0 0,0 0 0,0 0 0,0 0 0,0 0 0,0 1 0,0-1 1,0 0-1,0 0 0,-1 0 0,1 0 0,0 0 0,0 0 0,0 0 0,0 0 0,0 0 0,0 0 0,0 1 0,0-1 0,0 0 0,0 0 0,0 0 0,0 0 0,0 0 0,0 0 0,0 0 0,0 0 1,0 1-1,0-1 0,0 0 0,0 0 0,0 0 0,0 0 0,0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0 24575,'-3'5'0,"-3"2"0,0 2 0,0 2 0,2 1 0,1 2 0,1 1 0,4-3 0,1 0 0,3 0 0,0 1 0,2-3 0,-1 1 0,-1 0 0,-2 1 0,-2-2-8191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9432 92 24575,'-1'-4'0,"1"-1"0,-1 1 0,1 0 0,-3-7 0,2 8 0,0-1 0,0 1 0,0 0 0,1 0 0,-1 0 0,1-1 0,0 1 0,0 0 0,0 0 0,1-4 0,-1 5 0,1 0 0,-1 0 0,1 0 0,0 0 0,0 0 0,-1 0 0,1 1 0,0-1 0,1 0 0,0-1 0,-2 3 0,1-1 0,-1 1 0,0 0 0,0 0 0,1 0 0,-1-1 0,0 1 0,1 0 0,-1 0 0,0 0 0,1 0 0,-1-1 0,0 1 0,1 0 0,-1 0 0,0 0 0,1 0 0,-1 0 0,0 0 0,1 0 0,-1 0 0,0 0 0,1 0 0,0 1 0,0-1 0,0 1 0,-1-1 0,1 1 0,0-1 0,0 1 0,-1 0 0,1-1 0,-1 1 0,1 0 0,-1-1 0,1 1 0,-1 0 0,1 0 0,3 7 0,0 0 0,-1 0 0,0 1 0,0-1 0,-1 0 0,0 1 0,1 9 0,1 63 0,-3-75 0,-1-5 0,-1 0 0,1 0 0,0 0 0,0 0 0,0 0 0,-1 0 0,1 0 0,0 0 0,-1 0 0,1-1 0,-1 1 0,1 0 0,-1 0 0,0 0 0,1 0 0,-1-1 0,0 1 0,1 0 0,-1-1 0,0 1 0,0 0 0,0-1 0,0 1 0,1-1 0,-1 0 0,0 1 0,0-1 0,0 0 0,-2 1 0,-4 1 0,0-1 0,0 0 0,-10 1 0,-1 0 0,-60 6 0,6 0 0,32-3 0,1-2 0,-64-4 0,34 0 0,34 1 0,1-1 0,0 2 0,-55 8 0,55-5 0,0-1 0,0-1 0,-36-4 0,5 1 0,-540 1 0,590 1 0,1 0 0,-18 4 0,16-2 0,-25 2 0,-61 2 0,-21 1 0,-200-9 0,307 2 0,0 1 0,-20 4 0,2 0 0,0 0 0,13-2 0,-36 1 0,-362-4 0,195-2 0,200 2 0,-31 5 0,-18 2 0,-15-1 0,-7 1 0,-50-1 0,-13 1 0,-378-9 0,448 9 0,8-1 0,-419-6 0,241-2 0,223 1 0,-15-1 0,-86 11 0,84-5 0,0-2 0,-57-4 0,29 0 0,9-1 0,-79 4 0,101 5 0,31-4 0,-33 2 0,-29 2 0,53-3 0,-31 0 0,-250-5 0,290 2 0,-31 6 0,30-4 0,-24 1 0,-363-3 0,198-2 0,-185 1 0,379 1 0,-1 0 0,-17 5 0,16-3 0,-26 1 0,-40 3 0,-14 1 0,-228-9 0,313 2 0,0 0 0,-20 5 0,20-3 0,-1-1 0,-15 1 0,-10-3 0,11 0 0,0 1 0,-33 6 0,41-4 0,-36 0 0,37-3 0,0 1 0,-24 4 0,-39 13 0,51-11 0,0-2 0,-40 3 0,-79-7 0,74-2 0,63 1 0,0-1 0,-20-5 0,20 3 0,-1 1 0,-15-1 0,10 2 0,-1-2 0,1 0 0,-19-6 0,-23-4 0,39 9 0,-32-9 0,50 12 0,0 0 0,-1-1 0,1 1 0,0 0 0,0-1 0,0 1 0,0-1 0,0 1 0,0-1 0,1 0 0,-1 0 0,0 0 0,1 0 0,0 0 0,-1 0 0,0-4 0,-3-4 0,1 0 0,-4-17 0,2 5 0,-11-26 0,5 16 0,1 1 0,-8-50 0,18 71 117,2 10-142,-1 0 0,0 0 0,0 0 0,0-1 0,0 1-1,0 0 1,0 0 0,0 0 0,0 0 0,0 0 0,0 0 0,0 0 0,0-1-1,1 1 1,-1 0 0,0 0 0,0 0 0,0 0 0,0 0 0,0 0 0,0 0-1,0 0 1,1 0 0,-1 0 0,0 0 0,0 0 0,0 0 0,0 0 0,0 0-1,1 0 1,-1 0 0,0 0 0,0 0 0,0 0 0,0 0 0,0 0 0,0 0-1,1 0 1,-1 0 0,0 0 0,0 0 0,0 0 0,0 0 0,0 0 0,0 0 0,1 0-1,-1 1 1,0-1 0,0 0 0,0 0 0,0 0 0,0 0 0,0 0 0,0 0-1,0 0 1,0 0 0,0 1 0,1-1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9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39 24575,'-8'-10'0,"-14"-15"0,22 24 0,0 1 0,0 0 0,-1 0 0,1 0 0,0-1 0,0 1 0,-1 0 0,1 0 0,0 0 0,0-1 0,-1 1 0,1 0 0,0 0 0,-1 0 0,1 0 0,0 0 0,0 0 0,-1 0 0,1 0 0,0 0 0,-1 0 0,1 0 0,0 0 0,-1 0 0,1 0 0,0 0 0,-1 0 0,1 0 0,-1 0 0,-2 9 0,5 14 0,4-2 0,1 0 0,1 0 0,1-1 0,12 22 0,-4-7 0,107 191 0,-89-172 0,3-3 0,45 50 0,-50-66 0,43 37 0,-65-62-1365,-2-1-5461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3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24575,'59'71'0,"3"-2"0,133 113 0,-178-168 0,-8-5 0,1-1 0,1-1 0,19 12 0,-29-18 0,1 0 0,0-1 0,-1 1 0,1 0 0,-1-1 0,1 1 0,0-1 0,0 0 0,-1 1 0,1-1 0,0 0 0,-1 0 0,1 0 0,0 0 0,0-1 0,-1 1 0,1 0 0,0-1 0,-1 1 0,4-2 0,-3 0 0,0 1 0,-1 0 0,1-1 0,-1 1 0,1-1 0,-1 0 0,1 0 0,-1 1 0,0-1 0,0 0 0,0 0 0,0 0 0,0 0 0,0-3 0,2-4 0,-1-1 0,0 0 0,-1 1 0,0-1 0,-1 0 0,-1-12 0,0 10 7,-1 1 0,0-1 0,-1 1 0,0-1 0,-8-17 0,-31-52-222,18 37-977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4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257 352 24575,'-32'0'0,"-44"7"0,60-5 0,0 2 0,0 0 0,0 0 0,-23 11 0,36-13 0,0-1 0,0 1 0,1-1 0,-1 1 0,0 0 0,1 0 0,-1 0 0,1 0 0,0 1 0,0-1 0,0 1 0,0-1 0,0 1 0,0 0 0,1 0 0,-1 0 0,1 0 0,0 0 0,0 0 0,0 0 0,-1 3 0,2-2 0,0 1 0,0-1 0,0 0 0,0 0 0,1 0 0,-1 0 0,1 0 0,0 0 0,0 0 0,1 0 0,-1-1 0,1 1 0,0 0 0,0-1 0,0 1 0,4 4 0,2 2 0,0 0 0,1-1 0,1 0 0,0 0 0,0-1 0,0 0 0,1-1 0,17 9 0,-21-13 0,-1 0 0,1 0 0,0 0 0,0-1 0,0 0 0,0-1 0,0 0 0,1 0 0,-1 0 0,0-1 0,0 0 0,1 0 0,-1-1 0,0 0 0,0 0 0,12-4 0,-16 3 0,0 1 0,0-1 0,0 1 0,-1-1 0,1 0 0,-1 0 0,1 0 0,-1 0 0,0 0 0,0-1 0,0 1 0,0-1 0,0 0 0,0 1 0,-1-1 0,0 0 0,1 0 0,-1 0 0,0 0 0,0 0 0,0 0 0,-1 0 0,1 0 0,-1-5 0,1 3 0,-1-1 0,0 0 0,0 1 0,-1-1 0,0 0 0,0 1 0,0-1 0,-1 1 0,1 0 0,-1-1 0,-1 1 0,-4-9 0,3 9 0,1-1 0,-1 0 0,0 0 0,0 1 0,0 0 0,-1 0 0,1 0 0,-1 0 0,-7-4 0,11 9 0,1 0 0,0 0 0,0 0 0,-1-1 0,1 1 0,0 0 0,-1 0 0,1 0 0,0 0 0,-1 0 0,1 0 0,0 0 0,0 0 0,-1 0 0,1 1 0,0-1 0,-1 0 0,1 0 0,0 0 0,0 0 0,-1 0 0,1 0 0,0 0 0,0 1 0,-1-1 0,1 0 0,0 0 0,0 0 0,0 1 0,-1-1 0,1 0 0,0 0 0,0 1 0,0-1 0,0 0 0,0 0 0,-1 1 0,1-1 0,0 0 0,0 0 0,0 1 0,0-1 0,0 0 0,0 1 0,0-1 0,0 0 0,0 1 0,0-1 0,0 0 0,0 0 0,0 1 0,0-1 0,0 1 0,2 16 0,1-11 0,0-1 0,0 0 0,0 1 0,1-1 0,0 0 0,0-1 0,7 8 0,4 4 0,-10-10 0,1 0 0,-1 0 0,1-1 0,0 0 0,1 0 0,-1-1 0,1 1 0,14 5 0,-16-8 0,0 0 0,1 0 0,-1-1 0,0 0 0,1 0 0,-1 0 0,1-1 0,0 0 0,-1 0 0,1 0 0,-1-1 0,1 0 0,8-2 0,-10 2 0,-1-1 0,0 1 0,0-1 0,1 0 0,-1 1 0,0-2 0,0 1 0,-1 0 0,1-1 0,0 1 0,-1-1 0,0 0 0,1 1 0,-1-1 0,0-1 0,0 1 0,-1 0 0,1 0 0,-1-1 0,0 1 0,1 0 0,-2-1 0,2-6 0,1-7 0,-1-1 0,-1 0 0,-1-28 0,0 26 0,-1 6 0,-1-1 0,0 0 0,-1 1 0,0 0 0,-1 0 0,-10-24 0,2 12 0,-1 1 0,-24-37 0,21 40 0,-25-30 0,35 45 0,-1 1 0,0-1 0,1 2 0,-2-1 0,1 1 0,-1 0 0,0 0 0,-9-4 0,16 9 0,0-1 0,1 1 0,-1 0 0,0 0 0,0-1 0,0 1 0,0 0 0,1 0 0,-1 0 0,0 0 0,0 0 0,0 0 0,0 0 0,1 0 0,-1 0 0,0 0 0,0 0 0,0 0 0,0 1 0,1-1 0,-1 0 0,-1 1 0,2 0 0,-1-1 0,1 1 0,-1 0 0,1-1 0,-1 1 0,1 0 0,0-1 0,-1 1 0,1 0 0,0 0 0,0 0 0,-1-1 0,1 1 0,0 0 0,0 0 0,0 0 0,0-1 0,0 2 0,1 4 0,0 0 0,0-1 0,0 1 0,1-1 0,2 7 0,12 26 0,1-1 0,31 48 0,55 64 0,-91-132 0,1-1 0,1 0 0,0 0 0,32 25 0,-41-38 0,1 1 0,-1-1 0,0 0 0,1 0 0,-1-1 0,1 0 0,0 0 0,0 0 0,8 1 0,-10-3 0,0 0 0,0 0 0,0 0 0,0 0 0,0-1 0,0 1 0,0-1 0,0 0 0,0-1 0,0 1 0,-1 0 0,1-1 0,-1 0 0,1 0 0,5-4 0,-4 1 0,0 1 0,0-1 0,-1 0 0,0 0 0,0 0 0,0 0 0,-1-1 0,1 0 0,-1 0 0,-1 1 0,1-2 0,-1 1 0,2-7 0,-2 6 0,-1 0 0,0 0 0,0 0 0,0 0 0,-1 0 0,0 0 0,0 0 0,-1 0 0,0 0 0,0 0 0,-4-13 0,-2 8 0,3 10 0,3 10 0,2 1 0,0 0 0,1 0 0,0-1 0,1 1 0,0 0 0,0-1 0,9 16 0,-5-12 0,0-1 0,0 0 0,1 0 0,19 17 0,-26-26 0,1-1 0,-1 1 0,1-1 0,0 0 0,0 1 0,0-1 0,0 0 0,0 0 0,0-1 0,0 1 0,0 0 0,0-1 0,0 1 0,1-1 0,-1 0 0,0 0 0,0 1 0,0-1 0,1-1 0,-1 1 0,0 0 0,0-1 0,0 1 0,0-1 0,0 1 0,1-1 0,-1 0 0,0 0 0,-1 0 0,1 0 0,0 0 0,0-1 0,0 1 0,-1 0 0,1-1 0,0 0 0,-1 1 0,0-1 0,1 0 0,-1 1 0,0-1 0,0 0 0,0 0 0,0 0 0,0 0 0,0 0 0,-1 0 0,1-3 0,2-24-1365,-4 16-5461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0 24575,'-8'0'0,"1"3"0,1 3 0,1 3 0,2 2 0,4 0 0,2 0 0,0-1-8191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257 381 24575,'-38'-7'0,"-52"-7"0,77 13 0,1 0 0,0 1 0,0 1 0,-1 0 0,-13 3 0,24-4 0,-1 1 0,1-1 0,0 1 0,0 0 0,0 0 0,0 0 0,0 0 0,0 0 0,0 0 0,0 0 0,0 0 0,1 1 0,-1-1 0,0 1 0,1-1 0,-1 1 0,-1 2 0,3-2 0,-1 0 0,0 0 0,0 0 0,1 0 0,-1 0 0,1 0 0,0 0 0,0-1 0,-1 1 0,1 0 0,0 0 0,1 0 0,-1 0 0,0 0 0,1 4 0,1-1 0,0 0 0,0 0 0,1 0 0,-1 0 0,1 0 0,0-1 0,0 1 0,1-1 0,-1 0 0,1 0 0,0 0 0,8 6 0,-5-6 0,0 0 0,0 0 0,0-1 0,1 1 0,0-2 0,0 1 0,0-1 0,0 0 0,13 1 0,-9-3 0,-1 1 0,1-1 0,-1-1 0,0 0 0,1-1 0,15-4 0,-23 5 0,1-1 0,-1 0 0,0 0 0,0 0 0,0-1 0,0 1 0,0-1 0,-1 0 0,1 0 0,-1 0 0,0 0 0,0-1 0,0 1 0,0-1 0,-1 0 0,1 0 0,-1 0 0,3-8 0,-2 6 0,-1-1 0,0 1 0,-1-1 0,1 0 0,-1 1 0,0-1 0,-1 0 0,0 0 0,0 0 0,-1 1 0,1-1 0,-3-7 0,-3-8 0,-1 1 0,-2 0 0,0 1 0,-1 0 0,-16-25 0,1 8 0,-50-55 0,62 76 0,-2 1 0,-30-23 0,45 37 0,0 1 0,0 0 0,0 0 0,0 0 0,0 0 0,0 0 0,0 0 0,0 0 0,0-1 0,0 1 0,0 0 0,0 0 0,-1 0 0,1 0 0,0 0 0,0 0 0,0 0 0,0 0 0,0 0 0,0 0 0,0 0 0,-1 0 0,1-1 0,0 1 0,0 0 0,0 0 0,0 0 0,0 0 0,0 0 0,-1 0 0,1 0 0,0 0 0,0 0 0,0 0 0,0 0 0,0 1 0,0-1 0,-1 0 0,1 0 0,0 0 0,0 0 0,0 0 0,0 0 0,0 0 0,0 0 0,0 0 0,-1 0 0,1 0 0,0 0 0,0 1 0,3 7 0,8 13 0,237 376 0,-239-381-1365,-2-4-5461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31 24575,'17'14'0,"-1"0"0,0 1 0,15 19 0,-26-28 0,-1-1 0,0 1 0,-1-1 0,1 1 0,-1 0 0,0 0 0,-1 1 0,1-1 0,-1 1 0,0-1 0,-1 1 0,0 0 0,0-1 0,0 10 0,-1-15 0,0 0 0,0 0 0,0 0 0,-1 1 0,1-1 0,0 0 0,-1 0 0,1 0 0,0 0 0,-1 0 0,1 0 0,-1 0 0,0 0 0,1 0 0,-1 0 0,0 0 0,0 0 0,0 0 0,1 0 0,-3 1 0,1-1 0,-1 0 0,1 0 0,0 0 0,0 0 0,-1-1 0,1 1 0,-1 0 0,1-1 0,-5 0 0,-3 0 0,0 0 0,0-1 0,-19-4 0,0-2 0,0 0 0,0-3 0,1 0 0,0-2 0,1-1 0,-30-18 0,49 25 0,0 1 0,1-1 0,0-1 0,-11-11 0,15 14 0,1 1 0,-1-1 0,0 0 0,1 0 0,0 0 0,0 0 0,0 0 0,1-1 0,-1 1 0,1 0 0,-1-8 0,2 11 0,-1-1 0,1 1 0,0 0 0,1-1 0,-1 1 0,0 0 0,0-1 0,0 1 0,1 0 0,-1-1 0,1 1 0,-1 0 0,1 0 0,0 0 0,-1-1 0,1 1 0,0 0 0,1-2 0,0 2 0,0-1 0,0 0 0,0 1 0,1 0 0,-1-1 0,0 1 0,1 0 0,-1 0 0,4-1 0,1 0 0,1 1 0,0 0 0,0 0 0,0 0 0,11 1 0,13 4-124,53 12-1,-58-10-991,-14-3-5710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 24575,'14'16'0,"1"0"0,30 24 0,-37-33 0,0-1 0,1-1 0,0 1 0,0-1 0,0-1 0,1 0 0,18 6 0,-25-10 0,-1 1 0,1-1 0,0 1 0,0-1 0,0 0 0,0 0 0,0 0 0,0 0 0,-1-1 0,1 1 0,0-1 0,0 0 0,0 0 0,-1 0 0,1 0 0,0 0 0,2-2 0,-3 2 0,-1-1 0,1 1 0,-1-1 0,1 0 0,-1 1 0,1-1 0,-1 0 0,0 0 0,0 0 0,0 0 0,0 0 0,-1 0 0,1 0 0,0 0 0,-1 0 0,1 0 0,-1 0 0,0-1 0,0 1 0,0 0 0,0 0 0,0 0 0,-1-3 0,1-1 0,-1 0 0,-1 0 0,1 1 0,-1-1 0,0 1 0,0-1 0,-1 1 0,0 0 0,0 0 0,0 0 0,0 0 0,-1 1 0,-5-7 0,9 11 0,0 0 0,-1 0 0,1-1 0,0 1 0,0 0 0,0 0 0,-1-1 0,1 1 0,0 0 0,-1 0 0,1 0 0,0-1 0,0 1 0,-1 0 0,1 0 0,0 0 0,-1 0 0,1 0 0,0 0 0,-1 0 0,1 0 0,0 0 0,-1 0 0,1 0 0,0 0 0,-1 0 0,1 0 0,-1 0 0,1 0 0,-1 9 0,8 14 0,-3-16-65,0 0 0,0 0 0,0 0 0,1 0 0,0-1 0,1 0 0,0 0 0,-1 0 0,2-1 0,-1 0 0,1 0 0,-1-1 0,2 1 0,-1-1 0,0-1 0,1 0 0,-1 0 0,1 0 0,0-1 0,16 3 0,-12-3-6761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24575,'21'32'0,"8"17"0,5 4 0,1-2 0,-2-4 0,-3-3 0,-2-3 0,-3-5 0,-2-5 0,-2-3 0,-3-4 0,-2-3 0,0-3 0,-4-4-8191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328 107 24575,'-30'-18'0,"-13"-5"0,-3 0 0,2 5 0,8 6 0,6 4 0,6 3 0,5 6 0,3 5 0,4 4 0,2 2 0,2 3 0,3 0 0,2 1 0,2-3-8191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73 179 24575,'13'47'0,"1"-2"0,3 0 0,32 64 0,-44-100 0,0 0 0,1 0 0,0-1 0,0 0 0,13 13 0,-19-21 0,0 0 0,0 0 0,0 0 0,0 0 0,0 0 0,0 0 0,0 0 0,0 0 0,0 1 0,0-1 0,0 0 0,1 0 0,-1 0 0,0 0 0,0 0 0,0 0 0,0 0 0,0 0 0,0 0 0,0 0 0,0 0 0,1 0 0,-1 0 0,0 0 0,0 0 0,0 0 0,0 0 0,0 0 0,0 0 0,1 0 0,-1 0 0,0 0 0,0 0 0,0 0 0,0 0 0,0 0 0,0 0 0,0 0 0,1 0 0,-1 0 0,0 0 0,0 0 0,0 0 0,0 0 0,0 0 0,0 0 0,0 0 0,0-1 0,1 1 0,-2-8 0,-5-11 0,-61-112 0,25 53 0,19 30 0,-33-92 0,55 136 0,0 1 0,0-1 0,1 0 0,-1 1 0,1-1 0,0 0 0,0 0 0,0 1 0,1-8 0,0 10 0,-1 0 0,0 0 0,1 0 0,-1 0 0,1 0 0,-1 0 0,1 0 0,-1 0 0,1 0 0,0 0 0,-1 0 0,1 0 0,0 1 0,0-1 0,0 0 0,-1 0 0,1 1 0,0-1 0,0 1 0,0-1 0,0 1 0,0-1 0,0 1 0,0 0 0,1-1 0,-1 1 0,0 0 0,0 0 0,0 0 0,0 0 0,0 0 0,0 0 0,0 0 0,0 0 0,1 0 0,-1 1 0,1-1 0,2 1 0,0 1 0,1-1 0,-1 1 0,0 0 0,0 0 0,0 0 0,0 1 0,-1-1 0,1 1 0,-1 0 0,1 0 0,-1 0 0,0 0 0,0 1 0,-1-1 0,1 1 0,-1 0 0,5 7 0,-6-8 0,1 0 0,-1 0 0,0 1 0,0-1 0,0 0 0,0 0 0,-1 1 0,1-1 0,-1 0 0,0 1 0,0-1 0,0 0 0,0 1 0,0-1 0,-1 0 0,0 1 0,0-1 0,0 0 0,0 0 0,0 1 0,0-1 0,-1 0 0,0 0 0,1-1 0,-4 5 0,-1-2-105,0 0 0,0 0 0,0-1 0,-1 0 0,1-1 0,-1 1 0,0-1 0,0 0 0,0-1 0,-1 0 0,1 0 0,-15 2 0,9-2-6721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52 24575,'1'3'0,"0"-1"0,1 1 0,-1-1 0,1 0 0,0 0 0,-1 0 0,1 0 0,0 0 0,0 0 0,1 0 0,2 1 0,0 1 0,36 27 0,-38-28 0,1-1 0,0 0 0,0 0 0,0 0 0,0 0 0,0-1 0,0 1 0,0-1 0,6 1 0,-9-2 0,-1 0 0,1 0 0,0 0 0,0 0 0,-1 0 0,1-1 0,0 1 0,-1 0 0,1 0 0,0 0 0,-1-1 0,1 1 0,0 0 0,-1-1 0,1 1 0,0 0 0,-1-1 0,1 1 0,-1-1 0,1 1 0,-1-1 0,1 1 0,-1-1 0,1-1 0,0 1 0,0-1 0,-1 0 0,1 0 0,-1 0 0,1 0 0,-1 0 0,0 1 0,1-1 0,-1-3 0,-1-2 0,1 0 0,-1 1 0,0-1 0,-3-9 0,-3-2 0,5 12 0,0 0 0,0 0 0,0 0 0,-1-7 0,3 13 0,0 0 0,0 0 0,0-1 0,0 1 0,0 0 0,0 0 0,0 0 0,0-1 0,1 1 0,-1 0 0,0 0 0,0 0 0,0 0 0,0-1 0,0 1 0,0 0 0,0 0 0,0 0 0,1 0 0,-1 0 0,0-1 0,0 1 0,0 0 0,0 0 0,1 0 0,-1 0 0,0 0 0,0 0 0,0 0 0,0 0 0,1 0 0,-1 0 0,0 0 0,0 0 0,0 0 0,1-1 0,-1 1 0,0 1 0,0-1 0,0 0 0,0 0 0,1 0 0,-1 0 0,0 0 0,0 0 0,0 0 0,1 0 0,-1 0 0,0 0 0,0 0 0,0 0 0,0 0 0,1 1 0,11 5 0,-10-5 0,17 11 0,0 0 0,21 20 0,0 0 0,2 2-1365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24575,'10'28'0,"6"11"0,3 5 0,0-4 0,0-2 0,-4-7 0,-1-4 0,-1-6 0,0-3 0,0-5 0,0-2 0,-1 0 0,-1-3 0,-2 1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30 24575,'-30'-8'0,"-16"-2"0,-1 3 0,1 3 0,7 4 0,5 3 0,2 2 0,3 4 0,0 3 0,1 1 0,5-1-8191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4.5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 24575,'1'-1'0,"-1"1"0,1-1 0,0 0 0,0 1 0,-1-1 0,1 1 0,0-1 0,0 1 0,0 0 0,0-1 0,0 1 0,-1 0 0,1-1 0,0 1 0,0 0 0,0 0 0,0 0 0,0 0 0,0 0 0,0 0 0,1 0 0,0 1 0,0-1 0,0 1 0,0 0 0,0 0 0,0 0 0,0 0 0,0 0 0,-1 0 0,3 2 0,2 3 0,0 0 0,0 0 0,8 12 0,173 259 0,-169-249 0,-4-7-107,112 189-1151,-118-194-5568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24575,'85'149'0,"-65"-120"0,1-1 0,46 48 0,-67-76 0,33 29 0,-30-26 0,0-1 0,0 0 0,0 0 0,0 0 0,1 0 0,-1-1 0,1 1 0,-1-1 0,5 1 0,-7-2 0,0 0 0,0 0 0,-1 0 0,1 0 0,0 0 0,0-1 0,0 1 0,-1 0 0,1 0 0,0-1 0,-1 1 0,1 0 0,0-1 0,-1 1 0,1-1 0,0 1 0,-1-1 0,1 1 0,-1-1 0,1 0 0,-1 1 0,1-1 0,-1 0 0,1 1 0,-1-1 0,0 0 0,1 1 0,-1-1 0,0 0 0,1 0 0,-1 0 0,0 1 0,0-1 0,0 0 0,0 0 0,0 1 0,0-1 0,0-1 0,0-4 0,0 0 0,0 1 0,-2-12 0,-1 3 0,-1 0 0,-1 0 0,-11-25 0,10 27 0,6 12 0,0 0 0,0 0 0,0-1 0,0 1 0,-1 0 0,1 0 0,0 0 0,0-1 0,0 1 0,0 0 0,0 0 0,0-1 0,0 1 0,0 0 0,-1 0 0,1-1 0,0 1 0,0 0 0,0 0 0,0-1 0,0 1 0,0 0 0,0 0 0,1-1 0,-1 1 0,0 0 0,0 0 0,0 0 0,0-1 0,0 1 0,0 0 0,0 0 0,0-1 0,1 1 0,-1 0 0,0 0 0,0-1 0,10 4 0,12 12 0,1 3 0,15 11 0,45 27 0,-71-49 0,1 0 0,0-1 0,0 0 0,0-1 0,1-1 0,-1 0 0,1-1 0,19 2 0,-30-5 0,0 0 0,1 0 0,-1 0 0,1 0 0,-1-1 0,0 1 0,1-1 0,-1 0 0,0 0 0,0 0 0,0 0 0,1-1 0,-1 1 0,-1-1 0,1 0 0,0 0 0,0 0 0,-1 0 0,1 0 0,2-4 0,-2 3 0,-1 0 0,0 0 0,0-1 0,-1 1 0,1-1 0,-1 1 0,1-1 0,-1 1 0,0-1 0,0 0 0,-1 0 0,1 0 0,-1 1 0,0-1 0,0 0 0,0 0 0,-1-7 0,-2 3 9,1-1 1,-1 0-1,0 1 0,-1 0 0,0 0 1,0 0-1,-1 0 0,0 0 0,0 1 0,-1 0 1,1 0-1,-12-9 0,7 6-195,-1 2 1,0-1-1,0 2 0,0-1 1,-1 2-1,0-1 1,-22-7-1,22 11-6640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173 279 24575,'-11'12'0,"-5"7"0,15-18 0,0 0 0,0 0 0,0-1 0,0 1 0,0 0 0,0-1 0,0 1 0,0-1 0,0 1 0,0-1 0,0 1 0,0-1 0,-1 0 0,1 0 0,-2 1 0,2-2 0,0 1 0,0 0 0,0-1 0,0 1 0,0-1 0,0 1 0,1-1 0,-1 1 0,0-1 0,0 0 0,1 1 0,-1-1 0,0 0 0,1 1 0,-1-1 0,1 0 0,-1 0 0,1 0 0,-1 0 0,1 0 0,-1-1 0,-8-23 0,7 19 0,-49-121 0,8 26 0,42 98 0,0 0 0,0 0 0,0 1 0,1-1 0,-1 0 0,1 0 0,0 0 0,0-4 0,0 7 0,0-1 0,0 0 0,0 1 0,0-1 0,1 0 0,-1 1 0,0-1 0,0 1 0,1-1 0,-1 0 0,0 1 0,1-1 0,-1 1 0,1-1 0,-1 1 0,1-1 0,-1 1 0,1 0 0,-1-1 0,1 1 0,-1 0 0,1-1 0,0 1 0,-1 0 0,1 0 0,-1-1 0,1 1 0,0 0 0,-1 0 0,1 0 0,0 0 0,-1 0 0,1 0 0,0 0 0,-1 0 0,1 0 0,0 0 0,-1 0 0,1 0 0,0 1 0,-1-1 0,2 1 0,3 0 0,-1 0 0,1 1 0,0 0 0,-1 0 0,0 0 0,1 1 0,-1 0 0,6 5 0,31 31 0,-7-6 0,-20-21-1365,-1-2-5461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1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1 24575,'-3'0'0,"-79"11"0,75-10 0,-1 1 0,1 0 0,0 1 0,0 0 0,0 0 0,0 0 0,0 1 0,-9 6 0,15-9 0,0-1 0,0 1 0,0 0 0,0 0 0,0 0 0,0-1 0,1 1 0,-1 0 0,0 0 0,0 0 0,1 0 0,-1 1 0,0-1 0,1 0 0,-1 0 0,1 0 0,0 0 0,-1 1 0,1-1 0,0 0 0,0 0 0,0 1 0,0-1 0,0 0 0,0 0 0,0 1 0,0-1 0,0 0 0,0 0 0,1 0 0,-1 1 0,1-1 0,-1 0 0,1 0 0,-1 0 0,1 0 0,-1 0 0,1 0 0,0 0 0,0 0 0,0 0 0,0 0 0,1 1 0,2 2 0,0-1 0,0 0 0,0-1 0,0 1 0,1-1 0,-1 0 0,1 0 0,-1 0 0,11 2 0,-12-4 0,0 1 0,1-1 0,-1 0 0,1 0 0,-1 0 0,1 0 0,-1-1 0,1 1 0,-1-1 0,0 0 0,1 0 0,-1 0 0,0 0 0,0-1 0,1 0 0,-1 1 0,-1-1 0,1 0 0,0 0 0,0-1 0,3-3 0,-2 2 0,0-1 0,-1 0 0,1 0 0,-1 0 0,0-1 0,0 1 0,-1-1 0,1 1 0,-1-1 0,-1 0 0,2-7 0,-1 13 0,1 5 0,3 13 0,-3-8 0,1-2-227,-1 1-1,1-1 1,1 1-1,0-1 1,7 10-1,-2-8-6598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6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106 209 24575,'8'35'0,"5"21"0,3-1 0,40 98 0,-45-138 0,-6-11 0,-4-11 0,-5-9 0,0 0 0,-1 1 0,-1 0 0,-9-19 0,-36-57 0,22 42 0,10 17 0,-28-54 0,40 70 0,0-1 0,0 0 0,-5-23 0,12 37 0,-1 0 0,0-1 0,1 1 0,-1-1 0,1 1 0,0 0 0,0-1 0,1 1 0,-1-1 0,1 1 0,-1-1 0,1 1 0,2-5 0,-2 6 0,0 1 0,0-1 0,1 0 0,-1 1 0,0-1 0,1 1 0,-1 0 0,1-1 0,-1 1 0,1 0 0,0 0 0,0 0 0,-1 0 0,1 0 0,0 1 0,0-1 0,0 0 0,0 1 0,0 0 0,0-1 0,0 1 0,0 0 0,4 0 0,3 0 0,0 1 0,0 0 0,0 1 0,0-1 0,0 2 0,0-1 0,-1 1 0,1 1 0,14 7 0,-17-8 0,0 1 0,-1 0 0,1 0 0,-1 0 0,0 0 0,0 1 0,0 0 0,0 0 0,-1 0 0,0 0 0,0 1 0,0 0 0,4 11 0,-7-15 0,0 0 0,0 0 0,-1 1 0,1-1 0,-1 0 0,0 1 0,1-1 0,-1 0 0,0 1 0,0-1 0,-1 1 0,1-1 0,0 0 0,-1 1 0,1-1 0,-1 0 0,0 1 0,0-1 0,0 0 0,0 0 0,0 0 0,-1 0 0,1 0 0,0 0 0,-1 0 0,0 0 0,1-1 0,-1 1 0,0-1 0,0 1 0,0-1 0,0 0 0,0 1 0,-3 0 0,-7 4 0,-1-1 0,1-1 0,-1 0 0,-24 4 0,36-8 0,-25 6-1365,3-1-5461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245 15 24575,'-51'-5'0,"0"-1"0,-69 2 0,118 4 0,0 0 0,0 1 0,0-1 0,0 0 0,0 1 0,0-1 0,-3 3 0,1 2 0,12 2 0,-3-4 0,1 0 0,0 0 0,0 0 0,0-1 0,1 0 0,-1 0 0,1-1 0,-1 1 0,1-1 0,-1-1 0,1 1 0,-1-1 0,10-1 0,-6-1 0,0 0 0,0 0 0,-1-1 0,1 0 0,-1-1 0,1 0 0,16-10 0,-25 13 0,0 1 0,-1-1 0,1 1 0,0 0 0,0-1 0,-1 1 0,1 0 0,0 0 0,0-1 0,0 1 0,0 0 0,-1 0 0,1 0 0,0 0 0,0 0 0,0 0 0,0 0 0,0 0 0,-1 1 0,1-1 0,0 0 0,0 0 0,0 1 0,-1-1 0,1 1 0,0-1 0,0 0 0,-1 1 0,1-1 0,0 1 0,-1 0 0,1-1 0,0 2 0,2 2 0,0 0 0,0 0 0,-1 1 0,5 7 0,2 6 0,1-6 0,0 0 0,1 0 0,0-1 0,19 14 0,-27-22-124,1-1 0,0 0 0,0 1 0,0-1 0,1-1 0,-1 1-1,0-1 1,0 1 0,1-1 0,7 1 0,1-1-6702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177 264 24575,'1'1'0,"0"-1"0,-1 1 0,1-1 0,-1 1 0,1-1 0,-1 1 0,1-1 0,-1 1 0,1 0 0,-1-1 0,1 1 0,-1 0 0,0-1 0,0 1 0,1 0 0,-1-1 0,0 1 0,0 0 0,0 0 0,0-1 0,1 1 0,-1 0 0,0 0 0,-1 0 0,1-1 0,-1 1 0,1-1 0,-1 0 0,1 0 0,-1 0 0,0 0 0,1 0 0,-1 0 0,0 1 0,1-1 0,-1-1 0,1 1 0,-1 0 0,0 0 0,1 0 0,-1 0 0,1 0 0,-1-1 0,0 1 0,1 0 0,-1 0 0,1-1 0,-1 1 0,1 0 0,-1-1 0,1 1 0,-1-1 0,1 1 0,-1-1 0,-17-12 0,0-1 0,2-1 0,-1 0 0,2-1 0,0-1 0,1 0 0,-21-34 0,32 45 0,0-1 0,1 1 0,-1-1 0,1 1 0,0-1 0,1 0 0,0 0 0,0 1 0,0-9 0,1 13 0,-1 0 0,1 1 0,1-1 0,-1 0 0,0 0 0,0 1 0,1-1 0,-1 0 0,1 1 0,-1-1 0,1 0 0,-1 1 0,1-1 0,0 1 0,0-1 0,0 1 0,0-1 0,0 1 0,0 0 0,1 0 0,-1-1 0,0 1 0,1 0 0,-1 0 0,1 0 0,-1 0 0,1 1 0,-1-1 0,1 0 0,-1 1 0,1-1 0,0 1 0,-1-1 0,1 1 0,0 0 0,0-1 0,-1 1 0,1 0 0,0 0 0,3 1 0,2 0 15,-1 0 0,1 0 0,-1 1 0,0 0 0,1 0 0,-1 0 0,11 7 0,-5-2-510,0 1 0,17 15 0,-16-12-6331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8.2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0 24575,'-9'3'0,"1"-1"0,0 1 0,1 1 0,-1-1 0,1 1 0,-1 1 0,1 0 0,0 0 0,-8 8 0,13-12 0,0 1 0,0 0 0,1 0 0,-1 0 0,1 0 0,-1 1 0,1-1 0,0 0 0,0 1 0,0-1 0,0 0 0,1 1 0,-1-1 0,0 1 0,1 0 0,0-1 0,-1 1 0,1-1 0,0 1 0,1-1 0,-1 1 0,0 0 0,1-1 0,-1 1 0,1-1 0,0 1 0,0-1 0,0 0 0,0 1 0,0-1 0,1 0 0,-1 0 0,1 1 0,1 1 0,0-1 0,-1 0 0,1 0 0,0-1 0,-1 1 0,1-1 0,0 0 0,0 1 0,1-1 0,-1-1 0,0 1 0,1 0 0,-1-1 0,1 0 0,-1 0 0,1 0 0,-1 0 0,1 0 0,0-1 0,0 0 0,-1 0 0,1 0 0,0 0 0,4-1 0,0 0 0,1-1 0,-1 0 0,1-1 0,-1 0 0,0 0 0,0-1 0,0 0 0,14-10 0,-21 13-105,0 0 0,0 1 0,0-1 0,0 0 0,-1 0 0,1 0 0,0 0 0,0 0 0,-1 0 0,1 0 0,0 0 0,0-1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1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88 24575,'-15'-7'0,"-77"-32"0,74 32 0,0 1 0,-1 1 0,-20-2 0,37 6 0,0 1 0,0-1 0,0 1 0,0 0 0,0 0 0,0 0 0,0 1 0,0-1 0,0 0 0,0 1 0,0-1 0,0 1 0,0-1 0,0 1 0,1 0 0,-1 0 0,0 0 0,-2 2 0,2-2 0,1 1 0,0 0 0,0-1 0,0 1 0,0-1 0,0 1 0,0 0 0,0 0 0,1 0 0,-1 0 0,0-1 0,1 1 0,0 0 0,-1 0 0,1 4 0,0 1 0,1 0 0,-1 0 0,1 0 0,1 0 0,-1-1 0,1 1 0,1 0 0,-1-1 0,5 9 0,-3-9 0,0 0 0,0 0 0,1-1 0,-1 1 0,2-1 0,-1 0 0,0-1 0,1 1 0,0-1 0,0 0 0,0 0 0,9 3 0,-7-3 0,1 0 0,0-1 0,0 0 0,0-1 0,0 0 0,0 0 0,0-1 0,0 0 0,10-1 0,-17 0 0,0 0 0,0 0 0,0 0 0,0 0 0,0 0 0,-1-1 0,1 1 0,0-1 0,0 1 0,0-1 0,-1 0 0,1 1 0,0-1 0,-1 0 0,1 0 0,-1 0 0,1-1 0,-1 1 0,0 0 0,1 0 0,-1-1 0,0 1 0,0-1 0,0 1 0,0-1 0,0 0 0,0 1 0,0-1 0,-1 0 0,1 0 0,0 1 0,-1-1 0,0 0 0,1 0 0,-1 0 0,0 0 0,0 1 0,0-1 0,0 0 0,-1-4 0,0-1 0,0 0 0,-1 0 0,0-1 0,-1 1 0,1 1 0,-1-1 0,-1 0 0,1 1 0,-6-8 0,2 5-136,0 0-1,0 0 1,-1 1-1,-1 0 1,1 0-1,-1 1 1,-1 0-1,1 0 0,-18-8 1,12 9-6690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6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24575,'56'43'0,"-35"-26"0,1 0 0,0-2 0,31 17 0,-48-30 0,-1 0 0,0-1 0,1 1 0,0-1 0,-1 0 0,1 0 0,0 0 0,0-1 0,6 1 0,-10-1 0,1 0 0,0-1 0,0 1 0,-1 0 0,1-1 0,0 1 0,-1-1 0,1 0 0,-1 1 0,1-1 0,-1 0 0,1 0 0,-1 0 0,1 0 0,-1 0 0,0 0 0,1 0 0,-1-1 0,0 1 0,0 0 0,0-1 0,0 1 0,0-1 0,-1 1 0,1-1 0,0 0 0,-1 1 0,1-3 0,1-1 0,-1 1 0,0-1 0,-1 0 0,1 0 0,-1 0 0,0 0 0,-1 0 0,1 0 0,-1 0 0,0 0 0,0 0 0,0 1 0,-1-1 0,0 0 0,1 1 0,-2-1 0,1 1 0,0 0 0,-6-7 0,8 11 0,0 0 0,0 0 0,0 0 0,0 0 0,0 0 0,0 0 0,0 0 0,0 0 0,0 0 0,0 0 0,0 0 0,0 0 0,0 0 0,-1 0 0,1 0 0,0 0 0,0 0 0,0 0 0,0 0 0,0 0 0,0 0 0,0 0 0,0 0 0,0 0 0,0 0 0,0 0 0,0 0 0,0 0 0,0 0 0,0 0 0,0 0 0,0 0 0,0 0 0,0 0 0,0 0 0,0 0 0,0 0 0,0 0 0,0 0 0,0 0 0,0 0 0,0 0 0,-1 0 0,1 0 0,0 0 0,0 0 0,3 6 0,5 9 0,3-1-170,1-1-1,0-1 0,0 0 1,2-1-1,-1 0 0,2-1 1,27 15-1,-29-18-6655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0.1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24575,'43'44'0,"-42"-42"0,0-1 0,1 1 0,-1 0 0,1-1 0,-1 1 0,1-1 0,0 1 0,-1-1 0,1 0 0,0 0 0,0 0 0,0 0 0,0 0 0,0 0 0,0 0 0,5 0 0,-5-1 0,0 0 0,0 0 0,0-1 0,0 1 0,0-1 0,0 1 0,0-1 0,0 0 0,0 0 0,-1 0 0,1 0 0,0 0 0,0 0 0,-1 0 0,1-1 0,-1 1 0,1 0 0,1-3 0,14-16 0,-12 14 0,0 1 0,0-1 0,7-5 0,-10 9 0,0 1 0,1-1 0,-1 1 0,1-1 0,0 1 0,-1 0 0,1 0 0,0 0 0,0 1 0,-1-1 0,7 0 0,-1 1 0,1 0 0,-1 1 0,1 0 0,-1 0 0,0 1 0,0 0 0,0 1 0,0 0 0,9 4 0,12 7 0,27 19 0,-41-23 0,9 5-1365,-15-9-5461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1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125 475 24575,'-11'2'0,"1"1"0,0 0 0,0 1 0,0 0 0,1 1 0,-1 0 0,-13 9 0,20-11 0,0-1 0,1 1 0,-1-1 0,1 1 0,-1 0 0,1 0 0,0 0 0,0 0 0,0 0 0,-3 7 0,5-8 0,-1 1 0,0 0 0,1-1 0,-1 1 0,1 0 0,0 0 0,0-1 0,0 1 0,0 0 0,1 0 0,-1-1 0,1 1 0,0 0 0,-1-1 0,1 1 0,2 3 0,0 0 0,1 1 0,1 0 0,-1-1 0,1 1 0,0-1 0,0-1 0,1 1 0,11 9 0,-12-11 0,0-1 0,0 0 0,0 0 0,0 0 0,1 0 0,-1-1 0,1 0 0,-1 0 0,1-1 0,0 1 0,-1-1 0,10 0 0,-12-1 0,-1 0 0,1-1 0,-1 1 0,1-1 0,-1 0 0,0 1 0,1-1 0,-1 0 0,0-1 0,0 1 0,0 0 0,0-1 0,0 1 0,0-1 0,0 1 0,0-1 0,0 0 0,-1 0 0,1 0 0,-1 0 0,0 0 0,1 0 0,-1 0 0,1-5 0,3-3 0,-2 1 0,0-2 0,0 1 0,2-16 0,-3 8 0,-1-1 0,-1 1 0,0-1 0,-6-34 0,-21-72 0,-53-143 0,66 226 0,14 39 0,-7-14 0,7 16 0,0 1 0,0-1 0,0 1 0,0-1 0,-1 1 0,1-1 0,0 0 0,0 1 0,-1-1 0,1 1 0,-1-1 0,1 1 0,0 0 0,-1-1 0,1 1 0,-1-1 0,1 1 0,-1 0 0,1-1 0,-1 1 0,0-1 0,0 2 0,1-1 0,-1 1 0,1-1 0,0 0 0,-1 1 0,1-1 0,0 1 0,-1-1 0,1 1 0,0-1 0,0 1 0,0 0 0,-1-1 0,1 1 0,0-1 0,0 1 0,0-1 0,0 1 0,0 0 0,0-1 0,0 2 0,0 14 0,0-16 0,2 26 0,2 1 0,0-1 0,2-1 0,9 27 0,42 97 0,-49-131-97,0-1-1,1 0 1,1-1-1,1 0 1,0 0-1,1-1 1,0-1-1,1 0 1,1 0-1,1-1 1,-1-1-1,2-1 0,26 15 1,-30-19-6729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2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98 24575,'-52'-24'0,"8"3"0,-84-28 0,126 48 0,0 0 0,0 1 0,0-1 0,-1 1 0,1 0 0,0-1 0,0 1 0,0 0 0,-1 0 0,1 1 0,0-1 0,0 0 0,0 1 0,0-1 0,-3 2 0,4-1 0,0 0 0,0 0 0,0 0 0,0 0 0,0 0 0,0 0 0,0 0 0,0 0 0,1 0 0,-1 1 0,1-1 0,-1 0 0,1 0 0,-1 1 0,1-1 0,-1 0 0,1 1 0,0-1 0,0 0 0,0 1 0,0-1 0,0 1 0,0-1 0,0 0 0,1 2 0,0 6 0,1-1 0,-1 1 0,2-1 0,-1 0 0,1 0 0,7 14 0,31 45 0,-23-38 0,175 242 0,-139-202-1365,-45-57-5461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348 32 24575,'-30'-3'0,"-15"-3"0,-5 0 0,4 0 0,7 2 0,5 1 0,6 1 0,5 1 0,4 1 0,5 2 0,3 2 0,3 2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5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185 216 24575,'-1'1'0,"0"0"0,-1 0 0,1 0 0,0-1 0,0 1 0,-1 0 0,1-1 0,-1 1 0,1-1 0,0 0 0,-1 1 0,1-1 0,-1 0 0,1 0 0,-1 0 0,1 0 0,-1 0 0,1 0 0,-1 0 0,1-1 0,0 1 0,-1 0 0,1-1 0,-1 1 0,1-1 0,0 0 0,0 1 0,-1-1 0,1 0 0,0 0 0,-2-1 0,-2-4 0,0 0 0,0 0 0,1 0 0,0 0 0,-4-9 0,-7-9 0,-18-19 0,21 29 0,0-1 0,2 0 0,-12-21 0,21 36 0,1-1 0,-1 0 0,1 0 0,0 1 0,-1-1 0,1 0 0,0 0 0,-1 1 0,1-1 0,0 0 0,0 0 0,0 0 0,0 1 0,0-1 0,0 0 0,0 0 0,0 0 0,0 0 0,0 1 0,0-1 0,0 0 0,1 0 0,-1 0 0,1 0 0,-1 1 0,1-1 0,0 1 0,-1 0 0,1 0 0,0-1 0,-1 1 0,1 0 0,0 0 0,-1 0 0,1 0 0,0 0 0,-1 0 0,1 0 0,0 0 0,0 0 0,-1 0 0,1 0 0,0 0 0,0 1 0,6 1 0,0 0 0,0 1 0,11 6 0,11 10-1365,-17-11-5461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237 114 24575,'-28'-5'0,"-132"-16"0,157 21 0,-1-1 0,1 1 0,0 0 0,-1 1 0,1-1 0,0 1 0,0-1 0,0 1 0,-1 0 0,-2 1 0,6-1 0,-1-1 0,0 1 0,1-1 0,-1 1 0,0-1 0,1 1 0,-1-1 0,1 1 0,-1-1 0,1 1 0,-1 0 0,1-1 0,0 1 0,-1 0 0,1-1 0,0 1 0,-1 0 0,1 0 0,0 1 0,0-1 0,0 1 0,0-1 0,0 0 0,0 1 0,0-1 0,1 1 0,-1-1 0,0 0 0,1 1 0,-1-1 0,1 0 0,0 2 0,4 5 0,0-1 0,-1 0 0,2 0 0,-1-1 0,1 0 0,0 0 0,1 0 0,11 8 0,-5-5 0,0-1 0,0-1 0,1 0 0,16 6 0,-22-10 0,1-1 0,0 1 0,0-2 0,0 1 0,18 0 0,-23-2 0,-1 0 0,1 0 0,-1-1 0,1 1 0,-1-1 0,1 0 0,-1 1 0,1-2 0,-1 1 0,0 0 0,1-1 0,-1 1 0,0-1 0,0 0 0,0 0 0,0 0 0,-1 0 0,4-4 0,-5 4 0,0 0 0,0 0 0,0 0 0,0 0 0,-1 0 0,1 0 0,-1 0 0,1 0 0,-1 0 0,0 0 0,0 0 0,1 0 0,-2 0 0,1 0 0,0 0 0,0-1 0,-1 1 0,1 0 0,-1 0 0,1 0 0,-1 0 0,0 0 0,-2-3 0,-2-4 0,0 0 0,-1 0 0,-9-11 0,3 6 0,0 0 0,-1 1 0,-1 1 0,0 0 0,-1 0 0,0 2 0,0 0 0,-27-12 0,40 21 6,1 0 0,-1 0 0,0 1 0,0-1 0,0 0 0,1 1 0,-1 0 0,0-1 0,0 1 0,0 0 0,0 0 0,0 0 0,0 0 0,0 1 0,0-1 0,0 0 0,0 1 0,1-1 0,-4 2 0,3 0-112,0-1 0,0 1 0,0 0 0,0-1 0,0 1 0,0 0-1,1 0 1,-1 0 0,1 0 0,-1 1 0,1-1 0,0 0 0,-2 5 0,-2 6-6720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4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67 24575,'-1'1'0,"1"-1"0,0 1 0,-1 0 0,1-1 0,0 1 0,-1 0 0,1 0 0,0 0 0,0-1 0,0 1 0,0 0 0,0 0 0,0 0 0,0-1 0,0 1 0,0 0 0,0 0 0,0 0 0,1-1 0,-1 1 0,0 0 0,0 0 0,1 0 0,-1-1 0,1 1 0,-1 0 0,1-1 0,-1 1 0,1 0 0,-1-1 0,1 1 0,-1-1 0,2 1 0,1 3 0,0-1 0,1 0 0,0 0 0,5 4 0,-3-4 0,0 0 0,0-1 0,1 0 0,-1 0 0,0 0 0,1-1 0,-1 0 0,1 0 0,11 0 0,-13-1 0,0 0 0,0 0 0,-1-1 0,1 1 0,0-1 0,0-1 0,0 1 0,-1 0 0,1-1 0,0 0 0,-1 0 0,0-1 0,7-4 0,-9 6 0,-1-1 0,1 1 0,-1-1 0,1 0 0,-1 0 0,0 1 0,0-1 0,0 0 0,0 0 0,0 0 0,0 0 0,-1-1 0,1 1 0,0 0 0,-1 0 0,0 0 0,0 0 0,1-1 0,-1 1 0,-1 0 0,1 0 0,0 0 0,0-1 0,-1 1 0,-1-4 0,1 2 0,-1 1 0,1-1 0,-1 1 0,0-1 0,0 1 0,0 0 0,0-1 0,-1 1 0,1 0 0,-1 1 0,0-1 0,0 0 0,-6-3 0,9 5 0,-1 1 0,1 0 0,0 0 0,-1-1 0,1 1 0,0 0 0,-1 0 0,1-1 0,-1 1 0,1 0 0,0 0 0,-1 0 0,1 0 0,-1 0 0,1 0 0,-1 0 0,1 0 0,0 0 0,-1 0 0,1 0 0,-1 0 0,1 0 0,-1 0 0,1 0 0,-1 0 0,1 1 0,-1-1 0,1 1 0,0-1 0,0 0 0,0 1 0,0-1 0,-1 1 0,1-1 0,0 1 0,0-1 0,0 1 0,0-1 0,0 0 0,0 1 0,0-1 0,0 1 0,0-1 0,1 1 0,-1 0 0,1 2 0,0 0 0,0 0 0,0 0 0,0 0 0,3 5 0,2-2 0,-1 1 0,1-1 0,0 0 0,1-1 0,-1 0 0,14 9 0,-17-13 0,0 1 0,0 0 0,0-1 0,0 1 0,1-1 0,-1 0 0,0 0 0,1 0 0,-1-1 0,0 1 0,1-1 0,-1 0 0,1 1 0,-1-2 0,1 1 0,-1 0 0,0-1 0,1 1 0,3-2 0,-5 0 0,0 1 0,0 0 0,0-1 0,0 1 0,0-1 0,-1 0 0,1 0 0,0 1 0,-1-1 0,0 0 0,1 0 0,-1 0 0,0-1 0,0 1 0,0 0 0,0 0 0,-1-1 0,1 1 0,0-5 0,0 5 0,-1-1 0,1 0 0,0 0 0,0 1 0,0-1 0,1 0 0,-1 1 0,1-1 0,-1 1 0,1 0 0,2-3 0,-3 5 0,0-1 0,0 0 0,0 1 0,0-1 0,0 1 0,0 0 0,0-1 0,0 1 0,0 0 0,1 0 0,-1 0 0,0-1 0,0 1 0,0 0 0,0 1 0,1-1 0,-1 0 0,0 0 0,0 0 0,0 1 0,0-1 0,0 1 0,2 0 0,26 15 0,-23-12 0,9 5 0,1 0 0,0-1 0,27 10 0,-31-13-1365,-3-1-5461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4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 24575,'8'14'0,"0"0"0,1 0 0,1-1 0,0-1 0,1 1 0,1-2 0,-1 1 0,2-2 0,-1 0 0,2 0 0,-1-1 0,1-1 0,19 9 0,-30-16 0,0 0 0,0 1 0,1-2 0,-1 1 0,0 0 0,0-1 0,1 0 0,-1 1 0,0-1 0,1 0 0,-1-1 0,0 1 0,1-1 0,-1 1 0,6-3 0,-7 2 0,0 0 0,0 0 0,-1 0 0,1 0 0,0 0 0,-1-1 0,1 1 0,-1 0 0,1-1 0,-1 1 0,0-1 0,0 0 0,0 1 0,1-1 0,-2 0 0,1 0 0,0 1 0,0-1 0,-1 0 0,1 0 0,0 0 0,-1 0 0,0 0 0,0 0 0,1 0 0,-1 0 0,-1-3 0,0-5 0,0 1 0,-1 0 0,0-1 0,-1 1 0,0 0 0,-6-12 0,1 4 0,-1 0 0,-14-18 0,20 32 0,8 14 0,9 16 0,-6-14 0,1-1 0,0 0 0,1 0 0,0-1 0,1 0 0,0-1 0,0 0 0,1-1 0,20 12 0,-30-20 0,0 0 0,0 0 0,0 0 0,0 0 0,1 0 0,-1 0 0,0-1 0,1 1 0,-1-1 0,0 1 0,1-1 0,-1 0 0,1 0 0,-1 0 0,0-1 0,1 1 0,-1 0 0,1-1 0,-1 1 0,0-1 0,3-1 0,-2 0 0,-1 1 0,1-1 0,-1 0 0,0 0 0,1 0 0,-1 0 0,0-1 0,-1 1 0,1 0 0,0-1 0,-1 1 0,1-1 0,-1 0 0,0 0 0,0 1 0,2-6 0,-1-1 0,-1 4 0,0 1 0,1 0 0,-1 0 0,1 0 0,4-8 0,-6 12 0,1-1 0,0 0 0,0 0 0,-1 0 0,1 0 0,0 1 0,0-1 0,0 0 0,0 1 0,0-1 0,0 1 0,0-1 0,0 1 0,0 0 0,0-1 0,0 1 0,0 0 0,0 0 0,1 0 0,-1-1 0,0 1 0,0 0 0,0 1 0,0-1 0,0 0 0,0 0 0,0 0 0,2 1 0,3 1-18,0 1 0,-1-1-1,1 1 1,-1 0 0,1 1-1,-1 0 1,0-1 0,0 1-1,8 10 1,1-1-1164,-2-3-5644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72 24575,'-10'-6'0,"-1"0"0,0 0 0,0 1 0,0 1 0,-1 0 0,-22-5 0,34 9 0,-1 0 0,0 0 0,1 0 0,-1-1 0,1 1 0,-1 0 0,1 0 0,-1 0 0,0 0 0,1 0 0,-1 0 0,1 0 0,-1 1 0,0-1 0,1 0 0,-1 0 0,1 0 0,-2 1 0,9 5 0,17 5 0,30 4 0,102 17 0,-152-31 0,-1-1 0,1 0 0,-1 0 0,1 0 0,0 0 0,-1-1 0,0 1 0,1-1 0,-1 0 0,1 0 0,-1 0 0,4-2 0,-6 2 0,0 1 0,0-1 0,0 0 0,0 1 0,0-1 0,0 0 0,0 0 0,0 0 0,-1 1 0,1-1 0,0 0 0,-1 0 0,1 0 0,0 0 0,-1-1 0,0 1 0,1 0 0,-1 0 0,0 0 0,1 0 0,-1 0 0,0-1 0,0 1 0,0 0 0,0 0 0,0 0 0,0 0 0,0-1 0,0 1 0,-1 0 0,1 0 0,0 0 0,-1 0 0,1 0 0,-1-1 0,1 1 0,-1 0 0,1 0 0,-2-1 0,-1-2-97,0 0-1,0 1 1,-1-1-1,1 1 1,-1 0-1,0 0 1,0 0-1,0 0 1,0 1-1,0-1 1,0 1-1,-1 0 0,-5-1 1,-6-3-6729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6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226 27 24575,'-28'-8'0,"-11"-2"0,1 3 0,4 5 0,8 6 0,8 4 0,5 1 0,5 2 0,1 1 0,-1-2 0,1 1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7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224 489 24575,'-32'-11'0,"7"1"0,-1 2 0,0 1 0,-51-8 0,75 15 0,0 0 0,0 0 0,-1 0 0,1 0 0,0 0 0,0 1 0,0-1 0,-1 1 0,1-1 0,0 1 0,0 0 0,-2 1 0,3-2 0,1 1 0,-1-1 0,0 1 0,1 0 0,-1-1 0,1 1 0,-1 0 0,1-1 0,-1 1 0,1 0 0,0 0 0,-1-1 0,1 1 0,0 0 0,0 0 0,-1 0 0,1-1 0,0 1 0,0 0 0,0 0 0,0 0 0,0 0 0,0-1 0,0 1 0,0 0 0,1 0 0,-1 0 0,0-1 0,0 1 0,1 0 0,-1 0 0,0-1 0,1 2 0,4 8 0,1 0 0,0-1 0,0 0 0,0 0 0,1 0 0,1-1 0,0 0 0,0-1 0,10 8 0,-3-3 0,0-2 0,1 0 0,0-1 0,30 12 0,-41-19 0,0 0 0,0-1 0,1 1 0,-1-1 0,0 0 0,1 0 0,-1-1 0,1 0 0,-1 0 0,1 0 0,9-2 0,-11 1 0,-1 0 0,0 0 0,0-1 0,0 1 0,0-1 0,0 0 0,0 1 0,0-1 0,0-1 0,-1 1 0,1 0 0,-1-1 0,0 1 0,1-1 0,-1 0 0,0 1 0,-1-1 0,1 0 0,2-6 0,0-1 0,-1 0 0,0 0 0,-1 0 0,0 0 0,-1 0 0,0 0 0,0-1 0,-1 1 0,-1 0 0,0-1 0,0 1 0,-1 0 0,-4-15 0,-4-8 0,-2 1 0,-27-53 0,-37-52 0,57 106 0,-2 1 0,-32-35 0,51 64 0,1-1 0,-1 0 0,1 1 0,-1-1 0,0 1 0,0 0 0,1 0 0,-1 0 0,0 0 0,-3-1 0,5 2 0,0 0 0,0-1 0,0 1 0,-1 0 0,1 0 0,0 0 0,0 0 0,0 0 0,-1 1 0,1-1 0,0 0 0,0 0 0,0 0 0,-1 0 0,1 0 0,0 0 0,0 0 0,0 0 0,0 0 0,-1 0 0,1 0 0,0 1 0,0-1 0,0 0 0,0 0 0,0 0 0,0 0 0,-1 0 0,1 1 0,0-1 0,0 0 0,0 0 0,0 0 0,0 1 0,0-1 0,0 0 0,1 16 0,9 11 0,2 1 0,0-2 0,19 31 0,-13-24 0,156 270 0,-166-289-1365,-2-2-5461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8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192 264 24575,'-6'-2'0,"-1"0"0,1 1 0,-1 0 0,1 0 0,-1 0 0,-9 1 0,15 0 0,0 0 0,-1 0 0,1 0 0,0 0 0,0 0 0,0 0 0,-1 1 0,1-1 0,0 0 0,0 1 0,0-1 0,0 1 0,0-1 0,0 1 0,0 0 0,0-1 0,0 1 0,0 0 0,0 0 0,0 0 0,0 0 0,0 0 0,1 0 0,-1 0 0,0 0 0,1 0 0,-1 0 0,1 0 0,-1 0 0,1 0 0,0 1 0,-1-1 0,1 0 0,0 0 0,0 0 0,0 1 0,0-1 0,0 0 0,0 0 0,0 0 0,1 3 0,0 3 0,1 0 0,0-1 0,0 1 0,1 0 0,0-1 0,0 0 0,1 0 0,4 6 0,1 1 0,1 0 0,17 16 0,-6-8 0,37 34 0,-57-55 0,-1 0 0,0 1 0,1-1 0,-1 0 0,0 1 0,1-1 0,-1 0 0,1 1 0,-1-1 0,0 0 0,1 0 0,-1 0 0,1 1 0,-1-1 0,1 0 0,-1 0 0,0 0 0,1 0 0,-1 0 0,1 0 0,-1 0 0,2 0 0,-2-8 0,-10-15 0,-73-109 0,-37-63 0,103 166 0,11 19 0,-1 0 0,2-1 0,-1 0 0,1 0 0,1 0 0,-3-12 0,7 22 0,-1 1 0,1-1 0,0 1 0,0-1 0,0 1 0,0-1 0,0 1 0,0-1 0,0 0 0,0 1 0,0-1 0,0 1 0,0-1 0,0 1 0,0-1 0,0 1 0,0-1 0,0 1 0,1-1 0,-1 1 0,0-1 0,0 1 0,1-1 0,-1 1 0,0-1 0,1 1 0,-1-1 0,1 1 0,0 0 0,0 0 0,-1 0 0,1 0 0,0 0 0,-1 0 0,1 0 0,0 0 0,-1 1 0,1-1 0,0 0 0,0 0 0,-1 1 0,1-1 0,-1 0 0,1 1 0,0 0 0,31 24 0,-28-21 0,40 36 0,88 73 0,-107-93 0,1-2 0,1-1 0,42 20 0,52 12 0,-103-43 0,0 0 0,0-2 0,0 0 0,37 2 0,-53-6 0,1 0 0,-1 0 0,1 0 0,-1 0 0,1-1 0,-1 1 0,1-1 0,-1 0 0,1 0 0,-1 0 0,0 0 0,1 0 0,-1 0 0,0 0 0,0-1 0,2-1 0,-2 1 0,-1 1 0,0 0 0,0-1 0,0 1 0,0-1 0,-1 1 0,1-1 0,0 0 0,-1 1 0,1-1 0,-1 0 0,1 1 0,-1-1 0,0 0 0,0 0 0,1 1 0,-1-1 0,-1 0 0,1 0 0,0 1 0,0-1 0,-1 0 0,0-3 0,-2-3 0,0 0 0,-1 0 0,0 0 0,0 1 0,-1 0 0,0-1 0,0 2 0,-8-9 0,-7-5 0,-25-21 0,25 26-341,0 0 0,-1 2-1,-25-13 1,26 15-6485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04.5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2641 121 24575,'-370'16'0,"-4"-17"0,341 1 0,-314-7-2266,-143-1-4458,251 0 6803,10 1 2946,97 7 2392,-65 0-4737,-21 0-891,207-1 211,16-4 0,18-3 0,6 2 0,-1 1 0,47-3 0,-35 5 0,397-7-191,-291 12-569,456 13-178,15 0 438,-507-14 452,135-2-591,-2-19 1382,-233 19-738,-4 1 209,1-1 1,0-1-1,-1 1 0,1-1 0,-1 0 0,0 0 1,9-5-1,-14 7-191,-1 0 1,1 0 0,0-1 0,-1 1-1,1 0 1,-1-1 0,1 1-1,-1-1 1,1 1 0,-1-1-1,1 1 1,-1-1 0,0 1-1,1-1 1,-1 1 0,0-1-1,1 0 1,-1 1 0,0-1-1,0 1 1,1-1 0,-1 0-1,0 0 1,0 0-19,0 1 0,-1-1 0,1 0 0,0 1 0,0-1 0,-1 0 0,1 1 0,0-1 0,-1 1 0,1-1 0,-1 1 0,1-1 0,-1 1 0,1-1 0,-1 1 0,1 0 1,-1-1-1,0 0 0,-3-1-14,0 1 1,0-1 0,1 0 0,-1 1-1,-8-2 1,-61-6 8,-98-2 0,-76 14 0,242-3 0,-502 36 0,300-18 0,67-6 0,-213 15 0,1-16 0,294-10 0,-59-3 0,113 1-5,0 1 0,0-1 0,0 0 0,0-1 0,0 1 0,1-1 1,-1 1-1,-5-5 0,-4-1-1316,4 3-5505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0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 94 24575,'-22'-39'0,"18"30"0,0 0 0,-1 0 0,-1 1 0,-6-9 0,12 17 0,0 0 0,0-1 0,0 1 0,-1 0 0,1 0 0,0 0 0,0 0 0,0 0 0,0 0 0,0 0 0,0 0 0,0-1 0,0 1 0,0 0 0,-1 0 0,1 0 0,0 0 0,0 0 0,0 0 0,0 0 0,0 0 0,0 0 0,0 0 0,-1 0 0,1 0 0,0 0 0,0 0 0,0 0 0,0 0 0,0 0 0,0 0 0,-1 0 0,1 0 0,0 0 0,0 0 0,0 0 0,0 0 0,0 0 0,0 0 0,-1 0 0,1 0 0,0 0 0,0 1 0,0-1 0,0 0 0,0 0 0,-3 8 0,2 12 0,1-19 0,1 14 0,0 0 0,1 0 0,1-1 0,6 23 0,25 54 0,-20-57 0,12 43 0,-21-58-111,-2-12-15,-1 0 1,0 0 0,-1 0-1,0 0 1,0 0 0,0 0-1,-1 0 1,0 0-1,-1 14 1,-3-12-6701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2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19 104 24575,'-1'0'0,"0"0"0,1 1 0,-1-1 0,0 0 0,1 0 0,-1 0 0,0 0 0,1-1 0,-1 1 0,1 0 0,-1 0 0,0 0 0,1 0 0,-1-1 0,0 1 0,1 0 0,-1-1 0,1 1 0,-1 0 0,1-1 0,-1 1 0,1-1 0,-1 1 0,1-1 0,-1 1 0,1-1 0,0 1 0,-1-1 0,1 1 0,0-1 0,-1 1 0,1-1 0,0 0 0,0 1 0,-1-2 0,2 1 0,-1 0 0,0 1 0,0-1 0,1 0 0,-1 0 0,0 1 0,1-1 0,-1 0 0,0 1 0,1-1 0,-1 0 0,1 1 0,-1-1 0,1 0 0,0 1 0,-1-1 0,1 1 0,0-1 0,-1 1 0,1 0 0,0-1 0,-1 1 0,1 0 0,0-1 0,0 1 0,-1 0 0,1 0 0,0 0 0,1-1 0,18-1 0,1 0 0,0 1 0,31 3 0,-2 0 0,-27-2 0,-1-2 0,36-5 0,-23 2 0,-1 2 0,0 2 0,38 3 0,-7-1 0,-17-1 0,54 9 0,-42-4 0,92-3 0,-78-3 0,-27-2 0,0-2 0,70-16 0,-64 11 0,-11 2 0,1 1 0,52 1 0,20-2 0,0 1 0,834 8 0,-923 0 0,29 5 0,21 2 0,135 9 0,-82-4 0,-69-6 0,36 1 0,-42-8 0,86-2 0,-91-5 0,-31 4 0,33-1 0,-4 4 0,68 9 0,51 6 0,-98-9 0,98-5 0,-78-2 0,-79 1 0,22 0 0,0-1 0,45-7 0,-48 4 0,30-1 0,13-1 0,-20 1 0,0 2 0,52 4 0,-26 0 0,784-1 0,-850 1 0,0 0 0,20 5 0,-19-4 0,0 0 0,14 1 0,-12-2 0,24 5 0,-30-4 0,-1 0 0,1-1 0,0 0 0,0 0 0,0-1 0,0 0 0,0-1 0,0 1 0,11-4 0,-5 1 0,0 0 0,1 1 0,0 0 0,-1 1 0,1 1 0,21 2 0,-34-2 0,-1 0 0,1 0 0,-1 1 0,0-1 0,1 0 0,-1 1 0,0-1 0,1 1 0,-1 0 0,0-1 0,1 1 0,-1 0 0,0 0 0,0 0 0,0 0 0,0 0 0,0 0 0,0 0 0,1 1 0,-1 0 0,0 0 0,0 0 0,0 1 0,0-1 0,-1 0 0,1 0 0,-1 1 0,1-1 0,-1 0 0,0 5 0,0 3 0,-1 1 0,-1-1 0,0 0 0,-4 12 0,6-19 0,-2 4 1,1-1 0,0 1-1,0-1 1,1 1 0,0 0-1,1 12 1,11 39 16,-1-9-1404,-8-33-5439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5.8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91 24575,'2'-7'0,"0"1"0,1-1 0,0 0 0,1 1 0,0 0 0,0 0 0,0 0 0,8-9 0,-9 13 0,-1-1 0,1 1 0,0 0 0,-1 0 0,1 0 0,0 1 0,0-1 0,0 1 0,0-1 0,1 1 0,-1 0 0,0 0 0,1 0 0,-1 1 0,0-1 0,1 1 0,-1 0 0,0 0 0,1 0 0,5 1 0,0 1 0,0 0 0,0 1 0,-1 0 0,1 0 0,-1 1 0,1 0 0,-1 0 0,0 1 0,-1 0 0,1 1 0,8 7 0,-13-10 0,0-1 0,-1 1 0,1 0 0,0 1 0,-1-1 0,0 0 0,0 1 0,0 0 0,0-1 0,0 1 0,-1 0 0,0 0 0,0 0 0,0 0 0,0 0 0,0 0 0,-1 0 0,0 0 0,0 0 0,0 0 0,0 0 0,-1 0 0,1 0 0,-1 0 0,0 0 0,0 0 0,-3 5 0,0 1 0,-1-1 0,-1 0 0,1 0 0,-1-1 0,-13 14 0,-41 35 0,13-13 0,47-44 0,-1 1 0,0 0 0,0 0 0,1-1 0,-1 1 0,0 0 0,1 0 0,-1 0 0,0 0 0,1 0 0,0 0 0,-1 0 0,1 0 0,-1 0 0,1 0 0,0 0 0,0 0 0,0 0 0,0 2 0,0-2 0,0 0 0,0-1 0,1 1 0,-1 0 0,1 0 0,-1-1 0,1 1 0,-1-1 0,1 1 0,-1 0 0,1-1 0,-1 1 0,1-1 0,0 1 0,-1-1 0,1 1 0,0-1 0,-1 0 0,3 1 0,2 1 0,1 0 0,-1-1 0,1 0 0,0 0 0,10 0 0,-2-1 0,99 8 0,-104-7-120,-3 1-58,0-1 0,0-1 0,0 1 1,0-1-1,0 0 0,10-2 0,-7-1-6648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0.8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24575,'0'3'0,"1"0"0,-1 0 0,1-1 0,0 1 0,0 0 0,0 0 0,1-1 0,-1 1 0,1-1 0,2 5 0,0-2 0,0 0 0,0-1 0,0 1 0,6 4 0,-5-5 0,0-1 0,0 0 0,0 0 0,1-1 0,-1 0 0,0 1 0,1-2 0,0 1 0,-1-1 0,1 0 0,8 1 0,-12-2 0,0 0 0,0 0 0,0 0 0,0 0 0,0 0 0,-1 0 0,1-1 0,0 1 0,0-1 0,0 0 0,0 1 0,0-1 0,-1 0 0,1 0 0,0 0 0,0 0 0,-1 0 0,1-1 0,-1 1 0,1 0 0,-1-1 0,0 1 0,0-1 0,1 1 0,-1-1 0,0 0 0,0 1 0,-1-1 0,1 0 0,0 0 0,0 0 0,-1 0 0,0 0 0,1 0 0,-1 1 0,0-4 0,1 1 0,-1 1 0,1-1 0,-1 1 0,1-1 0,0 1 0,1-1 0,-1 1 0,2-4 0,-3 7 0,1-1 0,-1 1 0,0-1 0,1 1 0,-1-1 0,1 1 0,-1 0 0,0-1 0,1 1 0,-1 0 0,1-1 0,-1 1 0,1 0 0,-1 0 0,1-1 0,0 1 0,-1 0 0,1 0 0,-1 0 0,1 0 0,-1 0 0,2 0 0,-1 0 0,0 0 0,1 1 0,-1-1 0,0 1 0,0-1 0,1 1 0,-1-1 0,0 1 0,0 0 0,0 0 0,0-1 0,0 1 0,2 2 0,33 34 0,-23-23 0,1 0 0,18 14 0,-21-19-1365,-3-2-5461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68 329 24575,'-6'3'0,"-2"0"0,1 1 0,-1 0 0,1 1 0,0 0 0,-7 6 0,13-11 0,0 1 0,1 0 0,-1 0 0,0 0 0,0 0 0,1 0 0,-1 0 0,0 0 0,1 0 0,-1 0 0,1 0 0,-1 0 0,1 1 0,0-1 0,-1 0 0,1 0 0,0 0 0,0 1 0,0-1 0,0 0 0,0 0 0,0 0 0,0 1 0,0-1 0,0 0 0,1 0 0,-1 0 0,0 1 0,1-1 0,-1 0 0,1 0 0,0 0 0,-1 0 0,1 0 0,0 0 0,-1 0 0,1 0 0,0 0 0,0 0 0,0-1 0,0 1 0,0 0 0,2 0 0,3 4 0,1-1 0,0 0 0,0 0 0,0 0 0,0-1 0,0 0 0,1-1 0,0 0 0,14 3 0,-9-3 0,0-1 0,0 0 0,-1-1 0,1-1 0,18-2 0,-28 2 0,0 1 0,0-1 0,0 0 0,0 1 0,0-1 0,-1-1 0,1 1 0,0 0 0,-1-1 0,1 1 0,-1-1 0,1 0 0,-1 0 0,0 0 0,0 0 0,1 0 0,-2-1 0,1 1 0,0 0 0,0-1 0,-1 0 0,1 1 0,-1-1 0,0 0 0,0 0 0,0 1 0,0-1 0,-1 0 0,1 0 0,-1 0 0,1 0 0,-1 0 0,0 0 0,-1-5 0,0-2 0,-1 1 0,0-1 0,0 1 0,-1-1 0,0 1 0,0 0 0,-1 0 0,-9-13 0,-6-8 0,-23-28 0,22 32 0,-5-8 0,4 4 0,-2 0 0,-34-33 0,68 85 0,29 35-119,63 96 370,-84-121-625,-2 0-1,-1 1 1,11 37 0,-21-54-6452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24575,'-1'8'0,"-1"1"0,1 0 0,1 0 0,0 0 0,0 0 0,0-1 0,1 1 0,1 0 0,0 0 0,0-1 0,0 1 0,1-1 0,8 16 0,4 4 0,1-1 0,30 39 0,-30-44 0,-9-12 0,1 0 0,0-1 0,1 0 0,0 0 0,13 9 0,-22-18 0,0 0 0,0 0 0,0 0 0,0 1 0,0-1 0,1 0 0,-1 0 0,0 0 0,0 0 0,0 0 0,0 0 0,0 0 0,0 0 0,1 0 0,-1 0 0,0 0 0,0 0 0,0 0 0,0 0 0,1 0 0,-1 0 0,0 0 0,0 0 0,0 0 0,0 0 0,0 0 0,1 0 0,-1 0 0,0 0 0,0 0 0,0 0 0,0 0 0,1 0 0,-1 0 0,0 0 0,0 0 0,0 0 0,0 0 0,0-1 0,0 1 0,0 0 0,1 0 0,-1 0 0,1-9 0,-5-11 0,2 16 0,1 1 0,0 0 0,0-1 0,1 1 0,-1-1 0,1 1 0,-1-6 0,1 8 0,0 1 0,0-1 0,1 1 0,-1-1 0,0 1 0,0-1 0,0 1 0,0-1 0,1 1 0,-1-1 0,0 1 0,0 0 0,1-1 0,-1 1 0,0-1 0,1 1 0,-1 0 0,1-1 0,-1 1 0,0 0 0,1-1 0,-1 1 0,1 0 0,0-1 0,1 1 0,-1 0 0,0 0 0,1 0 0,-1 0 0,0 0 0,1 0 0,-1 0 0,0 0 0,0 0 0,1 1 0,-1-1 0,2 1 0,17 7 0,0 1 0,-1 0 0,25 17 0,-4-2 0,-34-21 0,31 19 0,-34-20 0,0 0 0,-1 0 0,0 0 0,1 0 0,-1 1 0,0-1 0,0 1 0,0-1 0,0 1 0,2 4 0,-4-6 0,0-1 0,1 1 0,-1-1 0,0 1 0,0-1 0,0 1 0,0-1 0,0 1 0,0 0 0,0-1 0,0 1 0,0-1 0,0 1 0,0-1 0,0 1 0,0 0 0,0-1 0,0 1 0,-1-1 0,1 1 0,0-1 0,0 1 0,-1-1 0,1 1 0,-1 0 0,0 0 0,0 0 0,0-1 0,0 1 0,0 0 0,-1-1 0,1 1 0,0 0 0,0-1 0,-1 0 0,1 1 0,-1-1 0,-6 2 0,0-2 0,0 1 0,-8-1 0,11 0 0,-42-2 0,0-2 0,-85-19 0,116 19-1365,4-1-5461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24575,'13'20'0,"6"12"0,3 5 0,-1 4 0,0-2 0,-2-3 0,-1-3 0,-2-4 0,0-2 0,-1-3 0,-1-4 0,-2-2 0,-1-1 0,1-2 0,-3-3-8191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42 24575,'-3'0'0,"0"0"0,0 0 0,0 1 0,0-1 0,0 1 0,0 0 0,0 0 0,1 0 0,-1 0 0,0 0 0,-4 4 0,6-5 0,0 1 0,0 0 0,0 0 0,0-1 0,0 1 0,1 0 0,-1 0 0,0 0 0,1 0 0,-1 0 0,0 0 0,1 0 0,-1 0 0,1 1 0,0-1 0,-1 0 0,1 0 0,0 0 0,0 0 0,0 1 0,-1-1 0,1 0 0,0 0 0,1 0 0,-1 1 0,0-1 0,0 0 0,0 0 0,1 0 0,-1 0 0,1 0 0,0 2 0,2 3 0,1 0 0,0 1 0,0-2 0,1 1 0,0 0 0,0-1 0,0 0 0,0 0 0,1-1 0,0 0 0,0 1 0,0-2 0,11 6 0,-7-5 0,-1 0 0,1 0 0,0-1 0,0 0 0,0-1 0,0 0 0,0-1 0,21 1 0,-28-2 0,-1-1 0,0 1 0,1 0 0,-1-1 0,0 1 0,0-1 0,1 1 0,-1-1 0,0 0 0,0 0 0,0 0 0,0 0 0,0-1 0,0 1 0,-1 0 0,1-1 0,2-1 0,-3 1 0,0 1 0,0-1 0,-1 1 0,1-1 0,0 1 0,-1-1 0,1 0 0,-1 1 0,1-1 0,-1 0 0,1 0 0,-1 1 0,0-1 0,0 0 0,0 0 0,0 1 0,-1-1 0,1 0 0,0 0 0,-1 1 0,1-1 0,-2-2 0,-1-4 0,-1 1 0,0 0 0,0 0 0,0 0 0,-1 1 0,0-1 0,0 1 0,-1 0 0,0 1 0,-11-9 0,6 6 0,0 0 0,-1 2 0,1-1 0,-1 1 0,-23-7 0,31 12-195,1 0 0,-1 0 0,0 0 0,0 1 0,0 0 0,-5-1 0,-5 3-6631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9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0 24575,'-8'15'0,"1"11"0,0 2 0,5-1 0,8-1 0,5-4 0,3-3 0,2-2 0,0-1 0,1-1 0,-1-4 0,0-2 0,0-4 0,-1-2 0,0-2 0,-3-1-8191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22 24575,'-2'-4'0,"-1"1"0,0 0 0,1 0 0,-7-4 0,9 7 0,-1 0 0,1-1 0,0 1 0,0 0 0,0 0 0,-1 0 0,1 0 0,0 0 0,0 0 0,-1-1 0,1 1 0,0 0 0,0 0 0,-1 0 0,1 0 0,0 0 0,0 0 0,-1 0 0,1 0 0,0 0 0,0 0 0,-1 0 0,1 0 0,0 0 0,0 0 0,-1 1 0,1-1 0,0 0 0,0 0 0,-1 0 0,1 1 0,-1 0 0,1-1 0,0 1 0,0 0 0,-1 0 0,1 0 0,0 0 0,0-1 0,0 1 0,0 0 0,0 0 0,0 0 0,0 0 0,0-1 0,1 2 0,7 36 0,2-2 0,20 52 0,-13-40 0,-5-14 0,1 1 0,2-2 0,1 0 0,25 36 0,-21-46-1365,-11-15-5461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 24575,'-5'5'0,"0"0"0,1 0 0,-1 1 0,1 0 0,0 0 0,0 0 0,1 0 0,-5 13 0,7-16 0,0-1 0,1 1 0,-1 0 0,1 0 0,0 0 0,0 0 0,0-1 0,0 1 0,0 0 0,0 0 0,1 0 0,0 0 0,-1-1 0,1 1 0,0 0 0,0-1 0,1 1 0,-1 0 0,0-1 0,1 0 0,0 1 0,-1-1 0,1 0 0,3 4 0,5 2 0,0 0 0,0 0 0,1-1 0,-1 0 0,2-1 0,22 9 0,-5-4 0,53 12 0,-61-19-682,33 2-1,-36-5-6143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0:54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5611 208 24575,'241'-39'0,"-227"37"0,-11 2 0,1 0 0,-1-1 0,0 1 0,0-1 0,1 0 0,-1 0 0,0 0 0,0 0 0,0 0 0,0-1 0,4-2 0,-7 4 0,0 0 0,0 0 0,0-1 0,0 1 0,0 0 0,0 0 0,0 0 0,0-1 0,-1 1 0,1 0 0,0 0 0,0 0 0,0 0 0,0-1 0,0 1 0,-1 0 0,1 0 0,0 0 0,0 0 0,0 0 0,-1 0 0,1-1 0,0 1 0,0 0 0,0 0 0,-1 0 0,1 0 0,0 0 0,0 0 0,0 0 0,-1 0 0,1 0 0,0 0 0,0 0 0,-1 0 0,1 0 0,0 0 0,0 0 0,-12-1 0,-33 0 0,20 1 0,0-1 0,-28-6 0,19 3 0,-1 1 0,-68 3 0,40 2 0,46-3 0,-33-6 0,33 4 0,-32-2 0,28 5 0,0-2 0,-26-4 0,27 3 0,-1 1 0,-31 2 0,33 0 0,0 0 0,0-1 0,-23-5 0,7 1 0,-1 1 0,0 2 0,-55 3 0,23 0 0,-3-2 0,-79 3 0,110 5 0,29-5 0,0 0 0,-16 1 0,-215-2 0,115-2 0,113 2 0,0 0 0,-17 4 0,-19 2 0,-43-5 0,51-3 0,-78 10 0,90-5 0,0-2 0,-1 0 0,-45-5 0,26-4 0,32 4 0,-33-2 0,-610 5 0,297 1 0,265-9 0,9 1 0,-214 6 0,143 2 0,139 0 0,-31 6 0,-16 0 0,-146-7 0,204-1 0,0 0 0,-20-5 0,19 4 0,0-1 0,-14 1 0,-11 1 0,11 1 0,0-1 0,-33-6 0,42 5 0,0 0 0,-21 1 0,-7-1 0,4-5 0,30 5 0,0 0 0,-15-1 0,8 3 0,-8-1 0,-49-7 0,57 6 0,-36-1 0,37 3 0,0-1 0,-24-4 0,21 1 0,0 2 0,-27 0 0,1 0 0,-43-12 0,30 7 0,39 3 0,-34 0 0,42 4 0,-16 0 0,1-1 0,-39-7 0,52 6 0,-1 0 0,0 0 0,0 1 0,0 1 0,0 1 0,0 0 0,0 0 0,0 2 0,0 0 0,1 1 0,-26 9 0,8 0-1365,18-9-5461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0:5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1638 106 24575,'53'-19'0,"-17"6"0,68-16 0,-48 17 0,-102 13 0,-27 7 0,-84-2 0,-73-16 0,49 4 0,-15 0 0,-17-8 0,104 7 0,-228 3 0,197 5 0,-52-1-1365,180 0-5461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0:58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1756 163 24575,'394'-15'0,"-659"3"0,127-6 0,-102-11 0,6 14 0,130 9 0,-109-3 0,168 9 0,-220-8 0,84-7 0,177 14 0,-185-20 0,131 15 0,-41-2 0,83 9 40,1 0-1,-17 5 1,-7 0-1524,26-5-5342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1:00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3824 30 24575,'56'-10'0,"19"-6"0,-109 24 0,-1-1 0,-70 5 0,-212-27 0,13-1 0,-361 17 0,643 0 0,-32 5 0,-17 2 0,-38-9 0,-45 2 0,100 6 0,35-4 0,-31 2 0,-30 2 0,53-3 0,-31 0 0,-368-5 0,403 2 0,-31 6 0,30-4 0,-29 2 0,13-5 0,-51 8 0,32-3 0,-111-3 0,85-3 0,-305 1 0,379 0 0,0 1 0,-20 5 0,19-3 0,0-1 0,-14 1 0,-80-4 0,-37 2 0,127 1-1365,3 1-5461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05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24575,'59'27'0,"84"52"0,-138-76 0,0 0 0,-1 1 0,1 0 0,-1 0 0,0 0 0,0 0 0,0 0 0,-1 1 0,0 0 0,1 0 0,-2 0 0,1 0 0,-1 0 0,1 1 0,-1-1 0,-1 1 0,1-1 0,-1 1 0,1 11 0,4 22 0,-2-9 0,0 1 0,-2 0 0,-2 43 0,0-72 0,-1 1 0,1-1 0,-1 1 0,0-1 0,1 1 0,-1-1 0,0 1 0,-1-1 0,1 0 0,0 0 0,-1 1 0,1-1 0,-1 0 0,1 0 0,-3 2 0,0-2 0,0 1 0,1 0 0,-1-1 0,0 1 0,0-1 0,0 0 0,-9 2 0,-1 0 0,-1-1 0,1-1 0,-1 0 0,-19-1 0,14 0 0,0-2 0,0 0 0,0-2 0,1 0 0,-1-1 0,1-1 0,-24-8 0,35 9 0,0 0 0,1 0 0,-1 0 0,1-1 0,0 0 0,0 0 0,0-1 0,-6-8 0,8 9 0,1 0 0,0-1 0,1 0 0,-1 0 0,1 0 0,0 0 0,0 0 0,1-1 0,0 1 0,0-1 0,-1-11 0,3 12 0,0 0 0,0 0 0,0 0 0,1 0 0,0 0 0,0 1 0,1-1 0,-1 0 0,1 0 0,0 1 0,5-9 0,1 0 0,0 0 0,21-26 0,-24 35 16,0 0 0,0 0 0,10-6 0,-11 8-159,0 1 0,-1-1 0,1 0 1,-1 0-1,0 0 0,0-1 0,0 1 0,0-1 0,4-6 0,-3 0-6683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06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24575,'0'3'0,"1"0"0,-1 0 0,1 1 0,0-1 0,0 0 0,0 0 0,0 0 0,0 0 0,1 0 0,3 5 0,23 28 0,-15-21 0,-5-5 0,37 44 0,-39-48 0,0 0 0,1-1 0,-1 0 0,1 0 0,0 0 0,8 4 0,-14-9 0,0 1 0,-1-1 0,1 1 0,0-1 0,0 0 0,0 1 0,-1-1 0,1 0 0,0 0 0,0 0 0,0 0 0,0 1 0,-1-1 0,1 0 0,0 0 0,0-1 0,0 1 0,0 0 0,-1 0 0,1 0 0,0 0 0,0-1 0,0 1 0,-1 0 0,1-1 0,0 1 0,0-1 0,-1 1 0,1-1 0,0 1 0,-1-1 0,1 1 0,-1-1 0,1 0 0,0 1 0,-1-1 0,0 0 0,1 1 0,-1-1 0,1 0 0,-1 0 0,0 0 0,1 1 0,-1-1 0,0 0 0,0 0 0,0 0 0,0-1 0,1-6 0,0-1 0,0 1 0,-1 0 0,-2-9 0,2 8 0,-6-22 0,5 26 0,0 0 0,0 1 0,0-1 0,1 0 0,-1 0 0,2-9 0,-1 14 0,0-1 0,0 0 0,0 1 0,0-1 0,0 1 0,0-1 0,1 1 0,-1-1 0,0 1 0,0-1 0,1 1 0,-1-1 0,0 1 0,1 0 0,-1-1 0,0 1 0,1-1 0,-1 1 0,1 0 0,-1-1 0,1 1 0,-1 0 0,1 0 0,-1-1 0,1 1 0,-1 0 0,1 0 0,-1 0 0,1 0 0,-1-1 0,1 1 0,-1 0 0,1 0 0,0 0 0,-1 0 0,1 0 0,-1 1 0,1-1 0,-1 0 0,1 0 0,-1 0 0,1 0 0,-1 0 0,1 1 0,-1-1 0,1 0 0,-1 1 0,1-1 0,-1 0 0,1 1 0,5 2 0,-1 1 0,0-1 0,7 7 0,-9-8 0,26 24 0,-13-11 0,38 25 0,-53-39 0,86 49 0,-76-44 0,0-1 0,1-1 0,0 0 0,-1-1 0,1 0 0,15 2 0,-25-5 0,0 0 0,0 1 0,1-1 0,-1-1 0,0 1 0,0 0 0,1 0 0,-1-1 0,0 1 0,0-1 0,0 0 0,1 1 0,-1-1 0,0 0 0,0 0 0,-1-1 0,1 1 0,0 0 0,2-2 0,-2 0 0,-1 1 0,1 0 0,0-1 0,-1 1 0,0-1 0,0 0 0,0 1 0,0-1 0,0 0 0,0 0 0,0 0 0,-1 1 0,0-1 0,1-5 0,-5-129 0,3 128 0,0 0 0,-1 0 0,0 1 0,0-1 0,-1 1 0,0-1 0,-1 1 0,0 0 0,0 0 0,-1 0 0,0 1 0,-6-8 0,10 15 0,1-1 0,-1 1 0,1-1 0,0 0 0,-1 1 0,0-1 0,1 1 0,-1 0 0,1-1 0,-1 1 0,0-1 0,1 1 0,-1 0 0,0-1 0,1 1 0,-1 0 0,0 0 0,1 0 0,-1-1 0,0 1 0,0 0 0,0 0 0,0 1 0,0-1 0,1 0 0,-1 1 0,1-1 0,-1 0 0,1 1 0,-1-1 0,1 1 0,0-1 0,-1 1 0,1-1 0,-1 1 0,1-1 0,0 1 0,0 0 0,-1-1 0,1 1 0,0-1 0,-1 2 0,0 5 0,0-1 0,0 0 0,1 12 0,0-9 0,0 0 0,1 0 0,0 0 0,1 0 0,0 0 0,0 0 0,1 0 0,0-1 0,1 0 0,-1 1 0,2-1 0,-1-1 0,1 1 0,0-1 0,1 1 0,0-2 0,0 1 0,0-1 0,1 1 0,0-2 0,0 1 0,1-1 0,-1 0 0,1-1 0,0 0 0,0 0 0,1 0 0,-1-1 0,1-1 0,17 4 0,21-3 0,72-3 0,-46-2 0,-24 2 0,68 1 0,-98 1-1365,-6 1-5461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07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12 24575,'-16'-3'0,"11"2"0,1 1 0,0-1 0,-1-1 0,-7-2 0,53 20 0,-40-16 0,48 30 0,-45-27 0,0 0 0,-1 0 0,1 0 0,-1 0 0,0 0 0,0 1 0,0 0 0,0 0 0,4 8 0,-7-11 3,1 0-1,-1 0 1,0 0-1,1 0 1,-1 0-1,0 0 1,0 0-1,0 0 1,0 1-1,0-1 1,0 0-1,0 0 1,-1 0-1,1 0 1,0 0-1,0 0 1,-1 0-1,1 0 1,-1 0-1,1 0 1,-1 0-1,1 0 1,-1 0-1,0 0 0,0 0 1,1 0-1,-1-1 1,0 1-1,0 0 1,0-1-1,0 1 1,0 0-1,0-1 1,0 1-1,0-1 1,-2 1-1,-4 2-203,-1 0 0,1 0 0,-17 2 0,17-4-452,-10 3-6173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08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214 184 24575,'-33'-34'0,"-103"-96"0,136 130 0,-4-3 0,0 0 0,0 0 0,0 0 0,-6-2 0,10 4 0,0 1 0,-1 0 0,1 0 0,-1-1 0,1 1 0,-1 0 0,1 0 0,-1 0 0,1 0 0,-1 0 0,1 0 0,-1-1 0,1 1 0,-1 0 0,1 1 0,-1-1 0,1 0 0,-1 0 0,1 0 0,-1 0 0,1 0 0,-1 0 0,1 1 0,-1-1 0,1 0 0,0 0 0,-1 1 0,1-1 0,-1 0 0,1 1 0,0-1 0,-1 0 0,1 1 0,0-1 0,-1 0 0,1 1 0,0-1 0,0 1 0,-1-1 0,1 1 0,0-1 0,0 1 0,0-1 0,0 1 0,-1-1 0,1 1 0,0-1 0,0 1 0,0-1 0,0 1 0,0 0 0,0 13 0,-1 0 0,2 0 0,2 16 0,1 15 0,-5-23 0,2 0 0,1-1 0,1 1 0,1-1 0,10 36 0,74 155 0,-49-128 0,36 124 0,-63-167 0,12 45 0,-22-74 0,0 0 0,-1 0 0,0 0 0,0 0 0,-3 14 0,2-25-114,0 1 1,0-1-1,0 0 0,-1 1 0,1-1 1,0 0-1,-1 1 0,1-1 0,-1 0 1,0 0-1,-1 2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09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90 24575,'-28'-10'0,"-16"-5"0,-4-2 0,2 1 0,6 3 0,7 4 0,7 3 0,6 2 0,2 5 0,6 5 0,4 3 0,6 4 0,4 1 0,1-1-8191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09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61 347 24575,'4'-5'0,"66"-69"0,-61 63 0,0-1 0,-1 1 0,0-2 0,12-24 0,-19 34 0,0 0 0,-1 0 0,1 0 0,0 0 0,-1 1 0,0-1 0,1 0 0,-1 0 0,0 0 0,-1 0 0,1 0 0,0 0 0,-2-5 0,0 3 0,0 0 0,0 0 0,-1 0 0,1 1 0,-1-1 0,0 1 0,-4-6 0,-2 0 0,-1 1 0,0 0 0,0 0 0,-1 1 0,-15-9 0,-28-13 0,53 29 0,0 1 0,0 0 0,1-1 0,-1 1 0,0 0 0,0 0 0,1 0 0,-1-1 0,0 1 0,0 0 0,0 0 0,1 0 0,-1 0 0,0 0 0,0 1 0,1-1 0,-1 0 0,0 0 0,0 0 0,0 1 0,1-1 0,-1 0 0,-1 1 0,1 1 0,0-1 0,0 0 0,0 0 0,0 0 0,0 0 0,0 1 0,0-1 0,1 0 0,-1 1 0,1-1 0,-2 3 0,1 3 0,-1 0 0,1 0 0,0 0 0,0 8 0,1-5 0,1-1 0,-1 1 0,1-1 0,1 1 0,0-1 0,0 0 0,1 1 0,0-2 0,1 1 0,-1 0 0,11 16 0,-7-16 0,-1 0 0,2-1 0,-1 0 0,1 0 0,0 0 0,1-1 0,0-1 0,0 1 0,20 9 0,-15-9 20,0-1 0,1-1 0,-1 0 0,1-1 0,27 4 0,-8-4-763,52-2 1,-72-3-6084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4 24575,'-4'-1'0,"-19"-1"0,-29 1 0,47 1 0,-1 1 0,0 0 0,0-1 0,0 2 0,1-1 0,-1 1 0,1 0 0,-1 0 0,1 0 0,-7 5 0,11-6 0,-1 0 0,1 0 0,-1 0 0,1 0 0,0 0 0,0 1 0,-1-1 0,1 0 0,0 1 0,0-1 0,0 1 0,1-1 0,-1 1 0,0 0 0,0-1 0,1 1 0,-1 0 0,1-1 0,-1 4 0,1-2 0,0 0 0,1 0 0,-1 0 0,1 0 0,-1 0 0,1 0 0,0 0 0,0-1 0,0 1 0,3 4 0,3 5 0,1-1 0,0-1 0,1 1 0,10 9 0,-18-19 0,10 11 0,1-1 0,25 18 0,-34-27 0,1 1 0,0-1 0,0 0 0,0 0 0,0 0 0,0-1 0,0 1 0,0-1 0,1 0 0,-1 0 0,1 0 0,-1-1 0,0 0 0,1 0 0,6 0 0,-9-1 0,-1 1 0,1-1 0,-1 1 0,1-1 0,-1 1 0,1-1 0,-1 0 0,0 0 0,1 1 0,-1-1 0,0 0 0,1 0 0,-1 0 0,0-1 0,0 1 0,0 0 0,1-3 0,0 1 0,-1 1 0,1-1 0,-1 0 0,0 0 0,-1 0 0,1 0 0,0-1 0,0-4 0,-1 0 0,0 0 0,-1 0 0,1 0 0,-2 0 0,1 0 0,-4-11 0,4 18 0,1-1 0,-1 0 0,1 0 0,-1 0 0,1 1 0,-1-1 0,0 0 0,0 1 0,0-1 0,0 0 0,0 1 0,-1-1 0,1 1 0,0 0 0,-3-3 0,4 5 0,0 1 0,0-1 0,0 0 0,0 1 0,0-1 0,1 0 0,-1 1 0,0-1 0,1 0 0,-1 1 0,2 0 0,4 12-114,1 0 1,0-1-1,2 0 0,-1-1 0,1 0 1,1 0-1,0-1 0,1 0 0,0-1 1,1 0-1,24 15 0,-24-18-6712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0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24575,'-4'9'0,"1"1"0,1 1 0,0-1 0,1 0 0,-1 0 0,2 1 0,0-1 0,0 1 0,1-1 0,3 16 0,2 4 0,2 0 0,14 35 0,1-3 0,33 60 0,-40-93 0,0-1 0,2 0 0,1-1 0,25 26 0,-40-48-105,1-1 0,-1 1 0,1-1 0,0 0 0,0 0 0,0-1 0,1 1 0,-1-1 0,1 0 0,0-1 0,-1 1 0,11 1 0,-3-2-6721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0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40 24575,'-27'-5'0,"-15"-4"0,-2-1 0,3 2 0,7 2 0,6 4 0,6 3 0,4 1 0,2 3 0,2 1 0,0 1 0,1 0 0,-4 1 0,0-1 0,2-1-8191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1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59 24575,'-1'1'0,"-1"-1"0,1 1 0,-1-1 0,1 1 0,0-1 0,-1 1 0,1 0 0,0 0 0,0 0 0,0-1 0,-1 1 0,1 0 0,0 0 0,0 1 0,0-1 0,1 0 0,-1 0 0,0 0 0,-1 3 0,2-3 0,0 0 0,-1 1 0,1-1 0,0 1 0,0-1 0,0 0 0,0 1 0,1-1 0,-1 1 0,0-1 0,0 0 0,1 1 0,-1-1 0,1 1 0,-1-1 0,2 2 0,1 2 0,1 0 0,-1 0 0,1-1 0,0 1 0,0-1 0,1 0 0,-1 0 0,8 4 0,-1-1 0,0-1 0,1 0 0,-1-1 0,1-1 0,0 0 0,1 0 0,-1-1 0,0-1 0,1 0 0,0-1 0,-1 0 0,14-1 0,-24 0 0,0 0 0,0-1 0,0 1 0,0-1 0,0 0 0,0 1 0,0-1 0,0 0 0,0 0 0,-1 0 0,1 0 0,0 0 0,-1-1 0,1 1 0,-1 0 0,1-1 0,-1 1 0,0-1 0,0 0 0,0 1 0,1-1 0,-2 0 0,1 0 0,0 0 0,0 0 0,0 1 0,-1-1 0,1-4 0,1-5 0,-1 0 0,0 1 0,0-1 0,-2-13 0,0 11 0,0 2 0,0 1 0,-3-13 0,0 4 0,4 19 0,0 0 0,0-1 0,0 1 0,-1 0 0,1 0 0,0-1 0,0 1 0,0 0 0,0 0 0,0-1 0,0 1 0,0 0 0,0-1 0,0 1 0,0 0 0,0 0 0,0-1 0,0 1 0,0 0 0,0-1 0,0 1 0,0 0 0,0 0 0,1-1 0,-1 1 0,0 0 0,0 0 0,0-1 0,0 1 0,0 0 0,1 0 0,-1 0 0,0-1 0,0 1 0,1 0 0,7 6 0,9 15 0,4 11-682,52 54-1,-64-76-6143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1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191 255 24575,'-4'-1'0,"-1"0"0,1 1 0,-1-1 0,1-1 0,0 1 0,-1-1 0,1 0 0,0 0 0,0 0 0,0 0 0,0-1 0,1 1 0,-1-1 0,1 0 0,-5-6 0,-6-6 0,1 0 0,-12-19 0,22 31 0,-9-14 0,-21-33 0,29 45 0,1-1 0,0 1 0,1-1 0,0 0 0,0 0 0,-3-12 0,5 17 0,0 0 0,0 0 0,0-1 0,0 1 0,0 0 0,0 0 0,0 0 0,0 0 0,1 0 0,-1 0 0,0 0 0,0 0 0,1 0 0,-1 0 0,1 0 0,-1 1 0,1-1 0,-1 0 0,1 0 0,0 0 0,1-1 0,0 1 0,-1 0 0,1 0 0,0 0 0,0 0 0,-1 0 0,1 0 0,0 1 0,0-1 0,0 1 0,4-1 0,1 0 0,0 1 0,0 0 0,1 1 0,-1-1 0,11 3 0,-2 2-73,0 1 0,29 14 0,-26-11-1073,-3-2-5680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2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3 191 24575,'11'-9'0,"0"-1"0,0 0 0,-2-1 0,1 0 0,9-15 0,-16 22 0,-1 0 0,0-1 0,0 1 0,0-1 0,0 1 0,-1-1 0,0 0 0,1-7 0,-2 9 0,0 0 0,0 0 0,0 0 0,0 0 0,-1 0 0,1 0 0,-1 0 0,0 0 0,0 0 0,0 0 0,0 1 0,-1-1 0,1 0 0,-4-4 0,5 6 0,-1 0 0,0-1 0,0 1 0,0 0 0,0 0 0,0 0 0,0 0 0,0 0 0,0 0 0,0 0 0,0 1 0,0-1 0,0 0 0,-1 1 0,1-1 0,0 0 0,-1 1 0,1 0 0,0-1 0,-1 1 0,1 0 0,-1 0 0,1-1 0,0 1 0,-1 0 0,1 1 0,-1-1 0,1 0 0,0 0 0,-1 0 0,1 1 0,-2 0 0,1 0 0,0 1 0,-1-1 0,1 1 0,1-1 0,-1 1 0,0 0 0,0 0 0,1 0 0,-1 0 0,1 0 0,-1 0 0,1 0 0,0 0 0,0 1 0,0-1 0,0 0 0,-1 4 0,0 2 0,1 0 0,-1 0 0,1 1 0,1-1 0,0 0 0,0 1 0,0-1 0,1 0 0,0 1 0,1-1 0,0 0 0,4 12 0,-3-14 0,0 1 0,0-1 0,0 0 0,1 0 0,0 0 0,0 0 0,0-1 0,1 0 0,0 0 0,0 0 0,0 0 0,1-1 0,0 0 0,-1 0 0,9 4 0,10 3 20,0-2 0,0 0 0,1-2 0,0-1 0,33 4 0,-5-4-763,82-2 1,-119-4-6084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5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33 24575,'-4'-4'0,"0"1"0,-1 0 0,1 0 0,-1 0 0,1 1 0,-1 0 0,0 0 0,0 0 0,0 0 0,0 1 0,0 0 0,-9-1 0,-1 0 0,0 1 0,0 1 0,-19 3 0,28-3 0,1 2 0,-1-1 0,0 1 0,1-1 0,-1 1 0,1 1 0,-1-1 0,1 1 0,0 0 0,0 0 0,0 1 0,1-1 0,-1 1 0,-6 8 0,9-10 0,0 0 0,0 0 0,1 1 0,-1-1 0,1 1 0,0-1 0,-1 1 0,1-1 0,0 1 0,0 0 0,1 0 0,-1-1 0,1 1 0,-1 0 0,1 0 0,0 0 0,0 0 0,0-1 0,0 1 0,1 0 0,-1 0 0,1 0 0,0-1 0,-1 1 0,1 0 0,1 0 0,-1-1 0,0 1 0,1-1 0,-1 0 0,4 5 0,0-2 0,0 0 0,0 0 0,0 0 0,0-1 0,1 1 0,12 5 0,41 18 0,-30-15 0,56 23 120,-72-31-417,0-2 0,0 1 0,0-2 0,25 3 0,-25-5-6529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6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96 24575,'-10'-21'0,"6"11"0,-1 1 0,1 0 0,-1 0 0,-1 0 0,0 1 0,-9-10 0,15 17 0,0 1 0,0 0 0,0 0 0,0 0 0,0 0 0,0 0 0,0 0 0,0 0 0,0 0 0,0 0 0,0 0 0,0-1 0,-1 1 0,1 0 0,0 0 0,0 0 0,0 0 0,0 0 0,0 0 0,0 0 0,0 0 0,0 0 0,0 0 0,-1 0 0,1 0 0,0 0 0,0 0 0,0 0 0,0 0 0,0 0 0,0 0 0,0 0 0,0 0 0,-1 0 0,1 0 0,0 0 0,0 0 0,0 0 0,0 0 0,0 0 0,0 0 0,0 0 0,0 0 0,0 0 0,-1 1 0,1-1 0,0 0 0,0 0 0,0 0 0,0 0 0,0 0 0,0 0 0,0 0 0,0 0 0,0 0 0,0 0 0,0 1 0,0-1 0,0 10 0,4 11 0,16 36 0,2-2 0,39 69 0,-42-86 0,116 188 0,-116-191 0,-43-90 0,20 44 0,-1 1 0,-3-14 0,7 21 0,0 0 0,0 0 0,1-1 0,-1 1 0,1-1 0,0 1 0,0 0 0,0-1 0,0 1 0,1 0 0,1-7 0,-2 9 0,1 0 0,-1 1 0,1-1 0,0 0 0,0 0 0,-1 0 0,1 0 0,0 1 0,0-1 0,0 0 0,0 1 0,-1-1 0,1 0 0,0 1 0,0-1 0,0 1 0,0 0 0,1-1 0,-1 1 0,0 0 0,0 0 0,0-1 0,0 1 0,0 0 0,0 0 0,0 0 0,0 0 0,1 1 0,-1-1 0,0 0 0,2 1 0,4 1 0,0 0 0,1 0 0,8 5 0,-16-7 0,154 78 0,-27-13 0,-65-35-1365,-47-23-5461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6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75 24575,'0'0'0,"0"0"0,0-1 0,0 1 0,0 0 0,0 0 0,0 0 0,0 0 0,0 0 0,0 0 0,0 0 0,0 0 0,0 0 0,0 0 0,0 0 0,0 0 0,0 0 0,0-1 0,0 1 0,0 0 0,0 0 0,0 0 0,0 0 0,0 0 0,0 0 0,0 0 0,0 0 0,0 0 0,0 0 0,-1 0 0,1 0 0,0 0 0,0 0 0,0 0 0,0 0 0,0 0 0,0 0 0,0 0 0,0-1 0,0 1 0,0 0 0,0 0 0,0 0 0,0 0 0,0 0 0,-1 0 0,1 0 0,0 0 0,0 0 0,0 0 0,0 0 0,0 0 0,0 0 0,0 0 0,0 1 0,0-1 0,0 0 0,0 0 0,0 0 0,0 0 0,0 0 0,-1 0 0,1 0 0,-5 5 0,-5 8 0,6-3 0,1 0 0,0 0 0,0 0 0,-2 16 0,3-15 0,0 0 0,0 0 0,-8 16 0,10-26 0,-1 1 0,0-1 0,1 0 0,-1 0 0,0 1 0,0-1 0,0 0 0,0 0 0,0 0 0,0 0 0,0 0 0,0 0 0,0 0 0,-1 0 0,1-1 0,0 1 0,-1 0 0,1-1 0,-2 1 0,0 0 0,1-1 0,-1 0 0,1 0 0,-1 1 0,1-2 0,-1 1 0,1 0 0,-1 0 0,1-1 0,-4-1 0,-2-1 0,0 0 0,0-1 0,0 0 0,1 0 0,-12-9 0,9 5 0,-1-1 0,1 0 0,0-1 0,1 0 0,-9-13 0,15 20 0,1-1 0,-1 0 0,1 0 0,0 0 0,0 0 0,0 0 0,1 0 0,-1 0 0,1-1 0,0 1 0,0-1 0,1 1 0,-1-1 0,1 1 0,0-1 0,0 1 0,1-1 0,-1 1 0,3-6 0,-3 7 4,1 0 0,1 1 0,-1-1 0,0 1 0,1 0 0,-1-1 0,1 1 0,0 0 0,-1 0 0,1 0 0,0 0 0,1 0 0,-1 0 0,0 1 0,0-1 0,1 1 0,-1-1 0,1 1 0,-1 0 0,1 0 0,-1 0 0,1 0 0,0 1 0,-1-1 0,1 1 0,0 0 0,0-1 0,0 1 0,3 1 0,1-1-153,1 1 1,-1 0-1,1 0 1,-1 1-1,1 0 1,-1 1-1,0-1 1,0 1-1,9 6 1,-4-2-6678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7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24575,'3'3'0,"3"3"0,3 3 0,2 2 0,0 3 0,0 0 0,1 1 0,1 1 0,1-1 0,0 1 0,0-1 0,1 0 0,0 0 0,0 0 0,-2-1 0,-2-1 0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7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0,3 2 0,0 0-8191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69 24575,'-7'-4'0,"-27"-11"0,0 0 0,-67-17 0,98 31 0,1 0 0,-1 1 0,-1-1 0,1 1 0,0 0 0,0 0 0,0 0 0,0 0 0,0 1 0,0-1 0,0 1 0,0 0 0,0 0 0,-4 2 0,6-2 0,-1 0 0,1 0 0,0 0 0,0 0 0,-1 1 0,1-1 0,0 1 0,0-1 0,0 1 0,0-1 0,0 1 0,1-1 0,-1 1 0,0 0 0,1-1 0,-1 1 0,1 0 0,0 0 0,-1-1 0,1 1 0,0 0 0,0 0 0,0 0 0,0-1 0,1 4 0,1 4 0,0 1 0,0-1 0,1 0 0,0 0 0,1-1 0,0 1 0,0-1 0,1 1 0,0-1 0,0-1 0,1 1 0,0-1 0,0 0 0,14 12 0,-2-5 0,-1 0 0,2-2 0,0 0 0,0 0 0,24 9 0,-31-16 0,0-1 0,1 0 0,22 4 0,-30-7 0,0 0 0,0-1 0,0 1 0,1-1 0,-1 0 0,0-1 0,0 1 0,1-1 0,-1 0 0,0-1 0,0 1 0,5-3 0,-2-2-1365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18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2 245 24575,'20'-2'0,"47"-8"0,-60 8 0,0 0 0,0 0 0,-1 0 0,1-1 0,0 0 0,-1 0 0,7-5 0,-11 6 0,-1 1 0,1-1 0,0 0 0,-1 1 0,1-1 0,-1 0 0,1 0 0,-1 0 0,0 0 0,0 0 0,0 0 0,0 0 0,0 0 0,0 0 0,0-3 0,-1 0 0,1 1 0,-1 0 0,0 0 0,0-1 0,0 1 0,0 0 0,-3-8 0,1 4 0,0 1 0,-1-1 0,0 1 0,0 0 0,-1 0 0,1 1 0,-2-1 0,-8-11 0,7 12 0,0 0 0,-1-1 0,0 2 0,0-1 0,0 1 0,-1 0 0,1 1 0,-15-7 0,21 11 0,-1-1 0,1 1 0,0 0 0,-1-1 0,1 1 0,0 0 0,-1 0 0,1 0 0,0 0 0,-1 0 0,1 0 0,0 0 0,-1 0 0,1 0 0,0 1 0,0-1 0,-1 1 0,1-1 0,0 1 0,0-1 0,-2 2 0,2-1 0,-1 1 0,1-1 0,-1 1 0,1-1 0,0 1 0,-1 0 0,1 0 0,0-1 0,0 1 0,0 0 0,1 0 0,-2 2 0,0 4 0,1 0 0,-1 0 0,1 0 0,0-1 0,1 17 0,2-12 0,0 1 0,1-1 0,0 0 0,0 0 0,2 0 0,-1 0 0,1-1 0,1 0 0,0 0 0,1 0 0,0-1 0,14 17 0,-9-14 0,1 0 0,0-1 0,0 0 0,1-1 0,0-1 0,1 0 0,1-1 0,22 10 0,-31-16-80,0-1 0,1 0-1,-1 0 1,1 0 0,-1-1-1,1 0 1,-1-1 0,1 0-1,0 0 1,-1 0 0,1-1 0,0 0-1,-1-1 1,1 0 0,-1 0-1,8-4 1,-2 0-6746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1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24575,'5'11'0,"0"0"0,1 0 0,0-1 0,1 0 0,1-1 0,-1 1 0,1-2 0,1 1 0,0-1 0,0 0 0,0-1 0,1 0 0,0 0 0,15 6 0,-13-7 0,0-1 0,0 0 0,17 3 0,-26-7 0,0 0 0,1-1 0,-1 1 0,1-1 0,-1 1 0,1-1 0,0 0 0,-1-1 0,1 1 0,-1-1 0,1 1 0,-1-1 0,0 0 0,1 0 0,-1-1 0,0 1 0,4-3 0,-5 3 0,-1 0 0,0 0 0,0-1 0,0 1 0,1 0 0,-1-1 0,0 1 0,-1 0 0,1-1 0,0 1 0,0-1 0,-1 0 0,1 1 0,0-1 0,-1 0 0,0 1 0,1-1 0,-1 0 0,0 1 0,0-1 0,0 0 0,0 0 0,0 1 0,-1-1 0,1 0 0,0 1 0,-2-3 0,1-1 0,-1 0 0,0 0 0,0 1 0,-1-1 0,1 1 0,-1 0 0,0 0 0,-4-5 0,17 18 0,-1 0 0,2-1 0,-1-1 0,1 0 0,0 0 0,15 6 0,3 0 0,49 15 0,-66-24 0,0-1 0,0-1 0,0 0 0,1-1 0,-1 0 0,16-1 0,-27 0 0,1 0 0,-1 0 0,0 0 0,1-1 0,-1 1 0,1 0 0,-1-1 0,0 1 0,1-1 0,-1 0 0,0 1 0,0-1 0,0 0 0,1 0 0,-1 0 0,0 0 0,0 0 0,0 0 0,0 0 0,0-1 0,0 0 0,0 0 0,0 0 0,0 0 0,0 0 0,-1 0 0,1 0 0,-1 0 0,0-1 0,0 1 0,1 0 0,-2-4 0,1-1 0,-1 0 0,-1 0 0,0 0 0,0 0 0,0 0 0,0 1 0,-4-7 0,-2 0 66,-18-23 0,-3-5-1563,22 28-5329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2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24575,'7'23'0,"74"242"0,-67-229 0,1-1 0,2-1 0,1 0 0,2-1 0,28 35 0,-38-56 0,15 15 0,-22-24 0,-1-1 0,1 1 0,0-1 0,0 0 0,0 0 0,0-1 0,0 1 0,0 0 0,0-1 0,1 0 0,-1 0 0,6 1 0,-8-2 0,0 0 0,0 0 0,-1 0 0,1 0 0,0 0 0,0 0 0,0 0 0,0 0 0,0-1 0,-1 1 0,1 0 0,0-1 0,0 1 0,0 0 0,-1-1 0,1 1 0,0-1 0,0 1 0,-1-1 0,1 0 0,0 1 0,-1-1 0,1 0 0,0 0 0,0-1 0,0-1 0,0 1 0,0 0 0,0 0 0,-1-1 0,1 1 0,0-1 0,-1-4 0,1-1 0,-1 0 0,0 0 0,-1-1 0,-2-11 0,-1 6 0,3 10 0,0 0 0,0 1 0,0-1 0,0 0 0,1 0 0,-1 0 0,1 0 0,0 0 0,1-4 0,-1 7 0,0 0 0,1 1 0,-1-1 0,0 1 0,1-1 0,-1 1 0,0-1 0,1 0 0,-1 1 0,1 0 0,-1-1 0,1 1 0,-1-1 0,1 1 0,-1 0 0,1-1 0,0 1 0,-1 0 0,1-1 0,-1 1 0,1 0 0,0 0 0,-1 0 0,1 0 0,0-1 0,-1 1 0,1 0 0,-1 0 0,1 0 0,0 0 0,-1 1 0,1-1 0,0 0 0,-1 0 0,1 0 0,0 0 0,-1 1 0,1-1 0,-1 0 0,1 1 0,0 0 0,28 15 0,-27-15 0,54 38 0,-16-11 0,46 25 0,-73-46 0,1 0 0,0-1 0,0-1 0,0-1 0,1 0 0,-1 0 0,29 2 0,-38-6 0,0 0 0,0 0 0,0 0 0,0-1 0,0 1 0,0-1 0,0-1 0,0 1 0,0-1 0,0 1 0,-1-1 0,1-1 0,0 1 0,-1-1 0,6-4 0,-6 3 0,-1 1 0,0 0 0,1-1 0,-2 0 0,1 0 0,0 0 0,-1 0 0,0 0 0,0-1 0,0 1 0,-1 0 0,1-1 0,-1 0 0,0 1 0,0-1 0,0-8 0,-1 3 0,0 0 0,-1 1 0,0-1 0,-1 1 0,0-1 0,-1 1 0,1-1 0,-2 1 0,1 0 0,-2 0 0,-4-9 0,2 7 0,0 1 0,0 0 0,-1 0 0,0 0 0,-1 1 0,0 0 0,0 1 0,-13-9 0,20 15 0,-1 1 0,1-1 0,-1 0 0,0 1 0,0 0 0,1 0 0,-1 0 0,0 0 0,0 0 0,0 1 0,-4-1 0,6 1 0,-1 0 0,1 0 0,0 0 0,-1 1 0,1-1 0,0 1 0,-1-1 0,1 1 0,0-1 0,0 1 0,0 0 0,-1-1 0,1 1 0,0 0 0,0 0 0,0 0 0,0 0 0,0 0 0,1 0 0,-1 0 0,0 0 0,0 0 0,1 0 0,-1 1 0,0-1 0,0 2 0,-1 5 0,-1-1 0,1 0 0,1 1 0,0-1 0,0 1 0,0-1 0,1 1 0,0-1 0,0 1 0,3 13 0,1-3 0,0-1 0,1 0 0,11 24 0,-12-29 0,2-1 0,0-1 0,0 1 0,1-1 0,0 0 0,1-1 0,0 0 0,0 0 0,20 15 0,-16-15 0,1-1 0,0-1 0,0 0 0,1 0 0,0-1 0,0-1 0,25 6 0,-31-9 0,0 0 0,0-1 0,1 0 0,-1-1 0,0 0 0,0 0 0,0 0 0,0-1 0,15-3 0,-19 2 0,-1 1 0,1-1 0,0 1 0,0-1 0,-1 0 0,1-1 0,-1 1 0,1-1 0,-1 1 0,0-1 0,0 0 0,0 0 0,-1 0 0,1 0 0,-1-1 0,0 1 0,0-1 0,0 1 0,0-1 0,0 0 0,0-4 0,0 3 0,-1 0 0,0-1 0,0 1 0,0 0 0,-1-1 0,0 1 0,0 0 0,0-1 0,-1 1 0,0 0 0,0 0 0,0-1 0,-1 1 0,1 0 0,-1 0 0,-1 0 0,-2-5 0,5 10 0,0 0 0,0 0 0,0 0 0,0 0 0,0 0 0,0 0 0,0 0 0,0 0 0,1 0 0,-1 0 0,0 0 0,0 0 0,0 0 0,0 0 0,0 0 0,0 0 0,0 0 0,0 0 0,0 0 0,0 0 0,0 0 0,1 0 0,-1 0 0,0 0 0,0 0 0,0 0 0,0 0 0,0 0 0,0 0 0,0 0 0,0 0 0,0 0 0,0 0 0,0-1 0,0 1 0,0 0 0,0 0 0,1 0 0,-1 0 0,0 0 0,0 0 0,0 0 0,0 0 0,0 0 0,0 0 0,0 0 0,0 0 0,0-1 0,0 1 0,0 0 0,0 0 0,0 0 0,0 0 0,0 0 0,0 0 0,0 0 0,0 0 0,12 7 0,15 13 0,3 6 0,-14-11 0,31 22 0,-42-34 0,0 0 0,0 0 0,1 0 0,-1-1 0,1 0 0,-1 0 0,1 0 0,0-1 0,0 0 0,-1 0 0,8 0 0,-11-1 0,0 0 0,-1 0 0,1 0 0,0 0 0,-1 0 0,1-1 0,0 1 0,-1-1 0,1 1 0,-1-1 0,1 0 0,-1 0 0,1 1 0,-1-1 0,1 0 0,-1 0 0,0-1 0,1 1 0,0-1 0,-1-1 0,1 1 0,0 0 0,-1-1 0,0 1 0,0-1 0,0 0 0,0 0 0,0 1 0,0-1 0,0-4 0,-1-2 0,1 0 0,-1 0 0,0 1 0,-1-1 0,0 0 0,-3-10 0,2 12 0,-3-15 0,5 20 0,-1 1 0,1 0 0,0 0 0,0 0 0,0 0 0,0 0 0,0-1 0,1 1 0,-1 0 0,0 0 0,0 0 0,1 0 0,-1 0 0,1 0 0,0-2 0,-1 3 0,1 0 0,-1-1 0,1 1 0,-1 0 0,0 0 0,1-1 0,-1 1 0,1 0 0,-1 0 0,1 0 0,-1 0 0,1 0 0,-1 0 0,1 0 0,-1 0 0,1 0 0,-1 0 0,1 0 0,-1 0 0,1 0 0,-1 0 0,1 0 0,-1 0 0,1 0 0,0 1 0,14 6 0,-13-6 0,27 17 0,47 38 0,-23-16 0,-29-23-682,37 37-1,-46-39-6143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3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24575,'65'65'0,"117"89"0,-174-148 0,0-1 0,1 0 0,16 7 0,-22-11 0,0 0 0,1 0 0,-1 0 0,1 0 0,-1 0 0,1-1 0,-1 1 0,1-1 0,-1 0 0,1 0 0,-1-1 0,1 1 0,6-2 0,-9 1 0,0 0 0,1 0 0,-1 0 0,1 0 0,-1 0 0,0 0 0,0 0 0,0 0 0,0-1 0,0 1 0,0 0 0,0-1 0,0 1 0,0-1 0,0 1 0,-1-1 0,1 0 0,-1 1 0,1-1 0,-1 0 0,0 1 0,0-1 0,1-3 0,-1-5 0,0 1 0,-2-18 0,2 23 0,-3-15 0,-1 0 0,-1 0 0,-1 0 0,-12-29 0,-2-4 0,20 52 0,0 0 0,0 0 0,0 0 0,0 0 0,0 0 0,0 0 0,-1 0 0,1-1 0,0 1 0,0 0 0,0 0 0,0 0 0,0 0 0,0 0 0,0 0 0,0 0 0,0 0 0,0 0 0,0-1 0,0 1 0,0 0 0,0 0 0,0 0 0,0 0 0,0 0 0,0 0 0,0 0 0,0-1 0,0 1 0,0 0 0,0 0 0,0 0 0,0 0 0,0 0 0,0 0 0,0 0 0,0 0 0,0-1 0,0 1 0,0 0 0,1 0 0,-1 0 0,0 0 0,0 0 0,0 0 0,0 0 0,0 0 0,0 0 0,0 0 0,0 0 0,0 0 0,0 0 0,1 0 0,-1 0 0,0 0 0,7 4 0,8 12 0,80 98 0,-76-94 0,1-1 0,0-1 0,34 23 0,-48-37-341,0-1 0,-1 0-1,9 3 1,-1-2-6485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3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87 24575,'-12'-9'0,"-3"-4"0,-1 1 0,0 0 0,-1 2 0,-31-17 0,47 27 0,0-1 0,-1 1 0,1-1 0,0 1 0,0-1 0,-1 1 0,1 0 0,0-1 0,0 1 0,-1 0 0,1 0 0,0 0 0,-1 0 0,1 0 0,0 0 0,0 1 0,-1-1 0,1 0 0,0 1 0,0-1 0,-2 1 0,2 0 0,0 0 0,1 0 0,-1 0 0,0 0 0,1 0 0,-1 0 0,1 0 0,0 0 0,-1 0 0,1 0 0,0 1 0,0-1 0,-1 0 0,1 0 0,0 0 0,0 0 0,0 0 0,0 1 0,1-1 0,-1 0 0,0 0 0,0 0 0,1 2 0,5 20 0,2-1 0,0 0 0,1 0 0,1-1 0,1 0 0,1 0 0,26 33 0,-26-40 0,27 22 0,-25-24 0,21 23 0,-34-34 0,-1-1 0,0 0 0,1 1 0,-1-1 0,0 0 0,1 1 0,-1-1 0,0 0 0,0 1 0,1-1 0,-1 0 0,0 1 0,0-1 0,0 1 0,0-1 0,1 0 0,-1 1 0,0-1 0,0 1 0,0-1 0,0 1 0,0-1 0,0 0 0,0 1 0,0-1 0,0 1 0,0-1 0,-1 1 0,1-1 0,0 0 0,0 1 0,0-1 0,0 1 0,-1-1 0,1 0 0,0 1 0,0-1 0,-1 0 0,1 1 0,0-1 0,0 0 0,-1 1 0,1-1 0,-1 0 0,1 0 0,0 1 0,-1-1 0,1 0 0,0 0 0,-1 0 0,1 0 0,-1 1 0,1-1 0,-1 0 0,1 0 0,0 0 0,-1 0 0,1 0 0,-1 0 0,-31 2 0,29-2 0,-37-2 0,0-3 0,-77-17 0,88 14-1365,16 4-5461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4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24575,'-3'10'0,"0"6"0,0 3 0,3 0 0,1 0 0,4-1 0,0-1 0,2-3 0,0-2 0,1 0 0,0 0 0,-2-2-8191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4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24575,'7'13'0,"3"6"0,0 3 0,-2 0 0,-3-4-8191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4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24575,'0'3'0,"1"-1"0,-1 0 0,1 0 0,-1 0 0,1 0 0,0 0 0,0 0 0,0 0 0,0 0 0,0 0 0,3 3 0,17 20 0,-17-22 0,2 4 0,1-1 0,0 0 0,0 0 0,0-1 0,1 1 0,0-2 0,0 1 0,11 3 0,-16-6 0,0-1 0,0 0 0,1 0 0,-1 0 0,0-1 0,1 1 0,-1-1 0,1 0 0,-1 0 0,0 0 0,1 0 0,-1-1 0,0 1 0,1-1 0,-1 0 0,0 0 0,1 0 0,-1 0 0,0-1 0,0 1 0,0-1 0,0 0 0,-1 0 0,1 0 0,3-3 0,-3 1 0,1 0 0,-1-1 0,0 1 0,0-1 0,0 0 0,0 0 0,-1 0 0,0 0 0,0 0 0,0 0 0,0-7 0,6-14 0,-8 26 0,0-1 0,1 1 0,-1 0 0,0-1 0,0 1 0,0-1 0,1 1 0,-1 0 0,0 0 0,1-1 0,-1 1 0,0 0 0,0-1 0,1 1 0,-1 0 0,0 0 0,1-1 0,-1 1 0,1 0 0,-1 0 0,0 0 0,1 0 0,-1 0 0,1 0 0,-1-1 0,0 1 0,1 0 0,-1 0 0,1 0 0,-1 0 0,0 0 0,1 1 0,-1-1 0,1 0 0,-1 0 0,0 0 0,1 0 0,-1 0 0,1 0 0,-1 1 0,0-1 0,1 0 0,-1 0 0,0 1 0,1-1 0,-1 0 0,0 0 0,1 1 0,-1 0 0,20 18 0,-17-15 0,3 2-94,12 14-542,32 26 1,-37-36-6191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5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24575,'-1'0'0,"0"0"0,1 0 0,-1 0 0,0 0 0,0 0 0,0 0 0,0 0 0,0 1 0,0-1 0,1 0 0,-1 1 0,0-1 0,0 0 0,1 1 0,-1-1 0,0 1 0,0 0 0,1-1 0,-1 1 0,0-1 0,1 1 0,-1 0 0,0 1 0,0 0 0,0 0 0,1 0 0,-1 0 0,0 0 0,1 0 0,0 0 0,-1 0 0,1 0 0,0 4 0,1 5 0,1 0 0,-1-1 0,5 13 0,-5-19 0,20 63 0,-18-58 0,1-1 0,0 1 0,1-1 0,0 0 0,8 11 0,-13-18 0,1-1 0,-1 1 0,1 0 0,-1-1 0,1 1 0,0 0 0,0-1 0,-1 1 0,1-1 0,0 1 0,0-1 0,-1 1 0,1-1 0,0 1 0,0-1 0,0 0 0,0 0 0,0 1 0,0-1 0,0 0 0,-1 0 0,3 0 0,-2 0 0,0-1 0,0 1 0,-1 0 0,1-1 0,0 1 0,0-1 0,0 0 0,-1 1 0,1-1 0,0 0 0,0 1 0,-1-1 0,1 0 0,-1 0 0,1 1 0,-1-1 0,2-1 0,0-4 0,0 1 0,0-1 0,0 0 0,0 1 0,0-11 0,15-124 0,-16 138 0,2 8 0,2 9 0,91 416 0,-89-401 0,27 146 0,-34-173 0,1-1 0,-1 1 0,0 0 0,0 0 0,0-1 0,-1 1 0,1 0 0,-1-1 0,1 1 0,-1-1 0,0 1 0,-2 3 0,3-5 0,-1 0 0,0 0 0,0 0 0,0 0 0,0 0 0,0 0 0,0-1 0,0 1 0,0 0 0,0-1 0,0 1 0,0-1 0,-1 1 0,1-1 0,0 1 0,0-1 0,0 0 0,-1 0 0,1 0 0,0 1 0,0-1 0,-1 0 0,1-1 0,0 1 0,0 0 0,-1 0 0,1-1 0,0 1 0,-2-1 0,-11-4 0,0 0 0,1-1 0,0-1 0,0 0 0,0-1 0,1 0 0,0-1 0,1 0 0,0-1 0,0 0 0,1-1 0,0 0 0,1 0 0,0-1 0,-9-18 0,15 25 0,1-1 0,-1 0 0,1 0 0,0 0 0,0 0 0,1 0 0,0 0 0,0 0 0,1-1 0,-1-10 0,2 14 0,-1 1 0,0-1 0,1 1 0,-1-1 0,1 1 0,0-1 0,0 1 0,0-1 0,0 1 0,0 0 0,1-1 0,-1 1 0,0 0 0,1 0 0,0 0 0,0 0 0,-1 0 0,1 0 0,0 1 0,1-1 0,-1 1 0,0-1 0,0 1 0,1 0 0,-1 0 0,0 0 0,1 0 0,2-1 0,9 0-185,0 0 0,0 0 0,0 2 0,16 0 0,-24 0-255,13 1-6386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6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74 164 24575,'3'35'0,"1"12"0,2 1 0,22 85 0,-26-129 0,11 34 0,-11-35 0,-1-1 0,0 1 0,1-1 0,-1 0 0,1 1 0,-1-1 0,1 0 0,0 0 0,0 0 0,0 0 0,4 2 0,-6-4 0,1 1 0,-1-1 0,0 0 0,1 1 0,-1-1 0,1 0 0,-1 0 0,1 0 0,-1 0 0,1 1 0,-1-1 0,1 0 0,-1 0 0,1 0 0,-1 0 0,1 0 0,0 0 0,-1 0 0,1 0 0,-1-1 0,1 1 0,-1 0 0,1 0 0,-1 0 0,1 0 0,-1-1 0,0 1 0,1 0 0,0-1 0,0 0 0,-1 0 0,1 0 0,0 0 0,-1 0 0,1 0 0,0 0 0,-1 0 0,0-1 0,1 1 0,-1 0 0,1-3 0,0-1 0,-1 0 0,0 0 0,0 0 0,0 0 0,-1-7 0,-4-10 0,-1 1 0,-18-41 0,-27-40 0,-4-11 0,47 93 0,3 9 0,0 1 0,1-1 0,0 0 0,1 0 0,-2-12 0,5 22 0,0 0 0,0 0 0,0 0 0,0 0 0,0 0 0,0 0 0,0 0 0,0 0 0,0 0 0,1 0 0,-1 0 0,0 0 0,1 0 0,-1 0 0,1 0 0,-1 0 0,1 0 0,-1 1 0,1-1 0,-1 0 0,1 0 0,1-1 0,0 1 0,-1 1 0,0-1 0,1 0 0,-1 1 0,1-1 0,-1 1 0,1 0 0,-1 0 0,1-1 0,-1 1 0,1 0 0,-1 0 0,1 0 0,1 1 0,3 0 0,1 0 0,-1 1 0,1 0 0,-1 0 0,0 0 0,7 4 0,17 13 0,-1 1 0,-1 2 0,38 37 0,-38-34 0,87 87 0,-102-98 0,-2 0 0,0 1 0,-1 0 0,0 0 0,-1 1 0,12 30 0,-20-42 0,0-1 0,0 1 0,0-1 0,0 1 0,0-1 0,-1 1 0,0-1 0,0 1 0,0 0 0,0-1 0,0 1 0,-1 0 0,0-1 0,0 1 0,-2 5 0,2-6 0,-1 1 0,-1-1 0,1 0 0,0 0 0,-1 0 0,1 0 0,-1 0 0,0 0 0,0-1 0,0 1 0,0-1 0,-1 0 0,1 0 0,-4 2 0,-3 0 5,1 0-1,-1-1 1,0 0-1,0 0 1,0-1 0,0-1-1,-13 1 1,-75-3-178,42-2-1056,44 3-5597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6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24575,'2'13'0,"2"6"0,1 3 0,1-1 0,2 0 0,-1-2 0,1-4 0,-1-2 0,-1 0 0,0-4 0,2 1 0,0 0 0,1-1 0,-2 0 0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6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24575,'12'-8'0,"1"0"0,0 1 0,0 1 0,14-6 0,-19 10 0,1-1 0,-1 2 0,1-1 0,-1 1 0,1 0 0,-1 1 0,1 0 0,9 1 0,61 13 0,-68-14-77,-11 0 82,0 0 1,0 0-1,0 0 0,0 0 1,0-1-1,0 1 0,0 0 1,0 0-1,1 0 0,-1 0 1,0 0-1,0-1 0,0 1 1,0 0-1,0 0 0,0 0 1,0 0-1,0 0 0,0-1 1,0 1-1,0 0 0,0 0 1,-1 0-1,1 0 0,0 0 1,0-1-1,0 1 0,0 0 1,0 0-1,0 0 0,0 0 1,0 0-1,0 0 1,0-1-1,-1 1 0,-13-13-1485,3 6-5346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7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24575,'7'-2'0,"6"-2"0,2 1 0,2 1 0,0 0 0,0 1 0,-1 0 0,0 1 0,0 2 0,-1 2 0,0-1 0,-1 0 0,1-1 0,-3-1-8191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7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24575,'5'18'0,"2"7"0,2 6 0,2 2 0,1 0 0,2 0 0,-1 0 0,-2-2 0,1 0 0,1-4 0,-2 0 0,-1-4 0,-1-2 0,0-5 0,-2-2 0,-2-5-8191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424 100 24575,'-30'-17'0,"-12"-7"0,-2 2 0,4 4 0,6 5 0,7 8 0,3 4 0,3 5 0,-1 4 0,2 1 0,-1 2 0,1 1 0,-2 1 0,1-2 0,1-2 0,4-3-8191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3 24575,'-1'-1'0,"0"1"0,1 0 0,-1-1 0,1 1 0,-1 0 0,0 0 0,1 0 0,-1-1 0,0 1 0,1 0 0,-1 0 0,0 0 0,1 0 0,-1 0 0,0 0 0,1 0 0,-1 0 0,0 0 0,1 1 0,-1-1 0,0 0 0,1 0 0,-1 1 0,0-1 0,1 0 0,-1 1 0,1-1 0,-1 0 0,1 1 0,-1-1 0,1 1 0,-1-1 0,1 1 0,-1-1 0,1 1 0,-1 0 0,-16 22 0,5 3 0,0 1 0,2 0 0,1 1 0,-6 34 0,-12 37 0,-34 59 0,4-11 0,40-99 0,-40 131 0,45-135-74,4-13-357,1 1 1,-4 33 0,10-50-6396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9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24575,'0'-1'0,"0"1"0,1 0 0,-1 0 0,0 0 0,1 0 0,-1-1 0,0 1 0,1 0 0,-1 0 0,0 0 0,1 0 0,-1 0 0,1 0 0,-1 0 0,0 0 0,1 0 0,-1 0 0,0 0 0,1 0 0,-1 0 0,0 0 0,1 1 0,-1-1 0,1 0 0,-1 0 0,0 0 0,0 0 0,1 1 0,-1-1 0,0 0 0,1 0 0,-1 1 0,0-1 0,0 0 0,1 0 0,-1 1 0,0-1 0,0 0 0,0 1 0,1-1 0,-1 0 0,0 1 0,10 19 0,-8-16 0,77 173 0,-53-117 0,-23-53-195,0-1 0,0 1 0,0-1 0,1 0 0,0 0 0,5 6 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9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1 115 24575,'15'-8'0,"7"-2"0,3 1 0,0 1 0,-3 2 0,-2 1 0,-1-1 0,-3 3 0,-3-3 0,-1 2 0,-1-3 0,-2-1 0,0-1 0,-1 0 0,-5 1 0,-3-1 0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29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24575,'16'-2'0,"6"-2"0,3 1 0,-1 1 0,-1 0 0,-3 1 0,-2 0 0,-1 3 0,-2 2 0,0-1 0,0 0 0,-1-1 0,-2-1-8191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0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24575,'0'28'0,"2"0"0,1 0 0,1 0 0,16 54 0,-13-61 0,0-1 0,2 0 0,1-1 0,0 1 0,1-2 0,1 1 0,15 16 0,-19-27-1365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0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1 122 24575,'15'-10'0,"7"-3"0,3-3 0,0 3 0,-3 0 0,-1 2 0,-6 1 0,-2 2 0,0 3 0,-1-1 0,1 0 0,0 3 0,1-2 0,-3 2 0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0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24575,'18'5'0,"8"2"0,-1-4 0,-1-1 0,-3-4 0,-2-1 0,-2-4 0,-2 1 0,0-2 0,0 0 0,-1 2 0,-2 0 0,-1 0 0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1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24575,'35'105'0,"-17"-62"0,2-1 0,50 77 0,-69-117-170,1 1-1,0-1 0,0 0 1,0 1-1,0-1 0,0 0 1,5 3-1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1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459 22 24575,'-1'-2'0,"0"1"0,0-1 0,0 1 0,0 0 0,0-1 0,-1 1 0,1 0 0,0 0 0,-1 0 0,1 0 0,0 0 0,-1 0 0,1 0 0,-1 0 0,0 1 0,1-1 0,-1 1 0,0-1 0,1 1 0,-1-1 0,0 1 0,-1 0 0,-6 0 0,1 0 0,-1 0 0,-12 3 0,-2-1 0,-104-1 0,-7 0 0,122 0-273,0 0 0,0 1 0,0 1 0,-19 6 0,17-3-6553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2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24575,'2'10'0,"2"6"0,-1 2 0,2 2 0,0-1 0,2-1 0,2-1 0,2-4 0,-1-1 0,1-2 0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2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24575,'10'0'0,"3"3"0,0 3 0,-2 3 0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3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41 24575,'-1'-2'0,"-6"-4"0,1-1 0,-15-9 0,19 15 0,1 0 0,0 0 0,-1 0 0,0 0 0,1 0 0,-1 1 0,1-1 0,-1 0 0,0 1 0,0 0 0,1-1 0,-1 1 0,0 0 0,0 0 0,1 0 0,-1 0 0,0 0 0,0 0 0,0 0 0,1 1 0,-4 0 0,3 0 0,1 1 0,-1-1 0,1 0 0,0 0 0,0 1 0,0-1 0,0 1 0,0-1 0,0 1 0,0 0 0,0-1 0,0 1 0,1 0 0,-1-1 0,1 1 0,-1 0 0,1 0 0,0 0 0,0-1 0,0 1 0,0 3 0,0 5 0,0-1 0,3 16 0,-1-13 0,1-1 0,0 1 0,1 0 0,0-1 0,1 0 0,0 0 0,8 12 0,5 5 0,28 31 0,2 4 0,-47-62 0,0 0 0,0 0 0,0 0 0,0 1 0,-1-1 0,1 0 0,-1 0 0,1 1 0,-1-1 0,1 0 0,-1 1 0,0-1 0,0 1 0,1-1 0,-1 0 0,0 1 0,0-1 0,-1 1 0,1 1 0,-1-2 0,1 0 0,-1 0 0,0 0 0,1 0 0,-1 0 0,0 0 0,0 0 0,0 0 0,1-1 0,-1 1 0,0 0 0,0-1 0,0 1 0,0 0 0,-1-1 0,1 0 0,0 1 0,0-1 0,0 1 0,0-1 0,0 0 0,-1 0 0,-1 0 0,-27 3 0,-1-2 0,-35-4 0,2 1 0,23 2-1365,25 0-5461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6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163 674 24575,'12'-23'0,"-7"14"0,0 1 0,-1-1 0,0 0 0,-1 0 0,1 0 0,-2 0 0,0 0 0,2-15 0,-2-6 0,-2 1 0,-1-1 0,-2 0 0,-1 1 0,-1 0 0,-14-46 0,10 47 0,-26-78 0,25 77 0,9 23 0,-1 0 0,0 0 0,0 0 0,-1 0 0,0 0 0,0 1 0,0-1 0,0 1 0,-6-6 0,2 3 0,0-1 0,-7-12 0,-7-9 0,21 29 0,-1 1 0,1-1 0,0 0 0,-1 1 0,1-1 0,-1 1 0,1-1 0,-1 1 0,1-1 0,-1 1 0,1-1 0,-1 1 0,0 0 0,1-1 0,-1 1 0,1 0 0,-1-1 0,0 1 0,0 0 0,1 0 0,-1 0 0,0-1 0,1 1 0,-1 0 0,0 0 0,0 0 0,1 0 0,-1 0 0,0 1 0,1-1 0,-1 0 0,0 0 0,1 0 0,-1 1 0,0-1 0,1 0 0,-1 0 0,0 1 0,1-1 0,-1 1 0,1-1 0,-1 1 0,1-1 0,-1 1 0,1-1 0,-1 1 0,1-1 0,-1 1 0,1 0 0,0-1 0,-1 1 0,1 0 0,-3 3 0,1 1 0,1-1 0,-1 0 0,1 0 0,-1 1 0,0 8 0,2 0 0,0 0 0,1 0 0,1 0 0,0 0 0,1 0 0,5 14 0,-4-9 0,76 207 0,-77-218 0,5 12 0,35 79 0,-37-87 0,0-1 0,1 1 0,0-1 0,0 0 0,1-1 0,13 13 0,-14-17 0,0-1 0,0 1 0,0-1 0,0-1 0,1 1 0,-1-1 0,1 0 0,0-1 0,0 0 0,0 0 0,11 0 0,6 0 0,0-1 0,36-3 0,-56 1 0,1 1 0,-1-1 0,1 0 0,-1 0 0,0-1 0,0 0 0,0 0 0,0 0 0,0 0 0,0-1 0,0 0 0,-1 0 0,5-4 0,-6 5 0,-1 0 0,0-1 0,0 0 0,0 1 0,0-1 0,0 0 0,0 0 0,-1 0 0,1 0 0,-1 0 0,0 0 0,0-1 0,0 1 0,-1 0 0,1-1 0,-1 1 0,1 0 0,-1-1 0,0 1 0,-1-1 0,0-5 0,-1-1 0,0 0 0,-1 1 0,0-1 0,0 1 0,-1 0 0,0 0 0,-1 0 0,0 1 0,0-1 0,-11-11 0,4 7 0,0 2 0,0-1 0,-1 2 0,0 0 0,-22-13 0,34 23 0,0-1 0,0 0 0,0 1 0,0-1 0,0 0 0,0 1 0,0-1 0,-1 1 0,1 0 0,0-1 0,0 1 0,0 0 0,0 0 0,0 0 0,-1 0 0,1 0 0,0 0 0,0 0 0,0 0 0,0 0 0,-1 0 0,1 1 0,0-1 0,0 0 0,-2 2 0,2-1 0,1 0 0,-1 0 0,0 0 0,0 0 0,1 1 0,-1-1 0,0 0 0,1 0 0,-1 1 0,1-1 0,0 1 0,-1-1 0,1 0 0,0 1 0,0-1 0,0 1 0,0-1 0,0 0 0,0 1 0,0-1 0,1 2 0,1 11 0,1-1 0,0 1 0,0-1 0,2 0 0,0 0 0,0-1 0,1 1 0,1-1 0,0 0 0,0-1 0,1 0 0,1 0 0,0 0 0,0-1 0,1-1 0,0 0 0,1 0 0,0-1 0,21 12 0,-27-17 15,-1-1 0,1 0 0,0 0 0,0-1 0,0 1 0,0-1 0,9 1 0,-11-2-86,-1 0 1,0 0-1,0 0 0,0 0 0,0 0 1,1 0-1,-1-1 0,0 1 1,0-1-1,0 0 0,0 0 0,0 0 1,0 0-1,0 0 0,0 0 1,-1 0-1,1 0 0,0-1 0,-1 1 1,3-3-1,3-6-6755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7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24575,'119'113'0,"-117"-111"0,-1 0 0,1 0 0,0-1 0,0 1 0,0-1 0,1 0 0,-1 0 0,0 0 0,0 0 0,1 0 0,-1 0 0,1 0 0,-1-1 0,0 1 0,1-1 0,3 0 0,-4 0 0,0 0 0,0-1 0,0 1 0,-1-1 0,1 1 0,0-1 0,0 0 0,-1 0 0,1 0 0,0 0 0,-1 0 0,1 0 0,-1 0 0,1-1 0,-1 1 0,0 0 0,1-1 0,-1 0 0,0 1 0,0-1 0,1-2 0,2-4 0,-2 6 0,-1-1 0,1 0 0,-1 1 0,1-1 0,0 1 0,0-1 0,4-3 0,-5 6 0,0-1 0,0 1 0,0-1 0,-1 1 0,1 0 0,0-1 0,0 1 0,0 0 0,0 0 0,0 0 0,0 0 0,0 0 0,0 0 0,0 0 0,0 0 0,0 0 0,0 0 0,0 1 0,0-1 0,0 0 0,0 1 0,0-1 0,0 0 0,0 1 0,0-1 0,0 1 0,0 0 0,1 0 0,89 66 0,-70-51-1365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230 138 24575,'-15'-13'0,"-21"-17"0,-68-44 0,99 71 0,0 0 0,-1 0 0,1 0 0,-1 1 0,1 0 0,-10-2 0,14 4 0,0 0 0,0 0 0,0 0 0,0 0 0,0 0 0,0 0 0,0 0 0,0 0 0,0 0 0,0 1 0,0-1 0,0 0 0,0 1 0,0-1 0,0 0 0,0 1 0,-1 0 0,1 0 0,0 1 0,0-1 0,0 0 0,1 0 0,-1 0 0,0 0 0,1 1 0,-1-1 0,1 0 0,-1 0 0,1 1 0,0-1 0,0 1 0,-1-1 0,1 0 0,0 3 0,0 7 0,1 0 0,0 1 0,0-1 0,1 0 0,1 0 0,0 0 0,8 19 0,-8-21 0,1-1 0,0 0 0,1-1 0,-1 1 0,2-1 0,-1 0 0,1 0 0,0 0 0,0-1 0,11 9 0,-14-13 0,-1-1 0,1 1 0,0-1 0,0 1 0,0-1 0,0 0 0,0 0 0,0 0 0,0 0 0,0-1 0,1 1 0,-1-1 0,5 0 0,-7 0 0,1 0 0,0-1 0,-1 1 0,1 0 0,0-1 0,-1 0 0,1 1 0,0-1 0,-1 0 0,1 0 0,-1 0 0,1 0 0,-1 0 0,0 0 0,1 0 0,-1 0 0,0-1 0,0 1 0,0 0 0,0-1 0,0 1 0,0-1 0,0 1 0,-1-1 0,2-2 0,2-9 0,0 0 0,-1 0 0,-1 0 0,0 0 0,-1-25 0,-1 37 0,0 0 0,0 1 0,0-1 0,0 0 0,0 0 0,0 0 0,0 0 0,1 1 0,-1-1 0,0 0 0,0 0 0,1 1 0,-1-1 0,0 0 0,2-1 0,-2 2 0,0 0 0,0 0 0,1 0 0,-1 0 0,0 0 0,0 0 0,1 0 0,-1 0 0,0 0 0,0 0 0,1 0 0,-1 0 0,0 0 0,0 0 0,1 1 0,-1-1 0,0 0 0,0 0 0,1 0 0,-1 0 0,0 0 0,0 1 0,0-1 0,1 0 0,-1 0 0,0 0 0,0 1 0,0-1 0,1 1 0,13 23 0,13 41 0,-3 2 0,17 78 0,-37-128 0,1 1 0,2 23 0,-6-34 0,0 0 0,-1 0 0,0 0 0,0 0 0,-1 0 0,-2 11 0,2-16 0,0 0 0,1 0 0,-1 0 0,0-1 0,0 1 0,0 0 0,-1 0 0,1-1 0,0 1 0,-1 0 0,1-1 0,-1 1 0,1-1 0,-1 0 0,0 0 0,0 0 0,1 1 0,-1-2 0,0 1 0,0 0 0,0 0 0,0 0 0,0-1 0,0 1 0,0-1 0,0 0 0,0 0 0,0 0 0,-1 0 0,1 0 0,-2 0 0,-8-1 0,0-1 0,1 0 0,-1-1 0,-13-4 0,21 5 0,-120-43-1365,105 37-5461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8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24575,'10'24'0,"0"0"0,-3 1 0,9 41 0,4 12 0,-10-45 0,2 0 0,1-1 0,22 37 0,-23-47-118,-5-9-60,0 0 0,1 0-1,0-1 1,1 0 0,1 0 0,16 15 0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8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77 24575,'-30'-10'0,"-12"-3"0,-5 0 0,1 0 0,6 3 0,7 2 0,7 3 0,5 2 0,4 2 0,2 1 0,1 3 0,1 1 0,-1-1 0,1 3 0,-1-1 0,-1 0 0,4-2-8191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38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23 24575,'-1'-2'0,"0"1"0,0-1 0,0 0 0,0 0 0,-1 0 0,1 1 0,0-1 0,-1 1 0,0-1 0,1 1 0,-3-2 0,3 3 0,1 0 0,-1-1 0,1 1 0,0 0 0,-1 0 0,1 0 0,-1 0 0,1 0 0,-1 0 0,1 0 0,-1 0 0,1 0 0,-1 0 0,1 0 0,-1 0 0,1 0 0,-1 0 0,1 0 0,-1 0 0,0 1 0,0-1 0,1 1 0,-1 0 0,0-1 0,0 1 0,1 0 0,-1-1 0,1 1 0,-1 0 0,0 0 0,1 0 0,-1 0 0,1 0 0,0-1 0,-1 3 0,-1 4 0,0 1 0,1-1 0,-1 1 0,2 0 0,-1 0 0,1-1 0,2 16 0,11 55 0,-3-35 0,20 52 0,-22-73 0,1-1 0,1-1 0,1 0 0,17 25 0,-4-18 0,-22-25 0,-1-1 0,1 1 0,0-1 0,-1 0 0,1 0 0,0 0 0,0 0 0,0 0 0,0 0 0,0 0 0,0 0 0,0-1 0,0 1 0,3 0 0,-4-2 0,0 1 0,0 0 0,0 0 0,0 0 0,-1-1 0,1 1 0,0 0 0,0-1 0,0 1 0,-1-1 0,1 1 0,0-1 0,-1 1 0,1-1 0,0 1 0,-1-1 0,1 0 0,-1 1 0,1-1 0,-1 0 0,1 0 0,-1 1 0,1-1 0,-1 0 0,0 0 0,1 0 0,-1 1 0,0-1 0,0 0 0,0 0 0,1-1 0,1-31 0,-2 28 0,-2-40 0,1-28 0,1 72 0,0 0 0,0-1 0,0 1 0,0 0 0,1 0 0,-1-1 0,0 1 0,0 0 0,1 0 0,-1-1 0,1 1 0,-1 0 0,1 0 0,0 0 0,-1 0 0,1 0 0,0 0 0,0 0 0,0 0 0,0 0 0,0 0 0,0 0 0,0 0 0,0 1 0,0-1 0,0 0 0,2 0 0,-1 1 0,1-1 0,-1 1 0,0 0 0,0 0 0,1 1 0,-1-1 0,0 0 0,0 1 0,1-1 0,-1 1 0,0 0 0,0 0 0,0 0 0,0 0 0,3 2 0,8 5 0,-1 1 0,0 0 0,16 18 0,19 14 0,17 10-1365,-56-45-5461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0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32 24575,'9'-1'0,"1"2"0,-1 0 0,0 0 0,0 0 0,0 1 0,0 0 0,10 5 0,-15-6 0,0 1 0,-1 0 0,1 0 0,0 1 0,-1-1 0,1 1 0,-1 0 0,0 0 0,0 0 0,0 0 0,0 0 0,-1 1 0,1-1 0,-1 1 0,0 0 0,0 0 0,2 5 0,1 7 0,-1 0 0,3 23 0,-4-19 0,-2-18 0,-1-1 0,0 1 0,1 0 0,-1 0 0,0-1 0,0 1 0,0 0 0,-1 0 0,1-1 0,0 1 0,0 0 0,-1 0 0,1-1 0,-1 1 0,0 0 0,0-1 0,1 1 0,-3 2 0,2-3 0,0 0 0,-1 0 0,1 0 0,0-1 0,-1 1 0,1 0 0,-1 0 0,1-1 0,-1 1 0,1-1 0,-1 1 0,1-1 0,-1 0 0,0 0 0,1 0 0,-1 0 0,0 0 0,1 0 0,-1 0 0,-2-1 0,-8-1 0,-1-1 0,1 0 0,0 0 0,-14-8 0,-46-24 0,43 20 0,9 5 0,-48-26 0,59 30 0,-1 0 0,1-1 0,0 0 0,-12-12 0,19 17 0,0-1 0,1 1 0,-1 0 0,0-1 0,1 0 0,-1 1 0,1-1 0,0 0 0,0 0 0,-1-5 0,1 7 0,1-1 0,0 1 0,0 0 0,0 0 0,0 0 0,0 0 0,0-1 0,1 1 0,-1 0 0,0 0 0,1 0 0,-1 0 0,0-1 0,1 1 0,-1 0 0,1 0 0,0 0 0,-1 0 0,1 0 0,0 0 0,0 1 0,0-1 0,-1 0 0,1 0 0,0 0 0,0 1 0,0-1 0,0 0 0,2 0 0,2-1 7,0 0-1,0 1 0,0-1 0,1 1 1,-1 0-1,0 1 0,0-1 1,1 1-1,-1 0 0,0 0 1,7 2-1,8 1-285,31 11-1,-30-8-602,-7-3-5944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329 292 24575,'-70'-81'0,"-84"-75"0,143 145 0,6 6 0,0 0 0,0 0 0,0 1 0,-1 0 0,1 0 0,-1 0 0,0 1 0,-11-5 0,16 7 0,0 1 0,0 0 0,0 0 0,1 0 0,-1-1 0,0 1 0,0 0 0,0 0 0,0 0 0,0 0 0,1 1 0,-1-1 0,0 0 0,0 0 0,0 0 0,0 1 0,1-1 0,-1 0 0,0 1 0,0-1 0,1 1 0,-1-1 0,0 1 0,-1 1 0,1-1 0,0 0 0,0 1 0,1-1 0,-1 1 0,0-1 0,0 1 0,1-1 0,-1 1 0,1-1 0,-1 3 0,-1 5 0,1 0 0,1 0 0,0 14 0,0-19 0,4 54-54,2-1 0,2-1 0,3 0 0,21 65-1,95 210-216,-52-178 271,-55-119 0,1-1 0,33 40 0,-53-71-141,1 0-1,0 0 0,-1 0 1,1 0-1,0-1 0,0 1 1,0 0-1,4 1 0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0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78 24575,'-30'-13'0,"-12"-4"0,-5 1 0,4 4 0,6 2 0,5 5 0,5 2 0,5 2 0,6 1-8191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2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24575,'31'14'0,"-14"-6"0,0 0 0,-1 2 0,18 11 0,347 238 0,-358-247 0,-40-27 0,-7-1-1365,15 8-5461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2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61 24575,'-12'-11'0,"-17"-15"0,24 23 0,1 0 0,0 0 0,-1 1 0,0-1 0,1 1 0,-1 0 0,0 0 0,-7-1 0,11 3 0,0 0 0,0 0 0,0 0 0,0-1 0,0 1 0,0 1 0,-1-1 0,1 0 0,0 0 0,0 0 0,0 1 0,0-1 0,0 0 0,0 1 0,0-1 0,0 1 0,0-1 0,0 1 0,0-1 0,0 1 0,1 0 0,-1 0 0,0-1 0,0 1 0,0 0 0,1 0 0,-1 0 0,1 0 0,-1 0 0,1 0 0,-1 0 0,1 0 0,-1 0 0,1 0 0,0 0 0,-1 0 0,1 0 0,0 0 0,0 2 0,-1 5 0,0 1 0,1 0 0,0 0 0,2 8 0,-1-5 0,-1-6 0,1 20 0,-2 43 0,0-61 0,0 0 0,0-1 0,-1 1 0,0 0 0,-1-1 0,0 1 0,0-1 0,0 0 0,-8 13 0,8-17-105,0 0 0,0-1 0,0 1 0,0 0 0,0-1 0,0 0 0,-1 1 0,1-1 0,-1-1 0,1 1 0,-1 0 0,-4 0 0,-2 1-6721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3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27 24575,'-4'-3'0,"-1"0"0,1 0 0,-1 1 0,0-1 0,0 1 0,0 0 0,0 0 0,0 0 0,0 1 0,-1 0 0,1 0 0,-9 0 0,5 1 0,0 1 0,0 0 0,-1 0 0,1 1 0,0 0 0,-12 6 0,7-4 0,10-3 0,-1 0 0,1 0 0,0 1 0,0 0 0,-5 2 0,8-3 0,0 0 0,0-1 0,0 1 0,1 0 0,-1 0 0,0 0 0,0 0 0,0 0 0,1 0 0,-1 0 0,1 0 0,-1 0 0,1 0 0,-1 0 0,1 0 0,-1 0 0,1 0 0,0 1 0,0-1 0,-1 0 0,1 0 0,0 0 0,0 3 0,2 7 0,0 1 0,1-1 0,0 0 0,8 20 0,-6-18 0,0 0 0,5 27 0,11 64 0,-13-70 0,-1 1 0,4 64 0,-9-82 0,0-1 0,1 1 0,7 21 0,-9-34 0,0 0 0,0-1 0,0 1 0,1-1 0,-1 1 0,1-1 0,0 0 0,0 1 0,0-1 0,1 0 0,3 3 0,-4-4 0,1 0 0,-1 0 0,1-1 0,0 1 0,-1-1 0,1 0 0,0 0 0,0 0 0,0 0 0,0 0 0,0-1 0,0 1 0,0-1 0,5 0 0,141-2 0,-141 2-170,-1 0-1,1-1 0,-1 0 1,0 0-1,0-1 0,1 0 1,11-5-1,-10 2-6655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4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70 24575,'-23'-27'0,"30"38"0,13 17 0,-9-17 0,30 25 0,-36-33 0,-1 1 0,1-1 0,0 0 0,0-1 0,0 1 0,0-1 0,8 2 0,-11-4 0,-1 1 0,0-1 0,0 0 0,0 0 0,0 0 0,0 0 0,0 0 0,0 0 0,1 0 0,-1 0 0,0-1 0,0 1 0,0 0 0,0-1 0,0 1 0,0-1 0,0 1 0,0-1 0,0 1 0,2-2 0,-2 0 0,1 1 0,-1-1 0,0 0 0,1 0 0,-1 0 0,0 0 0,0 0 0,0 0 0,1-4 0,0-2 0,0-1 0,0 1 0,-1-1 0,0-12 0,-1 6 0,-1-13 0,1 26 0,1 1 0,-1-1 0,0 1 0,1-1 0,-1 1 0,0-1 0,1 1 0,0-1 0,-1 1 0,1-1 0,0 1 0,0-1 0,1 0 0,-2 1 0,1 1 0,0-1 0,0 1 0,-1-1 0,1 1 0,0 0 0,0-1 0,-1 1 0,1 0 0,0 0 0,0 0 0,0-1 0,-1 1 0,1 0 0,0 0 0,0 0 0,0 0 0,0 0 0,0 1 0,-1-1 0,1 0 0,0 0 0,0 0 0,0 1 0,-1-1 0,1 0 0,0 1 0,0-1 0,0 2 0,22 15 0,-20-14 0,33 31 0,34 28 0,-11-18-1365,-47-35-5461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4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24575,'7'-2'0,"32"-8"0,0 1 0,55-3 0,-83 11 0,1 0 0,-1 1 0,1 1 0,0 0 0,-1 1 0,1 0 0,-1 1 0,0 0 0,0 1 0,0 0 0,0 1 0,18 10 0,-6-1 0,-15-10 0,0 1 0,-1-1 0,11 10 0,-16-12 0,0 0 0,0 1 0,0-1 0,-1 0 0,1 1 0,0-1 0,-1 1 0,0-1 0,0 1 0,1 0 0,-1-1 0,-1 1 0,1 0 0,0 5 0,1 35 0,-3-34 0,1 1 0,1-1 0,0 1 0,0-1 0,1 0 0,3 11 0,11 19 0,35 62 0,-21-44 0,-22-42 0,5 9 0,-1 0 0,-2 0 0,11 37 0,-20-60 0,-1 0 0,0 1 0,0-1 0,1 0 0,-1 0 0,0 1 0,0-1 0,0 0 0,0 0 0,0 0 0,0 1 0,-1-1 0,1 0 0,0 0 0,-1 0 0,1 1 0,0-1 0,-1 0 0,0 0 0,1 0 0,-1 0 0,0 0 0,1 0 0,-1 0 0,0 0 0,0 0 0,0 0 0,0-1 0,0 1 0,0 0 0,0-1 0,0 1 0,0 0 0,0-1 0,0 1 0,0-1 0,-1 0 0,1 1 0,0-1 0,-2 0 0,-6 2 0,-1-1 0,1-1 0,0 0 0,-15-1 0,8 0 0,-113-1-1365,115 2-5461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7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96 24575,'-47'-25'0,"0"2"0,-61-21 0,106 43 0,0 1 0,0-1 0,0 1 0,0-1 0,0 1 0,0 0 0,0 0 0,0 0 0,0 0 0,0 0 0,0 0 0,0 0 0,0 1 0,0-1 0,0 1 0,-2 0 0,3 0 0,0 0 0,0 0 0,0 0 0,0 0 0,0 0 0,0 0 0,0 0 0,0 0 0,1 0 0,-1 0 0,0 0 0,1 0 0,-1 1 0,1-1 0,-1 0 0,1 0 0,0 1 0,-1-1 0,1 0 0,0 0 0,0 1 0,0-1 0,0 0 0,0 1 0,0 1 0,1 4 0,0 0 0,1 0 0,0 0 0,0 0 0,0 0 0,1-1 0,0 1 0,0-1 0,1 1 0,0-1 0,7 8 0,6 7 0,35 32 0,-29-31 0,82 68 0,-16-13 0,-86-75 0,0 2 0,0-1 0,0 0 0,0 1 0,-1-1 0,0 1 0,1 0 0,1 5 0,-4-8 0,1 0 0,-1 0 0,0 0 0,0 0 0,0-1 0,1 1 0,-1 0 0,0 0 0,0 0 0,0 0 0,-1 0 0,1 0 0,0-1 0,0 1 0,0 0 0,-1 0 0,1 0 0,-1 1 0,0-1 0,0 0 0,0 0 0,1 0 0,-1-1 0,0 1 0,0 0 0,-1-1 0,1 1 0,0 0 0,0-1 0,0 1 0,0-1 0,0 1 0,-1-1 0,1 0 0,0 0 0,-2 1 0,-5-1 0,0 1 0,0-1 0,1 0 0,-1-1 0,0 0 0,0 0 0,-14-5 0,0-1 0,-30-14 0,51 20 0,-1 1 0,1-1 0,0 0 0,0 0 0,-1 0 0,1 0 0,0 0 0,0 0 0,0 0 0,0 0 0,0 0 0,-1-2 0,2 3 0,0 0 0,0-1 0,0 1 0,0 0 0,0 0 0,0 0 0,-1 0 0,1-1 0,0 1 0,0 0 0,0 0 0,0 0 0,0-1 0,0 1 0,0 0 0,0 0 0,0 0 0,1 0 0,-1-1 0,0 1 0,0 0 0,0 0 0,0 0 0,0 0 0,0-1 0,0 1 0,0 0 0,0 0 0,1 0 0,-1 0 0,0 0 0,0-1 0,0 1 0,13-1 0,68 11 0,94 7 0,-150-16 0,-1-1 0,0-1 0,0-1 0,0-1 0,38-10 0,-59 12 0,0 0 0,-1 0 0,1 0 0,-1 0 0,0 0 0,1 0 0,-1-1 0,0 1 0,0-1 0,1 0 0,-1 1 0,-1-1 0,1 0 0,0 0 0,0-1 0,-1 1 0,1 0 0,-1 0 0,0-1 0,0 1 0,0-1 0,0 1 0,0-1 0,0 1 0,-1-1 0,1 0 0,-1 1 0,1-1 0,-1 0 0,0 1 0,0-1 0,-1-5 0,-1 1 0,1 0 0,-1 0 0,-1 0 0,1 0 0,-1 0 0,0 0 0,-1 0 0,0 1 0,0 0 0,-9-11 0,-4-2 0,-26-23 0,38 36 0,-1 2 0,0-1 0,-1 1 0,1 0 0,-1 0 0,1 1 0,-1 0 0,-1 0 0,-7-2 0,14 4 0,0 1 0,0 0 0,0 0 0,0 0 0,0 0 0,0 0 0,0 0 0,0 0 0,0 0 0,0 0 0,0 0 0,0 0 0,0 0 0,0 1 0,0-1 0,1 0 0,-1 1 0,0-1 0,0 1 0,0-1 0,0 1 0,1-1 0,-2 2 0,1-1 0,0 1 0,0-1 0,0 1 0,1-1 0,-1 0 0,0 1 0,1 0 0,-1-1 0,1 1 0,0-1 0,0 1 0,-1 3 0,1 1 0,1 0 0,-1 1 0,1-1 0,0 0 0,1 0 0,2 8 0,4 5 0,2 1 0,0-2 0,1 1 0,1-2 0,1 1 0,0-2 0,1 1 0,1-2 0,1 0 0,0-1 0,27 18 0,-35-26 0,0-1 0,0-1 0,1 0 0,0 0 0,0 0 0,0-1 0,1-1 0,-1 1 0,0-1 0,1-1 0,0 0 0,-1 0 0,1-1 0,15-2 0,-22 2-151,-1-1-1,1 1 0,-1-1 0,0 0 1,1 0-1,-1 0 0,0 0 1,4-2-1,4-4-6674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7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359 133 24575,'-93'-45'0,"-100"-31"0,189 74 0,-2 0 0,1 0 0,-1 1 0,0-1 0,1 1 0,-11-1 0,15 2 0,0 0 0,0 0 0,0 0 0,0 0 0,0 1 0,0-1 0,0 0 0,0 1 0,0-1 0,0 0 0,0 1 0,0-1 0,0 1 0,1 0 0,-1-1 0,0 1 0,0 0 0,0-1 0,1 1 0,-1 0 0,0 0 0,1-1 0,-1 1 0,0 0 0,1 0 0,-1 0 0,1 0 0,0 0 0,-1 0 0,1 0 0,0 0 0,0 0 0,-1 0 0,1 0 0,0 0 0,0 0 0,0 2 0,0 2 0,1-1 0,-1 1 0,1 0 0,0-1 0,0 1 0,0-1 0,1 1 0,-1-1 0,1 0 0,0 1 0,0-1 0,1 0 0,-1 0 0,1 0 0,0-1 0,4 5 0,8 7 0,0-1 0,25 17 0,-22-17 0,-7-5 0,0-1 0,1-1 0,0 0 0,20 8 0,-25-12 0,1 0 0,0-1 0,0 0 0,0 0 0,0-1 0,0 0 0,0 0 0,0-1 0,10-1 0,-16 1 0,0 0 0,0-1 0,0 1 0,0-1 0,0 1 0,0-1 0,-1 0 0,1 0 0,0 0 0,0 0 0,0 0 0,-1 0 0,1-1 0,-1 1 0,1 0 0,-1-1 0,1 1 0,-1-1 0,0 0 0,0 1 0,0-1 0,0 0 0,0 0 0,0 0 0,0 0 0,0 1 0,-1-1 0,1 0 0,-1 0 0,0 0 0,1-1 0,-1-2 0,0-2 0,0 0 0,0 0 0,-1 0 0,0 1 0,0-1 0,-1 1 0,0-1 0,-4-10 0,6 16 0,0 0 0,0 1 0,0-1 0,-1 1 0,1-1 0,0 0 0,-1 1 0,1-1 0,0 1 0,-1-1 0,1 1 0,0-1 0,-1 0 0,1 1 0,-1 0 0,1-1 0,-1 1 0,1-1 0,-1 1 0,0 0 0,1-1 0,-2 1 0,2 0 0,-1 0 0,1 1 0,0-1 0,-1 0 0,1 1 0,0-1 0,-1 1 0,1-1 0,0 1 0,-1-1 0,1 1 0,0-1 0,0 1 0,0-1 0,-1 1 0,1-1 0,0 1 0,0-1 0,0 2 0,-3 32 0,4-12 0,1 0 0,0 0 0,1 0 0,2-1 0,0 0 0,1 0 0,18 38 0,-4-18 0,1-1 0,48 66 0,-24-49-1365,-36-48-5461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8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19 265 24575,'-7'-8'0,"-5"-7"0,13 14 0,7 7 0,13 14 0,30 24 0,-47-40 0,1-1 0,0 0 0,0 0 0,0 0 0,0-1 0,0 0 0,1 0 0,-1 0 0,6 1 0,-9-3 0,-1 0 0,1 0 0,-1 0 0,0 1 0,1-2 0,-1 1 0,1 0 0,-1 0 0,1 0 0,-1 0 0,1-1 0,-1 1 0,0-1 0,1 1 0,-1-1 0,0 0 0,0 1 0,1-1 0,-1 0 0,2-1 0,-2 0 0,0 0 0,1 0 0,-1 1 0,0-1 0,0 0 0,0 0 0,-1 0 0,1 0 0,0 0 0,-1 0 0,1 0 0,-1-4 0,1-3 0,-1 0 0,0 0 0,-1 0 0,0 0 0,-3-11 0,-3-1 0,5 18 0,1 0 0,0 0 0,-1-1 0,1 1 0,1 0 0,-1-1 0,0 1 0,1-1 0,0-5 0,0 8 0,0 1 0,0 0 0,0-1 0,1 1 0,-1-1 0,0 1 0,1 0 0,-1-1 0,0 1 0,1 0 0,-1-1 0,0 1 0,1 0 0,-1-1 0,1 1 0,-1 0 0,0 0 0,1 0 0,-1-1 0,1 1 0,-1 0 0,1 0 0,-1 0 0,1 0 0,-1 0 0,1 0 0,-1 0 0,1 0 0,-1 0 0,1 0 0,-1 0 0,1 0 0,-1 0 0,0 1 0,1-1 0,-1 0 0,1 0 0,-1 0 0,1 1 0,18 8 0,18 16 0,44 26 0,-68-45 0,0 1 0,1-2 0,-1 1 0,23 4 0,-26-8 0,0 0 0,-1-1 0,1 0 0,0 0 0,0-1 0,0-1 0,0 1 0,16-5 0,-23 5 0,0-1 0,1 0 0,-1-1 0,0 1 0,0-1 0,0 1 0,0-1 0,-1 0 0,1 0 0,0 0 0,-1 0 0,1-1 0,-1 1 0,0-1 0,0 1 0,0-1 0,0 0 0,0 0 0,-1 0 0,1 0 0,-1 0 0,0 0 0,0 0 0,0 0 0,0-1 0,0 1 0,-1 0 0,1-6 0,-1 1 0,0 0 0,-1 0 0,0 0 0,-1 0 0,1 0 0,-2 0 0,1 1 0,-1-1 0,0 1 0,0 0 0,-8-12 0,-2-1 0,0 1 0,-28-30 0,38 47 0,1-1 0,-1 0 0,0 1 0,0 0 0,0 0 0,0 0 0,0 0 0,-5-2 0,7 3 0,0 1 0,0 0 0,0-1 0,0 1 0,0 0 0,0 0 0,0 0 0,0 0 0,0 0 0,0 0 0,0 0 0,0 0 0,0 0 0,0 0 0,0 0 0,0 1 0,0-1 0,0 0 0,0 1 0,0-1 0,0 1 0,0-1 0,0 1 0,0-1 0,1 1 0,-1 0 0,0-1 0,0 1 0,1 0 0,-1 0 0,0 0 0,1-1 0,-1 1 0,0 2 0,-3 6 0,1 1 0,0-1 0,0 1 0,1 0 0,0 0 0,0 0 0,1 0 0,1 0 0,0 1 0,0-1 0,1 0 0,0 0 0,1 0 0,0 0 0,1 0 0,0 0 0,6 13 0,-7-19 0,1 0 0,-1 0 0,1-1 0,0 1 0,0-1 0,1 1 0,-1-1 0,1 0 0,-1 0 0,1-1 0,0 1 0,0-1 0,0 0 0,1 0 0,-1 0 0,0-1 0,1 1 0,-1-1 0,7 1 0,8 1 0,1-1 0,-1-1 0,26-2 0,-26 1 0,63 1 0,62-3 0,-143 2 0,0 0 0,1 0 0,-1-1 0,0 1 0,1 0 0,-1-1 0,0 1 0,1-1 0,-1 1 0,0-1 0,0 0 0,0 1 0,1-1 0,-1 0 0,0 0 0,0 0 0,0 0 0,0 0 0,0 0 0,-1 0 0,1 0 0,1-1 0,-1-1 0,0 1 0,-1-1 0,1 1 0,0-1 0,-1 1 0,0-1 0,1 1 0,-1-1 0,0 1 0,0-1 0,-1-3 0,0 1 0,0-1 0,0 0 0,0 1 0,-1-1 0,0 1 0,0 0 0,-1 0 0,0 0 0,1 0 0,-5-6 0,4 10 0,3 7 0,6 8 0,-4-9 0,0-1 0,1 0 0,0 0 0,0 0 0,0-1 0,0 1 0,0-1 0,1 1 0,6 3 0,-9-6 0,1 0 0,-1 0 0,1 0 0,-1-1 0,1 1 0,-1-1 0,1 1 0,-1-1 0,1 0 0,0 1 0,-1-1 0,1 0 0,-1 0 0,1 0 0,0 0 0,-1-1 0,1 1 0,-1 0 0,1-1 0,0 1 0,-1-1 0,1 1 0,-1-1 0,0 0 0,1 1 0,-1-1 0,1 0 0,-1 0 0,0 0 0,0 0 0,3-3 0,11-15 0,-12 15 0,0 0 0,0 0 0,0 1 0,6-6 0,-8 8 0,0 0 0,1 0 0,0 0 0,-1 1 0,1-1 0,-1 0 0,1 1 0,0-1 0,0 1 0,-1-1 0,1 1 0,0 0 0,0-1 0,-1 1 0,1 0 0,2 1 0,2 0 0,0 0 0,-1 0 0,1 1 0,-1 0 0,0 0 0,0 0 0,9 5 0,35 27 0,-10-6 0,-20-15-682,35 29-1,-44-33-6143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49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167 197 24575,'-11'-8'0,"-1"1"0,0 1 0,-1 0 0,1 0 0,-1 1 0,0 1 0,-25-5 0,37 8 0,-1 1 0,1 0 0,-1 0 0,1 0 0,-1 0 0,0 0 0,1 0 0,-1 0 0,1 0 0,-1 1 0,1-1 0,-1 0 0,1 1 0,-1 0 0,1-1 0,-1 1 0,1 0 0,0-1 0,-1 1 0,1 0 0,0 0 0,0 0 0,0 0 0,-1 1 0,0 1 0,1-1 0,0 0 0,0 0 0,1 0 0,-1 1 0,1-1 0,-1 0 0,1 0 0,0 0 0,0 1 0,0-1 0,0 0 0,1 0 0,-1 0 0,0 1 0,1-1 0,0 0 0,1 3 0,2 7 0,1 0 0,0-1 0,1 0 0,1 0 0,-1 0 0,2 0 0,-1-1 0,2-1 0,13 13 0,-16-16 0,1 0 0,0-1 0,1 0 0,-1 0 0,1-1 0,0 0 0,0 0 0,1-1 0,-1 0 0,1-1 0,-1 0 0,1 0 0,0-1 0,11 1 0,-3-2 0,55 0 0,-64 0 0,1-1 0,-1 0 0,1-1 0,-1 0 0,0 0 0,9-4 0,-11 3 0,0-1 0,-1 1 0,0-1 0,0 0 0,0-1 0,0 1 0,-1-1 0,0 0 0,0 0 0,0 0 0,-1 0 0,5-9 0,0-1 0,-2 0 0,1-1 0,6-24 0,-11 31 0,0 0 0,-1 0 0,0 0 0,0 0 0,0 0 0,-2 0 0,1 0 0,-3-16 0,1 19 0,1-1 0,-1 1 0,-1 0 0,1 0 0,-1 0 0,0 1 0,0-1 0,-1 1 0,1 0 0,-1-1 0,0 2 0,-1-1 0,-5-5 0,2 3 0,5 4 0,0 0 0,0 0 0,-1 1 0,0-1 0,1 1 0,-6-3 0,8 5 0,0 0 0,0-1 0,0 1 0,0 0 0,0 0 0,0-1 0,0 1 0,-1 0 0,1 0 0,0 0 0,0 1 0,0-1 0,0 0 0,0 0 0,0 1 0,0-1 0,0 0 0,0 1 0,0-1 0,0 1 0,0-1 0,0 1 0,0 0 0,0-1 0,0 1 0,0 0 0,0 0 0,1 0 0,-2 1 0,-6 9 0,1 1 0,0 0 0,1 0 0,1 1 0,0 0 0,0 0 0,-3 18 0,7-27 0,0 0 0,0 0 0,1-1 0,-1 1 0,1 0 0,0 0 0,0 0 0,0 0 0,1 0 0,-1 0 0,1 0 0,0 0 0,0 0 0,1 0 0,1 4 0,-1-4 0,1 0 0,0 0 0,0 0 0,1 0 0,-1 0 0,1-1 0,-1 1 0,1-1 0,0 0 0,0 0 0,8 3 0,21 11 0,1-2 0,1-1 0,37 9 0,110 17 0,-84-28-1365,-81-9-5461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1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72 123 24575,'-15'-34'0,"-25"-38"0,28 56 0,12 16 0,-1 0 0,1 0 0,0 0 0,0 0 0,0 0 0,0 0 0,0 0 0,0 0 0,0 0 0,0 0 0,0 0 0,0 0 0,-1 0 0,1 0 0,0 0 0,0 0 0,0 0 0,0 0 0,0 0 0,0 0 0,0 0 0,0 0 0,0 0 0,-1 0 0,1 0 0,0 0 0,0 0 0,0 0 0,0 0 0,0 0 0,0 0 0,0 0 0,0 0 0,0 0 0,0 0 0,-1 0 0,1 0 0,0 0 0,0 0 0,0 1 0,0-1 0,0 0 0,0 0 0,0 0 0,0 0 0,0 10 0,83 297 0,-48-177 0,-16-56 0,-15-43 0,-3-25 0,-1 0 0,1 0 0,1 0 0,2 9 0,-4-14 0,0-1 0,1 1 0,-1 0 0,1 0 0,-1-1 0,0 1 0,1 0 0,0-1 0,-1 1 0,1-1 0,-1 1 0,1-1 0,0 1 0,-1-1 0,1 1 0,0-1 0,-1 1 0,1-1 0,0 0 0,0 1 0,-1-1 0,1 0 0,0 0 0,0 0 0,0 0 0,-1 1 0,1-1 0,0 0 0,0 0 0,0-1 0,-1 1 0,2 0 0,3-1 0,0-1 0,0 1 0,0-1 0,6-4 0,8-2 0,3 3 0,30-1 0,-22 3 0,8 0 41,0 2 1,70 8-1,12 0-1530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1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48 24575,'-12'-15'0,"10"13"0,-1 0 0,2 0 0,-1-1 0,0 1 0,0-1 0,1 1 0,-1-1 0,1 1 0,0-1 0,-2-4 0,5 6 0,5 4 0,5 5 0,73 64 0,33 26 0,-50-47 0,-31-23 0,66 41 0,-94-66-66,-9-3 70,1 0-1,-1 0 0,0 0 0,0 0 1,0 0-1,0 0 0,0 0 1,0 0-1,0 0 0,0 0 0,0 0 1,0 0-1,0 0 0,0 0 0,1 0 1,-1 0-1,0 0 0,0 0 1,0 0-1,0-1 0,0 1 0,0 0 1,0 0-1,0 0 0,0 0 1,0 0-1,0 0 0,0 0 0,0 0 1,0 0-1,0 0 0,0 0 1,0-1-1,0 1 0,0 0 0,0 0 1,0 0-1,0 0 0,0 0 1,0 0-1,0 0 0,0 0 0,0 0 1,0 0-1,0 0 0,0-1 1,0 1-1,0 0 0,0 0 0,-10-14-1466,0 4-5363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2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88 24575,'-8'-21'0,"5"14"0,0-1 0,0 1 0,0 0 0,-1 0 0,0 1 0,-8-11 0,12 16 0,-1 1 0,1-1 0,-1 1 0,1-1 0,0 1 0,-1-1 0,1 1 0,-1-1 0,0 1 0,1 0 0,-1-1 0,1 1 0,-1 0 0,0-1 0,1 1 0,-1 0 0,0 0 0,1 0 0,-1 0 0,0-1 0,1 1 0,-1 0 0,0 0 0,1 0 0,-1 0 0,0 0 0,1 1 0,-1-1 0,0 0 0,1 0 0,-1 0 0,0 1 0,1-1 0,-1 0 0,1 1 0,-1-1 0,0 0 0,1 1 0,-1-1 0,1 1 0,-1-1 0,1 1 0,-1-1 0,1 1 0,0-1 0,-1 1 0,0 1 0,-2 3 0,-1 1 0,2 1 0,-1-1 0,-2 8 0,0-2 0,0-1 0,-1 0 0,-1 0 0,0 0 0,0-1 0,-1 0 0,0-1 0,-1 1 0,0-2 0,-11 10 0,4-5-114,1 1 1,0 1-1,1 0 0,1 1 0,0 1 1,2 0-1,0 0 0,0 1 0,2 1 1,0-1-1,-8 30 0,12-34-6712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4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24575,'1'5'0,"0"0"0,1 0 0,-1-1 0,1 1 0,0 0 0,0-1 0,1 1 0,4 6 0,-3-6 0,16 29 0,-9-14 0,0-1 0,2 0 0,0-1 0,28 29 0,-35-42 0,8 9 0,18 12 0,-28-23 0,0 0 0,0 0 0,1-1 0,-1 0 0,0 0 0,1 0 0,0 0 0,-1-1 0,1 0 0,5 1 0,-9-2 0,0 0 0,0 0 0,0 0 0,0 0 0,0 0 0,0 0 0,0-1 0,0 1 0,0 0 0,0-1 0,0 1 0,0-1 0,0 1 0,0-1 0,0 1 0,0-1 0,0 0 0,0 0 0,-1 1 0,1-1 0,0 0 0,-1 0 0,1 0 0,0 0 0,-1 0 0,1 1 0,-1-1 0,0 0 0,1 0 0,-1 0 0,0-1 0,1 1 0,-1 0 0,0-1 0,1-6 0,0 0 0,0 1 0,-2-15 0,1 14 0,-2-23 0,-2 0 0,-13-54 0,14 73 0,3 10-107,-3-13 348,3 14-304,0 1 1,-1-1-1,1 1 1,0-1-1,0 1 1,0-1-1,0 1 1,0-1 0,0 1-1,0-1 1,0 1-1,1-1 1,-1 1-1,0-1 1,0 1-1,0-1 1,0 1 0,1 0-1,-1-1 1,0 1-1,0-1 1,1 1-1,0-1 1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5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106 291 24575,'6'-16'0,"0"0"0,-1-1 0,4-31 0,-8 40 0,-1 1 0,0 0 0,0-1 0,0 1 0,-1 0 0,0 0 0,-1 0 0,0 0 0,0 0 0,0 0 0,-6-12 0,1 7 0,2 0 0,-2 1 0,-10-16 0,14 24 0,1 0 0,-1 0 0,1 1 0,-1-1 0,0 1 0,0-1 0,0 1 0,0 0 0,0 0 0,-1 0 0,1 1 0,0-1 0,-5 0 0,7 1 0,0 1 0,0 0 0,0 0 0,0-1 0,0 1 0,0 0 0,0 0 0,0 0 0,1 0 0,-1 0 0,0 0 0,0 1 0,0-1 0,0 0 0,0 0 0,0 1 0,0-1 0,0 0 0,0 1 0,1-1 0,-1 1 0,0-1 0,0 1 0,0 0 0,0 1 0,0-1 0,0 1 0,0-1 0,0 1 0,0-1 0,1 1 0,-1 0 0,0-1 0,1 1 0,0 0 0,-1 0 0,1 2 0,0 2 0,0 0 0,0 0 0,0 0 0,1 0 0,0 0 0,3 11 0,3-1 0,1-1 0,0 1 0,15 20 0,-8-14 0,-11-15 0,1 0 0,-1 0 0,1 0 0,10 8 0,-13-13 0,1 0 0,0 0 0,-1 0 0,1-1 0,0 1 0,0-1 0,0 0 0,0 1 0,0-2 0,0 1 0,1 0 0,-1-1 0,0 1 0,5-1 0,56 7 0,-41-4 0,24 0 0,27-3-1365,-62 0-5461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5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117 254 24575,'4'8'0,"-1"-4"0,-1 1 0,1 0 0,-1-1 0,0 1 0,0 0 0,-1 0 0,0 0 0,1 9 0,-2-14 0,0 0 0,0 0 0,0 0 0,0 0 0,0 0 0,0 0 0,0 0 0,0 0 0,0 0 0,0 1 0,0-1 0,0 0 0,0 0 0,0 0 0,0 0 0,0 0 0,0 0 0,0 0 0,0 0 0,0 0 0,0 0 0,-1 0 0,1 0 0,0 0 0,0 0 0,0 0 0,0 0 0,0 0 0,0 0 0,0 0 0,0 0 0,0 0 0,0 0 0,-1 0 0,1 0 0,0 0 0,0 0 0,0 0 0,0 0 0,0 0 0,0 0 0,0 0 0,0 0 0,0 0 0,0 0 0,0 0 0,-1 0 0,1 0 0,-6-4 0,-5-5 0,-3-6 0,1 0 0,0-1 0,1 0 0,1-1 0,1-1 0,0 1 0,1-1 0,-8-26 0,15 38 0,0-1 0,0 0 0,1 0 0,0 0 0,0 0 0,0-1 0,1 1 0,0 0 0,2-9 0,-2 13 0,0 1 0,1 0 0,-1 0 0,1 0 0,0 0 0,0 0 0,0 0 0,0 0 0,0 0 0,0 0 0,0 0 0,1 0 0,-1 0 0,1 1 0,-1-1 0,1 1 0,0-1 0,-1 1 0,1 0 0,0-1 0,0 1 0,0 0 0,0 0 0,0 0 0,0 1 0,0-1 0,1 0 0,-1 1 0,0-1 0,0 1 0,0 0 0,1 0 0,3 0 0,0 0 5,1 1-1,-1 0 1,1 0-1,-1 1 1,1-1-1,-1 1 1,0 1-1,0-1 1,8 5-1,4 4-123,26 21 0,-12-8-1053,-21-16-5654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5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46 24575,'-10'-6'0,"-40"-21"0,45 25 0,0 0 0,0 0 0,0 0 0,0 1 0,-1 0 0,1 0 0,0 0 0,-6 1 0,10 0 0,0 0 0,0 0 0,0 0 0,0 0 0,0 0 0,0 0 0,0 0 0,1 0 0,-1 1 0,0-1 0,0 0 0,0 1 0,0-1 0,1 1 0,-1-1 0,0 1 0,0-1 0,1 1 0,-1-1 0,0 1 0,1 0 0,-1-1 0,1 1 0,-1 1 0,0-1 0,1 1 0,-1-1 0,1 1 0,0-1 0,-1 1 0,1-1 0,0 1 0,0-1 0,0 1 0,0-1 0,1 1 0,-1-1 0,1 2 0,1 7 0,2-1 0,-1-1 0,9 15 0,-10-18 0,9 15 0,0-1 0,1-1 0,1 0 0,1 0 0,26 25 0,-31-34 0,21 20 0,-29-27 0,0-1 0,0 0 0,0 1 0,0-1 0,0 1 0,0-1 0,0 1 0,-1 0 0,1-1 0,0 1 0,-1 0 0,0 0 0,1-1 0,-1 1 0,0 0 0,0 0 0,0-1 0,0 3 0,0-3 0,-1 0 0,1 0 0,0 0 0,-1 0 0,1 0 0,-1-1 0,1 1 0,-1 0 0,0 0 0,1-1 0,-1 1 0,0 0 0,0-1 0,1 1 0,-1-1 0,0 1 0,0-1 0,0 1 0,0-1 0,1 0 0,-3 1 0,-23 4 0,15-3 0,-15 2-455,0-1 0,-44 0 0,57-3-6371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6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24575,'-2'0'0,"-2"0"0,-1 0 0,1-1 0,-1 2 0,1-1 0,-1 1 0,1-1 0,0 1 0,-1 0 0,1 1 0,0-1 0,0 1 0,-5 2 0,9-3 0,-1-1 0,1 1 0,-1 0 0,1 0 0,-1 0 0,1-1 0,-1 1 0,1 0 0,0 0 0,-1 0 0,1 0 0,0 0 0,0-1 0,0 1 0,0 0 0,0 0 0,0 0 0,0 0 0,0 0 0,0 0 0,0 0 0,0 0 0,1-1 0,-1 1 0,0 0 0,1 0 0,-1 0 0,0 0 0,1-1 0,-1 1 0,1 0 0,-1 0 0,2 0 0,2 5 0,1 0 0,10 10 0,-12-12 0,7 5 0,1 1 0,0-1 0,0-1 0,22 13 0,-29-18 0,1 0 0,0-1 0,1 0 0,-1 0 0,0 0 0,0-1 0,1 1 0,-1-1 0,1-1 0,0 1 0,-1-1 0,1 0 0,-1 0 0,11-2 0,-14 2 0,-1-1 0,1 1 0,-1-1 0,1 1 0,-1-1 0,1 0 0,-1 1 0,1-1 0,-1 0 0,0 0 0,1 0 0,-1 0 0,0 0 0,0 0 0,0 0 0,0-1 0,0 1 0,0 0 0,0-1 0,0 1 0,0-2 0,0-1 0,0 0 0,0 0 0,0 0 0,-1-1 0,0 1 0,0-5 0,0 6 0,-1 0 0,1 0 0,0 0 0,1 0 0,-1 0 0,0 0 0,1 1 0,0-1 0,-1 0 0,1 0 0,0 0 0,0 1 0,1-1 0,-1 1 0,3-5 0,-3 6 0,0 1 0,-1-1 0,1 1 0,0-1 0,0 0 0,0 1 0,0 0 0,-1-1 0,1 1 0,0 0 0,0-1 0,0 1 0,0 0 0,0 0 0,0 0 0,0-1 0,0 1 0,0 0 0,0 1 0,0-1 0,0 0 0,0 0 0,0 0 0,0 0 0,-1 1 0,1-1 0,0 0 0,0 1 0,0-1 0,0 1 0,0-1 0,-1 1 0,1 0 0,1 0 0,3 4 0,0-1 0,1 1 0,6 10 0,-4-6 0,38 41-1365,-37-41-5461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6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19 24575,'-5'-2'0,"-8"-2"0,0 0 0,-21-3 0,31 6 0,1 1 0,-1 0 0,0-1 0,0 1 0,0 0 0,0 1 0,1-1 0,-1 0 0,0 1 0,0 0 0,1-1 0,-1 1 0,0 0 0,1 1 0,-1-1 0,1 0 0,-1 1 0,-2 1 0,4-1 0,-1 0 0,1-1 0,0 1 0,0 0 0,0 0 0,0-1 0,1 1 0,-1 0 0,0 0 0,1 0 0,-1 0 0,1 0 0,0 0 0,0 0 0,0 0 0,0 0 0,0 0 0,0 0 0,0 0 0,1 0 0,-1 0 0,1 0 0,1 4 0,1 4 0,2 0 0,-1 0 0,7 10 0,-10-18 0,51 78 0,3 4 0,-55-83 3,1 0 0,-1 0 0,1 0 1,-1 0-1,1 0 0,-1 0 0,0-1 0,1 1 0,-1 0 0,0 0 0,0 1 0,1-1 0,-1 0 0,0 0 0,0 0 0,0 0 0,0 0 1,-1 0-1,1 0 0,0 0 0,0 0 0,-1 0 0,1 0 0,0 0 0,-1 0 0,1 0 0,-1-1 0,1 1 0,-1 0 0,0 0 0,1 0 1,-1 0-1,0-1 0,0 1 0,1 0 0,-1-1 0,0 1 0,-2 0 0,-1 2-215,-1-1 0,0-1 0,1 1-1,-1-1 1,0 0 0,-9 1 0,-3 0-6614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7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54 24575,'-3'-5'0,"0"-4"0,0-4 0,0-1 0,1 1-8191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8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93 24575,'-7'-19'0,"3"9"0,0-1 0,-1 1 0,0 0 0,0 0 0,-8-11 0,13 21 0,0 0 0,0 0 0,0 0 0,0 0 0,0 0 0,-1 0 0,1 0 0,0 0 0,0 0 0,0 0 0,0-1 0,0 1 0,0 0 0,0 0 0,0 0 0,0 0 0,0 0 0,0 0 0,0 0 0,0 0 0,0 0 0,0 0 0,0 0 0,-1 0 0,1 0 0,0 0 0,0 0 0,0 0 0,0 0 0,0 0 0,0 0 0,0 0 0,0 0 0,0 0 0,0 0 0,0 0 0,0 0 0,0 0 0,-1 0 0,1 0 0,0 0 0,0 0 0,0 0 0,0 0 0,0 0 0,0 0 0,0 0 0,0 1 0,0-1 0,0 0 0,0 0 0,0 0 0,0 0 0,0 0 0,0 0 0,0 0 0,0 0 0,0 0 0,0 0 0,0 0 0,0 0 0,-1 0 0,1 0 0,0 1 0,0 7 0,1 11 0,9 32 0,4-1 0,29 77 0,-2-9 0,-32-93 0,-5-16 0,-1 0 0,0 0 0,-1 1 0,0-1 0,0 1 0,-1 0 0,1 13 0,-2-23 0,0 0 0,0 0 0,0 0 0,0 0 0,0 1 0,0-1 0,0 0 0,0 0 0,0 0 0,0 0 0,0 0 0,0 1 0,0-1 0,0 0 0,0 0 0,0 0 0,0 0 0,0 0 0,0 0 0,-1 1 0,1-1 0,0 0 0,0 0 0,0 0 0,0 0 0,0 0 0,0 0 0,0 0 0,0 0 0,0 1 0,-1-1 0,1 0 0,0 0 0,0 0 0,0 0 0,0 0 0,0 0 0,0 0 0,-1 0 0,1 0 0,0 0 0,0 0 0,0 0 0,0 0 0,0 0 0,-1 0 0,-5-6 0,-4-10 0,8 12 0,0 0 0,1 0 0,-1-1 0,1 1 0,0 0 0,0 0 0,1-1 0,-1 1 0,1-1 0,0 1 0,0 0 0,1-6 0,0 8 0,-1 0 0,1 0 0,-1 1 0,1-1 0,0 0 0,0 0 0,0 0 0,0 0 0,0 1 0,0-1 0,0 0 0,1 1 0,-1-1 0,0 1 0,1 0 0,0-1 0,-1 1 0,1 0 0,0 0 0,-1 0 0,1 0 0,0 0 0,0 0 0,0 1 0,0-1 0,0 1 0,3-1 0,3 0 0,-1 1 0,0-1 0,1 2 0,-1-1 0,0 1 0,1 0 0,-1 1 0,0 0 0,0 0 0,12 5 0,-1 2 0,0 0 0,29 20 0,1 8 0,-44-33 0,0 0 0,0 0 0,-1 0 0,1 0 0,-1 0 0,0 1 0,0-1 0,0 1 0,2 5 0,-5-9 0,0 0 0,1 0 0,-1-1 0,0 1 0,0 0 0,0 0 0,1 0 0,-1 0 0,0 0 0,0 0 0,0 0 0,-1 0 0,1 0 0,0 0 0,0 0 0,0 0 0,-1-1 0,1 1 0,0 0 0,-1 0 0,1 0 0,-1 0 0,1-1 0,-1 1 0,1 0 0,-1 0 0,0-1 0,1 1 0,-1 0 0,0-1 0,1 1 0,-1-1 0,0 1 0,0-1 0,0 1 0,0-1 0,1 0 0,-1 1 0,0-1 0,0 0 0,-2 1 0,-3 0 0,-1 0 0,0 0 0,0-1 0,-11 0 0,13 0 0,-29-2 0,1-2 0,-47-11 0,25 5 0,4-3-1365,41 11-5461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8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24575,'29'98'0,"19"60"0,-31-111 0,29 58 0,-35-84 0,19 28 0,-23-40 0,-1-1 0,1 1 0,1-2 0,-1 1 0,15 10 0,-11-10-1365,-2-1-5461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9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59 24575,'-7'-3'0,"-5"-3"0,0 0 0,-1 1 0,0 0 0,0 1 0,0 1 0,-1 0 0,-16-2 0,29 5 0,-1 0 0,1 0 0,-1 0 0,1 0 0,-1 0 0,0 0 0,1 1 0,-1-1 0,1 1 0,-1-1 0,1 1 0,-1-1 0,1 1 0,-1 0 0,1-1 0,0 1 0,-1 0 0,1 0 0,0 0 0,-1 1 0,1 0 0,0-1 0,0 1 0,1-1 0,-1 0 0,1 1 0,-1-1 0,1 1 0,-1 0 0,1-1 0,0 1 0,0-1 0,0 1 0,0-1 0,0 1 0,0 0 0,1 1 0,1 5 0,0 0 0,1 0 0,0-1 0,0 1 0,1-1 0,6 10 0,1-1 0,1 0 0,0-1 0,2 0 0,-1-1 0,2 0 0,30 22 0,-43-35 0,1 1 0,-1-1 0,1 1 0,-1-1 0,1 0 0,0 0 0,0 0 0,-1 0 0,1 0 0,0-1 0,0 1 0,0-1 0,0 0 0,0 0 0,4 0 0,-5-1 0,0 1 0,0-1 0,0 0 0,0 0 0,0 0 0,-1 0 0,1 0 0,0 0 0,-1 0 0,1 0 0,-1-1 0,1 1 0,-1-1 0,1 1 0,-1-1 0,0 1 0,0-1 0,0 0 0,0 0 0,0 1 0,0-1 0,-1 0 0,2-3 0,0-4 0,0 1 0,-1 0 0,0 0 0,0-1 0,-1 1 0,0-1 0,0 1 0,-1 0 0,0-1 0,-3-10 0,1 8 0,0 1 0,0 1 0,-1-1 0,-1 0 0,0 1 0,0 0 0,-12-17 0,14 23-195,1 0 0,-1 0 0,0 1 0,0-1 0,0 1 0,-5-3 0,-4-2-6631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9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64 24575,'0'0'0,"-65"-39"0,56 35 0,0 0 0,0 0 0,0 1 0,-1 0 0,-14-2 0,23 5 0,-1-1 0,0 1 0,0 0 0,0 0 0,1 0 0,-1 0 0,0 0 0,0 0 0,1 1 0,-1-1 0,0 0 0,0 1 0,1 0 0,-1-1 0,0 1 0,1 0 0,-1 0 0,1 0 0,-1 0 0,1 0 0,-2 1 0,2 0 0,-1 0 0,1 0 0,0 0 0,0 0 0,0 0 0,0 0 0,0 0 0,1 1 0,-1-1 0,1 0 0,-1 0 0,1 1 0,0-1 0,0 3 0,1 4 0,-1 0 0,2-1 0,-1 1 0,1 0 0,1-1 0,-1 0 0,7 12 0,-5-11 0,1-1 0,1 0 0,0 0 0,0 0 0,0 0 0,11 8 0,47 35 0,-54-44 0,0-1 0,21 10 0,-26-14 0,-1-1 0,1 1 0,-1-1 0,1 1 0,-1-1 0,1-1 0,0 1 0,-1-1 0,1 1 0,5-2 0,-8 1 5,1-1 0,-1 0 0,0 0 0,0 0 0,0 0 0,0 0 0,0 0 0,0-1 0,0 1 0,-1 0 0,1-1 0,0 0 0,-1 1 0,1-1 0,-1 0 0,1 0 0,-1 0 0,0 0 0,0 0 0,0 0 0,0 0 0,0 0 0,0-4 0,2-2-302,-1-1 0,0 1 0,-1-1 0,0-16 0,0 12-6529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5:59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24575,'0'20'0,"2"12"0,2 5 0,1 1 0,1 0 0,2 1 0,1-2 0,0-2 0,1-1 0,1-2 0,1-2 0,1 0 0,1-3 0,1-1 0,-1-3 0,-1-2 0,-1-5 0,-3-5-8191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0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20 24575,'-20'-6'0,"-32"-6"0,47 11 0,-1 1 0,1-1 0,-1 1 0,0 0 0,1 1 0,-1-1 0,1 1 0,-1 0 0,1 0 0,-10 4 0,13-4 0,1-1 0,-1 1 0,0 0 0,1 0 0,-1 0 0,1 0 0,0 0 0,-1 1 0,1-1 0,0 0 0,0 0 0,0 1 0,0-1 0,0 1 0,0-1 0,0 1 0,0 0 0,0-1 0,0 4 0,1-2 0,-1 0 0,1 0 0,0 0 0,0-1 0,0 1 0,0 0 0,1 0 0,-1 0 0,1 0 0,0 0 0,1 2 0,2 5 0,0-1 0,1 0 0,1 0 0,-1 0 0,13 13 0,-15-19 0,-1 0 0,1-1 0,0 1 0,1-1 0,-1 0 0,0 0 0,1 0 0,-1 0 0,1 0 0,7 1 0,2 1 0,25 2 0,-2 0 0,25 10-682,114 46-1,-164-58-6143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2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179 642 24575,'-7'-69'0,"-3"1"0,-26-94 0,-48-122 0,80 267 0,4 13 0,-1 1 0,1-1 0,-1 1 0,0 0 0,0-1 0,0 1 0,0 0 0,-1 0 0,1 0 0,-4-5 0,5 8 0,0 0 0,0 0 0,-1 0 0,1 0 0,0 0 0,0 0 0,0 0 0,-1 0 0,1 0 0,0 0 0,0 0 0,0 0 0,-1 0 0,1 0 0,0 0 0,0 0 0,0 0 0,0 0 0,-1 0 0,1 1 0,0-1 0,0 0 0,0 0 0,0 0 0,0 0 0,-1 0 0,1 0 0,0 1 0,0-1 0,0 0 0,0 0 0,0 0 0,0 0 0,0 1 0,0-1 0,-1 0 0,1 0 0,0 0 0,0 0 0,0 1 0,0-1 0,0 0 0,0 0 0,0 0 0,0 1 0,0-1 0,0 0 0,0 0 0,-1 11 0,-7 38 0,5-30 0,-2 29 0,5-42 0,0 1 0,0 0 0,1-1 0,0 1 0,0-1 0,1 1 0,0-1 0,3 9 0,17 26 0,1-1 0,40 53 0,-47-70 0,4 4 0,1-1 0,2 0 0,0-2 0,2 0 0,0-2 0,2-1 0,39 25 0,-55-39 0,0-1 0,1-1 0,-1 1 0,1-2 0,0 0 0,1 0 0,-1-1 0,1 0 0,-1-2 0,1 1 0,0-1 0,25-2 0,-36 1 0,0-1 0,0 1 0,0-1 0,0 0 0,0 1 0,0-1 0,0 0 0,0 0 0,0 0 0,0 0 0,-1-1 0,1 1 0,0 0 0,-1-1 0,3-2 0,-2 1 0,1-1 0,-1 1 0,0-1 0,0 0 0,-1 0 0,1 1 0,1-7 0,0-4 0,-1 0 0,0 0 0,0-23 0,-2 27 0,-1 0 0,0-1 0,0 1 0,-1 0 0,-1 0 0,0 0 0,0 0 0,-1 0 0,0 1 0,0-1 0,-1 1 0,0 0 0,-1 1 0,0-1 0,-10-9 0,15 16 0,-1 1 0,0-1 0,0 1 0,1-1 0,-1 1 0,0 0 0,0 0 0,0 0 0,0 0 0,0 0 0,0 0 0,-1 0 0,1 1 0,0-1 0,0 1 0,0 0 0,-1 0 0,1 0 0,0 0 0,-1 0 0,1 0 0,0 0 0,0 1 0,0-1 0,-1 1 0,1 0 0,0-1 0,-2 2 0,1 0 0,0-1 0,1 1 0,-1 0 0,1 0 0,-1 0 0,1 0 0,0 0 0,0 0 0,0 0 0,0 1 0,1-1 0,-1 1 0,0-1 0,1 1 0,0 0 0,0 0 0,0-1 0,0 1 0,0 0 0,-1 5 0,2-2 0,0 0 0,0 0 0,0 0 0,1 0 0,0 0 0,0 0 0,0 0 0,1-1 0,0 1 0,0 0 0,1-1 0,-1 1 0,1-1 0,0 0 0,1 0 0,-1 0 0,1 0 0,4 4 0,9 7 0,0 0 0,2-1 0,25 17 0,-17-13 0,-6-4 0,41 23 0,-54-35 0,-1 1 0,1-1 0,0 0 0,0-1 0,0 0 0,0 0 0,0-1 0,0 0 0,16 0 0,-21-1 0,0-1 0,0 1 0,0-1 0,0 1 0,-1-1 0,1 0 0,0 0 0,0 0 0,-1 0 0,1-1 0,0 1 0,-1-1 0,0 0 0,1 1 0,2-4 0,-2 2 0,-1 0 0,1-1 0,-1 1 0,0-1 0,1 1 0,-2-1 0,1 0 0,0 0 0,1-7 0,0-1 0,-1 0 0,-1 0 0,0 0 0,-1 0 0,0 0 0,-3-18 0,-1 11 0,2 11 0,11 19 0,8 13 0,2-1 0,1 0 0,0-2 0,2 0 0,25 18 0,-31-26 0,-6-5 0,1 0 0,15 9 0,-24-15 0,1-1 0,-1 0 0,1 0 0,-1 0 0,1 0 0,-1 0 0,1 0 0,-1-1 0,1 1 0,0-1 0,-1 0 0,1 0 0,0 0 0,0 0 0,-1 0 0,1-1 0,4 0 0,-6 0 0,1 0 0,-1 0 0,0 0 0,1 0 0,-1 0 0,0 0 0,1 0 0,-1-1 0,0 1 0,0 0 0,0-1 0,0 1 0,-1-1 0,1 1 0,0-1 0,0 0 0,-1 1 0,1-1 0,-1 0 0,0 1 0,1-1 0,-1 0 0,0-1 0,1-8 0,-1 0 0,-1-17 0,0 14 0,0 1 0,0-15 0,1 26 0,0 1 0,0-1 0,0 1 0,0-1 0,0 1 0,1-1 0,-1 1 0,1-1 0,-1 1 0,1-1 0,-1 1 0,1 0 0,0-1 0,1 0 0,-2 2 0,1-1 0,-1 1 0,1 0 0,0-1 0,-1 1 0,1 0 0,-1 0 0,1 0 0,0 0 0,-1 0 0,1 0 0,-1 0 0,1 0 0,0 0 0,-1 0 0,1 0 0,0 0 0,-1 0 0,1 0 0,-1 0 0,1 1 0,0-1 0,-1 0 0,1 0 0,-1 1 0,1-1 0,-1 0 0,1 1 0,17 14 0,-16-14 0,55 53 88,14 13-1541,-62-60-5373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2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78 24575,'-4'-3'0,"-11"-8"0,-2 0 0,1 1 0,-1 1 0,-1 0 0,0 2 0,-20-7 0,35 13 0,1 0 0,0 1 0,-1 0 0,1-1 0,0 1 0,-1 0 0,1 0 0,0 0 0,-1 0 0,1 0 0,0 1 0,-1-1 0,1 1 0,0 0 0,-4 1 0,4-1 0,1 0 0,0 1 0,0-1 0,-1 0 0,1 0 0,0 1 0,0-1 0,0 0 0,1 1 0,-1-1 0,0 1 0,1-1 0,-1 1 0,0 0 0,1-1 0,0 1 0,-1 0 0,1-1 0,0 1 0,0 0 0,0-1 0,0 3 0,1 5 0,0-1 0,0 1 0,1-1 0,0 1 0,0-1 0,1 0 0,0 0 0,1 0 0,5 10 0,-5-12 0,0 0 0,0 0 0,0 0 0,1 0 0,0-1 0,0 0 0,0 0 0,0 0 0,1-1 0,0 1 0,10 4 0,-14-8 0,-1 0 0,1 0 0,0-1 0,0 1 0,0 0 0,0-1 0,0 0 0,0 1 0,0-1 0,0 0 0,0 0 0,0 0 0,0 0 0,0 0 0,0-1 0,0 1 0,0 0 0,0-1 0,0 0 0,-1 1 0,1-1 0,0 0 0,0 0 0,-1 0 0,1 0 0,0 0 0,-1-1 0,1 1 0,-1 0 0,2-3 0,3-4 0,0 0 0,-1 0 0,0 0 0,-1-1 0,5-11 0,8-14 0,-17 33 0,0 1 0,0-1 0,1 1 0,-1-1 0,0 1 0,1-1 0,-1 1 0,0-1 0,1 1 0,-1-1 0,1 1 0,-1-1 0,1 1 0,-1 0 0,1-1 0,-1 1 0,1 0 0,-1-1 0,1 1 0,-1 0 0,1 0 0,0 0 0,-1 0 0,1-1 0,-1 1 0,2 0 0,-1 1 0,0-1 0,-1 0 0,1 1 0,0-1 0,-1 1 0,1-1 0,-1 1 0,1 0 0,-1-1 0,1 1 0,-1 0 0,1-1 0,-1 1 0,1 0 0,-1-1 0,1 3 0,1 4 0,1 0 0,-1 0 0,1 9 0,11 62 0,-4 0 0,1 87 0,-11-156 0,0-4 0,0 0 0,0 1 0,0-1 0,-1 0 0,-1 6 0,1-10 0,1 0 0,0 0 0,-1 0 0,1 0 0,-1 0 0,1 0 0,-1 0 0,1 0 0,-1-1 0,0 1 0,1 0 0,-1 0 0,0-1 0,0 1 0,1 0 0,-1-1 0,0 1 0,0-1 0,0 1 0,0-1 0,0 1 0,0-1 0,0 0 0,0 0 0,0 1 0,0-1 0,0 0 0,0 0 0,0 0 0,0 0 0,0 0 0,-1 0 0,-9-3 0,0 0 0,0 0 0,1-1 0,-1 0 0,1-1 0,0 0 0,-13-10 0,4 4 0,1 1-341,0 1 0,0 0-1,-35-9 1,40 14-6485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3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24575,'4'2'0,"0"-1"0,0 1 0,0 0 0,-1 0 0,1 0 0,-1 1 0,0-1 0,1 1 0,-1-1 0,0 1 0,0 0 0,-1 1 0,1-1 0,-1 0 0,1 1 0,-1-1 0,2 5 0,3 9 0,0-1 0,7 27 0,-13-42 0,59 247 0,-34-128 0,-25-118 0,4 21 0,0 0 0,-1 0 0,1 46 0,-5-66-136,0-1-1,0 1 1,-1 0-1,1-1 1,-1 1-1,1-1 1,-1 1-1,0-1 0,-3 5 1,-2 2-6690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3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1 581 24575,'22'-9'0,"0"-1"0,-1-1 0,0-1 0,27-20 0,-41 26 0,1-1 0,-1 0 0,0 0 0,-1 0 0,0-1 0,0 1 0,0-1 0,-1-1 0,-1 1 0,1-1 0,-1 0 0,-1 0 0,5-15 0,-5 7 0,0-1 0,-2 0 0,0 0 0,-1 0 0,0 0 0,-2 0 0,-3-21 0,-5-5 0,-23-71 0,29 105 0,-5-18 0,8 26 0,1 1 0,-1-1 0,0 1 0,0-1 0,1 1 0,-1-1 0,0 1 0,0 0 0,-1 0 0,1-1 0,0 1 0,-2-2 0,2 3 0,1 0 0,0 0 0,0 0 0,-1 0 0,1 0 0,0 0 0,-1 0 0,1 0 0,0 0 0,0 0 0,-1 0 0,1 0 0,0 0 0,-1 0 0,1 0 0,0 0 0,0 0 0,-1 0 0,1 1 0,0-1 0,0 0 0,-1 0 0,1 0 0,0 0 0,0 1 0,-1-1 0,1 0 0,0 0 0,0 0 0,0 1 0,-1-1 0,1 0 0,0 0 0,0 1 0,0-1 0,0 0 0,0 0 0,0 1 0,0-1 0,-1 1 0,-2 12 0,3-13 0,-2 22 0,1-1 0,1 1 0,1-1 0,6 41 0,27 83 0,-26-116 0,21 67 0,-24-82 0,1-1 0,0 1 0,1-1 0,13 19 0,-17-28 0,0 0 0,1 0 0,-1 0 0,1-1 0,0 1 0,0-1 0,1 0 0,-1 0 0,7 3 0,-10-6 0,1 1 0,-1 0 0,1-1 0,0 1 0,-1-1 0,1 1 0,-1-1 0,1 0 0,0 0 0,-1 0 0,1 0 0,0 0 0,0 0 0,-1 0 0,1 0 0,-1-1 0,1 1 0,0-1 0,-1 1 0,1-1 0,-1 0 0,1 1 0,-1-1 0,1 0 0,-1 0 0,0 0 0,1 0 0,-1 0 0,0-1 0,0 1 0,0 0 0,1-2 0,11-22 0,-11 20 0,0 1 0,0 0 0,1-1 0,-1 1 0,6-6 0,-7 9 0,0 0 0,0 0 0,0 0 0,0 1 0,0-1 0,0 0 0,0 1 0,0-1 0,0 1 0,0-1 0,0 1 0,0 0 0,1-1 0,-1 1 0,0 0 0,0 0 0,1 0 0,-1 0 0,0 0 0,0 0 0,1 0 0,-1 0 0,0 0 0,0 1 0,0-1 0,2 1 0,20 9 25,0 1-1,-1 1 1,-1 1-1,29 22 0,36 22-1511,-67-48-5339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6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59 139 24575,'-1'-7'0,"1"-2"0,3 14 0,2 10 0,4 27 0,1 4 0,29 115 0,-25-99 0,-8-27 0,-5-25 0,0-1 0,1 1 0,0-1 0,5 12 0,-5-20 0,-2-7 0,-3-10 0,-51-140 0,-12-45 0,52 150 0,-6-36 0,19 84 0,1 1 0,0-1 0,-1 0 0,1 0 0,1 0 0,-1-5 0,0 8 0,1 0 0,-1-1 0,0 1 0,0 0 0,0-1 0,0 1 0,0 0 0,0-1 0,1 1 0,-1 0 0,0 0 0,0-1 0,0 1 0,1 0 0,-1 0 0,0-1 0,0 1 0,0 0 0,1 0 0,-1 0 0,0 0 0,1-1 0,-1 1 0,0 0 0,1 0 0,0 0 0,-1 0 0,1 0 0,0 0 0,0 1 0,-1-1 0,1 0 0,0 0 0,-1 1 0,1-1 0,0 0 0,-1 1 0,1-1 0,0 0 0,-1 1 0,1-1 0,0 2 0,15 13 0,-1 2 0,25 33 0,11 13 0,144 123 0,-153-151 0,1-3 0,94 53 0,-133-83 0,-1 0 0,1-1 0,-1 1 0,1-1 0,-1 0 0,7 1 0,-9-2 0,0 0 0,0 0 0,-1 0 0,1 0 0,0 0 0,0 0 0,-1 0 0,1 0 0,0 0 0,-1-1 0,1 1 0,0 0 0,-1-1 0,1 1 0,0 0 0,-1-1 0,1 1 0,-1-1 0,1 1 0,-1-1 0,1 1 0,-1-1 0,1 1 0,-1-1 0,1 1 0,-1-1 0,0 0 0,1 1 0,-1-1 0,0 0 0,1 1 0,-1-1 0,0 0 0,0 0 0,0 1 0,0-1 0,0 0 0,0 1 0,0-1 0,0 0 0,0-1 0,0-5 0,-1 0 0,0 0 0,0 1 0,0-1 0,-1 0 0,-3-7 0,-18-41 0,11 28 0,-11-24 0,-24-59 0,42 96 0,1-1 0,1 1 0,0-1 0,0 1 0,0-29 0,5 28-1365,1 4-5461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24575,'-2'2'0,"1"0"0,0 0 0,-1 0 0,1 0 0,0 0 0,0 0 0,1 0 0,-1 0 0,0 1 0,1-1 0,-1 0 0,1 1 0,0-1 0,-1 0 0,1 0 0,0 1 0,1-1 0,0 5 0,0 3 0,2 1 0,5 16 0,-7-24 0,9 24 0,1-1 0,1 0 0,1-1 0,1 0 0,31 40 0,-33-54 0,-7-11 0,-6-8 0,-21-36 112,8 18-1589,7 12-5349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7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24575,'8'-10'0,"4"-6"0,4 0 0,0 2 0,2 4 0,-2 4 0,1 3 0,-1 1 0,-1 2 0,0 0 0,-2-2 0,-7 0 0,-4-3 0,-4-1 0,-6 1 0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7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24575,'12'-2'0,"8"-2"0,1 1 0,1 3 0,-1 2 0,-2 0 0,-1 0 0,-2-1 0,-3-2 0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8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24575,'13'50'0,"36"89"0,-45-130 0,0-1 0,0 1 0,1-1 0,0 0 0,0 0 0,1 0 0,0-1 0,8 8 0,-7-12-66,-5-8 231,-5-9-1629,-1 3-5362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8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24575,'7'-13'0,"6"-6"0,2-1 0,2 4 0,0 5 0,0 3 0,-1 4 0,0 2 0,0 2 0,-1 1 0,-5 2 0,-7 1 0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8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 24575,'7'-5'0,"6"-1"0,2-1 0,2 2 0,-3-1 0,0 0 0,-1 2 0,0 1 0,-1 1-8191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9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24575,'-1'0'0,"1"0"0,-1 1 0,0-1 0,1 0 0,-1 0 0,1 1 0,-1-1 0,1 0 0,-1 1 0,1-1 0,-1 0 0,1 1 0,-1-1 0,1 1 0,-1-1 0,1 1 0,0-1 0,-1 1 0,1-1 0,0 1 0,0-1 0,-1 1 0,1 0 0,0-1 0,0 1 0,0-1 0,0 1 0,-1 0 0,1-1 0,0 1 0,0-1 0,0 1 0,0 0 0,1 0 0,1 24 0,-2-24 0,2 10 13,1 0 1,0-1-1,1 1 0,0-1 0,1 1 0,0-1 0,9 12 1,5 6-548,26 27 0,-37-46 131,0 1-6423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09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54 24575,'-13'-13'0,"-4"-1"0,-1 1 0,-1 4 0,4 5 0,1 3 0,1 5 0,-1 1 0,1 3 0,-1-1 0,0 0 0,0 0 0,-3-1 0,-1-1 0,0-2 0,-2-1 0,0-1 0,3-1-8191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0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 24575,'11'5'0,"-1"1"0,1 0 0,-1 1 0,-1 0 0,1 1 0,-1 0 0,0 0 0,14 19 0,-19-21 0,0 1 0,0-1 0,0 1 0,-1 0 0,0 0 0,-1 0 0,1 0 0,-1 0 0,-1 0 0,1 1 0,-1-1 0,-1 1 0,1-1 0,-1 1 0,-2 11 0,2-17 0,0-1 0,0 1 0,0-1 0,-1 0 0,1 1 0,-1-1 0,1 0 0,-1 0 0,1 1 0,-1-1 0,0 0 0,1 0 0,-1 0 0,0 0 0,0 0 0,0 0 0,0 0 0,0 0 0,0 0 0,0 0 0,-3 1 0,2-1 0,0 0 0,-1-1 0,1 1 0,-1 0 0,0-1 0,1 0 0,-1 0 0,1 1 0,-1-2 0,-4 1 0,-3-2 0,0 0 0,1-1 0,-1 0 0,1 0 0,-10-5 0,-8-8 0,0 0 0,1-2 0,-47-41 0,69 56 0,0-1 0,0-1 0,0 1 0,1 0 0,-1-1 0,1 0 0,-3-5 0,6 9 0,-1 0 0,1 0 0,-1 0 0,1 0 0,-1 0 0,1 0 0,0 0 0,0 0 0,0 0 0,-1 0 0,1 0 0,0 0 0,0 0 0,0 0 0,0 0 0,1 0 0,-1 0 0,0 0 0,0 0 0,0 0 0,1 0 0,-1 0 0,1 0 0,-1 1 0,1-1 0,-1 0 0,1 0 0,-1 0 0,1 0 0,0 1 0,0-1 0,-1 0 0,1 1 0,0-1 0,0 0 0,0 1 0,-1-1 0,1 1 0,0-1 0,0 1 0,0 0 0,0-1 0,0 1 0,0 0 0,2-1 0,7-1-170,1 1-1,0-1 0,-1 2 1,1-1-1,0 2 0,-1-1 1,20 5-1,-16-2-6655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0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2 24575,'-5'-1'0,"-1"1"0,1 0 0,0 0 0,0 0 0,0 0 0,-1 1 0,1 0 0,-5 1 0,7-1 0,1 0 0,0 0 0,-1 1 0,1-1 0,0 0 0,0 1 0,0-1 0,0 1 0,0 0 0,0 0 0,0 0 0,1 0 0,-1 0 0,1 0 0,0 0 0,-1 0 0,1 1 0,-1 2 0,-1 3 0,1-1 0,1 0 0,-1 1 0,1-1 0,1 0 0,-1 1 0,1 0 0,0-1 0,3 14 0,2 9 0,11 31 0,-12-49 0,110 312-521,-89-259 477,107 250 44,-125-301-1271,-1-4-5084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1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29 24575,'-13'-3'0,"-6"-2"0,-3-2 0,-2 1 0,0 2 0,4 1-8191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2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56 176 24575,'33'109'0,"-24"-76"0,23 60 0,-26-81 0,-3-8 0,-4-8 0,-16-37 0,-23-41 0,-10-20 0,43 85 0,1 1 0,1-1 0,1 0 0,-4-24 0,8 37 0,0 0 0,0 0 0,0 0 0,0 0 0,0 0 0,1 0 0,0 0 0,0 0 0,0 0 0,1 0 0,-1 1 0,1-1 0,0 0 0,0 1 0,0-1 0,3-3 0,-3 5 0,-1 0 0,1 1 0,0-1 0,0 0 0,0 1 0,0-1 0,0 1 0,0 0 0,0 0 0,0 0 0,0 0 0,1 0 0,-1 0 0,0 1 0,1-1 0,-1 1 0,1-1 0,-1 1 0,1 0 0,-1 0 0,0 0 0,1 0 0,-1 1 0,1-1 0,-1 1 0,0-1 0,5 3 0,8 3 0,0 1 0,-1 1 0,0 1 0,0 0 0,-1 0 0,0 2 0,14 14 0,3 6 0,39 52 0,-61-73 0,-1 0 0,0 0 0,-1 1 0,0 0 0,-1 0 0,8 22 0,-12-29 0,0-1 0,-1 1 0,1-1 0,-1 1 0,1 0 0,-1-1 0,0 1 0,0-1 0,-1 1 0,1 0 0,-1-1 0,0 1 0,0-1 0,0 1 0,0-1 0,-1 0 0,1 1 0,-1-1 0,0 0 0,0 0 0,0 0 0,0 0 0,0-1 0,-1 1 0,1 0 0,-1-1 0,-4 3 0,-1 1 0,0-1 0,0-1 0,-1 0 0,1 0 0,-1-1 0,0 0 0,-17 4 0,-3-2 0,-34 0 0,24-2 0,26 0-1365,3 0-5461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2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24575,'12'30'0,"5"12"0,2 5 0,-3-4 0,-1-6 0,-4-5 0,0-5 0,-3-5 0,-2-3 0,-3-3 0,-1-4-8191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82 24575,'23'-10'0,"10"-3"0,1-2 0,-2 1 0,-4 4 0,-4 3 0,-7 0 0,-8 1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2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24575,'20'-5'0,"10"-4"0,1-1 0,-2 2 0,-5 4 0,-7 3-8191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3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24575,'10'17'0,"3"9"0,2 2 0,-1 2 0,-4-2 0,0-1 0,-2-3 0,-3 1 0,-2-3 0,1-1 0,0-3 0,-1-2 0,0 0 0,-2-1 0,0-3-8191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382 122 24575,'-30'-20'0,"-13"-7"0,-1 1 0,4 6 0,7 5 0,6 6 0,5 4 0,4 6 0,0 2 0,0 4 0,-1 0 0,0 2 0,0 1 0,1 0 0,4-3-8191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4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21 24575,'4'-17'0,"-5"14"0,-6 11 0,-11 24 0,0 1 0,2 1 0,-14 44 0,-26 112 0,50-169 0,-15 75 0,4 0 0,-5 109 0,7-90 0,13-103-1365,-1-3-5461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4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24575,'2'0'0,"-1"1"0,1-1 0,0 0 0,-1 1 0,1-1 0,-1 1 0,1-1 0,-1 1 0,1 0 0,-1 0 0,0 0 0,1 0 0,-1 0 0,0 0 0,0 0 0,0 0 0,0 0 0,0 0 0,0 1 0,0-1 0,0 0 0,0 1 0,0 1 0,3 5 0,0 0 0,-1 1 0,2 8 0,-2-7 0,40 112 0,-33-99 0,1 0 0,1 0 0,16 23 0,-22-39-227,0 1-1,0-1 1,1-1-1,0 1 1,8 5-1,-6-5-6598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24575,'5'-11'0,"1"-4"0,3-1 0,2 2 0,2 4 0,1 4 0,0 2 0,1 3 0,1 0 0,-1 2 0,0 0 0,0-1 0,0 1 0,0-3 0,-1-1 0,1 0 0,-2 0-8191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5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24575,'15'2'0,"8"2"0,2-1 0,-1 0 0,-1-2 0,-3 0 0,-2 0 0,-1-1 0,-2 0 0,-2 0-8191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5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24575,'4'12'0,"1"0"0,-1 0 0,-1 1 0,2 13 0,8 28 0,-12-51 0,7 22 0,1-1 0,0 0 0,2 0 0,24 37 0,-28-52-1365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24575,'2'-10'0,"2"-6"0,1 0 0,4 3 0,2 3 0,1 4 0,2 2 0,1 2 0,0 5 0,1 0 0,-1 1 0,-2-3 0,-2-2 0,-2-3 0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6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24575,'18'3'0,"7"0"0,1 3 0,-2 0 0,-3-1 0,-2-2 0,-2 0 0,-4-4 0,-2-2 0,1 0 0,-1-2 0,2-1 0,-2 2-8191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6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24575,'0'-1'0,"1"0"0,-1-1 0,1 1 0,-1 0 0,1 0 0,-1 0 0,1 0 0,0-1 0,-1 1 0,3-1 0,-3 2 0,0 0 0,0 0 0,0 0 0,0 0 0,1 0 0,-1 0 0,0 0 0,0 0 0,0 0 0,0 0 0,1 0 0,-1 0 0,0 0 0,0 0 0,0 0 0,0 0 0,1 0 0,-1 0 0,0 0 0,0 0 0,0 0 0,0 0 0,1 0 0,-1 1 0,0-1 0,0 0 0,0 0 0,0 0 0,0 0 0,0 0 0,0 1 0,1-1 0,-1 0 0,0 0 0,0 0 0,0 0 0,0 0 0,0 1 0,0-1 0,0 0 0,0 0 0,7 31 0,-6-22 0,4 15 0,3 22 0,20 60 0,-21-86-341,1 0 0,0 0-1,14 20 1,-17-30-6485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17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438 46 24575,'-1'-2'0,"1"1"0,-1 0 0,0 0 0,0 0 0,0 0 0,0 0 0,0 0 0,0 0 0,0 0 0,0 0 0,0 0 0,0 1 0,-1-1 0,1 0 0,0 1 0,0-1 0,-1 1 0,1-1 0,0 1 0,-1 0 0,1 0 0,-1-1 0,1 1 0,0 0 0,-3 0 0,-4 1 0,0 0 0,0 1 0,-12 3 0,-7 2 0,13-6 0,0-1 0,0 0 0,0 0 0,-14-3 0,-57-14 0,20 3 0,-15 5-1365,60 8-5461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24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2373 134 24575,'3'-20'0,"-3"18"0,1-1 0,-1 0 0,1 1 0,-1-1 0,0 0 0,0 1 0,-1-5 0,1 7 0,0-1 0,-1 0 0,1 0 0,0 0 0,-1 0 0,1 1 0,-1-1 0,1 0 0,-1 1 0,0-1 0,1 0 0,-1 1 0,0-1 0,1 1 0,-1-1 0,0 1 0,1-1 0,-1 1 0,0-1 0,0 1 0,0 0 0,0-1 0,0 1 0,1 0 0,-1 0 0,-2 0 0,-10-2 0,-1 1 0,-15 0 0,13 1 0,-22-3 0,-88-9 0,53 6 0,-249 0 0,199 7 0,-1110-1 0,1214-1 0,-1-1 0,-20-4 0,8 0 0,-37-6 0,41 6 0,-1 1 0,-51-2 0,27 8 0,77 0 0,27 5 0,38 2 0,11-8 0,149 5 0,13 8 0,-104-7 0,219-1-272,-1 1 1,-231 2 437,269 8-1607,-384-16-4932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38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24575,'-1'1'0,"1"-1"0,-1 0 0,1 0 0,-1 0 0,1 1 0,-1-1 0,1 0 0,-1 1 0,1-1 0,-1 0 0,1 1 0,0-1 0,-1 1 0,1-1 0,-1 0 0,1 1 0,0-1 0,0 1 0,-1-1 0,1 1 0,0-1 0,0 1 0,-1 0 0,1-1 0,0 1 0,0-1 0,0 1 0,0-1 0,0 1 0,0 0 0,0-1 0,0 1 0,0-1 0,0 1 0,0-1 0,1 2 0,3 22 0,-4-23 0,8 24 0,1-1 0,1 0 0,1-1 0,21 34 0,-14-25 0,49 73 0,-5-8 0,-55-85-1365,0-3-5461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38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24575,'5'-3'0,"-1"-1"0,1 1 0,-1 0 0,1 0 0,0 1 0,0-1 0,0 1 0,1 0 0,-1 0 0,0 1 0,1 0 0,-1 0 0,1 0 0,0 0 0,-1 1 0,1 0 0,-1 0 0,11 2 0,5 2 0,0 0 0,0 1 0,29 12 0,19 7 0,-66-23 0,-3-3 0,-7-3 0,-11-7 0,-31-17 0,28 15 0,-1 2 0,-37-16 0,57 27 0,1 1 0,-1-1 0,1 1 0,0-1 0,-1 1 0,1 0 0,-1-1 0,0 1 0,1 0 0,-1 0 0,1 0 0,-1 0 0,1 0 0,-1 1 0,1-1 0,-1 0 0,1 1 0,-2 0 0,2 0 0,0 0 0,0-1 0,0 1 0,0 0 0,0 0 0,1 0 0,-1 0 0,0 0 0,1 0 0,-1 0 0,1 0 0,-1 0 0,1 0 0,-1 0 0,1 0 0,0 0 0,0 0 0,-1 2 0,1 4 0,0 1 0,0-1 0,0 0 0,1 1 0,3 12 0,-2-13 30,-1-1 0,0 1 0,0 11 0,-1-16-98,0 0 1,0-1-1,0 1 1,0-1-1,-1 1 1,1 0-1,-1-1 1,1 1-1,-1-1 1,1 1-1,-1-1 1,0 0-1,0 1 1,0-1-1,0 0 1,0 1-1,0-1 1,0 0-1,0 0 1,0 0-1,-2 2 1,-6 1-6759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0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9 24575,'-9'-2'0,"1"0"0,-1 0 0,1 1 0,-1 0 0,0 1 0,-15 1 0,21-1 0,1 0 0,-1 1 0,1-1 0,-1 1 0,1 0 0,0 0 0,-1 0 0,1 0 0,0 0 0,0 1 0,0-1 0,-3 2 0,4-1 0,0-1 0,0 1 0,0-1 0,0 1 0,0-1 0,0 1 0,0-1 0,1 1 0,-1 0 0,1-1 0,-1 1 0,1 0 0,-1 0 0,1-1 0,0 1 0,0 0 0,0 0 0,0 0 0,0 1 0,1 1 0,0 0 0,0 0 0,0 0 0,0 0 0,1 0 0,-1-1 0,1 1 0,0 0 0,0-1 0,0 1 0,1-1 0,-1 0 0,1 0 0,3 4 0,7 4 0,0 0 0,17 10 0,-5-3 0,-8-6 0,-5-3 0,-1-1 0,1 2 0,-2 0 0,14 14 0,-23-22 0,0-1 0,0 1 0,0-1 0,0 1 0,0 0 0,0-1 0,0 1 0,-1 0 0,1 0 0,-1 0 0,1-1 0,-1 1 0,0 0 0,0 0 0,0 0 0,0 0 0,0-1 0,0 1 0,0 0 0,-1 0 0,1 0 0,-1 0 0,1-1 0,-1 1 0,0 0 0,1 0 0,-1-1 0,0 1 0,0-1 0,0 1 0,-1-1 0,1 1 0,0-1 0,0 0 0,-1 1 0,-2 1 0,0 0 0,-1 1 0,0-1 0,0 0 0,0-1 0,0 1 0,-1-1 0,1 0 0,0 0 0,-1 0 0,-10 1 0,-8-2 0,1 0 0,-36-4 0,56 2-97,0 0-1,-1 1 1,1-1-1,0 0 1,-1 0-1,1-1 1,0 1-1,0-1 1,0 0-1,0 0 1,0 0-1,1 0 0,-5-3 1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0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24575,'31'103'0,"-15"-52"0,-2-12 0,2-1 0,41 71 0,-45-89 0,22 28 0,-34-48 0,0 1 0,1-1 0,-1 1 0,0-1 0,0 0 0,1 1 0,-1-1 0,0 0 0,1 0 0,-1 1 0,1-1 0,-1 0 0,0 0 0,1 1 0,-1-1 0,1 0 0,-1 0 0,0 0 0,1 0 0,-1 1 0,1-1 0,0 0 0,-1-1 0,0 1 0,1 0 0,-1 0 0,0 0 0,0-1 0,1 1 0,-1 0 0,0 0 0,0-1 0,0 1 0,1 0 0,-1-1 0,0 1 0,0 0 0,0 0 0,0-1 0,0 1 0,0 0 0,1-1 0,-1 1 0,0-1 0,1-25 0,-1 18 0,0-1 0,1 0 0,0 0 0,0-1 0,1 2 0,0-1 0,5-12 0,-7 21 0,1-1 0,-1 0 0,0 1 0,1-1 0,-1 1 0,1-1 0,-1 1 0,1-1 0,-1 1 0,1 0 0,-1-1 0,1 1 0,-1 0 0,1-1 0,-1 1 0,1 0 0,0-1 0,-1 1 0,1 0 0,-1 0 0,1 0 0,0 0 0,-1 0 0,1-1 0,1 1 0,-1 1 0,1-1 0,-1 0 0,1 1 0,0-1 0,-1 1 0,1 0 0,-1-1 0,1 1 0,2 2 0,2 1 0,0 1 0,-1 0 0,7 7 0,-12-12 0,17 18 0,0-1 0,1-1 0,1-1 0,0 0 0,1-1 0,29 14 0,-20-18-1365,-16-8-5461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1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60 24575,'-9'-5'0,"2"0"0,0 1 0,-1 0 0,1 0 0,-1 0 0,0 1 0,0 1 0,0-1 0,-11 0 0,18 2 0,0 1 0,0 0 0,0 0 0,0 0 0,0 0 0,0 0 0,0 0 0,0 0 0,1 0 0,-1 0 0,0 0 0,0 1 0,0-1 0,0 0 0,0 1 0,1-1 0,-1 0 0,0 1 0,0-1 0,1 1 0,-1-1 0,0 1 0,0 0 0,1-1 0,-1 1 0,0 1 0,0-1 0,1 1 0,0-1 0,0 0 0,-1 1 0,1-1 0,0 1 0,0-1 0,0 0 0,1 1 0,-1-1 0,0 1 0,0-1 0,1 0 0,-1 1 0,1 0 0,3 7 0,1 0 0,-1 0 0,10 12 0,-6-11 0,-1 0 0,2 0 0,-1-1 0,1 0 0,11 8 0,-16-14 0,1 0 0,-1 0 0,1 0 0,0 0 0,-1-1 0,1 0 0,0 0 0,0-1 0,1 1 0,-1-1 0,0 0 0,0 0 0,1-1 0,7 0 0,-11 0 0,-1 0 0,0 0 0,0 0 0,1-1 0,-1 1 0,0 0 0,0-1 0,1 1 0,-1-1 0,0 0 0,0 1 0,0-1 0,0 0 0,0 0 0,0 1 0,0-1 0,0 0 0,0 0 0,1-2 0,0 0 0,-1 1 0,0-1 0,0 1 0,0-1 0,0 0 0,0 1 0,-1-1 0,1 0 0,-1-2 0,1-4 0,-1-1 0,-1 1 0,1 0 0,-5-17 0,3 19 20,0 0 0,0 0 0,0 0 0,-1 1 0,-5-9 0,6 12-134,0 0 0,0 0-1,0 0 1,0 0 0,-1 1 0,0-1-1,1 1 1,-1-1 0,0 1 0,0 0-1,0 0 1,-5-2 0,-4 0-6712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1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24575,'3'0'0,"0"0"0,1 1 0,-1 0 0,0 0 0,1-1 0,-1 2 0,0-1 0,0 0 0,3 2 0,29 20 0,-14-9 0,-15-10 0,0 0 0,1-1 0,-1 0 0,1 0 0,13 3 0,-19-6 0,1 1 0,-1-1 0,1 0 0,0 0 0,-1 0 0,1 0 0,-1 0 0,1 0 0,-1 0 0,1-1 0,0 1 0,-1-1 0,1 1 0,-1-1 0,0 1 0,1-1 0,-1 0 0,1 0 0,-1 1 0,0-1 0,0 0 0,1 0 0,-1 0 0,0-1 0,0 1 0,0 0 0,0 0 0,0-1 0,0 1 0,-1 0 0,1-1 0,0 1 0,0-2 0,0-2 0,1 0 0,-1-1 0,0 1 0,-1 0 0,1 0 0,-1-1 0,0 1 0,0 0 0,-2-7 0,1-16 0,1 28 0,0-1 0,0 1 0,0 0 0,0 0 0,0-1 0,0 1 0,0 0 0,0-1 0,0 1 0,0 0 0,1 0 0,-1-1 0,0 1 0,0 0 0,0 0 0,0-1 0,0 1 0,1 0 0,-1 0 0,0-1 0,0 1 0,0 0 0,0 0 0,1 0 0,-1 0 0,0-1 0,0 1 0,1 0 0,-1 0 0,0 0 0,0 0 0,1 0 0,-1 0 0,0-1 0,1 1 0,-1 0 0,13 4 0,9 12 0,-7-3-106,43 35-1153,-49-41-5567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135 538 24575,'10'-30'0,"-1"0"0,-2 0 0,5-35 0,-11 53 0,-1-1 0,1 0 0,-2 1 0,0-1 0,0 1 0,-2-1 0,1 1 0,-1-1 0,-1 1 0,-8-18 0,-15-23 0,-60-86 0,81 127 0,5 10 0,0 0 0,1 1 0,-1-1 0,0 0 0,0 0 0,-1 1 0,1-1 0,0 0 0,0 1 0,-1-1 0,1 1 0,-4-2 0,5 3 0,0 0 0,-1 0 0,1 0 0,-1 0 0,1 1 0,0-1 0,-1 0 0,1 0 0,0 0 0,-1 1 0,1-1 0,0 0 0,-1 0 0,1 1 0,0-1 0,0 0 0,-1 1 0,1-1 0,0 0 0,0 1 0,0-1 0,-1 0 0,1 1 0,0-1 0,0 1 0,0-1 0,0 0 0,0 1 0,0-1 0,0 1 0,0-1 0,0 1 0,0-1 0,0 1 0,-2 18 0,2-18 0,0 10 0,0 0 0,1 0 0,0 0 0,1 0 0,0 0 0,1 0 0,0 0 0,0-1 0,8 15 0,-3-8 0,0-1 0,1 0 0,1 0 0,18 22 0,-8-15 0,0 0 0,1-2 0,1 0 0,1-2 0,29 20 0,43 22-1365,-82-54-5461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305 560 24575,'-75'-33'0,"36"14"0,0 3 0,-59-17 0,93 32 0,1 0 0,-1 0 0,1 0 0,0 1 0,-1 0 0,1 0 0,-5 1 0,8-1 0,0 0 0,1 0 0,-1 0 0,0 0 0,1 1 0,-1-1 0,0 0 0,1 1 0,-1-1 0,1 0 0,-1 1 0,0-1 0,1 1 0,-1-1 0,1 1 0,-1-1 0,1 1 0,0-1 0,-1 1 0,0 0 0,1 0 0,0 0 0,0 0 0,-1 0 0,1 1 0,0-1 0,0 0 0,0 0 0,0 0 0,1 0 0,-1 0 0,0 0 0,0 1 0,1-1 0,-1 0 0,0 0 0,2 2 0,2 4 0,0-1 0,0 1 0,1-1 0,0 0 0,0 0 0,0 0 0,1-1 0,0 0 0,10 8 0,-4-5 0,0-1 0,1 0 0,-1 0 0,21 6 0,-27-11 0,-1 0 0,1 0 0,0-1 0,0 0 0,0 0 0,0-1 0,0 1 0,-1-2 0,12 0 0,-15 1 0,0-1 0,1 0 0,-1 1 0,0-1 0,0 0 0,0 0 0,1-1 0,-1 1 0,0 0 0,0-1 0,-1 1 0,1-1 0,0 1 0,0-1 0,-1 0 0,1 0 0,-1 0 0,1 0 0,-1 0 0,0 0 0,0 0 0,0 0 0,0-1 0,0 1 0,-1 0 0,1-3 0,1-2 0,-2 0 0,1 0 0,-1 0 0,0 0 0,0 0 0,-1 0 0,0 0 0,-3-12 0,-4-6 0,-10-25 0,8 24 0,-71-151 0,-14 7 0,92 164 0,-12-22 0,32 84 0,94 155 0,-85-166 0,55 98-1365,-67-119-5461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24575,'0'6'0,"1"0"0,0 0 0,1 0 0,-1-1 0,5 10 0,0 4 0,8 20 0,1-1 0,1 0 0,39 63 0,-42-81 0,-1-1 0,2 0 0,23 25 0,-36-43 0,0 0 0,0 0 0,-1 0 0,1 0 0,0-1 0,0 1 0,0 0 0,0-1 0,0 1 0,0-1 0,0 1 0,2 0 0,-3-1 0,1 0 0,-1 0 0,0 0 0,0 0 0,1 0 0,-1 0 0,0-1 0,0 1 0,1 0 0,-1 0 0,0 0 0,0 0 0,0 0 0,1 0 0,-1-1 0,0 1 0,0 0 0,0 0 0,0 0 0,1-1 0,-1 1 0,0 0 0,0 0 0,0 0 0,0-1 0,0 1 0,0 0 0,0 0 0,1-1 0,-1 1 0,0 0 0,0 0 0,0-1 0,0 1 0,0-5 0,0 0 0,0 0 0,0 0 0,-2-7 0,1 3 0,0 6 0,1 0 0,0-1 0,0 1 0,0 0 0,0 0 0,0 0 0,1 0 0,0 0 0,-1 0 0,1 0 0,0 0 0,0 0 0,1 0 0,1-3 0,-2 5 0,0 0 0,1-1 0,-1 1 0,0 0 0,1 0 0,-1 0 0,1 0 0,-1 0 0,1 0 0,0 0 0,-1 0 0,1 1 0,0-1 0,0 1 0,-1-1 0,1 1 0,0 0 0,0-1 0,0 1 0,-1 0 0,1 0 0,0 1 0,0-1 0,0 0 0,2 1 0,2 1 0,1 0 0,-1 0 0,1 1 0,-1-1 0,0 2 0,0-1 0,0 1 0,-1-1 0,1 1 0,-1 1 0,6 5 0,-5-4 0,0 0 0,-1 1 0,0-1 0,0 1 0,-1 0 0,1 0 0,-2 0 0,7 15 0,-10-20 0,1-1 0,-1 1 0,1 0 0,-1-1 0,0 1 0,0-1 0,0 1 0,1-1 0,-2 1 0,1 0 0,0-1 0,0 1 0,0-1 0,-1 1 0,1-1 0,-1 1 0,1-1 0,-1 1 0,0-1 0,1 1 0,-2 1 0,0-2 0,0 1 0,0 0 0,0-1 0,0 1 0,0-1 0,0 1 0,0-1 0,-1 0 0,1 0 0,0 0 0,-1 0 0,-2 0 0,-6 2 0,-1-2 0,0 1 0,0-1 0,-16-1 0,18-1 0,-1 2 0,0-2 0,-21-3 0,30 4 0,0 0 0,0-1 0,0 1 0,1-1 0,-1 1 0,0-1 0,0 0 0,1 0 0,-1 0 0,0 0 0,1 0 0,-1 0 0,1 0 0,0 0 0,-1 0 0,1-1 0,0 1 0,0-1 0,-1 1 0,1-1 0,0 1 0,1-1 0,-1 0 0,-1-2 0,2 3 0,0 1 0,0-1 0,-1 0 0,1 0 0,0 1 0,0-1 0,0 0 0,0 0 0,1 1 0,-1-1 0,0 0 0,0 0 0,0 1 0,0-1 0,1 0 0,-1 1 0,0-1 0,1 0 0,-1 1 0,1-1 0,-1 0 0,1 1 0,-1-1 0,1 1 0,0-2 0,1 1 0,-1 0 0,1 0 0,0 0 0,0 0 0,0 1 0,0-1 0,0 0 0,0 1 0,3-1 0,4 0 0,0 0 0,0 1 0,12 1 0,-1 1 0,-1 1 0,1 0 0,22 8 0,56 25 0,-55-20 0,46 12 0,-87-27 0,1-1 0,-1 1 0,1-1 0,-1 0 0,0 0 0,1 0 0,-1 0 0,1 0 0,-1 0 0,1 0 0,-1-1 0,0 1 0,1-1 0,1-1 0,-3 2 0,0-1 0,0 0 0,0 0 0,0 1 0,-1-1 0,1 0 0,0 0 0,-1 0 0,1 0 0,-1 0 0,1 0 0,-1 0 0,1 0 0,-1 0 0,0 0 0,1 0 0,-1 0 0,0 0 0,0 0 0,0-1 0,0 1 0,0 0 0,0 0 0,0 0 0,0 0 0,0 0 0,0 0 0,-1 0 0,1-1 0,0 1 0,-1 0 0,0-1 0,-3-8 0,0 1 0,-1-1 0,0 1 0,-9-12 0,-7-12 0,-39-67 0,63 103 0,1 1 0,-1-1 0,1 0 0,0 0 0,0 0 0,0 0 0,1-1 0,-1 1 0,1-1 0,-1 0 0,1-1 0,0 1 0,0-1 0,-1 0 0,1 0 0,6 0 0,16 2 0,47-2 0,-65-1 0,-1 0 0,1 0 0,-1-1 0,1 0 0,-1 0 0,0-1 0,1 0 0,9-4 0,-15 4 0,-1 1 0,1-1 0,0 1 0,-1-1 0,1 0 0,-1 0 0,1 0 0,-1 0 0,0-1 0,0 1 0,0-1 0,0 1 0,-1-1 0,1 1 0,-1-1 0,1 0 0,-1 0 0,0 0 0,0 0 0,0 0 0,0 0 0,0-5 0,-1 0 0,1 1 0,-1-1 0,0 1 0,-1-1 0,0 1 0,0-1 0,0 1 0,-1 0 0,-3-8 0,3 9 0,0 1 0,-1 0 0,1 0 0,-1 0 0,0 0 0,-1 0 0,1 1 0,-1 0 0,0-1 0,0 1 0,0 0 0,-7-4 0,10 7 0,0 0 0,0 0 0,0 1 0,0-1 0,0 1 0,-1-1 0,1 1 0,0-1 0,0 1 0,0-1 0,-1 1 0,1 0 0,0 0 0,0 0 0,-1-1 0,1 1 0,0 0 0,0 1 0,-1-1 0,1 0 0,0 0 0,-2 1 0,2 0 0,-1 0 0,1 0 0,0 0 0,0 0 0,0 0 0,0 0 0,0 0 0,0 0 0,1 1 0,-1-1 0,0 0 0,1 0 0,-1 1 0,0-1 0,1 1 0,-1 1 0,-1 5 0,1 0 0,0 1 0,0-1 0,1 1 0,1 11 0,1-9 0,0 1 0,0-1 0,1 0 0,1 0 0,0 0 0,0 0 0,1-1 0,1 0 0,0 0 0,0 0 0,11 13 0,-6-10 0,0-1 0,1 0 0,0-1 0,1 0 0,0-1 0,1 0 0,21 10 0,-30-17-72,1 0 1,0 0-1,0-1 0,0 0 0,1 0 0,-1 0 0,0-1 0,1 0 1,-1 0-1,1-1 0,0 0 0,-1 0 0,1 0 0,-1-1 0,1 0 1,-1 0-1,0-1 0,13-4 0,-7 0-6754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5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0 24575,'-20'0'0,"-30"4"0,45-3 0,-1 0 0,1 0 0,-1 1 0,1-1 0,0 1 0,0 0 0,0 1 0,0-1 0,0 1 0,-6 5 0,9-7 0,1 1 0,-1 0 0,1-1 0,-1 1 0,1 0 0,-1 0 0,1 0 0,0 0 0,0 0 0,0 0 0,0 0 0,0 0 0,1 0 0,-1 1 0,1-1 0,-1 4 0,1-2 0,0 0 0,0 1 0,1-1 0,-1 0 0,1 0 0,0 0 0,0 0 0,3 6 0,0 0 0,1-1 0,0 0 0,0 0 0,1 0 0,0-1 0,13 13 0,-16-18 0,1 1 0,-1-1 0,1 0 0,0 0 0,1-1 0,-1 1 0,0-1 0,1 0 0,-1 0 0,1 0 0,-1 0 0,7 0 0,-8-1 0,-1-1 0,0 0 0,0 0 0,1 0 0,-1 0 0,0-1 0,0 1 0,0-1 0,1 1 0,-1-1 0,0 0 0,0 0 0,0 1 0,0-2 0,0 1 0,0 0 0,0 0 0,-1-1 0,1 1 0,0-1 0,-1 1 0,1-1 0,-1 0 0,1 1 0,-1-1 0,0 0 0,0 0 0,2-4 0,-1-1 0,0-1 0,0 1 0,0-1 0,-1 0 0,0 1 0,0-1 0,-1 0 0,0 0 0,-2-10 0,2 14 0,3 12 0,1 0 0,1 0 0,0 0 0,7 9 0,-1-1 0,3 6-682,28 31-1,-33-44-6143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5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24575,'21'83'0,"4"-1"0,62 138 0,-53-140 0,11 20 0,-38-89-1365,0-2-5461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5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0 24575,'-9'7'0,"0"-1"0,0 2 0,1-1 0,0 1 0,0 1 0,-10 13 0,17-20 0,-1 1 0,0 0 0,1 0 0,-1 0 0,1 0 0,0 0 0,0 0 0,0 1 0,0-1 0,0 0 0,1 0 0,0 1 0,0-1 0,0 0 0,0 1 0,0-1 0,0 0 0,1 1 0,0-1 0,0 0 0,0 0 0,0 0 0,0 0 0,0 0 0,1 0 0,2 4 0,2 1 9,0 0 1,1-1-1,0 1 0,0-2 0,0 1 1,1-1-1,0 0 0,0 0 0,1-1 0,0 0 1,0-1-1,17 6 0,-7-3-257,1-2 1,0-1-1,0 0 1,0-1-1,26 0 1,-32-3-6579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6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24575,'15'22'0,"6"10"0,35 42 0,-49-66 0,0-1 0,1 1 0,0-1 0,0 0 0,1-1 0,0 0 0,0 0 0,0-1 0,19 8 0,-24-12 0,0 0 0,0 0 0,0 0 0,0 0 0,0-1 0,1 1 0,-1-1 0,0 0 0,0 0 0,0-1 0,0 1 0,0-1 0,6-2 0,-8 2 0,1 0 0,-1 0 0,0 0 0,0-1 0,1 1 0,-1 0 0,0-1 0,-1 0 0,1 0 0,0 1 0,0-1 0,-1 0 0,1 0 0,-1 0 0,0-1 0,1 1 0,-1 0 0,0-1 0,0 1 0,-1 0 0,1-1 0,0-4 0,2-7 0,-2 1 0,0-1 0,-1 0 0,-1-16 0,0 21 0,0 0 0,-1 0 0,0 0 0,0 0 0,-1 0 0,0 0 0,-5-8 0,8 16 0,0 1 0,0 0 0,0 0 0,0-1 0,0 1 0,0 0 0,-1-1 0,1 1 0,0 0 0,0 0 0,0-1 0,0 1 0,0 0 0,-1 0 0,1-1 0,0 1 0,0 0 0,-1 0 0,1 0 0,0 0 0,0-1 0,-1 1 0,1 0 0,0 0 0,0 0 0,-1 0 0,1 0 0,0 0 0,-1-1 0,-1 10 0,5 15 0,2-9 24,0-1 0,0 0 0,2 0 0,11 20 0,-1-8-767,24 28 1,-33-44-6084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7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74 224 24575,'46'106'0,"37"97"0,-101-233 0,-41-70 0,41 72 0,1-1 0,1 0 0,1-1 0,-10-33 0,16 36 0,1 0 0,2-1 0,-5-39 0,11 64 0,0 0 0,0 0 0,0 1 0,0-1 0,1 0 0,-1 0 0,1 0 0,0 1 0,-1-1 0,1 0 0,1 0 0,-1 1 0,0-1 0,1 1 0,-1-1 0,1 1 0,0 0 0,-1 0 0,1 0 0,0 0 0,1 0 0,-1 0 0,0 0 0,0 0 0,1 1 0,-1 0 0,1-1 0,-1 1 0,1 0 0,0 0 0,0 0 0,-1 0 0,5 0 0,-1 0 0,0 0 0,1 1 0,-1-1 0,0 1 0,1 1 0,-1-1 0,0 1 0,1 0 0,-1 0 0,0 1 0,0 0 0,0 0 0,0 0 0,7 5 0,-5-2 0,0 0 0,0 1 0,0 0 0,-1 1 0,0 0 0,0 0 0,9 14 0,-13-17 0,0 0 0,-1 0 0,1 0 0,-1 1 0,0-1 0,-1 1 0,1-1 0,-1 1 0,0 0 0,0-1 0,0 1 0,-1 0 0,0 0 0,0 0 0,0 0 0,0-1 0,-2 8 0,-3 5-1365,-1-1-5461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8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24575,'2'13'0,"4"6"0,3 3 0,3 0 0,1-2 0,2-3 0,0-3 0,0-3 0,-2-1 0,-3-3-8191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8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24575,'10'10'0,"3"6"0,3 2 0,-3 2 0,-2-1 0,-4-4-8191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8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24575,'4'11'0,"1"1"0,1-1 0,0 0 0,0 0 0,1 0 0,1-1 0,-1 0 0,2-1 0,-1 0 0,1 0 0,1-1 0,0 0 0,13 9 0,-20-15 0,1 0 0,0 0 0,0-1 0,0 1 0,0-1 0,0 1 0,0-1 0,0-1 0,1 1 0,5 0 0,-8-1 0,0 0 0,-1 0 0,1 0 0,-1-1 0,1 1 0,-1 0 0,1-1 0,-1 1 0,1-1 0,-1 1 0,1-1 0,-1 0 0,0 0 0,1 0 0,-1 1 0,0-1 0,0-1 0,1 1 0,-1 0 0,0 0 0,0 0 0,0 0 0,0-1 0,-1 1 0,1 0 0,0-1 0,0 1 0,-1-1 0,1 1 0,0-4 0,0-1 0,0 0 0,-1-1 0,0-10 0,0 11 0,0 0 0,0 0 0,2-9 0,-2 14 0,0 1 0,1 0 0,-1-1 0,0 1 0,0-1 0,0 1 0,0 0 0,0-1 0,0 1 0,0-1 0,1 1 0,-1 0 0,0-1 0,0 1 0,1 0 0,-1 0 0,0-1 0,0 1 0,1 0 0,-1-1 0,0 1 0,1 0 0,-1 0 0,0 0 0,1-1 0,-1 1 0,0 0 0,1 0 0,-1 0 0,1 0 0,-1 0 0,0 0 0,1 0 0,-1-1 0,1 1 0,-1 0 0,0 1 0,1-1 0,-1 0 0,1 0 0,-1 0 0,0 0 0,1 0 0,-1 0 0,0 0 0,1 0 0,-1 1 0,0-1 0,1 0 0,-1 0 0,0 1 0,1-1 0,-1 0 0,0 0 0,1 1 0,-1-1 0,21 22 0,-16-16 0,11 10 0,2 0 0,0-1 0,0-1 0,38 22 0,-45-31-1365,-1-1-5461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8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24575,'20'35'0,"10"17"0,1 4 0,-1-2 0,-4-3 0,-4-5 0,-2-5 0,-1-5 0,-2-3 0,-3-5 0,-1-5 0,1-3 0,-3-3 0,-1-2 0,-2-3-8191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9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62 24575,'-27'-13'0,"-12"-3"0,-2 0 0,6 6 0,7 4 0,7 6 0,6 5 0,2 2 0,4 3 0,3 1 0,3 0-8191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49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48 137 24575,'-4'-6'0,"-14"-15"0,16 20 0,1-1 0,0 1 0,0 0 0,-1 0 0,1 0 0,0 0 0,-1 0 0,1 0 0,-1 1 0,1-1 0,-1 0 0,-2 0 0,4 1 0,-1 0 0,1 0 0,0 1 0,0-1 0,-1 0 0,1 0 0,0 0 0,0 0 0,0 0 0,-1 1 0,1-1 0,0 0 0,0 0 0,0 0 0,0 1 0,-1-1 0,1 0 0,0 0 0,0 0 0,0 1 0,0-1 0,0 0 0,0 0 0,0 1 0,-1-1 0,1 0 0,0 0 0,0 1 0,0-1 0,0 0 0,0 0 0,0 1 0,0-1 0,1 0 0,-1 0 0,0 1 0,0-1 0,0 0 0,0 0 0,0 1 0,0-1 0,0 0 0,0 0 0,1 1 0,-1-1 0,0 0 0,0 0 0,6 14 0,1-1 0,1 0 0,0 0 0,1-1 0,0 0 0,1-1 0,16 14 0,-18-18 0,1 1 0,0-2 0,0 1 0,1-1 0,0-1 0,0 0 0,0 0 0,0-1 0,14 3 0,-21-6 0,0 0 0,0 0 0,0-1 0,0 0 0,0 0 0,0 0 0,0 0 0,1 0 0,-1 0 0,0-1 0,0 1 0,0-1 0,0 0 0,0 0 0,0 0 0,4-3 0,-5 3 0,-1 0 0,1-1 0,0 0 0,-1 1 0,1-1 0,-1 0 0,1 0 0,-1 0 0,0 0 0,0 0 0,0 0 0,0 0 0,0 0 0,0 0 0,0 0 0,-1-1 0,1 1 0,-1 0 0,0-1 0,0 1 0,0 0 0,0-4 0,-1-3 0,0 1 0,-1-1 0,0 1 0,0 0 0,-1 0 0,0 0 0,0 0 0,-6-9 0,-3-4 0,-24-31 0,29 44 24,1 0 0,-1 0 0,0 1 0,-12-10 0,16 15-138,-1-1 0,0 1-1,0 0 1,0 0 0,0 0 0,0 0-1,-1 1 1,1 0 0,-1 0 0,1 0-1,0 0 1,-7 0 0,-2 1-6712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24575,'-19'4'0,"-1"0"0,-19 7 0,34-9 0,1 0 0,-1 0 0,0 0 0,1 1 0,-1-1 0,1 1 0,0 0 0,0 0 0,0 1 0,0-1 0,1 1 0,0 0 0,-5 5 0,7-6 0,0-1 0,0 0 0,0 0 0,1 1 0,-1-1 0,1 0 0,-1 1 0,1-1 0,0 0 0,0 1 0,0-1 0,0 0 0,0 1 0,1-1 0,-1 1 0,0-1 0,1 0 0,0 0 0,0 1 0,0-1 0,0 0 0,0 0 0,0 0 0,0 0 0,1 0 0,-1 0 0,3 3 0,4 3 0,0 0 0,1 0 0,0 0 0,13 8 0,92 55 0,-35-24 0,-77-46 0,0 0 0,0 1 0,-1-1 0,1 1 0,-1-1 0,1 1 0,-1-1 0,1 1 0,1 2 0,-3-3 0,0-1 0,0 0 0,0 0 0,0 1 0,0-1 0,0 0 0,0 0 0,0 1 0,0-1 0,0 0 0,0 0 0,0 1 0,0-1 0,0 0 0,0 1 0,0-1 0,0 0 0,0 0 0,0 1 0,0-1 0,0 0 0,0 0 0,0 1 0,0-1 0,-1 0 0,1 0 0,0 1 0,0-1 0,-1 1 0,0-1 0,0 0 0,1 1 0,-1-1 0,0 0 0,0 1 0,0-1 0,0 0 0,0 0 0,0 0 0,0 0 0,1 1 0,-3-2 0,-12 0 0,0-1 0,1 0 0,-1-1 0,1-1 0,-16-5 0,-5-2 0,18 6-118,-5-1-194,1 0 0,-1 2 1,-29-3-1,38 7-6514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24575,'6'13'0,"1"-1"0,1 0 0,0 0 0,1 0 0,0-1 0,0-1 0,1 0 0,0 0 0,1-1 0,1 0 0,-1 0 0,1-2 0,0 1 0,1-2 0,0 0 0,0 0 0,22 6 0,-23-9 0,-1 1 0,0-1 0,1-1 0,-1 0 0,18 1 0,-27-3 0,0 1 0,-1-1 0,1 0 0,-1-1 0,1 1 0,0 0 0,-1 0 0,1-1 0,-1 1 0,1-1 0,-1 1 0,1-1 0,-1 1 0,1-1 0,-1 0 0,1 0 0,-1 0 0,0 0 0,1 0 0,-1 0 0,0 0 0,0 0 0,0-1 0,0 1 0,0 0 0,0-1 0,0 1 0,-1-1 0,1 1 0,0-1 0,-1 1 0,1-1 0,-1 1 0,0-1 0,1 0 0,-1 1 0,0-1 0,0 1 0,0-4 0,-1-1 0,1 1 0,-1-1 0,-1 1 0,1-1 0,-1 1 0,0-1 0,0 1 0,0 0 0,-5-8 0,-1 0 0,-1 0 0,-13-14 0,21 26 0,0 0 0,0-1 0,-1 1 0,1 0 0,-1 0 0,1 0 0,-1 0 0,1 1 0,-3-2 0,4 2 0,0 0 0,0 0 0,-1 0 0,1 0 0,0 0 0,0 0 0,-1 0 0,1-1 0,0 1 0,0 0 0,0 0 0,-1 1 0,1-1 0,0 0 0,0 0 0,0 0 0,-1 0 0,1 0 0,0 0 0,0 0 0,0 0 0,-1 0 0,1 0 0,0 0 0,0 1 0,0-1 0,-1 0 0,1 0 0,0 1 0,0-1 0,0 1 0,-1 0 0,1-1 0,0 1 0,0-1 0,0 1 0,0 0 0,0-1 0,0 1 0,1 0 0,-1-1 0,0 1 0,0-1 0,0 1 0,1 0 0,1 5 0,1-1 0,0 1 0,0-1 0,0 0 0,1 0 0,0 0 0,-1 0 0,2-1 0,-1 1 0,1-1 0,9 6 0,-5-3 0,1 0 0,1-2 0,0 1 0,-1-1 0,15 4 0,-19-7 0,-1-1 0,0 1 0,1-1 0,-1 0 0,1-1 0,0 1 0,-1-1 0,10-1 0,-14 1 0,1-1 0,-1 1 0,1 0 0,-1-1 0,0 1 0,1-1 0,-1 0 0,1 0 0,-1 1 0,0-1 0,0 0 0,1 0 0,-1 0 0,0 0 0,0 0 0,0-1 0,0 1 0,0 0 0,0 0 0,0-1 0,-1 1 0,1 0 0,0-1 0,-1 1 0,1-1 0,-1 1 0,0-1 0,1 1 0,-1-1 0,0 1 0,0-1 0,0 1 0,0-1 0,0-2 0,-3-14 0,0-4 0,3 22 0,0 0 0,0 0 0,0 0 0,0 0 0,0 0 0,0 0 0,0-1 0,0 1 0,0 0 0,0 0 0,0 0 0,0 0 0,0 0 0,0 0 0,0 0 0,1-1 0,-1 1 0,0 0 0,0 0 0,0 0 0,0 0 0,0 0 0,0 0 0,0 0 0,1 0 0,-1 0 0,0 0 0,0 0 0,0 0 0,0 0 0,0 0 0,0-1 0,1 1 0,-1 0 0,0 0 0,0 0 0,0 0 0,0 1 0,1-1 0,7 3 0,10 7 0,-16-8 0,30 18-273,1 0 0,1-3 0,0 0 0,57 17 0,-78-30-6553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2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106 474 24575,'-6'-2'0,"0"1"0,-1-1 0,1 1 0,-1 0 0,0 1 0,1 0 0,-1 0 0,-6 1 0,11-1 0,0 0 0,0 1 0,0-1 0,0 1 0,0 0 0,0 0 0,1 0 0,-1 0 0,0 0 0,1 0 0,-1 0 0,0 0 0,1 0 0,-1 1 0,1-1 0,0 1 0,-1-1 0,1 1 0,0 0 0,0-1 0,0 1 0,0 0 0,1 0 0,-1 0 0,0 0 0,1-1 0,-1 1 0,1 0 0,-1 0 0,1 4 0,0-2 0,0 0 0,0 1 0,1-1 0,-1 0 0,1 0 0,0 1 0,0-1 0,1 0 0,-1 0 0,1 0 0,0 0 0,0 0 0,0-1 0,3 5 0,0-2 0,0 0 0,0 0 0,1 0 0,-1 0 0,1-1 0,13 8 0,-18-12 0,0 0 0,1 0 0,-1 0 0,1 0 0,0 0 0,-1 0 0,1-1 0,-1 1 0,1-1 0,0 1 0,0-1 0,-1 0 0,1 1 0,0-1 0,0 0 0,0 0 0,-1 0 0,1-1 0,0 1 0,0 0 0,-1-1 0,1 1 0,0-1 0,-1 1 0,1-1 0,0 0 0,-1 0 0,1 0 0,-1 0 0,1 0 0,-1 0 0,0 0 0,1 0 0,-1 0 0,0-1 0,0 1 0,0-1 0,2-2 0,-1 0 0,1-1 0,-1-1 0,1 1 0,-1 0 0,-1 0 0,1-1 0,-1 1 0,0-1 0,0 1 0,-1-1 0,0-6 0,-10-51 0,21 83 0,1-1 0,0-1 0,23 25 0,-28-36 0,0 0 0,0 0 0,0-1 0,1 0 0,0 0 0,1-1 0,-1 0 0,1-1 0,0 1 0,14 3 0,-21-7 0,0 0 0,1-1 0,-1 1 0,0-1 0,0 0 0,1 1 0,-1-1 0,0 0 0,0 0 0,1-1 0,-1 1 0,0 0 0,0-1 0,1 1 0,-1-1 0,0 0 0,0 0 0,0 0 0,4-2 0,-4 1 0,0 0 0,0 0 0,0-1 0,0 1 0,0 0 0,-1-1 0,1 1 0,-1-1 0,1 0 0,-1 1 0,0-1 0,0 0 0,0-4 0,2-6 0,-2-1 0,0 0 0,0 1 0,-1-1 0,-3-19 0,-5-17 0,-2 0 0,-2 1 0,-32-85 0,24 89 0,-2 2 0,-27-42 0,44 76 0,1 4 0,-8-15 0,12 19 0,-1 0 0,1 0 0,-1 1 0,0-1 0,0 0 0,1 0 0,-1 1 0,0-1 0,0 0 0,0 1 0,0-1 0,0 1 0,0-1 0,0 1 0,0-1 0,-1 1 0,2 0 0,-1 0 0,1 0 0,-1 1 0,1-1 0,0 0 0,-1 0 0,1 1 0,-1-1 0,1 0 0,0 1 0,-1-1 0,1 0 0,0 1 0,0-1 0,-1 1 0,1-1 0,0 0 0,0 1 0,-1-1 0,1 1 0,0-1 0,0 1 0,0-1 0,0 1 0,0-1 0,0 1 0,0-1 0,0 1 0,0-1 0,0 1 0,0-1 0,0 1 0,0 0 0,2 18 0,3 4 0,1 0 0,1-1 0,12 29 0,37 63 0,-37-77 0,1 0 0,2-2 0,2 0 0,1-2 0,34 35 0,-49-59 0,0 0 0,0-1 0,16 10 0,-20-15 0,0 0 0,0 0 0,0 0 0,0-1 0,0 0 0,1 0 0,-1 0 0,11 0 0,-15-1 0,0-1 0,0 0 0,-1 0 0,1-1 0,0 1 0,0 0 0,0-1 0,-1 1 0,1-1 0,0 1 0,0-1 0,-1 0 0,1 0 0,-1 0 0,1 0 0,0 0 0,-1 0 0,2-1 0,-1 0 0,0-1 0,-1 1 0,1-1 0,0 1 0,-1-1 0,0 1 0,1-1 0,-1 0 0,0 0 0,1-3 0,-1-3 0,1 0 0,-1-1 0,-1 1 0,0 0 0,0 0 0,-2-12 0,-4-11 0,-1-1 0,-1 2 0,-2-1 0,-14-30 0,-64-116 0,77 155 0,7 15 0,0-1 0,0 1 0,-12-16 0,16 24 0,0 0 0,0 0 0,0 0 0,0 0 0,0 0 0,0 0 0,0 0 0,-1 0 0,1-1 0,0 1 0,0 0 0,0 0 0,0 0 0,0 0 0,0 0 0,0 0 0,0 0 0,0 0 0,0 0 0,0 0 0,-1 0 0,1 0 0,0 0 0,0 0 0,0 0 0,0 0 0,0 0 0,0 0 0,0 0 0,0 0 0,0 0 0,-1 0 0,1 0 0,0 0 0,0 0 0,0 0 0,0 0 0,0 0 0,0 0 0,0 0 0,0 0 0,0 0 0,0 0 0,0 0 0,-1 1 0,1-1 0,0 0 0,0 0 0,-2 6 0,1 9 0,4 7 0,0 0 0,1-1 0,1 1 0,1-1 0,1 0 0,1 0 0,1-1 0,21 36 0,-7-20 0,2 0 0,1-2 0,49 50 0,-47-56-455,1-2 0,34 24 0,-50-41-6371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2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205 124 24575,'-10'-18'0,"-1"1"0,0 0 0,-2 1 0,-23-25 0,35 40 0,0-1 0,-1 1 0,1 0 0,-1 0 0,1 0 0,-1 0 0,1 0 0,-1 0 0,0 0 0,1 1 0,-1-1 0,0 1 0,1-1 0,-1 1 0,0-1 0,-3 1 0,4 0 0,-1 1 0,1-1 0,-1 0 0,1 1 0,0 0 0,-1-1 0,1 1 0,0 0 0,-1-1 0,1 1 0,0 0 0,0 0 0,0 0 0,0 0 0,0 0 0,0 1 0,0-1 0,0 0 0,-1 3 0,-6 11 0,0 0 0,1 1 0,1 0 0,-6 21 0,0 3 0,8-29 0,1 0 0,0 0 0,1 0 0,0 0 0,1 1 0,1-1 0,0 0 0,0 1 0,1-1 0,0 1 0,4 14 0,0-9 0,1 0 0,0 0 0,1 0 0,1-1 0,1 0 0,15 22 0,92 129 0,-108-155-19,-1-1-1,-1 2 0,7 15 1,-3-6-1268,-4-9-5539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3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53 24575,'-28'-13'0,"-11"-3"0,-2 2 0,6 7 0,7 5 0,8 4 0,7 5 0,6 4 0,4 2 0,3 0-8191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3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24575,'-18'4'0,"-30"10"0,43-12 0,0 1 0,0-1 0,0 1 0,0 0 0,1 0 0,-1 0 0,1 0 0,0 1 0,-8 8 0,11-11 0,0 1 0,0-1 0,0 1 0,0 0 0,0 0 0,0-1 0,0 1 0,1 0 0,-1 0 0,1 0 0,-1 0 0,1 0 0,0 0 0,0 0 0,0 0 0,0 0 0,0 0 0,0 0 0,1 3 0,0-2 0,0 0 0,0 1 0,1-1 0,-1 0 0,1 0 0,0 0 0,0 0 0,0 0 0,0-1 0,4 4 0,0-1 0,-1 0 0,1 0 0,-1-1 0,1 0 0,1 0 0,-1-1 0,0 0 0,1 0 0,0 0 0,9 2 0,-11-4 0,-1-1 0,1 1 0,0-1 0,0 1 0,0-1 0,0-1 0,-1 1 0,1-1 0,7-1 0,-10 1 0,0 0 0,0 0 0,0 0 0,0 0 0,0 0 0,-1 0 0,1-1 0,0 1 0,-1-1 0,1 1 0,-1-1 0,1 1 0,-1-1 0,0 0 0,1 0 0,-1 0 0,0 0 0,-1 1 0,1-1 0,0-1 0,0 1 0,-1 0 0,1-3 0,1-3 0,-1-1 0,0 0 0,0 0 0,-1 0 0,0 0 0,-1 0 0,0 0 0,-1 0 0,1 0 0,-7-16 0,10 32 0,11 35 0,-6-29-227,0-1-1,1 0 1,0 0-1,1-1 1,16 17-1,-15-19-6598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3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3 24575,'-4'-1'0,"1"0"0,-1 1 0,0 0 0,0-1 0,1 2 0,-1-1 0,0 0 0,0 1 0,1-1 0,-1 1 0,0 0 0,1 1 0,-1-1 0,1 0 0,0 1 0,-5 2 0,6-2 0,1-1 0,-1 1 0,0-1 0,1 1 0,-1 0 0,1 0 0,-1 0 0,1-1 0,0 1 0,0 1 0,0-1 0,0 0 0,0 0 0,0 0 0,1 0 0,-1 1 0,1-1 0,-1 0 0,1 1 0,0-1 0,0 0 0,0 1 0,0-1 0,0 0 0,1 1 0,-1-1 0,2 3 0,0 1 0,0 0 0,1 0 0,-1 0 0,2 0 0,-1 0 0,8 9 0,29 31 0,-32-38 0,-3-3 0,0 0 0,0 0 0,0-1 0,1 0 0,-1 0 0,1-1 0,0 0 0,10 4 0,-12-5 0,0-1 0,0 0 0,1 1 0,-1-2 0,1 1 0,-1-1 0,1 1 0,-1-1 0,0 0 0,1-1 0,-1 1 0,1-1 0,7-2 0,-10 2-114,0 0 1,0 1-1,0-1 0,-1 0 0,1 0 1,-1 0-1,1-1 0,0 1 0,-1 0 1,0-1-1,3-1 0,2-7-6712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4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24575,'37'88'0,"-4"2"0,41 181 0,-68-250 0,-4-15 0,0-1 0,-1 1 0,0 0 0,0 0 0,0 0 0,-1 6 0,0-12 0,0 1 0,0-1 0,0 0 0,0 0 0,0 1 0,0-1 0,0 0 0,0 0 0,0 0 0,0 1 0,0-1 0,0 0 0,0 0 0,0 1 0,0-1 0,0 0 0,-1 0 0,1 0 0,0 0 0,0 1 0,0-1 0,0 0 0,0 0 0,-1 0 0,1 0 0,0 1 0,0-1 0,0 0 0,-1 0 0,1 0 0,0 0 0,0 0 0,0 0 0,-1 0 0,1 0 0,0 0 0,0 0 0,0 0 0,-1 0 0,1 0 0,0 0 0,0 0 0,-1 0 0,1 0 0,0 0 0,0 0 0,0 0 0,-1 0 0,1 0 0,0 0 0,0 0 0,0 0 0,-1 0 0,1-1 0,0 1 0,0 0 0,0 0 0,0 0 0,-1-1 0,-13-11 0,11 9 0,-38-32 0,21 19 0,-18-19 0,37 34 0,1 1 0,-1-1 0,1 1 0,-1-1 0,1 1 0,-1-1 0,1 1 0,-1-1 0,1 0 0,0 1 0,-1-1 0,1 0 0,0 1 0,-1-1 0,1 0 0,0 1 0,0-1 0,0 0 0,0 1 0,0-1 0,0 0 0,0 0 0,0 0 0,0 1 0,1-1 0,-1 1 0,0 0 0,1-1 0,-1 1 0,1 0 0,-1-1 0,1 1 0,-1 0 0,0 0 0,1-1 0,-1 1 0,1 0 0,-1 0 0,1 0 0,0 0 0,-1 0 0,1-1 0,-1 1 0,2 0 0,3 0 0,0 0 0,0 1 0,0-1 0,7 2 0,19 5 0,-12-1 0,1-2 0,0 0 0,0-1 0,1-1 0,31-1 0,-48-2 20,1 0 0,-1 1 0,1-2 0,-1 1 0,8-3 0,-11 3-107,1 0-1,-1 0 1,1 0 0,0 0-1,-1 0 1,0 0 0,1 0-1,-1 0 1,0-1-1,1 1 1,-1-1 0,0 1-1,0-1 1,0 1 0,0-1-1,0-2 1,2-5-6739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5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115 221 24575,'-3'-2'0,"-1"1"0,0 0 0,1 1 0,-1-1 0,0 1 0,0 0 0,1-1 0,-1 2 0,0-1 0,0 0 0,1 1 0,-1 0 0,0-1 0,1 1 0,-1 1 0,1-1 0,-1 1 0,1-1 0,0 1 0,-1 0 0,1 0 0,0 0 0,0 1 0,0-1 0,1 1 0,-1-1 0,1 1 0,-1 0 0,1 0 0,0 0 0,0 1 0,0-1 0,1 0 0,-1 1 0,1-1 0,-2 5 0,3-7 0,0 1 0,-1 0 0,1 0 0,0 0 0,0 0 0,0 0 0,0 0 0,0-1 0,1 1 0,-1 0 0,0 0 0,1 0 0,-1 0 0,1-1 0,0 1 0,0 0 0,0 0 0,1 1 0,0 0 0,0-1 0,1 1 0,-1-1 0,1 1 0,0-1 0,-1 0 0,1 0 0,0 0 0,4 1 0,5 2 0,0 0 0,1-1 0,0 0 0,13 2 0,-19-5 0,1 0 0,-1 0 0,1 0 0,0-1 0,-1 0 0,1 0 0,14-4 0,-19 4 0,-1-1 0,0 1 0,0-1 0,1 0 0,-1 0 0,0 0 0,0-1 0,0 1 0,0 0 0,0-1 0,0 1 0,-1-1 0,1 0 0,0 1 0,-1-1 0,1 0 0,-1 0 0,0 0 0,0 0 0,0 0 0,0 0 0,0-1 0,0 1 0,0 0 0,-1 0 0,1-1 0,-1 1 0,1 0 0,-1-4 0,0 1 0,-1 0 0,1 0 0,-1 0 0,0 0 0,-1 1 0,1-1 0,-1 0 0,0 0 0,0 1 0,0-1 0,-4-4 0,-8-21 0,13 29 0,1 0 0,0 0 0,0 1 0,-1-1 0,1 0 0,0 0 0,0 0 0,0 0 0,0 1 0,0-1 0,0 0 0,0 0 0,0 0 0,0 1 0,0-1 0,0 0 0,1 0 0,-1 0 0,0 1 0,1-1 0,-1 0 0,0 0 0,1 1 0,-1-1 0,2-1 0,-1 1 0,1 0 0,-1 0 0,0 0 0,1 1 0,-1-1 0,1 0 0,0 1 0,-1-1 0,1 1 0,-1-1 0,1 1 0,2 0 0,3-1 0,1 1 0,-1 0 0,0 1 0,15 2 0,-11 0 0,-1 0 0,1 1 0,-1 0 0,1 1 0,13 9 0,47 36 0,-28-18 0,-16-13 0,18 12 0,-44-31 0,-1 1 0,0-1 0,1 0 0,-1 1 0,1-1 0,-1 0 0,1 0 0,-1 1 0,1-1 0,-1 0 0,1 0 0,-1 0 0,1 0 0,-1 0 0,1 0 0,-1 0 0,1 0 0,-1 0 0,1 0 0,-1 0 0,1 0 0,-1 0 0,1 0 0,-1 0 0,1 0 0,-1-1 0,2 1 0,-2-1 0,1 0 0,-1 1 0,0-1 0,1 0 0,-1 1 0,0-1 0,0 0 0,1 0 0,-1 1 0,0-1 0,0 0 0,0 0 0,0 0 0,0 1 0,0-1 0,0-1 0,-1-3 0,0-1 0,0 0 0,-4-9 0,-8-12 0,-20-35 0,-10-18 0,39 70 0,0 0 0,1 0 0,0 0 0,0 0 0,2-1 0,-2-15 0,2 23 0,1 0 0,0 1 0,0-1 0,1 1 0,-1-1 0,1 0 0,-1 1 0,1-1 0,0 1 0,0-1 0,0 1 0,0 0 0,0-1 0,0 1 0,1 0 0,1-3 0,-1 4 0,-1 0 0,1 0 0,-1-1 0,1 1 0,0 1 0,-1-1 0,1 0 0,0 0 0,0 1 0,0-1 0,-1 0 0,1 1 0,0 0 0,0 0 0,0-1 0,0 1 0,0 0 0,0 0 0,0 1 0,-1-1 0,1 0 0,0 1 0,2 0 0,1 0-227,-1 1-1,0 0 1,1 0-1,-1 0 1,4 3-1,5 4-6598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6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24575,'-4'1'0,"0"0"0,1 0 0,-1 0 0,0 0 0,1 1 0,-1-1 0,1 1 0,-1 0 0,1 0 0,0 0 0,0 1 0,0-1 0,0 1 0,0 0 0,0-1 0,1 1 0,-1 1 0,-1 2 0,2-2 0,0 1 0,0-1 0,1 0 0,0 1 0,0-1 0,0 0 0,0 1 0,1-1 0,-1 1 0,1 0 0,0-1 0,1 1 0,-1-1 0,1 1 0,1 5 0,1-2 0,0 0 0,0 0 0,0 0 0,1 0 0,0-1 0,7 10 0,35 41 0,-23-32 0,-19-20 0,-1-3 0,-1-1 0,1 1 0,-1 1 0,0-1 0,0 0 0,1 4 0,-2-6 0,-1 0 0,0-1 0,0 1 0,0 0 0,0 0 0,1-1 0,-1 1 0,0 0 0,-1 0 0,1-1 0,0 1 0,0 0 0,0 0 0,0-1 0,-1 1 0,1 0 0,0 0 0,0-1 0,-1 1 0,1 0 0,-1-1 0,1 1 0,0-1 0,-1 1 0,0-1 0,1 1 0,-1 0 0,1-1 0,-1 0 0,1 1 0,-1-1 0,0 1 0,1-1 0,-1 0 0,0 1 0,-1-1 0,-8 4-195,-1 0 0,0-1 0,0-1 0,0 0 0,0 0 0,-13 0 0,7-1-6631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7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92 24575,'-47'-27'0,"26"14"0,1 1 0,-2 2 0,-41-16 0,62 25 0,-1 1 0,1-1 0,0 1 0,-1-1 0,1 1 0,0 0 0,-1 0 0,1 0 0,0 0 0,-1 0 0,1 0 0,-1 0 0,1 0 0,0 0 0,-1 1 0,1-1 0,0 1 0,0-1 0,-1 1 0,1-1 0,0 1 0,0 0 0,-1-1 0,0 2 0,1 0 0,0 0 0,0-1 0,0 1 0,0 0 0,1 0 0,-1 0 0,0 0 0,1 0 0,0 0 0,-1 0 0,1 0 0,0 0 0,0 0 0,0 0 0,0 3 0,0 8 0,0-1 0,-2 1 0,1-1 0,-6 19 0,4-21 0,1-1 0,0 1 0,1-1 0,0 1 0,0-1 0,1 1 0,0 0 0,1-1 0,2 13 0,14 37 0,28 66 0,34 51 0,-63-141 0,8 22 0,18 65 0,-42-121-68,1 0 0,-1 1-1,1 0 1,-1-1 0,1 1 0,-1-1-1,0 1 1,0-1 0,0 1 0,0 0-1,0-1 1,0 1 0,0 0 0,0-1-1,-1 1 1,1-1 0,0 1-1,-1-1 1,-1 3 0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7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52 24575,'-31'-10'0,"-11"-3"0,-2 0 0,4 3 0,6 5 0,10 6 0,5 3 0,7 1-8191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8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130 160 24575,'-7'-3'0,"-3"-2"0,1 1 0,-1 1 0,0-1 0,0 2 0,0-1 0,0 2 0,0-1 0,-16 1 0,26 1 0,-1-1 0,0 1 0,0 0 0,1 1 0,-1-1 0,0 0 0,0 0 0,1 0 0,-1 0 0,0 1 0,1-1 0,-1 0 0,0 1 0,1-1 0,-1 0 0,0 1 0,1-1 0,-1 1 0,1-1 0,-1 1 0,1-1 0,-1 1 0,1-1 0,-1 1 0,1 0 0,-1-1 0,0 2 0,1-1 0,0 1 0,0-1 0,0 0 0,0 1 0,1-1 0,-1 0 0,0 1 0,0-1 0,1 0 0,-1 0 0,1 1 0,-1-1 0,1 0 0,1 2 0,1 2 0,2 1 0,-1 0 0,0-1 0,10 9 0,-6-7 0,0-1 0,1 0 0,0-1 0,0 1 0,0-1 0,1-1 0,0 0 0,10 3 0,-17-6 0,1 0 0,-1 0 0,1-1 0,-1 1 0,1-1 0,-1 0 0,1 0 0,-1 0 0,1 0 0,0 0 0,-1-1 0,1 0 0,-1 0 0,0 0 0,1 0 0,-1 0 0,0-1 0,0 1 0,0-1 0,0 0 0,0 0 0,0 0 0,0 0 0,0-1 0,-1 1 0,1-1 0,2-3 0,-4 3 0,1 1 0,-1 0 0,0-1 0,0 1 0,-1-1 0,1 1 0,0-1 0,-1 0 0,0 1 0,1-1 0,-1 1 0,0-1 0,0 0 0,-1 1 0,1-1 0,0 1 0,-1-1 0,0 0 0,1 1 0,-1-1 0,0 1 0,0 0 0,-1-1 0,-1-2 0,-4-7 0,-1 0 0,-1 0 0,-12-13 0,9 11 0,8 9 0,-8-10 0,-16-13 0,25 24 0,-1 1 0,0 0 0,0 0 0,0 0 0,-1 0 0,1 1 0,-1-1 0,0 1 0,-5-2 0,8 4 7,1 0-1,0 0 0,-1-1 0,0 1 1,1 0-1,-1 0 0,1 0 1,-1 1-1,1-1 0,-1 0 1,1 0-1,-1 1 0,1-1 0,0 1 1,-1-1-1,1 1 0,0 0 1,-3 1-1,1 0-171,1 0 0,0 0 0,0 1 0,0-1 0,0 0 0,0 1 0,0 0 0,-1 3 0,-2 3-6661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8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88 300 24575,'1'0'0,"-1"0"0,0 0 0,0 1 0,0-1 0,0 0 0,0 1 0,0-1 0,0 1 0,0-1 0,0 0 0,0 1 0,0-1 0,-1 0 0,1 0 0,0 1 0,0-1 0,0 0 0,0 1 0,0-1 0,-1 0 0,1 1 0,0-1 0,0 0 0,0 0 0,-1 1 0,1-1 0,0 0 0,-1 1 0,-7-6 0,-5-13 0,2-3 0,1 0 0,2-1 0,0 0 0,1 0 0,1-1 0,1 0 0,-2-34 0,6 53 0,1 0 0,-1 0 0,1 1 0,0-1 0,1 0 0,-1 0 0,1 0 0,0 0 0,0 1 0,0-1 0,0 0 0,2-4 0,-1 7 0,-1-1 0,0 1 0,0-1 0,1 1 0,-1-1 0,1 1 0,0-1 0,-1 1 0,1 0 0,0 0 0,0 0 0,-1 0 0,1 0 0,0 1 0,0-1 0,0 0 0,0 1 0,0 0 0,0-1 0,0 1 0,1 0 0,-1 0 0,0 0 0,3 1 0,1 0 14,0 0-1,1 0 0,-1 1 0,0 0 1,0 0-1,0 0 0,-1 1 1,11 6-1,-5-2-384,-1 0-1,0 1 1,13 13 0,-13-10-6455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9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106 263 24575,'9'-4'0,"-1"0"0,0-1 0,0-1 0,0 1 0,-1-1 0,10-10 0,-15 14 0,0 0 0,0 0 0,-1-1 0,1 1 0,0 0 0,-1-1 0,0 0 0,1 1 0,-1-1 0,0 0 0,-1 1 0,1-1 0,0 0 0,-1 0 0,1 0 0,-1 0 0,0 0 0,0 1 0,0-1 0,0 0 0,-1 0 0,1 0 0,-1 0 0,-1-5 0,-3-1 0,1 0 0,-1 0 0,-1 1 0,1-1 0,-1 1 0,-1 0 0,-11-11 0,5 7 0,-1 1 0,-1 0 0,-21-13 0,35 24 0,-1-1 0,1 0 0,0 0 0,-1 0 0,1 1 0,0-1 0,-1 0 0,1 1 0,-1 0 0,1-1 0,-1 1 0,1 0 0,-1 0 0,1 0 0,-1 0 0,0 0 0,1 0 0,-1 0 0,1 0 0,-1 0 0,1 1 0,-1-1 0,-1 2 0,1-1 0,1 0 0,0 1 0,-1-1 0,1 1 0,0-1 0,0 1 0,0-1 0,0 1 0,1 0 0,-1 0 0,0-1 0,1 1 0,-1 0 0,1 0 0,-1 0 0,1-1 0,0 1 0,0 0 0,0 2 0,0 9 0,0 1 0,0-1 0,2 0 0,-1 1 0,2-1 0,0 0 0,0 0 0,8 17 0,-7-22 0,0 1 0,0-1 0,1 0 0,0 0 0,1 0 0,0-1 0,0 0 0,0 0 0,1 0 0,0-1 0,0 0 0,14 9 0,2-3 0,1 0 0,0-2 0,0-1 0,1 0 0,42 7 0,-65-15-54,0 0-1,0-1 0,0 1 1,0-1-1,0 0 1,0 0-1,0 0 0,1 0 1,-1 0-1,0 0 1,0 0-1,0-1 0,0 1 1,0-1-1,0 0 0,0 1 1,0-1-1,0 0 1,0 0-1,0 0 0,0-1 1,-1 1-1,1 0 1,1-2-1,3-6-6771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9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273 203 24575,'-39'-43'0,"-2"1"0,-59-45 0,95 82 0,-1 1 0,0 0 0,-1 0 0,1 0 0,-12-4 0,17 8 0,-1-1 0,1 1 0,0 0 0,0 0 0,0-1 0,0 1 0,-1 0 0,1 0 0,0 0 0,0 0 0,0 1 0,-1-1 0,1 0 0,0 0 0,0 1 0,0-1 0,0 1 0,0-1 0,0 1 0,-1-1 0,1 1 0,0-1 0,1 1 0,-1 0 0,0 0 0,0 0 0,0-1 0,0 1 0,1 0 0,-1 0 0,0 0 0,1 0 0,-1 0 0,0 0 0,1 1 0,0-1 0,-1 0 0,1 0 0,0 0 0,-1 0 0,1 1 0,0 0 0,-3 20 0,1 1 0,0-1 0,2 1 0,3 30 0,-1-22 0,4 39 0,2 1 0,4-1 0,3-1 0,2 0 0,4-1 0,35 79 0,-43-118-455,0-2 0,33 51 0,-38-69-6371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6:59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74 24575,'-30'-13'0,"-13"-3"0,-1 0 0,4 3 0,7 4 0,6 3 0,8 6 0,6 2-8191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0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 24575,'-5'-1'0,"1"1"0,0-1 0,-1 1 0,1 1 0,-1-1 0,1 1 0,0-1 0,-1 1 0,1 0 0,0 1 0,0-1 0,-8 5 0,9-4 0,0-1 0,1 2 0,-1-1 0,1 0 0,-1 1 0,1-1 0,-1 1 0,1-1 0,0 1 0,1 0 0,-1 0 0,0 0 0,1 0 0,-1 0 0,1 1 0,0-1 0,-1 4 0,0 6 0,1 0 0,0 0 0,0-1 0,1 1 0,1 0 0,0 0 0,5 22 0,29 86 0,-29-104 0,39 110 0,-32-96 0,33 58 0,-43-81 97,-4-8-146,1 1 0,0-1 1,0 0-1,0 0 0,-1 0 0,1 0 1,0 0-1,0 0 0,-1 0 0,1 0 1,0 0-1,0 0 0,-1 0 1,1 0-1,0 0 0,0 0 0,-1 0 1,1 0-1,0 0 0,0 0 0,-1 0 1,1 0-1,0 0 0,0 0 1,-1-1-1,1 1 0,0 0 0,0 0 1,-1 0-1,-7-5-6777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0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24575,'224'-15'0,"-205"13"0,1-1 0,23-8 0,-17 4 0,-25 7 0,-1 0 0,1 0 0,0 0 0,0 0 0,0 0 0,0 0 0,0 0 0,-1 0 0,1 0 0,0 0 0,0 0 0,0 1 0,0-1 0,-1 0 0,1 0 0,0 1 0,0-1 0,-1 1 0,1-1 0,0 1 0,-1-1 0,1 1 0,0-1 0,-1 1 0,1 0 0,-1-1 0,1 1 0,-1 0 0,1-1 0,-1 1 0,1 0 0,-1 0 0,0-1 0,1 2 0,1 4 0,0 0 0,-1 0 0,2 13 0,-1-5 0,0-4-151,1-1-1,-1 0 0,2 0 0,-1-1 1,2 1-1,-1-1 0,1 0 1,8 11-1,-5-9-6674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0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24575,'10'18'0,"3"10"0,0 4 0,-3-5-8191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1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8 24575,'-12'-3'0,"1"1"0,-1 1 0,0 0 0,0 0 0,-19 3 0,28-2 0,0 0 0,0 1 0,0-1 0,1 1 0,-1 0 0,0 0 0,0 0 0,1 0 0,-1 1 0,1-1 0,-1 1 0,1-1 0,0 1 0,-1 0 0,1 0 0,0 0 0,0 0 0,1 0 0,-1 0 0,0 1 0,1-1 0,-1 1 0,1-1 0,0 1 0,-1-1 0,1 1 0,1 0 0,-2 5 0,1-1 0,0 1 0,1 0 0,0 0 0,0-1 0,1 1 0,0 0 0,0 0 0,1-1 0,0 1 0,6 13 0,-4-10 0,1-1 0,1 1 0,0-1 0,0 0 0,1-1 0,13 15 0,-15-19 0,1 0 0,0 0 0,1-1 0,-1 0 0,1 0 0,0 0 0,0-1 0,0 0 0,0 0 0,0-1 0,9 2 0,-6-2 0,0 0 0,0-1 0,0 0 0,0-1 0,0 0 0,-1-1 0,1 1 0,13-4 0,-16 2 0,0-1 0,1 0 0,-1 0 0,-1 0 0,1-1 0,0 0 0,-1 0 0,0 0 0,0-1 0,0 0 0,-1 0 0,1-1 0,-1 0 0,0 1 0,-1-2 0,0 1 0,6-11 0,-1-2 0,0 0 0,-2-1 0,0-1 0,8-40 0,-15 59 0,0 1 0,1 0 0,-1-1 0,0 1 0,1 0 0,-1-1 0,1 1 0,-1 0 0,1-1 0,0 1 0,0 0 0,-1 0 0,3-2 0,-3 3 0,0 0 0,0 0 0,0 0 0,0 0 0,1 0 0,-1 0 0,0 0 0,0 0 0,0 0 0,1 0 0,-1 0 0,0 0 0,0 0 0,0 0 0,1 0 0,-1 0 0,0 0 0,0 0 0,0 0 0,1 0 0,-1 0 0,0 0 0,0 0 0,0 1 0,0-1 0,1 0 0,-1 0 0,0 0 0,0 0 0,0 0 0,0 1 0,7 10 0,-4 1 0,0 1 0,0-1 0,1 23 0,-3-20 0,1-1 0,6 23 0,-7-32-111,-1-4 15,1 1-1,-1 0 1,1-1-1,-1 1 1,1 0-1,-1-1 1,1 1-1,0 0 1,0-1-1,0 1 1,0-1-1,2 3 1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1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24575,'5'16'0,"1"6"0,1 6 0,-2 2 0,-2 1 0,0-1 0,-2-5 0,-1-5-8191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2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138 276 24575,'0'-29'0,"-2"0"0,-6-37 0,5 49 0,-1 1 0,-1 0 0,0 0 0,-2 1 0,-10-22 0,16 34 0,-1 1 0,0-1 0,1 1 0,-1-1 0,0 1 0,0-1 0,-1 1 0,1 0 0,0 0 0,-1 0 0,1 1 0,-1-1 0,-4-2 0,6 4 0,0 0 0,0-1 0,0 1 0,0 0 0,0 0 0,0 0 0,0 0 0,0 0 0,0 0 0,0 0 0,0 0 0,0 0 0,0 0 0,0 1 0,0-1 0,-2 1 0,2 0 0,-1 0 0,1 0 0,0 0 0,-1 0 0,1 1 0,0-1 0,0 0 0,-1 1 0,1-1 0,0 1 0,1-1 0,-3 4 0,0 3 0,0 0 0,0 1 0,1 0 0,0-1 0,1 1 0,0 0 0,0 14 0,1-2 0,1 1 0,4 20 0,-2-25 0,1 0 0,0-1 0,1 0 0,1 0 0,1 0 0,0-1 0,11 18 0,-15-30 0,0 1 0,0 0 0,0-1 0,1 0 0,-1 0 0,1 0 0,0 0 0,0 0 0,0-1 0,0 1 0,0-1 0,0 0 0,0-1 0,1 1 0,-1-1 0,1 0 0,0 0 0,-1 0 0,1-1 0,7 1 0,-5-1 0,0 0 0,0-1 0,0 0 0,0 0 0,0-1 0,-1 0 0,1 0 0,0 0 0,-1-1 0,0 0 0,1 0 0,-1 0 0,7-6 0,-6 3 0,0 0 0,0 0 0,0-1 0,0 0 0,-1-1 0,-1 1 0,1-1 0,-1 0 0,0 0 0,-1-1 0,0 1 0,3-12 0,0 9 0,-7 11 0,0-1 0,0 1 0,1 0 0,-1 0 0,0 0 0,0 0 0,1 0 0,-1 0 0,0 0 0,0 0 0,1 0 0,-1 0 0,0 0 0,0 0 0,1 0 0,-1 0 0,0 0 0,0 0 0,1 0 0,-1 0 0,0 0 0,0 0 0,1 0 0,-1 0 0,0 1 0,0-1 0,0 0 0,1 0 0,1 2 0,0 0 0,0 0 0,0 1 0,-1-1 0,1 1 0,1 2 0,1 1 0,2 3 0,1 1 0,0-1 0,0-1 0,15 14 0,-17-18 0,-1-1 0,0 1 0,1-1 0,0 0 0,-1-1 0,1 1 0,0-1 0,1 0 0,-1 0 0,0-1 0,10 3 0,-14-4 0,1 0 0,-1 0 0,0 0 0,0 0 0,1 0 0,-1-1 0,0 1 0,1 0 0,-1 0 0,0-1 0,0 1 0,1-1 0,-1 1 0,0-1 0,0 0 0,0 1 0,0-1 0,0 0 0,2-2 0,0 0 0,-1 0 0,0-1 0,1 1 0,2-8 0,9-11 0,-14 22 0,1-1 0,0 0 0,0 0 0,0 1 0,-1-1 0,1 1 0,0-1 0,0 1 0,0-1 0,0 1 0,0-1 0,0 1 0,0 0 0,0 0 0,0-1 0,0 1 0,0 0 0,0 0 0,0 0 0,2 0 0,0 1 0,-1-1 0,1 1 0,-1 0 0,0 0 0,1 0 0,-1 0 0,0 0 0,0 1 0,0-1 0,0 1 0,4 2 0,19 24 0,-18-20 0,17 20-1365,-12-16-5461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3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10 24575,'-12'0'0,"0"0"0,-1 0 0,-16 3 0,26-3 0,1 1 0,-1-1 0,1 1 0,-1-1 0,1 1 0,-1 0 0,1 0 0,-1 1 0,1-1 0,0 0 0,0 1 0,-1-1 0,1 1 0,0 0 0,0-1 0,1 1 0,-3 3 0,3-4 0,1 1 0,-1-1 0,1 0 0,0 1 0,-1-1 0,1 1 0,0-1 0,0 1 0,0-1 0,0 1 0,0-1 0,0 1 0,0-1 0,0 0 0,1 1 0,-1-1 0,1 1 0,-1-1 0,1 0 0,-1 1 0,1-1 0,0 0 0,0 1 0,-1-1 0,3 1 0,1 4 0,0-1 0,1 0 0,0 0 0,6 4 0,-4-4 0,1 0 0,-1 0 0,1-1 0,1 0 0,-1 0 0,0-1 0,1 0 0,0-1 0,0 0 0,0 0 0,0-1 0,9 1 0,-13-2 0,0 0 0,1-1 0,-1 1 0,0-1 0,0 0 0,0 0 0,0 0 0,0-1 0,9-4 0,-11 4 0,0 0 0,0 0 0,0 0 0,0-1 0,-1 1 0,1-1 0,-1 1 0,1-1 0,-1 0 0,0 0 0,0 0 0,0 0 0,-1 0 0,1-1 0,1-4 0,3-11 0,-1-1 0,3-25 0,-8 53 0,0 0 0,0 0 0,1-1 0,0 1 0,1 0 0,0 0 0,0-1 0,3 8 0,5 12 0,15 27 0,-22-49 0,-1-1 0,1 0 0,1 0 0,-1 1 0,0-2 0,1 1 0,0 0 0,0-1 0,0 0 0,0 0 0,1 0 0,-1 0 0,1-1 0,0 0 0,0 0 0,-1 0 0,1 0 0,1-1 0,-1 0 0,0 0 0,0 0 0,0 0 0,0-1 0,1 0 0,-1 0 0,0-1 0,0 0 0,1 1 0,-1-2 0,6-1 0,-8 2 0,1-1 0,-1 1 0,1-1 0,-1 0 0,0 0 0,1-1 0,-1 1 0,0-1 0,0 1 0,3-5 0,1-2 0,-1 0 0,7-12 0,-13 21 0,0 0 0,0 1 0,0-1 0,0 0 0,0 0 0,0 1 0,0-1 0,0 0 0,0 0 0,0 0 0,1 1 0,-1-1 0,0 0 0,0 0 0,0 0 0,0 0 0,0 1 0,0-1 0,1 0 0,-1 0 0,0 0 0,0 0 0,0 0 0,0 1 0,1-1 0,-1 0 0,0 0 0,0 0 0,0 0 0,0 0 0,1 0 0,-1 0 0,0 0 0,0 0 0,1 0 0,-1 0 0,0 0 0,0 0 0,0 0 0,1 0 0,-1 0 0,0 0 0,0 0 0,0 0 0,1 0 0,-1 0 0,0 0 0,0 0 0,0 0 0,1-1 0,-1 1 0,0 0 0,0 0 0,0 0 0,0 0 0,1 0 0,-1 0 0,0-1 0,0 1 0,0 0 0,0 0 0,0 0 0,0-1 0,0 1 0,0 0 0,1 0 0,-1 0 0,0-1 0,4 22 0,-3-16 0,10 64 0,-3 0 0,-3 1 0,-6 100 0,-1-147 0,-4 25 0,5-42 0,0-1 0,0 1 0,-1-1 0,0 1 0,0-1 0,0 0 0,-1 0 0,0 0 0,0 0 0,-5 6 0,6-9 0,0 0 0,0 0 0,0 0 0,0-1 0,0 1 0,-1-1 0,1 0 0,0 0 0,-1 1 0,1-2 0,-1 1 0,0 0 0,1 0 0,-1-1 0,0 1 0,1-1 0,-1 0 0,0 0 0,1 0 0,-1 0 0,0-1 0,1 1 0,-1-1 0,0 1 0,1-1 0,-1 0 0,1 0 0,-1 0 0,1 0 0,-4-3 0,1 1 0,0 0 0,1 0 0,-1-1 0,1 1 0,0-1 0,0 0 0,0 0 0,1-1 0,-1 1 0,1-1 0,0 0 0,1 0 0,-5-9 0,5 8-76,0-1 1,1 0-1,-1 0 0,1 0 0,1 1 0,-1-1 0,1 0 0,0 0 1,1 0-1,0 0 0,0 0 0,0 0 0,1 1 0,0-1 1,0 0-1,1 1 0,6-11 0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51 24575,'1'-1'0,"5"-28"0,-5 28 0,-1 0 0,0-1 0,1 1 0,-1 0 0,1 0 0,-1 0 0,1 0 0,-1 0 0,1 0 0,0 0 0,-1 0 0,1 0 0,0 0 0,0 0 0,0 1 0,0-1 0,0 0 0,0 0 0,0 1 0,2-1 0,-2 1 0,-1 0 0,1 0 0,0 0 0,0 0 0,0 1 0,0-1 0,0 1 0,0-1 0,0 0 0,-1 1 0,1 0 0,0-1 0,0 1 0,0-1 0,-1 1 0,1 0 0,0-1 0,-1 1 0,1 0 0,-1 0 0,1 0 0,-1-1 0,1 1 0,-1 1 0,13 25 0,-12-24 0,23 65 0,-21-58 0,-1 0 0,0-1 0,-1 1 0,0 0 0,0 12 0,-1-21 0,0 1 0,0-1 0,0 0 0,-1 1 0,1-1 0,0 0 0,-1 1 0,1-1 0,0 0 0,-1 1 0,0-1 0,1 0 0,-1 0 0,0 0 0,1 0 0,-1 0 0,0 0 0,0 0 0,0 0 0,0 0 0,-2 1 0,2-1 0,-1 0 0,0 0 0,0 0 0,-1-1 0,1 1 0,0-1 0,0 1 0,0-1 0,0 0 0,0 0 0,-1 0 0,-1 0 0,-6-2 0,-1 0 0,1 0 0,0-1 0,-12-5 0,9 4 0,1-1 0,0-1 0,1 0 0,-1-1 0,1 0 0,0 0 0,1-2 0,0 1 0,0-1 0,1 0 0,0-1 0,-12-17 0,20 26 0,0 0 0,1 0 0,-1 0 0,0-1 0,0 1 0,1 0 0,-1-1 0,1 1 0,-1 0 0,1-1 0,-1 1 0,1 0 0,0-1 0,0 1 0,0-1 0,0 1 0,0-1 0,0 1 0,0 0 0,0-1 0,1 1 0,-1-1 0,0 1 0,1 0 0,1-3 0,-1 2 0,0 1 0,1 0 0,0 0 0,-1-1 0,1 1 0,0 0 0,-1 0 0,1 0 0,0 1 0,0-1 0,0 0 0,0 1 0,0-1 0,0 1 0,0 0 0,0-1 0,4 1 0,3 0-136,0 0-1,0 1 1,0 0-1,0 0 1,0 1-1,0 0 1,-1 1-1,1 0 0,12 5 1,-12-3-6690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4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71 24575,'-17'-12'0,"-38"-26"0,49 35 0,1 0 0,-1 0 0,1 1 0,-1-1 0,0 2 0,0-1 0,0 1 0,-9-2 0,13 3 0,0 0 0,0 0 0,0 0 0,0 1 0,0-1 0,0 0 0,0 1 0,0-1 0,0 1 0,1 0 0,-1-1 0,0 1 0,0 0 0,0 0 0,1 0 0,-1 0 0,-1 2 0,0-1 0,1 1 0,0-1 0,0 1 0,0 0 0,1-1 0,-1 1 0,1 0 0,-1 0 0,-1 6 0,0 3 0,1 1 0,0-1 0,0 1 0,1 15 0,1-27 0,0 33 0,2 0 0,1 1 0,14 59 0,40 98 0,-29-122 0,73 128 0,-79-153-1365,-17-37-5461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4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97 24575,'-30'-18'0,"-13"-5"0,-3 1 0,2 4 0,5 8 0,6 5 0,6 6 0,8 4-8191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7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24575,'-1'0'0,"1"1"0,-1-1 0,0 0 0,1 0 0,-1 0 0,1 1 0,-1-1 0,1 0 0,0 1 0,-1-1 0,1 1 0,-1-1 0,1 0 0,-1 1 0,1-1 0,0 1 0,0-1 0,-1 1 0,1-1 0,0 1 0,0-1 0,-1 1 0,1-1 0,0 1 0,0-1 0,0 1 0,0 0 0,0-1 0,0 1 0,0-1 0,0 1 0,0-1 0,0 1 0,0 0 0,0-1 0,0 1 0,4 24 0,-4-24 0,13 44 0,27 64 0,-21-63 0,14 58 0,-16-42 0,-16-58-1365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24575,'28'0'0,"14"0"0,5 0 0,-1 0 0,-3 0 0,-6 0 0,-5 0 0,-4 0 0,-6 0 0,-3 0 0,-3-3 0,-1 0 0,-4-3 0,-5-2 0,-7-1 0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7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24575,'15'2'0,"8"2"0,2-1 0,-1 0 0,-1-2 0,-6-2 0,-2-2 0,-1 0 0,-1 1 0,0 0 0,-3-2 0,1 0 0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8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24575,'-3'13'0,"0"6"0,2 5 0,2 2 0,3-3 0,1 2 0,2-3 0,0 2 0,-2-2 0,2-2 0,-1-2 0,1-1 0,-1-2 0,2-2 0,-1-2 0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8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0 121 24575,'42'-11'0,"79"-9"0,-100 18 0,0-2 0,41-11 0,-59 14 9,-1 0-1,1 0 1,-1-1-1,1 1 1,-1-1 0,1 0-1,-1 1 1,0-1-1,0 0 1,0-1-1,0 1 1,0 0-1,2-3 1,-4 3-68,1 1-1,0-1 1,0 1-1,-1-1 1,1 1 0,-1-1-1,1 1 1,-1-1-1,0 1 1,1-1 0,-1 0-1,0 1 1,0-1-1,0 1 1,0-1 0,-1 0-1,1 1 1,0-1-1,-1 1 1,1-1 0,-1 1-1,1-1 1,-1 1-1,-1-3 1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9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24575,'13'-5'0,"6"-4"0,3 0 0,0 0 0,-1 3 0,-5-1 0,-2 2 0,-3 0-8191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09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24575,'10'22'0,"11"39"0,-13-37 0,12 29 0,34 60 0,-53-112-124,0 0 0,-1 1 0,1-1 0,0 0 0,0 0 0,0 0-1,0 1 1,0-1 0,0 0 0,2 1 0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10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476 1 24575,'-8'0'0,"0"1"0,0 0 0,-10 3 0,-18 3 0,-6-6 0,-76-8 0,44 1 0,50 6-273,1 1 0,-1 0 0,0 2 0,-25 6 0,30-4-6553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29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24575,'0'2'0,"0"4"0,0 3 0,0 3 0,0 1 0,2-1 0,1 0 0,1 0 0,1-1 0,0-1 0,-1 1 0,2-2 0,-3-2 0,-5-5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2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18 24575,'-5'-8'0,"-2"-2"-8191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29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34 24575,'-6'-5'0,"-2"-1"0,0 1 0,-12-7 0,18 11 0,1 1 0,-1-1 0,0 0 0,0 1 0,0-1 0,1 1 0,-1-1 0,0 1 0,0 0 0,0 0 0,0-1 0,0 1 0,0 1 0,0-1 0,1 0 0,-1 0 0,0 1 0,-3 0 0,4 0 0,0 0 0,0 0 0,0-1 0,0 1 0,0 0 0,0 0 0,0 0 0,0 1 0,1-1 0,-1 0 0,0 0 0,0 0 0,1 0 0,-1 1 0,1-1 0,-1 0 0,1 1 0,0-1 0,-1 0 0,1 1 0,0 2 0,1 31 0,0-34 0,9 55 0,2 0 0,22 60 0,-29-100 0,59 173 0,15 47 0,-56-158 14,16 58-1393,-35-119-5447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29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490 74 24575,'-33'-5'0,"-18"-4"0,-5-1 0,-1-1 0,4 2 0,6 2 0,6 2 0,8-1 0,4 1 0,5 2 0,3 0 0,4 2 0,1 3 0,4 1-8191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1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75 149 24575,'2'18'0,"0"0"0,1-1 0,1 1 0,0-1 0,13 32 0,4 17 0,-15-48 0,-1 0 0,-1 1 0,-1-1 0,-1 1 0,0 0 0,-2 22 0,0-40 0,0 0 0,0 0 0,0 0 0,0 0 0,0 0 0,-1 0 0,1 0 0,0 0 0,0 0 0,-1 0 0,1 0 0,-1 0 0,1-1 0,-1 1 0,1 0 0,-1 0 0,1 0 0,-1-1 0,0 2 0,0-2 0,1 0 0,-1 0 0,1 0 0,-1 0 0,1 0 0,-1 0 0,1 0 0,-1 0 0,0 0 0,1 0 0,-1 0 0,1-1 0,0 1 0,-1 0 0,1 0 0,-1 0 0,1-1 0,-1 1 0,1 0 0,-1-1 0,1 1 0,0 0 0,-1-1 0,0 0 0,-3-3 0,1-1 0,-1 1 0,1-1 0,-5-10 0,-8-18 0,2-1 0,-9-37 0,-15-73 0,34 125 0,0 6 0,1-1 0,1 1 0,0-1 0,1 1 0,0-23 0,1 36 0,0 0 0,0 0 0,0-1 0,0 1 0,0 0 0,0 0 0,0 0 0,0 0 0,1 0 0,-1-1 0,0 1 0,0 0 0,0 0 0,0 0 0,0 0 0,0 0 0,0-1 0,0 1 0,0 0 0,0 0 0,0 0 0,1 0 0,-1 0 0,0 0 0,0 0 0,0-1 0,0 1 0,0 0 0,1 0 0,-1 0 0,0 0 0,0 0 0,0 0 0,0 0 0,0 0 0,1 0 0,-1 0 0,0 0 0,0 0 0,0 0 0,0 0 0,1 0 0,-1 0 0,8 5 0,9 13 0,-16-17 0,143 153 0,-111-124 0,1-1 0,66 42 0,-86-63 0,56 32 0,-63-37 0,1 1 0,0-1 0,0-1 0,0 1 0,1-1 0,-1-1 0,11 1 0,-18-2 0,0 1 0,1-1 0,-1 0 0,0 0 0,0-1 0,1 1 0,-1 0 0,0 0 0,0 0 0,1-1 0,-1 1 0,0-1 0,0 1 0,0-1 0,0 0 0,0 1 0,0-1 0,0 0 0,2-1 0,-2 1 0,-1 0 0,1 0 0,-1-1 0,1 1 0,-1 0 0,1 0 0,-1 0 0,0 0 0,0-1 0,0 1 0,1 0 0,-1 0 0,0-1 0,-1 1 0,1 0 0,0-2 0,-2-5 0,-1 0 0,0 0 0,0 0 0,-7-12 0,8 16 0,-49-84 0,32 58 0,2-1 0,0 0 0,3-1 0,-13-38 0,24 59-273,1 0 0,0 0 0,1 0 0,0-17 0,2 15-6553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2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16 24575,'-30'-3'0,"-13"0"0,-1 0 0,4 0 0,7 1 0,6 1 0,5 1 0,4 2 0,2 1 0,2 1 0,1-2 0,-1 0 0,3 0-8191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2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12 24575,'-15'-5'0,"-8"1"0,-2 1 0,4 4 0,1 1 0,3 3 0,2 1 0,0-1 0,1 2 0,-1-1 0,1-2 0,0 0 0,-3-2 0,-1-4 0,0-1 0,1 0 0,3 0-8191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3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24575,'-1'0'0,"1"0"0,0 0 0,0 0 0,0 0 0,0-1 0,0 1 0,-1 0 0,1 0 0,0 0 0,0 0 0,0 0 0,-1 0 0,1-1 0,0 1 0,0 0 0,0 0 0,-1 0 0,1 0 0,0 0 0,0 0 0,0 0 0,-1 0 0,1 0 0,0 0 0,0 0 0,-1 0 0,1 0 0,0 0 0,0 0 0,0 0 0,-1 0 0,1 0 0,0 0 0,0 1 0,-1-1 0,-3 9 0,1 12 0,5-12 0,0 1 0,0-1 0,0 0 0,1 1 0,1-1 0,7 15 0,2 5 0,85 180 0,-86-187 0,0 7 0,-11-28-1365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4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24575,'2'-4'0,"0"1"0,0 0 0,0 0 0,1 0 0,-1 0 0,1 1 0,0-1 0,0 1 0,0-1 0,0 1 0,0 0 0,1 0 0,-1 0 0,0 1 0,1-1 0,0 1 0,-1 0 0,1 0 0,0 0 0,-1 0 0,1 1 0,7-1 0,7 1 0,0 1 0,0 0 0,28 7 0,-29-6 0,122 18 0,-136-20 0,0 0 0,0 1 0,1 0 0,-1 0 0,0 0 0,0 0 0,0 0 0,0 0 0,-1 1 0,1-1 0,0 1 0,4 4 0,-6-5 0,0 0 0,0 0 0,0 0 0,-1 0 0,1 0 0,-1 0 0,1 0 0,-1 1 0,1-1 0,-1 0 0,0 0 0,1 0 0,-1 1 0,0-1 0,0 0 0,0 0 0,0 1 0,0-1 0,0 0 0,0 0 0,-1 1 0,1-1 0,0 0 0,-1 0 0,1 0 0,0 1 0,-1-1 0,0 0 0,1 0 0,-1 0 0,0 0 0,1 0 0,-1 0 0,0 0 0,-1 1 0,-3 2 0,1 0 0,-1-1 0,0 1 0,0-1 0,0 0 0,0 0 0,0 0 0,-1-1 0,1 0 0,-9 2 0,9-2 0,-1-1 0,1 1 0,0 0 0,1 0 0,-1 0 0,0 1 0,1-1 0,-1 1 0,1 0 0,0 1 0,0-1 0,-7 8 0,10-9 0,0-1 0,0 1 0,0 0 0,0 0 0,1 0 0,-1-1 0,0 1 0,1 0 0,-1 0 0,1 0 0,0 0 0,0 0 0,0 0 0,0 0 0,0 0 0,0 3 0,1-2 0,0 1 0,0-1 0,0 0 0,1 0 0,-1 0 0,1 0 0,0 0 0,3 5 0,4 1 0,-1 0 0,2 0 0,-1-1 0,11 8 0,25 13 0,-33-22 0,0 0 0,-1 1 0,0 0 0,-1 1 0,0 0 0,12 14 0,-21-22 0,0 1 0,0-1 0,0 1 0,0-1 0,0 1 0,0 0 0,-1 0 0,1-1 0,0 1 0,-1 0 0,1 0 0,-1 0 0,0-1 0,0 1 0,0 0 0,0 0 0,0 0 0,0 0 0,0 0 0,0-1 0,-1 1 0,0 3 0,-1-2 0,1-1 0,0 0 0,0 0 0,-1 0 0,0 0 0,1 0 0,-1-1 0,0 1 0,0 0 0,0-1 0,0 1 0,0-1 0,0 0 0,0 0 0,0 0 0,-5 2 0,-6 1 8,-1 0-1,1-1 1,-1-1-1,-22 2 0,-58-5-185,40 0-1046,41 1-5602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4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24575,'22'-2'0,"0"1"0,0 1 0,0 1 0,0 1 0,36 7 0,-51-7 0,0 0 0,-1 0 0,1 0 0,0 1 0,-1 0 0,0 0 0,1 1 0,-1 0 0,-1 0 0,1 0 0,-1 1 0,1 0 0,-1 0 0,0 0 0,-1 0 0,0 1 0,0 0 0,0 0 0,0 0 0,-1 0 0,3 9 0,-1-1 0,-1 1 0,0-1 0,-1 1 0,-1 0 0,-1 0 0,0 0 0,-1 0 0,0 0 0,-1-1 0,-1 1 0,-6 25 0,2-17 30,2 0 0,0 0 0,0 31 0,3-47-129,2 1 0,-1-1 0,1 1 0,0-1 0,1 0 0,-1 1 0,1-1 0,1 0 0,0 0 0,0 0 0,0 0 0,0-1 0,1 1 0,6 7 0,-1-4-6727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4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31 24575,'-28'-5'0,"-11"-2"0,-5 1 0,4 1 0,5 1 0,6 2 0,6 1 0,4 3 0,3 1 0,2 0 0,3 0-8191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1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92 151 24575,'0'-2'0,"0"1"0,0 0 0,0 0 0,-1-1 0,1 1 0,0 0 0,-1 0 0,1 0 0,0-1 0,-1 1 0,0 0 0,1 0 0,-1 0 0,0-1 0,1 2 0,0 0 0,-1 0 0,1 0 0,0 0 0,0 0 0,0-1 0,0 1 0,0 0 0,0 0 0,0 0 0,0 0 0,0 0 0,0 0 0,0 0 0,0 0 0,-1 0 0,1 0 0,0 0 0,0 0 0,0 0 0,0 0 0,0 0 0,0 0 0,0 0 0,0 0 0,0 0 0,-1 0 0,1 0 0,0 0 0,0 0 0,0 0 0,0 0 0,0 0 0,0 0 0,0 0 0,0 0 0,0 0 0,0 0 0,-1 0 0,1 0 0,0 1 0,0-1 0,0 0 0,0 0 0,0 0 0,0 0 0,0 0 0,0 0 0,0 0 0,0 0 0,-1 12 0,5 6 0,0 1 0,1-1 0,1-1 0,1 1 0,12 22 0,-1-1 0,-4-6 0,-3-8 0,0 1 0,-2 0 0,11 43 0,-20-67 0,0 0 0,0 0 0,1 1 0,-1-1 0,-1 0 0,1 0 0,0 0 0,0 0 0,-2 3 0,2-4 0,0-1 0,0 0 0,0 1 0,0-1 0,-1 0 0,1 1 0,0-1 0,0 0 0,-1 0 0,1 1 0,0-1 0,0 0 0,-1 0 0,1 1 0,0-1 0,0 0 0,-1 0 0,1 0 0,0 0 0,-1 1 0,1-1 0,0 0 0,-1 0 0,0 0 0,0 0 0,0 0 0,0-1 0,0 1 0,0 0 0,1 0 0,-1-1 0,0 1 0,0 0 0,1-1 0,-1 1 0,0-1 0,0 1 0,0-2 0,-11-8 0,1-1 0,0 0 0,-16-22 0,-23-42 0,38 55 0,1-1 0,2-1 0,0 0 0,1 0 0,1-1 0,1 0 0,1 0 0,1 0 0,1 0 0,1-1 0,2 0 0,1-27 0,-1 48 0,0 1 0,1 0 0,-1-1 0,1 1 0,-1 0 0,1-1 0,0 1 0,-1 0 0,1-1 0,0 1 0,1 0 0,-1 0 0,0 0 0,1 0 0,-1 0 0,1 1 0,-1-1 0,1 0 0,3-2 0,-2 3 0,0-1 0,-1 1 0,1 0 0,0 0 0,0 0 0,1 0 0,-1 1 0,0-1 0,0 1 0,0 0 0,0 0 0,7 0 0,2 2 0,0 1 0,0 0 0,0 0 0,0 1 0,-1 0 0,16 9 0,-22-10 0,11 5 0,19 13 0,-31-18 0,-1-1 0,1 1 0,0 1 0,-1-1 0,0 0 0,0 1 0,0 0 0,0-1 0,4 9 0,-6-11 0,-1 0 0,1 0 0,-1 0 0,0 1 0,1-1 0,-1 0 0,0 0 0,0 0 0,0 0 0,0 0 0,0 0 0,0 0 0,0 0 0,0 0 0,0 1 0,-1-1 0,1 0 0,0 0 0,-1 0 0,1 0 0,0 0 0,-1 0 0,0 1 0,-1 0 0,0 0 0,1-1 0,-1 1 0,0 0 0,0-1 0,0 1 0,0-1 0,0 0 0,-1 0 0,-2 1 0,-4 2 0,0-1 0,0-1 0,-1 0 0,-13 1 0,-74-1-1279,96-2 1193,-14 0-6740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1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57 151 24575,'-2'13'0,"1"-1"0,0 23 0,1-30 0,0 1 0,1-1 0,0 0 0,0 0 0,0 0 0,1 0 0,-1 0 0,1 0 0,4 6 0,-5-9 0,-1-1 0,1 0 0,0 0 0,0 0 0,0 0 0,0 0 0,0 0 0,0 0 0,0 0 0,0 0 0,0 0 0,1-1 0,-1 1 0,2 1 0,-2-2 0,-1 0 0,1 0 0,0 0 0,0 0 0,0 0 0,-1 0 0,1 0 0,0 0 0,0 0 0,-1 0 0,1 0 0,0 0 0,0-1 0,-1 1 0,1 0 0,0-1 0,0 1 0,-1 0 0,2-1 0,-1-1 0,0 1 0,1 0 0,-1-1 0,0 1 0,0 0 0,0-1 0,0 0 0,0 1 0,0-1 0,-1 1 0,1-1 0,-1 0 0,1 0 0,-1 1 0,1-1 0,-1 0 0,0 0 0,0 1 0,0-1 0,0-4 0,-1-1 0,-1 0 0,1 0 0,-1 0 0,-1 0 0,1 0 0,-1 1 0,-5-9 0,-4-4 0,-15-19 0,17 26 0,1-1 0,0-1 0,-12-24 0,21 37 0,-1 0 0,0 0 0,1-1 0,-1 1 0,1 0 0,0 0 0,-1-1 0,1 1 0,0 0 0,0 0 0,0-1 0,0 1 0,0 0 0,0-1 0,0 1 0,0 0 0,1-1 0,-1 1 0,0 0 0,1 0 0,-1 0 0,1-1 0,-1 1 0,1 0 0,0 0 0,0 0 0,-1 0 0,1 0 0,2-2 0,-2 2 0,1 0 0,0 0 0,0 0 0,0 1 0,0-1 0,0 0 0,0 1 0,0 0 0,0-1 0,0 1 0,0 0 0,0 0 0,1 0 0,-1 0 0,0 0 0,0 0 0,0 1 0,2 0 0,8 3-1365,-1-1-5461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1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24575,'-3'15'0,"0"8"0,2 2 0,2-1 0,3-1 0,3-5 0,1-4 0,1-3 0,0-6 0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1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24575,'8'-5'0,"4"1"0,1 3 0,-2 5 0,-3 4 0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2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24575,'2'10'0,"1"0"0,0-1 0,0 1 0,1-1 0,1 1 0,-1-1 0,9 10 0,-10-13 0,1-1 0,0 0 0,1 0 0,-1 0 0,1-1 0,0 0 0,0 0 0,1 0 0,-1 0 0,1-1 0,0 0 0,8 4 0,-10-6 0,-1 0 0,1 0 0,-1-1 0,1 1 0,0-1 0,-1 0 0,1 0 0,0 0 0,0 0 0,-1 0 0,1-1 0,0 0 0,-1 0 0,1 0 0,-1 0 0,1 0 0,-1-1 0,0 0 0,1 1 0,-1-1 0,0-1 0,0 1 0,0 0 0,-1-1 0,1 1 0,0-1 0,-1 0 0,0 0 0,1 0 0,-1 0 0,-1 0 0,1 0 0,0-1 0,-1 1 0,1 0 0,-1-1 0,0 0 0,0 1 0,0-6 0,0-44 0,-1 53 0,0 0 0,0 0 0,0 0 0,0-1 0,0 1 0,0 0 0,0 0 0,0 0 0,0-1 0,0 1 0,0 0 0,0 0 0,0 0 0,0-1 0,1 1 0,-1 0 0,0 0 0,0 0 0,0 0 0,0 0 0,0-1 0,0 1 0,1 0 0,-1 0 0,0 0 0,0 0 0,0 0 0,0 0 0,1 0 0,-1-1 0,0 1 0,0 0 0,0 0 0,1 0 0,7 3 0,9 13 0,-13-12 0,0-1 0,3 4 0,2 1 0,-1-2 0,14 9 0,-19-13 0,0-1 0,0 0 0,0 1 0,0-1 0,0 0 0,0-1 0,0 1 0,0 0 0,1-1 0,-1 0 0,0 0 0,0 0 0,0 0 0,1 0 0,-1-1 0,4 0 0,-1-1 0,-1 1 0,0-1 0,1 2 0,-1-1 0,1 1 0,0-1 0,-1 1 0,1 1 0,-1-1 0,11 3 0,10 1 0,0-1 0,0-1 0,1-2 0,31-3 0,-46 2 0,0-1 0,0 0 0,-1-1 0,1 0 0,-1-1 0,0 0 0,0-1 0,0 0 0,0-1 0,9-7 0,-2 0 0,0-1 0,-1-1 0,-1 0 0,21-25 0,-35 37 0,0 0 0,0 0 0,0 0 0,0-1 0,0 1 0,-1 0 0,1-1 0,-1 1 0,0-1 0,0 0 0,0 1 0,-1-1 0,1 0 0,-1 0 0,0-6 0,0 8 0,0 0 0,-1 0 0,1 0 0,-1 0 0,1 0 0,-1 1 0,0-1 0,0 0 0,0 0 0,0 0 0,0 1 0,0-1 0,0 1 0,0-1 0,-1 1 0,1-1 0,-1 1 0,1 0 0,-1 0 0,1-1 0,-1 1 0,0 0 0,1 0 0,-1 1 0,0-1 0,0 0 0,0 1 0,0-1 0,0 1 0,0-1 0,-2 1 0,1 0 0,1 0 0,-1 0 0,0 0 0,1 0 0,-1 0 0,1 0 0,-1 1 0,0 0 0,1-1 0,-1 1 0,1 0 0,-1 0 0,1 1 0,-3 1 0,1-1 0,0 1 0,0 0 0,1 1 0,0-1 0,-1 1 0,1-1 0,-4 7 0,2-2 0,1 0 0,0 1 0,0-1 0,0 1 0,1 0 0,1 0 0,-4 15 0,6-19 0,-1 1 0,1-1 0,0 1 0,0-1 0,1 1 0,0-1 0,0 1 0,0-1 0,0 0 0,1 1 0,0-1 0,0 0 0,0 0 0,1 0 0,0-1 0,0 1 0,0 0 0,0-1 0,5 5 0,-3-5 0,0 1 0,1-1 0,-1 1 0,1-1 0,0-1 0,0 1 0,0-1 0,0 0 0,1-1 0,-1 0 0,1 0 0,0 0 0,-1-1 0,13 2 0,3-2 60,22-1 0,-37 0-225,-1-1 0,0 0 0,1 0 0,-1 0 0,0-1 0,0 0 0,0 0 0,7-4 0,-5 1-6661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4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24575,'-12'13'0,"-5"6"0,1 3 0,3 0 0,4-2 0,3-1 0,3-1 0,2-4-8191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5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19 24575,'-10'-3'0,"-6"-1"0,-1 0 0,1 1 0,-32-2 0,44 5 0,0 0 0,0 0 0,0 1 0,0-1 0,0 1 0,1 0 0,-1 0 0,0 0 0,1 0 0,-1 1 0,1-1 0,-1 1 0,1 0 0,0 0 0,-1 0 0,1 1 0,0-1 0,1 1 0,-1 0 0,0-1 0,1 1 0,-4 6 0,2-1 0,0 0 0,1 1 0,0-1 0,1 1 0,-1-1 0,2 1 0,-1 0 0,1 0 0,1 0 0,0 0 0,0 0 0,0 0 0,3 13 0,4 13 0,1-1 0,14 35 0,-18-57 0,61 178 0,17-7 0,-73-166-1365,-3-3-5461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5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271 113 24575,'-30'-15'0,"-15"-8"0,-2 1 0,4 3 0,7 3 0,7 4 0,8 7 0,9 6 0,5 6 0,7 1 0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5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150 197 24575,'-4'-10'0,"-1"1"0,0 0 0,-1 1 0,-7-10 0,10 14 0,0 1 0,-1 0 0,1 0 0,-1 1 0,0-1 0,0 1 0,0 0 0,0 0 0,0 0 0,0 0 0,0 1 0,-5-2 0,6 2 0,-1 0 0,1 1 0,0 0 0,0-1 0,0 1 0,0 0 0,-1 0 0,1 0 0,0 1 0,0-1 0,0 1 0,-4 1 0,6-1 0,0-1 0,0 1 0,0 0 0,0-1 0,0 1 0,0 0 0,0 0 0,0 0 0,0 0 0,0 0 0,0 0 0,1 0 0,-1 0 0,0 0 0,1 0 0,-1 0 0,1 0 0,-1 0 0,1 1 0,0-1 0,-1 0 0,1 0 0,0 1 0,0-1 0,0 0 0,0 0 0,0 1 0,0-1 0,0 0 0,1 0 0,-1 1 0,0-1 0,1 2 0,1 2 0,0-1 0,0 1 0,0 0 0,1-1 0,-1 0 0,1 1 0,0-1 0,0 0 0,1-1 0,-1 1 0,1-1 0,0 1 0,0-1 0,0 0 0,0 0 0,6 2 0,-4-1 0,1-1 0,-1 0 0,1 0 0,0 0 0,0-1 0,0 0 0,0-1 0,1 0 0,-1 0 0,13 0 0,-18-1 0,-1 0 0,1 0 0,0 0 0,0 0 0,-1 0 0,1-1 0,0 1 0,0-1 0,-1 1 0,1-1 0,-1 0 0,1 1 0,0-1 0,-1 0 0,1 0 0,-1 0 0,0 0 0,1-1 0,-1 1 0,0 0 0,0 0 0,0-1 0,0 1 0,0-1 0,0 1 0,0-1 0,0 1 0,0-1 0,-1 0 0,1 1 0,-1-1 0,1 0 0,-1 1 0,0-1 0,0 0 0,0 0 0,0 1 0,0-1 0,0 0 0,0 0 0,0 0 0,-1-1 0,-1-7 0,-1 0 0,0 0 0,0 0 0,-1 0 0,-9-16 0,9 18 0,-1-3 0,-1-1 0,-1 1 0,0 0 0,0 0 0,-1 1 0,-1 0 0,-15-15 0,15 20-1365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6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169 296 24575,'-34'-23'0,"-31"-25"0,55 41 0,2-1 0,-1 0 0,1-1 0,-12-16 0,18 21 0,0 0 0,0 1 0,1-1 0,-1 0 0,1 0 0,0 0 0,0 0 0,0-1 0,0 1 0,1 0 0,-1 0 0,1 0 0,0-1 0,1 1 0,-1 0 0,1 0 0,1-7 0,0 6 0,0 0 0,-1 0 0,2 0 0,-1 0 0,1 0 0,-1 0 0,1 1 0,0-1 0,1 1 0,-1 0 0,1 0 0,0 0 0,5-3 0,-5 4-72,-1 1 1,1-1-1,0 1 0,1 0 0,-1 1 0,0-1 0,0 1 0,1-1 1,-1 1-1,1 1 0,-1-1 0,1 0 0,-1 1 0,1 0 0,0 0 1,-1 1-1,1-1 0,7 3 0,1 1-6754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6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93 298 24575,'10'-32'0,"10"-49"0,-18 71 0,0-1 0,-1 1 0,-1-1 0,0 1 0,0-1 0,-1 1 0,0-1 0,-6-19 0,5 25 0,0-1 0,0 1 0,-1 0 0,0 0 0,0 1 0,0-1 0,-1 0 0,1 1 0,-9-8 0,10 11 0,1-1 0,-1 1 0,0 0 0,1 0 0,-1 0 0,0 0 0,1 0 0,-1 0 0,0 0 0,0 0 0,0 1 0,0-1 0,0 1 0,0-1 0,0 1 0,0 0 0,0 0 0,0 0 0,0 0 0,0 0 0,0 0 0,0 1 0,0-1 0,0 1 0,0-1 0,0 1 0,0 0 0,0-1 0,1 1 0,-3 2 0,2-2 0,0 1 0,0 0 0,1 0 0,-1 0 0,0 1 0,1-1 0,0 0 0,-1 1 0,1-1 0,0 0 0,0 1 0,0-1 0,1 1 0,-1 0 0,1-1 0,-1 1 0,1 0 0,0 2 0,0 7 0,0 0 0,3 19 0,-1-18 0,1 0 0,0 0 0,1 0 0,0-1 0,1 1 0,1-1 0,0 0 0,0 0 0,1-1 0,1 0 0,0 0 0,0-1 0,1 0 0,0 0 0,1-1 0,0 0 0,0-1 0,1 0 0,0-1 0,1 0 0,0-1 0,14 6 0,-19-9-107,-1 0-19,0-1 1,0 0-1,0 0 0,1-1 0,-1 1 0,1-1 0,-1-1 1,1 1-1,6-1 0,0-3-6700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7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24575,'33'10'0,"15"5"0,8 7 0,1 0 0,-1 0 0,-5-1 0,-6-2 0,-6-2 0,-5-1 0,-3-1 0,-3-3 0,-6-3 0,-5-1 0,-3-2 0,-5-2-8191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7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24575,'-15'20'0,"-8"9"0,1 3 0,3-3 0,3-5 0,4-5 0,2-3 0,2-1 0,0-2 0,2-2-8191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7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68 24575,'-19'-10'0,"0"-1"0,0 1 0,0 0 0,-1 2 0,-28-8 0,45 15 0,0 0 0,0 1 0,0 0 0,-1-1 0,1 1 0,0 0 0,0 0 0,0 1 0,-1-1 0,1 1 0,0 0 0,0-1 0,-5 4 0,6-4 0,1 1 0,-1 0 0,1 0 0,0 0 0,0 0 0,0 0 0,0 1 0,-1-1 0,2 0 0,-1 0 0,0 1 0,0-1 0,0 1 0,0-1 0,1 0 0,-1 1 0,1-1 0,-1 1 0,1 0 0,0-1 0,0 1 0,-1-1 0,1 1 0,0 0 0,0-1 0,0 1 0,1-1 0,0 4 0,1 3 0,0 1 0,1-1 0,0 0 0,0 0 0,1 0 0,0-1 0,1 1 0,10 13 0,0-4 0,0 0 0,21 18 0,-29-30 0,0 1 0,0-2 0,0 1 0,0-1 0,1 0 0,0 0 0,11 3 0,-13-5 0,-1-1 0,0 1 0,1-1 0,0-1 0,-1 1 0,1-1 0,-1 0 0,1 0 0,-1 0 0,1-1 0,0 0 0,6-2 0,-10 3 0,0-1 0,-1 0 0,1 0 0,-1 0 0,1 0 0,-1 0 0,1 0 0,-1 0 0,0 0 0,1 0 0,-1-1 0,0 1 0,0-1 0,0 1 0,2-3 0,-2 0 0,1 1 0,-1-1 0,0 1 0,0-1 0,0 1 0,-1-1 0,1-5 0,-1-1 0,0 1 0,-1-1 0,0 0 0,0 1 0,-4-11 0,-5-10 0,9 28 0,1 1 0,-1 0 0,1-1 0,-1 1 0,0 0 0,0 0 0,1-1 0,-1 1 0,0 0 0,0 0 0,0 0 0,0 0 0,-1 0 0,1 0 0,0 0 0,0 1 0,0-1 0,-3-1 0,4 2 0,-1 0 0,1 0 0,0 0 0,-1 1 0,1-1 0,0 0 0,-1 0 0,1 0 0,0 0 0,-1 1 0,1-1 0,0 0 0,0 0 0,-1 0 0,1 1 0,0-1 0,0 0 0,0 1 0,-1-1 0,1 0 0,0 0 0,0 1 0,0-1 0,0 0 0,0 1 0,0-1 0,-1 0 0,1 1 0,0-1 0,0 0 0,0 1 0,0-1 0,0 0 0,0 1 0,0-1 0,0 0 0,1 1 0,-1-1 0,0 0 0,0 1 0,0 0 0,4 15 0,-4-16 0,5 14-124,0-1 0,2 0 0,-1 0 0,1 0 0,1-1 0,0 0-1,1-1 1,0 0 0,1 0 0,21 18 0,-22-23-6702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24575,'5'3'0,"1"1"0,0 1 0,-1-1 0,0 1 0,0 0 0,-1 0 0,8 10 0,7 8 0,-13-16 0,0-1 0,1 1 0,0-1 0,1-1 0,-1 1 0,1-1 0,0-1 0,9 5 0,-16-9 0,-1 0 0,1 1 0,-1-1 0,1 0 0,0 0 0,-1 0 0,1 0 0,-1 1 0,1-1 0,-1 0 0,1 0 0,0 0 0,-1 0 0,1-1 0,-1 1 0,1 0 0,0 0 0,-1 0 0,1 0 0,-1-1 0,1 1 0,-1 0 0,1 0 0,-1-1 0,1 1 0,-1 0 0,1-1 0,0 0 0,0 0 0,-1 0 0,1-1 0,0 1 0,-1 0 0,1-1 0,-1 1 0,1-1 0,-1 1 0,1-1 0,-1 1 0,0-2 0,0-4 0,0 0 0,0 1 0,0-1 0,-3-8 0,-6-16 0,6 22 0,1 0 0,-4-16 0,6 25 0,0 0 0,0 0 0,0 0 0,0 0 0,0 0 0,0 0 0,0-1 0,0 1 0,0 0 0,0 0 0,0 0 0,0 0 0,0 0 0,0-1 0,0 1 0,0 0 0,0 0 0,0 0 0,0 0 0,0 0 0,0-1 0,0 1 0,0 0 0,0 0 0,0 0 0,1 0 0,-1 0 0,0 0 0,0 0 0,0-1 0,0 1 0,0 0 0,0 0 0,0 0 0,1 0 0,-1 0 0,0 0 0,0 0 0,0 0 0,0 0 0,0 0 0,0 0 0,1 0 0,-1 0 0,0 0 0,8 4 0,12 14 0,-17-14 0,12 10 0,1 0 0,22 14 0,-30-23 0,-1 0 0,1-1 0,0 0 0,1 0 0,-1-1 0,1 0 0,16 3 0,-24-6 0,1 0 0,0 1 0,0-1 0,0 0 0,0 0 0,0 0 0,0 0 0,0-1 0,0 1 0,0 0 0,0-1 0,-1 1 0,1-1 0,0 0 0,0 0 0,0 0 0,-1 0 0,1 0 0,-1 0 0,1 0 0,0 0 0,-1 0 0,0-1 0,1 1 0,-1-1 0,0 1 0,0-1 0,0 0 0,0 1 0,0-1 0,0 0 0,0 1 0,-1-1 0,1 0 0,-1 0 0,1-3 0,1-3 0,-2 1 0,1 0 0,-1 0 0,0-1 0,-1 1 0,1 0 0,-1 0 0,-3-10 0,2 8 0,3 7 0,9 12 0,9 20 0,1 1-1365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9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75 222 24575,'87'159'0,"-74"-131"0,-1 1 0,-2-1 0,14 59 0,-22-67 0,-2-20 0,0 0 0,0 0 0,0 0 0,0 0 0,-1 0 0,1 0 0,0 0 0,0 0 0,0 1 0,0-1 0,0 0 0,0 0 0,0 0 0,0 0 0,0 0 0,0 0 0,0 0 0,0 0 0,0 0 0,0 0 0,0 0 0,0 0 0,0 0 0,0 0 0,-1 0 0,1 0 0,0 0 0,0 0 0,0 1 0,0-1 0,0 0 0,0 0 0,0 0 0,0 0 0,0 0 0,0 0 0,0 0 0,0 0 0,-1 0 0,1 0 0,0-1 0,0 1 0,0 0 0,0 0 0,0 0 0,0 0 0,0 0 0,0 0 0,0 0 0,0 0 0,0 0 0,0 0 0,0 0 0,-1 0 0,-6-9 0,-58-79 0,-17-26 0,71 97 0,1-1 0,1 0 0,1-1 0,-11-34 0,17 45 0,0-1 0,0 0 0,1 0 0,1 0 0,-1 0 0,2 0 0,-1 0 0,1 0 0,0 0 0,1 0 0,0 1 0,1-1 0,0 0 0,0 1 0,1 0 0,-1 0 0,2 0 0,-1 0 0,1 1 0,1-1 0,-1 1 0,1 0 0,0 1 0,1 0 0,0 0 0,7-6 0,-10 10 0,-1 0 0,0 0 0,1 1 0,-1-1 0,1 1 0,0 0 0,-1 0 0,1 0 0,0 0 0,0 1 0,0-1 0,0 1 0,-1 0 0,1 0 0,0 1 0,0-1 0,0 1 0,0-1 0,-1 1 0,1 1 0,0-1 0,-1 0 0,1 1 0,5 3 0,-6-3 0,-1 0 0,1-1 0,-1 1 0,0 1 0,0-1 0,0 0 0,0 0 0,0 1 0,0-1 0,0 1 0,-1 0 0,0 0 0,1-1 0,-1 1 0,0 0 0,0 0 0,0 0 0,-1 0 0,1 0 0,-1 0 0,0 0 0,0 0 0,0 0 0,0 1 0,0-1 0,-1 0 0,1 0 0,-1 0 0,0 0 0,0 0 0,-1 3 0,-1 1-124,-1-1 0,1 0 0,-1 0 0,0-1 0,-1 1 0,1-1-1,-1 0 1,0 0 0,-1-1 0,-7 7 0,-3 0-6702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9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177 595 24575,'-6'-60'0,"-3"1"0,-22-78 0,-54-108 0,77 225 0,-20-44 0,28 63 0,-1 1 0,1-1 0,0 1 0,0-1 0,0 0 0,-1 1 0,1-1 0,0 1 0,-1 0 0,1-1 0,-1 1 0,1-1 0,0 1 0,-1 0 0,1-1 0,-1 1 0,1 0 0,-2-1 0,1 9 0,4 18 0,15 120 0,-7-46 0,-9-82 0,2 1 0,0-1 0,1-1 0,1 1 0,1-1 0,0 0 0,11 18 0,-12-25 0,0-1 0,1 1 0,0-1 0,1 0 0,0-1 0,0 1 0,1-2 0,0 1 0,0-1 0,1-1 0,0 1 0,14 5 0,-17-9 0,0 0 0,0-1 0,0 0 0,0-1 0,1 1 0,-1-1 0,0-1 0,1 1 0,-1-1 0,0-1 0,1 1 0,-1-1 0,0-1 0,0 1 0,0-1 0,0 0 0,0-1 0,0 0 0,0 0 0,-1 0 0,1-1 0,-1 0 0,0 0 0,0 0 0,-1-1 0,1 0 0,-1 0 0,0-1 0,0 1 0,-1-1 0,0 0 0,0 0 0,0-1 0,-1 1 0,0-1 0,0 0 0,0 0 0,-1 0 0,0 0 0,1-9 0,-2 9 0,-1 1 0,1 0 0,-2-1 0,1 1 0,0-1 0,-1 1 0,-1-1 0,1 1 0,-5-12 0,5 16 0,1 0 0,-1 0 0,0 1 0,0-1 0,0 0 0,0 0 0,0 1 0,0-1 0,0 1 0,-1-1 0,1 1 0,0-1 0,-1 1 0,0 0 0,1 0 0,-1 0 0,0 0 0,1 0 0,-1 0 0,0 0 0,0 1 0,0-1 0,0 0 0,1 1 0,-1 0 0,0-1 0,0 1 0,0 0 0,0 0 0,0 0 0,0 0 0,0 1 0,0-1 0,0 0 0,0 1 0,-3 0 0,3 0 0,0 0 0,1 0 0,-1 0 0,0 0 0,0 0 0,1 0 0,-1 0 0,0 1 0,1-1 0,-1 0 0,1 1 0,0 0 0,-1-1 0,1 1 0,0 0 0,0-1 0,0 1 0,0 0 0,0 0 0,1 0 0,-1 0 0,1 0 0,-1 0 0,1 0 0,-1 0 0,1 0 0,0 0 0,0 0 0,0 0 0,0 0 0,1 0 0,0 4 0,1 4 0,0-1 0,1 1 0,0-1 0,1 0 0,7 13 0,-6-11 0,2-1 0,-1 1 0,1-1 0,1-1 0,0 1 0,17 15 0,-19-20 0,-1-1 0,1 0 0,0 0 0,0-1 0,0 0 0,0 0 0,0 0 0,1-1 0,-1 0 0,1 0 0,0 0 0,0-1 0,11 1 0,-3-2-1365,-3-1-5461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6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24575,'5'12'0,"0"-1"0,1 0 0,0 0 0,0 0 0,2 0 0,-1-1 0,1 0 0,1-1 0,-1 0 0,2 0 0,-1-1 0,1 0 0,13 7 0,-18-12 0,-1-1 0,1 1 0,1-1 0,-1-1 0,0 1 0,0-1 0,1 1 0,10 0 0,-14-2 0,-1 0 0,1 0 0,0 0 0,0 0 0,-1 0 0,1-1 0,0 1 0,-1-1 0,1 1 0,0-1 0,-1 1 0,1-1 0,-1 0 0,1 0 0,-1 1 0,1-1 0,-1 0 0,1 0 0,-1-1 0,0 1 0,0 0 0,0 0 0,1-1 0,-1 1 0,0-1 0,-1 1 0,1-1 0,0 1 0,0-1 0,-1 1 0,2-4 0,-1-4 0,0 0 0,0 0 0,-1 0 0,0 0 0,-1 0 0,1 0 0,-2 0 0,1 0 0,-1 1 0,-6-15 0,15 36 0,1 1 0,0-2 0,1 1 0,0-1 0,1-1 0,0 0 0,1 0 0,22 17 0,20 6-1365,-39-27-5461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6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11 24575,'-4'-1'0,"-34"-7"0,36 7 0,0 1 0,-1 0 0,1 0 0,0 0 0,-1 0 0,1 0 0,0 0 0,-1 1 0,1-1 0,0 1 0,0-1 0,-1 1 0,-2 2 0,4-3 0,1 1 0,-1 0 0,0 0 0,1-1 0,-1 1 0,0 0 0,1 0 0,-1 0 0,1 0 0,0 0 0,-1-1 0,1 1 0,0 0 0,-1 0 0,1 0 0,0 0 0,0 0 0,0 0 0,0 0 0,0 0 0,0 0 0,0 0 0,0 0 0,0 0 0,0 0 0,1 0 0,-1 0 0,0 0 0,1 0 0,-1 0 0,1 0 0,-1 0 0,2 1 0,1 4 0,1 0 0,0-1 0,7 9 0,28 27 0,3-1 0,49 36 0,-10-9 0,-73-61 0,11 12 0,-18-17 0,0-1 0,0 2 0,0-1 0,0 0 0,0 0 0,-1 0 0,1 0 0,-1 0 0,1 1 0,-1-1 0,1 0 0,-1 0 0,1 1 0,-1 2 0,0-4 0,0 1 0,0 0 0,0-1 0,-1 1 0,1-1 0,0 1 0,0 0 0,-1-1 0,1 1 0,0-1 0,-1 1 0,1-1 0,-1 1 0,1-1 0,0 1 0,-1-1 0,1 0 0,-1 1 0,1-1 0,-1 1 0,0-1 0,1 0 0,-1 0 0,1 1 0,-1-1 0,0 0 0,1 0 0,-1 0 0,0 1 0,-22 1 0,21-2 0,-14 0-114,-1 0 1,1-1-1,0-1 0,0 0 0,0-1 1,0-1-1,0-1 0,1 0 0,0-1 1,0 0-1,-15-10 0,21 11-6712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24575,'10'15'0,"6"5"0,0 1 0,0-2 0,-3-5-8191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7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7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24575,'5'6'0,"-3"-4"0,0 0 0,0 0 0,0 0 0,0 0 0,0-1 0,4 3 0,-5-3 0,-1-1 0,1 0 0,0 0 0,0 1 0,0-1 0,0 0 0,0 0 0,0 0 0,0 0 0,0 0 0,0 0 0,0 0 0,0 0 0,0-1 0,0 1 0,0 0 0,0 0 0,0-1 0,-1 1 0,1-1 0,0 1 0,0-1 0,1 0 0,20-17 0,-20 16 0,1-1 0,-1 1 0,1 0 0,0-1 0,0 1 0,-1 0 0,1 1 0,1-1 0,-1 1 0,0-1 0,0 1 0,1 0 0,-1 0 0,0 0 0,1 1 0,-1-1 0,1 1 0,5 0 0,-1 1 14,-1 1-1,0-1 0,0 2 0,0-1 1,0 1-1,0 0 0,0 1 1,7 5-1,49 37-1498,-51-35-5341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8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24575,'-5'0'0,"0"0"0,0 0 0,0 1 0,1-1 0,-1 1 0,0 1 0,0-1 0,1 1 0,-1-1 0,1 2 0,-7 2 0,9-3 0,-1 0 0,1 0 0,0 0 0,0 0 0,0 0 0,1 0 0,-1 0 0,0 0 0,1 1 0,0-1 0,-1 1 0,1-1 0,0 1 0,0-1 0,0 1 0,1 0 0,-1 0 0,1-1 0,-1 1 0,1 0 0,0 4 0,1 3 0,0 1 0,1-1 0,0 0 0,1 0 0,0 0 0,0-1 0,1 1 0,0-1 0,1 0 0,0 0 0,0 0 0,9 10 0,-13-18 0,0 0 0,-1 0 0,1 0 0,0 0 0,0-1 0,0 1 0,0 0 0,0 0 0,0-1 0,0 1 0,0 0 0,0-1 0,1 1 0,-1-1 0,0 0 0,0 1 0,0-1 0,1 0 0,1 1 0,-2-2 0,0 1 0,0 0 0,0-1 0,0 1 0,0 0 0,0-1 0,0 1 0,0-1 0,0 0 0,-1 1 0,1-1 0,0 0 0,0 1 0,-1-1 0,1 0 0,0 0 0,-1 0 0,2-1 0,1-4 0,0 0 0,0-1 0,-1 0 0,0 1 0,2-10 0,0-6 0,3-41 0,-5 37 0,-2 25 0,0 0 0,0 0 0,0 0 0,0 0 0,0 0 0,1 0 0,-1 0 0,0 0 0,0 0 0,1 0 0,-1 1 0,2-3 0,-2 3 0,0 0 0,0 0 0,1 0 0,-1 0 0,0 0 0,0 0 0,0 0 0,1-1 0,-1 1 0,0 0 0,0 0 0,0 0 0,1 0 0,-1 0 0,0 0 0,0 0 0,0 0 0,1 1 0,-1-1 0,0 0 0,0 0 0,0 0 0,0 0 0,1 0 0,-1 0 0,0 0 0,0 0 0,0 0 0,0 1 0,1-1 0,-1 0 0,0 0 0,0 0 0,0 0 0,0 1 0,3 1 0,-1 1 0,-1 0 0,1 0 0,0 0 0,2 6 0,21 63 0,23 110 0,-31-110 0,11 89 0,-28-157 0,1 0 0,-1 0 0,0 0 0,0 0 0,0 0 0,0 0 0,-1 0 0,1 0 0,-1 0 0,0 0 0,-3 6 0,3-8 0,0 0 0,0-1 0,0 1 0,-1-1 0,1 1 0,0-1 0,-1 0 0,1 1 0,-1-1 0,0 0 0,1 0 0,-1 0 0,0 0 0,1-1 0,-1 1 0,0 0 0,0-1 0,0 1 0,0-1 0,0 1 0,0-1 0,0 0 0,0 0 0,1 0 0,-1 0 0,-2-1 0,-6 0 0,0-1 0,0 0 0,1 0 0,-1-1 0,1-1 0,0 0 0,0 0 0,0 0 0,0-1 0,1-1 0,0 0 0,0 0 0,0 0 0,1-1 0,0 0 0,-8-10 0,14 16 6,0 0-1,1 0 1,-1 0-1,0-1 0,1 1 1,-1 0-1,1 0 1,0-1-1,-1 1 1,1 0-1,0-1 1,0 1-1,0 0 0,0-1 1,0 1-1,0 0 1,0-1-1,0 1 1,0-1-1,1 1 1,-1-2-1,1 1-119,0 0 0,1 0-1,-1 0 1,0 0 0,1 1 0,-1-1-1,0 0 1,1 1 0,0-1 0,-1 1-1,1 0 1,2-2 0,8-4-6712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2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24575,'0'-2'0,"0"3"0,0 13 0,3 22 0,4-10 0,1-1 0,1-1 0,25 46 0,49 68 0,-52-89 0,-17-28-87,-9-14-96,1 1 1,-2 0-1,1 0 1,-1 0-1,0 0 1,4 15-1,-7-14-6643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25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78 24575,'-33'-13'0,"-13"-4"0,-4 1 0,4 4 0,8 2 0,7 5 0,7 2 0,5 2 0,2 3 0,3 2 0,3 2 0,1 1 0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26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24575,'7'29'0,"1"-1"0,1 0 0,22 46 0,-4-11 0,-19-43 0,50 118 0,-46-115 0,0-1 0,1 0 0,30 36 0,-42-57 0,-1 0 0,1 0 0,0 0 0,0 0 0,-1-1 0,1 1 0,0 0 0,0 0 0,0-1 0,0 1 0,0-1 0,0 1 0,0-1 0,1 1 0,-1-1 0,-1 0 0,0 0 0,1 0 0,-1 0 0,0 0 0,0 0 0,1 0 0,-1-1 0,0 1 0,0 0 0,1 0 0,-1 0 0,0 0 0,0-1 0,1 1 0,-1 0 0,0 0 0,0 0 0,0-1 0,1 1 0,-1 0 0,0 0 0,0-1 0,0 1 0,0 0 0,0-1 0,0 1 0,1 0 0,-1 0 0,0-1 0,0 0 0,0-3 0,1 0 0,-1 0 0,0 0 0,-1 0 0,0-7 0,1 10 0,0 0 0,-1-1 0,1 1 0,0 0 0,0 0 0,0-1 0,0 1 0,0 0 0,0-1 0,1 1 0,-1 0 0,0-1 0,1 1 0,-1 0 0,0 0 0,1-1 0,0 1 0,1-2 0,-2 3 0,1-1 0,0 0 0,0 1 0,0 0 0,-1-1 0,1 1 0,0-1 0,0 1 0,0 0 0,0 0 0,0-1 0,0 1 0,0 0 0,0 0 0,0 0 0,0 0 0,0 0 0,0 0 0,1 1 0,6 1 0,-1 0 0,0 0 0,0 1 0,14 7 0,-17-7 0,21 9 0,1 0 0,1-2 0,29 8 0,-44-15 0,1 0 0,-1-1 0,1 0 0,0-1 0,0-1 0,0 0 0,0 0 0,-1-1 0,15-4 0,-22 4 0,-1 0 0,0 0 0,0-1 0,0 1 0,0-1 0,-1 0 0,1 0 0,0-1 0,-1 1 0,1-1 0,-1 0 0,0 1 0,0-2 0,0 1 0,0 0 0,-1 0 0,1-1 0,-1 0 0,0 1 0,0-1 0,2-4 0,-2 1 0,0 1 0,-1 0 0,0-1 0,0 1 0,-1-1 0,1 0 0,-1 1 0,-1-1 0,1 1 0,-1-1 0,0 1 0,-1-1 0,-2-6 0,0 2 0,0 1 0,-1 0 0,0 0 0,0 0 0,-2 1 0,1 0 0,-9-10 0,0 2 0,-2 0 0,-24-19 0,40 35 0,0 1 0,0-1 0,0 0 0,0 0 0,0 0 0,0 1 0,0-1 0,0 0 0,0 1 0,-1-1 0,1 1 0,0 0 0,0-1 0,-1 1 0,1 0 0,0 0 0,0-1 0,-1 1 0,1 0 0,0 0 0,0 1 0,-1-1 0,1 0 0,-3 1 0,3 0 0,0 0 0,0 0 0,0 0 0,0 0 0,0 0 0,1 0 0,-1 0 0,0 1 0,1-1 0,-1 0 0,0 1 0,1-1 0,0 0 0,-1 1 0,1-1 0,0 0 0,-1 1 0,1-1 0,0 1 0,0-1 0,0 1 0,1 1 0,0 11 0,1 0 0,0 0 0,1-1 0,0 1 0,1-1 0,1 0 0,0 0 0,11 19 0,-2-8 0,1 0 0,1-1 0,24 27 0,-29-39 0,0 1 0,0-2 0,17 13 0,-23-19 0,0-1 0,0 0 0,0 0 0,0-1 0,0 1 0,1-1 0,-1 0 0,1-1 0,-1 1 0,1-1 0,0 0 0,7 0 0,-10-1 8,-1 0-1,1-1 1,0 1-1,-1-1 1,1 0-1,0 0 1,-1 0-1,1 0 1,-1 0-1,1 0 1,-1 0-1,0-1 1,0 0-1,0 1 1,3-4-1,-2 2-172,0 0 0,0-1 0,0 0 0,0 1 0,-1-1 0,0 0 0,0 0 0,2-6 0,1-3-6661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2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24575,'0'4'0,"1"0"0,-1 1 0,1-1 0,0 0 0,0 0 0,1 0 0,-1 0 0,1-1 0,0 1 0,0 0 0,0-1 0,1 1 0,-1-1 0,5 6 0,0-2 0,1 0 0,0 0 0,0 0 0,16 9 0,-22-15 0,1 1 0,-1-1 0,1 0 0,-1 0 0,1 0 0,0 0 0,-1 0 0,1-1 0,0 1 0,0-1 0,-1 0 0,1 1 0,0-1 0,0-1 0,0 1 0,-1 0 0,1-1 0,0 1 0,0-1 0,-1 0 0,5-2 0,-3 1 0,-1 0 0,0 0 0,0 0 0,0 0 0,-1-1 0,1 1 0,0-1 0,-1 0 0,0 0 0,0 0 0,0 0 0,0 0 0,0 0 0,0 0 0,-1-1 0,2-3 0,16-68 0,-19 74 0,0 0 0,0 1 0,0-1 0,1 0 0,-1 1 0,0-1 0,0 1 0,1-1 0,-1 0 0,1 1 0,-1-1 0,1 1 0,-1-1 0,1 1 0,-1-1 0,1 1 0,-1-1 0,1 1 0,-1 0 0,1-1 0,0 1 0,-1 0 0,1-1 0,0 1 0,-1 0 0,1 0 0,0 0 0,-1 0 0,1 0 0,0 0 0,0 0 0,-1 0 0,1 0 0,0 0 0,-1 0 0,1 0 0,0 0 0,0 1 0,5 0 0,-1 1 0,0 0 0,0 0 0,5 4 0,-3-3 0,75 41 0,43 20 0,-83-47-24,45 20-1317,-76-31-5485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0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24575,'49'137'0,"-49"-136"0,1 0 0,-1 0 0,0 0 0,0 0 0,1-1 0,-1 1 0,1 0 0,-1 0 0,1 0 0,-1-1 0,1 1 0,-1 0 0,1-1 0,0 1 0,-1 0 0,1-1 0,0 1 0,-1-1 0,3 2 0,-3-3 0,1 1 0,-1 0 0,0 0 0,1 0 0,-1-1 0,1 1 0,-1 0 0,1-1 0,-1 1 0,0 0 0,1-1 0,-1 1 0,0-1 0,1 1 0,-1 0 0,0-1 0,0 1 0,0-1 0,1 1 0,-1-1 0,0 1 0,0-1 0,0 1 0,0-1 0,2-6 0,0 0 0,-1 0 0,1-10 0,-3-34 0,1-19 0,0 69 0,0 0 0,0 0 0,0 0 0,0 0 0,1 0 0,-1 0 0,0 0 0,0 0 0,1 0 0,-1 0 0,1 0 0,-1 0 0,0 0 0,1 0 0,0 0 0,-1 0 0,1 1 0,0-1 0,-1 0 0,1 0 0,0 1 0,1-1 0,-1 0 0,0 1 0,0 0 0,0-1 0,0 1 0,0 0 0,0 0 0,0 0 0,0 0 0,0 0 0,0 0 0,0 1 0,0-1 0,0 0 0,0 0 0,0 1 0,0-1 0,2 1 0,4 3 0,0 1 0,0-1 0,0 1 0,7 7 0,-12-10 0,125 129 0,-108-110 0,6 7-1365,-15-18-5461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0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82 117 24575,'-8'2'0,"0"1"0,0 0 0,1 0 0,-1 1 0,1 0 0,-10 6 0,16-9 0,0 0 0,-1 0 0,1 0 0,0 0 0,0 0 0,-1 1 0,1-1 0,0 0 0,0 0 0,0 1 0,1-1 0,-1 1 0,0-1 0,0 1 0,1-1 0,-1 1 0,1-1 0,-1 1 0,1-1 0,0 1 0,0 0 0,0-1 0,0 1 0,0 0 0,0-1 0,0 1 0,0 0 0,0-1 0,1 1 0,-1-1 0,1 1 0,-1-1 0,1 1 0,0-1 0,0 1 0,0-1 0,-1 1 0,3 1 0,4 5 0,0-1 0,0 1 0,1-2 0,0 1 0,0-1 0,12 8 0,2-3 0,34 16 0,-50-25 0,0 0 0,0 0 0,0 0 0,0-1 0,0 0 0,0 0 0,12-1 0,-16 0 0,0 0 0,0 0 0,0 0 0,0-1 0,0 1 0,0 0 0,0-1 0,0 0 0,-1 1 0,1-1 0,0 0 0,0 0 0,-1 0 0,1 0 0,-1-1 0,1 1 0,-1 0 0,1-1 0,-1 1 0,0 0 0,0-1 0,1 0 0,-1 1 0,0-1 0,0 0 0,-1 0 0,1 1 0,1-4 0,-1-2 0,0-1 0,0 1 0,-1 0 0,1-1 0,-2 1 0,1 0 0,-1-1 0,0 1 0,-1 0 0,1 0 0,-1 0 0,-1 0 0,1 0 0,-1 0 0,-1 0 0,-5-9 0,0 3 0,0 0 0,-1 1 0,0 0 0,0 1 0,-1-1 0,-23-16 0,22 20 0,1 0 0,-20-9 0,28 16 0,0-1 0,0 1 0,-1-1 0,1 1 0,-1 0 0,1 0 0,-1 1 0,0-1 0,1 1 0,-1 0 0,0 0 0,1 0 0,-1 0 0,-6 2 0,1 3-1365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1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12 24575,'-3'-1'0,"-22"-3"0,-29-2 0,47 5 0,1 1 0,0 0 0,0 1 0,0-1 0,0 1 0,0 0 0,0 1 0,1 0 0,-1 0 0,-9 4 0,13-5 0,0 1 0,0-1 0,0 0 0,0 1 0,1 0 0,-1-1 0,0 1 0,1 0 0,0 0 0,-1 0 0,1 0 0,0 0 0,0 0 0,0 0 0,-1 5 0,1-3 0,0 0 0,0 1 0,1-1 0,0 0 0,0 1 0,0-1 0,0 1 0,2 4 0,-1-2 0,1 0 0,0 1 0,0-2 0,1 1 0,0 0 0,0 0 0,0-1 0,1 0 0,0 0 0,6 7 0,-4-7 0,0 0 0,1-1 0,0 1 0,0-1 0,13 7 0,-15-10 0,-1 1 0,1-1 0,0-1 0,0 1 0,0-1 0,0 1 0,0-1 0,1-1 0,-1 1 0,10-1 0,-13 0 0,0 0 0,0-1 0,0 1 0,0 0 0,-1-1 0,1 0 0,0 1 0,0-1 0,0 0 0,0 0 0,-1 0 0,1 0 0,0 0 0,-1 0 0,1-1 0,-1 1 0,0 0 0,1-1 0,-1 1 0,2-3 0,-2 1 0,1 0 0,-1 0 0,0 0 0,0 0 0,-1-1 0,1 1 0,0 0 0,-1 0 0,0 0 0,0-1 0,0-4 0,-1-2 0,-1 0 0,0 1 0,0-1 0,-1 0 0,0 1 0,-1-1 0,-5-9 0,-2 3 0,6 12 0,4 13 0,3-1-8,0 0-1,0 0 0,1-1 0,0 1 1,0-1-1,1 1 0,6 9 1,3 5-1288,-6-8-5530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1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260 509 24575,'-21'-7'0,"-7"-4"0,-1 2 0,0 1 0,-1 2 0,-30-3 0,57 8 0,0 1 0,0 0 0,0 0 0,-1 0 0,1 1 0,0-1 0,0 1 0,1-1 0,-1 1 0,0 0 0,0 0 0,0 1 0,-4 2 0,5-3 0,1 0 0,0 1 0,-1-1 0,1 1 0,0-1 0,0 1 0,0 0 0,0-1 0,0 1 0,0 0 0,0 0 0,1 0 0,-1 0 0,1 0 0,-1-1 0,1 1 0,0 0 0,0 0 0,0 0 0,0 0 0,0 4 0,1 2 0,1 1 0,0-1 0,0 1 0,1-1 0,-1 0 0,2 0 0,-1 0 0,1-1 0,1 1 0,-1-1 0,11 13 0,-5-9 0,0 0 0,0-1 0,1 0 0,0-1 0,1 0 0,15 9 0,-21-15 0,0 0 0,0 0 0,0-1 0,0 0 0,0 0 0,0 0 0,1-1 0,-1 0 0,1 0 0,7 0 0,-11-1 0,0 0 0,0 0 0,0-1 0,-1 1 0,1-1 0,0 0 0,0 1 0,-1-1 0,1 0 0,-1-1 0,1 1 0,-1 0 0,1-1 0,-1 1 0,0-1 0,0 0 0,0 0 0,0 0 0,0 0 0,0 0 0,0 0 0,-1 0 0,1-1 0,-1 1 0,3-5 0,-1-3 0,0 0 0,0 0 0,-1 0 0,0-1 0,-1 1 0,0 0 0,-1-1 0,0 1 0,-2-19 0,-2 2 0,-2 0 0,-12-40 0,-8-1 0,-61-114 0,53 116 0,19 34 0,7 14 0,-2 0 0,-21-33 0,32 59 0,4 7 0,90 176 0,-43-92 0,83 208 0,-120-275-1365,-10-21-5461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2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47 24575,'-5'-3'0,"6"8"0,5 9 0,5 4 0,2 0 0,22 27 0,-17-24 0,-14-15 0,63 69 0,-58-66 0,0-1 0,1 0 0,0 0 0,1-1 0,21 11 0,-31-17 0,0-1 0,0 1 0,0-1 0,-1 1 0,1-1 0,0 0 0,0 0 0,0 1 0,0-1 0,0 0 0,1 0 0,-1 0 0,0 0 0,0 0 0,0 0 0,0 0 0,0 0 0,0 0 0,0-1 0,0 1 0,0 0 0,0-1 0,0 1 0,0-1 0,1 0 0,-1 0 0,0-1 0,0 1 0,0 0 0,0-1 0,0 1 0,-1-1 0,1 1 0,0-1 0,-1 0 0,1 1 0,-1-1 0,1 0 0,-1 1 0,0-3 0,1-7 0,-1 1 0,-1-1 0,-2-19 0,-1 3 0,-2-13 0,-2 0 0,-12-40 0,19 78-72,1 1 1,-1-1-1,0 0 0,0 1 0,1-1 0,-1 1 0,0-1 0,0 1 1,0-1-1,-1 1 0,1 0 0,0 0 0,-1-1 0,1 1 0,0 0 1,-1 0-1,1 0 0,-3-1 0,-6-1-6754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3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29 24575,'-4'4'0,"-1"0"0,1 0 0,0 0 0,0 0 0,1 1 0,-1 0 0,1 0 0,0 0 0,0 0 0,1 0 0,0 1 0,0-1 0,0 1 0,0-1 0,1 1 0,0 0 0,0 0 0,0 0 0,1 0 0,0-1 0,1 8 0,0-7 0,0 1 0,0 0 0,1-1 0,0 1 0,0-1 0,1 1 0,0-1 0,0 0 0,0 0 0,1 0 0,-1-1 0,1 1 0,1-1 0,-1 0 0,1 0 0,0-1 0,0 1 0,7 3 0,-11-6 0,1-1 0,-1 0 0,1 0 0,-1-1 0,1 1 0,-1 0 0,1 0 0,-1-1 0,1 1 0,0-1 0,-1 0 0,1 1 0,0-1 0,0 0 0,-1 0 0,1 0 0,0 0 0,-1 0 0,1 0 0,0-1 0,0 1 0,-1-1 0,1 1 0,0-1 0,-1 1 0,1-1 0,-1 0 0,1 0 0,1-1 0,-1 0 0,0 0 0,0 0 0,0-1 0,-1 1 0,1 0 0,0-1 0,-1 0 0,1 1 0,-1-1 0,0 0 0,0 0 0,0 1 0,-1-1 0,1 0 0,0 0 0,-1-4 0,0-93 0,-2 68 0,3-38 0,-1 70 0,0-1 0,0 0 0,0 1 0,0-1 0,0 1 0,0-1 0,0 1 0,0-1 0,1 1 0,-1-1 0,0 1 0,0-1 0,0 1 0,1-1 0,-1 1 0,0-1 0,1 1 0,-1-1 0,0 1 0,1-1 0,-1 1 0,0 0 0,1-1 0,-1 1 0,1 0 0,0-1 0,0 1 0,0 0 0,-1 0 0,1 0 0,0 0 0,0 0 0,-1 0 0,1 1 0,0-1 0,-1 0 0,1 1 0,0-1 0,-1 0 0,1 1 0,0-1 0,-1 1 0,2 0 0,4 5 0,-1 0 0,10 11 0,-13-14 0,18 22 0,1-1 0,0-1 0,31 24 0,-39-37 0,1 0 0,-1-1 0,1-1 0,1 0 0,-1-1 0,1 0 0,1-2 0,17 5 0,-31-9 0,0 0 0,0-1 0,-1 0 0,1 1 0,0-1 0,0 0 0,0 0 0,0 0 0,0 0 0,0-1 0,0 1 0,0 0 0,0-1 0,-1 0 0,1 1 0,0-1 0,2-1 0,-3 1 0,0 0 0,0 0 0,0 0 0,0-1 0,0 1 0,0 0 0,0-1 0,0 1 0,-1-1 0,1 1 0,0 0 0,-1-1 0,1 0 0,-1 1 0,0-1 0,0 1 0,1-1 0,-1 1 0,0-1 0,0 0 0,-1-2 0,-1-8 0,0 0 0,-1 1 0,0-1 0,-1 0 0,0 1 0,-1 0 0,0 0 0,-1 1 0,0-1 0,-1 1 0,-10-12 0,10 15 0,6 10 0,7 12 0,-2-9 0,1 0 0,0 0 0,0-1 0,0 0 0,1 0 0,-1 0 0,1-1 0,0 0 0,1 0 0,-1 0 0,1-1 0,0 0 0,0 0 0,0-1 0,12 4 0,-17-6 0,0 0 0,-1 0 0,1 0 0,-1 0 0,1-1 0,0 1 0,-1 0 0,1-1 0,-1 1 0,1-1 0,-1 1 0,1-1 0,-1 0 0,1 1 0,-1-1 0,1 0 0,-1 0 0,0 0 0,2-2 0,1-1 0,0-1 0,0 0 0,5-11 0,-6 12 0,-1 0 0,1 0 0,0 0 0,0 0 0,0 0 0,5-4 0,-6 7 0,0-1 0,0 1 0,0 0 0,0 0 0,0 0 0,0 0 0,0 0 0,0 1 0,1-1 0,-1 1 0,0-1 0,0 1 0,1 0 0,-1 0 0,0 0 0,0 0 0,1 0 0,-1 0 0,0 1 0,0-1 0,1 1 0,-1-1 0,0 1 0,0 0 0,4 2 0,2 2 0,0 1 0,0 0 0,0 1 0,11 12 0,2 1 0,11 5 0,-22-18 0,0 1 0,0 0 0,0 1 0,8 11 0,-9-9-1365,-1-2-5461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3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24575,'3'0'0,"3"8"0,0 7 0,5 9 0,3 7 0,1 7 0,1 1 0,0 2 0,0 2 0,-1-2 0,1-1 0,-1-1 0,-3-5 0,0-4 0,-3-4 0,0-6 0,-2-7-8191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3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1 24575,'-31'2'0,"-14"2"0,-2-1 0,4-1 0,7 0 0,7-1 0,6 0 0,4-1 0,4 0 0,1 0 0,3 0-8191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4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88 24575,'-10'-8'0,"-9"-7"0,-1 1 0,-1 1 0,-44-20 0,64 32 0,0 0 0,-1 1 0,1-1 0,0 1 0,-1-1 0,1 1 0,-1 0 0,1-1 0,-1 1 0,1 0 0,-1 0 0,1 0 0,0 0 0,-1 0 0,1 1 0,-1-1 0,1 0 0,-3 1 0,4-1 0,0 1 0,-1-1 0,1 0 0,0 1 0,-1-1 0,1 1 0,0-1 0,0 0 0,-1 1 0,1-1 0,0 1 0,0-1 0,0 1 0,0-1 0,-1 0 0,1 1 0,0-1 0,0 1 0,0-1 0,0 1 0,4 16 0,2-4 0,1-1 0,0 0 0,17 21 0,32 31 0,-37-44 0,35 35 0,-48-50 0,-1 0 0,1-1 0,0 0 0,1 0 0,-1 0 0,1-1 0,-1 0 0,12 3 0,-17-5 0,1-1 0,0 1 0,0-1 0,-1 0 0,1 0 0,0 0 0,0 0 0,-1 0 0,1 0 0,0 0 0,0-1 0,-1 1 0,1 0 0,0-1 0,-1 0 0,1 1 0,0-1 0,-1 0 0,4-2 0,-4 1 0,1 0 0,0 1 0,0-2 0,-1 1 0,1 0 0,-1 0 0,0 0 0,0-1 0,0 1 0,0 0 0,0-1 0,1-2 0,-1-4 0,1 0 0,-1 0 0,-1 0 0,1 0 0,-2 1 0,-1-17 0,-2 8 0,-1 0 0,0 0 0,-1 1 0,-15-30 0,81 135 0,-39-58 0,3-1 0,31 33 0,-52-60-227,-1-1-1,1 0 1,-1 0-1,1 0 1,4 2-1,3 0-6598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5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9 24575,'-23'-3'0,"-40"-2"0,57 5 0,1 0 0,-1 1 0,0-1 0,1 1 0,-1 0 0,1 1 0,0-1 0,-9 5 0,12-5 0,1-1 0,0 1 0,0 0 0,0 0 0,-1-1 0,1 1 0,0 0 0,0 0 0,1 0 0,-1 0 0,0 1 0,0-1 0,0 0 0,1 0 0,-1 0 0,0 1 0,1-1 0,-1 0 0,1 0 0,0 1 0,-1 1 0,1-1 0,0 1 0,0 0 0,0 0 0,1-1 0,-1 1 0,1 0 0,-1-1 0,1 1 0,0 0 0,1 2 0,2 3 0,1 1 0,0-1 0,0-1 0,1 1 0,8 9 0,-11-14 0,1 0 0,-1 0 0,0-1 0,1 1 0,0-1 0,0 1 0,0-1 0,0 0 0,0-1 0,0 1 0,0-1 0,0 0 0,1 0 0,5 1 0,-7-2 0,0 0 0,-1 0 0,1 0 0,0 0 0,0-1 0,0 1 0,-1-1 0,1 0 0,0 1 0,-1-1 0,1 0 0,0-1 0,-1 1 0,1 0 0,-1-1 0,0 0 0,0 1 0,1-1 0,-1 0 0,0 0 0,0 0 0,-1 0 0,3-4 0,0-1 0,0 0 0,0-1 0,-1 0 0,4-15 0,-7 23 0,0 0 0,0 0 0,0 0 0,0 0 0,0 0 0,0 0 0,0 0 0,0 0 0,0 0 0,0 0 0,0 0 0,0 0 0,0 1 0,0-1 0,1 0 0,-1 0 0,0 0 0,0 0 0,0 0 0,0 0 0,0 0 0,0 0 0,0 0 0,0 0 0,0 0 0,0 0 0,0 0 0,0 0 0,0 0 0,0 0 0,0 0 0,0 0 0,0 0 0,0 0 0,0 0 0,0 0 0,1 0 0,-1 0 0,0 0 0,0 0 0,0 0 0,0 0 0,0 0 0,0 0 0,0 0 0,0 0 0,0 0 0,0 0 0,0 0 0,0 0 0,0 0 0,0 0 0,0 0 0,0 0 0,0 0 0,0 0 0,1 0 0,-1 0 0,0 0 0,0 0 0,0-1 0,0 1 0,0 0 0,0 0 0,3 9 0,2 12 0,28 340 0,-31-334 0,-1-11 0,0 0 0,-1 0 0,-1 0 0,0 0 0,-6 27 0,7-42 0,0 1 0,0-1 0,-1 0 0,1 0 0,-1 0 0,1 0 0,0 1 0,-1-1 0,0 0 0,1 0 0,-1 0 0,0 0 0,1 0 0,-1 0 0,0-1 0,0 1 0,0 0 0,0 0 0,0 0 0,0-1 0,0 1 0,0-1 0,0 1 0,0-1 0,0 1 0,0-1 0,-1 1 0,1-1 0,0 0 0,0 0 0,0 0 0,-1 0 0,1 0 0,0 0 0,0 0 0,0 0 0,-1 0 0,1 0 0,0-1 0,0 1 0,0 0 0,-2-2 0,-1 0 0,0 0 0,0 0 0,1 0 0,-1-1 0,1 0 0,-1 1 0,1-1 0,0-1 0,0 1 0,1 0 0,-3-4 0,2 1 0,0 0 0,0 1 0,1-1 0,0 0 0,0 0 0,0-1 0,1 1 0,0 0 0,0 0 0,1-1 0,0 1 0,0-1 0,0 1 0,2-10 0,0 8 0,0 1 0,0-1 0,0 1 0,1 0 0,0 0 0,0 0 0,1 0 0,-1 0 0,2 1 0,-1 0 0,10-11 0,2 3 0,0 0 0,1 0 0,1 2 0,21-12 0,81-36 0,-37 19 0,-74 37 0,7-4 0,0-1 0,24-18 0,-36 24 0,-1 1 0,0-1 0,0 0 0,0 1 0,0-1 0,-1-1 0,1 1 0,-1 0 0,0-1 0,0 1 0,0-1 0,0 0 0,-1 0 0,1 1 0,-1-1 0,0 0 0,1-8 0,-2 9 0,-1-1 0,1 1 0,-1 0 0,0-1 0,1 1 0,-1 0 0,-1 0 0,1 0 0,0 0 0,-1 0 0,0 0 0,1 0 0,-1 0 0,0 0 0,-1 1 0,1-1 0,0 1 0,-1 0 0,-5-4 0,2 1 0,-1 1 0,0-1 0,0 2 0,0-1 0,0 1 0,-1 0 0,-10-2 0,16 4 0,0 1 0,0-1 0,0 1 0,0 0 0,0-1 0,0 1 0,0 0 0,0 0 0,0 0 0,0 1 0,0-1 0,0 0 0,0 1 0,0 0 0,0-1 0,0 1 0,1 0 0,-1 0 0,0 0 0,0 0 0,1 0 0,-1 0 0,0 1 0,1-1 0,-1 0 0,-1 3 0,2-2 0,-1 1 0,1 0 0,0-1 0,0 1 0,0 0 0,0-1 0,0 1 0,1 0 0,-1 0 0,1 0 0,0 0 0,0 0 0,0 0 0,0 0 0,0 0 0,1 0 0,0 4 0,2 1 0,0 0 0,0 0 0,1 0 0,0 0 0,1 0 0,-1-1 0,2 0 0,-1 0 0,1 0 0,0-1 0,10 9 0,-3-4 0,0 0 0,1-2 0,0 0 0,0 0 0,19 7 0,-7-7-273,0-1 0,1-1 0,0-1 0,38 2 0,-51-6-6553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39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24575,'6'42'0,"19"67"0,-20-93 0,1 0 0,0 0 0,1-1 0,1 0 0,1 0 0,0-1 0,12 14 0,-15-19-119,-4-6 23,1 0 0,-1 0 0,1 0 0,-1 0 0,1 0 1,0-1-1,0 1 0,0-1 0,0 1 0,1-1 1,-1 0-1,7 2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0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24575,'22'-8'0,"13"-2"0,3 1 0,-2 1 0,-6 3 0,-4 1 0,-5 2 0,-3 2 0,-3 0 0,0 0 0,-4 1-8191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0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24575,'22'-2'0,"11"-1"0,2-1 0,-3 2 0,-4 0 0,-7 1-8191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0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24575,'3'13'0,"3"6"0,0 3 0,3 0 0,-2-1 0,2-2 0,-1-2 0,0 0 0,-1-2 0,1 0 0,-1 0 0,-1-4-8191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0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24575,'27'-10'0,"13"-4"0,1 2 0,-4-1 0,-6 2 0,-5 3 0,-4 4 0,-5 1 0,-4 2-8191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1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24575,'18'-8'0,"8"-2"0,2 1 0,-1 1 0,-5 2-8191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1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24575,'5'20'0,"4"9"0,1 3 0,1 0 0,1-3 0,-2-3 0,1-4 0,-2-3 0,0-5 0,-2-2 0,1-1 0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1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16 24575,'-27'-5'0,"-13"-1"0,-1 2 0,2 4 0,4 3 0,3 3 0,5 1 0,2 1 0,2 0 0,3-2 0,5-2-8191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2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 24575,'15'9'0,"0"0"0,-1 2 0,19 16 0,-27-21 0,0 0 0,-1 0 0,1 1 0,-1-1 0,0 1 0,-1 1 0,0-1 0,0 1 0,3 8 0,-6-14 0,0-1 0,-1 0 0,1 0 0,-1 1 0,0-1 0,1 0 0,-1 1 0,0-1 0,0 0 0,0 1 0,0-1 0,0 0 0,0 0 0,0 1 0,-1-1 0,1 0 0,0 1 0,-1-1 0,1 0 0,-1 0 0,1 1 0,-1-1 0,0 0 0,1 0 0,-1 0 0,0 0 0,-1 2 0,-1-2 0,1 1 0,-1-1 0,1 0 0,-1 0 0,0 0 0,1 0 0,-1-1 0,0 1 0,0-1 0,0 1 0,1-1 0,-4 0 0,-15 0 0,0-2 0,0 0 0,0-1 0,1-1 0,-1 0 0,1-2 0,-26-11 0,42 15 0,1 1 0,-1-1 0,1-1 0,0 1 0,-1 0 0,1-1 0,0 1 0,1-1 0,-5-4 0,7 6 0,-1 0 0,1 1 0,-1-1 0,1 0 0,-1 0 0,1 0 0,0 1 0,-1-1 0,1 0 0,0 0 0,-1 0 0,1 0 0,0 0 0,0 0 0,0 0 0,0 0 0,0 1 0,0-1 0,0 0 0,0 0 0,1 0 0,-1 0 0,0 0 0,0 0 0,1 0 0,-1 0 0,0 1 0,1-1 0,-1 0 0,1 0 0,0 1 0,-1-1 0,1 0 0,-1 0 0,1 1 0,0-1 0,-1 1 0,1-1 0,0 1 0,0-1 0,0 1 0,-1-1 0,1 1 0,0 0 0,1-1 0,7-3-227,0 1-1,0-1 1,0 2-1,1-1 1,13 0-1,-10 1-6598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3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24575,'41'63'0,"-29"-42"0,1-1 0,1-1 0,0 0 0,26 24 0,-23-25 0,-13-13 0,1-1 0,-1 1 0,1-1 0,0 0 0,0 0 0,0 0 0,1-1 0,-1 0 0,9 4 0,-14-7 0,1 0 0,0 1 0,0-1 0,0 0 0,-1 0 0,1 0 0,0 0 0,0 0 0,0 0 0,0 0 0,0 0 0,-1 0 0,1 0 0,0 0 0,0 0 0,0-1 0,-1 1 0,1 0 0,0-1 0,0 1 0,-1-1 0,1 1 0,1-1 0,-1 0 0,-1 0 0,1 0 0,0-1 0,0 1 0,-1 0 0,1 0 0,-1-1 0,1 1 0,-1 0 0,1 0 0,-1-1 0,0 1 0,0-2 0,1-3 0,-1 1 0,0-1 0,-1 1 0,1-1 0,-1 1 0,-2-7 0,-3-10 0,-34-106 0,27 103-1365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106 134 24575,'-4'-3'0,"-4"-3"0,-1 0 0,-18-9 0,25 14 0,1 0 0,-1 0 0,0 1 0,1-1 0,-1 1 0,0-1 0,1 1 0,-1 0 0,0-1 0,0 1 0,0 0 0,1 0 0,-1 0 0,0 0 0,0 1 0,1-1 0,-1 0 0,0 1 0,0-1 0,1 1 0,-1 0 0,0-1 0,1 1 0,-3 2 0,2-1 0,1 0 0,0-1 0,0 1 0,0 0 0,0 1 0,0-1 0,0 0 0,0 0 0,1 0 0,-1 0 0,1 1 0,-1-1 0,1 0 0,0 1 0,0-1 0,0 0 0,0 0 0,0 1 0,1-1 0,0 4 0,1 1 0,0 0 0,0 0 0,0 0 0,1 0 0,5 9 0,-4-9 0,1 1 0,0-1 0,0-1 0,1 1 0,0-1 0,0 0 0,0 0 0,1-1 0,0 1 0,0-1 0,9 4 0,-11-7 0,-1 0 0,1 0 0,0-1 0,0 1 0,0-1 0,0 0 0,0 0 0,0-1 0,0 0 0,0 0 0,0 0 0,0 0 0,0-1 0,0 0 0,0 0 0,0 0 0,-1 0 0,1-1 0,0 0 0,5-3 0,3-2 0,0-1 0,-1 0 0,0-1 0,0-1 0,-1 0 0,15-17 0,-21 21 0,0 0 0,0 0 0,-1 0 0,0-1 0,0 0 0,-1 0 0,1 0 0,-1 0 0,-1-1 0,0 1 0,0-1 0,0 1 0,-1-1 0,1-9 0,-2 15 0,0 0 0,-1-1 0,1 1 0,0 0 0,-1-1 0,1 1 0,-1 0 0,0 0 0,0 0 0,0-1 0,0 1 0,0 0 0,0 0 0,-3-3 0,-1 1 0,1 0 0,-1 0 0,-10-7 0,5 4 0,10 7 4,-1-1-1,1 1 0,0 0 1,-1 0-1,1 0 1,0-1-1,-1 1 1,1 0-1,0-1 0,-1 1 1,1 0-1,0-1 1,0 1-1,-1 0 0,1-1 1,0 1-1,0 0 1,0-1-1,-1 1 1,1-1-1,0 1 0,0 0 1,0-1-1,0 1 1,0-1-1,0 1 0,0 0 1,0-1-1,0 1 1,0-1-1,0 1 1,0 0-1,1-1 0,-1 0-95,1 0-1,-1 1 1,1-1-1,-1 1 0,1-1 1,0 1-1,-1-1 1,1 1-1,0-1 0,-1 1 1,1-1-1,0 1 1,0 0-1,-1 0 1,3-1-1,6-1-6733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4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78 24575,'0'2'0,"18"128"0,-14-113 0,0 0 0,1 0 0,1-1 0,0 0 0,14 23 0,18 21 0,-82-124 0,15 23 0,1-1 0,-29-61 0,53 93 0,1 1 0,0-1 0,-4-20 0,6 26 0,0-1 0,1 0 0,0 1 0,0-1 0,0 0 0,0 1 0,1-1 0,0 1 0,0-1 0,3-8 0,-3 11 0,0 1 0,0-1 0,1 0 0,-1 1 0,1-1 0,-1 1 0,1-1 0,0 1 0,-1 0 0,1 0 0,0 0 0,0 0 0,0 0 0,0 0 0,0 0 0,0 1 0,0-1 0,0 1 0,0-1 0,0 1 0,0 0 0,0 0 0,3 0 0,6 0 0,1 0 0,21 4 0,-17-1 0,0 1 0,1 1 0,-2 0 0,1 1 0,0 1 0,26 16 0,-21-9 0,0 1 0,-1 0 0,34 35 0,-48-44 0,0 1 0,-1 0 0,1 1 0,-2-1 0,1 1 0,-1 0 0,0 0 0,0 1 0,-1-1 0,4 17 0,-6-21 0,0 1 0,-1 0 0,1 0 0,-1 0 0,0 0 0,-1-1 0,1 1 0,-1 0 0,0 0 0,0 0 0,0-1 0,0 1 0,-1 0 0,0-1 0,0 0 0,0 1 0,-1-1 0,1 0 0,-1 0 0,0 0 0,-6 5 0,1-1-97,-1-1-1,-1 1 1,1-2-1,-1 1 1,0-2-1,-1 1 1,1-1-1,-1-1 1,0 0-1,0-1 1,-1 0-1,1 0 0,-14 1 1,10-3-6729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5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24575,'10'27'0,"3"13"0,2 1 0,-1-4 0,-1-6 0,-2-5 0,-2-7 0,-1-5 0,-2-1 0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5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24575,'30'-7'0,"15"-3"0,2 0 0,-1 3 0,-7 1 0,-7 3 0,-6 3 0,-6 3 0,-3 0 0,-2 0 0,-4 2 0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5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24575,'28'3'0,"11"0"0,2 0 0,-4 0 0,-5-2 0,-9 1-8191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6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24575,'3'25'0,"3"8"0,0 2 0,0-4 0,-2-3 0,2-8 0,-1-4 0,-1-2 0,1-4 0,0-1 0,2-2 0,-1 1 0,2-2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6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 24575,'-7'1'0,"0"0"0,0 0 0,0 1 0,0 0 0,0 0 0,-8 4 0,-15 5 0,16-7 0,1 0 0,-1-2 0,0 1 0,0-2 0,0 0 0,0 0 0,-26-4 0,-61-7-1365,87 10-5461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7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 0 24575,'21'0'0,"-17"0"0,-14 0 0,-436 0-1365,434 0-5461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8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 24575,'-22'10'0,"-11"3"0,-2 0 0,3-3 0,4-3 0,7 0 0,7-1-8191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8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24575,'41'28'0,"82"52"0,-88-59 0,61 25 0,-54-32 0,1-1 0,1-2 0,0-2 0,49 4 0,-83-13 0,-5 0 0,-1 1 0,0-1 0,0 1 0,1 0 0,5 1 0,-10-1 0,1-1 0,0 0 0,-1 0 0,1 1 0,-1-1 0,1 1 0,-1-1 0,1 0 0,-1 1 0,1-1 0,-1 1 0,1-1 0,-1 1 0,1-1 0,-1 1 0,0 0 0,1-1 0,-1 1 0,0 0 0,0-1 0,1 1 0,-1-1 0,0 1 0,0 0 0,0-1 0,0 1 0,0 0 0,0 0 0,0-1 0,0 1 0,0 0 0,0-1 0,0 1 0,0 0 0,-1-1 0,1 1 0,0-1 0,0 1 0,-1 0 0,1 0 0,-5 11 0,-1-1 0,0 0 0,0 0 0,-1 0 0,-11 13 0,13-19 0,1 0 0,-1-1 0,0 1 0,0-1 0,0 0 0,-1-1 0,1 1 0,-1-1 0,0 0 0,0 0 0,0-1 0,-8 2 0,-17 3-341,-2-1 0,1-2-1,-56 1 1,72-5-6485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4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0 24575,'-30'3'0,"-13"0"0,2 0-8191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50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9 24575,'3'-2'0,"1"1"0,0-1 0,0 1 0,0 0 0,0 1 0,0-1 0,0 1 0,0-1 0,0 1 0,0 0 0,0 1 0,6 0 0,5 2 0,0 1 0,15 6 0,1 0 0,-11-3 0,1 1 0,-1 1 0,36 22 0,-45-25 0,-1 1 0,0 1 0,0 0 0,-1 0 0,0 1 0,0 0 0,-1 0 0,0 1 0,-1 0 0,0 1 0,0 0 0,-1 0 0,-1 0 0,8 22 0,2 11 0,13 46 0,-27-88 0,0 0 0,-1 1 0,0-1 0,1 0 0,-1 1 0,0-1 0,0 1 0,0-1 0,0 0 0,-1 1 0,1-1 0,-1 0 0,1 1 0,-1-1 0,0 0 0,0 0 0,0 0 0,0 1 0,0-1 0,0 0 0,-1-1 0,1 1 0,-2 2 0,0-2 0,0 0 0,0 0 0,0 0 0,0 0 0,0 0 0,-1-1 0,1 0 0,0 0 0,-1 0 0,1 0 0,-1 0 0,1 0 0,-1-1 0,-5 0 0,-23 1 0,-41-5 0,58 2 0,1 0 0,0-1 0,0-1 0,1 0 0,-18-9 0,20 9 0,-8-5 0,0-1 0,-26-17 0,35 21 0,1-1 0,1 0 0,-1 0 0,1-1 0,0 0 0,1 0 0,0-1 0,0 0 0,-10-19 0,8 11 0,1 0 0,-9-33 0,15 44 0,1 0 0,-1-1 0,1 1 0,1 0 0,-1-1 0,1 1 0,0-1 0,1 1 0,-1-1 0,1 1 0,4-12 0,-4 15 7,1 0 0,-1 0-1,1 0 1,0 1 0,0-1-1,0 1 1,0-1-1,1 1 1,-1 0 0,1 0-1,-1 0 1,1 0 0,0 0-1,-1 1 1,1-1 0,0 1-1,4-2 1,-3 2-131,1-1 0,-1 1 1,0 0-1,1 0 0,-1 1 0,1-1 1,-1 1-1,1 0 0,-1 0 0,1 1 1,7 1-1,-2 1-6702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51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16 24575,'0'-1'0,"0"0"0,-1-1 0,1 1 0,0 0 0,-1 0 0,1 0 0,-1 0 0,0 0 0,1 0 0,-1 0 0,0 0 0,-1-1 0,2 2 0,-1 0 0,1 0 0,-1 1 0,1-1 0,-1 0 0,1 1 0,-1-1 0,1 0 0,-1 1 0,1-1 0,0 0 0,-1 1 0,1-1 0,-1 1 0,1-1 0,0 1 0,0-1 0,-1 1 0,1-1 0,0 1 0,0-1 0,-1 1 0,1 0 0,0-1 0,0 1 0,-4 8 0,-1-1 0,-8 11 0,8-12 0,0 0 0,1 0 0,-7 15 0,3-1 0,0-1 0,2 2 0,1-1 0,0 1 0,2 0 0,0 0 0,1 22 0,2-28 0,0-4 0,0 1 0,0 0 0,2-1 0,0 1 0,0-1 0,4 14 0,0-8 0,1-1 0,1 0 0,0 0 0,1 0 0,0-1 0,24 29 0,-16-26 0,2 0 0,0-2 0,1 0 0,0-1 0,31 17 0,-49-31-195,1 0 0,0 0 0,0 0 0,-1 0 0,1 0 0,2 4 0,1 2-6631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52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98 24575,'2'15'0,"0"0"0,9 28 0,17 55 0,-18-68 0,-4-11 0,-4-14 0,0 0 0,0 0 0,0 1 0,-1-1 0,0 1 0,0-1 0,-1 1 0,1 10 0,-1-16 0,0 0 0,0 0 0,0 1 0,0-1 0,0 0 0,0 0 0,0 1 0,0-1 0,0 0 0,-1 0 0,1 1 0,0-1 0,0 0 0,0 0 0,0 0 0,0 1 0,0-1 0,0 0 0,-1 0 0,1 0 0,0 1 0,0-1 0,0 0 0,-1 0 0,1 0 0,0 0 0,0 0 0,0 0 0,-1 1 0,1-1 0,0 0 0,0 0 0,-1 0 0,1 0 0,-9-5 0,-5-13 0,13 17 0,-13-20 0,1-1 0,1-1 0,1 0 0,1-1 0,1 0 0,1 0 0,1-1 0,1 0 0,2 0 0,0 0 0,1-1 0,2-38 0,1 64 0,0 0 0,0 0 0,0-1 0,0 1 0,0 0 0,0-1 0,0 1 0,0 0 0,0 0 0,0-1 0,0 1 0,0 0 0,0 0 0,0-1 0,0 1 0,1 0 0,-1 0 0,0-1 0,0 1 0,0 0 0,0 0 0,0-1 0,1 1 0,-1 0 0,0 0 0,0 0 0,0-1 0,1 1 0,-1 0 0,0 0 0,0 0 0,1 0 0,-1 0 0,10 4 0,13 20 0,-15-15 0,42 45 0,-13-16 0,44 39 0,-75-72 0,114 86 0,-102-79 0,0-1 0,1-1 0,0 0 0,0-2 0,21 7 0,-39-15 0,0 1 0,1-1 0,-1 0 0,0 1 0,0-1 0,0 0 0,0 0 0,0 0 0,0 0 0,1 0 0,-1 0 0,0 0 0,0 0 0,0 0 0,0 0 0,0-1 0,0 1 0,0-1 0,1 1 0,-1 0 0,1-2 0,-1 1 0,-1 0 0,1 0 0,0 0 0,-1 0 0,1 0 0,-1 0 0,1 0 0,-1 0 0,0 0 0,1 0 0,-1 0 0,0 0 0,0 0 0,0 0 0,0 0 0,0 0 0,0-2 0,-1-5 0,0 0 0,-1 0 0,0 0 0,-5-11 0,-8-15 0,-2 1 0,-25-39 0,6 11 0,9 22-1365,20 30-5461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53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24575,'12'-4'0,"0"1"0,1 0 0,-1 0 0,18 0 0,-26 2 0,0 1 0,-1 0 0,1 0 0,0 1 0,-1-1 0,1 1 0,0-1 0,-1 1 0,1 0 0,-1 1 0,1-1 0,-1 1 0,0-1 0,0 1 0,1 0 0,-1 0 0,0 0 0,-1 1 0,1-1 0,2 4 0,-3-5 0,-1 1 0,0-1 0,0 1 0,0 0 0,0 0 0,0 0 0,0-1 0,-1 1 0,1 0 0,0 0 0,-1 0 0,0 0 0,1 0 0,-1 0 0,0 0 0,0 0 0,0 0 0,0 0 0,-1 0 0,1 0 0,-2 3 0,0 2 0,-1-1 0,0 1 0,-1-1 0,-8 11 0,9-13 0,1-1 0,-1 1 0,0 0 0,1 0 0,0 0 0,0 0 0,0 0 0,1 0 0,-1 1 0,1-1 0,0 1 0,-1 7 0,2-11 0,0 0 0,0-1 0,1 1 0,-1 0 0,0 0 0,0 0 0,1-1 0,-1 1 0,0 0 0,1 0 0,-1-1 0,1 1 0,-1 0 0,1-1 0,-1 1 0,1-1 0,-1 1 0,1 0 0,0-1 0,-1 1 0,1-1 0,0 0 0,0 1 0,-1-1 0,1 0 0,0 1 0,0-1 0,-1 0 0,1 0 0,0 1 0,0-1 0,0 0 0,-1 0 0,1 0 0,2 0 0,3-1 0,0 1 0,0-1 0,11-3 0,-11 3 0,13-2-455,-1 0 0,22 0 0,-27 3-6371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8:54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24575,'1'-2'0,"1"1"0,0-1 0,0 0 0,0 1 0,0-1 0,0 1 0,0 0 0,0 0 0,0 0 0,0 0 0,1 0 0,-1 0 0,0 1 0,1-1 0,-1 1 0,0-1 0,1 1 0,-1 0 0,1 0 0,-1 0 0,1 0 0,3 1 0,-2 1 0,0-1 0,0 1 0,0 0 0,0 0 0,0 0 0,0 0 0,-1 1 0,1 0 0,-1 0 0,0 0 0,5 6 0,19 22 0,-3 2 0,0 1 0,-2 1 0,-2 0 0,-1 2 0,-2 0 0,23 76 0,-35-96 0,-1 0 0,-1 1 0,0-1 0,-2 1 0,0 0 0,-1 0 0,0 0 0,-2-1 0,-4 27 0,4-39 4,0 1 0,0 0 0,-1-1-1,0 0 1,0 1 0,0-1 0,0 0-1,-1 0 1,0-1 0,-4 5 0,-6 4-110,-29 20 1,12-9-1091,21-15-5630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48 24575,'-11'-46'0,"12"45"0,1 5 0,3 9 0,17 61 0,4-1 0,42 85 0,-62-145 0,0 0 0,-2 0 0,1 0 0,-1 0 0,-1 0 0,-1 1 0,2 19 0,-5-21-1365,-2-3-5461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1033 39 24575,'-2'-2'0,"0"0"0,1-1 0,-1 1 0,0 0 0,0 0 0,0 1 0,0-1 0,-1 0 0,1 1 0,0-1 0,-1 1 0,1-1 0,-1 1 0,1 0 0,-1 0 0,0 1 0,1-1 0,-1 0 0,0 1 0,0 0 0,-5-1 0,-4 1 0,0 0 0,0 1 0,-20 3 0,-26 3 0,-1-2 0,-86-5 0,66-1 0,-455-20-1365,502 17-5461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13 24575,'11'-3'0,"0"0"0,0 0 0,0 2 0,0-1 0,0 1 0,1 1 0,-1 0 0,0 1 0,1 0 0,-1 1 0,0 0 0,0 0 0,0 1 0,0 1 0,-1 0 0,1 0 0,-1 1 0,16 10 0,-22-12 0,2 1 0,1 1 0,-1 0 0,0 1 0,10 10 0,-15-15 0,0 1 0,0-1 0,0 0 0,0 1 0,0-1 0,-1 1 0,1 0 0,0-1 0,-1 1 0,1-1 0,-1 1 0,0 0 0,1 0 0,-1-1 0,0 1 0,0 0 0,0-1 0,0 1 0,0 0 0,-1-1 0,1 1 0,-1 0 0,1-1 0,-1 1 0,1 0 0,-1-1 0,0 1 0,0-1 0,-1 2 0,-1 1 0,0 0 0,0-1 0,-1 1 0,0-1 0,0 0 0,0 0 0,0 0 0,0-1 0,0 1 0,-1-1 0,1 0 0,-1 0 0,0-1 0,1 0 0,-1 1 0,-9 0 0,-8 0 0,-1 0 0,-31-3 0,33 1 0,17 0 0,-89-5 0,80 4 0,1-1 0,0-1 0,-1 0 0,1 0 0,-16-8 0,27 10 0,-1 1 0,1-1 0,0 0 0,-1 0 0,1 1 0,0-1 0,-1 0 0,1 0 0,0 0 0,0-1 0,0 1 0,0 0 0,0 0 0,0-1 0,0 1 0,0 0 0,1-1 0,-1 1 0,0-3 0,0 3 0,1 0 0,1-1 0,-1 1 0,0 0 0,0 0 0,0 0 0,1 0 0,-1-1 0,0 1 0,1 0 0,-1 0 0,1 0 0,0 0 0,-1 0 0,1 0 0,0 0 0,-1 0 0,1 0 0,0 1 0,0-1 0,0 0 0,0 0 0,0 1 0,0-1 0,0 0 0,2 0 0,5-3-195,0 0 0,0 0 0,1 1 0,0 0 0,-1 1 0,19-4 0,-9 4-6631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355 180 24575,'-116'-98'0,"97"84"0,0 1 0,-1 1 0,0 1 0,-34-14 0,51 24 0,-1 0 0,1 0 0,-1 0 0,0 0 0,1 0 0,-1 1 0,0 0 0,1 0 0,-1 0 0,0 0 0,0 0 0,1 1 0,-1 0 0,0 0 0,-3 1 0,4-1 0,0 1 0,1-1 0,-1 1 0,1 0 0,-1-1 0,1 1 0,0 0 0,-1 1 0,1-1 0,0 0 0,1 1 0,-1-1 0,0 1 0,1-1 0,-1 1 0,1 0 0,0-1 0,0 1 0,-1 3 0,1-1 0,0 1 0,0-1 0,0 0 0,1 0 0,-1 0 0,1 1 0,1-1 0,-1 0 0,1 0 0,0 0 0,0 1 0,2 4 0,0-2 0,0-1 0,1 1 0,0-1 0,0 1 0,1-1 0,10 12 0,-4-7 0,0-1 0,1 0 0,0-1 0,1-1 0,0 0 0,1 0 0,22 10 0,-26-14 0,1-1 0,0 1 0,1-2 0,-1 1 0,23 2 0,-33-6 0,0 0 0,0 0 0,0 0 0,0 0 0,0 0 0,0 0 0,0 0 0,0 0 0,-1-1 0,1 1 0,0 0 0,0-1 0,0 1 0,0-1 0,0 1 0,-1-1 0,1 1 0,0-1 0,0 1 0,-1-1 0,1 0 0,0 1 0,-1-1 0,1 0 0,-1 0 0,1 0 0,0-2 0,0 1 0,-1 0 0,1 0 0,-1 0 0,0 0 0,0-1 0,1 1 0,-1 0 0,-1 0 0,1-5 0,-2-2 0,0 0 0,-1-1 0,0 1 0,-5-10 0,0 4 0,4 12 0,5 10 0,8 21 0,1 0 0,2 0 0,1-2 0,16 27 0,1 1 0,-6-9 0,-10-22 0,-2 1 0,0 0 0,10 36 0,-21-58 0,0 0 0,-1 1 0,1-1 0,-1 0 0,1 1 0,-1-1 0,0 1 0,0-1 0,0 0 0,-1 1 0,1-1 0,0 0 0,-1 1 0,0-1 0,1 0 0,-3 4 0,2-5 0,0 1 0,0-1 0,-1 1 0,1-1 0,-1 0 0,1 1 0,-1-1 0,1 0 0,-1 0 0,0 0 0,0 0 0,0 0 0,1-1 0,-1 1 0,0 0 0,0-1 0,0 0 0,0 1 0,-4-1 0,-9 1 0,1-1 0,-1 0 0,0-1 0,1-1 0,-1 0 0,-19-6 0,14 1 0,0 0 0,0 0 0,-34-20 0,51 25 9,-1-1 1,1 1-1,0-1 0,0 1 0,0-1 1,0 0-1,0 0 0,0 0 0,1-1 0,-1 1 1,1 0-1,-3-7 0,4 7-83,0 1-1,0-1 1,0 0 0,1 1 0,0-1-1,-1 0 1,1 1 0,0-1 0,0 0-1,0 0 1,0 1 0,1-1 0,-1 0-1,1 1 1,0-1 0,0 0 0,-1 1-1,2-1 1,1-3 0,4-4-6752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63 24575,'-76'-11'0,"49"7"0,1 0 0,-31 1 0,55 3 0,0 0 0,0 0 0,0 0 0,0 0 0,0 0 0,1 1 0,-1-1 0,0 1 0,0 0 0,0-1 0,1 1 0,-1 0 0,0 0 0,1 0 0,-1 0 0,1 0 0,-1 0 0,-2 3 0,3-3 0,1 1 0,-1-1 0,1 0 0,-1 1 0,1-1 0,-1 1 0,1-1 0,0 0 0,0 1 0,-1-1 0,1 1 0,0-1 0,0 1 0,1-1 0,-1 1 0,0-1 0,0 1 0,1-1 0,-1 1 0,1-1 0,-1 0 0,1 1 0,1 1 0,2 3 0,0 0 0,0 0 0,0-1 0,1 1 0,0-1 0,0 0 0,0-1 0,0 1 0,11 6 0,-4-4 0,0-1 0,0 1 0,1-2 0,13 5 0,-15-7 0,48 14 0,-52-16 0,-1 1 0,0-1 0,1-1 0,-1 0 0,1 0 0,-1 0 0,8-1 0,-12 1 0,-1-1 0,0 1 0,0 0 0,0-1 0,0 1 0,0 0 0,1-1 0,-1 0 0,0 1 0,0-1 0,0 1 0,0-1 0,0 0 0,-1 0 0,1 0 0,0 1 0,0-1 0,0 0 0,-1 0 0,1 0 0,0 0 0,0-2 0,-1 2 0,1-1 0,-1 0 0,0 0 0,0 1 0,0-1 0,0 0 0,0 0 0,0 0 0,0 1 0,-1-1 0,1 0 0,0 0 0,-2-1 0,-1-4 0,0 1 0,0-1 0,0 1 0,-1 0 0,0 0 0,-7-7 0,-2 0 0,0 1 0,-1 0 0,0 1 0,-1 1 0,0 0 0,-1 1 0,1 1 0,-27-10 0,35 15-273,-1 1 0,0 1 0,0-1 0,-13 0 0,7 2-6553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244 183 24575,'-41'-43'0,"8"9"0,-68-56 0,99 89 0,-1-1 0,1 0 0,-1 1 0,1-1 0,-1 1 0,0 0 0,0 0 0,1 0 0,-1 0 0,0 0 0,-4 0 0,6 1 0,0 0 0,-1 0 0,1 0 0,0 1 0,0-1 0,0 0 0,0 1 0,0-1 0,0 1 0,0-1 0,0 1 0,0-1 0,0 1 0,0 0 0,0-1 0,1 1 0,-1 0 0,0 0 0,0 0 0,1 0 0,-1-1 0,0 1 0,1 0 0,-1 0 0,1 0 0,-1 0 0,1 1 0,0-1 0,-1 0 0,1 0 0,0 1 0,-3 10 0,1 0 0,1 0 0,0 1 0,1 18 0,7 51 0,2-28 0,22 78 0,27 49 0,-27-90 0,26 128 0,-54-200 0,0 0 0,0 30 0,-4-45-1365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303 120 24575,'-28'-15'0,"-13"-8"0,-3 1 0,3 3 0,7 6 0,6 1 0,6 4 0,3 3 0,4 2 0,3 4 0,2 3 0,2 2 0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102 310 24575,'-3'0'0,"0"-1"0,-1 1 0,1-1 0,0 0 0,0 0 0,0-1 0,0 1 0,0 0 0,0-1 0,0 0 0,1 0 0,-1 0 0,-3-3 0,1 0 0,1 1 0,-1-1 0,1 1 0,0-1 0,0-1 0,-3-5 0,3 2 0,0 0 0,1 0 0,0-1 0,0 1 0,1-1 0,0 1 0,1-1 0,0 0 0,0 0 0,2-18 0,0 21 0,0 1 0,0-1 0,1 0 0,-1 1 0,1-1 0,1 1 0,0-1 0,-1 1 0,2 0 0,-1 0 0,1 1 0,0-1 0,0 1 0,0 0 0,1 0 0,8-7 0,-11 10-39,1 0 0,-1 0 0,1 1 0,0-1 0,-1 1 0,1 0 0,0 0 0,0 0 0,0 0 0,0 0 0,0 0 0,0 1 0,0 0 0,0-1 0,0 1 0,1 0 0,-1 1 0,0-1 0,0 0 0,0 1 0,0 0 0,0 0 0,0 0 0,0 0 0,-1 0 0,1 1 0,0-1 0,-1 1 0,1-1 0,0 1 0,-1 0 0,0 0 0,0 0 0,4 4 0,3 6-6787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49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285 120 24575,'-2'-2'0,"-62"-30"0,-86-30 0,145 60 0,-1 0 0,1 1 0,0 0 0,-1 0 0,-11-1 0,16 2 0,0 0 0,0 0 0,0 0 0,0 1 0,0-1 0,0 0 0,0 0 0,0 1 0,0-1 0,0 1 0,0-1 0,0 1 0,1-1 0,-1 1 0,0-1 0,0 1 0,0 0 0,1-1 0,-1 1 0,0 0 0,1 0 0,-1 0 0,0-1 0,1 1 0,-1 0 0,1 0 0,0 0 0,-1 0 0,1 0 0,0 0 0,-1 0 0,1 0 0,0 0 0,0 0 0,0 0 0,0 0 0,0 0 0,0 2 0,1 3 0,-1 0 0,1 0 0,1 0 0,-1 0 0,1 0 0,0-1 0,0 1 0,1-1 0,-1 1 0,1-1 0,1 0 0,-1 0 0,5 5 0,0-1 0,0 0 0,1 0 0,1-1 0,-1 0 0,15 9 0,-6-6 0,1 0 0,1-2 0,0 0 0,41 13 0,-59-22 0,1 1 0,-1-1 0,0 1 0,1-1 0,-1 0 0,1 0 0,-1 0 0,0 0 0,1 0 0,-1 0 0,0-1 0,1 1 0,-1-1 0,0 0 0,5-1 0,-6 1 0,1-1 0,-1 1 0,0 0 0,1 0 0,-1 0 0,0-1 0,0 1 0,0-1 0,0 1 0,0-1 0,0 1 0,0-1 0,-1 1 0,1-1 0,0 0 0,-1 0 0,0 1 0,1-1 0,-1 0 0,0 0 0,0-3 0,0-2 0,0-1 0,-1 1 0,0-1 0,-1 1 0,0 0 0,0 0 0,0-1 0,-1 1 0,0 1 0,-5-10 0,-2 0 0,0 1 0,0 0 0,-16-15 0,22 26 14,0-1-1,-1 1 0,1 0 0,-1 0 1,0 1-1,-1 0 0,1-1 1,-9-2-1,11 5-96,0-1 1,0 2-1,0-1 1,0 0-1,-1 0 1,1 1-1,0 0 1,-1 0-1,1 0 1,0 0-1,-1 0 1,1 1-1,0-1 1,0 1-1,0 0 1,-1 0-1,-2 2 1,-7 3-6744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24575,'49'55'0,"-36"-38"0,2-1 0,-1 0 0,29 22 0,-39-35 0,1 0 0,-1 0 0,1-1 0,0 0 0,0 0 0,0 0 0,7 2 0,-11-4 0,1 0 0,-1 1 0,1-1 0,-1 0 0,1 0 0,-1 0 0,1 0 0,-1 0 0,1 0 0,-1 0 0,1 0 0,-1-1 0,1 1 0,-1-1 0,1 1 0,-1-1 0,0 1 0,1-1 0,-1 0 0,0 0 0,1 0 0,-1 0 0,0 0 0,0 0 0,0 0 0,0 0 0,0 0 0,0 0 0,1-2 0,1-4 0,0-1 0,-1 1 0,1 0 0,-2-1 0,1 1 0,0-11 0,-1 9 0,0 8 0,-1 0 0,0 0 0,0 0 0,0 0 0,0 0 0,1 0 0,-1 0 0,0 0 0,1 0 0,-1 0 0,1 0 0,-1 0 0,1 0 0,-1 0 0,1 1 0,0-1 0,-1 0 0,2 0 0,-1 0 0,-1 1 0,1 0 0,0 0 0,-1 0 0,1 0 0,0 0 0,-1-1 0,1 1 0,-1 0 0,1 0 0,0 1 0,-1-1 0,1 0 0,0 0 0,-1 0 0,1 0 0,0 1 0,-1-1 0,1 0 0,-1 0 0,2 1 0,3 3 0,0 0 0,0 0 0,0 1 0,7 7 0,-3-3 0,-3-3 0,24 21 0,-29-26 0,1 1 0,0-1 0,0 0 0,-1 0 0,1 1 0,0-2 0,0 1 0,0 0 0,0 0 0,0-1 0,1 1 0,-1-1 0,0 1 0,3-1 0,-5 0 0,1 0 0,0 0 0,0-1 0,-1 1 0,1 0 0,0-1 0,0 1 0,-1-1 0,1 1 0,-1-1 0,1 1 0,0-1 0,-1 1 0,1-1 0,-1 1 0,1-1 0,-1 0 0,1 1 0,-1-1 0,0 0 0,1 0 0,-1 1 0,0-1 0,0 0 0,1 0 0,-1-1 0,3-24 0,-3 17 0,0 7 0,1-8 0,-1 1 0,2-1 0,0 0 0,0 0 0,5-13 0,-6 22 0,-1 0 0,1 0 0,-1 0 0,1 0 0,0 0 0,0 1 0,0-1 0,-1 0 0,1 1 0,0-1 0,0 0 0,0 1 0,0-1 0,0 1 0,0 0 0,0-1 0,0 1 0,0 0 0,0 0 0,0-1 0,0 1 0,0 0 0,1 0 0,-1 0 0,0 0 0,0 0 0,0 1 0,0-1 0,0 0 0,0 0 0,0 1 0,0-1 0,0 1 0,1 0 0,5 2 0,1 0 0,-1 1 0,10 6 0,-14-8 0,59 45 0,-8-6 0,-45-35-341,-1 1 0,1 0-1,11 12 1,-13-11-6485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24575,'9'-35'0,"-9"35"0,0-1 0,0 1 0,0 0 0,0 0 0,0 0 0,0 0 0,0-1 0,0 1 0,0 0 0,0 0 0,0 0 0,0 0 0,0 0 0,0 0 0,0-1 0,0 1 0,1 0 0,-1 0 0,0 0 0,0 0 0,0 0 0,0 0 0,0 0 0,0 0 0,0 0 0,1 0 0,-1-1 0,0 1 0,0 0 0,0 0 0,0 0 0,0 0 0,1 0 0,-1 0 0,0 0 0,0 0 0,0 0 0,0 0 0,0 0 0,1 0 0,-1 0 0,0 0 0,5 7 0,1 10 0,67 251 0,-62-231 0,-3 1 0,-1 0 0,-2 1 0,0 77 0,-5-114 0,0 0 0,0 0 0,0-1 0,0 1 0,0 0 0,1 0 0,-1 0 0,0 0 0,1-1 0,0 1 0,-1 0 0,1-1 0,0 1 0,0 0 0,0-1 0,1 3 0,0-3 0,-1 0 0,0 0 0,1-1 0,-1 1 0,1 0 0,-1-1 0,0 1 0,1-1 0,-1 1 0,1-1 0,0 0 0,-1 0 0,1 0 0,-1 0 0,1 0 0,-1 0 0,1 0 0,-1 0 0,1-1 0,1 0 0,20-3 0,1 1 0,0 0 0,-1 2 0,1 1 0,0 1 0,44 7 0,-61-7 0,23 4 0,-29-5 0,1 0 0,-1 0 0,1 0 0,-1 0 0,0 0 0,1 0 0,-1 0 0,1 0 0,-1-1 0,0 1 0,1-1 0,-1 1 0,0-1 0,1 1 0,-1-1 0,2-1 0,0-3-1365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24575,'0'0'0,"0"0"0,-1-1 0,1 1 0,0 0 0,0 0 0,0-1 0,0 1 0,-1 0 0,1-1 0,0 1 0,0 0 0,0 0 0,0-1 0,0 1 0,0 0 0,0-1 0,0 1 0,0 0 0,0 0 0,0-1 0,0 1 0,0 0 0,0-1 0,0 1 0,0 0 0,0-1 0,0 1 0,0 0 0,1 0 0,-1-1 0,9 3 0,11 10 0,21 23 0,37 27 0,72 38 0,-147-98-227,0 0-1,0-1 1,1 1-1,-1 0 1,8 1-1,-1-2-6598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24575,'-16'10'0,"-4"6"0,-1 3 0,0-2 0,3-2 0,3 0 0,1-3 0,3-1 0,1 0 0,2 1 0,0-2 0,2 0 0,-2 1 0,-1-2 0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3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31 146 24575,'51'130'0,"-33"-90"0,-1 2 0,-3 0 0,11 46 0,-25-73 0,-4-13 0,-2-8 0,-14-23 0,1-1 0,2-1 0,0 0 0,3-2 0,0 0 0,2 0 0,-14-68 0,23 87 0,1 0 0,1 1 0,0-1 0,1 0 0,1 0 0,2-14 0,-2 24 0,0 0 0,0 0 0,0 0 0,1 0 0,-1 0 0,1 0 0,0 1 0,0-1 0,0 1 0,6-7 0,-7 8 0,2 1 0,-1-1 0,0 0 0,0 1 0,1-1 0,-1 1 0,1 0 0,-1 0 0,1 0 0,-1 0 0,1 0 0,0 0 0,-1 1 0,1-1 0,0 1 0,0 0 0,4 0 0,0 0 0,-1 1 0,1 0 0,-1 1 0,0-1 0,0 1 0,0 0 0,0 1 0,0-1 0,0 1 0,9 7 0,4 3 0,28 27 0,-29-23 0,-15-15 0,0 0 0,-1 0 0,0 1 0,1-1 0,-1 1 0,0 0 0,0 0 0,-1-1 0,1 1 0,-1 0 0,1 1 0,-1-1 0,0 0 0,0 0 0,0 0 0,0 5 0,-1-6 0,0 1 0,0-1 0,-1 1 0,1-1 0,-1 0 0,1 1 0,-1-1 0,0 0 0,0 0 0,0 0 0,0 1 0,0-1 0,-1 0 0,1 0 0,-1-1 0,1 1 0,-1 0 0,1 0 0,-1-1 0,0 1 0,0-1 0,0 1 0,-3 0 0,-1 2 8,0-1-1,-1 0 0,1 0 1,-1-1-1,0 0 1,0 0-1,0-1 0,-12 2 1,-5-2-232,-30-2 0,26-1-760,15 2-5842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16 207 24575,'5'21'0,"-5"-17"0,-3-14 0,-3-22 0,1-1 0,1 0 0,2-63 0,2 81-1365,0 2-5461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24575,'0'10'0,"0"6"0,3 0 0,0 0 0,0-1 0,3 1 0,-1-1 0,2-3 0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24575,'5'-5'0,"2"0"0,-1 5 0,0 4 0,-3 6 0,-1 5 0,0-1-8191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5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24575,'5'10'0,"0"0"0,1 0 0,0-1 0,0 0 0,1 0 0,1 0 0,-1-1 0,14 11 0,-18-17 0,0 0 0,0-1 0,0 1 0,1-1 0,-1 0 0,0 0 0,1 0 0,-1 0 0,1-1 0,-1 1 0,1-1 0,-1 0 0,1 0 0,0 0 0,4-1 0,-5 1 0,0-1 0,-1 0 0,1 1 0,0-1 0,-1 0 0,1 0 0,-1-1 0,1 1 0,-1 0 0,1-1 0,-1 0 0,0 1 0,0-1 0,0 0 0,0 0 0,0 0 0,0 0 0,0-1 0,2-3 0,4-20 0,-8 22 0,1 1 0,-1 0 0,1 0 0,0 0 0,0 0 0,1 0 0,-1 0 0,0 0 0,1 1 0,2-4 0,-3 5 0,-1 1 0,1-1 0,-1 1 0,1 0 0,-1 0 0,1-1 0,-1 1 0,1 0 0,-1 0 0,1 0 0,-1 0 0,1-1 0,-1 1 0,1 0 0,0 0 0,-1 0 0,1 0 0,-1 0 0,1 0 0,-1 1 0,1-1 0,0 0 0,-1 0 0,1 0 0,-1 0 0,1 1 0,-1-1 0,1 0 0,-1 0 0,1 1 0,-1-1 0,0 0 0,2 2 0,15 15 0,-12-11 0,23 27 0,10 10 0,-34-39 0,0 0 0,0-1 0,0 0 0,1 1 0,0-2 0,-1 1 0,1 0 0,6 1 0,-10-4 0,0 1 0,0-1 0,0 0 0,0 0 0,0 1 0,0-1 0,0 0 0,-1 0 0,1 0 0,0 0 0,0 0 0,0 0 0,0-1 0,0 1 0,0 0 0,0 0 0,0-1 0,0 1 0,0-1 0,-1 1 0,1 0 0,0-1 0,0 0 0,0 1 0,-1-1 0,1 1 0,0-1 0,-1 0 0,1 0 0,-1 1 0,1-1 0,0 0 0,-1 0 0,0 0 0,1 1 0,-1-1 0,0 0 0,1 0 0,-1 0 0,0 0 0,0 0 0,0 0 0,1-1 0,0-7 0,-1 0 0,1 1 0,-2-17 0,0 16 0,1 3 0,0 4 0,-1 0 0,1 1 0,0-1 0,0 0 0,0 0 0,0 0 0,0 1 0,0-1 0,1 0 0,-1 0 0,0 1 0,2-3 0,-2 4 0,0 0 0,1 0 0,-1 0 0,1 0 0,-1-1 0,1 1 0,-1 0 0,0 0 0,1 0 0,-1 0 0,1 1 0,-1-1 0,1 0 0,-1 0 0,0 0 0,1 0 0,-1 0 0,1 0 0,-1 1 0,0-1 0,1 0 0,-1 0 0,1 1 0,-1-1 0,0 0 0,1 0 0,-1 1 0,0-1 0,1 1 0,11 11 0,-11-11 0,12 13 0,1 0 0,1-1 0,29 21 0,-38-30 0,1-1 0,-1 1 0,1-1 0,0 0 0,0-1 0,0 1 0,1-1 0,-1-1 0,0 0 0,1 0 0,-1 0 0,1-1 0,8 0 0,-12-1 0,-1 1 0,0-1 0,1 1 0,-1-1 0,0 0 0,0 0 0,0-1 0,0 1 0,0-1 0,0 1 0,0-1 0,0 0 0,-1 0 0,5-4 0,-4 2 0,1 0 0,-1 0 0,-1 0 0,1 0 0,0-1 0,-1 1 0,0-1 0,3-8 0,-2-4 0,1 1 0,-2-1 0,0 0 0,-1-29 0,-1 33 0,0 1 0,-1-1 0,0 0 0,-1 0 0,-1 0 0,0 1 0,-9-24 0,12 35 0,-1 0 0,1 0 0,-1 0 0,1 0 0,-1 0 0,1 0 0,-1 0 0,0 0 0,1 0 0,-1 0 0,0 0 0,0 1 0,0-1 0,0 0 0,0 0 0,0 1 0,0-1 0,0 1 0,0-1 0,0 1 0,0-1 0,0 1 0,0 0 0,0-1 0,0 1 0,-1 0 0,1 0 0,0 0 0,0 0 0,0 0 0,0 0 0,-1 0 0,1 0 0,0 0 0,0 1 0,0-1 0,0 0 0,0 1 0,0-1 0,0 1 0,0-1 0,0 1 0,0 0 0,0-1 0,0 1 0,0 0 0,0 0 0,0 1 0,-5 3 0,0 2 0,0-1 0,1 1 0,0-1 0,-5 10 0,4-5 0,0 0 0,0 0 0,1 0 0,0 1 0,-4 19 0,8-28 0,0 1 0,0 0 0,1-1 0,0 1 0,0 0 0,0-1 0,0 1 0,0 0 0,1-1 0,-1 1 0,1-1 0,0 1 0,0-1 0,1 1 0,-1-1 0,1 1 0,0-1 0,0 0 0,0 0 0,0 0 0,0 0 0,0 0 0,5 3 0,5 4 0,1-1 0,0-1 0,0 1 0,1-2 0,0 0 0,29 10 0,-2-5 0,55 10 0,38-7 114,-54-8-1593,-66-5-5347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6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24575,'0'10'0,"1"0"0,1 0 0,0-1 0,0 1 0,1 0 0,0-1 0,1 1 0,-1-1 0,2 0 0,8 14 0,-5-12 0,0 0 0,0-1 0,1 0 0,0 0 0,0-1 0,1 0 0,18 12 0,-27-20 0,0 0 0,0 0 0,0 0 0,1 0 0,-1-1 0,0 1 0,1-1 0,-1 1 0,0-1 0,1 1 0,-1-1 0,1 1 0,-1-1 0,1 0 0,-1 0 0,1 0 0,-1 0 0,0 0 0,1 0 0,-1 0 0,1-1 0,-1 1 0,1 0 0,-1-1 0,2 0 0,-1-1 0,-1 1 0,0 0 0,0-1 0,1 1 0,-1-1 0,0 0 0,0 1 0,0-1 0,-1 0 0,1 0 0,0 1 0,-1-1 0,1 0 0,-1 0 0,1 0 0,-1 0 0,0 0 0,0-3 0,-1-66 0,-1 47 0,3-32 0,-1 55 0,0-1 0,0 1 0,0 0 0,1 0 0,-1 0 0,0 0 0,0 0 0,0 0 0,1 0 0,-1 0 0,1 0 0,-1 0 0,1 0 0,-1 0 0,1 1 0,-1-1 0,1 0 0,0 0 0,0 0 0,-1 1 0,1-1 0,1-1 0,-1 2 0,1 0 0,-1 0 0,0-1 0,0 1 0,0 0 0,0 0 0,0 0 0,0 0 0,0 1 0,0-1 0,1 0 0,-1 0 0,0 1 0,0-1 0,0 0 0,0 1 0,1 0 0,5 4 0,0 0 0,0 0 0,0 0 0,6 8 0,45 50 0,-20-19 0,-23-27 0,2 2 0,1-1 0,39 31 0,-49-44 120,-8-5-145,0 0 0,0 0-1,0 0 1,0 1 0,1-1 0,-1 0 0,0 0 0,0 0-1,0 0 1,0 0 0,0 0 0,0 0 0,0 0 0,1 0-1,-1 0 1,0 0 0,0 0 0,0 0 0,0 0 0,0 0-1,0 0 1,1 0 0,-1 0 0,0 0 0,0 0 0,0 0-1,0 0 1,0 0 0,0 0 0,0 0 0,1 0 0,-1 0-1,0 0 1,0 0 0,0 0 0,0 0 0,0 0 0,0-1-1,0 1 1,0 0 0,1 0 0,-1 0 0,0 0 0,0 0-1,0 0 1,0 0 0,0 0 0,0-1 0,0 1 0,0 0-1,0 0 1,0 0 0,0 0 0,0 0 0,0 0 0,0-1-1,0 1 1,0 0 0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 24575,'0'0'0,"0"0"0,-1 0 0,1 0 0,0 0 0,0 0 0,-1 0 0,1 0 0,0 0 0,0 0 0,-1 1 0,1-1 0,0 0 0,0 0 0,0 0 0,-1 0 0,1 0 0,0 0 0,0 1 0,0-1 0,-1 0 0,1 0 0,0 0 0,0 1 0,0-1 0,0 0 0,0 0 0,0 0 0,0 1 0,-1-1 0,1 0 0,0 0 0,0 1 0,0-1 0,0 0 0,1 13 0,8 12 0,-9-24 0,5 9 0,0 0 0,1 0 0,0 0 0,0-1 0,1 0 0,10 10 0,-11-13 0,0 0 0,0-1 0,1 1 0,-1-1 0,1-1 0,0 1 0,1-1 0,-1-1 0,10 4 0,-15-6 0,0 0 0,0-1 0,1 1 0,-1-1 0,0 1 0,0-1 0,0 0 0,1 0 0,-1 0 0,0 0 0,0 0 0,1 0 0,-1-1 0,0 1 0,0-1 0,0 0 0,0 0 0,4-1 0,-4 0 0,0 0 0,0 1 0,0-1 0,0 0 0,-1 0 0,1 0 0,-1 0 0,1 0 0,-1-1 0,0 1 0,0 0 0,0-1 0,2-4 0,-1-6 0,1 0 0,-2 0 0,0 0 0,-1-26 0,0 38 0,-6-44 0,2 25 0,4 19 0,0 1 0,0-1 0,-1 1 0,1-1 0,0 1 0,0-1 0,0 1 0,0-1 0,0 0 0,0 1 0,0-1 0,0 1 0,0-1 0,0 1 0,1-1 0,-1 1 0,0-1 0,0 1 0,0-1 0,1 1 0,-1-2 0,1 2 0,-1 0 0,1 0 0,-1 1 0,1-1 0,-1 0 0,0 0 0,1 0 0,-1 0 0,1 1 0,-1-1 0,0 0 0,1 0 0,-1 0 0,0 1 0,1-1 0,-1 0 0,0 1 0,1-1 0,-1 0 0,0 1 0,18 23 0,-17-23 0,12 19 0,0-1 0,2-1 0,0 0 0,1-1 0,1 0 0,37 27 0,-49-40 0,0 0 0,0-1 0,1 0 0,-1 0 0,1-1 0,8 3 0,-13-4 0,0-1 0,1 0 0,-1 0 0,0 0 0,1 0 0,-1 0 0,0 0 0,1 0 0,-1 0 0,0 0 0,1-1 0,-1 1 0,0-1 0,0 1 0,1-1 0,-1 1 0,0-1 0,0 0 0,0 1 0,0-1 0,0 0 0,0 0 0,0 0 0,0 0 0,0 0 0,0 0 0,0 0 0,0 0 0,-1-1 0,1 1 0,-1 0 0,1 0 0,-1 0 0,1-1 0,0 0 0,1-10 0,1 0 0,-1 1 0,-1-1 0,0 0 0,-1 0 0,0 0 0,-2-16 0,0-6 0,4 34 0,2 4 0,7 11 0,-8-11 0,4 5 0,0 0 0,1-1 0,0 0 0,15 12 0,-21-18 0,1 0 0,0 0 0,0-1 0,0 1 0,0-1 0,0 0 0,0 0 0,1 0 0,3 1 0,-6-2 0,1 0 0,0 0 0,0 0 0,-1 0 0,1 0 0,0-1 0,0 1 0,-1 0 0,1-1 0,0 0 0,-1 1 0,1-1 0,0 0 0,-1 0 0,1 1 0,-1-1 0,0 0 0,3-2 0,-3 2 0,0-1 0,0 1 0,1 0 0,-1 0 0,0 0 0,1 0 0,-1 1 0,1-1 0,-1 0 0,1 1 0,-1-1 0,1 1 0,-1-1 0,1 1 0,0 0 0,-1-1 0,1 1 0,0 0 0,-1 0 0,1 0 0,0 0 0,-1 1 0,1-1 0,-1 0 0,1 1 0,0-1 0,-1 1 0,4 1 0,1 0 0,-4-1 0,-1-1 0,1 1 0,0-1 0,-1 1 0,1-1 0,0 0 0,-1 0 0,1 0 0,0 0 0,-1 0 0,1 0 0,0 0 0,-1-1 0,1 1 0,0-1 0,-1 1 0,1-1 0,-1 1 0,1-1 0,-1 0 0,1 0 0,-1 0 0,1 0 0,1-1 0,-1-1 0,0 0 0,0 0 0,-1 0 0,1 0 0,0 0 0,-1 0 0,0 0 0,0-1 0,0 1 0,1-6 0,-2 7 0,1 1 0,-1 0 0,0 0 0,1 0 0,-1 0 0,0 0 0,1-1 0,-1 1 0,1 0 0,0 0 0,-1 0 0,1 0 0,0 1 0,1-2 0,-2 1 0,0 1 0,1 0 0,-1 0 0,1 0 0,-1-1 0,1 1 0,-1 0 0,1 0 0,-1 0 0,1 0 0,-1 0 0,1 0 0,-1 0 0,1 0 0,-1 0 0,1 0 0,0 0 0,-1 0 0,1 0 0,-1 0 0,1 0 0,0 1 0,3 1 0,0 1 0,-1 0 0,1-1 0,0 1 0,5 7 0,6 4 0,-13-13 0,0 1 0,0 0 0,0-1 0,0 0 0,0 1 0,0-1 0,1 0 0,-1 0 0,0 0 0,1-1 0,-1 1 0,1-1 0,-1 1 0,1-1 0,-1 0 0,1 1 0,-1-1 0,1-1 0,-1 1 0,1 0 0,-1-1 0,0 1 0,1-1 0,-1 0 0,1 1 0,-1-1 0,3-2 0,0 1 0,1 0 0,0 0 0,-1 0 0,1 1 0,0 0 0,0 0 0,0 0 0,0 1 0,10 1 0,-13-1 0,0 1 0,0 0 0,0 0 0,0 0 0,0 0 0,0 0 0,0 1 0,-1-1 0,1 1 0,0 0 0,-1 0 0,0 0 0,1 0 0,-1 0 0,0 0 0,0 1 0,0-1 0,0 1 0,-1-1 0,3 5 0,2 6-1365,-2 0-5461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18 24575,'-3'-16'0,"3"14"0,1 4 0,6 29 0,16 142 0,-12-83 0,-8-61 0,0 32 0,-2-66 0,-1 1 0,0-1 0,1 1 0,0 0 0,0-1 0,0 1 0,1 0 0,-1-1 0,1 1 0,0 0 0,3-4 0,-3 5 0,0 0 0,0 1 0,0 0 0,0-1 0,1 1 0,-1 0 0,1 0 0,-1 0 0,1 1 0,0-1 0,0 1 0,0-1 0,0 1 0,0 0 0,0 0 0,0 0 0,0 1 0,5-2 0,2 2 0,-1-1 0,1 1 0,0 1 0,-1-1 0,1 2 0,-1-1 0,0 1 0,1 1 0,15 6 0,-2 2 0,-1 1 0,31 22 0,-37-24 0,-10-8 0,-1 1 0,0 0 0,-1 0 0,1 1 0,0-1 0,-1 1 0,0 0 0,0 0 0,7 10 0,-11-14 0,0 1 0,1-1 0,-1 1 0,0-1 0,0 1 0,0 0 0,0-1 0,0 1 0,0-1 0,0 1 0,0 0 0,0-1 0,0 1 0,0-1 0,0 1 0,0 0 0,0-1 0,0 1 0,0-1 0,-1 1 0,1-1 0,0 1 0,-1 0 0,1-1 0,-1 1 0,0 0 0,0 1 0,0-1 0,-1 0 0,1 0 0,-1 0 0,1 0 0,-1 0 0,1-1 0,-3 2 0,-2 0 0,0 0 0,-1 0 0,-10 1 0,-7-1 0,0-1 0,1-1 0,-1-1 0,0-1 0,-45-10 0,69 12 0,0 0 0,0 0 0,0 0 0,0 0 0,0 0 0,0 0 0,-1 0 0,1 0 0,0 0 0,0 0 0,0 0 0,0 0 0,0 0 0,0 0 0,0 0 0,0 0 0,0 0 0,0 0 0,0 0 0,0 0 0,0 0 0,0 0 0,0 0 0,0 0 0,0-1 0,0 1 0,0 0 0,0 0 0,-1 0 0,1 0 0,0 0 0,0 0 0,0 0 0,0 0 0,0 0 0,0 0 0,0 0 0,0 0 0,0 0 0,0 0 0,0 0 0,0 0 0,0 0 0,0 0 0,0-1 0,0 1 0,0 0 0,0 0 0,0 0 0,0 0 0,0 0 0,0 0 0,0 0 0,0 0 0,1 0 0,-1 0 0,0 0 0,0 0 0,0 0 0,0 0 0,0 0 0,0 0 0,0 0 0,0 0 0,0 0 0,0 0 0,0-1 0,6-2 0,9-2 0,9 1 0,1 2 0,-1 0 0,37 4 0,40-4 0,-91 1 0,1 0 0,-1-1 0,1-1 0,-1 1 0,0-2 0,0 0 0,13-6 0,-20 8 0,0 0 0,0 0 0,0 0 0,0-1 0,0 1 0,0-1 0,-1 0 0,1 1 0,-1-1 0,0 0 0,0-1 0,0 1 0,0 0 0,-1 0 0,1-1 0,-1 1 0,2-8 0,-1 2 0,-1-1 0,0 1 0,-1-1 0,0 1 0,-2-19 0,1 25 0,0 1 0,1-1 0,-1 1 0,0 0 0,0-1 0,0 1 0,0 0 0,0 0 0,-1-1 0,1 1 0,-1 0 0,0 1 0,1-1 0,-3-2 0,3 3 0,0 1 0,1-1 0,-1 1 0,0-1 0,0 1 0,0-1 0,1 1 0,-1 0 0,0-1 0,0 1 0,0 0 0,0 0 0,1 0 0,-1 0 0,0-1 0,0 1 0,0 0 0,0 0 0,0 1 0,0-1 0,1 0 0,-1 0 0,0 0 0,0 1 0,0-1 0,0 0 0,1 1 0,-1-1 0,0 0 0,0 1 0,1-1 0,-1 1 0,0 0 0,1-1 0,-1 1 0,1-1 0,-1 1 0,0 0 0,1 0 0,-1-1 0,1 1 0,0 0 0,-1 0 0,1 0 0,-2 2 0,1 0 0,-1 0 0,1 0 0,0 1 0,0-1 0,0 0 0,0 0 0,1 1 0,-1-1 0,1 0 0,0 1 0,0-1 0,0 0 0,1 1 0,-1-1 0,1 0 0,-1 0 0,3 6 0,0-3 0,-1-1 0,1 0 0,0 1 0,0-1 0,1-1 0,-1 1 0,1 0 0,0-1 0,8 6 0,2 1 0,0-1 0,0-1 0,1 0 0,1-1 0,-1 0 0,1-2 0,1 0 0,-1-1 0,29 6 0,-2-4 0,0-3 0,73 0 0,-108-4 0,0 0 0,1-1 0,-2 0 0,1 0 0,0-1 0,0 0 0,11-4 0,-17 5 0,0 0 0,0 0 0,0 0 0,0 0 0,0 0 0,-1-1 0,1 1 0,0-1 0,-1 1 0,1-1 0,-1 0 0,1 0 0,-1 1 0,0-1 0,0 0 0,0 0 0,0 0 0,0-1 0,0 1 0,-1 0 0,1 0 0,-1 0 0,1 0 0,-1-1 0,0 1 0,0 0 0,0 0 0,0-1 0,0 1 0,-1-4 0,-1-1 0,1 0 0,-1 0 0,-1 1 0,1-1 0,-1 1 0,-8-13 0,-27-33 0,26 38 0,1-1 0,-12-20 0,20 29 0,-14-29 0,16 33 0,0-1 0,1 1 0,-1-1 0,0 1 0,1-1 0,0 0 0,-1 1 0,1-1 0,0 1 0,0-1 0,1-4 0,0 6 6,-1 0-1,0 0 0,1 0 1,-1 0-1,1 0 0,-1 0 1,1 1-1,0-1 1,-1 0-1,1 0 0,0 1 1,-1-1-1,1 0 0,0 1 1,0-1-1,0 1 0,0-1 1,0 1-1,-1-1 0,1 1 1,1-1-1,21-2-1488,-10 2-5343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9:5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47 24575,'-20'-11'0,"-9"-2"0,-3 0 0,5 3-8191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24575,'0'0'0,"1"-1"0,-1 0 0,1 1 0,-1-1 0,1 1 0,-1-1 0,1 1 0,0-1 0,-1 1 0,1 0 0,0-1 0,-1 1 0,1 0 0,0-1 0,0 1 0,-1 0 0,1 0 0,0 0 0,0 0 0,-1-1 0,1 1 0,0 0 0,0 0 0,-1 1 0,1-1 0,1 0 0,-1 1 0,0-1 0,0 1 0,0 0 0,0 0 0,0 0 0,-1-1 0,1 1 0,0 0 0,0 0 0,-1 0 0,1 0 0,-1 0 0,1 1 0,-1-1 0,1 1 0,2 7 0,0 1 0,-1 0 0,1 12 0,-3-17 0,8 40 0,1 0 0,21 57 0,40 83 0,-19-54 0,-36-82-1365,-10-40-5461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1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46 24575,'-31'-5'0,"-11"-1"0,-2-3 0,1 0 0,7 2 0,5 3 0,7 0 0,4 3 0,4 0 0,1 1 0,4 3 0,0 1 0,1 2 0,1 3 0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44 24575,'-5'-1'0,"-10"-2"0,-29-4 0,41 7 0,-1 0 0,1 0 0,0 0 0,0 0 0,0 0 0,0 1 0,0-1 0,0 1 0,0 0 0,0 0 0,0 0 0,0 0 0,0 1 0,0-1 0,-4 4 0,6-4 0,0 0 0,0 0 0,1 0 0,-1 0 0,0 0 0,1 0 0,-1 0 0,1 0 0,-1 0 0,1 0 0,0 1 0,-1-1 0,1 0 0,0 0 0,0 0 0,0 1 0,0-1 0,0 0 0,0 0 0,0 1 0,0-1 0,0 0 0,1 0 0,-1 0 0,0 1 0,1-1 0,-1 0 0,1 0 0,0 0 0,-1 0 0,2 2 0,1 2 0,1 0 0,0 0 0,0-1 0,9 9 0,1-1 0,1 0 0,1-1 0,29 15 0,-36-21 0,0 0 0,1-1 0,0-1 0,0 0 0,0 0 0,0-1 0,0 0 0,15 1 0,-23-3 0,-1 0 0,0 0 0,1 0 0,-1 0 0,1-1 0,-1 1 0,0 0 0,1 0 0,-1-1 0,0 1 0,0-1 0,1 0 0,-1 1 0,0-1 0,0 0 0,0 0 0,0 1 0,1-1 0,-1 0 0,-1 0 0,3-2 0,-2 2 0,-1-1 0,1 0 0,0 0 0,0 0 0,-1 0 0,1 0 0,-1 0 0,1 0 0,-1 0 0,0 0 0,0 0 0,0-4 0,-1 0 0,0-1 0,0 1 0,0 0 0,-1 0 0,0 1 0,0-1 0,-1 0 0,-5-9 0,3 7-85,-1 0 0,-1 0-1,0 1 1,0-1 0,0 2-1,-1-1 1,0 1 0,0 0-1,-1 1 1,1-1 0,-1 2-1,0-1 1,-1 1 0,1 1-1,-18-5 1,7 4-6741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91 224 24575,'7'-9'0,"9"-14"0,14-27 0,-26 43 0,-1 0 0,0 0 0,0 0 0,-1 0 0,0-1 0,0 1 0,0-1 0,0-14 0,-2 20 0,0-1 0,0 1 0,0-1 0,-1 1 0,1-1 0,-1 1 0,1-1 0,-1 1 0,0-1 0,0 1 0,0 0 0,0 0 0,-1-1 0,1 1 0,0 0 0,-1 0 0,0 0 0,1 0 0,-1 1 0,0-1 0,0 0 0,0 1 0,0-1 0,0 1 0,0 0 0,0 0 0,-1-1 0,1 2 0,0-1 0,-1 0 0,1 0 0,-1 1 0,1-1 0,-1 1 0,1 0 0,-4 0 0,1-1 0,1 2 0,-1-1 0,1 0 0,-1 1 0,0 0 0,1 0 0,-1 0 0,1 0 0,-1 1 0,1 0 0,0 0 0,0 0 0,0 0 0,0 1 0,0-1 0,0 1 0,1 0 0,-1 0 0,-2 4 0,4-4 0,-1 0 0,1 0 0,1 0 0,-1 1 0,0-1 0,1 0 0,-1 1 0,1-1 0,0 1 0,1 0 0,-1-1 0,0 1 0,1 0 0,0-1 0,0 8 0,1-6 0,0 0 0,0 0 0,1 1 0,0-1 0,0 0 0,0 0 0,0-1 0,1 1 0,5 7 0,4 3 0,1-1 0,0-1 0,1 0 0,30 21 0,-25-20 0,1-2 0,31 16 0,-40-23 0,0 0 0,1-1 0,0 0 0,0-1 0,0-1 0,16 3 0,-25-5-91,-1 0 0,1 0 0,-1 0 0,1 0 0,-1-1 0,1 1 0,-1 0 0,1-1 0,-1 0 0,0 0 0,1 0 0,-1 0 0,0 0 0,3-1 0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207 302 24575,'-7'-20'0,"-14"-40"0,-3 1 0,-35-64 0,57 121 0,0-3 0,-1 0 0,-1 0 0,1 0 0,-7-6 0,10 10 0,-1 1 0,1-1 0,-1 1 0,1-1 0,-1 1 0,0-1 0,1 1 0,-1-1 0,0 1 0,1 0 0,-1 0 0,0-1 0,1 1 0,-1 0 0,0 0 0,1-1 0,-1 1 0,0 0 0,0 0 0,1 0 0,-1 0 0,0 0 0,0 0 0,1 0 0,-1 1 0,0-1 0,1 0 0,-1 0 0,0 0 0,0 1 0,1-1 0,-1 0 0,0 1 0,1-1 0,-1 1 0,1-1 0,-1 1 0,1-1 0,-1 1 0,1-1 0,-1 1 0,1-1 0,-1 1 0,0 1 0,-3 5 0,0 0 0,0 1 0,1-1 0,0 1 0,0 0 0,1 0 0,-2 9 0,-6 59 0,10-75 0,-4 58 0,2 2 0,3-1 0,3 0 0,2-1 0,3 1 0,2-1 0,3-1 0,32 84 0,-36-117-455,1 0 0,22 36 0,-18-38-6371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230 101 24575,'-27'-17'0,"-12"-7"0,-2 2 0,3 4 0,7 5 0,7 8 0,6 4 0,6 2-8191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214 125 24575,'-12'-13'0,"0"-2"0,-2 1 0,1 0 0,-1 1 0,-1 0 0,-1 1 0,-18-11 0,32 22 0,0 0 0,1 0 0,-1 0 0,0 0 0,0 1 0,0-1 0,0 1 0,0-1 0,0 1 0,0 0 0,-1-1 0,1 1 0,0 0 0,0 1 0,0-1 0,0 0 0,0 0 0,0 1 0,0-1 0,0 1 0,-3 1 0,2 0 0,1 0 0,0-1 0,0 1 0,0 0 0,1 0 0,-1 0 0,0 0 0,1 0 0,-1 1 0,1-1 0,0 0 0,0 1 0,0-1 0,0 1 0,0-1 0,-1 5 0,-2 16 0,1 1 0,1 0 0,1 0 0,3 28 0,-1-19 0,1 25 0,2 0 0,21 97 0,-15-113 0,2 0 0,2 0 0,2-1 0,26 47 0,8 10-1365,-39-75-5461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24575,'28'-14'0,"1"1"0,1 2 0,44-12 0,-54 19 0,-1 1 0,1 0 0,0 2 0,-1 0 0,1 1 0,34 5 0,-40-3 0,5 1 0,1 0 0,24-1 0,-39-2 0,1 0 0,-1-1 0,0 0 0,0 0 0,1 0 0,-1 0 0,0-1 0,0 0 0,0 0 0,0 0 0,-1-1 0,1 1 0,5-5 0,-10 7 0,0-1 0,0 1 0,0 0 0,1 0 0,-1 0 0,0-1 0,0 1 0,0 0 0,1 0 0,-1 0 0,0 0 0,0 0 0,1-1 0,-1 1 0,0 0 0,0 0 0,1 0 0,-1 0 0,0 0 0,1 0 0,-1 0 0,0 0 0,0 0 0,1 0 0,-1 0 0,0 0 0,0 0 0,1 0 0,-1 0 0,0 1 0,1-1 0,-1 0 0,0 0 0,0 0 0,1 0 0,3 12 0,-5 22 0,1-27 0,0 4-170,1 0-1,0 1 0,0-1 1,1 0-1,1 0 0,0 0 1,5 12-1,-4-14-6655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24575,'2'-12'0,"2"-2"0,-1 4 0,0 6 0,-2 6 0,-2 6 0,-2 3 0,0 1-8191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17 24575,'-3'-2'0,"-1"0"0,0-1 0,-1 2 0,1-1 0,0 0 0,-1 1 0,1 0 0,0 0 0,-9-1 0,11 2 0,1 0 0,-1 1 0,1-1 0,-1 0 0,1 0 0,-1 1 0,1-1 0,-1 1 0,1-1 0,-1 1 0,1 0 0,-1 0 0,1-1 0,0 1 0,0 0 0,-1 0 0,1 0 0,0 0 0,0 1 0,0-1 0,0 0 0,0 0 0,0 1 0,1-1 0,-1 1 0,0-1 0,1 0 0,-1 1 0,1-1 0,-1 1 0,0 2 0,-1 6 0,0 1 0,1 0 0,0-1 0,0 1 0,1 0 0,1 0 0,0 0 0,0-1 0,1 1 0,1 0 0,-1-1 0,2 0 0,-1 1 0,2-1 0,4 9 0,-4-13 0,-1 0 0,1 0 0,0-1 0,1 0 0,-1 0 0,1 0 0,0-1 0,0 1 0,1-1 0,-1-1 0,1 1 0,0-1 0,13 4 0,-12-5 0,0 0 0,0 0 0,1-1 0,-1 0 0,0 0 0,0-1 0,0 0 0,1-1 0,-1 0 0,0 0 0,0 0 0,11-4 0,-15 3 0,0 0 0,-1 0 0,1 0 0,-1 0 0,1-1 0,-1 1 0,0-1 0,0 0 0,0 0 0,-1 0 0,1 0 0,-1-1 0,1 1 0,-1-1 0,0 1 0,2-8 0,2-5 0,0 0 0,5-30 0,-7 27 0,0-4 0,-4 18 0,1 0 0,0 0 0,0 0 0,0 1 0,3-9 0,-4 13 0,0 0 0,0 0 0,0-1 0,0 1 0,0 0 0,0 0 0,0 0 0,1 0 0,-1 0 0,0 0 0,0 0 0,0-1 0,0 1 0,0 0 0,0 0 0,0 0 0,1 0 0,-1 0 0,0 0 0,0 0 0,0 0 0,0 0 0,0 0 0,0 0 0,1 0 0,-1 0 0,0 0 0,0 0 0,0 0 0,0 0 0,0 0 0,1 0 0,-1 0 0,0 0 0,0 0 0,0 0 0,0 0 0,0 0 0,0 0 0,1 0 0,-1 0 0,0 0 0,0 0 0,0 0 0,0 1 0,7 7 0,2 11 0,0 1-273,1-1 0,1 0 0,0 0 0,27 31 0,-31-41-6553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24575,'10'13'0,"4"6"0,-2 5 0,-1 4 0,-4 2 0,-3 1 0,-1-3 0,-2-5-8191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19 226 24575,'4'-38'0,"-1"10"0,0 0 0,-2-1 0,-1 1 0,-5-35 0,5 62 0,0 1 0,0-1 0,0 0 0,0 1 0,0-1 0,-1 1 0,1-1 0,0 0 0,0 1 0,0-1 0,-1 0 0,1 1 0,0-1 0,-1 1 0,1-1 0,-2 0 0,2 1 0,0 0 0,0 0 0,-1 0 0,1 0 0,0 0 0,0 0 0,-1 0 0,1 0 0,0 0 0,0 0 0,0 1 0,-1-1 0,1 0 0,0 0 0,0 0 0,0 0 0,-1 0 0,1 1 0,0-1 0,0 0 0,0 0 0,0 0 0,-1 1 0,1-1 0,0 0 0,0 0 0,0 1 0,0-1 0,-8 22 0,5-1 0,1-1 0,1 0 0,1 0 0,0 1 0,2-1 0,5 28 0,-4-37 0,0-1 0,1 1 0,0-1 0,1 0 0,11 18 0,-12-22 0,0 0 0,0 0 0,1-1 0,0 0 0,0 0 0,0 0 0,0 0 0,1-1 0,0 0 0,7 4 0,-11-7 0,0 0 0,0 0 0,0 0 0,0-1 0,0 1 0,0 0 0,0-1 0,0 0 0,0 0 0,1 0 0,-1 0 0,0 0 0,0 0 0,0 0 0,0 0 0,0-1 0,0 1 0,4-3 0,-3 2 0,0-1 0,0 0 0,0 0 0,-1 0 0,1 0 0,-1-1 0,1 1 0,-1-1 0,0 1 0,3-6 0,2-5 0,0 0 0,-1-1 0,-1 0 0,5-18 0,-7 18 0,-1-1 0,0 1 0,0-26 0,0 6 0,1 20 0,0 11 0,2 8 0,2 12 0,0 0 0,17 26 0,-19-37 0,0 1 0,0-1 0,0 1 0,1-1 0,0-1 0,0 1 0,1-1 0,10 6 0,-16-10 0,1 0 0,0 0 0,-1 0 0,1 0 0,-1-1 0,1 1 0,0-1 0,-1 1 0,1-1 0,0 0 0,0 1 0,-1-1 0,1 0 0,0 0 0,0 0 0,-1-1 0,1 1 0,0 0 0,0-1 0,-1 1 0,1-1 0,0 1 0,-1-1 0,1 0 0,-1 0 0,1 1 0,1-3 0,2-1 0,0-1 0,-1 0 0,0 0 0,0 0 0,7-11 0,0-1 0,-10 16 0,-1 0 0,1 1 0,-1-1 0,1 1 0,-1-1 0,1 0 0,0 1 0,-1-1 0,1 1 0,0-1 0,0 1 0,-1 0 0,1-1 0,0 1 0,0 0 0,-1-1 0,1 1 0,0 0 0,0 0 0,0 0 0,0 0 0,0 0 0,-1 0 0,1 0 0,0 0 0,0 0 0,0 0 0,0 0 0,-1 0 0,1 1 0,0-1 0,0 0 0,0 1 0,-1-1 0,1 0 0,0 1 0,-1-1 0,1 1 0,0-1 0,-1 1 0,1 0 0,0 0 0,5 5 0,-1 0 0,0 0 0,8 13 0,-3-5 0,25 23-1365,-23-26-5461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24575,'2'-3'0,"-1"0"0,1 0 0,0 0 0,0 0 0,0 0 0,0 0 0,1 0 0,-1 1 0,4-4 0,-5 6 0,-1 0 0,1-1 0,0 1 0,-1 0 0,1-1 0,0 1 0,-1 0 0,1 0 0,0 0 0,0 0 0,-1-1 0,1 1 0,0 0 0,-1 0 0,1 0 0,0 0 0,0 1 0,-1-1 0,2 0 0,0 1 0,-1 0 0,0-1 0,0 1 0,0 0 0,1 0 0,-1 0 0,0 0 0,0 0 0,0 0 0,0 0 0,-1 0 0,1 1 0,1 1 0,7 13 0,-2 1 0,1 0 0,7 28 0,9 58 0,-18-72 0,98 415 0,-100-426-1365,-1-4-5461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23 24575,'-30'-7'0,"-13"-1"0,-6 2 0,0 4 0,3 5 0,5 2 0,7 0 0,8-1-8191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0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3 0,0 5 0,-2 4 0,0 3 0,0 3 0,-1 0 0,0 2 0,0-3-8191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2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24575,'0'-29'0,"0"20"0,0 21 0,1 12 0,1-1 0,1 1 0,1-1 0,8 24 0,34 90 0,-43-131-113,-1 2-96,1-1 1,0 0-1,0-1 0,1 1 1,8 12-1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2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24575,'11'-17'0,"7"-7"0,4-1 0,3 4 0,2 5 0,2 6 0,1 4 0,0 3 0,-2 2 0,-2 2 0,-1 0 0,-4 0 0,-2 0 0,-7-1 0,-8 1 0,-8-1 0,-4 0 0,-3 0-8191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24575,'2'5'0,"4"2"0,3-1 0,3-1 0,1-1 0,2-2 0,0 0 0,0-2 0,1 0 0,-1 0 0,3 0 0,0-1 0,0 4 0,0 0 0,-2 0 0,-2-1-8191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24575,'5'12'0,"2"10"0,2 3 0,-1 0 0,2 1 0,0-2 0,0-2 0,0-2 0,-2-3 0,1-1 0,-2-1 0,1 0 0,-1-6 0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24575,'17'-13'0,"9"-6"0,2 0 0,-1 3 0,-2 4 0,-4 4 0,-2 4 0,-5 5 0,-7 2 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3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24575,'23'2'0,"9"1"0,3-2 0,-3-2 0,-4 0 0,-4 0 0,-4-1 0,-3 1 0,-4-2 0,-2 0 0,-3-3 0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4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24575,'1'0'0,"1"0"0,0 0 0,0 1 0,-1 0 0,1-1 0,0 1 0,0 0 0,-1-1 0,1 1 0,-1 0 0,1 0 0,-1 0 0,1 1 0,-1-1 0,2 3 0,18 22 0,-19-24 0,37 61 0,41 89 0,-68-128 0,-7-11-98,-5-13 102,0 0 1,-1 0-1,1 0 1,0 0-1,0 1 1,0-1-1,0 0 1,0 0-1,-1 0 1,1 0-1,0 0 0,0 0 1,0 0-1,0 0 1,0 0-1,-1 0 1,1 0-1,0 0 1,0 0-1,0 0 1,0 0-1,0 0 1,-1 0-1,1 0 0,0 0 1,0 0-1,0 0 1,0-1-1,0 1 1,-1 0-1,1 0 1,0 0-1,0 0 1,0 0-1,0 0 1,0 0-1,0 0 0,0-1 1,0 1-1,-1 0 1,-19-19-687,17 16-86,-7-6-6058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4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660 46 24575,'-66'-8'0,"-127"1"0,-14-8 133,36 0-1631,148 15-5328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1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24575,'-2'5'0,"-4"5"0,-1 2 0,-1 2 0,0 1 0,0 1 0,0 0 0,0-1 0,-2 1 0,1-1 0,0-2 0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24575,'0'8'0,"0"1"0,0-1 0,0 1 0,0 0 0,1 0 0,1 0 0,0-1 0,0 1 0,0-1 0,5 9 0,-2-6 0,1 0 0,0-1 0,1 0 0,0-1 0,1 1 0,0-1 0,0-1 0,10 9 0,-14-14 0,-1 0 0,1-1 0,0 1 0,0-1 0,0 0 0,0 0 0,0 0 0,0 0 0,0-1 0,1 1 0,-1-1 0,0 0 0,1-1 0,-1 1 0,1-1 0,-1 0 0,1 0 0,0 0 0,-1-1 0,1 1 0,-1-1 0,0 0 0,1-1 0,5-1 0,-8 1 0,1 0 0,-1 1 0,0-1 0,1 0 0,-1 0 0,0 0 0,0-1 0,-1 1 0,1 0 0,0-1 0,-1 1 0,1-1 0,-1 1 0,0-1 0,0 0 0,0 0 0,0 1 0,-1-1 0,1-4 0,1-6 0,0 0 0,-1-23 0,-1 29 0,0 4 0,-1-1 0,2 0 0,-1 1 0,0-1 0,1 0 0,1-5 0,-2 9 0,0-1 0,0 1 0,1-1 0,-1 1 0,0 0 0,0-1 0,1 1 0,-1-1 0,0 1 0,1 0 0,-1-1 0,0 1 0,1 0 0,-1-1 0,1 1 0,-1 0 0,0 0 0,1 0 0,-1-1 0,1 1 0,0 0 0,0 0 0,0 0 0,1 0 0,-1 0 0,0 0 0,0 0 0,0 1 0,0-1 0,0 0 0,0 1 0,0-1 0,0 1 0,0-1 0,2 2 0,8 6 0,0 0 0,0 1 0,12 13 0,10 8 0,-24-22-119,5 4-296,1-1-1,21 13 1,-23-18-6411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44 24575,'-5'-1'0,"-5"-4"0,0 1 0,0 0 0,-1 1 0,0 0 0,0 0 0,1 1 0,-1 1 0,-15-1 0,24 2 0,1 0 0,-1 0 0,1 1 0,0-1 0,-1 0 0,1 0 0,-1 1 0,1-1 0,-1 1 0,1-1 0,0 1 0,0 0 0,-1 0 0,1-1 0,0 1 0,0 0 0,0 0 0,0 0 0,0 0 0,0 0 0,0 0 0,-2 3 0,3-2 0,-1 0 0,0 0 0,1 0 0,-1 0 0,1 1 0,0-1 0,0 0 0,0 0 0,0 1 0,0-1 0,0 0 0,0 0 0,2 4 0,1 3 0,0-1 0,0 1 0,1 0 0,0-1 0,11 16 0,8 5 0,1-1 0,55 48 0,-45-45 0,-30-28 0,17 19 0,-20-21 0,0 0 0,0-1 0,-1 1 0,1 0 0,0 0 0,-1 0 0,1 0 0,-1 0 0,1 0 0,-1 0 0,0 0 0,1 0 0,-1 0 0,0 0 0,0 0 0,0 0 0,0 0 0,0 0 0,0 1 0,0-1 0,0 2 0,-1-2 0,0-1 0,1 1 0,-1 0 0,0-1 0,0 1 0,0-1 0,0 1 0,1-1 0,-1 1 0,0-1 0,0 0 0,0 1 0,0-1 0,0 0 0,0 0 0,0 0 0,0 1 0,0-1 0,0 0 0,0-1 0,0 1 0,0 0 0,0 0 0,0 0 0,0 0 0,-2-1 0,-28-8 0,29 8 0,-44-11 0,34 10 0,-1-1 0,-18-8 0,31 11 0,0 0 0,0 0 0,0 0 0,0 0 0,0 0 0,0 0 0,0 0 0,0 0 0,0 0 0,0 0 0,1 0 0,-1 0 0,0 0 0,0 0 0,0 0 0,0 0 0,0 0 0,0 0 0,0 0 0,0 0 0,0-1 0,0 1 0,0 0 0,0 0 0,0 0 0,0 0 0,0 0 0,0 0 0,0 0 0,0 0 0,0 0 0,0 0 0,0 0 0,0 0 0,0 0 0,0 0 0,0 0 0,0 0 0,0 0 0,0 0 0,0 0 0,0 0 0,0-1 0,0 1 0,0 0 0,0 0 0,0 0 0,0 0 0,0 0 0,0 0 0,0 0 0,0 0 0,0 0 0,-1 0 0,1 0 0,0 0 0,0 0 0,0 0 0,0 0 0,0 0 0,0 0 0,0 0 0,0 0 0,0 0 0,7-2 0,11 0 0,-17 2 0,3 0 0,77-7 0,85-18 0,-156 23 0,1-1 0,0 0 0,-1-1 0,0 0 0,0-1 0,0 0 0,-1-1 0,1 0 0,-1 0 0,8-8 0,-11 9 0,-1-1 0,1 0 0,-1-1 0,-1 1 0,1-1 0,-1 0 0,0 0 0,0 0 0,-1 0 0,0-1 0,-1 1 0,1-1 0,-2 0 0,3-12 0,-4 14 0,1 0 0,-1-1 0,-1 1 0,1 0 0,-1-1 0,0 1 0,-1 0 0,1 0 0,-1 0 0,-3-6 0,4 10 0,1 0 0,-1 1 0,0-1 0,0 1 0,0-1 0,0 0 0,0 1 0,0 0 0,0-1 0,-1 1 0,1 0 0,0 0 0,-1-1 0,1 1 0,-1 0 0,0 0 0,1 1 0,-1-1 0,0 0 0,1 1 0,-1-1 0,0 0 0,0 1 0,1 0 0,-1 0 0,0-1 0,0 1 0,0 0 0,1 0 0,-1 1 0,0-1 0,0 0 0,0 0 0,1 1 0,-1-1 0,0 1 0,0 0 0,-2 1 0,0 0 0,-1 1 0,1 0 0,0 1 0,0-1 0,0 1 0,0-1 0,1 1 0,-1 0 0,1 0 0,0 1 0,0-1 0,1 1 0,-1-1 0,1 1 0,-3 9 0,0 0 0,1 0 0,1 1 0,0-1 0,-1 24 0,4-31 0,0 0 0,0 0 0,1 0 0,-1 0 0,2 0 0,-1 0 0,1 0 0,0 0 0,0 0 0,1 0 0,0-1 0,6 10 0,-6-12 0,0 1 0,0-1 0,0-1 0,1 1 0,0 0 0,0-1 0,0 0 0,0 0 0,0 0 0,1 0 0,-1-1 0,1 1 0,0-1 0,0 0 0,0-1 0,0 1 0,0-1 0,5 1 0,8 0-97,-1-1-1,0-1 1,1 0-1,-1-1 1,0-1-1,1-1 1,-1 0-1,0-2 1,-1 1-1,1-2 1,-1 0-1,0-1 0,24-15 1,-26 13-6729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69 207 24575,'5'117'0,"-2"-99"0,0 1 0,2-1 0,-1 1 0,10 19 0,-2-6 0,-6-15 0,1-1 0,18 32 0,-31-72 0,3 9 0,-50-144 0,41 125 0,-18-43 0,-14-41 0,43 115 0,0-1 0,0 1 0,1 0 0,-1-1 0,1 1 0,-1 0 0,1-5 0,0 8 0,1 0 0,-1-1 0,0 1 0,0-1 0,0 1 0,0 0 0,0-1 0,0 1 0,0 0 0,0-1 0,1 1 0,-1 0 0,0-1 0,0 1 0,0 0 0,1 0 0,-1-1 0,0 1 0,1 0 0,-1 0 0,0-1 0,0 1 0,1 0 0,-1 0 0,0 0 0,1-1 0,0 1 0,0 0 0,0 0 0,0 1 0,0-1 0,0 0 0,0 0 0,0 0 0,0 1 0,0-1 0,0 1 0,0-1 0,0 1 0,0-1 0,0 1 0,0 0 0,10 8 0,0 0 0,-1 1 0,0 0 0,15 22 0,5 5 0,-1-8 0,1-1 0,1-2 0,1-1 0,1-1 0,2-2 0,59 29 0,-61-34 0,-9-5 0,1 0 0,46 15 0,-69-27 0,0 1 0,1 0 0,-1-1 0,1 0 0,-1 0 0,1 1 0,-1-1 0,1-1 0,-1 1 0,0 0 0,1 0 0,-1-1 0,1 0 0,-1 1 0,0-1 0,1 0 0,-1 0 0,0 0 0,3-2 0,-3 1 0,0 0 0,0 0 0,0 0 0,0-1 0,0 1 0,-1 0 0,1-1 0,-1 0 0,1 1 0,-1-1 0,0 0 0,0 1 0,0-1 0,-1 0 0,2-6 0,-1 1 0,-1 0 0,0-1 0,0 1 0,-1 0 0,0-1 0,-3-12 0,-18-50 0,15 49 0,-5-15-119,-19-62 370,27 82-550,0 0-1,2 0 1,0 0-1,1-18 1,1 23-6527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6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24575,'-1'1'0,"1"-1"0,-1 0 0,0 1 0,0-1 0,0 1 0,0-1 0,1 1 0,-1-1 0,0 1 0,1 0 0,-1-1 0,0 1 0,1 0 0,-1-1 0,1 1 0,-1 0 0,1 0 0,-1 1 0,-9 17 0,9-17 0,-2 7 0,0-1 0,0 1 0,0 0 0,1 0 0,1 0 0,0 0 0,0 0 0,0 0 0,1 1 0,1-1 0,-1 0 0,4 12 0,-1-6 0,1 0 0,1-1 0,1 0 0,0 0 0,0 0 0,16 22 0,42 60-1365,-58-87-5461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6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24575,'17'-8'0,"12"-2"0,5 1 0,-1 1 0,0 2 0,-2 3 0,-2 1 0,-5 1 0,-3 1 0,-6-2 0,-5-1-8191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24575,'8'0'0,"4"0"0,3-2 0,2-2 0,0 1 0,0 0 0,-1 2 0,0 0 0,0 2 0,-4 3-8191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24575,'2'25'0,"2"11"0,1 1 0,4-2 0,-1-5 0,1-3 0,2-5 0,2-5 0,-3-2 0,1-2 0,1-2 0,-2-1 0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24575,'18'-10'0,"8"-3"0,-1-2 0,-1 1 0,-3 4 0,-5 3-8191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24575,'10'-3'0,"6"0"0,3 0 0,3-3 0,0 1 0,-1 1 0,-1 1 0,-2 1 0,-2 1 0,-3-2 0,-1-1 0,-3-1 0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24575,'5'12'0,"2"7"0,2 3 0,-1 3 0,1-1 0,2-2 0,-1 1 0,-1-2 0,2-1 0,-1-2 0,0-1 0,-2-2 0,0 0 0,2 0 0,-1-1 0,0-2 0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4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25 24575,'-27'-5'0,"-13"-2"0,-3 1 0,2 0 0,4 5 0,5 5 0,3 1 0,5 3 0,2 0 0,7-2-8191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1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24575,'0'9'0,"1"0"0,0 0 0,0 1 0,1-1 0,1 0 0,-1-1 0,9 18 0,-9-21 0,1 0 0,0 0 0,0 0 0,0 0 0,1 0 0,0-1 0,-1 1 0,2-1 0,-1 0 0,0 0 0,1-1 0,0 0 0,0 1 0,10 4 0,-7-5 0,1 0 0,-1 0 0,1 0 0,0-1 0,-1-1 0,11 2 0,-17-3 0,0 0 0,0 0 0,0 0 0,0 0 0,0-1 0,0 1 0,0-1 0,0 1 0,-1-1 0,1 1 0,0-1 0,0 0 0,0 0 0,-1 0 0,1 0 0,-1 0 0,1 0 0,-1-1 0,1 1 0,-1 0 0,0-1 0,1 1 0,-1-1 0,0 0 0,0 1 0,0-1 0,0 0 0,-1 1 0,1-1 0,0 0 0,-1 0 0,1 0 0,0-3 0,-1 4 0,0 1 0,0-1 0,0 0 0,0 1 0,0-1 0,0 1 0,0-1 0,0 0 0,0 1 0,0-1 0,0 1 0,1-1 0,-1 1 0,0-1 0,0 1 0,1-1 0,-1 1 0,0-1 0,1 1 0,-1-1 0,1 1 0,-1-1 0,1 1 0,-1 0 0,0-1 0,1 1 0,-1 0 0,1 0 0,0-1 0,1 2 0,-1-1 0,0 1 0,1 0 0,-1-1 0,0 1 0,1 0 0,-1 0 0,0 0 0,0 0 0,1 2 0,0-2 0,6 6 0,1-1 0,0 1 0,0-2 0,0 1 0,1-1 0,0-1 0,0 1 0,0-2 0,1 0 0,-1 0 0,1 0 0,0-2 0,0 1 0,0-1 0,0-1 0,19-1 0,-28 1 0,1-1 0,-1 1 0,0 0 0,0-1 0,0 0 0,0 1 0,0-1 0,1 0 0,-1 0 0,-1 0 0,1 0 0,0-1 0,0 1 0,0 0 0,-1-1 0,1 1 0,2-4 0,-2 2 0,0-1 0,0 1 0,0 0 0,-1 0 0,0-1 0,1 1 0,-1-1 0,-1 1 0,1-1 0,0-4 0,0-4 0,-1 0 0,-1 0 0,0 0 0,0 0 0,-6-20 0,5 24 12,-1-1 0,0 1 0,-1 0 0,1 0 0,-1 0 0,-1 1 0,0-1 0,0 1 0,-6-7 0,7 10-111,0 0 0,0 0 0,-1 0 0,1 1 0,-1-1 0,0 1 0,0 0 0,0 0 0,0 1 0,-1 0 0,1 0 0,-1 0 0,1 0 0,-10-1 0,3 2-6727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24575,'-2'5'0,"-1"4"0,-1 3 0,4 3 0,2 0 0,2 1 0,2-1 0,1 1 0,0-3-8191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6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24575,'-1'5'0,"-1"-1"0,1 1 0,0-1 0,0 1 0,0 0 0,0-1 0,1 1 0,0 0 0,0 0 0,2 8 0,0 6 0,8 22 0,54 137 0,-36-108 0,25 42-1365,-46-100-5461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18 24575,'-18'-5'0,"-7"-2"0,-4 3 0,2 3 0,3 0 0,3 4 0,2 1 0,2 0 0,2-1 0,2-1-8191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8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24575,'5'11'0,"-1"1"0,-1 0 0,0-1 0,2 15 0,1 5 0,38 132 0,-34-136 0,0 1 0,2-2 0,27 46 0,-35-65 0,1 0 0,-1 0 0,1-1 0,1 1 0,-1-1 0,1-1 0,0 1 0,12 7 0,-18-12 0,1-1 0,-1 1 0,1-1 0,-1 0 0,1 0 0,0 1 0,-1-1 0,1 0 0,-1 0 0,1 0 0,-1 0 0,1 0 0,0 1 0,-1-1 0,1 0 0,0 0 0,-1-1 0,1 1 0,-1 0 0,1 0 0,-1 0 0,1 0 0,0 0 0,-1-1 0,1 1 0,-1 0 0,1-1 0,0 0 0,0 0 0,0 0 0,-1 0 0,1 0 0,0 0 0,-1 0 0,1 0 0,-1 0 0,1 0 0,-1 0 0,0-1 0,0 1 0,1-1 0,0-7 0,-1 0 0,0 0 0,-1-9 0,1 12 0,0-1 0,-1 2 0,1 0 0,0 0 0,0-1 0,0 1 0,2-6 0,-2 10 0,1 0 0,-1 1 0,0-1 0,0 0 0,1 0 0,-1 0 0,1 0 0,-1 0 0,1 1 0,-1-1 0,1 0 0,-1 1 0,1-1 0,0 0 0,-1 1 0,1-1 0,0 0 0,0 1 0,-1-1 0,1 1 0,0 0 0,0-1 0,0 1 0,0 0 0,0-1 0,-1 1 0,1 0 0,0 0 0,0 0 0,0 0 0,0 0 0,0 0 0,0 0 0,0 0 0,1 0 0,7 3 0,0 0 0,0 0 0,-1 1 0,0 0 0,1 0 0,-1 1 0,-1 0 0,9 7 0,-1-1 0,46 37 0,-41-32 0,0 0 0,28 16 0,-37-27-1365,-1-1-5461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0:5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13 24575,'-53'-5'0,"12"0"0,0 3 0,-49 2 0,87 0 0,0 0 0,0 1 0,0-1 0,0 1 0,0 0 0,0 0 0,0 0 0,0 0 0,-4 3 0,6-4 0,0 1 0,0 0 0,1 0 0,-1-1 0,0 1 0,1 0 0,-1 0 0,1 0 0,-1 0 0,1 0 0,-1 0 0,1 0 0,-1 0 0,1 0 0,0 0 0,0 0 0,0 0 0,-1 0 0,1 0 0,0 0 0,0 1 0,0-1 0,1 0 0,-1 0 0,0 0 0,0 0 0,1 0 0,-1 0 0,1 2 0,1 1 0,0 1 0,0-1 0,1 0 0,0 0 0,-1 0 0,1 0 0,1 0 0,-1 0 0,1-1 0,-1 0 0,1 1 0,0-1 0,5 3 0,10 5 0,34 15 0,-26-14 0,44 20 0,28 15 0,-91-43 0,-1 0 0,0 1 0,-1 0 0,1 0 0,10 10 0,-16-14 0,0 0 0,0 0 0,0 1 0,0-1 0,0 0 0,0 0 0,0 0 0,-1 1 0,1-1 0,0 1 0,-1-1 0,1 0 0,-1 1 0,1-1 0,-1 1 0,0-1 0,0 1 0,0-1 0,0 1 0,0-1 0,0 1 0,0-1 0,0 1 0,0-1 0,-1 1 0,1-1 0,-1 1 0,1-1 0,-1 0 0,1 1 0,-1-1 0,0 0 0,0 1 0,0-1 0,0 0 0,1 0 0,-2 0 0,0 2 0,-4 2 0,0-1 0,-1 0 0,1 0 0,-1 0 0,0-1 0,-8 4 0,-46 12 0,15-9 0,1-2 0,-2-2 0,1-2 0,-55-2 0,99-2 8,0 0 0,-1 0 0,1 0 0,0 0 0,0-1 0,-1 1 0,1-1 0,0 1 0,0-1 0,0 0 0,0 0 0,0 0 0,0 0 0,-3-2 0,4 2-91,0-1 1,0 1-1,0-1 1,0 1-1,0-1 1,0 0-1,0 1 1,0-1-1,1 0 1,-1 0-1,1 1 1,-1-1-1,1 0 1,0 0-1,-1 0 1,1 0-1,1-2 1,-1-9-6744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54 24575,'-1'0'0,"1"0"0,-1 0 0,0 0 0,1 0 0,-1 0 0,1 0 0,-1 0 0,0 0 0,1 0 0,-1 0 0,1 0 0,-1 0 0,0 1 0,1-1 0,-1 0 0,1 0 0,-1 1 0,1-1 0,-1 0 0,1 1 0,-1-1 0,1 1 0,-1 0 0,1-1 0,0 1 0,0-1 0,0 1 0,0 0 0,0-1 0,0 1 0,0-1 0,0 1 0,0-1 0,0 1 0,0-1 0,1 1 0,-1-1 0,0 1 0,0-1 0,1 1 0,-1-1 0,0 1 0,1 0 0,2 3 0,1-1 0,-1 1 0,0-1 0,7 4 0,0-1 0,0-1 0,1 0 0,-1 0 0,1-1 0,0-1 0,0 0 0,0 0 0,0-1 0,1-1 0,-1 0 0,0 0 0,1-1 0,11-2 0,-21 2 0,0 0 0,0 0 0,0 0 0,0-1 0,0 1 0,0-1 0,0 1 0,0-1 0,-1 0 0,1 0 0,0 0 0,0 0 0,-1 0 0,1 0 0,-1 0 0,1 0 0,-1-1 0,1 1 0,-1-1 0,0 1 0,2-3 0,-3 2 0,1 0 0,0 0 0,-1 0 0,1 0 0,-1 0 0,0 0 0,0 0 0,0 0 0,0 0 0,0 0 0,0 0 0,0 0 0,-1 0 0,1 0 0,-1 0 0,0 0 0,1 0 0,-1 0 0,-2-3 0,-7-10 0,8 12 0,0 1 0,0-1 0,0 0 0,1 1 0,-1-1 0,1 0 0,-1-3 0,2 6 0,0 0 0,0 0 0,0 0 0,0-1 0,0 1 0,0 0 0,0 0 0,0 0 0,0 0 0,0 0 0,0-1 0,1 1 0,-1 0 0,0 0 0,0 0 0,0 0 0,0 0 0,0 0 0,0 0 0,1-1 0,-1 1 0,0 0 0,0 0 0,0 0 0,0 0 0,1 0 0,-1 0 0,0 0 0,0 0 0,0 0 0,0 0 0,1 0 0,-1 0 0,0 0 0,0 0 0,0 0 0,0 0 0,1 0 0,-1 0 0,0 0 0,0 0 0,0 1 0,0-1 0,0 0 0,1 0 0,-1 0 0,0 0 0,0 0 0,0 0 0,0 0 0,0 0 0,0 1 0,1-1 0,9 5 0,-10-4 0,11 5 0,8 5 0,35 16 0,-49-25 0,1 0 0,-1 0 0,1-1 0,-1 1 0,1-1 0,0 0 0,-1-1 0,1 0 0,0 0 0,-1 0 0,12-2 0,-15 2 0,0-1 0,-1 1 0,1-1 0,0 0 0,-1 1 0,1-1 0,-1 0 0,1 0 0,-1 0 0,0 0 0,1 0 0,-1 0 0,0-1 0,0 1 0,0 0 0,0-1 0,0 1 0,0 0 0,0-1 0,0 1 0,0-1 0,0-2 0,0 1 0,0-1 0,-1 0 0,1 1 0,-1-1 0,0 0 0,0 1 0,0-1 0,0 0 0,-1-4 0,0 8 0,1-1 0,0 1 0,0-1 0,0 1 0,0-1 0,0 1 0,0-1 0,0 1 0,0-1 0,0 1 0,0-1 0,0 1 0,0-1 0,0 1 0,0-1 0,0 1 0,1-1 0,-1 1 0,0-1 0,0 1 0,0-1 0,1 1 0,-1 0 0,1-1 0,-1 0 0,1 1 0,-1 0 0,1 0 0,-1 0 0,1 0 0,-1 0 0,1 0 0,0 0 0,-1 0 0,1 0 0,-1 0 0,1 0 0,-1 0 0,1 1 0,-1-1 0,1 0 0,-1 0 0,1 1 0,25 16 0,-22-14 0,9 7-151,0-1-1,1 0 0,1-1 0,-1-1 1,1 0-1,1-1 0,-1 0 1,19 3-1,-20-6-6674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1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44 520 24575,'-4'2'0,"1"0"0,-1 0 0,1 0 0,0 0 0,0 0 0,0 1 0,0-1 0,0 1 0,1 0 0,-1 0 0,-2 4 0,4-6 0,1 1 0,-1-1 0,1 1 0,-1 0 0,1-1 0,-1 1 0,1-1 0,0 1 0,0 0 0,0-1 0,0 1 0,0 0 0,0-1 0,0 1 0,0 0 0,1-1 0,-1 1 0,1-1 0,-1 1 0,1 0 0,0-1 0,-1 1 0,1-1 0,0 0 0,0 1 0,0-1 0,2 3 0,6 4 0,-1 0 0,1 0 0,0-1 0,1 0 0,-1 0 0,1-1 0,1 0 0,-1-1 0,1 0 0,0-1 0,0 0 0,22 4 0,-31-8 0,0 0 0,1 1 0,-1-1 0,0 0 0,1 0 0,-1 0 0,0-1 0,0 1 0,1-1 0,-1 1 0,0-1 0,0 0 0,1 1 0,-1-1 0,0 0 0,0-1 0,0 1 0,0 0 0,0 0 0,-1-1 0,3-1 0,-3 1 0,0 1 0,0-1 0,0 0 0,0 0 0,0 0 0,0 0 0,0 0 0,-1 0 0,1 0 0,-1 0 0,0 0 0,1 0 0,-1 0 0,0 0 0,0 0 0,0 0 0,0 0 0,-1 0 0,1 0 0,-1 0 0,1 0 0,-1 0 0,-1-4 0,0 2 0,0 0 0,-1 0 0,1 0 0,-6-6 0,7 8 0,0 1 0,-1-1 0,1 1 0,0 0 0,-1-1 0,1 1 0,-1 0 0,0 0 0,1 0 0,-1 0 0,0 0 0,1 1 0,-5-2 0,6 2 0,-1 0 0,1 0 0,-1 0 0,1 0 0,0 0 0,-1 0 0,1 0 0,-1 0 0,1 0 0,-1 0 0,1 0 0,0 0 0,-1 1 0,1-1 0,-1 0 0,1 0 0,0 0 0,-1 1 0,1-1 0,0 0 0,-1 1 0,1-1 0,0 0 0,-1 1 0,1-1 0,0 0 0,-1 1 0,-1 13 0,3-10 0,-1 0 0,1-1 0,-1 1 0,1 0 0,3 5 0,-2-5 0,0 0 0,1 1 0,0-1 0,0-1 0,0 1 0,0 0 0,1-1 0,0 0 0,-1 1 0,1-1 0,0-1 0,0 1 0,1-1 0,-1 1 0,0-1 0,1-1 0,0 1 0,-1 0 0,7 0 0,3 1 0,1-2 0,0 1 0,0-2 0,-1 0 0,18-2 0,-26 1 0,-1 0 0,1 0 0,-1 0 0,1-1 0,-1 1 0,0-1 0,0-1 0,0 1 0,0-1 0,0 0 0,0 0 0,-1 0 0,1-1 0,-1 1 0,0-1 0,0 0 0,-1 0 0,1-1 0,-1 1 0,0-1 0,0 0 0,0 0 0,-1 0 0,1 0 0,-1 0 0,0 0 0,-1-1 0,0 1 0,1-1 0,-2 1 0,1-1 0,-1 1 0,1-1 0,-2-6 0,-1-4 0,0 0 0,-1 1 0,-1-1 0,-10-25 0,-32-58 0,20 52 0,-35-49 0,42 70 0,-1 1 0,-1 0 0,-28-24 0,48 48 0,0 0 0,0 0 0,-1 0 0,1 0 0,0 0 0,0 0 0,-1 0 0,1 1 0,0-1 0,-1 1 0,1-1 0,-3 0 0,3 1 0,1 1 0,-1-1 0,1 0 0,-1 0 0,1 0 0,-1 0 0,1 1 0,-1-1 0,1 0 0,-1 1 0,1-1 0,-1 0 0,1 1 0,0-1 0,-1 1 0,1-1 0,0 0 0,-1 1 0,1-1 0,0 1 0,-1-1 0,1 1 0,0-1 0,0 1 0,0 0 0,-1-1 0,1 1 0,0-1 0,0 1 0,0-1 0,0 1 0,0-1 0,0 1 0,0 0 0,-1 14 0,1-1 0,0 0 0,1 1 0,1-1 0,0 0 0,9 28 0,34 81 0,-33-96 0,1 0 0,1 0 0,2-1 0,0-1 0,2-1 0,1 0 0,28 27 0,-34-38 0,2-1 0,0 0 0,0-1 0,1-1 0,23 11 0,-26-15 0,0-1 0,0 0 0,1-1 0,-1 0 0,1-2 0,0 1 0,27 0 0,-38-3 0,1 0 0,-1 0 0,0 0 0,1-1 0,-1 1 0,0-1 0,1 0 0,-1 0 0,0 0 0,0-1 0,0 1 0,0-1 0,0 1 0,0-1 0,0 0 0,-1 0 0,1 0 0,-1 0 0,1-1 0,3-4 0,-3 2 0,0 0 0,-1 0 0,1 0 0,-1 0 0,0-1 0,-1 1 0,1-1 0,-1 1 0,0-1 0,-1 1 0,1-11 0,-1-7 0,-2 1 0,0 0 0,-1-1 0,-10-31 0,-33-83 0,10 35 0,27 74 0,-15-43 0,21 62 0,-2 0 0,1 0 0,-1 0 0,-1 0 0,-7-9 0,11 16 0,0 0 0,1 0 0,-1 0 0,0 1 0,0-1 0,-1 1 0,1-1 0,0 1 0,0 0 0,-4-1 0,6 1 0,-1 1 0,0 0 0,0 0 0,0 0 0,1 0 0,-1 0 0,0 0 0,0 0 0,0 0 0,1 0 0,-1 0 0,0 0 0,0 0 0,1 1 0,-1-1 0,0 0 0,0 1 0,1-1 0,-1 0 0,0 1 0,1-1 0,-1 1 0,0-1 0,1 1 0,-1-1 0,1 1 0,-1-1 0,1 1 0,-1 0 0,1-1 0,-1 1 0,1 0 0,0-1 0,-1 1 0,1 0 0,0 0 0,0-1 0,-1 2 0,0 4 0,0-1 0,-1 0 0,2 1 0,-1 0 0,1-1 0,0 1 0,0-1 0,1 7 0,10 45 0,-7-41 0,2 10 0,2-1 0,0 1 0,2-2 0,1 1 0,0-1 0,2-1 0,1 0 0,29 35 0,-23-35 0,0-1 0,2-1 0,1 0 0,0-2 0,1-1 0,1-1 0,39 19 0,17 4-1365,-72-36-5461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24575,'2'-2'0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76 106 24575,'24'48'0,"-6"-9"0,1-2 0,2 0 0,31 40 0,-45-69 0,-4-4 0,0-1 0,1 1 0,-2 0 0,1 0 0,0 0 0,-1 0 0,0 0 0,0 0 0,2 9 0,-4-13 0,1 0 0,-1 0 0,0 0 0,0 1 0,0-1 0,0 0 0,0 0 0,0 0 0,0 1 0,0-1 0,0 0 0,0 0 0,0 0 0,0 0 0,0 1 0,0-1 0,-1 0 0,1 0 0,0 0 0,0 1 0,0-1 0,0 0 0,0 0 0,0 0 0,0 0 0,0 0 0,-1 1 0,1-1 0,0 0 0,0 0 0,0 0 0,0 0 0,-1 0 0,1 0 0,0 0 0,0 1 0,0-1 0,-1 0 0,-8-3 0,-10-9 0,18 11 0,-16-12 0,1 0 0,0-2 0,1 1 0,1-2 0,0 0 0,-11-18 0,18 23 0,0-1 0,1 1 0,1-1 0,0 0 0,0 0 0,1-1 0,1 0 0,0 1 0,1-1 0,-2-25 0,4 32 0,0 1 0,0-1 0,1 1 0,-1-1 0,1 1 0,1-1 0,-1 1 0,1 0 0,-1-1 0,6-9 0,-5 12 0,1 1 0,-1-1 0,0 0 0,1 0 0,-1 1 0,1 0 0,0-1 0,0 1 0,0 0 0,0 0 0,0 1 0,0-1 0,0 1 0,1-1 0,-1 1 0,0 0 0,1 0 0,3 0 0,-2 0 0,1 0 0,-1 1 0,0-1 0,1 1 0,-1 0 0,0 1 0,1-1 0,-1 1 0,0 0 0,8 3 0,-12-3 0,1-1 0,-1 1 0,1 0 0,-1 0 0,0 0 0,1 0 0,-1 0 0,0 0 0,0 0 0,1 0 0,-1 0 0,0 1 0,0-1 0,0 0 0,-1 1 0,1-1 0,0 1 0,0-1 0,-1 1 0,1 0 0,-1-1 0,1 1 0,-1-1 0,0 1 0,0 0 0,0-1 0,0 1 0,0 0 0,0-1 0,0 1 0,0 0 0,-1-1 0,1 1 0,0-1 0,-1 1 0,-1 2 0,1-1 0,-1 1 0,0 0 0,0-1 0,0 0 0,-1 0 0,1 1 0,-1-1 0,0-1 0,0 1 0,0 0 0,-5 3 0,-6 3 0,-20 11 0,9-8-455,-1 0 0,-36 9 0,52-18-6371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4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135 279 24575,'-4'0'0,"1"-1"0,-1 0 0,0 0 0,1 0 0,-1 0 0,1 0 0,0-1 0,-1 1 0,1-1 0,0 0 0,0 0 0,0 0 0,0-1 0,0 1 0,1-1 0,-1 1 0,1-1 0,-4-5 0,-2-2 0,2-1 0,-1 0 0,1 0 0,-5-14 0,2 3 0,-8-35 0,14 47 0,1 0 0,1 0 0,0-1 0,0 1 0,2-21 0,-1 30 7,0 1 0,0-1 0,0 0-1,0 1 1,1-1 0,-1 0 0,0 1 0,0-1-1,1 1 1,-1-1 0,0 0 0,1 1 0,-1-1-1,0 1 1,1-1 0,0 0 0,-1 1-56,1 0-1,-1 0 1,0 0-1,1 0 1,-1-1 0,0 1-1,1 0 1,-1 0 0,0 0-1,1 0 1,-1 0 0,0 0-1,1 0 1,-1 0-1,0 0 1,1 0 0,-1 0-1,1 0 1,-1 1 0,0-1-1,1 0 1,-1 0 0,0 0-1,1 0 1,-1 1-1,0-1 1,0 0 0,1 0-1,-1 1 1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24575,'0'2'0,"0"4"0,0 3 0,0 3 0,2 1 0,2-1-8191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24575,'0'-2'0,"3"1"0,2 6 0,4 5 0,3 5 0,-1 4 0,0 0 0,-1-3-8191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24575,'6'10'0,"4"5"0,0 0 0,1-1 0,22 23 0,-32-36 0,0 0 0,0 1 0,1-1 0,-1 0 0,0 0 0,1 0 0,-1 0 0,1-1 0,-1 1 0,1 0 0,0-1 0,-1 1 0,1-1 0,-1 1 0,1-1 0,0 0 0,0 1 0,-1-1 0,1 0 0,0 0 0,-1-1 0,1 1 0,0 0 0,-1 0 0,1-1 0,0 1 0,-1-1 0,1 1 0,0-1 0,-1 0 0,1 0 0,1-1 0,-1 0 0,1 0 0,-1-1 0,0 1 0,0-1 0,0 1 0,-1-1 0,1 0 0,0 0 0,-1 1 0,0-1 0,0 0 0,0 0 0,0-1 0,0 1 0,-1 0 0,1-5 0,-1-17 0,-1 20 0,1 0 0,0 0 0,0 0 0,1 0 0,-1 0 0,3-8 0,-3 12 0,0 1 0,0 0 0,0 0 0,1-1 0,-1 1 0,0 0 0,0 0 0,0-1 0,1 1 0,-1 0 0,0 0 0,0 0 0,1 0 0,-1-1 0,0 1 0,1 0 0,-1 0 0,0 0 0,0 0 0,1 0 0,-1 0 0,0 0 0,1 0 0,-1 0 0,0 0 0,1 0 0,-1 0 0,0 0 0,1 0 0,-1 0 0,0 0 0,0 0 0,1 0 0,-1 0 0,0 0 0,1 0 0,-1 1 0,0-1 0,0 0 0,1 0 0,-1 1 0,14 9 0,-11-8 0,15 12 0,2-1 0,-1 0 0,26 11 0,-35-20 0,-1 0 0,1 0 0,0-1 0,0 0 0,1-1 0,-1 0 0,0-1 0,1 0 0,15-1 0,-24 0 0,1 0 0,-1-1 0,0 1 0,0-1 0,0 1 0,0-1 0,1 0 0,-1 0 0,0 0 0,0 0 0,0 0 0,-1 0 0,1-1 0,0 1 0,0-1 0,-1 1 0,1-1 0,-1 0 0,1 0 0,-1 1 0,0-1 0,0 0 0,0 0 0,0 0 0,0-1 0,1-1 0,-2 3 0,0 1 0,1 0 0,-1-1 0,0 1 0,0 0 0,1 0 0,-1-1 0,0 1 0,1 0 0,-1 0 0,0-1 0,1 1 0,-1 0 0,1 0 0,-1 0 0,0 0 0,1 0 0,-1-1 0,1 1 0,-1 0 0,0 0 0,1 0 0,-1 0 0,1 0 0,-1 0 0,0 1 0,1-1 0,-1 0 0,1 0 0,-1 0 0,0 0 0,1 0 0,-1 0 0,0 1 0,1-1 0,-1 0 0,0 0 0,1 1 0,19 13 0,-10-7 0,3-1 0,0 0 0,0-1 0,0-1 0,0 0 0,1 0 0,0-2 0,-1 0 0,1 0 0,0-1 0,0-1 0,0-1 0,0 0 0,0 0 0,0-1 0,26-8 0,-36 8 0,0 0 0,0 0 0,0 0 0,0 0 0,-1 0 0,1-1 0,-1 0 0,0 0 0,1 0 0,-1 0 0,-1 0 0,1 0 0,0-1 0,-1 0 0,0 1 0,3-6 0,-3 4 0,0-1 0,0 0 0,0 0 0,-1 0 0,0 0 0,0 0 0,-1 0 0,0 0 0,0 0 0,0 0 0,-1-6 0,-1 5 0,1 0 0,-1 0 0,0 0 0,0 0 0,-1 0 0,0 0 0,0 0 0,-1 1 0,-4-7 0,5 9 0,-1 0 0,1 0 0,-1 0 0,1 0 0,-1 1 0,0 0 0,-1 0 0,1 0 0,-1 0 0,1 0 0,-1 1 0,-9-4 0,12 6 0,0-1 0,0 0 0,0 1 0,0 0 0,0-1 0,0 1 0,-1 0 0,1 0 0,0 0 0,0 0 0,0 1 0,0-1 0,0 0 0,0 1 0,0 0 0,0-1 0,0 1 0,0 0 0,1 0 0,-3 1 0,1 0 0,1 0 0,0 0 0,1 0 0,-1 1 0,0-1 0,1 0 0,-1 1 0,1-1 0,-1 1 0,1 0 0,0-1 0,0 1 0,0 3 0,-1 1 0,1 1 0,0-1 0,1 1 0,-1 0 0,1-1 0,1 1 0,-1-1 0,2 1 0,-1-1 0,4 11 0,-2-10 0,1 0 0,1-1 0,-1 1 0,1-1 0,0 0 0,1 0 0,0-1 0,0 1 0,1-2 0,-1 1 0,1 0 0,0-1 0,1 0 0,9 4 0,1 0 0,1 0 0,0-1 0,0-2 0,41 10 0,-32-12-455,0-1 0,46-1 0,-54-2-6371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283 252 24575,'-20'-39'0,"-43"-66"0,56 95 0,-1 0 0,0 1 0,0 0 0,-1 0 0,0 1 0,0 0 0,-1 1 0,0 0 0,0 0 0,-1 1 0,-16-7 0,25 12 0,1 0 0,-1 1 0,0-1 0,0 1 0,0-1 0,0 1 0,0 0 0,0 0 0,1 0 0,-1 0 0,0 0 0,0 0 0,0 0 0,0 1 0,0-1 0,0 1 0,0-1 0,0 1 0,1 0 0,-1 0 0,0 0 0,1 0 0,-3 1 0,2 0 0,0 1 0,0-1 0,0 1 0,0-1 0,0 1 0,0 0 0,1-1 0,0 1 0,-1 0 0,1 0 0,0 0 0,1 0 0,-2 5 0,0 10 0,0 0 0,1 0 0,1 0 0,1 0 0,0 0 0,1 0 0,9 33 0,1-11 0,1 0 0,25 48 0,-13-37 0,3 0 0,2-3 0,61 77 0,-78-110-273,0-1 0,1 0 0,1-1 0,19 13 0,-20-17-6553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62 24575,'-27'-7'0,"-15"-6"0,-2 0 0,1 2 0,5 3 0,7 3 0,6 2 0,5 2 0,3 0 0,5 4 0,1 1 0,3 2 0,3 3 0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27 24575,'-15'-5'0,"0"-1"0,-22-6 0,33 11 0,0 0 0,1 0 0,-1 1 0,0 0 0,1 0 0,-1 0 0,0 0 0,1 0 0,-1 1 0,0-1 0,1 1 0,-4 1 0,6-2 0,-1 1 0,1-1 0,0 1 0,0-1 0,0 1 0,0 0 0,0-1 0,0 1 0,1 0 0,-1 0 0,0-1 0,0 1 0,0 0 0,1 0 0,-1 0 0,0 0 0,1 0 0,-1 0 0,1 0 0,-1 0 0,1 0 0,-1 2 0,1-1 0,0 0 0,0-1 0,0 1 0,0 0 0,1 0 0,-1 0 0,1 0 0,-1-1 0,1 1 0,-1 0 0,1 0 0,1 2 0,3 3 0,-1-1 0,1 0 0,0 0 0,0 0 0,8 7 0,-7-8 0,0-1 0,0 0 0,0 0 0,0-1 0,1 1 0,-1-1 0,1-1 0,13 5 0,-15-6 0,0 0 0,0 0 0,0-1 0,0 1 0,1-1 0,-1 0 0,0-1 0,0 1 0,0-1 0,0 0 0,0 0 0,0-1 0,6-2 0,-9 3 0,-1 0 0,1 0 0,0 0 0,-1 0 0,0-1 0,1 1 0,-1 0 0,0-1 0,0 1 0,1-1 0,-1 0 0,0 1 0,-1-1 0,1 0 0,0 1 0,0-1 0,-1 0 0,1 0 0,-1 0 0,1 0 0,-1 1 0,0-1 0,0 0 0,0-2 0,0-5 0,-1 1 0,0 0 0,0 0 0,-3-9 0,4 17 0,0-1 0,0 1 0,0-1 0,0 1 0,0 0 0,-1-1 0,1 1 0,0 0 0,0-1 0,0 1 0,0-1 0,0 1 0,0 0 0,0-1 0,0 1 0,0-1 0,1 1 0,-1 0 0,0-1 0,0 1 0,0-1 0,0 1 0,0 0 0,1-1 0,-1 1 0,0 0 0,0-1 0,1 1 0,-1-1 0,1 1 0,0 0 0,-1 0 0,1 0 0,0 0 0,-1 0 0,1 0 0,0 0 0,-1 0 0,1 1 0,0-1 0,-1 0 0,1 0 0,0 0 0,-1 1 0,2 0 0,26 18 0,-24-16 0,30 26 0,-26-22 0,0 0 0,0 0 0,1-1 0,0 0 0,0 0 0,13 5 0,-8-5-1365,-1-1-5461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24575,'-17'2'0,"-1"0"0,-24 8 0,37-8 0,0-1 0,0 1 0,0 0 0,1 1 0,-1-1 0,1 1 0,0-1 0,-1 1 0,1 1 0,0-1 0,1 1 0,-1-1 0,-3 6 0,6-7 0,0 0 0,0 0 0,0 0 0,0 0 0,0 1 0,1-1 0,-1 0 0,1 0 0,0 1 0,-1-1 0,1 0 0,0 1 0,0-1 0,1 0 0,-1 1 0,0-1 0,1 0 0,0 0 0,-1 1 0,1-1 0,0 0 0,0 0 0,0 0 0,0 0 0,1 0 0,-1 0 0,3 3 0,4 5 0,1 0 0,0-1 0,17 14 0,-20-18 0,3 2 0,1 0 0,0-1 0,0 0 0,0 0 0,19 7 0,-23-11 0,0 0 0,1 0 0,-1 0 0,0-1 0,0 0 0,1 0 0,-1-1 0,1 0 0,-1 0 0,0 0 0,1-1 0,6-1 0,-10 1-65,0 0 0,1 0 0,-1-1 0,0 1 0,0-1 0,0 0 0,0 1 0,0-2 0,-1 1 0,1 0 0,-1 0 0,1-1 0,-1 1 0,0-1 0,0 0 0,0 0 0,0 0 0,0 0 0,-1 0 0,3-6 0,0-4-6761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24575,'-3'31'0,"3"14"0,2 7 0,2 0 0,3-3 0,2-4 0,0-3 0,0-2 0,2-3 0,-1-2 0,0-3 0,-1-3 0,-1-5 0,0-4 0,-3-2 0,1-5 0,0-2 0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77 24575,'-27'-18'0,"-12"-5"0,-2 3 0,3 8 0,9 8 0,9 8 0,8 5 0,6 4 0,4 0-8191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8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89 206 24575,'-7'-7'0,"3"2"0,0 1 0,0-1 0,-1 1 0,1 0 0,-1 1 0,0-1 0,0 1 0,-1 0 0,1 0 0,-10-3 0,14 6 0,1-1 0,-1 1 0,1 0 0,-1 0 0,1 0 0,-1 0 0,0 0 0,1 0 0,-1 0 0,1 0 0,-1 0 0,1 0 0,-1 0 0,0 1 0,1-1 0,-1 0 0,1 0 0,-1 1 0,1-1 0,-1 0 0,1 0 0,-1 1 0,1-1 0,-1 1 0,1-1 0,-1 0 0,1 1 0,-1 0 0,1 0 0,-1 1 0,0-1 0,1 0 0,0 1 0,-1-1 0,1 1 0,0-1 0,0 1 0,0-1 0,0 1 0,0 1 0,0 4 0,1-1 0,0 1 0,1-1 0,2 7 0,1 1 0,0-1 0,2 1 0,-1-2 0,2 1 0,13 18 0,-16-25 0,0 0 0,1 0 0,-1 0 0,1-1 0,0 0 0,1 0 0,-1-1 0,1 1 0,0-1 0,0-1 0,13 6 0,-15-8 0,1 1 0,-1-1 0,0-1 0,0 1 0,0-1 0,1 0 0,9 0 0,-13-1 0,-1 1 0,1 0 0,0-1 0,-1 1 0,1-1 0,0 1 0,-1-1 0,1 0 0,0 0 0,-1 1 0,0-1 0,1 0 0,-1-1 0,1 1 0,-1 0 0,0 0 0,0-1 0,0 1 0,0 0 0,0-1 0,0 1 0,0-1 0,0 1 0,0-1 0,-1 0 0,1 1 0,0-3 0,0-4 0,0 0 0,-1-1 0,1 1 0,-2 0 0,1 0 0,-1-1 0,-1 1 0,1 0 0,-1 0 0,-1 0 0,1 1 0,-1-1 0,-1 0 0,-4-7 0,-1-1 0,-1 1 0,0 0 0,-1 1 0,0 0 0,-21-18 0,31 31 0,1 1 0,-1-1 0,0 0 0,0 0 0,0 0 0,0 1 0,0-1 0,0 1 0,0-1 0,0 1 0,0-1 0,0 1 0,-1-1 0,1 1 0,0 0 0,0 0 0,0 0 0,0-1 0,-1 1 0,1 0 0,0 1 0,0-1 0,0 0 0,-1 0 0,1 0 0,0 1 0,0-1 0,0 1 0,0-1 0,-2 1 0,2 1 0,-1-1 0,1 0 0,-1 1 0,1-1 0,0 1 0,-1-1 0,1 1 0,0 0 0,0-1 0,0 1 0,1 0 0,-1 0 0,0 0 0,1-1 0,-1 1 0,1 0 0,-1 0 0,1 3 0,0-4 0,0 0 0,0 0 0,0 0 0,0 1 0,0-1 0,1 0 0,-1 0 0,0 0 0,1 0 0,-1 1 0,1-1 0,-1 0 0,1 0 0,-1 0 0,1 0 0,0 0 0,0 0 0,-1 0 0,1 0 0,0-1 0,0 1 0,0 0 0,0 0 0,0-1 0,0 1 0,0 0 0,0-1 0,0 1 0,0-1 0,1 0 0,-1 1 0,0-1 0,0 0 0,3 1 0,4 0 0,1 0 0,-1-1 0,17 0 0,-17-1 0,4 1 0,23-1 0,35 3 0,-58-1 0,0 1 0,0 0 0,0 1 0,-1 0 0,1 1 0,18 9 0,42 28 0,17 9 0,-91-56 0,-1 0 0,0 0 0,-5-7 0,-21-29 0,-41-66 0,63 96 0,-9-25 0,15 34 0,0-1 0,0 1 0,0 0 0,1-1 0,-1 1 0,1 0 0,0-1 0,0 1 0,0 0 0,0-1 0,1 1 0,-1 0 0,2-6 0,-1 8 5,-1 0-1,1 0 1,-1 0-1,1 0 0,0 0 1,-1 1-1,1-1 1,0 0-1,-1 0 1,1 0-1,0 1 0,0-1 1,0 1-1,0-1 1,0 0-1,-1 1 1,1 0-1,0-1 1,0 1-1,0-1 0,0 1 1,1 0-1,-1 0 1,0 0-1,0 0 1,1 0-1,1 0-153,-1 0 1,1 0-1,-1 0 1,1 1-1,-1 0 1,1-1-1,-1 1 1,1 0-1,3 2 1,4 3-6678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8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51 24575,'-6'-5'0,"-32"-26"0,35 29 0,0 1 0,1-1 0,-1 0 0,0 1 0,0 0 0,0 0 0,0 0 0,0 0 0,0 0 0,0 0 0,0 1 0,-4-1 0,7 1 0,-1 0 0,1 0 0,-1 0 0,1 0 0,-1 1 0,1-1 0,-1 0 0,1 0 0,0 0 0,-1 0 0,1 1 0,-1-1 0,1 0 0,0 0 0,-1 1 0,1-1 0,0 0 0,-1 1 0,1-1 0,0 0 0,-1 1 0,1-1 0,0 1 0,0-1 0,-1 0 0,1 1 0,0-1 0,0 1 0,0-1 0,0 1 0,-1-1 0,1 1 0,0-1 0,0 0 0,0 1 0,0-1 0,0 1 0,0-1 0,0 1 0,0-1 0,1 1 0,-1-1 0,0 1 0,0 0 0,9 20 0,19 29 0,2-1 0,44 54 0,-48-73 0,-16-18 0,16 20 0,-26-31 0,0-1 0,1 0 0,-1 1 0,0-1 0,0 1 0,1-1 0,-1 0 0,0 1 0,0-1 0,1 1 0,-1-1 0,0 1 0,0-1 0,0 0 0,0 1 0,0-1 0,0 1 0,0-1 0,0 1 0,0-1 0,0 1 0,0-1 0,0 1 0,0-1 0,0 1 0,-1-1 0,1 1 0,0-1 0,0 0 0,0 1 0,-1-1 0,1 1 0,0-1 0,0 0 0,-1 1 0,1-1 0,0 0 0,-1 1 0,1-1 0,-1 0 0,1 0 0,0 1 0,-1-1 0,1 0 0,-1 0 0,1 1 0,-1-1 0,1 0 0,0 0 0,-1 0 0,1 0 0,-2 0 0,-3 1 0,0 0 0,0-1 0,-11 0 0,8 0 0,-182 22 0,166-17-1365,5 0-5461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09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24575,'-2'7'0,"-4"6"0,-1 2 0,2 2 0,-2-3 0,0 0 0,2-1 0,0 0 0,-1 1 0,-1 0 0,-1 0 0,-1-2-8191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24575,'76'-14'0,"55"-12"0,-123 24 0,1 0 0,-1-1 0,0 0 0,0 0 0,0-1 0,-1 0 0,13-9 0,-17 11 0,-1 0 0,1 0 0,-1-1 0,0 0 0,0 1 0,0-1 0,0 0 0,0 0 0,0 0 0,-1 0 0,0 0 0,1 0 0,-1-1 0,-1 1 0,1 0 0,0-1 0,-1 1 0,1-1 0,-1 1 0,0 0 0,-1-7 0,0 5 0,0 0 0,0 1 0,-1-1 0,0 0 0,1 1 0,-2 0 0,1 0 0,0-1 0,-1 1 0,0 1 0,0-1 0,0 0 0,0 1 0,-1-1 0,1 1 0,-1 0 0,0 0 0,-7-4 0,5 4 0,-1-1 0,1 1 0,-1 0 0,0 0 0,0 0 0,0 1 0,0 0 0,-1 1 0,1 0 0,0 0 0,-11 0 0,14 2 0,0-1 0,0 1 0,0 1 0,0-1 0,1 0 0,-1 1 0,0 0 0,1-1 0,-1 2 0,1-1 0,0 0 0,0 1 0,0-1 0,0 1 0,0 0 0,0 0 0,1 0 0,-1 0 0,1 0 0,0 1 0,0-1 0,0 1 0,-1 5 0,0-3 0,0 1 0,1 0 0,0 0 0,0-1 0,1 1 0,0 0 0,0 0 0,1 1 0,0-1 0,0 0 0,0 0 0,3 10 0,-1-12 0,0 0 0,0-1 0,0 1 0,1-1 0,-1 0 0,1 0 0,0 0 0,1 0 0,-1 0 0,1-1 0,-1 0 0,1 1 0,0-1 0,0-1 0,7 5 0,2 0 0,0-1 0,1 1 0,27 7 0,3-3 0,1-2 0,62 6 0,-98-15 20,0 1 0,1-2 0,-1 1 0,0-1 0,14-3 0,-18 3-144,0-1 0,0 1 1,-1-1-1,1 0 0,0 0 0,-1-1 1,1 1-1,-1-1 0,0 0 0,0-1 1,5-4-1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24575,'-2'0'0,"-4"0"0,-3 0 0,-3 0 0,1 3 0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64 24575,'-9'-6'0,"-13"-8"0,-28-13 0,44 24 0,0 0 0,0 1 0,-1 0 0,1 0 0,-1 1 0,1-1 0,-1 1 0,1 1 0,-14 0 0,18 0 0,0 0 0,0 0 0,0 1 0,0 0 0,0-1 0,0 1 0,0 0 0,0 0 0,0 0 0,0 0 0,1 0 0,-1 0 0,0 0 0,1 1 0,-1-1 0,-2 4 0,2-2 0,0 0 0,0 0 0,0 1 0,0-1 0,1 1 0,0-1 0,-1 1 0,0 6 0,1-1 0,0 0 0,0 0 0,1 0 0,0 0 0,0 0 0,1 0 0,3 11 0,-2-14 0,0 0 0,0 0 0,1-1 0,0 1 0,0-1 0,1 0 0,-1 0 0,1 0 0,0 0 0,0-1 0,1 1 0,-1-1 0,1 0 0,0-1 0,0 1 0,0-1 0,1 0 0,-1 0 0,1 0 0,0-1 0,-1 0 0,1 0 0,0-1 0,0 1 0,0-1 0,12 0 0,-16-1 0,1 0 0,-1 0 0,1 0 0,-1 0 0,1 0 0,0-1 0,-1 0 0,0 1 0,1-1 0,-1 0 0,1 0 0,-1 0 0,0 0 0,0-1 0,0 1 0,4-3 0,-4 1 0,1 1 0,-1-1 0,0 0 0,0 0 0,0 0 0,0 0 0,-1-1 0,1 1 0,-1 0 0,2-6 0,0-4 0,-1 0 0,0-1 0,-1 0 0,-1-25 0,0 0 0,0 39 0,0 0 0,0 0 0,0 0 0,0 1 0,0-1 0,0 0 0,0 0 0,0 0 0,0 0 0,0 0 0,0 0 0,0 0 0,0 0 0,1 0 0,-1 0 0,0 1 0,0-1 0,0 0 0,0 0 0,0 0 0,0 0 0,0 0 0,0 0 0,0 0 0,1 0 0,-1 0 0,0 0 0,0 0 0,0 0 0,0 0 0,0 0 0,0 0 0,0 0 0,0 0 0,1 0 0,-1 0 0,0 0 0,0 0 0,0 0 0,0 0 0,0 0 0,0 0 0,0 0 0,0 0 0,1 0 0,-1-1 0,0 1 0,0 0 0,0 0 0,0 0 0,0 0 0,0 0 0,0 0 0,0 0 0,0 0 0,0 0 0,0 0 0,0-1 0,0 1 0,0 0 0,0 0 0,0 0 0,0 0 0,1 0 0,-1 0 0,0-1 0,6 11 0,-5-8 0,118 179 0,-4-8 0,-112-169 0,0 1 0,-1-1 0,0 1 0,0 0 0,0 0 0,-1 0 0,2 6 0,-3-10 0,0 1 0,0-1 0,0 0 0,0 0 0,0 0 0,0 0 0,0 0 0,0 0 0,-1 0 0,1 1 0,0-1 0,-1 0 0,1 0 0,-1 0 0,1 0 0,-1 0 0,0 0 0,1-1 0,-1 1 0,0 0 0,0 0 0,1 0 0,-1-1 0,0 1 0,0 0 0,0-1 0,0 1 0,0 0 0,0-1 0,0 0 0,0 1 0,0-1 0,0 0 0,0 1 0,0-1 0,0 0 0,-1 0 0,0 0 0,-16 1 2,1 0 0,0-2-1,0 0 1,-29-5 0,1-1-1376,22 5-5452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24575,'2'-10'0,"2"-6"0,-1-2 0,-1 1-8191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24575,'0'5'0,"2"2"0,2 2 0,1-1 0,1-3 0,-1-6 0,-1-5 0,-2-4 0,0-3 0,-2-2 0,1 5 0,-2 6 0,-1 6 0,-2 6 0,1 3 0,0 3 0,1-1-8191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174 211 24575,'0'0'0,"0"0"0,0-1 0,0 1 0,-1 0 0,1 0 0,0 0 0,0 0 0,0-1 0,0 1 0,0 0 0,-1 0 0,1 0 0,0 0 0,0 0 0,0 0 0,-1 0 0,1 0 0,0 0 0,0-1 0,0 1 0,-1 0 0,1 0 0,0 0 0,0 0 0,0 0 0,-1 0 0,1 0 0,0 1 0,0-1 0,0 0 0,-1 0 0,1 0 0,0 0 0,0 0 0,0 0 0,-1 0 0,1 0 0,0 0 0,0 1 0,-5 9 0,3 14 0,2-23 0,-1 35 0,3 0 0,1 0 0,1 0 0,11 39 0,-9-55 0,-6-18 0,0-3 0,-2-11 0,-3-7 0,0 1 0,-1 1 0,-11-23 0,-31-50 0,13 26 0,21 38 0,3 6 0,0 0 0,2-1 0,1 0 0,-8-29 0,15 49 0,1 0 0,0-1 0,0 1 0,-1-1 0,1 1 0,0 0 0,0-1 0,0 1 0,1-1 0,-1 1 0,0-1 0,0 1 0,2-2 0,-2 2 0,0 1 0,0 0 0,0 0 0,0 0 0,1-1 0,-1 1 0,0 0 0,0 0 0,0 0 0,1 0 0,-1-1 0,0 1 0,0 0 0,1 0 0,-1 0 0,0 0 0,0 0 0,1 0 0,-1 0 0,0 0 0,0 0 0,1 0 0,-1 0 0,0 0 0,1 0 0,11 5 0,12 15 0,0 1 0,25 30 0,17 16 0,-24-32 0,1-1 0,1-1 0,2-3 0,93 45 0,-80-51 0,-51-21 0,1-1 0,-1 0 0,1 0 0,-1-1 0,13 0 0,-20-1 0,1 0 0,0 0 0,-1 0 0,1 0 0,0-1 0,-1 1 0,1-1 0,-1 1 0,1-1 0,-1 0 0,1 1 0,-1-1 0,1 0 0,-1 0 0,0 0 0,1 0 0,-1 0 0,2-3 0,-1 2 0,-1-1 0,1 1 0,-1-1 0,1 0 0,-1 0 0,0 1 0,0-1 0,-1 0 0,2-5 0,-1-3 0,-1 1 0,1-1 0,-2 0 0,-2-19 0,-5-9 0,-24-74 0,-26-34 0,57 145-40,0 0 0,0 0 0,0 0 0,0 1-1,0-1 1,0 0 0,-1 1 0,1-1 0,-1 1 0,1-1 0,-1 1-1,1 0 1,-1 0 0,0 0 0,0 0 0,0 0 0,1 0-1,-1 0 1,0 0 0,0 1 0,0-1 0,0 1 0,0-1 0,0 1-1,0 0 1,-1 0 0,1 0 0,0 0 0,0 0 0,0 1-1,0-1 1,0 0 0,-2 2 0,-6 1-6786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54 24575,'-191'-27'0,"136"24"0,41 2 0,0 1 0,0-2 0,0 0 0,-24-7 0,23 4-1365,3 1-5461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4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21 24575,'-5'-5'0,"-4"-2"0,-3 1 0,0 3 0,0 3 0,0 1 0,-2 0 0,1 1 0,-4 1 0,-1 1 0,-3 0 0,-2-1 0,-3-1 0,-4-1 0,-2 0 0,2-1 0,5 0-8191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1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22 179 24575,'-3'-5'0,"0"0"0,0 0 0,1 0 0,0-1 0,0 1 0,0-1 0,1 1 0,-1-1 0,1 0 0,1 1 0,-1-1 0,1 0 0,0 0 0,0 1 0,1-1 0,1-7 0,-1 9 0,0 0 0,0 0 0,1 1 0,-1-1 0,1 0 0,0 0 0,0 1 0,0-1 0,1 1 0,-1 0 0,1 0 0,-1-1 0,1 2 0,0-1 0,1 0 0,-1 1 0,0-1 0,1 1 0,-1 0 0,1 0 0,0 0 0,-1 1 0,8-3 0,-5 3 0,0 0 0,0 0 0,0 0 0,0 1 0,0 0 0,0 0 0,0 0 0,1 1 0,-1 0 0,0 0 0,0 1 0,-1-1 0,8 4 0,-3 0 0,0 0 0,-1 0 0,1 1 0,-1 0 0,-1 1 0,14 12 0,-20-17 0,0 1 0,0 0 0,0 0 0,0 0 0,0 1 0,-1-1 0,1 0 0,-1 1 0,0-1 0,0 0 0,0 1 0,-1 0 0,1-1 0,-1 6 0,1 5 0,-2 0 0,-1 18 0,-1-17 0,-1 0 0,-1 0 0,0 0 0,0 0 0,-2-1 0,-11 21 0,0 0 0,0 8 0,12-28 0,0 0 0,-9 15 0,-23 33 0,38-63 0,-1 1 0,1-1 0,0 0 0,0 1 0,-1-1 0,1 1 0,0-1 0,0 0 0,0 1 0,0-1 0,0 0 0,0 1 0,-1-1 0,1 1 0,0-1 0,0 0 0,0 1 0,0-1 0,0 1 0,0-1 0,1 1 0,-1-1 0,0 0 0,0 1 0,0-1 0,0 0 0,0 1 0,1-1 0,-1 1 0,0-1 0,1 1 0,0-1 0,0 1 0,-1-1 0,1 0 0,0 0 0,0 1 0,-1-1 0,1 0 0,0 0 0,0 0 0,0 0 0,0 0 0,0 0 0,0 0 0,36-6 0,-31 4 0,24-3 0,6-2 0,53-3 0,-68 8-9,21-4 1,-18 2-1340,-11 3-5478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2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55 24575,'0'-7'0,"1"1"0,0 0 0,0-1 0,0 1 0,1 0 0,4-10 0,-2 51 0,-6 28 0,3 71 0,1-124 0,-1 0 0,1 0 0,4 13 0,-5-27 0,0-2 0,1 1 0,-1 0 0,1-1 0,-1 1 0,4-5 0,-2 7 0,0 0 0,0 0 0,0 1 0,0-1 0,0 1 0,1 0 0,-1 0 0,0 0 0,1 1 0,0-1 0,0 1 0,-1 0 0,1 0 0,0 0 0,0 0 0,0 1 0,0 0 0,5 0 0,3 0 0,0 0 0,0 1 0,0 1 0,22 6 0,-30-7 0,0 0 0,0 1 0,-1 0 0,1 0 0,0 0 0,-1 0 0,1 0 0,-1 1 0,1 0 0,3 4 0,-6-6 0,0 0 0,0 0 0,0 0 0,0 0 0,-1 0 0,1 0 0,0 1 0,-1-1 0,1 0 0,-1 1 0,0-1 0,1 0 0,-1 1 0,0-1 0,0 0 0,1 1 0,-1-1 0,0 0 0,-1 1 0,1-1 0,0 0 0,0 1 0,0-1 0,-1 0 0,1 1 0,-1-1 0,1 0 0,-1 1 0,0-1 0,1 0 0,-1 0 0,0 0 0,0 0 0,0 0 0,-1 2 0,-1 0 0,-1 0 0,1 1 0,-1-1 0,0-1 0,0 1 0,0-1 0,0 1 0,-1-1 0,1 0 0,-1 0 0,1-1 0,-10 2 0,-1 0 0,-1-2 0,-26 0 0,27-2 0,0 2 0,-27 3 0,-2 4-1365,31-7-5461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2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47 24575,'-109'-32'0,"88"27"0,1 2 0,-1 0 0,-30 1 0,17 1 0,21 0 0,-1 1 0,1 0 0,-1 1 0,-14 3 0,27-3 0,-1-1 0,1 0 0,-1 1 0,1-1 0,-1 1 0,1 0 0,-1-1 0,1 1 0,-1 0 0,1 0 0,0 0 0,-1 0 0,1 0 0,0 0 0,0 0 0,0 1 0,0-1 0,0 0 0,0 1 0,-1 2 0,1-2 0,1 0 0,0 0 0,-1 0 0,1 0 0,0 0 0,0 0 0,0 1 0,0-1 0,0 0 0,0 0 0,1 0 0,-1 0 0,2 4 0,0-1 0,1 1 0,-1-1 0,1 0 0,0 0 0,1 0 0,-1 0 0,1-1 0,0 0 0,0 1 0,8 6 0,5-1 0,0 0 0,0-1 0,0-1 0,1 0 0,1-1 0,-1-1 0,1-1 0,0-1 0,0-1 0,20 2 0,-35-5 0,1 0 0,-1 0 0,1 0 0,-1-1 0,1 1 0,-1-1 0,1 0 0,-1 0 0,1-1 0,-1 0 0,5-2 0,-7 3 0,1 0 0,-1-1 0,0 1 0,0-1 0,0 0 0,-1 0 0,1 0 0,0 0 0,-1 0 0,1 0 0,-1 0 0,1 0 0,-1 0 0,0-1 0,0 1 0,0-1 0,0 1 0,-1-1 0,1 1 0,0-6 0,0-15 0,-2-28 0,0 28 0,1 23 0,0 0 0,0 0 0,0 0 0,0 0 0,0 0 0,0 0 0,0 0 0,0 0 0,0 0 0,0 0 0,0 0 0,0 0 0,0 0 0,0 0 0,0 0 0,0 0 0,0 0 0,0 0 0,0 0 0,0 0 0,1 0 0,-1 0 0,0 0 0,0 0 0,0 0 0,0 0 0,0 0 0,0 0 0,0 0 0,0 0 0,0 0 0,0 0 0,0 0 0,0 0 0,0 0 0,0 0 0,0 0 0,0 0 0,0 0 0,0 0 0,0 0 0,1 0 0,-1 0 0,0 0 0,0 0 0,0 0 0,0 0 0,0 0 0,0 0 0,0 0 0,0-1 0,0 1 0,0 0 0,0 0 0,0 0 0,0 0 0,0 0 0,0 0 0,0 0 0,0 0 0,0 0 0,0 0 0,5 7 0,5 9 0,-6-9 0,0-1 0,0 0 0,0 0 0,1 0 0,0 0 0,0-1 0,1 0 0,0 0 0,0 0 0,0-1 0,0 1 0,0-2 0,1 1 0,0-1 0,0 0 0,0 0 0,0-1 0,0 0 0,0 0 0,1 0 0,-1-1 0,1-1 0,13 1 0,-19-1 0,-1 0 0,1-1 0,0 1 0,-1 0 0,1-1 0,0 1 0,-1-1 0,1 0 0,-1 1 0,1-1 0,-1 0 0,1 0 0,-1 0 0,0 0 0,1 0 0,-1 0 0,0 0 0,0-1 0,1 0 0,0-2 0,0 1 0,0-1 0,-1 0 0,1 0 0,-1 1 0,1-6 0,5-15 0,-6 24 0,-1-1 0,0 1 0,1-1 0,-1 1 0,1-1 0,-1 1 0,1-1 0,-1 1 0,1-1 0,-1 1 0,1-1 0,0 1 0,-1 0 0,1-1 0,-1 1 0,1 0 0,0 0 0,-1-1 0,1 1 0,0 0 0,-1 0 0,1 0 0,0 0 0,0 0 0,-1 0 0,1 0 0,0 0 0,-1 0 0,1 0 0,0 0 0,-1 1 0,1-1 0,1 1 0,24 11 0,-21-9 0,6 4 0,1-1 0,0 0 0,1-1 0,-1 0 0,1-1 0,0 0 0,1-1 0,-1 0 0,0-2 0,25 2 0,-27-4-170,0 0-1,0 0 0,-1-1 1,1 0-1,0-1 0,-1 0 1,13-6-1,-14 5-6655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2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244 394 24575,'-19'-4'0,"-35"-10"0,-62-7 0,113 20 0,-1 1 0,1 0 0,-1 0 0,1 0 0,-1 0 0,1 1 0,-1-1 0,1 1 0,-6 2 0,8-3 0,0 1 0,1-1 0,-1 1 0,0-1 0,0 1 0,0 0 0,0-1 0,0 1 0,1 0 0,-1 0 0,0-1 0,1 1 0,-1 0 0,1 0 0,-1 0 0,1 0 0,-1 0 0,1 0 0,0 0 0,-1 0 0,1 0 0,0 0 0,0 0 0,0 0 0,0 0 0,0 1 0,0-1 0,0 0 0,0 0 0,0 0 0,0 0 0,1 0 0,-1 0 0,1 1 0,2 6 0,0 0 0,0-1 0,1 1 0,0-1 0,0 0 0,1-1 0,0 1 0,0-1 0,1 0 0,11 10 0,-2-3 0,1-1 0,0 0 0,25 11 0,-34-19 0,0-1 0,1 0 0,-1 0 0,1-1 0,0 0 0,0 0 0,0-1 0,13 1 0,-18-2 0,-1 0 0,1 0 0,0 0 0,0-1 0,-1 0 0,1 1 0,0-1 0,0 0 0,-1 0 0,1 0 0,-1 0 0,3-3 0,-3 3 0,0 0 0,-1-1 0,1 1 0,-1-1 0,0 0 0,0 1 0,1-1 0,-1 0 0,0 0 0,0 0 0,-1 0 0,1 0 0,0 0 0,-1 0 0,1 0 0,-1 0 0,0 0 0,1-2 0,-1-3 0,0 0 0,-1 1 0,1-1 0,-1 1 0,-1-1 0,-3-11 0,-18-40 0,14 37 0,-90-202 0,31 72 0,99 244 0,-12-43 0,2-1 0,2-1 0,41 63 0,-35-72-341,1 0 0,2-2-1,43 39 1,-59-61-6485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27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130 162 24575,'13'44'0,"2"1"0,3-2 0,29 56 0,-44-95 0,9 16 0,-11-19 0,-1 0 0,1 0 0,-1 0 0,1 0 0,0 0 0,0-1 0,-1 1 0,1 0 0,0 0 0,0-1 0,0 1 0,0-1 0,0 1 0,0-1 0,2 2 0,-3-3 0,0 1 0,0-1 0,1 1 0,-1-1 0,0 1 0,0-1 0,0 1 0,0 0 0,0-1 0,0 1 0,0-1 0,0 1 0,0-1 0,0 1 0,0-1 0,0 1 0,0-1 0,0 1 0,0-1 0,-1 1 0,1-1 0,0 1 0,0 0 0,-1-1 0,1 1 0,-1-1 0,-5-14 0,-14-18 0,-1 1 0,-43-50 0,-18-27 0,70 91 0,-17-29 0,26 42 0,1 0 0,-1-1 0,1 1 0,0-1 0,1 1 0,0-1 0,-1-6 0,1 11 0,1 0 0,0 0 0,0 0 0,0 0 0,0 0 0,0-1 0,0 1 0,1 0 0,-1 0 0,0 0 0,1 0 0,-1 0 0,0 0 0,1 0 0,-1 0 0,1 0 0,0 0 0,-1 0 0,1 0 0,0 0 0,-1 1 0,2-2 0,0 1 0,-1 0 0,1 1 0,-1-1 0,1 0 0,-1 1 0,1-1 0,-1 1 0,1 0 0,0-1 0,-1 1 0,1 0 0,0 0 0,1 0 0,6 1 0,0 1 0,-1-1 0,1 1 0,10 5 0,36 14 0,-1 3 0,-1 1 0,84 57 0,-132-79 0,0 1 0,0 0 0,-1 0 0,7 7 0,-10-10 0,-1-1 0,1 1 0,-1-1 0,1 1 0,-1-1 0,0 1 0,1-1 0,-1 1 0,0-1 0,1 1 0,-1 0 0,0-1 0,0 1 0,1-1 0,-1 1 0,0 0 0,0-1 0,0 1 0,0 0 0,0-1 0,0 1 0,0 0 0,0-1 0,0 1 0,0 0 0,0-1 0,-1 1 0,1-1 0,0 1 0,0 0 0,-1-1 0,1 1 0,0-1 0,-1 1 0,1-1 0,0 1 0,-1-1 0,1 1 0,-1-1 0,1 1 0,-1-1 0,1 0 0,-1 1 0,1-1 0,-1 0 0,0 1 0,1-1 0,-1 0 0,1 0 0,-1 1 0,0-1 0,1 0 0,-1 0 0,0 0 0,0 0 0,-9 2 0,-1 0 0,1-1 0,0 0 0,-20-1 0,-43-6 0,51 3 0,-53-8 52,-37-3-1469,98 13-5409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2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21 24575,'-7'-3'0,"-11"-2"0,-28-5 0,41 9 0,1 0 0,0 1 0,0 0 0,0 0 0,0 0 0,0 0 0,0 1 0,0-1 0,0 1 0,0 0 0,0 0 0,0 1 0,-4 1 0,7-2 0,0-1 0,0 1 0,1-1 0,-1 1 0,0 0 0,1-1 0,-1 1 0,0 0 0,1 0 0,-1 0 0,1-1 0,-1 1 0,1 0 0,0 0 0,-1 0 0,1 0 0,0 0 0,0 0 0,-1 0 0,1 0 0,0 0 0,0 0 0,0 0 0,0 0 0,0 0 0,0 0 0,1 0 0,-1 0 0,0 0 0,0-1 0,1 1 0,-1 0 0,0 0 0,1 0 0,-1 0 0,1 0 0,1 1 0,1 4 0,2 0 0,-1-1 0,10 10 0,-13-13 0,8 7 0,1 0 0,0 0 0,0-1 0,1-1 0,16 10 0,-21-14 0,0 0 0,1 0 0,-1-1 0,1 0 0,0 0 0,-1-1 0,1 0 0,0 0 0,0 0 0,0-1 0,13-1 0,-18 1 0,-1 0 0,1 0 0,-1-1 0,1 1 0,-1-1 0,0 1 0,1-1 0,-1 1 0,0-1 0,1 0 0,-1 0 0,0 0 0,0 0 0,1 0 0,-1 0 0,0 0 0,0 0 0,0 0 0,0 0 0,-1 0 0,1-1 0,0 1 0,0 0 0,-1-1 0,1 1 0,-1 0 0,1-1 0,-1 1 0,0-1 0,1 1 0,-1-4 0,0-3 0,0-1 0,0 0 0,-1 1 0,-3-14 0,1-2 0,3 24 0,0 0 0,0 0 0,0 0 0,0 0 0,0 0 0,0 0 0,0 0 0,0 0 0,0 0 0,0 0 0,0 0 0,0 0 0,0 0 0,0 0 0,0 0 0,0 0 0,0 0 0,0-1 0,0 1 0,0 0 0,0 0 0,0 0 0,0 0 0,0 0 0,0 0 0,0 0 0,0 0 0,1 0 0,-1 0 0,0 0 0,0 0 0,0 0 0,0 0 0,0 0 0,0 0 0,0 0 0,0 0 0,0 0 0,0 0 0,0 0 0,0 0 0,0 0 0,0 0 0,0 0 0,0 0 0,1 0 0,-1 0 0,0 0 0,0 0 0,0 0 0,0 0 0,0 1 0,0-1 0,0 0 0,0 0 0,0 0 0,0 0 0,0 0 0,0 0 0,0 0 0,0 0 0,0 0 0,0 0 0,0 0 0,7 6 0,5 8 0,57 73 114,-28-33-1593,-32-43-5347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2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94 455 24575,'-6'-4'0,"3"0"0,-1 0 0,0 1 0,0 0 0,-1 0 0,1 0 0,-1 0 0,1 1 0,-1 0 0,0 0 0,0 0 0,0 0 0,-5-1 0,9 3 0,0 1 0,0-1 0,0 0 0,0 0 0,0 0 0,0 0 0,0 1 0,0-1 0,0 0 0,1 1 0,-1-1 0,0 1 0,0-1 0,0 1 0,1-1 0,-1 1 0,0 0 0,0-1 0,1 1 0,-1 0 0,1-1 0,-1 1 0,0 0 0,1 0 0,0 0 0,-1 0 0,1-1 0,-1 1 0,1 0 0,0 0 0,0 0 0,0 0 0,-1 0 0,1 1 0,-1 5 0,1-1 0,0 1 0,0 11 0,1-12 0,-1-2 0,0-1 0,0 1 0,1-1 0,-1 0 0,1 1 0,0-1 0,0 0 0,0 0 0,1 0 0,-1 0 0,1 0 0,-1 0 0,1 0 0,0 0 0,0-1 0,0 1 0,1-1 0,-1 1 0,1-1 0,-1 0 0,1 0 0,0 0 0,0 0 0,-1 0 0,1-1 0,1 1 0,-1-1 0,0 0 0,0 0 0,4 1 0,-4-2 0,5 3 0,0-1 0,1 0 0,-1 0 0,0-1 0,16 0 0,-22-1 0,0 0 0,0-1 0,1 1 0,-1-1 0,0 1 0,0-1 0,0 0 0,0 0 0,0 0 0,0 0 0,0 0 0,0 0 0,-1 0 0,1-1 0,0 1 0,-1-1 0,1 1 0,-1-1 0,1 0 0,-1 0 0,0 1 0,0-1 0,0 0 0,0 0 0,0 0 0,0 0 0,0-4 0,1-1 0,0-1 0,-1 1 0,0-1 0,0 1 0,-1-1 0,0 1 0,0-1 0,-1 1 0,0-1 0,-2-7 0,-4-12 0,-15-36 0,11 35 0,-38-90 0,12 36 0,28 57 0,0 0 0,-9-47 0,44 135 0,-9-22 0,2 0 0,1-2 0,34 49 0,-17-37 0,76 81 0,-101-119-118,23 25 367,-32-34-436,0 0 0,0 0 0,0 0 0,-1 1 0,0-1 0,0 1 0,3 7 0,-3-2-6639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3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89 105 24575,'-81'-95'0,"76"88"0,2 4 0,3 5 0,6 9 0,10 17 0,-9-18 0,1 0 0,0 0 0,1-1 0,12 10 0,44 31 0,-16-14 0,83 59 0,-124-89 0,4 0-1365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15 24575,'0'-1'0,"0"0"0,0 1 0,0-1 0,0 1 0,0-1 0,0 0 0,0 1 0,0-1 0,0 0 0,-1 1 0,1-1 0,0 1 0,0-1 0,0 1 0,-1-1 0,1 0 0,0 1 0,-1-1 0,1 1 0,0-1 0,-1 1 0,0-1 0,1 1 0,-1 0 0,1 0 0,-1 0 0,1 0 0,-1 0 0,1 0 0,-1 0 0,1 0 0,-1 0 0,1 0 0,-1 0 0,1 1 0,-1-1 0,1 0 0,0 0 0,-1 0 0,1 1 0,-1-1 0,1 0 0,0 1 0,-1-1 0,-19 23 0,5 2 0,0 1 0,-21 52 0,14-26 0,6-23-1365,7-17-5461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48 24575,'-15'-7'0,"-7"-3"0,0 1 0,-26-7 0,42 15 0,-1-1 0,1 1 0,0 0 0,-1 1 0,1-1 0,-1 1 0,1 0 0,-1 1 0,1 0 0,0 0 0,-1 0 0,-10 5 0,14-5 0,-1 1 0,1 1 0,0-1 0,1 0 0,-1 1 0,0-1 0,1 1 0,-1 0 0,1 0 0,0 0 0,0 0 0,0 0 0,0 1 0,1-1 0,-1 1 0,1-1 0,-1 5 0,0-1 0,0 0 0,0-1 0,1 1 0,1 0 0,-1 0 0,1-1 0,0 1 0,2 11 0,8 22 0,1-1 0,22 48 0,-20-57 0,-1 2 0,-1 0 0,-2 0 0,6 44 0,3 59 0,-18-133 0,0 0 0,0 0 0,1 0 0,-1 0 0,0 0 0,1 0 0,0-1 0,-1 1 0,1 0 0,0 0 0,0-1 0,0 1 0,0-1 0,0 1 0,0-1 0,1 1 0,-1-1 0,0 0 0,1 1 0,-1-1 0,1 0 0,0 0 0,1 1 0,1 0 0,1-1 0,0 0 0,-1 0 0,1 0 0,0-1 0,0 1 0,-1-1 0,6 0 0,4-1 40,1 1 0,19-5 0,-29 4-164,-1 0 0,1 0 1,-1-1-1,0 1 0,1-1 0,-1 0 1,0-1-1,0 1 0,0-1 0,-1 1 1,6-6-1,0-2-6702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5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24575,'-3'-2'0,"2"3"0,4 8 0,8 12 0,30 40 0,-36-55 0,0 0 0,0-1 0,1 1 0,0-1 0,0 0 0,0 0 0,10 5 0,-15-9 0,0-1 0,0 1 0,0 0 0,0-1 0,0 1 0,0-1 0,0 0 0,0 1 0,0-1 0,0 0 0,0 0 0,0 0 0,1 1 0,-1-1 0,0 0 0,0-1 0,0 1 0,0 0 0,0 0 0,0 0 0,0-1 0,0 1 0,0 0 0,0-1 0,0 1 0,0-1 0,0 1 0,1-2 0,0 0 0,-1 0 0,1 0 0,-1 0 0,0 0 0,0-1 0,0 1 0,0 0 0,0 0 0,-1-1 0,1 1 0,0-5 0,1-11 0,5-28 0,-6 44 0,0-1 0,-1 1 0,1-1 0,0 1 0,0 0 0,0-1 0,1 1 0,-1 0 0,1 0 0,-1 0 0,1 0 0,0 0 0,3-3 0,-4 4 0,0 0 0,0 1 0,1-1 0,-1 1 0,0 0 0,0-1 0,1 1 0,-1 0 0,0 0 0,1-1 0,-1 1 0,0 0 0,1 1 0,-1-1 0,0 0 0,1 0 0,-1 0 0,0 1 0,0-1 0,1 1 0,-1-1 0,2 2 0,3 1 0,0 1 0,0-1 0,6 6 0,-2-1 0,133 94 0,-133-90 120,-10-12-142,0 0 0,0 0-1,1 0 1,-1 0 0,0 1 0,0-1 0,0 0 0,0 0-1,0 0 1,1 0 0,-1 1 0,0-1 0,0 0 0,0 0 0,0 0-1,0 1 1,0-1 0,0 0 0,0 0 0,0 0 0,0 1-1,0-1 1,0 0 0,0 0 0,0 0 0,0 1 0,0-1-1,0 0 1,0 0 0,0 0 0,0 1 0,0-1 0,0 0-1,0 0 1,0 0 0,0 0 0,-1 1 0,1-1 0,0 0-1,0 0 1,0 0 0,0 0 0,0 1 0,-1-1 0,1 0-1,0 0 1,0 0 0,0 0 0,0 0 0,-1 0 0,1 0-1,0 0 1,0 0 0,0 0 0,-1 1 0,1-1 0,0 0-1,0 0 1,0 0 0,-1 0 0,1 0 0,0 0 0,0 0-1,0-1 1,-1 1 0,1 0 0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24575,'19'-10'0,"1"0"0,-1 0 0,26-6 0,-38 14 0,0 0 0,-1 0 0,1 1 0,0 0 0,0 1 0,0 0 0,-1 0 0,1 0 0,0 1 0,0 0 0,0 0 0,-1 1 0,1-1 0,8 5 0,1 2 0,0 1 0,-1 1 0,0 0 0,0 2 0,-1-1 0,-1 1 0,0 1 0,-1 1 0,21 28 0,-29-36 0,-1 0 0,0 1 0,0-1 0,0 1 0,-1-1 0,0 1 0,0 0 0,-1 0 0,2 12 0,-2 7 0,-2 35 0,-1-14 0,2-30 0,-1 0 0,1-1 0,1 1 0,0 0 0,1-1 0,9 32 0,-4-28 0,1 0 0,0-1 0,2 0 0,20 30 0,-27-45 0,0-1 0,-1 1 0,0 0 0,0-1 0,0 1 0,-1 0 0,3 8 0,-4-11 0,0 1 0,1-1 0,-2 0 0,1 0 0,0 1 0,0-1 0,0 0 0,0 0 0,-1 1 0,1-1 0,-1 0 0,1 0 0,-1 0 0,1 0 0,-1 1 0,1-1 0,-1 0 0,0 0 0,0 0 0,0 0 0,0-1 0,1 1 0,-1 0 0,0 0 0,0 0 0,-1-1 0,1 1 0,0-1 0,0 1 0,0-1 0,-2 1 0,-3 2 6,-1-1 0,1 0-1,-1 0 1,0-1 0,0 0-1,-11 0 1,-45-2-203,29 0-1011,16 0-5618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24575,'0'5'0,"1"0"0,0-1 0,0 1 0,0 0 0,0 0 0,1-1 0,0 1 0,0-1 0,0 1 0,1-1 0,5 8 0,4 3 0,22 23 0,-32-36 0,7 7 0,0-1 0,1-1 0,0 1 0,0-1 0,0-1 0,22 10 0,-26-14 0,-1 1 0,1-1 0,1 0 0,-1-1 0,0 1 0,0-1 0,1-1 0,-1 1 0,0-1 0,1 0 0,-1 0 0,0-1 0,1 0 0,11-3 0,-16 3 0,1 0 0,-1-1 0,0 1 0,0-1 0,1 1 0,-1-1 0,0 0 0,-1 0 0,1 0 0,0 0 0,0 0 0,-1 0 0,1 0 0,-1-1 0,0 1 0,0-1 0,0 1 0,1-4 0,1-2 0,-1 1 0,0-1 0,-1 0 0,1-14 0,27 47 0,-20-18 0,0 0 0,0 0 0,1-1 0,0 0 0,1-1 0,12 5 0,-16-8 0,0 1 0,0-1 0,0-1 0,1 1 0,-1-1 0,0-1 0,1 1 0,-1-1 0,1 0 0,12-3 0,-18 3 0,1-1 0,-1 0 0,0 1 0,1-1 0,-1 0 0,0 0 0,0 0 0,0-1 0,0 1 0,0 0 0,0-1 0,0 0 0,0 1 0,-1-1 0,1 0 0,0 0 0,1-3 0,-1 2 0,-1 0 0,1-1 0,-1 1 0,0 0 0,0-1 0,-1 1 0,1-1 0,-1 1 0,1-1 0,-1 0 0,0-3 0,-1-1 0,0 1 0,0-1 0,-1 1 0,0-1 0,0 1 0,-1-1 0,0 1 0,0 0 0,-1 0 0,-5-9 0,3 8-105,0 1 0,0-1 0,-1 1 0,0 1 0,0-1 0,0 1 0,-1 0 0,0 1 0,0 0 0,-1 0 0,1 0 0,-17-5 0,10 6-6721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 24575,'0'-1'0,"0"1"0,0 0 0,0 0 0,0 0 0,0 0 0,0 0 0,0 0 0,0 0 0,0 0 0,0 0 0,0 0 0,0 0 0,1 0 0,-1 0 0,0-1 0,0 1 0,0 0 0,0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0,7 6 0,4 9 0,74 146 0,-58-104 0,39 59 0,-53-97 0,-4-6 0,0 0 0,-1 0 0,-1 1 0,8 18 0,-15-31 0,0 0 0,1 0 0,-1 0 0,0 0 0,1 0 0,-1-1 0,0 1 0,0 0 0,0 0 0,0 0 0,0 0 0,0 0 0,0 0 0,0 0 0,0 0 0,0 0 0,-1-1 0,1 1 0,0 0 0,-1 0 0,1 0 0,-1 1 0,0-2 0,0 1 0,1-1 0,-1 1 0,0-1 0,0 0 0,0 1 0,1-1 0,-1 0 0,0 0 0,0 1 0,0-1 0,0 0 0,1 0 0,-1 0 0,0 0 0,0 0 0,0 0 0,-1-1 0,-6 0 0,1-1 0,-1-1 0,-13-5 0,19 7 0,-38-19 0,1-3 0,0 0 0,-39-33 0,67 45 0,11 11 0,0-1 0,0 1 0,1 0 0,-1 0 0,0 0 0,0 0 0,0 0 0,0-1 0,1 1 0,-1 0 0,0 0 0,0 0 0,0 0 0,0 0 0,1 0 0,-1 0 0,0 0 0,0 0 0,0 0 0,1 0 0,-1 0 0,0 0 0,0 0 0,0 0 0,1 0 0,-1 0 0,0 0 0,0 0 0,0 0 0,1 0 0,-1 0 0,0 0 0,0 0 0,0 0 0,1 0 0,28 10 0,-2 1 0,1 0 0,1-1 0,0-2 0,55 8 0,-80-16 0,0 1 0,0-1 0,0 0 0,0-1 0,0 1 0,0-1 0,0 1 0,0-1 0,0-1 0,0 1 0,0 0 0,-1-1 0,1 0 0,-1 0 0,1 0 0,-1 0 0,0 0 0,6-6 0,-6 4 0,0 1 0,0-1 0,0-1 0,-1 1 0,1 0 0,-1-1 0,0 1 0,-1-1 0,1 1 0,-1-1 0,0 0 0,0 0 0,0 1 0,-1-1 0,1-6 0,-1 2 0,0 1 0,1-1 0,-2 1 0,1 0 0,-1 0 0,-3-13 0,0 14-68,1 9 237,-1 12-1635,3-4-5360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7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24575,'10'21'0,"5"8"0,2 2 0,-1-1 0,-1-4 0,-2-4 0,-1-5 0,-3-6-8191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24575,'-3'10'0,"-3"6"0,0 0-8191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4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24575,'12'18'0,"1"-1"0,-2 2 0,0 0 0,-2 0 0,8 21 0,28 104 0,-34-103 0,1 0 0,2-2 0,27 55 0,-40-93 0,-1 0 0,1 1 0,0-1 0,0 0 0,-1 0 0,1 0 0,0 0 0,0 0 0,0 0 0,2 1 0,-2-2 0,-1 1 0,0-1 0,1 0 0,-1 0 0,0 0 0,1 0 0,-1 0 0,1 0 0,-1 0 0,0 0 0,1 0 0,-1 0 0,1 0 0,-1 0 0,0 0 0,1 0 0,-1 0 0,1 0 0,-1 0 0,0 0 0,1 0 0,-1-1 0,0 1 0,1 0 0,1-2 0,-1 1 0,0-1 0,1 1 0,-1-1 0,0 0 0,0 1 0,0-1 0,0 0 0,-1 0 0,1 0 0,0 0 0,-1 1 0,1-4 0,2-6 0,-2 5 0,0-1 0,1 0 0,0 1 0,1 0 0,5-11 0,-8 16 0,1 0 0,0-1 0,0 1 0,0 0 0,0 0 0,0 0 0,0 0 0,0 1 0,0-1 0,0 0 0,0 0 0,1 1 0,-1-1 0,0 0 0,1 1 0,-1-1 0,0 1 0,1 0 0,-1 0 0,0-1 0,1 1 0,-1 0 0,1 0 0,-1 0 0,0 0 0,1 0 0,-1 1 0,1-1 0,-1 0 0,0 1 0,1-1 0,-1 1 0,2 0 0,16 8 0,-1 0 0,0 2 0,20 15 0,18 10 0,-36-25-113,-1 0-305,-1-1 1,30 25 0,-36-24-6409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45 295 24575,'0'23'0,"2"0"0,0-1 0,7 28 0,-5-36 0,-1-1 0,2 1 0,0-1 0,1 0 0,0 0 0,14 21 0,-20-34 0,0 1 0,0-1 0,0 0 0,1 0 0,-1 1 0,0-1 0,0 0 0,0 0 0,0 1 0,0-1 0,1 0 0,-1 0 0,0 1 0,0-1 0,0 0 0,1 0 0,-1 0 0,0 0 0,0 1 0,1-1 0,-1 0 0,0 0 0,0 0 0,1 0 0,-1 0 0,0 0 0,0 0 0,1 0 0,-1 0 0,0 0 0,1 0 0,-1 0 0,0 0 0,0 0 0,1 0 0,-1 0 0,0 0 0,0 0 0,1 0 0,3-12 0,-4-19 0,-2 13 0,-1 1 0,-1-1 0,-9-27 0,-25-50 0,5 10 0,25 66 0,4 10 0,1-1 0,0 1 0,0-1 0,1 0 0,-2-12 0,6 19 0,3 6 0,5 5 0,-10-8 0,46 53 0,12 10 0,-30-37 0,2-2 0,32 22 0,-43-34 0,0-1 0,0-1 0,1-1 0,0 0 0,22 5 0,-35-12 0,0 0 0,-1-1 0,1 0 0,0 0 0,14 0 0,-20-1 0,1 0 0,0-1 0,0 1 0,-1 0 0,1-1 0,0 1 0,-1-1 0,1 1 0,-1-1 0,1 0 0,0 0 0,-1 0 0,0 0 0,1 0 0,-1 0 0,0 0 0,1 0 0,-1-1 0,0 1 0,0 0 0,0-1 0,0 1 0,0-1 0,0 1 0,0-1 0,-1 1 0,1-1 0,0-2 0,1-7 0,0 0 0,-1 0 0,0 1 0,-1-1 0,-1-19 0,-2 10 0,0 1 0,-7-25 0,0 15 0,-1 1 0,-1 1 0,-1 0 0,-34-50 0,45 74-227,0 0-1,0 0 1,-1 0-1,0 0 1,-5-4-1,-2 1-6598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24575,'7'20'0,"6"9"0,0 5 0,-2-1 0,-1-3 0,-1-5 0,-1-4 0,0-3 0,-1-2 0,0-1 0,-2-6 0,-1-7 0,-2-6 0,-4-2 0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0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24575,'30'-3'0,"13"0"0,3 0 0,-3 0 0,-6 1 0,-7 1 0,-7 1 0,-3-1 0,-4 1 0,-7 0 0,-7 1 0,-7-1 0,-4 0 0,-2 0-8191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24575,'30'5'0,"13"2"0,1-1 0,-4-1 0,-9-4 0,-10-2-8191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24575,'5'21'0,"2"8"0,2 2 0,-1-1 0,2-4 0,-2-4 0,1-2 0,-2-3 0,1-4 0,-1-2 0,1-3 0,-1-4 0,-4-7 0,-3-4 0,-4-5 0,0-1 0,-1 0-8191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24575,'28'-2'0,"14"-2"0,2 1 0,-3 1 0,-7 0 0,-6 1 0,-11 0 0,-10 1 0,-10 0 0,-6 0 0,-4 0 0,-3 0 0,2 0-8191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1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24575,'20'-3'0,"9"-3"0,3 0 0,-3 0 0,-3 2 0,-3 1 0,-4 1 0,-2 1 0,-4 1-8191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24575,'12'25'0,"7"11"0,1 1 0,-4 1 0,-2-5 0,-3-5 0,-1-3 0,-3-2 0,-1-3 0,-1-3 0,0-1 0,-1-1 0,-2-3-8191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27 24575,'-33'-7'0,"-13"-3"0,-4 3 0,2 5 0,4 5 0,4 6 0,4 2 0,3 3 0,5-1 0,7-3-8191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3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1 24575,'-27'0'0,"-1"1"0,-35 7 0,25-4 0,0-1 0,-65-3 0,41-1 0,-67 1-1365,106 0-5461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24575,'0'-1'0,"0"0"0,0 0 0,0 0 0,0 0 0,0-1 0,0 1 0,0 0 0,0 0 0,1 0 0,-1 0 0,0 0 0,1 0 0,-1 0 0,1 0 0,-1 0 0,1 0 0,-1 1 0,1-1 0,-1 0 0,1 0 0,0 0 0,0 0 0,-1 1 0,1-1 0,2-1 0,-2 2 0,0 0 0,0 0 0,0 1 0,0-1 0,-1 0 0,1 0 0,0 1 0,0-1 0,0 0 0,0 1 0,0-1 0,0 1 0,0-1 0,0 1 0,-1-1 0,1 1 0,0 0 0,0-1 0,-1 1 0,1 0 0,-1 0 0,1-1 0,0 1 0,-1 0 0,1 0 0,-1 0 0,0 0 0,1 1 0,3 7 0,0 1 0,0 0 0,-1 1 0,-1-1 0,0 0 0,2 15 0,1 7 0,10 94 0,-8-61 0,-2-8 0,4 32 0,-7-70 0,-1-15 0,-1 1 0,1-1 0,-1 1 0,1-1 0,3 8 0,-4-11 0,1 0 0,-1-1 0,1 1 0,-1 0 0,1 0 0,0 0 0,-1 0 0,1-1 0,0 1 0,0 0 0,0-1 0,-1 1 0,1 0 0,0-1 0,0 1 0,0-1 0,0 1 0,0-1 0,0 0 0,0 1 0,0-1 0,0 0 0,0 0 0,0 0 0,0 0 0,0 0 0,0 0 0,0 0 0,2 0 0,7-2 0,1 0 0,19-6 0,1-1 0,2 2 0,0 2 0,35 0 0,67 3 0,-130 2 0,1 0-91,-4 0-7,-1-1 0,1 1 0,0 0 0,0 0 0,-1 0 0,1 1 0,0-1 0,-1 0 0,1 0 0,0 1 0,-1-1 0,3 2 0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24575,'4'1'0,"-1"0"0,1 1 0,0-1 0,-1 1 0,1 0 0,-1 0 0,1 0 0,-1 0 0,3 3 0,-2-2 0,58 50 0,-12-11 0,-28-23 0,93 67 0,-101-76-93,-5-5-225,0 1 0,-1 1 0,14 12 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 24575,'0'0'0,"0"-1"0,0 1 0,0 0 0,-1 0 0,1 0 0,0-1 0,0 1 0,-1 0 0,1 0 0,0 0 0,0 0 0,-1 0 0,1 0 0,0-1 0,-1 1 0,1 0 0,0 0 0,-1 0 0,1 0 0,0 0 0,0 0 0,-1 0 0,1 0 0,0 0 0,-1 0 0,1 1 0,0-1 0,0 0 0,-1 0 0,1 0 0,-1 0 0,-7 9 0,-2 14 0,6-8 0,-3 8 0,-18 39 0,21-55 0,0 0 0,0 0 0,-1 0 0,0 0 0,0-1 0,-1 0 0,1 0 0,-1-1 0,-8 6 0,13-10-22,-8 7-202,-1-1 0,-1 0 0,1-1 1,-1 0-1,-22 8 0,20-11-6602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5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24575,'18'-7'0,"0"1"0,0 1 0,1 1 0,-1 0 0,1 1 0,21 0 0,-31 3 0,1 1 0,-1-1 0,1 2 0,-1-1 0,0 1 0,0 1 0,0 0 0,0 0 0,0 1 0,-1 0 0,0 0 0,1 1 0,-2 0 0,11 8 0,-15-10 0,-1-1 0,0 1 0,0 0 0,0 0 0,0-1 0,-1 1 0,1 1 0,-1-1 0,0 0 0,1 0 0,-1 0 0,-1 1 0,1-1 0,-1 0 0,1 1 0,-1-1 0,0 1 0,0-1 0,-1 6 0,0-2 0,0 1 0,0-1 0,-1 1 0,0-1 0,0 0 0,-1 0 0,-6 13 0,-2-2 0,6-11 0,1 0 0,0 0 0,0 0 0,0 1 0,-3 12 0,7-18 0,-1 1 0,1 0 0,0 0 0,0-1 0,0 1 0,0 0 0,0 0 0,0-1 0,1 1 0,-1 0 0,1 0 0,0-1 0,0 1 0,0-1 0,0 1 0,1-1 0,-1 1 0,0-1 0,1 0 0,3 5 0,0-3 0,0 1 0,0-1 0,0 0 0,0 0 0,1 0 0,0-1 0,-1 1 0,1-1 0,0-1 0,1 1 0,-1-1 0,0-1 0,8 3 0,1-2 0,0 0 0,0-1 0,-1-1 0,29-2 0,-29-1-1365,-1 0-5461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6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24575,'49'5'0,"84"3"0,-119-8 0,0-1 0,0-1 0,0 0 0,0 0 0,-1-2 0,1 0 0,16-7 0,-25 9 0,-1 0 0,0-1 0,0 1 0,0-1 0,-1 0 0,1 0 0,-1 0 0,1-1 0,-1 1 0,0-1 0,0 0 0,-1 0 0,1 0 0,-1 0 0,0 0 0,0 0 0,0-1 0,0 1 0,-1-1 0,0 1 0,0-1 0,0 0 0,-1 0 0,1 1 0,-1-1 0,0 0 0,-1 1 0,0-9 0,0 11 0,1-1 0,-1 0 0,0 0 0,0 0 0,0 1 0,0-1 0,0 0 0,-1 1 0,1-1 0,-1 1 0,0 0 0,0-1 0,1 1 0,-1 0 0,-1 0 0,1 0 0,0 0 0,0 1 0,-1-1 0,1 1 0,-1-1 0,0 1 0,1 0 0,-1 0 0,0 0 0,0 0 0,1 0 0,-5 0 0,3 1 0,1-1 0,-1 1 0,0 0 0,1 0 0,-1 0 0,1 0 0,-1 1 0,0-1 0,1 1 0,-1 0 0,1 0 0,0 0 0,-1 1 0,1-1 0,0 1 0,0 0 0,0 0 0,0 0 0,0 0 0,0 0 0,0 1 0,-3 3 0,4-3 0,0 0 0,-1 0 0,2 1 0,-1-1 0,0 0 0,1 1 0,-1-1 0,1 0 0,0 1 0,0 0 0,1-1 0,-1 1 0,1 0 0,-1-1 0,1 1 0,0 0 0,1-1 0,-1 1 0,1 0 0,-1-1 0,1 1 0,0 0 0,1-1 0,-1 1 0,0-1 0,1 0 0,0 0 0,0 1 0,0-1 0,0 0 0,0 0 0,1-1 0,3 5 0,13 11 0,1-1 0,1 0 0,0-1 0,1-2 0,1 0 0,0-1 0,1-1 0,0-2 0,0 0 0,1-2 0,1 0 0,-1-2 0,1-1 0,0-1 0,1-1 0,34 0 0,-54-4 0,-1 1 0,1-1 0,-1 0 0,0 0 0,1-1 0,-1 0 0,0 0 0,0 0 0,0-1 0,0 0 0,0 0 0,-1-1 0,6-4 0,-8 6 0,0-1 0,-1 1 0,1-1 0,-1 0 0,0 0 0,0 0 0,0 0 0,0-1 0,0 1 0,-1 0 0,1-1 0,-1 1 0,0-1 0,0 0 0,0 1 0,-1-1 0,1 0 0,-1 1 0,0-1 0,0 0 0,0 0 0,-1 1 0,-1-8 0,1 4 0,-1 0 0,-1 0 0,1 1 0,-1-1 0,-1 1 0,-5-10 0,-28-32 0,27 35 0,0 1 0,0-1 0,-8-17 0,17 29 0,0 0 0,1-1 0,-1 1 0,1 0 0,-1 0 0,1 0 0,-1-1 0,1 1 0,0 0 0,0 0 0,-1-1 0,1 1 0,0 0 0,0-1 0,0 1 0,1 0 0,-1 0 0,0-1 0,0 1 0,1 0 0,-1 0 0,1-1 0,-1 1 0,1 0 0,-1 0 0,1 0 0,0 0 0,-1 0 0,1 0 0,0 0 0,0 0 0,0 0 0,0 0 0,0 0 0,2-1 0,-1 1 0,0 0 0,0 0 0,0 1 0,0-1 0,1 0 0,-1 1 0,0 0 0,0-1 0,0 1 0,1 0 0,-1 0 0,0 0 0,0 0 0,1 1 0,-1-1 0,0 1 0,0-1 0,0 1 0,0 0 0,3 1 0,7 5-1365,-1-1-5461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6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73 24575,'-9'-6'0,"1"0"0,-2 1 0,1 0 0,0 1 0,-16-5 0,23 8 0,1 1 0,-1-1 0,0 1 0,0 0 0,0-1 0,0 1 0,0 0 0,0 0 0,0 0 0,0 0 0,0 1 0,0-1 0,0 0 0,0 1 0,0-1 0,1 1 0,-1 0 0,0 0 0,0 0 0,0 0 0,1 0 0,-1 0 0,1 0 0,-1 0 0,1 1 0,-1-1 0,1 1 0,0-1 0,-1 1 0,1-1 0,0 1 0,0 0 0,0-1 0,1 1 0,-1 0 0,-1 3 0,0 1 0,1 1 0,-1 0 0,1 0 0,0 0 0,1 0 0,0-1 0,0 1 0,0 0 0,1 0 0,0 0 0,0 0 0,1 0 0,0-1 0,0 1 0,0-1 0,1 1 0,0-1 0,5 7 0,-1-1 0,1-1 0,0 0 0,1-1 0,0 1 0,1-2 0,0 0 0,0 0 0,16 10 0,-22-17 0,-1 1 0,1-1 0,0-1 0,0 1 0,0 0 0,0-1 0,0 0 0,0 0 0,0 0 0,0 0 0,0-1 0,0 0 0,1 0 0,-1 0 0,0 0 0,0 0 0,5-2 0,-6 1 0,0 0 0,0 0 0,0 0 0,-1-1 0,1 1 0,0-1 0,-1 1 0,1-1 0,-1 0 0,1 0 0,-1-1 0,0 1 0,0 0 0,0-1 0,0 1 0,0-1 0,-1 1 0,1-1 0,-1 0 0,0 0 0,1 0 0,-1 0 0,1-5 0,-1-1 0,1-1 0,-1 1 0,0-1 0,-1 0 0,0 0 0,-1 1 0,0-1 0,-1 0 0,1 1 0,-2-1 0,-4-13 0,3 13 0,-1-1 0,0 1 0,-1 0 0,0 0 0,0 0 0,-1 1 0,0 0 0,0 1 0,-14-13 0,18 19-52,0-1-1,0 1 1,-1-1-1,1 1 1,-1 0-1,1 0 1,-1 1-1,0-1 1,1 1-1,-1 0 1,0-1-1,0 2 1,0-1-1,0 0 1,0 1-1,0 0 1,0 0-1,0 0 1,0 1-1,0-1 1,0 1-1,0 0 0,0 0 1,0 0-1,-6 3 1,-4 3-6774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1:57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76 24575,'-3'-5'0,"0"-2"0,-1 1 0,1 0 0,-1 0 0,0 0 0,0 1 0,-1-1 0,0 1 0,0 0 0,0 1 0,-8-6 0,12 9 0,0 1 0,0-1 0,1 1 0,-1-1 0,0 1 0,0 0 0,0-1 0,0 1 0,0 0 0,0 0 0,0 0 0,0 0 0,0 0 0,0 0 0,0 0 0,0 0 0,0 0 0,0 1 0,0-1 0,0 0 0,0 1 0,-2 0 0,2 0 0,-1 0 0,0 0 0,1 1 0,0-1 0,-1 0 0,1 1 0,0-1 0,-1 1 0,1 0 0,-1 3 0,-2 3 0,1 0 0,0 0 0,1 1 0,-2 9 0,1-2 0,1-1 0,0 1 0,2 0 0,-1 0 0,2 0 0,4 24 0,-3-30 0,0 1 0,1-1 0,0 0 0,1 0 0,0-1 0,1 1 0,0-1 0,0 0 0,1 0 0,12 14 0,-5-9 0,1 0 0,0-1 0,1-1 0,17 11 0,-30-22 0,0 1 0,0-1 0,0 0 0,0 1 0,0 0 0,-1-1 0,1 1 0,0 0 0,-1 0 0,2 2 0,-3-3 0,0-1 0,1 0 0,-1 1 0,0-1 0,0 1 0,0-1 0,0 1 0,0-1 0,0 0 0,0 1 0,0-1 0,0 1 0,0-1 0,0 0 0,0 1 0,0-1 0,0 1 0,-1-1 0,1 0 0,0 1 0,0-1 0,0 0 0,-1 1 0,0 0 0,0 0 0,1 0 0,-1-1 0,0 1 0,0 0 0,0-1 0,0 1 0,0-1 0,-1 1 0,1-1 0,0 1 0,-1-1 0,-21 5 25,0 0 1,-44 2-1,-48-6-582,79-1-327,5 0-5942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 24575,'0'0'0,"0"0"0,0 0 0,0 0 0,0 0 0,0 0 0,0 0 0,0 0 0,0-1 0,0 1 0,0 0 0,0 0 0,0 0 0,0 0 0,0 0 0,0 0 0,0 0 0,0 0 0,0 0 0,0 0 0,0 0 0,0 0 0,0 0 0,0 0 0,0 0 0,0-1 0,0 1 0,0 0 0,0 0 0,0 0 0,0 0 0,0 0 0,0 0 0,0 0 0,0 0 0,0 0 0,0 0 0,0 0 0,0 0 0,-1 0 0,1 0 0,0 0 0,0 0 0,0 0 0,0 0 0,0 0 0,0 0 0,0 0 0,0 0 0,0 0 0,0 0 0,0 0 0,0 0 0,0 0 0,0 0 0,0 0 0,0 0 0,-1 0 0,1 0 0,0 0 0,0 0 0,0 0 0,0 0 0,0 0 0,0 0 0,-4 5 0,-2 9 0,4 4 0,0 0 0,1 32 0,1-33 0,0 0 0,-1 0 0,-5 28 0,2-22 0,1 1 0,1 0 0,2-1 0,2 29 0,-1 3 0,-2 2 0,3 62 0,5-79 0,-5-29 0,0 0 0,1 16 0,-2 186 0,-2-101 0,0-93 0,-2 0 0,0 0 0,0 0 0,-10 25 0,8-25 0,-1 0 0,2 0 0,-3 40 0,6-33 0,3 96 0,5-82 0,-4-30 0,-1 1 0,1 16 0,-2-9 0,5 22 0,-3-22 0,1 25 0,-3 386 0,-2-208 0,2-209 0,0 0 0,4 17 0,1 13 0,22 125 0,-10-75 0,-15-73 0,2 7 0,-1 1 0,0 34 0,-4-7 0,-2 54 0,-1-85 0,-9 35 0,-2 9 0,8-31 0,2-14 0,-1 38 0,6 206 0,-3-246-341,0 1 0,-2-1-1,-9 34 1,9-40-6485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7882 16 24575,'-211'14'0,"48"-4"0,-55-5 0,-17 1 0,129 2 0,-115-7 0,131-8 0,-26-1 0,5 1 0,6 0 0,-56-2 0,49 2 0,18 0 0,-48-1 0,-1260 9 0,1299 6 0,13 1 0,-324-9 0,274-6 0,-53-1 0,-347 9 0,298 14 0,27 0 0,27-8 0,-62 1 0,86-10 0,-224 4 0,276 5 0,-37 1 0,19 1 0,63-3 0,-42 7 0,27-5 0,-17 0 0,-45 1 0,-61-2 0,25-3 0,21 5-1365,127-9-5461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24575,'43'27'0,"-11"-9"0,-1 2 0,-1 1 0,0 2 0,26 27 0,-34-30 0,0-1 0,28 18 0,28 25 0,-69-53-1365,-2-1-5461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16 24575,'-1'-2'0,"-1"1"0,1 0 0,0-1 0,-1 1 0,1 0 0,-1 0 0,1 0 0,-1 0 0,0 0 0,0 1 0,1-1 0,-1 0 0,0 1 0,0-1 0,1 1 0,-1 0 0,0-1 0,-3 1 0,4 0 0,0 1 0,0-1 0,-1 1 0,1-1 0,0 1 0,0 0 0,0-1 0,-1 1 0,1 0 0,0 0 0,0 0 0,0 0 0,0 0 0,1 0 0,-1 0 0,0 0 0,0 0 0,1 0 0,-1 1 0,0-1 0,1 0 0,0 0 0,-1 1 0,1-1 0,-1 0 0,1 3 0,-2 7 0,0 0 0,1 1 0,1 19 0,0-17 0,-1-1 0,-2 15 0,2-18 0,-2-1 0,1 1 0,-1-1 0,-1 1 0,0-1 0,0 0 0,-6 9 0,6-12 0,0 0 0,-1-1 0,1 1 0,-1-1 0,0 0 0,-1 0 0,1-1 0,-1 0 0,0 0 0,-10 5 0,5-3-1365,2 0-5461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24575,'-47'18'0,"32"-13"0,-20 10 0,30-13 0,1 0 0,0 1 0,0-1 0,0 1 0,0 0 0,1 1 0,-1-1 0,1 0 0,-3 5 0,4-5 0,0 0 0,1 0 0,0 0 0,-1 0 0,1 0 0,0 0 0,0 1 0,1-1 0,-1 0 0,1 1 0,0-1 0,0 0 0,0 1 0,0-1 0,0 0 0,1 1 0,0 3 0,3 7 0,0 1 0,11 22 0,0 1 0,7 39 0,17 109 0,-10-40 0,-9-51 0,-20-93 0,1-1 0,-1 1 0,0-1 0,1 0 0,0 1 0,-1-1 0,1 0 0,0 1 0,-1-1 0,1 0 0,0 0 0,0 0 0,0 0 0,0 1 0,0-2 0,0 1 0,1 0 0,-1 0 0,2 1 0,-1-1 0,1 0 0,0 0 0,0 0 0,0 0 0,0-1 0,-1 1 0,1-1 0,0 1 0,4-1 0,0-1 0,0 1 0,0-1 0,0 0 0,0-1 0,0 0 0,-1 0 0,12-5 0,2-7-1365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24575,'0'5'0,"1"-1"0,0 1 0,0-1 0,0 1 0,0-1 0,1 0 0,0 1 0,0-1 0,0 0 0,1 0 0,-1 0 0,4 3 0,4 6 0,0-1 0,14 12 0,-22-23 0,4 5 0,0 0 0,0-1 0,1 0 0,12 7 0,-18-11 0,1 0 0,0 0 0,-1-1 0,1 1 0,0-1 0,0 1 0,-1-1 0,1 1 0,0-1 0,0 0 0,0 0 0,-1 0 0,1 0 0,0 0 0,0-1 0,0 1 0,-1 0 0,1-1 0,0 1 0,0-1 0,-1 0 0,1 1 0,0-1 0,-1 0 0,1 0 0,-1 0 0,3-3 0,-2 2 0,-1 0 0,1 0 0,-1 0 0,0 0 0,0 0 0,0 0 0,0 0 0,0-1 0,0 1 0,-1 0 0,1-1 0,-1 1 0,0-1 0,0 1 0,0 0 0,0-1 0,0-3 0,0 4 0,-1 0 0,1 0 0,0-1 0,0 1 0,1 0 0,-1 0 0,0 0 0,1-1 0,-1 1 0,1 0 0,0 0 0,0 0 0,0 0 0,0 0 0,0 0 0,2-3 0,-2 5 0,0-1 0,0 0 0,0 1 0,0-1 0,0 1 0,0-1 0,0 1 0,0 0 0,0-1 0,1 1 0,-1 0 0,0 0 0,0 0 0,0 0 0,0 0 0,0 0 0,0 0 0,1 0 0,-1 0 0,0 1 0,0-1 0,0 0 0,0 1 0,1 0 0,27 14 0,-24-12 0,101 67-1365,-94-61-5461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1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24575,'20'-9'0,"0"1"0,1 0 0,0 2 0,22-5 0,-36 10 0,0 0 0,0 1 0,1-1 0,-1 1 0,0 1 0,1-1 0,-1 2 0,0-1 0,0 0 0,0 1 0,0 1 0,0-1 0,0 1 0,-1 0 0,13 8 0,-19-11 0,19 13 0,-1 0 0,24 24 0,-38-33 0,0 0 0,0 1 0,0-1 0,-1 1 0,1 0 0,-1 0 0,-1 0 0,1 0 0,-1 1 0,1-1 0,-2 1 0,1 0 0,-1-1 0,2 11 0,-3 6 0,-1-1 0,-1 0 0,-5 21 0,3-14 0,1-10 0,0 34 0,3-45 0,0 0 0,1 0 0,0 0 0,0 0 0,1 0 0,0 0 0,5 12 0,2 0 0,0-4 0,-1 1 0,-1 1 0,5 17 0,-11-31 0,0 1 0,0 0 0,-1-1 0,1 1 0,-1-1 0,1 1 0,-1 0 0,0-1 0,-1 1 0,1 0 0,-1-1 0,1 1 0,-1 0 0,0-1 0,0 1 0,-1-1 0,1 0 0,-1 1 0,0-1 0,-3 5 0,3-6 9,0 0-1,0 0 0,0-1 1,-1 1-1,1 0 1,0-1-1,-1 0 0,1 0 1,-1 1-1,0-2 0,1 1 1,-1 0-1,-3 0 1,-36 3-1412,41-4 1323,-16 0-6746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57 24575,'-28'-7'0,"-13"-3"0,-4-2 0,5 0 0,6 4 0,6 2 0,8 5 0,5 2 0,5 4 0,4 4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48 24575,'-27'-13'0,"-12"-1"0,-2 1 0,6 6 0,7 7 0,5 2 0,4 5 0,6 0-8191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1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74 276 24575,'67'-21'0,"18"-7"0,-83 27 0,0 0 0,1 0 0,-1 0 0,0-1 0,0 1 0,0 0 0,0-1 0,0 1 0,0-1 0,-1 0 0,1 0 0,-1 1 0,1-1 0,-1 0 0,1 0 0,-1 0 0,0-1 0,0 1 0,0 0 0,0 0 0,-1-1 0,1 1 0,0 0 0,-1-1 0,1-3 0,-2 1 0,1 1 0,-1-1 0,1 0 0,-1 0 0,-1 0 0,1 1 0,-1-1 0,0 1 0,0-1 0,0 1 0,-5-7 0,-1-3 0,-2 1 0,-19-22 0,24 30 0,0 1 0,0-1 0,0 1 0,-1 0 0,0 1 0,1-1 0,-1 1 0,-1 1 0,-9-4 0,8 3 0,-1 0 0,1 1 0,-1 1 0,-17-2 0,24 3 0,-1 0 0,1 0 0,0 0 0,0 1 0,-1-1 0,1 1 0,0-1 0,0 1 0,0 0 0,-1 0 0,1 0 0,0 0 0,0 0 0,0 0 0,1 1 0,-1-1 0,0 1 0,0-1 0,1 1 0,-1 0 0,1-1 0,-1 1 0,1 0 0,-2 4 0,0 1 0,0 0 0,0-1 0,0 2 0,1-1 0,0 0 0,1 0 0,0 1 0,0-1 0,0 1 0,1-1 0,0 1 0,1-1 0,-1 1 0,2-1 0,-1 1 0,1-1 0,0 0 0,0 0 0,1 0 0,0 0 0,7 12 0,6 9 0,-12-19 0,0-1 0,1 0 0,10 12 0,-13-17 0,1 0 0,0-1 0,0 1 0,0-1 0,0 0 0,1 0 0,-1 0 0,0 0 0,1 0 0,0-1 0,-1 0 0,7 2 0,62 7 0,-43-6 0,208 16 0,-220-20-1365,-2 0-5461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24575,'3'4'0,"0"1"0,0 0 0,0 0 0,-1 0 0,0 0 0,0 0 0,2 9 0,0-2 0,103 230 0,-77-180 0,-8-20 0,-11-21 0,-1-1 0,12 37 0,-22-56 0,1 0 0,-1 0 0,0 0 0,1-1 0,-1 1 0,0 0 0,0 0 0,0 0 0,0 0 0,0 0 0,0 0 0,0 0 0,0 0 0,0-1 0,0 1 0,0 0 0,-1 0 0,1 0 0,0 0 0,-1 0 0,1-1 0,0 1 0,-1 0 0,1 0 0,-1-1 0,1 1 0,-1 0 0,0-1 0,1 1 0,-1 0 0,0-1 0,1 1 0,-1-1 0,0 1 0,0-1 0,0 1 0,1-1 0,-1 0 0,0 1 0,0-1 0,0 0 0,0 0 0,0 0 0,0 0 0,1 0 0,-1 0 0,0 0 0,-2 0 0,-3 0 0,0 0 0,1-1 0,-1 0 0,0 0 0,0-1 0,-6-1 0,2-1 0,0 0 0,1-1 0,-1 1 0,1-2 0,0 1 0,1-1 0,-1-1 0,1 0 0,0 0 0,1 0 0,-1-1 0,2 0 0,-1-1 0,1 1 0,0-1 0,1 0 0,0-1 0,1 1 0,-6-16 0,9 22 2,1 1 0,-1-1-1,1 1 1,-1-1 0,1 1-1,0-1 1,0 1 0,0-1-1,0 1 1,1-1 0,-1 1-1,1 0 1,0-1 0,-1 1-1,1-1 1,0 1 0,0 0-1,0 0 1,1 0 0,-1-1-1,0 1 1,1 0 0,0 1-1,1-3 1,5-3-45,0 1 1,0 1-1,0-1 0,17-7 0,7-5-1150,-22 11-5633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24575,'0'-10'0,"0"-1"0,0 4 0,0 6 0,-2 3 0,-2 3 0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24575,'0'-5'0,"0"0"0,1 0 0,-1 0 0,1 1 0,1-1 0,-1 0 0,1 1 0,0-1 0,0 1 0,0-1 0,0 1 0,1 0 0,0 0 0,-1 0 0,7-6 0,-6 7 0,-1 1 0,1 0 0,0 0 0,0 0 0,-1 0 0,1 0 0,0 0 0,1 1 0,-1 0 0,0 0 0,0-1 0,1 2 0,-1-1 0,0 0 0,1 1 0,-1-1 0,0 1 0,1 0 0,-1 0 0,1 1 0,-1-1 0,1 1 0,3 1 0,-2-1 0,-1 1 0,1 0 0,-1 0 0,1 0 0,-1 1 0,0-1 0,0 1 0,0 0 0,0 0 0,0 1 0,-1-1 0,1 1 0,-1 0 0,0 0 0,0 0 0,3 7 0,-4-8 0,-1 1 0,1 0 0,-1-1 0,0 1 0,0 0 0,0 0 0,-1 0 0,1 0 0,-1 0 0,0 0 0,0 0 0,0 0 0,-1 0 0,1 0 0,-1-1 0,0 1 0,0 0 0,0 0 0,-1 0 0,1-1 0,-3 5 0,-2 2 0,2-5 0,1 1 0,-1 0 0,1 0 0,1 1 0,-4 8 0,6-14 0,0 0 0,-1 0 0,1 0 0,0 1 0,0-1 0,0 0 0,0 0 0,0 0 0,0 0 0,1 0 0,-1 0 0,0 0 0,0 0 0,1 0 0,-1 0 0,1 0 0,-1 0 0,1 0 0,-1 0 0,1 0 0,-1 0 0,1 0 0,0 0 0,0-1 0,-1 1 0,1 0 0,0-1 0,0 1 0,0 0 0,0-1 0,0 1 0,0-1 0,0 1 0,0-1 0,0 0 0,0 1 0,0-1 0,0 0 0,0 0 0,2 0 0,25 2-1365,-15-2-5461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24575,'0'10'0,"3"3"0,0 2 0,0 2 0,2-1 0,3-2 0,-1-2 0,2 0 0,2 1 0,-2 0 0,1-2 0,1 0 0,-1-2-8191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24575,'5'10'0,"4"6"0,1 3 0,1 0 0,1 0 0,-1-1 0,-1-1 0,-1-1 0,0-1 0,-2 0 0,-1-2-8191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42 24575,'-28'-10'0,"-11"-3"0,-2 3 0,1 3 0,5 5 0,6 6 0,5 4 0,7 2-8191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8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89 24575,'-3'-5'0,"0"0"0,0 0 0,0 0 0,-1 0 0,0 1 0,0-1 0,0 1 0,0 0 0,-1 0 0,0 0 0,0 1 0,0 0 0,0 0 0,0 0 0,-1 0 0,-5-1 0,7 2 0,-4-1 0,0 0 0,0 0 0,-1 0 0,-13-1 0,20 3 0,1 1 0,-1 0 0,1 0 0,0 0 0,-1 0 0,1 0 0,-1 0 0,1 0 0,0 1 0,-1-1 0,1 0 0,-1 1 0,1-1 0,0 1 0,0-1 0,-1 1 0,1 0 0,0 0 0,0-1 0,0 1 0,0 0 0,0 0 0,0 0 0,0 0 0,0 0 0,0 0 0,0 1 0,0-1 0,1 0 0,-1 0 0,0 1 0,1-1 0,-1 0 0,1 1 0,0-1 0,-1 2 0,0 5 0,0 0 0,1 0 0,0 0 0,0 1 0,1-1 0,0 0 0,0 0 0,3 8 0,25 64 0,-14-42 0,22 55 0,74 135 0,-91-194-1365,-16-24-5461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25 24575,'-27'-5'0,"-12"-2"0,-2 1 0,3 1 0,7 4 0,5 2 0,7 3 0,5 2 0,4-1-8191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29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24575,'1'7'0,"0"0"0,0 0 0,0 0 0,1 0 0,0 0 0,1 0 0,-1-1 0,1 1 0,1-1 0,-1 0 0,1 0 0,0 0 0,0 0 0,1-1 0,-1 1 0,1-1 0,1 0 0,-1-1 0,1 1 0,-1-1 0,1 0 0,9 3 0,-14-6 0,1 0 0,-1 0 0,1 0 0,0-1 0,-1 1 0,1-1 0,0 0 0,0 1 0,-1-1 0,1 0 0,0 0 0,-1 0 0,1 0 0,0 0 0,0 0 0,-1-1 0,1 1 0,0 0 0,-1-1 0,1 0 0,1 0 0,-1 0 0,-1 0 0,1-1 0,-1 1 0,0 0 0,1-1 0,-1 1 0,0 0 0,0-1 0,0 0 0,0 1 0,0-1 0,0 0 0,-1 1 0,1-1 0,-1 0 0,1 0 0,-1 0 0,1 1 0,-1-4 0,0-33 0,-1 31 0,1 0 0,0 0 0,0-1 0,3-12 0,-3 19 0,0 1 0,0-1 0,0 1 0,1 0 0,-1-1 0,0 1 0,0-1 0,0 1 0,1 0 0,-1-1 0,0 1 0,0 0 0,1-1 0,-1 1 0,0 0 0,0-1 0,1 1 0,-1 0 0,0 0 0,1-1 0,-1 1 0,1 0 0,-1 0 0,0 0 0,1 0 0,-1-1 0,1 1 0,-1 0 0,0 0 0,1 0 0,1 0 0,-1 0 0,0 1 0,0-1 0,0 0 0,1 1 0,-1-1 0,0 0 0,0 1 0,0 0 0,2 0 0,25 23 0,-25-21 0,53 58 0,-10-11 0,-39-42-1365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24575,'-4'14'0,"-1"-1"0,-13 26 0,17-35 0,-67 129 0,-47 111 0,103-217-455,-2 0 0,-18 29 0,26-47-6371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0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9 24575,'-2'-1'0,"1"0"0,-1 0 0,1 1 0,0-1 0,-1 0 0,0 0 0,1 1 0,-1-1 0,1 1 0,-1-1 0,0 1 0,0 0 0,1 0 0,-1-1 0,0 1 0,1 0 0,-1 1 0,0-1 0,1 0 0,-1 0 0,0 1 0,1-1 0,-1 1 0,0 0 0,1-1 0,-1 1 0,1 0 0,-3 1 0,-1 3 0,0-1 0,0 1 0,1 1 0,-1-1 0,-6 11 0,-6 8 0,14-21 0,1 0 0,0 1 0,0 0 0,0 0 0,0 0 0,0-1 0,1 2 0,0-1 0,0 0 0,0 0 0,0 0 0,1 0 0,-1 1 0,1-1 0,0 0 0,1 6 0,1 7 0,1 1 0,9 27 0,-7-27 0,0 0 0,44 145 0,-39-134-1365,-7-17-5461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7 24575,'-28'-2'0,"-11"-2"0,-2 4 0,4 1 0,5 0 0,9 3 0,5 0 0,6 0-8191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24575,'-3'-1'0,"0"1"0,0 1 0,-1-1 0,1 0 0,0 1 0,-1 0 0,1-1 0,0 1 0,0 1 0,0-1 0,0 0 0,0 1 0,0-1 0,0 1 0,1 0 0,-1 0 0,-3 3 0,4-2 0,0 0 0,0 0 0,0 0 0,1 0 0,-1 0 0,1 0 0,-1 0 0,1 1 0,0-1 0,1 1 0,-1-1 0,0 0 0,1 1 0,0-1 0,0 1 0,0 4 0,1 0 0,0 0 0,1 0 0,0 0 0,0 0 0,1 0 0,0-1 0,0 1 0,1-1 0,7 12 0,1-2 0,0 0 0,24 24 0,-33-38 0,-1-1 0,0 0 0,-1 0 0,1 0 0,0 0 0,-1 1 0,1-1 0,1 3 0,-3-4 0,0-1 0,0 0 0,0 1 0,0-1 0,0 0 0,0 1 0,0-1 0,0 0 0,0 0 0,0 1 0,0-1 0,0 0 0,0 1 0,0-1 0,0 0 0,0 1 0,0-1 0,0 0 0,-1 0 0,1 1 0,0-1 0,0 0 0,0 0 0,0 1 0,-1-1 0,1 0 0,-1 1 0,0 0 0,0-1 0,-1 1 0,1-1 0,0 0 0,0 1 0,0-1 0,0 0 0,0 1 0,-3-1 0,-12 0-20,0 0 0,-1 0 0,1-2 0,-18-3-1,3 0-1243,15 3-5562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497 209 24575,'4'0'0,"7"-1"0,-20-4 0,-14-3 0,-35-8 0,-16-4 0,27 2 0,2-1 0,0-3 0,-67-43 0,106 60 0,0 1 0,-1 0 0,0 1 0,0 0 0,0 0 0,0 0 0,0 1 0,-1 0 0,1 0 0,-1 1 0,-13-1 0,54 20 0,136 70 0,40 18 0,-202-103 0,19 8 0,-25-10 0,1-1 0,-1 1 0,0 0 0,0-1 0,0 1 0,0 0 0,0 0 0,0 0 0,0 0 0,0 0 0,0 0 0,0 0 0,-1 0 0,1 0 0,1 2 0,-3-2 0,1-1 0,0 1 0,0-1 0,0 1 0,-1-1 0,1 1 0,0 0 0,-1-1 0,1 1 0,-1-1 0,1 1 0,-1-1 0,1 0 0,0 1 0,-1-1 0,1 1 0,-1-1 0,0 0 0,1 0 0,-1 1 0,1-1 0,-1 0 0,0 0 0,1 1 0,-1-1 0,0 0 0,-21 6 0,20-6 0,-23 4 0,0-1 0,0-2 0,-32-1 0,-19 0 0,28 9-1365,36-7-5461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223 141 24575,'-2'-8'0,"1"0"0,-2 1 0,1-1 0,-1 1 0,0 0 0,-7-11 0,8 14 0,-1 0 0,0 0 0,0 0 0,-1 1 0,1-1 0,-1 1 0,0 0 0,0 0 0,0 0 0,0 1 0,-7-4 0,-10-4 0,16 6 0,-1 1 0,1 0 0,-1 0 0,0 1 0,0 0 0,-1 0 0,1 0 0,0 1 0,-8-1 0,12 2 0,1 0 0,-1 1 0,0-1 0,1 1 0,-1 0 0,0-1 0,1 1 0,-1 0 0,1 0 0,-1 0 0,1 0 0,0 0 0,-1 0 0,1 0 0,0 0 0,0 1 0,0-1 0,0 1 0,0-1 0,0 0 0,0 1 0,-1 2 0,-1 4 0,-1 0 0,2 1 0,-3 10 0,2-9 0,-1 9 0,0 1 0,2-1 0,0 1 0,2 0 0,0 0 0,1 0 0,1-1 0,0 1 0,11 36 0,7 10 0,43 93 0,-54-138 0,22 52 0,108 277 0,-135-338 0,-1 0 0,1-1 0,-2 2 0,0-1 0,1 20 0,-3-32 2,0 1 1,0-1-1,0 1 0,1-1 0,-1 0 0,0 1 1,0-1-1,0 1 0,0-1 0,-1 0 0,1 1 1,0-1-1,0 1 0,0-1 0,0 0 0,0 1 1,0-1-1,-1 1 0,1-1 0,0 0 0,0 1 1,0-1-1,-1 0 0,1 1 0,0-1 0,-1 0 1,1 0-1,0 1 0,0-1 0,-1 0 0,1 0 1,-1 0-1,1 1 0,0-1 0,-1 0 0,1 0 1,0 0-1,-1 0 0,1 0 0,-1 0 0,1 0 1,0 0-1,-1 0 0,1 0 0,-1 0 0,1 0 1,0 0-1,-2 0 0,0-1-213,0 0 1,0 0 0,0 0-1,-1-1 1,1 1-1,-3-3 1,-6-6-6616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39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326 107 24575,'-31'-12'0,"-11"-8"0,-5 1 0,4 1 0,6 2 0,8 6 0,5 3 0,5 3 0,3 3 0,4 3 0,2 2 0,2 3 0,0 0 0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4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54 24575,'-68'-21'0,"-40"-9"0,105 29 0,0 1 0,0-1 0,-1 1 0,1 0 0,0 0 0,0 0 0,0 0 0,-1 1 0,1-1 0,0 1 0,0-1 0,0 1 0,-5 2 0,7-2 0,-1 0 0,1 1 0,0-1 0,-1 0 0,1 0 0,0 1 0,0-1 0,0 0 0,0 1 0,0-1 0,0 1 0,0-1 0,1 1 0,-1 0 0,1-1 0,-1 1 0,1 0 0,-1-1 0,1 1 0,0 0 0,0 0 0,0-1 0,0 1 0,0 0 0,0 0 0,1 1 0,0 3 0,0-1 0,0 0 0,1 0 0,0 0 0,0 0 0,0-1 0,1 1 0,-1-1 0,1 1 0,0-1 0,1 0 0,-1 0 0,1 0 0,0 0 0,4 3 0,10 7 0,0-1 0,24 13 0,-28-17 0,6 3 0,-9-7 0,-1 2 0,1-1 0,-1 1 0,-1 0 0,1 1 0,11 14 0,-20-21 0,0 0 0,0 0 0,0 0 0,-1 0 0,1 0 0,0 0 0,-1 0 0,1 0 0,-1 1 0,1-1 0,-1 0 0,0 0 0,1 1 0,-1-1 0,0 0 0,0 1 0,0-1 0,0 2 0,-1-2 0,1 0 0,0 0 0,-1 0 0,1 0 0,-1 0 0,1-1 0,-1 1 0,0 0 0,1 0 0,-1-1 0,0 1 0,0 0 0,1-1 0,-1 1 0,0-1 0,0 1 0,0-1 0,-1 1 0,-4 1 0,0 0 0,1-1 0,-1 0 0,0 0 0,0 0 0,-9-1 0,-142-3-1365,139 3-5461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4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43 24575,'-14'-16'0,"11"12"0,0 1 0,-1-1 0,1 1 0,-1-1 0,-5-3 0,9 7 0,0 0 0,-1 0 0,1 0 0,0 0 0,0-1 0,0 1 0,-1 0 0,1 0 0,0 0 0,0 0 0,-1 0 0,1 0 0,0 0 0,0 0 0,0 0 0,-1 0 0,1 0 0,0 0 0,0 0 0,-1 0 0,1 0 0,0 0 0,0 0 0,-1 0 0,1 0 0,0 0 0,0 0 0,0 0 0,-1 0 0,1 1 0,0-1 0,0 0 0,-3 8 0,4 16 0,0-20 0,1 29 0,-1-10 0,1 0 0,1 0 0,7 23 0,32 101 0,-39-182 0,-4-104 0,1 192 0,1 59 0,3-91 26,-3-18-180,0 0-1,-1 0 1,1 0-1,-1 0 0,1 0 1,-1 0-1,0 1 1,-1 4-1,-1 1-6671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57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43 24575,'-1'-2'0,"0"0"0,-1 0 0,0 0 0,1 0 0,-1 0 0,0 0 0,0 0 0,0 1 0,0-1 0,-1 1 0,1 0 0,0-1 0,-1 1 0,1 0 0,0 0 0,-1 1 0,1-1 0,-1 0 0,-4 0 0,-6 0 0,0 0 0,-21 1 0,22 0 0,-8 0 0,0-1 0,0-1 0,-33-7 0,164 41 0,-38-10 0,-66-20 0,21 7 0,-1-2 0,1-1 0,0-1 0,30 1 0,-70-14 0,-10-3 0,3 5 0,0 1 0,-1 0 0,1 1 0,-27-1 0,-79 3 0,85 2 0,35 0-227,-1 0-1,1 1 1,0 0-1,-1 0 1,-4 2-1,0 0-6598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50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55 24575,'0'-3'0,"-2"-23"0,2 25 0,0-1 0,0 1 0,0 0 0,-1 0 0,1 0 0,0 0 0,-1 0 0,1 1 0,-1-1 0,1 0 0,-1 0 0,0 0 0,1 0 0,-1 0 0,0 1 0,1-1 0,-1 0 0,0 1 0,0-1 0,-2-1 0,3 2 0,0 0 0,-1 0 0,1 0 0,-1 0 0,1 0 0,-1 0 0,1 0 0,0 0 0,-1 1 0,1-1 0,-1 0 0,1 0 0,0 0 0,-1 0 0,1 0 0,-1 1 0,1-1 0,0 0 0,-1 0 0,1 1 0,0-1 0,0 0 0,-1 1 0,1-1 0,0 0 0,-1 1 0,1-1 0,0 0 0,0 1 0,0-1 0,0 0 0,-1 1 0,1-1 0,0 1 0,0-1 0,0 1 0,0-1 0,0 1 0,-3 18 0,3-18 0,-1 13 0,2 0 0,-1 0 0,2 0 0,3 14 0,-2-10 0,2 27 0,6-80 0,-9 21 0,0-1 0,-1 1 0,-1-1 0,-1 1 0,0-1 0,0 1 0,-2 0 0,-4-19 0,4 47 0,2 10 0,0 23 0,3 57 0,2-89 0,0-12 0,2-9 0,-4 1 0,1 0 0,-1-1 0,0 1 0,0-1 0,-1 1 0,0-1 0,0 0 0,1-7 0,-2-51 0,0 44 0,-1-25 0,1 264-1365,0-207-5461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51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299 118 24575,'0'0'0,"-65"-68"0,59 62 0,-1 0 0,-1 0 0,1 1 0,-1 0 0,0 1 0,0 0 0,0 0 0,-11-3 0,15 6 0,0 0 0,-1 1 0,1-1 0,-1 1 0,1 0 0,0 1 0,-1-1 0,1 1 0,-1-1 0,1 1 0,0 1 0,-5 1 0,-3 2 0,0 0 0,-20 13 0,29-16 0,0 1 0,0 0 0,0 0 0,0 0 0,1 0 0,-1 0 0,1 1 0,0-1 0,0 1 0,0-1 0,0 1 0,1 0 0,-1 0 0,1-1 0,0 1 0,0 0 0,0 0 0,1 0 0,0 1 0,0 6 0,0 1 0,0 0 0,1 0 0,1 0 0,0 0 0,7 21 0,19 53 0,-5 1 0,13 92 0,-17-51 0,-23-146-455,-1 0 0,-8-18 0,5 18-6371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2:52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30 24575,'-18'-5'0,"-8"-2"0,-2 1 0,1 0 0,3 3 0,2 1 0,4 3 0,1 2 0,1 2 0,2 2 0,-1-2 0,1-1 0,2-2-8191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01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24575,'15'342'0,"-14"-329"0,0 0 0,1 0 0,1-1 0,5 19 0,-4-18 0,0 0 0,-1 1 0,1 25 0,-4 103-1365,0-127-5461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02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1737 24575,'-24'-281'0,"17"-71"0,9 215 0,-2 109 0,0-38 0,-2 0 0,-12-75 0,7 93 0,-2-68 0,10-50 0,0 61 0,-1 88 0,-1-2 0,1-1 0,1 1 0,1-1 0,1 1 0,8-32 0,-7 37 0,0 0 0,2-24 0,-25 87 0,9-10 0,3 1 0,1-1 0,-2 62 0,4-32 0,-3 317 0,9-236 0,6 197 0,-1-238 0,-3-19 0,26 145 0,-23-196-1365,-5-25-5461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04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18 24575,'120'154'0,"-46"-57"0,-63-83 0,1 2 0,16 15 0,-33-37 0,0-1 0,-6-15 0,-7-11 0,2 9 0,-63-109 0,62 109 0,0 0 0,15 20 0,1 1 0,0 1 0,0 0 0,0 0 0,-1 0 0,1 0 0,0 0 0,-1 0 0,0 0 0,1 0 0,-1 0 0,-3-1 0,9 12 0,6 6 0,96 129 0,-76-96 0,-22-34 0,0-1 0,0 0 0,19 20 0,-25-31 0,14 14 0,-14-15 0,-9-11 0,-44-60 0,-5-6 0,30 44 0,10 11 0,-2 1 0,0 1 0,-32-28 0,34 33 0,13 11 0,0-1 0,-1 1 0,0 1 0,1-1 0,-1 0 0,-7-3 0,10 6 0,0-1 0,0 1 0,-1 0 0,1 0 0,0 0 0,0 0 0,0 0 0,0 0 0,0 0 0,0 0 0,-1 0 0,1 0 0,0 1 0,0-1 0,0 0 0,0 1 0,0-1 0,0 1 0,0-1 0,0 1 0,0 0 0,0-1 0,0 1 0,1 0 0,-1 0 0,0-1 0,0 1 0,1 0 0,-1 0 0,0 0 0,1 0 0,-2 2 0,-7 13 0,1 1 0,-12 33 0,12-28 0,7-20-34,-34 99-1297,32-88-5495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16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0 160 24575,'3'-7'0,"-1"0"0,0 0 0,0 0 0,-1 0 0,1 0 0,-1-11 0,0 9 0,0 0 0,0 0 0,4-11 0,-4 17 0,0 0 0,0 1 0,0-1 0,0 1 0,1-1 0,-1 1 0,1-1 0,0 1 0,0 0 0,0 0 0,0 0 0,0 0 0,0 0 0,5-2 0,-5 2 0,1 0 0,-1 1 0,1-1 0,-1 1 0,1 0 0,0-1 0,0 1 0,0 1 0,0-1 0,0 0 0,0 1 0,0-1 0,0 1 0,0 0 0,0 0 0,0 0 0,0 0 0,0 1 0,0-1 0,0 1 0,0 0 0,0 0 0,-1 0 0,1 0 0,0 0 0,0 1 0,-1-1 0,5 4 0,21 16 0,0 1 0,-2 1 0,-1 1 0,-1 1 0,38 51 0,2 18 0,-4 2 0,93 203 0,-135-254-682,12 49-1,-23-69-6143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19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24575,'18'16'0,"-1"1"0,0 0 0,-1 2 0,-1-1 0,16 27 0,-28-41 0,44 64 0,52 99 0,-90-148 0,8 30 0,8 16 0,3-10 0,-14-28 0,0 0 0,12 40 0,-9-10 0,-4-10 0,37 85 0,-29-82 0,17 57 0,-32-87 0,51 123 0,-44-114 0,22 65 0,46 99 0,-60-126 0,4 8 0,8 21 0,3 9 0,-3-26 0,-8-18 0,-17-40 0,1 0 0,15 27 0,-18-39 0,0 2 0,1-1 0,0 1 0,0-1 0,1-1 0,1 1 0,10 8 0,-10-11 0,7 7 0,1 0 0,1-2 0,0 0 0,31 15 0,-19-14 0,3 2 0,43 12 0,-66-24 0,0-1 0,0 0 0,1 0 0,-1-1 0,0 0 0,1-1 0,-1 0 0,21-4 0,-19 1 0,0-1 0,0-1 0,-1 0 0,0-1 0,0 0 0,0-1 0,15-11 0,-19 12 0,-1 0 0,0 0 0,0-1 0,-1 1 0,1-1 0,-1 0 0,4-9 0,2-6 0,10-27 0,9-20 0,-20 48 0,-1-1 0,6-22 0,12-27 0,-23 63 0,0-1 0,1 1 0,0 0 0,1 0 0,11-13 0,3-4 0,-17 20 0,1 0 0,0 0 0,0 1 0,1-1 0,6-5 0,6-2 0,1 0 0,1 1 0,0 0 0,25-8 0,-33 14 0,1 1 0,0 1 0,0 0 0,1 1 0,-1 0 0,0 1 0,1 0 0,22 3 0,-27-1 0,-1 0 0,1 1 0,0 1 0,-1-1 0,1 1 0,-1 0 0,0 1 0,0 0 0,0 0 0,0 1 0,-1-1 0,1 1 0,-1 1 0,-1-1 0,1 1 0,-1 0 0,0 0 0,0 1 0,-1 0 0,0 0 0,5 10 0,-8-15 0,80 158 0,-74-148 0,0 0 0,1 0 0,1 0 0,0-1 0,1-1 0,0 1 0,0-2 0,17 13 0,-12-13 0,-1 0 0,1-1 0,26 10 0,51 12 0,-3-1 0,17 8 0,-92-33 0,0-1 0,28 4 0,-3 0 0,-32-6 0,0-1 0,-1 1 0,1-1 0,0 0 0,0 0 0,0-1 0,-1 0 0,1 0 0,0-1 0,-1 0 0,1 0 0,-1-1 0,1 1 0,-1-1 0,0 0 0,0-1 0,-1 0 0,1 0 0,-1 0 0,0-1 0,5-4 0,-3 1 0,1 0 0,-2 0 0,1-1 0,-1 0 0,-1 0 0,0-1 0,0 1 0,-1-1 0,0 0 0,0 0 0,-1-1 0,3-18 0,1-37 0,-5 31 0,3 0 0,10-45 0,-13 74 0,1-1 0,-1 1 0,1 0 0,0 0 0,0 0 0,1 0 0,0 0 0,0 1 0,0-1 0,1 1 0,-1 0 0,1 1 0,0-1 0,1 1 0,-1 0 0,1 0 0,6-3 0,-4 3 0,1 1 0,-1 0 0,1 0 0,0 1 0,0 0 0,0 0 0,0 1 0,0 0 0,0 1 0,0 0 0,0 0 0,12 3 0,-1 0-195,0 2 0,0 1 0,-1 0 0,0 1 0,0 1 0,34 20 0,-32-14-6631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2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3029 219 24575,'-22'-22'0,"-70"-64"0,80 75 0,-1 2 0,-1-1 0,0 2 0,0 0 0,-25-10 0,-43-11 0,75 25 0,0 2 0,0-1 0,-1 1 0,1 0 0,0 0 0,-1 1 0,-13 0 0,16 1 0,1 0 0,0 1 0,0 0 0,0 0 0,-1 0 0,1 0 0,0 1 0,0-1 0,1 1 0,-1 0 0,0 0 0,0 1 0,1-1 0,0 1 0,-5 4 0,-40 39 0,-64 80 0,111-125 0,-51 71 0,44-59 0,1 0 0,0 0 0,1 0 0,-5 15 0,1 4 0,-12 66 0,1-3 0,16-72 0,-30 96 0,16-5 0,14-80 0,1 11 0,4 80 0,1-53 0,0-31 0,0-12 0,-2 0 0,-6 47 0,-11 56 0,13-84 0,2 1 0,5 52 0,-1-27 0,-1 168 0,-1-229 0,0-1 0,-5 19 0,-1 16 0,5-24 0,-1-1 0,-1 0 0,0 0 0,-2 0 0,-14 35 0,16-51 0,1 0 0,-1 1 0,1-1 0,-2-1 0,1 1 0,-8 7 0,-35 27 0,3-1 0,-47 61 0,89-98 0,1 0 0,-1-1 0,0 1 0,0-1 0,1 0 0,-1 0 0,0 1 0,0-1 0,0 0 0,-1-1 0,1 1 0,0 0 0,0-1 0,0 1 0,-1-1 0,1 1 0,0-1 0,-4 0 0,2-1 0,0 0 0,1 1 0,-1-1 0,1-1 0,-1 1 0,1 0 0,-1-1 0,1 0 0,0 0 0,-5-4 0,-1-1 0,1 0 0,0-1 0,0-1 0,1 1 0,0-1 0,-9-17 0,-33-44 0,35 52 0,0-2 0,-16-31 0,14 20 0,-1 0 0,-2 2 0,0 0 0,-46-50 0,57 70 0,-1 1 0,1 1 0,-1-1 0,-1 1 0,1 1 0,-20-10 0,22 14 0,1 0 0,-1 0 0,0 1 0,0 0 0,0 0 0,1 1 0,-1 0 0,0 0 0,0 0 0,0 1 0,0 0 0,0 0 0,-6 3 0,-10 3 0,1 2 0,-30 15 0,45-20 0,1 0 0,-1 0 0,1 1 0,0 0 0,0 0 0,0 0 0,1 1 0,0 0 0,0 0 0,0 0 0,-6 12 0,0 4 0,0 1 0,-9 31 0,10-25 0,-3 13 0,11-32 0,-1 0 0,0-1 0,0 0 0,-1 0 0,0 0 0,0 0 0,-1-1 0,-1 1 0,1-1 0,-8 7 0,5-7 0,0-2 0,-1 1 0,1-1 0,-2 0 0,1-1 0,0 0 0,-1 0 0,0-1 0,0-1 0,-19 5 0,17-5 0,-9 3 0,-21 2 0,7-2 0,23-3 0,-1-1 0,0 0 0,-23 0 0,32-2 0,1-1 0,-1 1 0,0-1 0,0 0 0,1 0 0,-1 0 0,1 0 0,-1-1 0,1 0 0,-1 1 0,1-1 0,0 0 0,0-1 0,0 1 0,0 0 0,0-1 0,-3-4 0,-39-49 0,-17-20 0,12 13 0,40 47 0,-2 1 0,0 0 0,-1 1 0,0 0 0,-28-22 0,36 33 0,-1 0 0,1 1 0,-1-1 0,1 1 0,-1 0 0,0 0 0,0 1 0,0 0 0,0 0 0,0 0 0,0 1 0,-6 0 0,4 0 0,0 1 0,0 0 0,0 0 0,0 1 0,1 0 0,-1 0 0,1 1 0,-13 6 0,-144 68 0,87-42-1365,55-26-5461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4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1 150 24575,'0'-4'0,"0"0"0,0 0 0,1 0 0,-1-1 0,1 1 0,0 0 0,0 0 0,0 0 0,1 0 0,-1 0 0,1 0 0,0 0 0,0 1 0,0-1 0,1 1 0,-1-1 0,1 1 0,0 0 0,0 0 0,0 0 0,0 0 0,1 1 0,-1-1 0,1 1 0,-1 0 0,1 0 0,0 0 0,0 1 0,8-3 0,25-5 0,71-7 0,-67 11 0,244-14-180,2 19-518,-136 2-316,-116-2-5285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6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22 24575,'1'0'0,"-1"0"0,0-1 0,1 1 0,-1 0 0,0 0 0,1-1 0,-1 1 0,0 0 0,0-1 0,0 1 0,1 0 0,-1-1 0,0 1 0,0-1 0,0 1 0,0 0 0,0-1 0,1 1 0,-1-1 0,0 1 0,0 0 0,0-1 0,0 1 0,0-1 0,0 1 0,0-1 0,-1 1 0,1 0 0,0-1 0,0 1 0,0-1 0,0 1 0,0 0 0,-1-1 0,1 1 0,0 0 0,0-1 0,-1 1 0,1 0 0,0-1 0,-1 1 0,1 0 0,0 0 0,-1-1 0,1 1 0,0 0 0,-1 0 0,1 0 0,0-1 0,-1 1 0,1 0 0,-1 0 0,1 0 0,-1 0 0,-1-1 0,-1 0 0,0 0 0,1 1 0,-1-1 0,0 1 0,1-1 0,-4 1 0,1 1 0,-1 0 0,0 0 0,1 1 0,-1-1 0,1 1 0,0 0 0,-1 1 0,1-1 0,0 1 0,0 0 0,1 0 0,-1 1 0,1-1 0,-7 7 0,9-8 0,1 0 0,-1 0 0,0 0 0,1 0 0,-1 1 0,1-1 0,0 0 0,0 1 0,0-1 0,0 0 0,0 1 0,0-1 0,1 1 0,-1 0 0,1-1 0,0 1 0,0-1 0,0 1 0,0 0 0,0-1 0,0 1 0,1-1 0,-1 1 0,1 0 0,0-1 0,-1 0 0,1 1 0,1-1 0,-1 1 0,0-1 0,0 0 0,1 0 0,2 3 0,3 2 0,1 0 0,0 0 0,0-1 0,0-1 0,1 1 0,17 7 0,-6-2 0,57 24 0,0 0 0,-76-35 0,1 1 0,-1 0 0,0-1 0,0 1 0,0 0 0,0 0 0,0-1 0,0 1 0,0 0 0,0 0 0,0 0 0,0 0 0,-1 0 0,1 1 0,0-1 0,-1 0 0,1 0 0,0 2 0,-1-2 0,0 0 0,-1 0 0,1 0 0,0-1 0,0 1 0,-1 0 0,1 0 0,0 0 0,-1-1 0,1 1 0,-1 0 0,1-1 0,-1 1 0,1 0 0,-1-1 0,0 1 0,1-1 0,-1 1 0,0-1 0,1 1 0,-1-1 0,0 1 0,0-1 0,1 0 0,-1 1 0,0-1 0,0 0 0,0 0 0,-1 1 0,-9 2 0,0 0 0,0-1 0,-1 0 0,-22 0 0,-48-5 0,80 3 0,-103-13 0,89 11 0,15 2-59,0 0 0,-1-1-1,1 1 1,0 0-1,-1-1 1,1 1 0,0-1-1,0 1 1,-1-1 0,1 1-1,0-1 1,0 0 0,0 0-1,0 0 1,0 0-1,0 0 1,0 0 0,0 0-1,0 0 1,0 0 0,1 0-1,-2-2 1,-1-6-6767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6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24575,'0'7'0,"3"6"0,0 2 0,3 0 0,0-2 0,1 1 0,3 0 0,1-3 0,2 0 0,1-2 0,-1 0 0,-2-2 0,-1-2-8191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6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24575,'10'5'0,"6"4"0,0 3 0,0 2 0,-3 2 0,-3-3-8191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7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24575,'3'15'0,"7"30"0,-10-42 0,1-1 0,0 1 0,0 0 0,1-1 0,-1 1 0,1 0 0,-1-1 0,1 0 0,0 1 0,0-1 0,0 0 0,3 2 0,-4-3 0,-1 0 0,1-1 0,0 1 0,0-1 0,0 1 0,0-1 0,0 0 0,0 1 0,0-1 0,0 0 0,0 0 0,0 1 0,0-1 0,0 0 0,0 0 0,0 0 0,0 0 0,0-1 0,0 1 0,0 0 0,0 0 0,1-1 0,0 0 0,0 0 0,-1 0 0,1 0 0,0-1 0,-1 1 0,1 0 0,-1-1 0,1 1 0,-1-1 0,2-2 0,1-2 0,-1 1 0,1-1 0,-1-1 0,-1 1 0,4-12 0,-5 14 0,0 0 0,0 1 0,0-1 0,0 0 0,1 1 0,0-1 0,4-6 0,-5 9 0,0 0 0,0 0 0,0 0 0,0 0 0,0 1 0,1-1 0,-1 0 0,0 1 0,1-1 0,-1 1 0,0-1 0,1 1 0,-1-1 0,1 1 0,-1 0 0,1 0 0,-1 0 0,1 0 0,-1 0 0,1 0 0,-1 0 0,0 1 0,1-1 0,2 1 0,17 6 0,1 1 0,-1 0 0,-1 2 0,33 20 0,-26-15 0,-5-2-1365,-13-8-5461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8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24575,'5'5'0,"4"5"0,6 2 0,3 5 0,3 1 0,3 1 0,0-1 0,1 0 0,-1-2 0,0 0 0,-2-1 0,-1-2 0,-2-2 0,-2-2 0,-2-3 0,-2-2-8191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8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0 24575,'-18'25'0,"-8"11"0,1 2 0,3-3 0,5-5 0,1-6 0,4-3 0,4-4 0,1-4 0,1-1 0,0-2 0,-2-1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9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1254 1 24575,'-98'13'0,"-100"2"0,-100-14 0,25 0 0,159 5-682,-139 26-1,234-29-6143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9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24575,'27'15'0,"12"8"0,5-1 0,-1-1 0,-5-1 0,-4-3 0,-5 0 0,-2-5 0,-4 0 0,-3-3 0,-2-1 0,-2-1 0,-1 1 0,-1-2 0,-5-1 0,-7-4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29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 24575,'-13'10'0,"-6"6"0,0 2 0,0-1 0,4-1 0,5-1 0,0-3 0,4-2 0,1 2 0,2-1 0,2 2 0,1 1 0,-3-3 0,1 0 0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0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24575,'-3'8'0,"2"4"0,1 4 0,4 1 0,2 0 0,1 0 0,2-4 0,-1 0 0,-1-3-8191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0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0,0 0-8191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1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24575,'-2'-1'0,"1"1"0,-1 0 0,1 0 0,-1 0 0,1 0 0,-1 1 0,1-1 0,-1 0 0,1 1 0,-1-1 0,1 1 0,0-1 0,-1 1 0,1-1 0,0 1 0,-1 0 0,1 0 0,0 0 0,0 0 0,0 0 0,0 0 0,0 0 0,0 0 0,0 0 0,0 0 0,0 1 0,1-1 0,-1 0 0,0 1 0,1-1 0,-1 0 0,1 1 0,-1-1 0,1 1 0,0-1 0,0 1 0,-1-1 0,1 4 0,1-1 0,-1 1 0,1 0 0,0-1 0,0 1 0,0-1 0,1 1 0,-1-1 0,1 0 0,0 0 0,0 1 0,5 4 0,2 5 0,-3-6 0,-1 1 0,2-1 0,-1 0 0,1-1 0,13 11 0,-20-18 0,0 0 0,0 1 0,1-1 0,-1 0 0,0 0 0,0 0 0,0 0 0,0 0 0,1 1 0,-1-1 0,0 0 0,0 0 0,0 0 0,1 0 0,-1 0 0,0 0 0,0 0 0,0 0 0,1 0 0,-1 0 0,0 0 0,0 0 0,0 0 0,1 0 0,-1 0 0,0 0 0,0 0 0,1 0 0,-1 0 0,0 0 0,0 0 0,0 0 0,1 0 0,-1 0 0,0-1 0,1-8 0,-10-20 0,6 20 0,1 5 0,1-1 0,0 1 0,1-1 0,-1 0 0,1 1 0,0-7 0,0 10 0,0 0 0,0 0 0,0 0 0,1 0 0,-1 0 0,0 0 0,1 0 0,-1 0 0,0 0 0,1 0 0,-1 1 0,1-1 0,-1 0 0,1 0 0,0 0 0,-1 1 0,1-1 0,0 0 0,0 1 0,-1-1 0,1 1 0,0-1 0,0 1 0,0-1 0,0 1 0,0-1 0,0 1 0,-1 0 0,1 0 0,0-1 0,0 1 0,0 0 0,0 0 0,0 0 0,0 0 0,2 0 0,4 1 0,0 0 0,1 0 0,-1 1 0,0 0 0,0 0 0,7 4 0,41 21 0,-45-22 0,63 40 112,5 2-1589,-67-41-5349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1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332 187 24575,'-16'-13'0,"-95"-76"0,86 71 0,0 2 0,-45-23 0,66 37 0,-1 0 0,1 1 0,0-1 0,-1 1 0,1 0 0,-1 0 0,-5 0 0,9 1 0,-1 0 0,1 0 0,-1 0 0,1 0 0,-1 1 0,1-1 0,0 0 0,-1 1 0,1-1 0,0 1 0,-1-1 0,1 1 0,0 0 0,0 0 0,0-1 0,-1 1 0,1 0 0,0 0 0,0 0 0,0 0 0,1 0 0,-1 0 0,0 1 0,0-1 0,0 0 0,0 2 0,-2 4 0,1 1 0,0-1 0,0 0 0,1 1 0,0-1 0,0 1 0,1 0 0,1 13 0,10 61 0,1-28 0,3-1 0,1 0 0,27 55 0,86 143 0,-109-217-682,37 49-1,-50-74-6143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2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50 24575,'-22'-12'0,"-11"-2"0,-1 1 0,1 6 0,5 4 0,5 2 0,5 4 0,4 2 0,2 2 0,0 0 0,0-1 0,2-2-8191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141 249 24575,'0'4'0,"0"0"0,0 1 0,-1-1 0,0 0 0,1 0 0,-3 5 0,3-9 0,0 1 0,0-1 0,0 1 0,-1-1 0,1 0 0,0 1 0,0-1 0,0 0 0,-1 1 0,1-1 0,0 0 0,-1 1 0,1-1 0,0 0 0,-1 0 0,1 1 0,0-1 0,-1 0 0,1 0 0,0 0 0,-1 1 0,1-1 0,-1 0 0,1 0 0,0 0 0,-1 0 0,0 0 0,0 0 0,0-1 0,0 1 0,0-1 0,0 1 0,0-1 0,0 1 0,0-1 0,0 1 0,0-1 0,0 0 0,1 0 0,-1 1 0,0-1 0,-1-2 0,-10-12 0,1-2 0,1 1 0,-9-19 0,-9-16 0,19 37 0,-12-26 0,21 40 0,0-1 0,0 1 0,-1-1 0,1 1 0,0-1 0,0 1 0,0-1 0,0 1 0,-1-1 0,1 1 0,0-1 0,0 1 0,0-1 0,0 1 0,0-1 0,0 1 0,0-1 0,1 1 0,-1-1 0,0 1 0,0-1 0,0 1 0,0 0 0,1-1 0,-1 1 0,1-2 0,-1 2 0,1 0 0,0-1 0,-1 1 0,1 0 0,0 0 0,-1 0 0,1-1 0,0 1 0,-1 0 0,1 0 0,0 0 0,0 0 0,-1 0 0,1 0 0,0 0 0,0 1 0,6 0 0,0 1 0,-1 0 0,7 3 0,-9-4 0,49 22 0,-31-14 0,-1 0 0,1-1 0,0-1 0,1-1 0,27 4 0,-37-9 0,0 0 0,0-1 0,14-2 0,-22 2 0,0-1 0,0 0 0,0 0 0,-1-1 0,1 1 0,0-1 0,-1 0 0,1 0 0,-1-1 0,0 1 0,6-5 0,-9 6 0,1-2 0,0 1 0,0 0 0,-1 0 0,1 0 0,-1-1 0,0 1 0,0-1 0,0 1 0,0-1 0,0 1 0,0-1 0,-1 0 0,1 1 0,-1-1 0,0 0 0,1 0 0,-1 1 0,-1-1 0,1 0 0,0 0 0,-1 1 0,1-1 0,-2-4 0,0 2 0,1 1 0,-1-1 0,0 1 0,0-1 0,-1 1 0,1-1 0,-1 1 0,0 0 0,0 0 0,-1 1 0,1-1 0,-8-5 0,11 8 0,-1 0 0,0 0 0,0 1 0,0-1 0,0 1 0,0-1 0,0 1 0,0-1 0,0 1 0,0-1 0,0 1 0,0 0 0,0 0 0,0-1 0,0 1 0,0 0 0,0 0 0,0 0 0,0 0 0,0 0 0,0 0 0,0 1 0,0-1 0,0 0 0,0 0 0,0 1 0,0-1 0,0 1 0,0-1 0,0 1 0,0-1 0,0 1 0,0 0 0,0-1 0,1 1 0,-1 0 0,0 0 0,1-1 0,-1 1 0,0 0 0,1 0 0,-1 0 0,1 0 0,-1 0 0,0 2 0,-1 1 0,1 1 0,-1 0 0,1 0 0,0 0 0,0 0 0,1 0 0,-1 0 0,2 8 0,0-7 0,0 1 0,1-1 0,-1 0 0,2 0 0,-1 1 0,1-1 0,0-1 0,0 1 0,0 0 0,1-1 0,0 0 0,0 0 0,9 9 0,-6-7 0,0-1 0,1 0 0,-1 0 0,2-1 0,-1 1 0,0-2 0,1 1 0,15 4 0,-13-6-144,0-1 0,0-1 0,0 0 0,0 0-1,17-2 1,-22 1-356,7-1-6326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3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0 24575,'-18'4'0,"0"0"0,1 0 0,-20 9 0,32-11 0,-1 1 0,1-1 0,0 1 0,0 0 0,0 1 0,0-1 0,1 1 0,-1 0 0,1 0 0,0 0 0,0 1 0,0 0 0,-4 7 0,7-9 0,0-1 0,0 0 0,0 1 0,0-1 0,1 0 0,-1 1 0,1-1 0,-1 1 0,1-1 0,0 1 0,0-1 0,0 1 0,1-1 0,-1 3 0,2 0 0,-1 0 0,1-1 0,-1 0 0,1 1 0,0-1 0,6 8 0,1 0 0,1 0 0,1-1 0,17 16 0,-24-24 0,1 1 0,1 0 0,-1-1 0,0 0 0,1-1 0,-1 1 0,1-1 0,0 0 0,0 0 0,0-1 0,0 0 0,11 1 0,-15-1 0,1-1 0,-1 0 0,1 0 0,-1 0 0,1-1 0,-1 1 0,1 0 0,-1-1 0,1 0 0,-1 1 0,0-1 0,1 0 0,-1 0 0,0 0 0,0-1 0,0 1 0,0-1 0,0 1 0,0-1 0,0 1 0,0-1 0,0 0 0,-1 0 0,1 0 0,-1 0 0,0 0 0,1 0 0,-1-1 0,0 1 0,0 0 0,0-1 0,-1 1 0,2-3 0,-1-9 0,0 0 0,0 0 0,-3-27 0,2 39 0,4 32 0,0-1 0,2 0 0,2 0 0,13 35 0,1-8 0,36 66 0,-12-47 0,-26-43 0,19 40 0,-39-72-31,0 0 0,0 0 0,1 1 0,-1-1 0,0 0 0,0 0 0,0 0 0,0 1 0,0-1 0,0 0 0,0 0 0,1 0 0,-1 1 0,0-1 0,0 0 0,0 0 0,0 1 0,0-1 0,0 0 0,0 0 0,0 1 0,0-1 0,0 0 0,0 0 0,0 1-1,0-1 1,0 0 0,-1 0 0,1 0 0,0 1 0,0-1 0,0 0 0,0 0 0,0 1 0,0-1 0,-1 0 0,1 0 0,0 0 0,0 0 0,0 1 0,0-1 0,-1 0 0,1 0 0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1 116 24575,'29'17'0,"-1"1"0,0 1 0,39 37 0,-16-14 0,-49-40 0,1 1 0,0-1 0,0 0 0,0 0 0,0-1 0,1 1 0,-1-1 0,0 0 0,1 1 0,-1-1 0,5 0 0,-6-1 0,-1 0 0,1 0 0,0 0 0,0 0 0,-1-1 0,1 1 0,0 0 0,-1-1 0,1 0 0,-1 1 0,1-1 0,0 0 0,-1 0 0,1 0 0,-1 0 0,0 0 0,1 0 0,-1 0 0,0 0 0,0 0 0,0-1 0,0 1 0,0-1 0,0 1 0,1-2 0,0-1 0,0 0 0,0 1 0,-1-1 0,0 0 0,0 0 0,0 0 0,0 0 0,0-1 0,-1 1 0,0 0 0,0 0 0,0 0 0,0-5 0,-3-6 0,0 0 0,-5-18 0,2 12 0,5 21 0,1 0 0,0-1 0,0 1 0,0 0 0,-1-1 0,1 1 0,0-1 0,0 1 0,0-1 0,0 1 0,0 0 0,0-1 0,0 1 0,0-1 0,0 1 0,0-1 0,0 1 0,0 0 0,0-1 0,0 1 0,1-1 0,-1 1 0,0 0 0,0-1 0,1 0 0,7 7 0,11 19 0,-18-24 0,12 15 0,1 0 0,0-1 0,2-1 0,-1 0 0,2-1 0,20 12 0,-28-20 0,0 1 0,0-2 0,0 1 0,1-2 0,0 1 0,0-1 0,0-1 0,0 1 0,14 0 0,-20-3 0,0 0 0,-1 1 0,1-1 0,0-1 0,-1 1 0,1-1 0,0 1 0,-1-1 0,1 0 0,-1 0 0,1-1 0,-1 1 0,0-1 0,0 1 0,1-1 0,-1 0 0,0-1 0,0 1 0,-1 0 0,1-1 0,0 1 0,-1-1 0,0 0 0,0 0 0,0 0 0,0 0 0,0 0 0,0-1 0,2-5 0,-2 2 0,-1 0 0,1 0 0,-1 0 0,-1 0 0,1 0 0,-1-1 0,0 1 0,-1 0 0,0 0 0,0 0 0,0 0 0,-1 0 0,-4-11 0,1 5 0,-1 1 0,0 0 0,0 1 0,-1-1 0,-1 1 0,-12-14 0,17 21 0,0 1 0,0 1 0,0-1 0,0 0 0,-1 1 0,1-1 0,-1 1 0,-7-3 0,10 4 0,-1 1 0,1-1 0,0 1 0,0 0 0,-1 0 0,1-1 0,0 1 0,-1 0 0,1 0 0,0 0 0,-1 0 0,1 1 0,0-1 0,-1 0 0,1 0 0,0 1 0,0-1 0,-1 1 0,1-1 0,0 1 0,0 0 0,0-1 0,-1 1 0,1 0 0,0 0 0,0 0 0,0 0 0,1 0 0,-1 0 0,0 0 0,-1 2 0,-2 3 0,1 1 0,0-1 0,0 1 0,1 0 0,0 0 0,0 0 0,0 0 0,1 0 0,0 0 0,1 0 0,0 0 0,0 1 0,0-1 0,1 0 0,0 0 0,0 0 0,1 0 0,0 0 0,0 0 0,0 0 0,1-1 0,0 1 0,1-1 0,-1 0 0,1 1 0,0-2 0,1 1 0,0 0 0,5 4 0,-2-3 0,1 0 0,0-1 0,1-1 0,-1 1 0,1-1 0,0-1 0,0 0 0,0 0 0,1-1 0,-1-1 0,1 1 0,0-2 0,0 1 0,-1-2 0,14 0 0,0 1 0,40-2 0,-58 0 0,1 0 0,-1 0 0,1 0 0,-1-1 0,0 0 0,0 0 0,8-4 0,-12 5 0,0 0 0,0 0 0,0 0 0,-1-1 0,1 1 0,0-1 0,-1 1 0,1-1 0,-1 1 0,1-1 0,-1 0 0,0 0 0,0 1 0,0-1 0,0 0 0,0 0 0,0 0 0,-1 0 0,1-1 0,0 1 0,-1 0 0,0 0 0,1-4 0,-2 0 0,1 1 0,-1 0 0,0 0 0,0 0 0,-1 0 0,0 0 0,1 0 0,-6-8 0,68 55 0,-52-36 0,59 30 0,-61-33 0,0-1 0,-1 1 0,2-1 0,-1-1 0,0 1 0,0-1 0,0 0 0,9 0 0,-14-1 0,-1 0 0,0 0 0,0-1 0,0 1 0,1 0 0,-1 0 0,0-1 0,0 1 0,0 0 0,0-1 0,1 1 0,-1-1 0,0 1 0,0-1 0,0 0 0,0 0 0,0 1 0,-1-1 0,1 0 0,0 0 0,0 0 0,0 0 0,-1 0 0,1 0 0,0 0 0,-1 0 0,1-2 0,1-2 0,-1 0 0,-1 0 0,1 0 0,-1 0 0,0-8 0,3-21 0,-3 33 0,0 0 0,1-1 0,-1 1 0,1-1 0,-1 1 0,1 0 0,-1-1 0,1 1 0,0 0 0,0-1 0,0 1 0,0 0 0,0 0 0,0 0 0,0 0 0,0 0 0,2-1 0,0 1 0,0-1 0,-1 1 0,1 1 0,0-1 0,0 0 0,0 1 0,0-1 0,0 1 0,0 0 0,-1 0 0,1 0 0,0 1 0,0-1 0,0 1 0,0-1 0,0 1 0,5 2 0,5 2 0,1 2 0,16 9 0,-10-5 0,5 4-682,48 35-1,-61-40-6143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5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1 24575,'-10'0'0,"1"1"0,-1 1 0,0 0 0,1 0 0,-1 1 0,1 0 0,0 0 0,0 1 0,-9 5 0,17-8 0,0 0 0,-1 0 0,1 0 0,0 0 0,-1 0 0,1 0 0,0 0 0,0 1 0,0-1 0,0 0 0,0 1 0,1-1 0,-1 1 0,0-1 0,1 1 0,-1-1 0,1 1 0,-1-1 0,1 1 0,0 0 0,-1 2 0,2-1 0,-1-1 0,0 1 0,1 0 0,0 0 0,0 0 0,0-1 0,0 1 0,0 0 0,0-1 0,1 1 0,1 2 0,5 5 0,0-1 0,0 1 0,1-2 0,14 12 0,-8-9 0,0 0 0,0-2 0,33 16 0,-36-20 0,0 0 0,0-1 0,0-1 0,1 0 0,-1 0 0,19 0 0,-28-3 0,0 1 0,0-1 0,1-1 0,-1 1 0,0 0 0,0-1 0,0 1 0,0-1 0,0 0 0,0 0 0,-1 0 0,1 0 0,0-1 0,0 1 0,-1-1 0,1 0 0,-1 1 0,1-1 0,-1 0 0,0-1 0,0 1 0,0 0 0,0-1 0,0 1 0,0-1 0,-1 1 0,1-1 0,-1 0 0,0 0 0,0 0 0,0 0 0,0 1 0,0-1 0,0-1 0,-1 1 0,0 0 0,0-4 0,1-5 0,-1 0 0,0-1 0,-1 1 0,-1-1 0,0 1 0,-1 0 0,0 0 0,-1 0 0,-9-22 0,10 33 0,3 7 0,1 10 0,4-4 0,0 0 0,1-1 0,0 0 0,0 0 0,2 0 0,-1-1 0,1 1 0,1-2 0,0 1 0,0-2 0,1 1 0,0-1 0,0 0 0,1-1 0,0-1 0,0 1 0,21 7 0,-25-12 0,0 0 0,1 0 0,-1 0 0,0-1 0,1-1 0,0 1 0,-1-1 0,15-2 0,-18 2 0,-1-1 0,1 0 0,-1 0 0,1 0 0,-1 0 0,0 0 0,1-1 0,-1 0 0,0 1 0,0-1 0,0 0 0,-1-1 0,1 1 0,0 0 0,-1-1 0,1 0 0,-1 1 0,0-1 0,0 0 0,3-5 0,1-8 0,1-1 0,4-19 0,-2 5 0,-9 31 0,0 0 0,0 0 0,0 0 0,0 1 0,0-1 0,0 0 0,0 0 0,0 0 0,0 0 0,0 0 0,0 0 0,0 0 0,0 0 0,0 0 0,0 1 0,0-1 0,1 0 0,-1 0 0,0 0 0,0 0 0,0 0 0,0 0 0,0 0 0,0 0 0,0 0 0,0 0 0,1 0 0,-1 0 0,0 0 0,0 0 0,0 0 0,0 0 0,0 0 0,0 0 0,0 0 0,0 0 0,1 0 0,-1 0 0,0 0 0,0 0 0,0 0 0,0 0 0,0 0 0,0 0 0,0 0 0,0 0 0,1 0 0,-1 0 0,0 0 0,0-1 0,0 1 0,0 0 0,0 0 0,0 0 0,0 0 0,0 0 0,0 0 0,0 0 0,0 0 0,0 0 0,0-1 0,0 1 0,0 0 0,1 0 0,3 10 0,-4-9 0,30 98 0,-4 1 0,24 203 0,-48-280 0,-2 44 0,0-60 0,-1 0 0,1-1 0,-2 0 0,1 1 0,-1-1 0,0 0 0,0 0 0,-1 0 0,0 0 0,0 0 0,-6 8 0,7-11 0,-1-1 0,0 0 0,1 0 0,-1 1 0,0-2 0,0 1 0,-1 0 0,1-1 0,0 1 0,-1-1 0,1 0 0,-1 0 0,1-1 0,-1 1 0,1-1 0,-1 1 0,1-1 0,-1 0 0,1 0 0,-7-2 0,2 1 0,0 0 0,0-1 0,0 0 0,0-1 0,1 1 0,0-1 0,-1-1 0,-8-5 0,9 4 0,0 0 0,1-1 0,-1 1 0,1-1 0,0-1 0,1 1 0,0-1 0,0 0 0,0 0 0,1-1 0,0 1 0,0-1 0,1 0 0,0 0 0,0 0 0,1 0 0,0-1 0,1 1 0,0-1 0,0 1 0,1-1 0,0 1 0,0-1 0,1 0 0,3-15 0,-2 17-50,0 1-1,1 0 1,0 0-1,0 0 0,0 0 1,1 0-1,0 0 1,0 1-1,0 0 1,1 0-1,0 0 0,0 1 1,0-1-1,0 1 1,1 0-1,-1 1 1,1-1-1,0 1 0,0 0 1,1 1-1,-1-1 1,1 1-1,-1 1 1,1-1-1,-1 1 1,12-1-1,-3 2-6775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24575,'1'3'0,"-1"-1"0,1 1 0,0-1 0,0 1 0,1-1 0,-1 1 0,3 3 0,3 7 0,23 58 0,29 76 0,-48-116 0,-1 1 0,8 56 0,-17-81 0,3 32 0,-4-37 0,0 0 0,0 0 0,0-1 0,0 1 0,0 0 0,-1 0 0,1-1 0,0 1 0,-1 0 0,0-1 0,1 1 0,-1 0 0,0-1 0,0 1 0,0-1 0,0 1 0,-2 2 0,2-4 0,0 0 0,0 1 0,0-1 0,0 0 0,0 1 0,0-1 0,0 0 0,0 0 0,-1 0 0,1 0 0,0 0 0,0 0 0,0 0 0,0 0 0,0 0 0,0-1 0,0 1 0,-1 0 0,1-1 0,0 1 0,0-1 0,0 1 0,0-1 0,1 0 0,-1 1 0,0-1 0,0 0 0,0 0 0,-1-1 0,-2-2 0,0-1 0,0 1 0,0-1 0,-4-6 0,5 6 0,0-1 0,0 1 0,1-1 0,-1 0 0,1 1 0,1-1 0,-1 0 0,1 0 0,0 0 0,0 0 0,1-7 0,0 10 0,0 0 0,0 0 0,1 0 0,0 0 0,-1 0 0,1 0 0,0 0 0,1 0 0,-1 0 0,0 0 0,1 1 0,0-1 0,-1 1 0,1-1 0,0 1 0,0-1 0,1 1 0,-1 0 0,0 0 0,1 0 0,-1 0 0,1 1 0,3-3 0,-1 2 0,-1 1 0,0-1 0,1 1 0,-1 0 0,1 0 0,-1 0 0,1 0 0,0 1 0,-1 0 0,1 0 0,0 0 0,-1 1 0,1-1 0,0 1 0,-1 0 0,1 0 0,8 4 0,4 3 0,1 1 0,-1 0 0,16 12 0,-15-9 0,-6-5 0,4 3 0,20 16 0,-33-23 0,1 0 0,0 1 0,-1-1 0,0 1 0,0 0 0,0 0 0,0 0 0,-1 0 0,0 0 0,3 7 0,-4-9 0,-1 0 0,1-1 0,-1 1 0,0 0 0,0 0 0,1-1 0,-1 1 0,-1 0 0,1 0 0,0 0 0,0-1 0,-1 1 0,1 0 0,-1-1 0,1 1 0,-1 0 0,0-1 0,0 1 0,1 0 0,-1-1 0,0 0 0,-1 1 0,1-1 0,0 1 0,0-1 0,0 0 0,-1 0 0,1 0 0,-1 0 0,1 0 0,-1 0 0,1 0 0,-4 1 0,-3 2 0,-1-1 0,1 0 0,-1-1 0,0 0 0,-11 2 0,-6-2 0,0-1 0,0-1 0,0-1 0,0-2 0,-32-6 0,57 9 0,0 0 0,0 0 0,-1 0 0,1-1 0,0 1 0,0 0 0,0-1 0,0 1 0,0-1 0,-1 1 0,1-1 0,0 0 0,0 1 0,-1-2 0,4-3 0,9-1 0,2 2 0,-1 1 0,1 1 0,0-1 0,18 1 0,55 2 0,-44 1 0,-3-1 0,107-3 0,-128 1 0,-1-1 0,1 0 0,-1-1 0,0-1 0,0-1 0,19-8 0,-27 9 0,0-1 0,0 0 0,-1 0 0,0-1 0,0 1 0,0-2 0,-1 1 0,0-1 0,-1-1 0,0 1 0,0-1 0,-1 0 0,8-16 0,-11 19 0,1-1 0,-1 1 0,0-1 0,-1 0 0,0 0 0,0 0 0,0 0 0,-1 0 0,0-10 0,-1 12 0,0 0 0,0 0 0,0 0 0,-1 0 0,1 0 0,-1 0 0,-1 1 0,1-1 0,-1 1 0,1-1 0,-1 1 0,0 0 0,-7-7 0,9 10 0,0 0 0,0 0 0,0 0 0,0 0 0,0 0 0,0 1 0,0-1 0,-1 0 0,1 0 0,0 1 0,-1-1 0,1 1 0,0-1 0,-1 1 0,1 0 0,-1-1 0,1 1 0,0 0 0,-1 0 0,1 0 0,-4 0 0,3 1 0,1 0 0,-1-1 0,0 1 0,0 0 0,0 0 0,1 0 0,-1 0 0,0 1 0,1-1 0,-1 0 0,1 1 0,-1-1 0,-1 4 0,-1 1 0,0 0 0,0 1 0,1-1 0,0 1 0,0 0 0,1 0 0,-3 12 0,3-10 0,1 1 0,0-1 0,0 1 0,1 0 0,0-1 0,1 1 0,0-1 0,3 11 0,-3-15 0,1 0 0,0 0 0,0 0 0,0 0 0,1-1 0,-1 1 0,1-1 0,0 1 0,1-1 0,-1 0 0,1-1 0,-1 1 0,1 0 0,0-1 0,1 0 0,5 3 0,7 3 0,1-1 0,-1 0 0,2-1 0,-1-2 0,1 0 0,0 0 0,0-2 0,0-1 0,1 0 0,-1-1 0,28-3 0,-31 0-1365,-3-2-5461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8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45 24575,'-29'-11'0,"-41"-14"0,62 23 0,-1 0 0,0 0 0,0 1 0,0 0 0,-16 0 0,24 1 0,-1 0 0,0 0 0,0 1 0,0-1 0,0 0 0,0 1 0,0-1 0,1 1 0,-1 0 0,0-1 0,0 1 0,1 0 0,-1 0 0,1 0 0,-1 0 0,1 1 0,-1-1 0,1 0 0,0 1 0,-1-1 0,1 1 0,0-1 0,0 1 0,0-1 0,0 1 0,0 0 0,1-1 0,-1 1 0,0 0 0,1 0 0,-1 0 0,1 0 0,0-1 0,0 1 0,-1 0 0,1 0 0,1 3 0,-1 2 0,1 0 0,0 0 0,1 0 0,0 0 0,0 0 0,0 0 0,1 0 0,6 10 0,2 1 0,1-2 0,1 0 0,1 0 0,0-1 0,1-1 0,0 0 0,1-2 0,1 1 0,0-2 0,30 15 0,-18-14-1365,-17-8-5461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8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 24575,'-2'0'0,"-15"2"0,-29 7 0,42-9 0,0 1 0,0 1 0,1-1 0,-1 0 0,1 1 0,-1 0 0,1 0 0,0 0 0,0 0 0,0 0 0,0 1 0,0 0 0,0-1 0,-2 4 0,4-4 0,0 1 0,0-1 0,0 0 0,1 0 0,-1 1 0,1-1 0,0 0 0,-1 1 0,1-1 0,0 0 0,0 1 0,1-1 0,-1 0 0,0 1 0,1-1 0,-1 0 0,1 0 0,0 1 0,0-1 0,0 0 0,0 0 0,2 3 0,2 4 0,1-1 0,0 0 0,12 14 0,-10-13 0,1-1 0,0 0 0,1 0 0,-1-1 0,1 0 0,17 8 0,-19-12 0,-1 0 0,0 0 0,1-1 0,-1 0 0,1 0 0,0-1 0,0 0 0,0 0 0,-1-1 0,17-1 0,-23 1 0,1 0 0,-1-1 0,0 1 0,1 0 0,-1-1 0,0 1 0,1-1 0,-1 0 0,0 1 0,0-1 0,1 0 0,-1 0 0,0 1 0,0-1 0,0 0 0,0 0 0,0 0 0,0 0 0,1-3 0,-1 2 0,0-1 0,0 1 0,0-1 0,0 1 0,0-1 0,-1 0 0,1 0 0,-1 1 0,1-5 0,-1-3 0,-1 0 0,0 0 0,-1 1 0,-3-17 0,1 13 0,0 1 0,-1-1 0,-1 1 0,1 0 0,-14-19 0,19 31 0,0 0 0,0 0 0,0-1 0,0 1 0,0 0 0,-1-1 0,1 1 0,0 0 0,0-1 0,0 1 0,-1 0 0,1 0 0,0-1 0,0 1 0,0 0 0,-1 0 0,1 0 0,0 0 0,-1-1 0,1 1 0,0 0 0,-1 0 0,1 0 0,0 0 0,0 0 0,-1 0 0,1 0 0,0-1 0,-1 1 0,1 0 0,0 0 0,-1 0 0,1 1 0,-1-1 0,-2 11 0,5 18 0,1-21 0,0-1 0,0 0 0,1 0 0,0 0 0,0-1 0,1 1 0,-1-1 0,1 0 0,1 0 0,8 7 0,-3-4 0,0 0 0,1-1 0,0 0 0,25 12 0,-28-16 0,-1-1 0,1 0 0,0 0 0,0-1 0,0 0 0,1-1 0,-1 0 0,15 0 0,-20-1 0,1 0 0,-1-1 0,0 1 0,0-1 0,0 0 0,-1 0 0,1-1 0,0 1 0,0-1 0,-1 0 0,1 0 0,-1 0 0,1 0 0,-1-1 0,0 1 0,0-1 0,0 0 0,0 0 0,-1 0 0,1 0 0,3-7 0,-1 1 0,-1-1 0,-1 1 0,1-1 0,-2 0 0,1 1 0,-1-1 0,-1 0 0,1-15 0,-2 25 0,0-1 0,0-1 0,0 1 0,0 0 0,0 0 0,0 0 0,1 0 0,-1 0 0,0 0 0,1 0 0,-1 0 0,0 0 0,1 0 0,1-1 0,-2 2 0,1 0 0,-1 0 0,1 0 0,-1 0 0,0 0 0,1 1 0,-1-1 0,1 0 0,-1 0 0,1 1 0,-1-1 0,0 0 0,1 1 0,-1-1 0,0 0 0,1 1 0,-1-1 0,0 1 0,1-1 0,-1 0 0,0 1 0,0-1 0,1 1 0,-1-1 0,0 1 0,0-1 0,0 1 0,0-1 0,0 1 0,6 12 0,1 1 0,-1-1 0,12 17 0,-17-28 0,1 1 0,0 0 0,0-1 0,1 1 0,-1-1 0,0 0 0,1 0 0,-1 0 0,1 0 0,0 0 0,0-1 0,-1 1 0,1-1 0,0 1 0,0-1 0,5 1 0,-7-2 0,1 0 0,-1 0 0,1 0 0,-1 0 0,1 0 0,-1 0 0,0-1 0,1 1 0,-1-1 0,1 1 0,-1-1 0,0 1 0,1-1 0,-1 1 0,0-1 0,0 0 0,0 0 0,1 0 0,-1 0 0,0 0 0,0 0 0,0 0 0,-1 0 0,1 0 0,1-3 0,2-3 0,0 0 0,0-1 0,3-12 0,2-3 0,-8 20 0,0 1 0,1-1 0,-1 1 0,1 0 0,-1 0 0,1-1 0,0 1 0,0 0 0,0 1 0,0-1 0,0 0 0,0 0 0,0 1 0,1-1 0,-1 1 0,0 0 0,1 0 0,5-2 0,-4 3 0,-1-1 0,1 1 0,0 0 0,0 0 0,0 1 0,0-1 0,0 1 0,0 0 0,0 0 0,0 0 0,-1 0 0,7 4 0,190 99 0,-175-88-1365,-16-11-5461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39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8 24575,'-4'0'0,"1"0"0,-1 0 0,1 1 0,-1-1 0,0 1 0,1 0 0,-1 0 0,-2 1 0,5-1 0,0-1 0,0 1 0,0-1 0,0 1 0,0 0 0,0-1 0,1 1 0,-1 0 0,0 0 0,0-1 0,1 1 0,-1 0 0,1 0 0,-1 0 0,1 0 0,-1 0 0,1 0 0,-1 0 0,1 0 0,0 0 0,0 0 0,-1 0 0,1 0 0,0 1 0,0-1 0,0 0 0,0 0 0,0 0 0,1 0 0,-1 2 0,2 2 0,-1 0 0,1 1 0,0-1 0,0 0 0,1 0 0,0 0 0,0-1 0,4 7 0,33 35 0,-31-36 0,18 19 0,5 5 0,42 58 0,-73-91 0,0 1 0,0 0 0,0-1 0,0 1 0,0 0 0,0 0 0,-1 0 0,1 0 0,0-1 0,-1 1 0,0 0 0,0 0 0,1 0 0,-1 0 0,0 0 0,-1 2 0,1-3 0,0 1 0,-1-1 0,0 0 0,1 0 0,-1 0 0,1 0 0,-1 0 0,0 0 0,0 0 0,0 0 0,1 0 0,-1 0 0,0 0 0,0 0 0,0-1 0,0 1 0,-1 0 0,1-1 0,0 1 0,0-1 0,0 1 0,0-1 0,-1 0 0,1 1 0,0-1 0,-2 0 0,-4 1 0,1-1 0,-1 1 0,1-1 0,0-1 0,-1 1 0,-7-3 0,-40-11 0,37 9 0,-43-11 0,-68-29 0,128 45 0,-1 0 0,0 0 0,1-1 0,-1 1 0,0 0 0,1 0 0,-1-1 0,1 1 0,-1 0 0,0-1 0,1 1 0,-1-1 0,1 1 0,-1-1 0,1 1 0,-1-1 0,1 1 0,-1-1 0,1 1 0,0-1 0,-1 0 0,1 0 0,0 0 0,0 1 0,1 0 0,-1-1 0,0 1 0,1-1 0,-1 1 0,1 0 0,-1-1 0,0 1 0,1 0 0,-1-1 0,1 1 0,-1 0 0,1 0 0,-1 0 0,1-1 0,-1 1 0,1 0 0,0 0 0,0 0 0,35-4 0,238 23 0,-218-13 0,-45-4 0,-1-2 0,0 1 0,1-2 0,-1 1 0,1-1 0,-1-1 0,12-3 0,-17 4 0,-1-1 0,0 1 0,0-1 0,1 0 0,-1-1 0,-1 1 0,1-1 0,0 1 0,-1-1 0,1 0 0,-1-1 0,0 1 0,0 0 0,0-1 0,-1 0 0,1 0 0,-1 0 0,4-7 0,-3 1 0,0 0 0,0 0 0,-1 0 0,0 0 0,0-21 0,-1 5 0,-5-31 0,3 51 0,0 1 0,0-1 0,0 1 0,-1-1 0,-3-5 0,5 10 0,0 0 0,-1 0 0,1 1 0,-1-1 0,1 0 0,-1 0 0,1 1 0,-1-1 0,0 0 0,1 1 0,-1-1 0,0 0 0,0 1 0,1-1 0,-1 1 0,-1-1 0,1 1 0,0 0 0,1 0 0,-1 0 0,0 0 0,1 0 0,-1 0 0,0 0 0,1 1 0,-1-1 0,0 0 0,1 1 0,-1-1 0,0 0 0,1 1 0,-1-1 0,1 0 0,-1 1 0,1-1 0,-1 1 0,1-1 0,-1 1 0,1 0 0,0-1 0,-1 1 0,1-1 0,-1 2 0,-2 4 0,0-1 0,0 1 0,0 1 0,1-1 0,0 0 0,0 1 0,0-1 0,1 1 0,0-1 0,0 1 0,1 0 0,0-1 0,1 10 0,-1-11 0,1 0 0,0 0 0,0-1 0,0 1 0,0 0 0,1 0 0,0-1 0,0 1 0,0-1 0,1 1 0,-1-1 0,1 0 0,0 0 0,0 0 0,1-1 0,-1 1 0,1-1 0,6 5 0,5 1 15,0-1 0,1 0 0,0-1 0,0-1 0,1-1 0,0 0 0,33 5 0,-4-6-758,81-1 1,-110-3-6084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0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91 105 24575,'2'-4'0,"0"0"0,1 0 0,-1 0 0,1 1 0,0-1 0,0 1 0,0-1 0,1 1 0,-1 0 0,1 0 0,-1 1 0,1-1 0,0 1 0,0 0 0,1 0 0,-1 0 0,0 0 0,0 1 0,1 0 0,-1 0 0,1 0 0,-1 0 0,6 0 0,-3 1 0,1 1 0,0-1 0,-1 1 0,1 0 0,-1 1 0,1 0 0,-1 0 0,0 0 0,1 1 0,-1 0 0,-1 1 0,1-1 0,7 7 0,-12-9 0,0 1 0,0-1 0,0 1 0,-1 0 0,1-1 0,-1 1 0,1 0 0,-1 0 0,0 0 0,0 0 0,0 0 0,0 1 0,0-1 0,0 0 0,-1 0 0,1 1 0,-1-1 0,1 0 0,-1 1 0,0-1 0,0 1 0,0-1 0,0 0 0,-1 3 0,1-2 0,-1 0 0,0 1 0,0-1 0,0 0 0,0 0 0,-1 0 0,1 0 0,-1-1 0,0 1 0,1 0 0,-1-1 0,-1 1 0,1-1 0,0 1 0,0-1 0,-1 0 0,-2 2 0,-3 0 0,1 0 0,-1-1 0,1 1 0,-1-2 0,0 1 0,0-1 0,0 0 0,-1-1 0,1 0 0,0 0 0,-1 0 0,1-1 0,0-1 0,-16-2 0,13 1 0,1 0 0,0-1 0,0-1 0,0 1 0,0-2 0,0 1 0,1-1 0,0-1 0,0 1 0,0-2 0,-9-8 0,16 13 0,0 0 0,0 0 0,0 0 0,1 0 0,-1-1 0,1 1 0,-1 0 0,1-1 0,0 1 0,0-1 0,0 1 0,0-1 0,1 1 0,-1-1 0,1 0 0,-1 1 0,1-1 0,0 0 0,0 1 0,0-1 0,0 0 0,1 0 0,-1 1 0,2-5 0,0 3 0,-1 0 0,1 0 0,0 0 0,0 0 0,1 0 0,-1 1 0,1-1 0,0 1 0,0 0 0,0-1 0,0 1 0,0 1 0,1-1 0,5-3 0,-4 2-76,1 1 1,0 0-1,0 0 0,1 1 0,-1-1 0,1 1 0,-1 1 0,1-1 1,-1 1-1,1 0 0,0 1 0,0 0 0,0 0 0,-1 0 1,1 1-1,0 0 0,9 2 0,-6 1-6750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1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207 252 24575,'-5'-9'0,"-24"-46"0,-69-96 0,96 149 0,-18-20 0,19 20 0,0 1 0,0 0 0,-1 0 0,1 0 0,-1 0 0,1 0 0,-1 0 0,1 1 0,-1-1 0,0 0 0,1 1 0,-1-1 0,-3 1 0,5 0 0,-1 0 0,1 0 0,-1 0 0,0 0 0,1 0 0,-1 1 0,1-1 0,-1 0 0,0 0 0,1 1 0,-1-1 0,1 0 0,-1 1 0,1-1 0,-1 0 0,1 1 0,-1-1 0,1 1 0,0-1 0,-1 1 0,1-1 0,0 1 0,-1-1 0,1 1 0,0 0 0,0-1 0,-1 2 0,-4 18 0,4-16 0,-3 31-72,1 0-1,1 1 1,2-1-1,1 0 0,9 48 1,44 172-367,-53-253 439,111 391 0,-100-357-305,1-2 0,2 0 0,24 43 0,-29-62-5792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1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9 24575,'-10'-2'0,"-6"-1"0,0-1-8191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2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24575,'-3'0'0,"-3"2"0,-3 2 0,-2 1 0,0 1-8191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4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62 24575,'-30'-15'0,"-41"-15"0,59 26 0,-1 1 0,0 0 0,0 1 0,0 0 0,-1 0 0,-16 2 0,-183 2 0,247 10 0,-18-9 0,2 1 0,0 0 0,1-1 0,0-1 0,0 0 0,21-2 0,-58 1 24,-1-2-1,0 1 1,-31-7-1,-8 0-1482,39 6-5367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8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24575,'0'0'0,"0"0"0,0 0 0,0-1 0,0 1 0,0 0 0,0 0 0,0-1 0,0 1 0,0 0 0,0 0 0,0-1 0,0 1 0,0 0 0,0-1 0,0 1 0,0 0 0,0 0 0,0-1 0,0 1 0,0 0 0,0 0 0,0-1 0,0 1 0,1 0 0,-1 0 0,0 0 0,0-1 0,0 1 0,0 0 0,1 0 0,-1 0 0,0-1 0,0 1 0,0 0 0,1 0 0,-1 0 0,6 8 0,5 18 0,27 113 0,28 80 0,-31-131 0,57 163 0,-91-249-93,-3-5-1179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46 24575,'-28'-5'0,"-14"-2"0,-2-2 0,4 1 0,3 1 0,6 2 0,5 2 0,5 2 0,4 0 0,1 1 0,2 0 0,3 3 0,1 1 0,2 2 0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8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0 177 24575,'1'9'0,"-1"-1"0,1 1 0,1 0 0,2 9 0,-4-15 0,1 0 0,0 0 0,0 0 0,1 0 0,-1 0 0,1 0 0,-1 0 0,1-1 0,0 1 0,0 0 0,0-1 0,0 0 0,0 1 0,4 1 0,-6-3 0,1-1 0,0 1 0,-1-1 0,1 0 0,0 0 0,-1 1 0,1-1 0,0 0 0,-1 0 0,1 0 0,0 1 0,0-1 0,-1 0 0,1 0 0,0 0 0,-1 0 0,1-1 0,0 1 0,0 0 0,-1 0 0,1 0 0,0 0 0,0-1 0,1 0 0,-1 0 0,0 0 0,0 0 0,0 0 0,0 0 0,0 0 0,0 0 0,0 0 0,-1 0 0,1-1 0,1-1 0,-1-1 0,1 0 0,0-1 0,-1 1 0,0-1 0,0 1 0,0-8 0,-2-4 0,0 0 0,-2 1 0,0-1 0,0 1 0,-2-1 0,-12-28 0,-2-13 0,18 55 0,0 0 0,1-1 0,-1 1 0,1 0 0,0 0 0,0-1 0,0-2 0,0 5 0,0-1 0,0 1 0,0 0 0,0 0 0,0 0 0,0-1 0,0 1 0,0 0 0,0 0 0,0 0 0,1-1 0,-1 1 0,0 0 0,0 0 0,0 0 0,0-1 0,0 1 0,1 0 0,-1 0 0,0 0 0,0 0 0,0 0 0,0 0 0,1-1 0,-1 1 0,0 0 0,0 0 0,0 0 0,1 0 0,-1 0 0,11 5 0,7 16-1365,-9-10-5461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9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24575,'-1'2'0,"0"-1"0,0 1 0,0-1 0,0 1 0,0-1 0,0 1 0,0 0 0,1 0 0,-1-1 0,1 1 0,-1 0 0,1 0 0,0 0 0,0 0 0,-1 0 0,1-1 0,1 1 0,-1 0 0,0 0 0,0 0 0,1 0 0,-1 0 0,1-1 0,-1 1 0,1 0 0,0 0 0,0-1 0,1 3 0,2 3 0,0-1 0,0 0 0,1 0 0,0 0 0,10 9 0,-10-10 0,0 0 0,1 0 0,0-1 0,0 0 0,0 0 0,0 0 0,1-1 0,0 0 0,-1-1 0,1 1 0,0-1 0,0 0 0,0-1 0,1 0 0,10 1 0,-16-2 0,-1 0 0,0-1 0,1 1 0,-1 0 0,1-1 0,-1 1 0,1-1 0,-1 1 0,0-1 0,1 0 0,-1 1 0,0-1 0,0 0 0,0 0 0,0 0 0,0 0 0,2-2 0,-1 0 0,0 1 0,0-1 0,-1 0 0,1 0 0,-1 0 0,0 0 0,2-5 0,-1-4 0,0 0 0,-1 0 0,0-15 0,-1 21 0,0 5 0,0-1 0,0 0 0,0 0 0,0 1 0,1-1 0,-1 0 0,0 1 0,1-4 0,0 5 0,-1 0 0,0 0 0,0 0 0,0 0 0,0 0 0,0 0 0,0 0 0,1-1 0,-1 1 0,0 0 0,0 0 0,0 0 0,0 0 0,0 0 0,1 0 0,-1 0 0,0 0 0,0 0 0,0 0 0,0 0 0,1 0 0,-1 0 0,0 0 0,0 0 0,0 0 0,0 0 0,1 0 0,-1 0 0,0 0 0,0 0 0,0 0 0,1 0 0,8 8 0,22 24 0,-16-15 0,0-2 0,0 0 0,2-1 0,0 0 0,30 18 0,-40-28 0,1-1 0,0 1 0,0-1 0,0-1 0,0 1 0,0-2 0,14 3 0,-19-4 0,-1 0 0,0 0 0,0 0 0,1 0 0,-1 0 0,0-1 0,0 1 0,0-1 0,1 1 0,-1-1 0,0 0 0,0 0 0,0 0 0,0 0 0,0 0 0,0 0 0,-1-1 0,1 1 0,0-1 0,-1 1 0,1-1 0,-1 0 0,1 1 0,-1-1 0,0 0 0,1 0 0,-1 0 0,0 0 0,-1 0 0,1 0 0,0 0 0,0-1 0,0-2 0,0-3 0,0 0 0,-1 1 0,0-1 0,0-9 0,0-17 0,0 33 0,0 1 0,0 0 0,0 0 0,0 0 0,0-1 0,0 1 0,0 0 0,0 0 0,0 0 0,0-1 0,0 1 0,0 0 0,0 0 0,0 0 0,0 0 0,0-1 0,0 1 0,1 0 0,-1 0 0,0 0 0,0 0 0,0 0 0,0-1 0,0 1 0,1 0 0,-1 0 0,0 0 0,0 0 0,0 0 0,0 0 0,1 0 0,-1 0 0,0 0 0,0 0 0,0 0 0,1-1 0,-1 1 0,0 0 0,9 5 0,9 12 0,-16-16 0,10 12 0,1-1 0,26 19 0,-34-28 0,0 0 0,0 0 0,1 0 0,-1-1 0,1 1 0,-1-1 0,1-1 0,0 1 0,0-1 0,0 0 0,12 1 0,-16-3 0,-1 1 0,1 0 0,0 0 0,0 0 0,0-1 0,-1 1 0,1-1 0,0 0 0,0 1 0,-1-1 0,1 0 0,-1 0 0,1 0 0,-1 0 0,1 0 0,-1-1 0,1 1 0,-1 0 0,0-1 0,0 1 0,0 0 0,2-4 0,0-2 0,0 0 0,0 1 0,-1-1 0,3-12 0,4-13 0,-8 30 0,-1 1 0,1 0 0,0 0 0,-1 0 0,1 0 0,0 0 0,0 0 0,0 0 0,0 0 0,0 1 0,0-1 0,0 0 0,0 0 0,0 1 0,0-1 0,0 1 0,0-1 0,1 1 0,-1-1 0,0 1 0,0 0 0,1 0 0,-1-1 0,0 1 0,0 0 0,1 0 0,-1 0 0,0 0 0,0 1 0,1-1 0,-1 0 0,2 1 0,4 1 0,1 1 0,-1 0 0,0 0 0,8 5 0,-6-3 0,6 4-273,0 0 0,0 2 0,-2-1 0,15 16 0,-16-16-6553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49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28 24575,'-6'-3'0,"1"-1"0,-1 0 0,0 1 0,-1 0 0,1 1 0,0 0 0,-13-4 0,17 6 0,0 0 0,0 0 0,0 0 0,0 0 0,0 0 0,0 0 0,0 0 0,0 1 0,0-1 0,0 1 0,0 0 0,0-1 0,0 1 0,0 0 0,0 0 0,0 0 0,1 0 0,-1 0 0,0 1 0,1-1 0,-1 1 0,1-1 0,-1 1 0,1-1 0,0 1 0,0 0 0,0-1 0,0 1 0,-1 3 0,-1 1 0,0 0 0,0 1 0,1-1 0,0 1 0,1 0 0,-1 0 0,1-1 0,1 1 0,-1 0 0,1 0 0,0 0 0,1 0 0,0 0 0,0 0 0,0-1 0,1 1 0,2 7 0,2-2 0,-1-1 0,1 1 0,1-1 0,0 0 0,0-1 0,1 0 0,1 0 0,11 11 0,-11-13 0,-1 0 0,1 0 0,19 11 0,-23-16 0,0-1 0,1 1 0,-1-2 0,0 1 0,1 0 0,-1-1 0,1 0 0,-1 0 0,1-1 0,7 1 0,1-2-1365,-1 1-5461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1 24575,'-9'8'0,"0"1"0,0 0 0,0 0 0,1 1 0,1 0 0,0 0 0,-7 13 0,13-19 0,-1-1 0,0 1 0,1 0 0,0-1 0,0 1 0,0 0 0,0 0 0,1 0 0,-1-1 0,1 1 0,0 0 0,0 0 0,1 0 0,-1 0 0,1 0 0,0 0 0,0-1 0,0 1 0,0 0 0,1-1 0,-1 1 0,1-1 0,0 1 0,0-1 0,0 0 0,5 6 0,-3-5 0,-1 0 0,2-1 0,-1 1 0,0-1 0,1 1 0,-1-1 0,1-1 0,0 1 0,10 3 0,-13-5 0,0 0 0,0-1 0,0 1 0,0-1 0,0 0 0,0 0 0,0 0 0,0 0 0,-1 0 0,1 0 0,0 0 0,0-1 0,0 1 0,0 0 0,0-1 0,0 0 0,-1 1 0,1-1 0,0 0 0,0 0 0,-1 0 0,1 0 0,-1-1 0,1 1 0,-1 0 0,1-1 0,-1 1 0,0 0 0,0-1 0,0 0 0,2-2 0,1-3 0,0-1 0,-1 0 0,0-1 0,0 1 0,-1-1 0,0 1 0,1-15 0,-2 16 0,-1 0 0,0 1 0,0-1 0,0 1 0,-1-1 0,0 1 0,0-1 0,-1 1 0,1 0 0,-6-11 0,23 58 0,-6-20 0,1 0 0,17 24 0,-22-37 0,0 0 0,0-1 0,0 0 0,1 0 0,0-1 0,1 0 0,0 0 0,11 7 0,-17-12-124,-1-1 0,1 1 0,0 0 0,-1-1 0,1 1 0,0-1-1,-1 1 1,1-1 0,0 0 0,2 0 0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24575,'40'77'0,"-3"1"0,-4 2 0,-3 1 0,26 116 0,-20-37 0,-36-158 0,3 23 0,-3-24 0,0-1 0,0 1 0,0-1 0,0 0 0,0 1 0,0-1 0,0 0 0,0 1 0,0-1 0,0 0 0,-1 1 0,1-1 0,0 0 0,0 1 0,0-1 0,0 0 0,-1 1 0,1-1 0,0 0 0,0 0 0,0 1 0,-1-1 0,1 0 0,0 0 0,-1 1 0,1-1 0,0 0 0,0 0 0,-1 0 0,1 1 0,0-1 0,-1 0 0,1 0 0,0 0 0,-1 0 0,1 0 0,-1 0 0,1 0 0,0 0 0,-1 0 0,1 0 0,0 0 0,-1 0 0,1 0 0,0 0 0,-1 0 0,1 0 0,0 0 0,-1 0 0,1-1 0,0 1 0,-1 0 0,1 0 0,0 0 0,-1-1 0,1 1 0,0 0 0,-1-1 0,-4-2 0,1-1 0,0 1 0,-1-1 0,1 0 0,0 0 0,-6-10 0,-19-31 0,27 42 0,1 0 0,-1 0 0,1 1 0,-1-1 0,1 0 0,0 0 0,0 0 0,1 0 0,-2-3 0,2 6 0,0-1 0,0 0 0,0 0 0,1 0 0,-1 1 0,0-1 0,0 0 0,0 0 0,1 1 0,-1-1 0,0 0 0,1 0 0,-1 1 0,0-1 0,1 0 0,-1 1 0,1-1 0,-1 1 0,1-1 0,0 1 0,-1-1 0,1 1 0,-1-1 0,1 1 0,0-1 0,-1 1 0,1 0 0,0-1 0,0 1 0,-1 0 0,1 0 0,0-1 0,0 1 0,-1 0 0,1 0 0,1 0 0,16-2 0,0 1 0,36 2 0,-41 0 0,1-1 0,0 0 0,0 0 0,0-2 0,-1 1 0,25-8 0,-31 7 0,-2 0 0,-1 0 0,1 1 0,0 0 0,0 0 0,0 0 0,6 0 0,-10 1 0,0 0 0,0 0 0,1 0 0,-1 1 0,0-1 0,0 0 0,0 1 0,0-1 0,1 1 0,-1-1 0,0 1 0,0 0 0,0-1 0,0 1 0,0 0 0,0 0 0,-1 0 0,1-1 0,0 1 0,0 0 0,-1 0 0,1 0 0,0 1 0,-1-1 0,1 0 0,-1 0 0,1 0 0,-1 0 0,0 0 0,1 2 0,13 66 0,5 12 0,-15-67-1365,-1-1-5461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1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24575,'15'12'0,"8"10"0,-1 3 0,-3 0 0,-6-1 0,-4-6-8191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1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48 24575,'1'42'0,"0"-21"0,-1 0 0,-1 0 0,-3 23 0,3-41 0,1 1 0,-1-1 0,0 0 0,0 0 0,-1 1 0,1-1 0,-1 0 0,0 0 0,1 0 0,-1 0 0,0 0 0,-5 3 0,6-4 0,-1-1 0,1 0 0,-1 0 0,0 0 0,1 0 0,-1 0 0,0-1 0,0 1 0,1 0 0,-1-1 0,0 1 0,0-1 0,0 0 0,0 0 0,0 0 0,0 0 0,0 0 0,0 0 0,1 0 0,-1-1 0,0 1 0,0 0 0,0-1 0,-2-1 0,-3-1 0,0 0 0,0-1 0,0 0 0,1-1 0,0 1 0,-1-1 0,2 0 0,-1-1 0,-5-6 0,4 4 0,1 0 0,0 0 0,1-1 0,-1 0 0,2 0 0,-7-16 0,10 21 0,-1 0 0,1 0 0,1-1 0,-1 1 0,0 0 0,1 0 0,0-1 0,0 1 0,1 0 0,-1-1 0,1 1 0,0 0 0,0 0 0,0 0 0,0 0 0,3-6 0,-2 7 0,0 0 0,0 0 0,0 1 0,0-1 0,0 0 0,1 1 0,-1-1 0,1 1 0,0 0 0,0 0 0,0 0 0,0 0 0,0 0 0,0 1 0,0 0 0,0-1 0,1 1 0,-1 0 0,1 0 0,4 0 0,-1 0 0,-1 1 0,1-1 0,-1 1 0,0 0 0,1 1 0,-1 0 0,1 0 0,-1 0 0,0 1 0,0 0 0,1 0 0,-1 0 0,-1 1 0,1 0 0,0 0 0,-1 1 0,1-1 0,-1 1 0,0 0 0,0 1 0,-1-1 0,1 1 0,-1 0 0,0 0 0,0 0 0,4 9 0,-1-1-1365,0-1-5461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2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24575,'16'8'0,"0"1"0,-1 1 0,25 20 0,-33-24 0,1 0 0,0 0 0,0-1 0,1 0 0,0 0 0,13 5 0,-20-9 0,0 0 0,1-1 0,-1 1 0,0-1 0,0 1 0,0-1 0,1 0 0,-1 0 0,0 0 0,0 0 0,1 0 0,-1 0 0,0-1 0,0 1 0,0-1 0,1 0 0,-1 1 0,0-1 0,0 0 0,0 0 0,0 0 0,0-1 0,-1 1 0,1 0 0,0-1 0,0 1 0,-1-1 0,1 0 0,-1 1 0,0-1 0,1 0 0,-1 0 0,0 0 0,1-2 0,1-3 0,0 0 0,-1-1 0,0 1 0,1-9 0,-2 11 0,0-1 0,0 1 0,1-1 0,-1 1 0,1 0 0,1-1 0,-1 1 0,5-7 0,-6 10 0,0 1 0,0 0 0,0 0 0,0 0 0,1 0 0,-1 0 0,0 0 0,1 1 0,-1-1 0,0 0 0,1 1 0,-1-1 0,0 1 0,1-1 0,-1 1 0,1 0 0,1-1 0,1 1 0,-1 0 0,0 0 0,1 0 0,-1 1 0,0 0 0,1-1 0,4 3 0,4 2 0,-1 0 0,1 1 0,11 8 0,-18-11 0,8 5 0,1 1 0,-2 0 0,1 1 0,-1 0 0,-1 1 0,0 1 0,16 20 0,-21-21-1365,-2-1-5461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3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24575,'6'51'0,"11"51"0,-10-73 0,2 0 0,0 0 0,16 30 0,36 55 0,-34-67 0,27 65 0,-49-100-273,-1-1 0,0 1 0,-1 0 0,4 22 0,-7-22-6553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3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559 15 24575,'-30'0'0,"-18"0"0,-5 0 0,1-2 0,4-1 0,6-1 0,4 2 0,4 0 0,3 1 0,4 0 0,2 1 0,2 0 0,3 0 0,2 0 0,-1 0 0,1 1 0,0-1 0,4 0-8191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3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244 103 24575,'-18'-5'0,"-11"-3"0,0 0 0,0 2 0,-53-4 0,78 10 0,1 0 0,0 0 0,0 1 0,-1-1 0,1 1 0,0 0 0,0 0 0,-1 0 0,1 0 0,0 0 0,-3 3 0,5-4 0,0 1 0,0 0 0,-1 0 0,1 0 0,1 0 0,-1 0 0,0 0 0,0 0 0,0 0 0,1 1 0,-1-1 0,0 0 0,1 0 0,-1 1 0,1-1 0,-1 0 0,1 0 0,0 1 0,0-1 0,0 1 0,0-1 0,-1 0 0,2 1 0,-1-1 0,0 0 0,0 1 0,0-1 0,1 0 0,0 2 0,1 3 0,0-1 0,1 1 0,-1-1 0,2 0 0,-1 0 0,0 0 0,1-1 0,0 1 0,0-1 0,0 0 0,1 0 0,-1 0 0,1 0 0,0-1 0,10 5 0,6 3 0,0-1 0,36 10 0,-42-15 0,1 0 0,0-2 0,0 1 0,0-2 0,0 0 0,0-2 0,1 1 0,-1-2 0,22-3 0,-36 4 0,0 0 0,0-1 0,0 1 0,0-1 0,0 1 0,0-1 0,0 0 0,-1 0 0,1 0 0,0 0 0,-1 0 0,1 0 0,0 0 0,-1-1 0,0 1 0,1 0 0,-1-1 0,0 1 0,0-1 0,1 0 0,-1 1 0,0-1 0,-1 0 0,1 0 0,0 1 0,0-1 0,-1 0 0,1 0 0,-1 0 0,0 0 0,0 0 0,1 0 0,-1 0 0,0 0 0,-1 0 0,1 0 0,-1-3 0,0-2 0,-1 0 0,-1 0 0,1 1 0,-1-1 0,0 1 0,0-1 0,-1 1 0,0 0 0,-6-6 0,-1 0 0,0 0 0,-1 1 0,0 1 0,-1 0 0,0 1 0,-1 0 0,0 1 0,0 0 0,-1 1 0,0 1 0,0 1 0,-26-7 0,37 11-227,0 1-1,-1-1 1,1 1-1,0 0 1,-8 0-1,-2 3-6598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5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242 612 24575,'-1'-43'0,"-1"1"0,-3 0 0,-1 1 0,-2-1 0,-2 1 0,-27-72 0,10 36 0,17 47 0,-1-1 0,-1 2 0,-17-30 0,28 57 0,0 1 0,0-1 0,0 1 0,0-1 0,0 1 0,0 0 0,-1-1 0,1 1 0,0 0 0,-1 0 0,1 0 0,0 0 0,-1 0 0,0 1 0,1-1 0,-1 0 0,-3 0 0,4 1 0,0 0 0,0 0 0,-1 0 0,1 0 0,0 0 0,-1 1 0,1-1 0,0 0 0,0 1 0,0-1 0,-1 1 0,1-1 0,0 1 0,0 0 0,0-1 0,0 1 0,0 0 0,0 0 0,0 0 0,0 0 0,0 0 0,0 0 0,1 0 0,-2 2 0,-2 4 0,0 0 0,0 1 0,1 0 0,0 0 0,1 0 0,-1 0 0,2 0 0,-1 0 0,1 1 0,0-1 0,1 0 0,0 1 0,0-1 0,3 17 0,2-2 0,0-1 0,1 1 0,1-1 0,12 25 0,-12-29 0,2 0 0,-1-1 0,2 0 0,1-1 0,22 28 0,-27-37 0,8 9 0,0-1 0,1-1 0,1 0 0,19 13 0,-8-11 0,0 0 0,1-2 0,30 11 0,-39-18 0,1-2 0,-1 0 0,1-1 0,0 0 0,35 0 0,-46-4 0,0 0 0,0 0 0,0-1 0,0 0 0,-1-1 0,12-3 0,-17 4 0,0 0 0,0-1 0,0 1 0,-1-1 0,1 1 0,0-1 0,-1 0 0,0 0 0,1 0 0,-1 0 0,0-1 0,0 1 0,0-1 0,0 1 0,-1-1 0,1 1 0,-1-1 0,1 0 0,-1 0 0,0 0 0,1-5 0,-1 1 0,0-1 0,0 1 0,0-1 0,-1 0 0,-1 1 0,1-1 0,-1 0 0,0 1 0,-1-1 0,0 1 0,0 0 0,0-1 0,-1 1 0,-4-7 0,3 6 0,-1 0 0,0 0 0,0 1 0,0 0 0,-1 0 0,0 0 0,-1 0 0,1 1 0,-1 0 0,-1 1 0,-11-8 0,18 12 0,-1 0 0,0 0 0,1 0 0,-1 1 0,0-1 0,0 0 0,0 1 0,0-1 0,0 1 0,1 0 0,-1 0 0,0 0 0,0 0 0,0 0 0,0 0 0,0 0 0,0 1 0,0-1 0,-2 1 0,3 0 0,-1 0 0,1 0 0,0 0 0,-1 0 0,1 0 0,0 0 0,-1 1 0,1-1 0,0 0 0,0 1 0,0-1 0,0 1 0,0-1 0,1 1 0,-1-1 0,0 1 0,1-1 0,-1 1 0,1 0 0,0-1 0,-1 4 0,0 4 0,0 1 0,1-1 0,0 1 0,1-1 0,0 1 0,0-1 0,1 1 0,0-1 0,1 0 0,0 0 0,1 0 0,-1 0 0,2-1 0,-1 1 0,1-1 0,1 0 0,-1-1 0,1 1 0,0-1 0,1 0 0,0 0 0,0-1 0,0 0 0,1-1 0,0 1 0,0-1 0,16 6 0,0-1 0,47 13 0,-57-20 0,-1-1 0,0 0 0,1-1 0,0 0 0,19-2 0,-31 1-76,0 0 1,0-1-1,0 1 0,0 0 0,0-1 0,1 0 0,-1 0 0,0 1 1,0-1-1,-1 0 0,1 0 0,0-1 0,0 1 0,0 0 1,-1-1-1,1 1 0,1-3 0,3-5-6750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24575,'14'15'0,"-8"-8"0,0 0 0,1-1 0,-1 0 0,1 0 0,14 9 0,-19-14 0,0-1 0,-1 1 0,1 0 0,0-1 0,0 1 0,0-1 0,0 1 0,0-1 0,0 0 0,0 0 0,0 0 0,0 0 0,0 0 0,-1 0 0,1 0 0,0-1 0,0 1 0,0-1 0,0 0 0,0 1 0,0-1 0,-1 0 0,1 0 0,0 0 0,-1 0 0,1 0 0,-1-1 0,1 1 0,-1 0 0,1-1 0,-1 1 0,2-3 0,12-17 0,-13 17 0,0 1 0,1-1 0,0 0 0,0 1 0,0 0 0,6-6 0,-8 8 0,1 1 0,-1-1 0,1 0 0,0 1 0,-1-1 0,1 1 0,0-1 0,-1 1 0,1 0 0,0-1 0,-1 1 0,1 0 0,0 0 0,-1 0 0,1 1 0,0-1 0,0 0 0,-1 1 0,1-1 0,-1 1 0,1-1 0,2 2 0,16 9 0,0 0 0,31 22 0,-28-16 0,7 4 27,-15-9-723,19 10 0,-22-16-6130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6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 24575,'0'-1'0,"0"1"0,0 0 0,0-1 0,0 1 0,0 0 0,0-1 0,0 1 0,0 0 0,-1 0 0,1-1 0,0 1 0,0 0 0,0 0 0,0-1 0,-1 1 0,1 0 0,0 0 0,0-1 0,-1 1 0,1 0 0,0 0 0,0 0 0,-1 0 0,1-1 0,0 1 0,-1 0 0,1 0 0,0 0 0,-1 0 0,1 0 0,0 0 0,0 0 0,-1 0 0,1 0 0,0 0 0,-1 0 0,1 0 0,0 0 0,-1 0 0,1 0 0,0 0 0,-1 0 0,1 0 0,0 0 0,0 1 0,-1-1 0,1 0 0,0 0 0,-1 0 0,1 0 0,0 1 0,-17 8 0,12-5 0,-1 1 0,2-1 0,-1 1 0,0 0 0,-4 7 0,6-9 0,1 0 0,0 0 0,1 0 0,-1 1 0,0-1 0,1 0 0,0 1 0,0-1 0,0 1 0,0-1 0,0 6 0,1-8 0,0 0 0,0 0 0,0-1 0,0 1 0,0 0 0,0 0 0,0-1 0,0 1 0,1 0 0,-1 0 0,0-1 0,0 1 0,1 0 0,-1-1 0,1 2 0,-1-2 0,1 0 0,-1 1 0,0-1 0,1 0 0,-1 0 0,0 0 0,0 0 0,1 0 0,-1 0 0,0 0 0,1 1 0,-1-1 0,0 0 0,1 0 0,-1 0 0,0 0 0,1 0 0,-1-1 0,0 1 0,1 0 0,-1 0 0,0 0 0,1 0 0,-1 0 0,4-2 0,-1 0 0,0 0 0,0 0 0,0-1 0,3-2 0,5-4 0,-10 9 0,1 0 0,-1 0 0,0 0 0,0 0 0,0 0 0,0 0 0,1 1 0,-1-1 0,0 0 0,0 1 0,0-1 0,0 0 0,0 1 0,0-1 0,0 1 0,0 0 0,0-1 0,0 1 0,0 0 0,0 0 0,0 0 0,0-1 0,-1 1 0,1 0 0,0 0 0,0 2 0,3 3 0,0 0 0,5 14 0,-7-17 0,56 129 0,62 214 0,-116-335 0,4 15 0,-8-25 0,0 0 0,0 0 0,1 0 0,-1 0 0,0 0 0,0 0 0,0 0 0,0 0 0,0 0 0,-1 0 0,1 0 0,0 0 0,0 0 0,-1 0 0,1 0 0,0 0 0,-1 0 0,0 2 0,0-3 0,0 1 0,1-1 0,-1 1 0,0-1 0,0 0 0,1 1 0,-1-1 0,0 0 0,0 0 0,0 0 0,0 1 0,1-1 0,-1 0 0,0 0 0,0 0 0,0 0 0,0 0 0,1-1 0,-1 1 0,0 0 0,0 0 0,0 0 0,-1-1 0,-20-10 0,16 9 0,-21-12-227,0-2-1,1 0 1,1-2-1,0-1 1,-29-28-1,41 33-6598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6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24575,'13'35'0,"6"17"0,3 7 0,2-2 0,0-2 0,-2-7 0,1-3 0,-1-4 0,-3-4 0,-1-4 0,-1-2 0,-1-4 0,-4-4 0,-3-3 0,-1-3 0,-2-2 0,-2-3-8191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7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0 399 24575,'98'27'0,"-53"-13"0,0-2 0,70 9 0,-107-20 0,0-1 0,0 0 0,0-1 0,0 0 0,0 0 0,0-1 0,0 0 0,-1 0 0,1-1 0,0 0 0,8-5 0,-11 6 0,0-1 0,0 0 0,0 0 0,-1-1 0,0 0 0,0 1 0,0-1 0,0-1 0,0 1 0,-1-1 0,0 1 0,0-1 0,0 0 0,0 0 0,-1 0 0,3-10 0,-1 1 0,-1 0 0,-1 0 0,-1-1 0,0 1 0,0-1 0,-2 1 0,0-1 0,-3-14 0,0 7 0,-2 0 0,-1 1 0,0-1 0,-16-29 0,12 28 0,-23-44 0,42 110 0,32 76 0,94 201 0,-127-306 0,-3-4 0,0-1 0,1-1 0,11 16 0,-16-24 0,0 1 0,0-1 0,1 1 0,-1-1 0,0 0 0,1 1 0,-1-1 0,1 1 0,-1-1 0,0 0 0,1 0 0,-1 1 0,1-1 0,-1 0 0,1 0 0,-1 1 0,1-1 0,-1 0 0,1 0 0,-1 0 0,1 0 0,0 0 0,-1 0 0,1 0 0,-1 0 0,1 0 0,0 0 0,0 0 0,0-1 0,-1 1 0,1-1 0,0 0 0,0 1 0,-1-1 0,1 0 0,-1 1 0,1-1 0,-1 0 0,1 0 0,-1 1 0,1-1 0,0-1 0,1-5 0,0 1 0,0-1 0,1-8 0,-3 14 0,2-9 0,-1 1 0,0 1 0,1-1 0,0 1 0,6-13 0,-7 19 0,-1 1 0,1-1 0,0 1 0,0 0 0,-1-1 0,1 1 0,0 0 0,0 0 0,0-1 0,1 1 0,-1 0 0,0 0 0,0 0 0,1 0 0,-1 1 0,0-1 0,1 0 0,-1 1 0,1-1 0,-1 0 0,1 1 0,-1 0 0,1-1 0,-1 1 0,1 0 0,-1 0 0,1 0 0,-1 0 0,1 0 0,0 0 0,2 1 0,6 2 0,0 0 0,-1 1 0,1 0 0,-1 0 0,16 11 0,41 33 0,-64-46 0,13 10-341,0 1 0,0 0-1,19 24 1,-24-24-6485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8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26 24575,'-4'-21'0,"5"17"0,3 14 0,7 23 0,71 236 0,-57-97 0,-12-112 0,-12-57 0,0 0 0,0 0 0,1 0 0,-1 0 0,1 0 0,0-1 0,0 1 0,0 0 0,0-1 0,4 4 0,-2-3 0,-2 0 0,1 1 0,0-1 0,-1 0 0,4 7 0,-5-9 0,-1 0 0,1 0 0,-1 0 0,1 0 0,-1 0 0,1 0 0,0 0 0,-1-1 0,1 1 0,0 0 0,-1-1 0,1 1 0,0 0 0,0-1 0,0 1 0,0-1 0,0 1 0,0-1 0,0 1 0,0-1 0,0 0 0,0 1 0,0-1 0,0 0 0,0 0 0,0 0 0,1 0 0,2 0 0,1-1 0,-1 0 0,0 0 0,0 0 0,6-3 0,11-3 0,14 0 0,0 2 0,66-3 0,22 9-1365,-108-1-5461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9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 24575,'-1'-1'0,"1"1"0,-1-1 0,1 0 0,0 1 0,0-1 0,-1 0 0,1 1 0,0-1 0,0 0 0,0 1 0,0-1 0,0 0 0,0 1 0,0-1 0,0 0 0,0 0 0,0 1 0,0-1 0,0-1 0,1 2 0,-1-1 0,0 1 0,1 0 0,-1-1 0,0 1 0,1 0 0,-1-1 0,1 1 0,-1 0 0,0 0 0,1-1 0,-1 1 0,1 0 0,-1 0 0,1 0 0,-1 0 0,1 0 0,-1 0 0,1 0 0,-1-1 0,1 1 0,2 1 0,0-1 0,0 0 0,-1 0 0,1 1 0,0 0 0,-1-1 0,1 1 0,4 2 0,72 48 0,-5-3 0,-21-16 0,-32-19 0,1 0 0,42 17 0,-70-38 0,-8-6 0,-183-115 0,175 116 0,-41-18 0,62 30 0,0 1 0,0-1 0,0 1 0,0 0 0,0 0 0,0-1 0,0 1 0,0 0 0,0 0 0,0 0 0,0 0 0,0 0 0,0 0 0,0 0 0,0 0 0,0 1 0,-1-1 0,2 0 0,0 0 0,0 0 0,0 1 0,-1-1 0,1 0 0,0 0 0,0 0 0,0 0 0,0 1 0,0-1 0,-1 0 0,1 0 0,0 0 0,0 0 0,0 1 0,0-1 0,0 0 0,0 0 0,0 1 0,0-1 0,0 0 0,0 0 0,0 0 0,0 1 0,0-1 0,0 0 0,0 1 0,6 9 0,3-1 0,0-1 0,1 1 0,0-2 0,14 9 0,47 23 0,-28-17 0,41 28 0,39 20 0,-120-69 0,-4-2 0,-12-8 0,-21-11 0,-22-11-1365,41 23-5461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3:59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16 24575,'-7'-14'0,"7"14"0,0 0 0,-1 0 0,1 0 0,0-1 0,0 1 0,-1 0 0,1 0 0,0 0 0,0 0 0,-1 0 0,1 0 0,0 0 0,-1 0 0,1 0 0,0 0 0,-1 0 0,1 0 0,0 0 0,0 0 0,-1 0 0,1 0 0,0 0 0,-1 0 0,1 0 0,0 0 0,-1 0 0,-1 2 0,0 0 0,0 0 0,0 0 0,0 0 0,0 0 0,0 0 0,-2 5 0,-14 16 0,-2-1 0,0 0 0,-2-2 0,-36 28 0,29-24 0,-37 43-1365,54-57-5461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49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 24575,'-1'0'0,"1"-1"0,0 1 0,0 0 0,0 0 0,0 0 0,0 0 0,-1-1 0,1 1 0,0 0 0,0 0 0,0 0 0,-1 0 0,1 0 0,0 0 0,0 0 0,0-1 0,-1 1 0,1 0 0,0 0 0,0 0 0,0 0 0,-1 0 0,1 0 0,0 0 0,0 0 0,-1 0 0,1 0 0,0 0 0,0 0 0,0 0 0,-1 1 0,1-1 0,0 0 0,0 0 0,-1 0 0,-3 9 0,1 12 0,3-5 0,0 0 0,1 0 0,1 0 0,1 0 0,4 15 0,28 78 0,-29-90 0,2-2 0,-6-13 0,-1 0 0,1 0 0,-1 0 0,1 0 0,-1 0 0,1 7 0,-2-11-31,0 0-1,-1 0 0,1 0 0,0 0 0,0 0 1,0 0-1,0 0 0,0 0 0,0 0 1,-1 0-1,1 0 0,0 0 0,0 0 1,0 0-1,0 0 0,0 0 0,0 0 1,-1 0-1,1 0 0,0 0 0,0 0 1,0 0-1,0 0 0,0 0 0,0 0 1,0-1-1,0 1 0,-1 0 0,1 0 1,0 0-1,0 0 0,0 0 0,0 0 1,0 0-1,0 0 0,0-1 0,0 1 1,0 0-1,0 0 0,0 0 0,0 0 1,0-1-1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49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24575,'9'-13'0,"-3"5"0,0-1 0,1 2 0,8-9 0,-13 14 0,1-1 0,1 1 0,-1 0 0,0 0 0,0 0 0,1 1 0,-1-1 0,1 1 0,0 0 0,-1 0 0,8-1 0,2 0 0,0 2 0,0 0 0,1 0 0,-1 1 0,0 1 0,0 0 0,-1 1 0,1 0 0,0 1 0,-1 0 0,0 1 0,16 9 0,-17-8 0,0 1 0,-1 0 0,1 0 0,-1 1 0,-1 0 0,0 1 0,0 0 0,-1 1 0,0 0 0,0 0 0,-1 1 0,10 20 0,-14-25 0,-1-1 0,0 1 0,0 0 0,-1 0 0,0 0 0,0 0 0,0 0 0,-1 0 0,0 1 0,0-1 0,-1 0 0,1 0 0,-3 6 0,1-4 0,0 0 0,-1-1 0,0 1 0,0-1 0,-1 0 0,0 0 0,-1 0 0,1-1 0,-8 9 0,5-8 0,0 0 0,0 0 0,0-1 0,-1 0 0,0 0 0,0-1 0,-1 0 0,0-1 0,0 1 0,0-2 0,0 1 0,0-1 0,-1-1 0,1 1 0,-1-2 0,-17 2 0,13-4-341,0 0 0,-1-1-1,-15-5 1,17 5-6485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24575,'3'8'0,"3"4"0,3 4 0,0 0 0,1 1 0,1 3 0,2-1 0,1 0 0,-3-1 0,1-1 0,-1-1 0,-1-3-8191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0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0 120 24575,'20'-10'0,"10"-3"0,1-2 0,-1 1 0,-4 1 0,-4 2 0,-2 2 0,-3 1 0,-2-1 0,-5 3 0,-8 0 0,-6 3 0,-5 1 0,-3 2 0,-3-1 0,2 2-8191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0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24575,'23'-2'0,"7"-4"0,1-1 0,-2 2 0,-3 0 0,-7 0 0,-4 0 0,-1 1 0,-1 1 0,-1 1 0,-1 1-8191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0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24575,'5'13'0,"2"6"0,2 3 0,-1 0 0,2-2 0,1-1 0,-2-1 0,1-2 0,1 0 0,1-1 0,1-1 0,-2 1 0,-2-3-8191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1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1 24575,'-30'2'0,"-13"4"0,-3 3 0,3 3 0,3-2 0,7 2 0,4 0 0,4 1 0,6-2-8191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1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4 24575,'-1'0'0,"1"0"0,0-1 0,0 1 0,-1 0 0,1 0 0,0-1 0,-1 1 0,1 0 0,-1 0 0,1-1 0,0 1 0,-1 0 0,1 0 0,-1 0 0,1 0 0,0 0 0,-1 0 0,1-1 0,-1 1 0,1 0 0,-1 0 0,1 0 0,-1 1 0,1-1 0,0 0 0,-1 0 0,1 0 0,-1 0 0,0 0 0,0 1 0,0 0 0,0 0 0,0 0 0,0-1 0,0 1 0,1 0 0,-1 0 0,0 0 0,0 0 0,0 2 0,-12 29 0,13-30 0,-22 90 0,-5 14 0,-46 95 0,67-179-455,-2-1 0,-12 25 0,14-37-6371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1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24575,'5'15'0,"2"7"0,2 3 0,-1 0 0,1-3 0,2-2 0,-1-1 0,0-5 0,-2-2 0,1-3 0,-2-1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2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24575,'28'-10'0,"11"-4"0,2 2 0,-4-1 0,-5 2 0,-11 3 0,-12 3 0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2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24575,'15'0'0,"7"0"0,3 0 0,0 0 0,-3 0 0,-1 0 0,-3 0 0,-4 0-8191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2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24575,'8'23'0,"2"9"0,2 3 0,-1-3 0,0-4 0,-2-5 0,1-3 0,-3-2 0,-1-5-8191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3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24575,'25'-5'0,"11"-2"0,2 1 0,-3 1 0,-6 1 0,-6 2-8191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3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24575,'15'0'0,"5"-2"0,1-2 0,1 1 0,-2-2 0,-2 0 0,-1 1 0,-1-2 0,-1 1 0,0 0 0,-3 2-8191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3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24575,'0'10'0,"0"9"0,3 3 0,0 0 0,3-1 0,0-1 0,1-2 0,0-1 0,1-1 0,0-1 0,0-1 0,-1 1 0,-2-1 0,2-2 0,-2-1 0,2-2 0,-1 0 0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3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18 24575,'-17'-5'0,"-12"-2"0,-2 3 0,-2 2 0,0 4 0,1 2 0,-2 2 0,0 4 0,-2-2 0,-3 2 0,2-1 0,0 0 0,8-1-8191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4:58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254 216 24575,'0'0'0,"0"0"0,1 0 0,-1 0 0,0 0 0,1 0 0,-1 0 0,0 0 0,1 0 0,-1 0 0,1 0 0,-1 0 0,0 0 0,0-1 0,1 1 0,-1 0 0,0 0 0,1 0 0,-1 0 0,0-1 0,0 1 0,1 0 0,-1 0 0,0-1 0,0 1 0,1 0 0,-1-1 0,0 1 0,0 0 0,0-1 0,0-11 0,-11-10 0,0 9 0,-21-18 0,15 14 0,16 16 0,-1 0 0,1 1 0,-1-1 0,1 0 0,-1 0 0,1 1 0,-1-1 0,1 1 0,-1-1 0,0 1 0,1 0 0,-1 0 0,0-1 0,1 1 0,-1 0 0,1 1 0,-1-1 0,-3 1 0,-33 9 0,25-6 0,12-3 0,-1-1 0,1 0 0,-1 1 0,1-1 0,-1 1 0,1 0 0,-1-1 0,1 1 0,0 0 0,-1 0 0,1 0 0,0 0 0,0 0 0,0 0 0,0 1 0,0-1 0,0 0 0,0 0 0,0 1 0,0-1 0,1 0 0,-1 1 0,0-1 0,1 1 0,-1-1 0,1 1 0,0-1 0,-1 1 0,1 0 0,0-1 0,0 1 0,0-1 0,0 3 0,1-1 0,-1 0 0,1-1 0,0 1 0,0 0 0,0-1 0,0 1 0,1-1 0,-1 1 0,1-1 0,-1 1 0,1-1 0,0 0 0,0 0 0,0 0 0,0 0 0,0 0 0,1-1 0,2 3 0,2 0 0,0-1 0,0 0 0,1 0 0,-1-1 0,1 1 0,7 0 0,-12-2 0,0-1 0,0 1 0,0-1 0,0 0 0,0 0 0,1 0 0,-1 0 0,0-1 0,0 1 0,0-1 0,0 0 0,0 1 0,-1-2 0,1 1 0,0 0 0,0 0 0,-1-1 0,5-2 0,-6 2 0,1 0 0,-1 0 0,1 0 0,-1 0 0,0-1 0,0 1 0,0 0 0,0 0 0,0-1 0,0 1 0,-1-1 0,1 1 0,-1-1 0,0 1 0,0-1 0,1 1 0,-2-1 0,1 1 0,0-1 0,-1-3 0,-1-1 0,1 1 0,-1 0 0,0 0 0,0 0 0,-1 0 0,0 0 0,-4-5 0,-2-2 0,0 0 0,-1 1 0,-18-16 0,22 23 0,0-1 0,-1 1 0,1 0 0,-1 1 0,-1-1 0,1 2 0,-1-1 0,-9-3 0,15 6 0,0 1 0,0 0 0,0-1 0,0 1 0,0 0 0,0 0 0,0 0 0,0 0 0,0 0 0,0 1 0,0-1 0,0 0 0,1 1 0,-1 0 0,0-1 0,0 1 0,-2 1 0,1 0 0,0 1 0,0-1 0,1 0 0,-1 0 0,1 1 0,0 0 0,0-1 0,0 1 0,-2 4 0,-1 2 0,1 0 0,1 0 0,0 0 0,0 1 0,0-1 0,0 13 0,1-13 0,1 0 0,1 0 0,0 0 0,1 15 0,0-21 0,-1 0 0,1 0 0,0 0 0,0 0 0,0-1 0,0 1 0,0 0 0,1-1 0,-1 1 0,1-1 0,0 1 0,0-1 0,0 0 0,0 0 0,0 0 0,0 0 0,0 0 0,4 2 0,10 5 0,1-1 0,0-1 0,1-1 0,-1 0 0,1-1 0,1-1 0,-1-1 0,30 2 0,-44-4 0,-1-1 0,1 0 0,0 0 0,-1-1 0,1 1 0,-1-1 0,1 0 0,0 1 0,-1-2 0,5 0 0,-7 1 0,0 0 0,0 0 0,0 0 0,1 1 0,-1-1 0,0 0 0,0 0 0,0 0 0,0-1 0,-1 1 0,1 0 0,0 0 0,0 0 0,-1-1 0,1 1 0,-1 0 0,1-1 0,-1 1 0,1 0 0,-1-1 0,0 1 0,0-1 0,0 1 0,0 0 0,0-1 0,0 1 0,0-1 0,0-1 0,-2-4 0,0 1 0,0 0 0,0 0 0,0 0 0,-1 0 0,0 0 0,0 1 0,-1-1 0,0 1 0,0 0 0,-4-5 0,-6-5 0,0 2 0,-22-17 0,31 26 0,0 0 0,0 1 0,0 0 0,0 0 0,-1 0 0,0 1 0,1 0 0,-1 0 0,0 0 0,-12-1 0,15 3 0,0-1 0,0 1 0,0 1 0,0-1 0,-1 0 0,1 1 0,0 0 0,0-1 0,0 1 0,0 1 0,1-1 0,-1 0 0,0 1 0,0-1 0,1 1 0,-1 0 0,1 0 0,-1 0 0,1 0 0,0 0 0,0 0 0,0 1 0,-2 2 0,0 2 0,0 0 0,1 0 0,0 1 0,0-1 0,0 0 0,1 1 0,0 0 0,1-1 0,-1 16 0,1-5 0,1-1 0,1 0 0,4 26 0,-3-36 0,-1 1 0,2-1 0,-1 1 0,1-1 0,0 0 0,0 0 0,8 10 0,-9-14 0,0 0 0,0 0 0,1 0 0,-1 0 0,1-1 0,-1 1 0,1-1 0,0 1 0,0-1 0,1 0 0,-1-1 0,0 1 0,0 0 0,1-1 0,-1 0 0,1 0 0,5 2 0,-7-3 0,-1 0 0,1 0 0,-1 0 0,1 0 0,-1 0 0,1-1 0,-1 1 0,1 0 0,-1-1 0,1 1 0,-1-1 0,0 1 0,1-1 0,-1 0 0,0 0 0,1 1 0,1-3 0,-1 1 0,0 0 0,0 0 0,0-1 0,0 1 0,-1-1 0,1 0 0,-1 1 0,2-5 0,0 0 0,0-1 0,-1 0 0,0 1 0,-1-1 0,2-15 0,-3 14-151,-1 1-1,0-1 0,0 1 0,0-1 1,-1 1-1,-1 0 0,1-1 1,-5-7-1,-1-2-6674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0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238 142 24575,'-15'-21'0,"-2"0"0,0 1 0,-2 1 0,-35-28 0,52 45 0,0 0 0,-1 1 0,1-1 0,-1 1 0,0 0 0,1 0 0,-1 0 0,0 0 0,1 0 0,-1 1 0,-4-1 0,6 1 0,0 0 0,0 0 0,-1 1 0,1-1 0,0 0 0,0 0 0,-1 1 0,1-1 0,0 1 0,0 0 0,0-1 0,0 1 0,0 0 0,-1-1 0,1 1 0,1 0 0,-1 0 0,0 0 0,0 0 0,0 0 0,0 0 0,1 0 0,-1 0 0,0 0 0,1 0 0,-1 2 0,-4 7 0,2 0 0,-1 0 0,1 0 0,1 0 0,0 0 0,0 1 0,1-1 0,0 16 0,1-24 0,0-1 0,1 0 0,-1 1 0,0-1 0,0 0 0,1 1 0,-1-1 0,1 0 0,-1 0 0,1 1 0,0-1 0,-1 0 0,1 0 0,0 0 0,0 0 0,0 0 0,0 0 0,0 0 0,0 0 0,0 0 0,2 1 0,0-1 0,-1 0 0,1 0 0,0 0 0,0 0 0,0 0 0,0-1 0,0 1 0,0-1 0,4 0 0,6 0 0,-1-1 0,0-1 0,21-4 0,-27 4 0,-1 1 0,1-1 0,-1 0 0,0-1 0,0 1 0,1-1 0,-2 0 0,1 0 0,5-5 0,-8 6 0,-1 1 0,0 0 0,0 0 0,1-1 0,-1 1 0,0-1 0,0 1 0,0-1 0,-1 1 0,1-1 0,0 0 0,-1 1 0,1-1 0,-1 0 0,1 1 0,-1-1 0,0 0 0,0 0 0,0 1 0,0-1 0,0 0 0,0 0 0,0 0 0,0 1 0,-1-1 0,1 0 0,-1 1 0,1-1 0,-1 0 0,0 1 0,0-1 0,0 0 0,-1-1 0,-1-1 0,-1 0 0,1 1 0,-1-1 0,1 1 0,-1 0 0,0 0 0,0 0 0,0 1 0,-1-1 0,1 1 0,-1 0 0,1 1 0,-1-1 0,0 1 0,1 0 0,-1 0 0,0 0 0,0 0 0,-9 1 0,10 0 0,0 0 0,1 1 0,-1-1 0,0 1 0,1 0 0,-1 0 0,0 0 0,1 0 0,-1 1 0,1 0 0,-6 3 0,7-3 0,0-1 0,0 1 0,0 0 0,0 0 0,0 0 0,1 0 0,-1 1 0,1-1 0,-1 0 0,1 1 0,0-1 0,0 1 0,0 0 0,0-1 0,0 1 0,1 0 0,-1 3 0,0 0 0,1 1 0,-1 0 0,2 0 0,-1 0 0,1 0 0,0 0 0,0-1 0,1 1 0,0 0 0,3 7 0,-3-11 0,-1 0 0,1 0 0,0 0 0,-1 0 0,1 0 0,0 0 0,1 0 0,-1-1 0,0 1 0,1-1 0,0 0 0,-1 0 0,1 0 0,0 0 0,0 0 0,0 0 0,0-1 0,0 1 0,1-1 0,-1 0 0,0 0 0,4 0 0,-6-1 0,0 1 0,0-1 0,0 0 0,0 0 0,0 0 0,0 0 0,0 0 0,0 0 0,-1 0 0,1 0 0,0 0 0,0 0 0,0-1 0,0 1 0,0 0 0,0-1 0,0 1 0,-1-1 0,1 1 0,0-1 0,0 1 0,0-1 0,-1 1 0,1-1 0,0 0 0,-1 1 0,1-1 0,-1 0 0,1 0 0,-1 1 0,1-1 0,-1 0 0,1 0 0,-1 0 0,0 0 0,1 1 0,-1-1 0,0 0 0,0 0 0,0 0 0,0 0 0,0 0 0,0 0 0,0 0 0,0 0 0,0-1 0,-1-3 0,1 1 0,-1-1 0,0 1 0,-1 0 0,1 0 0,-1-1 0,0 1 0,-3-6 0,0 4 0,0-1 0,0 1 0,0 0 0,-1 0 0,0 1 0,0 0 0,-9-6 0,12 9 0,1 1 0,-1-1 0,1 1 0,-1 0 0,0 0 0,1 0 0,-1 0 0,0 1 0,0-1 0,-5 1 0,6 0 0,1 0 0,-1 0 0,0 0 0,1 1 0,-1-1 0,1 1 0,-1-1 0,0 1 0,1 0 0,0 0 0,-1 0 0,1-1 0,-1 1 0,1 0 0,0 1 0,0-1 0,-1 0 0,1 0 0,-2 3 0,2-1-170,-1-1-1,1 1 0,-1 0 1,1 0-1,0 0 0,0-1 1,0 5-1,-2 6-6655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1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176 169 24575,'-13'-14'0,"0"2"0,0 0 0,-2 0 0,1 1 0,-17-9 0,-1 7 0,30 12 0,-1 0 0,0 0 0,1 1 0,-1-1 0,0 1 0,0-1 0,0 1 0,1 0 0,-6 0 0,8 1 0,-1-1 0,0 0 0,1 0 0,-1 1 0,0-1 0,1 0 0,-1 1 0,1-1 0,-1 0 0,1 1 0,-1-1 0,1 1 0,-1-1 0,1 1 0,-1-1 0,1 1 0,-1-1 0,1 1 0,0 0 0,-1-1 0,1 1 0,0 0 0,-1 0 0,1 1 0,0-1 0,-1 1 0,1 0 0,0-1 0,0 1 0,0 0 0,1 0 0,-1-1 0,1 3 0,0 1 0,1 0 0,-1 0 0,1-1 0,0 1 0,5 7 0,-2-6 0,1 1 0,-1-1 0,1 0 0,0-1 0,1 1 0,-1-1 0,1 0 0,0-1 0,1 1 0,-1-1 0,1-1 0,-1 0 0,1 0 0,14 3 0,-21-5 0,0-1 0,0 0 0,0 0 0,0 0 0,0 0 0,0 0 0,0 0 0,0 0 0,0 0 0,0 0 0,0-1 0,0 1 0,0 0 0,-1-1 0,1 1 0,0 0 0,0-1 0,0 1 0,0-1 0,0 0 0,-1 1 0,1-1 0,0 0 0,1 0 0,-2-1 0,1 1 0,-1-1 0,1 1 0,-1-1 0,1 1 0,-1-1 0,0 1 0,0-1 0,1 1 0,-1-1 0,0 1 0,-1-1 0,1 1 0,0-3 0,-2-5 0,-1 1 0,0-1 0,0 0 0,-5-8 0,1 3 0,0 0 0,-2 1 0,1 0 0,-2 0 0,0 1 0,0 0 0,-17-14 0,26 25 0,0 1 0,0-1 0,0 0 0,0 0 0,0 0 0,-1 1 0,1-1 0,0 0 0,0 1 0,-1-1 0,1 1 0,0 0 0,-1-1 0,1 1 0,0 0 0,-1 0 0,1 0 0,0 0 0,-1 0 0,1 0 0,0 0 0,-1 0 0,1 1 0,0-1 0,-2 1 0,1 0 0,1 0 0,0 0 0,0 0 0,-1 0 0,1 0 0,0 0 0,0 1 0,0-1 0,0 0 0,0 0 0,1 1 0,-1-1 0,0 1 0,1-1 0,-1 1 0,1-1 0,-1 1 0,1-1 0,0 1 0,-1 0 0,1 2 0,0 1 0,1-1 0,-1 0 0,1 1 0,0-1 0,0 0 0,0 0 0,0 1 0,1-1 0,0 0 0,0 0 0,0-1 0,0 1 0,4 5 0,3 2 0,-1-1 0,1 0 0,12 9 0,-16-15 14,-1 0-1,1 0 0,0-1 0,0 0 1,0 0-1,1 0 0,-1 0 1,8 1-1,-11-3-75,0-1 0,1 1 0,-1-1 0,0 1 1,0-1-1,1 0 0,-1 0 0,0 0 0,1-1 0,-1 1 0,0 0 0,1-1 1,-1 0-1,0 1 0,0-1 0,0 0 0,0 0 0,0 0 0,0-1 0,0 1 1,0 0-1,0-1 0,3-2 0,2-5-6764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2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164 174 24575,'-6'-10'0,"1"0"0,-2 0 0,-7-10 0,12 17 0,0 1 0,0-1 0,0 1 0,0 0 0,-1 0 0,1 0 0,0 0 0,-1 0 0,0 1 0,0-1 0,1 1 0,-1 0 0,0-1 0,0 1 0,0 0 0,-5 0 0,7 1 0,0 0 0,0-1 0,1 1 0,-1 0 0,0 0 0,0 0 0,0 1 0,1-1 0,-1 0 0,0 0 0,0 0 0,1 1 0,-1-1 0,0 0 0,0 1 0,1-1 0,-1 0 0,0 1 0,1-1 0,-1 1 0,1-1 0,-1 1 0,0-1 0,1 1 0,-1 0 0,1-1 0,0 1 0,-1 0 0,1-1 0,-1 1 0,1 0 0,0 0 0,0-1 0,-1 1 0,1 0 0,0 0 0,0-1 0,0 1 0,0 0 0,0 0 0,0 0 0,0 2 0,0-1 0,1 0 0,-1 0 0,0 0 0,1 0 0,0 0 0,-1 0 0,1 0 0,0-1 0,0 1 0,0 0 0,0 0 0,0-1 0,3 4 0,0-2 0,-1 0 0,1-1 0,-1 1 0,1-1 0,0 0 0,0 0 0,0 0 0,0 0 0,0-1 0,1 1 0,-1-1 0,5 0 0,-7-1 0,-1 0 0,0 1 0,1-2 0,-1 1 0,1 0 0,-1 0 0,0 0 0,1-1 0,-1 1 0,0 0 0,1-1 0,-1 1 0,0-1 0,0 0 0,1 1 0,-1-1 0,1-1 0,-1 1 0,0-1 0,0 1 0,0 0 0,0-1 0,0 1 0,-1-1 0,1 1 0,0-1 0,-1 0 0,1 1 0,-1-1 0,0 1 0,1-1 0,-1 0 0,0 0 0,0 1 0,0-4 0,-1 2 0,1-1 0,-1 0 0,1 1 0,-1-1 0,-1 1 0,1-1 0,0 1 0,-1-1 0,1 1 0,-1 0 0,0 0 0,-5-6 0,-2-1 0,0 0 0,-13-10 0,14 13 0,3 2 0,-1 1 0,1 0 0,-1 0 0,0 0 0,0 1 0,-11-5 0,16 8 0,-1-1 0,1 1 0,0-1 0,0 1 0,0 0 0,-1-1 0,1 1 0,0 0 0,-1 0 0,1 0 0,0 0 0,0 0 0,-1 0 0,1 0 0,0 1 0,-1-1 0,1 0 0,0 1 0,0-1 0,0 1 0,-1-1 0,1 1 0,0-1 0,0 1 0,0 0 0,0 0 0,0 0 0,0 0 0,0-1 0,0 1 0,1 0 0,-1 0 0,0 1 0,0-1 0,1 0 0,-1 0 0,1 0 0,-1 0 0,1 1 0,-1-1 0,1 0 0,0 2 0,-1 3 0,0 0 0,0 0 0,1 0 0,0 0 0,1 0 0,-1 0 0,1 0 0,0 0 0,0 0 0,1 0 0,0-1 0,0 1 0,0 0 0,6 7 0,-6-8 0,1 0 0,-1-1 0,1 0 0,1 0 0,-1 0 0,1 0 0,-1 0 0,1-1 0,0 0 0,0 0 0,0 0 0,1 0 0,-1 0 0,1-1 0,0 0 0,0 0 0,6 2 0,-10-4 0,0 0 0,0 0 0,0 1 0,0-1 0,0 0 0,1 0 0,-1 0 0,0-1 0,0 1 0,0 0 0,0 0 0,0-1 0,0 1 0,0 0 0,0-1 0,0 1 0,0-1 0,-1 1 0,1-1 0,0 0 0,1 0 0,0-1 0,-1 0 0,1 0 0,-1 0 0,0 0 0,0 0 0,0 0 0,0 0 0,0 0 0,1-4 0,-1 0 0,1-1 0,-1 0 0,-1 0 0,1 0 0,-2-12 0,1 15 0,-1 0 0,0 1 0,0-1 0,0 0 0,0 0 0,-1 0 0,0 1 0,-3-6 0,5 8 0,-1 0 0,1 0 0,-1 1 0,1-1 0,-1 0 0,1 1 0,-1-1 0,1 0 0,-1 1 0,0-1 0,1 1 0,-1-1 0,0 1 0,1-1 0,-1 1 0,0 0 0,0-1 0,0 1 0,1 0 0,-1-1 0,0 1 0,0 0 0,0 0 0,0 0 0,1 0 0,-1 0 0,0 0 0,0 0 0,0 0 0,0 0 0,1 0 0,-1 1 0,0-1 0,0 0 0,0 1 0,1-1 0,-1 0 0,0 1 0,0-1 0,1 1 0,-1-1 0,0 1 0,1-1 0,-1 1 0,0 0 0,-7 9-61,0 1 1,1 0-1,0 0 0,1 0 0,1 1 1,-7 18-1,5-14-879,1 0-5886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3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170 206 24575,'-11'-9'0,"-5"-6"0,-1 0 0,0 1 0,-1 1 0,-27-15 0,43 27 0,1 0 0,-1 1 0,0-1 0,1 0 0,-1 1 0,0-1 0,1 1 0,-1 0 0,0-1 0,0 1 0,1 0 0,-1 0 0,0 0 0,0 0 0,0 0 0,1 1 0,-1-1 0,-3 1 0,5 0 0,-1 0 0,0-1 0,0 1 0,1 0 0,-1 0 0,0-1 0,1 1 0,-1 0 0,0 0 0,1 0 0,0 0 0,-1 0 0,1 0 0,-1 0 0,1 0 0,0 0 0,0 0 0,-1 0 0,1 0 0,0 0 0,0 0 0,0 0 0,0 0 0,0 0 0,1 0 0,-1 0 0,0 0 0,0 0 0,1 0 0,-1 0 0,1 2 0,1 2 0,0 0 0,1-1 0,-1 1 0,1 0 0,0-1 0,0 1 0,1-1 0,-1 0 0,1 0 0,0-1 0,5 5 0,-6-6 0,0 1 0,0-1 0,0 0 0,1 0 0,-1 0 0,1-1 0,-1 1 0,1-1 0,0 0 0,-1 0 0,1 0 0,0 0 0,0-1 0,0 1 0,-1-1 0,6-1 0,-8 1 0,1 0 0,-1 0 0,1-1 0,-1 1 0,0-1 0,1 1 0,-1-1 0,0 0 0,1 1 0,-1-1 0,0 0 0,0 0 0,0 0 0,0 0 0,0 0 0,0 0 0,0 0 0,0 0 0,1-2 0,-1 0 0,1 0 0,-1 0 0,0 0 0,0 0 0,0-1 0,-1 1 0,1 0 0,-1-5 0,0-5 0,0 0 0,-2 1 0,-3-18 0,5 29 0,-2-8 0,0-1 0,-8-17 0,9 23 0,0 1 0,-1 0 0,0-1 0,0 1 0,0 0 0,0 0 0,-1 1 0,1-1 0,-1 0 0,1 1 0,-4-3 0,5 4 0,1 1 0,-1 0 0,1-1 0,-1 1 0,1 0 0,-1-1 0,0 1 0,1 0 0,-1 0 0,1 0 0,-1-1 0,1 1 0,-1 0 0,0 0 0,1 0 0,-1 0 0,0 0 0,1 0 0,-1 0 0,1 0 0,-1 0 0,0 0 0,1 1 0,-1-1 0,1 0 0,-1 0 0,1 1 0,-2-1 0,1 1 0,1 0 0,-1 0 0,0 0 0,0 0 0,1 0 0,-1 0 0,1 0 0,-1 0 0,1 1 0,-1-1 0,1 0 0,0 0 0,-1 2 0,0 2 0,1 1 0,-1-1 0,1 0 0,0 1 0,1 8 0,1-7 0,0 1 0,0-1 0,1 0 0,0 0 0,1 0 0,-1 0 0,1-1 0,0 1 0,10 10 0,-11-13 0,0-1 0,0 0 0,1 1 0,0-1 0,-1 0 0,1-1 0,0 1 0,0 0 0,0-1 0,1 0 0,-1 0 0,1-1 0,-1 1 0,1-1 0,-1 0 0,11 1 0,-14-2 0,0 0 0,0 0 0,0 0 0,0 0 0,0 0 0,0-1 0,0 1 0,0 0 0,0-1 0,0 1 0,0-1 0,0 1 0,0-1 0,0 1 0,0-1 0,0 0 0,0 1 0,0-1 0,0 0 0,-1 0 0,2-1 0,-1 0 0,1-1 0,-1 1 0,0-1 0,0 1 0,-1 0 0,1-1 0,0 1 0,-1-1 0,1-3 0,-1-3 0,0 0 0,0-1 0,-1 1 0,-2-12 0,1 10 0,-1 0 0,-7-17 0,9 24 0,0 1 0,-1 0 0,0-1 0,0 1 0,0 0 0,0 0 0,0 0 0,0 1 0,-1-1 0,1 0 0,-1 1 0,-3-3 0,5 5 0,1-1 0,-1 1 0,1 0 0,-1-1 0,1 1 0,-1 0 0,1 0 0,-1 0 0,0-1 0,1 1 0,-1 0 0,1 0 0,-1 0 0,0 0 0,1 0 0,-1 0 0,0 0 0,1 0 0,-1 0 0,1 0 0,-1 0 0,0 1 0,1-1 0,-1 0 0,1 0 0,-1 1 0,0-1 0,1 0 0,-2 1 0,1 1 0,0-1 0,0 0 0,0 1 0,1-1 0,-1 1 0,0-1 0,1 1 0,-1-1 0,1 1 0,-1-1 0,0 3 0,0 4 0,0 0 0,1 0 0,0 15 0,1-18-54,0 1-1,0 0 0,1-1 1,-1 1-1,1-1 1,0 1-1,1-1 0,-1 0 1,1 0-1,0 0 1,0 0-1,1 0 0,0-1 1,-1 1-1,2-1 0,-1 0 1,0 0-1,1-1 1,-1 1-1,1-1 0,0 0 1,0-1-1,1 1 1,7 2-1,-1-1-6771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4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190 119 24575,'-11'-9'0,"0"-1"0,-1 1 0,0 0 0,-1 1 0,1 0 0,-1 1 0,-18-7 0,30 13 0,-1 1 0,1-1 0,-1 1 0,1-1 0,0 1 0,-1 0 0,1 0 0,-1 0 0,1 0 0,0 0 0,-1 0 0,1 0 0,-1 0 0,1 0 0,-1 1 0,1-1 0,-3 1 0,4 0 0,-1-1 0,1 1 0,-1-1 0,0 1 0,1 0 0,-1-1 0,1 1 0,-1 0 0,1 0 0,0-1 0,-1 1 0,1 0 0,0 0 0,-1 0 0,1-1 0,0 1 0,0 0 0,0 0 0,0 0 0,0 0 0,0 1 0,0 2 0,1 1 0,0-1 0,0 1 0,0-1 0,1 1 0,-1-1 0,1 0 0,0 0 0,3 5 0,-1-2 0,1-1 0,1 1 0,-1-1 0,1-1 0,0 1 0,1-1 0,-1 0 0,14 8 0,-14-10 0,0 1 0,0-1 0,0-1 0,1 1 0,-1-1 0,1 0 0,0-1 0,-1 1 0,1-1 0,13 0 0,-19-1 0,0 0 0,0 0 0,0 0 0,0 0 0,0 0 0,0 0 0,0 0 0,0-1 0,0 1 0,0 0 0,0 0 0,0-1 0,0 1 0,0-1 0,0 1 0,-1-1 0,1 1 0,0-1 0,0 0 0,0 1 0,-1-1 0,1 0 0,0 0 0,-1 1 0,1-1 0,0 0 0,-1 0 0,1 0 0,-1 0 0,0 0 0,1 0 0,-1 0 0,0 0 0,1 0 0,-1 0 0,0 0 0,0 0 0,0 0 0,0 0 0,0 0 0,0 0 0,0 0 0,0 0 0,-1 0 0,1 0 0,-1-2 0,-1-3 0,0 0 0,0 0 0,-1 0 0,0 0 0,-8-10 0,1 1 0,-1 1 0,-1 1 0,-14-14 0,20 22 0,0 0 0,0 0 0,0 1 0,-1-1 0,0 1 0,0 1 0,0-1 0,0 1 0,-12-3 0,17 6 0,0-1 0,0 1 0,-1-1 0,1 1 0,0 0 0,0 0 0,-1 1 0,1-1 0,0 0 0,-1 1 0,1-1 0,0 1 0,0 0 0,0-1 0,0 1 0,0 0 0,0 0 0,0 1 0,0-1 0,0 0 0,0 1 0,0-1 0,1 1 0,-1 0 0,1-1 0,-1 1 0,1 0 0,0 0 0,-1 0 0,1 0 0,0 0 0,-1 3 0,1-2 0,0 1 0,0-1 0,0 1 0,0 0 0,0 0 0,1-1 0,-1 1 0,1 0 0,0 0 0,1 0 0,-1-1 0,0 1 0,1 0 0,0 0 0,0-1 0,0 1 0,1 0 0,-1-1 0,3 4 0,1 0-65,0-1 0,1 1 0,0-1 0,0 0 0,1-1 0,-1 0 0,1 0 0,0 0 0,1-1 0,-1 0 0,1 0 0,0-1 0,0 0 0,0 0 0,0-1 0,0 0 0,1 0 0,-1-1 0,1 0 0,8-1 0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5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165 191 24575,'-7'-7'0,"-1"0"0,0 0 0,0 0 0,-1 1 0,1 0 0,-1 1 0,-1 0 0,-12-5 0,21 9 0,0 1 0,0 0 0,0-1 0,0 1 0,0 0 0,-1 0 0,1 0 0,0 0 0,0 0 0,0 0 0,0 0 0,0 0 0,-1 1 0,1-1 0,1 0 0,-1 0 0,1 1 0,0-1 0,-1 0 0,1 0 0,-1 1 0,1-1 0,0 0 0,-1 1 0,1-1 0,0 0 0,0 1 0,-1-1 0,1 1 0,0-1 0,0 0 0,0 1 0,-1-1 0,1 1 0,0 0 0,0 0 0,0 1 0,0-1 0,0 1 0,0-1 0,0 1 0,1-1 0,-1 1 0,0-1 0,1 0 0,-1 1 0,1-1 0,0 0 0,-1 1 0,1-1 0,0 0 0,0 0 0,1 2 0,0-1 0,-1-1 0,1 1 0,-1-1 0,1 1 0,-1-1 0,1 0 0,0 0 0,0 0 0,0 0 0,-1 0 0,1 0 0,0 0 0,0-1 0,0 1 0,0-1 0,0 1 0,1-1 0,2 0 0,-4 0 0,0 0 0,0 0 0,0 0 0,0 0 0,0-1 0,0 1 0,0-1 0,-1 1 0,1 0 0,0-1 0,0 1 0,0-1 0,-1 0 0,1 1 0,0-1 0,-1 1 0,2-2 0,-1 0 0,0 1 0,-1-1 0,1 0 0,0 1 0,-1-1 0,1 0 0,-1 1 0,1-1 0,-1 0 0,0 0 0,0 1 0,0-3 0,0-5 0,-1 0 0,-1 0 0,1 1 0,-1-1 0,-1 1 0,1-1 0,-2 1 0,1 0 0,-1 0 0,0 0 0,-1 1 0,1-1 0,-2 1 0,1 0 0,-9-8 0,13 13 0,0 1 0,-1 0 0,1 0 0,0 0 0,0 0 0,-1 1 0,1-1 0,-1 0 0,1 0 0,0 1 0,-1-1 0,1 1 0,-1-1 0,1 1 0,-1 0 0,0-1 0,-2 1 0,3 0 0,0 1 0,0-1 0,0 0 0,-1 1 0,1-1 0,0 1 0,0 0 0,0-1 0,0 1 0,0-1 0,1 1 0,-1 0 0,0 0 0,0 0 0,0 0 0,0 0 0,1-1 0,-2 3 0,0 1 0,0 1 0,0 0 0,0 0 0,0 0 0,1 0 0,0 0 0,0 0 0,0 0 0,1 7 0,0-7 0,0 1 0,0-1 0,1 1 0,0-1 0,0 0 0,1 1 0,0-1 0,-1 0 0,2 0 0,-1 0 0,1 0 0,-1 0 0,1 0 0,7 7 0,-9-10 0,1 0 0,1 0 0,-1 0 0,0 0 0,0 0 0,1-1 0,-1 1 0,1-1 0,-1 1 0,1-1 0,0 0 0,-1 0 0,1 0 0,0-1 0,0 1 0,0 0 0,-1-1 0,1 0 0,0 0 0,0 0 0,0 0 0,0 0 0,0-1 0,0 1 0,0-1 0,-1 0 0,1 1 0,0-1 0,3-2 0,-2 1 0,-1-1 0,0 1 0,0 0 0,0-1 0,0 1 0,0-1 0,-1 0 0,1 0 0,-1 0 0,0 0 0,0-1 0,0 1 0,0-1 0,2-6 0,-3 5 0,1 1 0,-1-1 0,0 1 0,0-1 0,0 1 0,-1-1 0,1 0 0,-1 1 0,0-1 0,-1 0 0,-1-8 0,2 12 0,0-1 0,-1 1 0,1 0 0,-1 0 0,1-1 0,-1 1 0,1 0 0,-1 0 0,0 0 0,1-1 0,-1 1 0,0 0 0,0 0 0,0 0 0,0 0 0,0 1 0,0-1 0,0 0 0,0 0 0,-2 0 0,2 0 0,0 1 0,0 0 0,-1 0 0,1 0 0,0 0 0,0 0 0,-1 0 0,1 0 0,0 1 0,0-1 0,-1 0 0,1 1 0,0-1 0,0 0 0,0 1 0,0 0 0,-2 0 0,-4 5 0,-1-1 0,2 1 0,-1 0 0,-9 12 0,11-13 0,-7 7-1365,1-2-5461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06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132 101 24575,'-2'-7'0,"-8"-19"0,10 25 0,-1-1 0,0 1 0,1 0 0,-1 0 0,0-1 0,0 1 0,0 0 0,0 0 0,0 0 0,0 0 0,0 0 0,-1 0 0,1 0 0,-2-1 0,2 2 0,0 0 0,0 0 0,0 0 0,0 0 0,1 1 0,-1-1 0,0 0 0,0 0 0,0 1 0,1-1 0,-1 0 0,0 1 0,0-1 0,1 0 0,-1 1 0,0-1 0,1 1 0,-1-1 0,0 1 0,1 0 0,-1-1 0,1 1 0,-1 0 0,1-1 0,-1 1 0,1 0 0,0-1 0,-1 1 0,1 0 0,0 0 0,0 0 0,-1 0 0,1 0 0,0 0 0,-1 0 0,1-1 0,0 1 0,-1 0 0,1 0 0,0-1 0,0 1 0,0 0 0,0 0 0,0 0 0,0-1 0,0 1 0,0 0 0,0 0 0,0-1 0,0 1 0,0 0 0,1 0 0,-1 0 0,0-1 0,1 1 0,-1 0 0,0-1 0,1 1 0,-1 0 0,1-1 0,-1 1 0,1-1 0,-1 1 0,1 0 0,0-1 0,-1 1 0,1-1 0,1 1 0,1 0 0,0-1 0,1 1 0,-1-1 0,0 0 0,0 0 0,1 0 0,-1-1 0,0 1 0,0-1 0,1 0 0,-1 0 0,0 0 0,0 0 0,0 0 0,0 0 0,4-3 0,-6 3 0,0 0 0,0 0 0,0 1 0,0-1 0,0 0 0,0 0 0,0 0 0,0 0 0,-1 0 0,1 0 0,0 0 0,-1-1 0,1 1 0,0 0 0,-1 0 0,1-1 0,-1-1 0,0 2 0,0 0 0,0-1 0,0 1 0,0-1 0,-1 1 0,1 0 0,0 0 0,-1-1 0,1 1 0,-1 0 0,0 0 0,1-1 0,-1 1 0,0 0 0,0 0 0,1 0 0,-1 0 0,0 0 0,0 0 0,-2-1 0,-1-1 0,0 0 0,0 1 0,0-1 0,0 1 0,-1 0 0,1 0 0,-1 1 0,-4-2 0,-41-7 0,36 8 0,12 2 0,0-1 0,0 1 0,0 0 0,-1 0 0,1 0 0,0 0 0,0 0 0,0 1 0,0-1 0,0 1 0,-1-1 0,1 1 0,0 0 0,-2 1 0,4-2 0,-1 1 0,0-1 0,0 1 0,1 0 0,-1 0 0,1-1 0,-1 1 0,1 0 0,-1 0 0,1 0 0,-1-1 0,1 1 0,0 0 0,-1 0 0,1 0 0,0 0 0,0 0 0,0 0 0,0 0 0,0 0 0,0 0 0,0 0 0,0 0 0,0-1 0,0 1 0,0 0 0,0 0 0,1 0 0,-1 0 0,0 0 0,1 0 0,-1 0 0,1-1 0,0 2 0,3 5 0,1 0 0,-1-1 0,1 1 0,0-1 0,1-1 0,-1 1 0,1-1 0,1 0 0,-1 0 0,0 0 0,1-1 0,0 0 0,0-1 0,0 1 0,1-2 0,-1 1 0,1-1 0,0 0 0,-1 0 0,10 0 0,-16-1 0,-1-1 0,1 0 0,0 0 0,-1 0 0,1 0 0,0 0 0,-1 0 0,1 0 0,-1 0 0,1 0 0,0 0 0,-1 0 0,1-1 0,-1 1 0,1 0 0,0 0 0,-1-1 0,1 1 0,-1 0 0,1 0 0,-1-1 0,1 1 0,-1-1 0,1 1 0,-1-1 0,1 1 0,-1 0 0,0-1 0,1 1 0,-1-1 0,1-1 0,-1 1 0,0-1 0,0 1 0,0 0 0,0-1 0,0 1 0,-1-1 0,1 1 0,0-1 0,-1 1 0,1 0 0,-1-1 0,0 1 0,0-2 0,-4-5 0,0-1 0,-1 1 0,-7-7 0,6 7 0,0 1 0,0 0 0,-1 1 0,0 0 0,0 0 0,-13-6 0,20 12 0,1-1 0,-1 1 0,1 0 0,-1-1 0,1 1 0,-1 0 0,1 0 0,-1 0 0,0-1 0,1 1 0,-1 0 0,0 0 0,1 0 0,-1 0 0,1 0 0,-1 0 0,0 0 0,1 0 0,-1 0 0,0 0 0,1 1 0,-1-1 0,1 0 0,-1 0 0,0 1 0,0-1 0,1 1 0,0 0 0,-1-1 0,1 1 0,0 0 0,-1-1 0,1 1 0,0 0 0,0-1 0,0 1 0,0 0 0,0 0 0,0-1 0,0 1 0,0 0 0,0-1 0,0 3 0,1 1 0,0 1 0,0 0 0,1-1 0,-1 1 0,4 4 0,0 0-23,1-1 0,0 0-1,13 14 1,-6-8-1249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3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125 105 24575,'-1'0'0,"1"1"0,-1-1 0,1 0 0,0 0 0,-1 0 0,1 0 0,0 0 0,0 0 0,-1 1 0,1-1 0,0 0 0,-1 0 0,1 1 0,0-1 0,0 0 0,-1 0 0,1 1 0,0-1 0,0 0 0,0 0 0,-1 1 0,1-1 0,0 0 0,0 1 0,0-1 0,0 0 0,0 1 0,0-1 0,0 0 0,0 1 0,-1-1 0,1 1 0,0-1 0,1 0 0,-1 1 0,0-1 0,0 1 0,3 20 0,-3-19 0,64 266 0,-62-257 0,2 3 0,-4-12 0,-2-8 0,-20-58 0,-2 1 0,-3 1 0,-38-63 0,51 102 0,-20-37 0,32 50 0,8 12 0,12 16 0,28 29 0,2-2 0,94 67 0,-98-82 0,1-2 0,2-2 0,93 36 0,-137-60 0,0-1 0,0 0 0,0-1 0,0 1 0,0-1 0,0 1 0,0-1 0,3 0 0,-5 0 0,-1 0 0,1 0 0,-1 0 0,1 0 0,-1 0 0,1-1 0,-1 1 0,0 0 0,1 0 0,-1 0 0,1-1 0,-1 1 0,0 0 0,1 0 0,-1-1 0,0 1 0,1 0 0,-1-1 0,0 1 0,0-1 0,1 1 0,-1 0 0,0-1 0,1 0 0,-1 0 0,0 0 0,0 0 0,0-1 0,0 1 0,0 0 0,0 0 0,0 0 0,0 0 0,-1 0 0,1 0 0,0 0 0,-1 0 0,0-1 0,-8-17 0,-2 1 0,0 0 0,0 1 0,-23-25 0,6 7 0,1 0 0,2-1 0,1-1 0,-31-64 0,54 96-82,0 5-3,1-1-1,0 0 1,0 0-1,0 1 0,-1-1 1,1 0-1,-1 1 1,1-1-1,0 0 1,-1 1-1,1-1 1,-1 1-1,1-1 0,-2 0 1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3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24575,'7'30'0,"3"13"0,2 1 0,-1-4 0,0-7 0,1-6 0,1-5 0,0-4 0,1-3 0,-2-5 0,-3-9 0,-3-5 0,-5-6 0,-3-3 0,-3-2 0,-1 0 0,0 1-8191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4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24575,'30'-7'0,"16"-3"0,1 0 0,-4 2 0,-7 3 0,-7 1 0,-9 0 0,-7 0-8191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4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24575,'20'2'0,"10"2"0,1-1 0,-2-1 0,-2 0 0,-5-3 0,-5-2-8191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4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24575,'10'28'0,"4"11"0,1 2 0,-1-4 0,-1-7 0,-3-8 0,0-6 0,1-7 0,-5-7 0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4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24575,'30'-2'0,"12"-2"0,3 1 0,-6 1 0,-5 2 0,-7 3 0,-5-1 0,-4 1 0,-5-2-8191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5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24575,'17'0'0,"9"0"0,2 0 0,-3-3 0,-4 0 0,-3 0 0,-2 0 0,-1 2 0,-3-1-8191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24575,'10'15'0,"3"8"0,0 4 0,-3 1 0,0-2 0,-2-3 0,0-3 0,-1-2 0,0-2 0,0-1 0,1-1 0,1-2 0,-1-1 0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5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0 24575,'-30'0'0,"-15"0"0,-3 0 0,5 0 0,7 0 0,5 3 0,5 0 0,4 0 0,4 2 0,2 0 0,1 0 0,3-2-8191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6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24575,'-5'0'0,"-4"2"0,-4 2 0,-1-1 0,-1-1 0,-1 0 0,0 2 0,-2 0 0,-1-1 0,1 0 0,1-1 0,-3-4 0,1-1 0,0 0 0,4-2 0,5 0-8191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410 21 24575,'-13'-5'0,"0"1"0,0 1 0,0 0 0,0 1 0,-1 0 0,1 1 0,0 1 0,-1 0 0,-17 2 0,-152 1-82,123-3-1201,43 0-5543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8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24575,'0'0'0,"0"0"0,0-1 0,0 1 0,1 0 0,-1 0 0,0 0 0,0 0 0,0 0 0,1-1 0,-1 1 0,0 0 0,0 0 0,1 0 0,-1 0 0,0 0 0,0 0 0,1 0 0,-1 0 0,0 0 0,0 0 0,1 0 0,-1 0 0,0 0 0,0 0 0,1 0 0,-1 0 0,0 0 0,0 0 0,1 0 0,-1 0 0,0 0 0,1 1 0,6 7 0,1 15 0,-7-22 0,140 369 0,-138-362 0,0 0 0,2 15 0,-4-17 0,0 1 0,1-1 0,0 0 0,0 0 0,4 9 0,-6-15 0,1 1 0,-1-1 0,1 0 0,-1 0 0,0 1 0,1-1 0,-1 0 0,1 0 0,-1 0 0,1 1 0,-1-1 0,0 0 0,1 0 0,-1 0 0,1 0 0,-1 0 0,1 0 0,-1 0 0,1 0 0,-1 0 0,1 0 0,-1 0 0,1-1 0,-1 1 0,0 0 0,1 0 0,-1 0 0,1-1 0,-1 1 0,0 0 0,1-1 0,18-11 0,-12 8 0,3-1 0,0 1 0,1 0 0,-1 0 0,1 1 0,0 0 0,-1 1 0,19-1 0,81 3 0,-61 1 0,-10-1-1365,-24 0-5461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24575,'0'0'0,"0"0"0,0 0 0,0 0 0,0-1 0,0 1 0,0 0 0,0 0 0,0 0 0,0 0 0,0 0 0,0 0 0,0-1 0,0 1 0,0 0 0,1 0 0,-1 0 0,0 0 0,0 0 0,0 0 0,0 0 0,0-1 0,0 1 0,0 0 0,0 0 0,1 0 0,-1 0 0,0 0 0,0 0 0,0 0 0,0 0 0,0 0 0,1 0 0,-1 0 0,0 0 0,0 0 0,0 0 0,0 0 0,0 0 0,1 0 0,8 2 0,8 7 0,21 17 0,15 11 0,101 53 0,-109-66 0,-27-15 0,-1 0 0,1 0 0,36 10 0,-53-19 7,0 0 0,0 1 0,0-1 0,0 0 0,0 0 1,1 0-1,-1 0 0,0 0 0,0 0 0,0 0 0,0 0 0,0 0 0,0 0 0,0-1 0,0 1 0,2-1 0,-3 1-53,0-1-1,1 1 1,-1-1-1,0 1 1,0-1 0,0 1-1,0-1 1,1 1-1,-1-1 1,0 0 0,0 1-1,0-1 1,0 1-1,0-1 1,0 1-1,0-1 1,-1 1 0,1-1-1,0 0 1,0 1-1,0-1 1,0 1 0,-1-1-1,1 1 1,0-1-1,0 1 1,-1 0 0,1-1-1,-1 1 1,1-1-1,-1 0 1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5:29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2 24575,'-1'0'0,"1"0"0,0-1 0,-1 1 0,1 0 0,0 0 0,-1 0 0,1 0 0,0-1 0,-1 1 0,1 0 0,0 0 0,-1 0 0,1 0 0,-1 0 0,1 0 0,0 0 0,-1 0 0,1 0 0,0 0 0,-1 0 0,1 1 0,0-1 0,-1 0 0,1 0 0,-1 0 0,1 0 0,0 1 0,-1-1 0,1 0 0,0 0 0,0 0 0,-1 1 0,1-1 0,0 0 0,0 1 0,-1-1 0,1 0 0,0 0 0,0 1 0,0-1 0,-1 1 0,1-1 0,0 0 0,0 1 0,0-1 0,-9 21 0,8-19 0,-5 14 0,0-1 0,-1 0 0,-1 0 0,-1-1 0,0 0 0,0 0 0,-2-1 0,1 0 0,-23 20 0,1 0-58,21-21-1249,3-3-5519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8.9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24575,'12'23'0,"8"10"0,-1 1 0,-1-2 0,0-6 0,-4-6 0,-2-6 0,-2-2 0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9.1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24575,'0'2'0,"3"2"0,0 1 0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9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17 24575,'-22'-5'0,"-41"-6"0,58 11 0,0-1 0,0 1 0,0 0 0,0 0 0,0 1 0,0 0 0,0 0 0,0 0 0,-9 3 0,13-3 0,1-1 0,-1 1 0,0-1 0,0 0 0,0 1 0,1 0 0,-1-1 0,0 1 0,1-1 0,-1 1 0,1 0 0,-1-1 0,1 1 0,-1 0 0,1 0 0,-1 0 0,1-1 0,0 1 0,-1 0 0,1 0 0,-1 1 0,1 0 0,0 0 0,0 0 0,1 0 0,-1 0 0,0 0 0,0 0 0,1 0 0,-1 0 0,2 3 0,2 3 0,1 0 0,-1 0 0,9 10 0,-11-16 0,21 28 0,3-2 0,0-1 0,31 25 0,-9-10 0,-47-41 0,-1-1 0,1 1 0,0-1 0,-1 1 0,1-1 0,-1 1 0,1 0 0,0-1 0,-1 1 0,1 0 0,-1-1 0,0 1 0,1 0 0,-1 0 0,1-1 0,-1 1 0,0 0 0,0 0 0,0 0 0,1-1 0,-1 1 0,0 0 0,0 0 0,0 0 0,0 1 0,-1-1 0,0 0 0,1-1 0,-1 1 0,0 0 0,1-1 0,-1 1 0,0-1 0,0 1 0,0-1 0,0 1 0,0-1 0,1 0 0,-1 1 0,0-1 0,0 0 0,0 0 0,0 0 0,-1 1 0,-8 0 0,0-1 0,0 0 0,-11-1 0,3-2-1365,2 0-5461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9.9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 24575,'13'-5'0,"12"-5"0,39-9 0,-57 18 0,0-1 0,0 1 0,1 0 0,-1 1 0,0 0 0,0 0 0,0 1 0,0-1 0,1 2 0,10 2 0,-16-3 0,0 0 0,-1-1 0,1 1 0,0 0 0,0 0 0,-1 0 0,1 1 0,-1-1 0,1 0 0,-1 1 0,0-1 0,1 1 0,-1-1 0,0 1 0,0-1 0,1 3 0,0-1 0,-1 1 0,0-1 0,0 1 0,0-1 0,-1 1 0,1-1 0,-1 1 0,1 4 0,-2 6 0,-1 0 0,0 0 0,-5 21 0,5-29 0,-4 18 0,2-10 0,0 1 0,1 0 0,-1 24 0,4-34 0,0-1 0,0 1 0,1-1 0,-1 1 0,1-1 0,0 1 0,1-1 0,-1 0 0,1 0 0,0 0 0,0 1 0,0-2 0,0 1 0,1 0 0,-1 0 0,6 5 0,-3-4 0,1-1 0,0 1 0,-1-1 0,1 0 0,1 0 0,-1-1 0,1 0 0,-1 0 0,1 0 0,0-1 0,0 0 0,0 0 0,0-1 0,0 0 0,0 0 0,1-1 0,-1 0 0,9 0 0,-14-1-80,0 1 0,0 0-1,0-1 1,0 1 0,0-1-1,0 0 1,0 0 0,0 0-1,0 0 1,0 0 0,-1 0 0,1 0-1,0 0 1,-1-1 0,1 1-1,1-3 1,4-5-6746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0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0 188 24575,'42'4'0,"-6"-1"0,38 0 0,-63-3 0,-1 0 0,0-2 0,1 1 0,-1-1 0,0-1 0,0 0 0,0 0 0,13-7 0,-19 8 0,0-1 0,0-1 0,0 1 0,0-1 0,-1 1 0,1-1 0,-1 0 0,0 0 0,0-1 0,0 1 0,-1-1 0,4-7 0,-5 10 0,0-1 0,-1 1 0,1-1 0,-1 1 0,1-1 0,-1 1 0,0-1 0,0 1 0,0-1 0,0 1 0,0-1 0,-1-2 0,1 3 0,-1 1 0,1-1 0,-1 1 0,0-1 0,0 1 0,0 0 0,0-1 0,0 1 0,0 0 0,0 0 0,0 0 0,0 0 0,0 0 0,-1 0 0,1 0 0,0 0 0,-1 0 0,1 0 0,0 1 0,-4-2 0,4 1 0,-1 1 0,1-1 0,-1 1 0,0 0 0,1-1 0,-1 1 0,0 0 0,1 0 0,-1 0 0,0 0 0,0 0 0,1 0 0,-1 1 0,1-1 0,-1 0 0,0 1 0,1-1 0,-1 1 0,1 0 0,-4 1 0,3 0 0,0 0 0,0 0 0,0-1 0,1 1 0,-1 1 0,1-1 0,-1 0 0,1 0 0,-1 0 0,1 1 0,0-1 0,-1 5 0,1-3 0,0 0 0,0 0 0,0 1 0,0-1 0,1 1 0,-1-1 0,1 0 0,1 1 0,-1-1 0,0 1 0,1-1 0,0 0 0,0 1 0,0-1 0,1 0 0,2 5 0,0-3 0,1 0 0,0-1 0,0 0 0,1 0 0,0 0 0,-1 0 0,2-1 0,-1 0 0,0 0 0,1-1 0,-1 0 0,1 0 0,0-1 0,13 4 0,-3-2 0,1-1 0,-1-1 0,1 0 0,0-1 0,18-2 0,-21 1 0,0-2 0,0 1 0,0-2 0,0 0 0,-1-1 0,1-1 0,-1 0 0,15-7 0,-28 11 0,0 0 0,1 0 0,-1 0 0,0 0 0,0 0 0,1 0 0,-1 0 0,0 0 0,0 0 0,0-1 0,0 1 0,-1 0 0,1-1 0,0 1 0,-1-1 0,1 1 0,-1-1 0,2-2 0,-2 2 0,0-1 0,0 0 0,0 1 0,0-1 0,-1 1 0,1-1 0,-1 1 0,1-1 0,-1 1 0,-2-5 0,-1-1 0,0 0 0,-1 0 0,0 1 0,0-1 0,-10-8 0,0 1 0,-23-18 0,17 15 0,5 1 120,12 7-321,4 10 164,0 0 1,0 0-1,0-1 0,0 1 1,0 0-1,0 0 0,0-1 0,0 1 1,0 0-1,0 0 0,1-1 1,-1 1-1,0 0 0,0 0 1,0 0-1,0-1 0,1 1 1,-1 0-1,0 0 0,0 0 1,0 0-1,1-1 0,-1 1 0,0 0 1,0 0-1,1 0 0,-1 0 1,0 0-1,0 0 0,0 0 1,1 0-1,-1 0 0,0 0 1,1 0-1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0.8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194 106 24575,'-5'-3'0,"-22"-8"0,-29-8 0,49 17 0,0 1 0,0-1 0,0 1 0,0 0 0,-1 1 0,1 0 0,0 0 0,0 0 0,-12 3 0,18-3 0,0 0 0,0 0 0,0 1 0,0-1 0,-1 0 0,1 1 0,0-1 0,0 1 0,0 0 0,0-1 0,0 1 0,0 0 0,0-1 0,1 1 0,-1 0 0,0 0 0,0 0 0,1 0 0,-1 0 0,0 0 0,1 0 0,-1 0 0,0 2 0,1-1 0,0-1 0,-1 1 0,1 0 0,0 0 0,1 0 0,-1 0 0,0-1 0,0 1 0,1 0 0,-1 0 0,1 0 0,0-1 0,1 3 0,2 4 0,0-1 0,1 0 0,-1-1 0,2 1 0,8 8 0,-7-9 0,0 1 0,1-1 0,0-1 0,0 1 0,0-1 0,1-1 0,0 0 0,0 0 0,0 0 0,0-1 0,0-1 0,1 0 0,-1 0 0,1 0 0,0-1 0,-1-1 0,1 0 0,13-1 0,-20 0 0,1 1 0,-1 0 0,0-1 0,0 0 0,0 0 0,0 0 0,0 0 0,0 0 0,0-1 0,0 1 0,0-1 0,-1 0 0,1 0 0,-1 0 0,1 0 0,-1 0 0,0-1 0,0 1 0,0-1 0,0 1 0,0-1 0,0 0 0,-1 0 0,1 1 0,-1-1 0,0 0 0,0 0 0,0-1 0,0 1 0,0-4 0,-1 1 0,1 0 0,-1 1 0,0-1 0,0 0 0,-1 0 0,0 0 0,0 1 0,0-1 0,-1 0 0,0 1 0,0-1 0,0 1 0,-1 0 0,1 0 0,-8-10 0,6 10 11,0 0 0,-1 1 0,1-1 0,-1 1 0,0 0 0,0 0-1,0 1 1,-1-1 0,1 1 0,-10-3 0,6 3-223,0 0 0,0 1 0,-1 0-1,1 0 1,-1 1 0,-11 0 0,4 1-6614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1.9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91 203 24575,'129'296'0,"-166"-346"0,16 19 0,-83-138 0,94 150 0,1-1 0,1 0 0,1 0 0,1-1 0,0 1 0,2-2 0,-3-23 0,7 42 0,0-1 0,0 1 0,0-1 0,0 1 0,0-1 0,1 1 0,0-1 0,-1 1 0,1 0 0,1-1 0,0-2 0,-1 4 0,0 1 0,0 0 0,0 0 0,0-1 0,0 1 0,0 0 0,0 0 0,1 0 0,-1 0 0,0 1 0,0-1 0,1 0 0,-1 0 0,1 1 0,-1-1 0,1 1 0,-1-1 0,1 1 0,-1 0 0,1 0 0,-1-1 0,1 1 0,-1 0 0,1 0 0,-1 0 0,1 1 0,1-1 0,6 2 0,-1 0 0,0 0 0,0 1 0,0 0 0,-1 0 0,1 1 0,-1 0 0,1 0 0,-1 1 0,-1 0 0,11 9 0,-5-3 0,-1 1 0,-1 0 0,1 0 0,-2 1 0,10 16 0,-17-26 0,0 0 0,0 1 0,-1-1 0,1 1 0,-1-1 0,0 1 0,0-1 0,0 1 0,0 6 0,-1-8 0,0 0 0,0-1 0,-1 1 0,1 0 0,-1-1 0,1 1 0,-1 0 0,1-1 0,-1 1 0,0-1 0,0 1 0,0-1 0,0 1 0,0-1 0,0 0 0,0 1 0,-1-1 0,1 0 0,0 0 0,-1 0 0,1 0 0,-3 1 0,-2 1 6,0 0 0,0 0 0,0-1-1,0 0 1,0 0 0,-1-1 0,1 1-1,-13-1 1,-6 0-155,-25-3-1,17 1-968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2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7 24575,'-5'0'0,"-7"0"0,-1 0 0,-16 4 0,26-4 0,1 0 0,-1 1 0,1-1 0,-1 1 0,1 0 0,0 0 0,-1 0 0,1 0 0,0 0 0,0 1 0,0-1 0,-1 1 0,2-1 0,-1 1 0,0 0 0,0 0 0,0 0 0,-1 2 0,2-2 0,1-1 0,-1 1 0,1-1 0,0 1 0,-1-1 0,1 1 0,0 0 0,0-1 0,0 1 0,0-1 0,0 1 0,1-1 0,-1 1 0,0 0 0,1-1 0,-1 1 0,1-1 0,-1 0 0,1 1 0,0-1 0,0 1 0,0-1 0,0 0 0,0 0 0,0 1 0,2 1 0,4 3 0,0 1 0,0-1 0,10 7 0,-12-10 0,3 3 0,0 0 0,0-1 0,0 0 0,1-1 0,0 0 0,11 4 0,-19-8 0,-1 0 0,1 0 0,0 0 0,-1 0 0,1 0 0,0 1 0,0-1 0,-1-1 0,1 1 0,0 0 0,0 0 0,-1 0 0,1 0 0,0 0 0,0-1 0,-1 1 0,1 0 0,0-1 0,-1 1 0,1 0 0,-1-1 0,1 1 0,0-1 0,-1 1 0,2-2 0,-2 1 0,1 0 0,0-1 0,0 1 0,-1-1 0,1 1 0,-1-1 0,1 0 0,-1 1 0,0-1 0,0 1 0,1-3 0,-1-4 0,-1 1 0,1 0 0,-1-1 0,-3-7 0,-13-36 0,6 23 0,22 48 0,15 22 0,18 20-1365,-34-49-5461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2.7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104 308 24575,'-5'3'0,"1"1"0,0 0 0,0 0 0,0 0 0,0 0 0,1 1 0,0 0 0,0-1 0,0 1 0,0 0 0,1 0 0,0 1 0,0-1 0,0 0 0,1 1 0,-1-1 0,1 1 0,1 0 0,-1-1 0,1 1 0,0 0 0,0-1 0,1 1 0,0-1 0,0 1 0,0 0 0,0-1 0,1 0 0,0 1 0,3 6 0,0-3 0,0 0 0,1 0 0,0 0 0,10 12 0,-13-18 0,0 0 0,0-1 0,-1 1 0,2-1 0,-1 1 0,0-1 0,0 0 0,1 0 0,-1-1 0,1 1 0,-1-1 0,1 0 0,0 0 0,0 0 0,5 1 0,-7-2 0,-1 0 0,1 0 0,-1 0 0,1-1 0,0 1 0,-1 0 0,1-1 0,-1 1 0,1-1 0,-1 1 0,0-1 0,1 0 0,-1 1 0,1-1 0,-1 0 0,0 0 0,0 0 0,0 0 0,1 0 0,-1 0 0,0-1 0,0 1 0,-1 0 0,1-1 0,0 1 0,0 0 0,-1-1 0,1 1 0,0-1 0,-1 1 0,0-1 0,1-2 0,0-1 0,0-1 0,0 1 0,-1 0 0,0 0 0,0-1 0,0 1 0,-1 0 0,-2-9 0,-13-37 0,-3 2 0,-27-52 0,15 34 0,-55-137 0,145 376 0,-40-113 0,0-1-455,3 0 0,36 67 0,-50-111-6371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3.2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101 385 24575,'-5'2'0,"0"0"0,0 0 0,0 0 0,0 0 0,0 1 0,1 0 0,-1 0 0,1 1 0,-8 6 0,10-8 0,1 0 0,-1 0 0,1 0 0,0 0 0,0 0 0,0 1 0,0-1 0,0 0 0,0 1 0,0-1 0,1 1 0,-1-1 0,1 1 0,0-1 0,0 1 0,0-1 0,0 1 0,0-1 0,0 1 0,1-1 0,-1 0 0,1 1 0,1 3 0,0-1 0,0 1 0,1-1 0,0 0 0,0 0 0,0 0 0,1 0 0,0-1 0,0 1 0,0-1 0,7 5 0,-7-6 0,-1 0 0,1 0 0,0 0 0,1-1 0,-1 0 0,0 0 0,1 0 0,-1 0 0,1-1 0,-1 0 0,1 0 0,0 0 0,5 0 0,-9-1 0,1 0 0,-1 0 0,0 0 0,0 0 0,0 0 0,0-1 0,1 1 0,-1 0 0,0-1 0,0 1 0,0-1 0,0 1 0,0-1 0,0 0 0,0 1 0,0-1 0,0 0 0,0 0 0,1-1 0,-1 0 0,1 0 0,-1 0 0,0-1 0,0 1 0,0 0 0,-1 0 0,1 0 0,-1-1 0,1-3 0,0-4 0,-1-1 0,0 1 0,-3-18 0,3 24 0,-5-26 0,-1-1 0,-2 2 0,-16-44 0,-44-82 0,9 22 0,54 121 0,8 19 0,8 19 0,71 203 0,-71-201 0,-6-13-91,9 24-334,2 0 1,37 65-1,-43-89-6401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3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19 274 24575,'10'-20'0,"3"-8"0,17-53 0,-28 73 0,0 0 0,0 0 0,-1-1 0,0 1 0,0 0 0,-1-1 0,0 1 0,-1-1 0,0 1 0,0-1 0,-3-11 0,3 18 0,0 0 0,1 1 0,-1-1 0,0 0 0,0 0 0,0 0 0,0 0 0,0 1 0,0-1 0,0 1 0,-1-1 0,1 1 0,-1-1 0,1 1 0,-1 0 0,1-1 0,-1 1 0,-2-1 0,3 2 0,0-1 0,0 1 0,1 0 0,-1 0 0,0 0 0,0 0 0,0 0 0,0 0 0,0 0 0,1 0 0,-1 0 0,0 0 0,0 1 0,0-1 0,1 0 0,-1 1 0,-1 0 0,0 0 0,1 0 0,-1 0 0,1 0 0,-1 0 0,1 1 0,0-1 0,0 0 0,0 1 0,0-1 0,-2 3 0,0 2 0,1-1 0,0 1 0,0 0 0,0 0 0,0 0 0,1 0 0,0 0 0,0 0 0,1 0 0,0 0 0,0 0 0,0 0 0,2 10 0,1-2 0,0 0 0,1 0 0,1-1 0,10 22 0,-10-24 0,0-1 0,1 0 0,0-1 0,1 1 0,0-1 0,1 0 0,0-1 0,0 0 0,17 13 0,-23-19-68,0-1 0,0 0-1,0 0 1,0-1 0,0 1 0,0 0-1,0-1 1,0 1 0,0-1 0,0 1-1,0-1 1,0 0 0,0 0 0,0 0-1,1 0 1,-1-1 0,0 1-1,0 0 1,2-2 0,5-1-6758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24.0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158 425 24575,'-6'-3'0,"-7"-3"0,1 0 0,-1 1 0,0 0 0,0 1 0,0 1 0,0 0 0,-17-1 0,28 3 0,1 1 0,-1 0 0,1 0 0,0 0 0,-1 0 0,1 1 0,-1-1 0,1 0 0,0 0 0,-1 1 0,1-1 0,0 1 0,-1 0 0,1-1 0,0 1 0,0 0 0,-1 0 0,0 1 0,1-1 0,1 0 0,-1 0 0,1 0 0,-1 0 0,1 0 0,0 0 0,-1 0 0,1 1 0,0-1 0,0 0 0,0 0 0,0 0 0,0 0 0,0 1 0,0-1 0,0 0 0,0 0 0,1 0 0,-1 0 0,0 0 0,1 0 0,0 2 0,5 9 0,0-1 0,0 0 0,1 0 0,0 0 0,1-1 0,1 0 0,-1 0 0,1-1 0,1 0 0,0-1 0,0 0 0,20 12 0,-29-20 0,0 1 0,0 0 0,0 0 0,1-1 0,-1 1 0,0-1 0,0 1 0,0-1 0,1 0 0,-1 0 0,0 1 0,1-1 0,-1 0 0,0 0 0,1 0 0,-1 0 0,0 0 0,0 0 0,1-1 0,-1 1 0,0 0 0,0-1 0,1 1 0,-1-1 0,0 1 0,0-1 0,0 0 0,0 1 0,1-1 0,-1 0 0,0 0 0,-1 0 0,1 0 0,0 0 0,0 0 0,0 0 0,0 0 0,-1 0 0,1 0 0,0 0 0,0-2 0,1-2 0,0-1 0,0 1 0,-1-1 0,1 1 0,-1-1 0,0 0 0,-1 1 0,1-9 0,-2 0 0,0 0 0,-1 0 0,-8-27 0,-18-42 0,12 39 0,-65-155 0,51 129 0,25 60 0,5 12 0,5 16 0,17 44 0,70 192 0,18-8 0,-96-219-1365,-3-6-5461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2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15 102 24575,'6'-1'0,"0"1"0,0-1 0,1 1 0,-1-2 0,9-2 0,-14 4 0,-1 0 0,1 0 0,0 0 0,0-1 0,-1 1 0,1 0 0,0-1 0,0 1 0,-1 0 0,1-1 0,0 1 0,-1-1 0,1 1 0,-1-1 0,1 1 0,0-1 0,-1 0 0,1 1 0,-1-1 0,0 0 0,1 1 0,-1-1 0,1 0 0,-1 1 0,0-1 0,0 0 0,1 0 0,-1 1 0,0-1 0,0 0 0,0 0 0,0 0 0,0 1 0,0-1 0,0 0 0,0 0 0,0 0 0,0 1 0,-1-1 0,1 0 0,0 0 0,0 1 0,-1-1 0,1 0 0,-1 0 0,1 1 0,0-1 0,-1 0 0,1 1 0,-1-1 0,0 1 0,0-1 0,-2-3 0,0 1 0,0 0 0,0 1 0,0-1 0,-6-3 0,9 6 0,-1-1 0,0 1 0,1-1 0,-1 1 0,1-1 0,-1 1 0,0 0 0,1-1 0,-1 1 0,0 0 0,1 0 0,-1 0 0,0-1 0,1 1 0,-1 0 0,0 0 0,0 0 0,1 0 0,-1 0 0,0 0 0,1 0 0,-1 1 0,0-1 0,0 0 0,1 0 0,-1 1 0,0-1 0,1 0 0,-1 0 0,1 1 0,-1-1 0,0 1 0,1-1 0,-1 1 0,1-1 0,-1 1 0,1-1 0,-1 1 0,1-1 0,-1 2 0,1 0 0,-1-1 0,1 1 0,0 0 0,0 0 0,0 0 0,0-1 0,0 1 0,0 0 0,0 0 0,1 0 0,-1-1 0,1 1 0,-1 0 0,1-1 0,0 1 0,-1 0 0,1-1 0,2 3 0,20 28 0,-2-15 0,-21-17 0,0 1 0,1-1 0,-1 0 0,1 0 0,-1 1 0,0-1 0,1 0 0,-1 0 0,1 0 0,-1 0 0,1 0 0,-1 0 0,1 1 0,-1-1 0,1 0 0,-1 0 0,1-1 0,-1 1 0,1 0 0,0 0 0,-1 0 0,0-1 0,1 1 0,-1-1 0,0 1 0,0-1 0,1 1 0,-1-1 0,0 1 0,0-1 0,0 1 0,0-1 0,0 1 0,0-1 0,1 1 0,-1-1 0,0 1 0,-1-1 0,1 1 0,0-1 0,0 0 0,0 1 0,0-1 0,-1 0 0,0-4 0,0 0 0,-1 0 0,0 0 0,0 1 0,-1-1 0,-5-8 0,-22-26 0,23 30 0,3 4 0,3 3 0,0 0 0,-1-1 0,0 1 0,1 0 0,-1 0 0,0 0 0,0 1 0,0-1 0,0 0 0,-3-1 0,11 26 0,5 7-1365,-5-17-5461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2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24575,'0'0'-8191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6.4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92 24575,'-39'-23'0,"24"13"0,0 1 0,-1 1 0,0 0 0,-29-9 0,43 16 0,1 1 0,0-1 0,-1 1 0,1 0 0,0 0 0,-1 0 0,1-1 0,0 1 0,-1 0 0,1 1 0,0-1 0,-1 0 0,1 0 0,0 1 0,-1-1 0,1 0 0,0 1 0,0-1 0,-2 2 0,2-2 0,1 1 0,-1 0 0,1 0 0,-1 0 0,0-1 0,1 1 0,0 0 0,-1 0 0,1 0 0,-1 0 0,1 0 0,0 0 0,0 0 0,0 0 0,0 0 0,-1 0 0,1 0 0,0 0 0,1 1 0,0 5 0,0-1 0,1 1 0,0-1 0,0 0 0,0 0 0,4 7 0,-2-6 0,-1-1 0,1 1 0,1-1 0,-1 1 0,1-2 0,0 1 0,1 0 0,-1-1 0,8 5 0,-13-9 0,0-1 0,0 0 0,1 1 0,-1-1 0,1 0 0,-1 1 0,0-1 0,1 0 0,-1 0 0,1 1 0,-1-1 0,1 0 0,-1 0 0,1 0 0,-1 0 0,1 0 0,-1 1 0,0-1 0,1 0 0,-1 0 0,1 0 0,-1 0 0,1 0 0,-1-1 0,1 1 0,-1 0 0,1 0 0,-1 0 0,1 0 0,-1 0 0,1-1 0,-1 1 0,1 0 0,-1 0 0,0-1 0,1 1 0,-1 0 0,1-1 0,-1 1 0,0 0 0,0-1 0,1 1 0,-1-1 0,0 1 0,1 0 0,-1-1 0,0 1 0,0-1 0,0 1 0,0-1 0,1 1 0,-1-1 0,0 1 0,0-1 0,0 1 0,0-1 0,0-2 0,0 0 0,0 0 0,0 0 0,0 0 0,0 0 0,-1 0 0,1 0 0,-2-4 0,-2-2 0,-1 0 0,0 1 0,0-1 0,-1 1 0,0 0 0,0 0 0,-1 1 0,-7-8 0,13 15 0,1 0 0,0-1 0,0 1 0,0 0 0,0 0 0,0 0 0,0-1 0,-1 1 0,1 0 0,0 0 0,0 0 0,0 0 0,-1-1 0,1 1 0,0 0 0,0 0 0,-1 0 0,1 0 0,0 0 0,0 0 0,-1 0 0,1 0 0,0 0 0,0-1 0,-1 1 0,1 0 0,0 0 0,0 0 0,-1 0 0,1 1 0,0-1 0,0 0 0,-1 0 0,1 0 0,0 0 0,0 0 0,-1 0 0,1 0 0,0 0 0,-1 1 0,0 11 0,5 16 0,-2-22 0,1 0 0,-1-1 0,1 1 0,1-1 0,-1 0 0,1 0 0,-1 0 0,1 0 0,1-1 0,-1 0 0,1 1 0,0-1 0,0-1 0,0 1 0,0-1 0,0 0 0,1 0 0,0-1 0,-1 1 0,9 1 0,-13-4 0,-1 0 0,1 1 0,0-1 0,0 0 0,0 0 0,0 0 0,0 0 0,0 0 0,0 0 0,0 0 0,0 0 0,0 0 0,-1-1 0,1 1 0,0 0 0,0-1 0,0 1 0,0 0 0,0-1 0,-1 1 0,1-1 0,0 1 0,0-2 0,0 2 0,-1-1 0,1 0 0,-1 0 0,0 0 0,1 0 0,-1 0 0,0 0 0,0 0 0,0 0 0,0 0 0,0 0 0,0 0 0,0 0 0,0 1 0,0-1 0,0 0 0,-1 0 0,1-1 0,-2-4 0,-1 0 0,1 0 0,-1 0 0,0 1 0,-5-8 0,0 3 0,0 1 0,-1 0 0,1 0 0,-2 1 0,-13-10 0,18 13 0,-1 2 0,0-1 0,0 1 0,0 0 0,0 0 0,0 1 0,0-1 0,-1 2 0,0-1 0,1 1 0,-11-1 0,16 1 0,0 1 0,0 0 0,-1 1 0,1-1 0,0 0 0,0 0 0,-1 0 0,1 1 0,0-1 0,0 1 0,0-1 0,-1 1 0,1-1 0,0 1 0,0 0 0,0 0 0,0-1 0,0 1 0,0 0 0,0 0 0,1 0 0,-1 0 0,0 0 0,0 0 0,1 0 0,-1 0 0,1 0 0,-1 1 0,1-1 0,-1 0 0,1 0 0,0 0 0,-1 1 0,1-1 0,0 0 0,0 0 0,0 1 0,0-1 0,0 0 0,1 3 0,-1 1 0,1-1 0,0 1 0,0 0 0,0 0 0,0-1 0,1 1 0,0-1 0,0 1 0,4 6 0,-1-5 0,0 0 0,1 0 0,-1 0 0,1-1 0,0 1 0,1-2 0,-1 1 0,1-1 0,0 1 0,0-2 0,0 1 0,1-1 0,-1 0 0,1-1 0,0 0 0,0 0 0,-1-1 0,1 1 0,12-1 0,-19-1 0,1 0 0,-1 0 0,1 0 0,0 0 0,-1 0 0,1-1 0,-1 1 0,1 0 0,-1-1 0,1 0 0,-1 1 0,0-1 0,1 1 0,-1-1 0,1 0 0,-1 0 0,0 0 0,0 0 0,0 0 0,0 0 0,0 0 0,0 0 0,0-1 0,0 1 0,0 0 0,0-1 0,0 1 0,-1 0 0,1-1 0,-1 1 0,1-1 0,-1 1 0,1-1 0,-1-2 0,0-1 0,0 1 0,-1 0 0,1-1 0,-1 1 0,0 0 0,0 0 0,-1 0 0,1 0 0,-1 0 0,0 0 0,-4-6 0,1 3 0,0 0 0,0 0 0,-1 1 0,0 0 0,0 0 0,0 0 0,-1 1 0,-12-8 0,16 11 0,0 0 0,-1 0 0,1 1 0,-1-1 0,0 1 0,0 0 0,1 0 0,-1 0 0,0 0 0,0 1 0,0-1 0,0 1 0,0 0 0,0 0 0,0 1 0,0-1 0,0 1 0,1 0 0,-1 0 0,-7 2 0,8-1 0,1 0 0,-1 0 0,1 1 0,-1-1 0,1 0 0,0 1 0,-1-1 0,1 1 0,0 0 0,1 0 0,-1 0 0,1 0 0,-1 0 0,1 0 0,0 0 0,0 0 0,-1 6 0,1-6 0,1 1 0,-1-1 0,1 0 0,-1 0 0,1 0 0,0 0 0,0 0 0,1 1 0,-1-1 0,1 0 0,-1 0 0,1 0 0,0 0 0,0 0 0,0 0 0,1 0 0,-1 0 0,4 4 0,-3-5 0,0 0 0,1-1 0,-1 1 0,0-1 0,1 1 0,-1-1 0,0 0 0,1 0 0,-1 0 0,1-1 0,0 1 0,-1-1 0,1 1 0,0-1 0,-1 0 0,1 0 0,0 0 0,-1 0 0,4-1 0,-2 1 0,1-1 0,-1 0 0,0 0 0,1 0 0,-1-1 0,0 1 0,0-1 0,0 0 0,0-1 0,6-3 0,-9 5-6,0 0 0,0 0 0,1 0 0,-1 0-1,-1 0 1,1-1 0,0 1 0,0 0 0,0 0-1,0-1 1,-1 1 0,1-2 0,-1 3 15,1-1 1,-1 0-1,0 1 1,0-1-1,0 0 1,0 1 0,0-1-1,0 1 1,-1-1-1,1 0 1,0 1-1,0-1 1,0 0-1,0 1 1,-1-1-1,1 1 1,0-1-1,-1 1 1,1-1-1,-1 0 1,0 0-109,-1-1 0,0 1 0,0 0 0,1 0 0,-1 0 0,0 0 0,0 0 0,0 0 0,0 0 0,0 1 0,0-1 0,0 1 0,0-1 0,-4 1 0,-7-1-6727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7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200 163 24575,'-46'-48'0,"28"27"0,0 2 0,-2 0 0,-39-29 0,58 47 0,0 1 0,0-1 0,0 0 0,0 1 0,0-1 0,0 0 0,0 1 0,0-1 0,0 1 0,0 0 0,0-1 0,0 1 0,0 0 0,0 0 0,0 0 0,-1 0 0,1 0 0,0 0 0,0 0 0,0 0 0,0 0 0,0 0 0,0 0 0,0 1 0,0-1 0,-1 1 0,1-1 0,-1 1 0,1 0 0,1 1 0,-1-1 0,0 0 0,1 0 0,-1 0 0,1 1 0,-1-1 0,1 0 0,0 1 0,-1-1 0,1 0 0,0 1 0,0-1 0,0 0 0,0 1 0,0-1 0,0 1 0,1-1 0,-1 0 0,0 1 0,1-1 0,0 2 0,2 6 0,1 0 0,1 0 0,-1-1 0,1 0 0,0 0 0,1 0 0,0-1 0,0 0 0,1 0 0,0 0 0,0-1 0,0 0 0,1 0 0,0-1 0,0 0 0,1 0 0,-1-1 0,1 0 0,0-1 0,12 4 0,-20-7 0,1 1 0,0-1 0,-1 0 0,1 1 0,0-1 0,-1 0 0,1 0 0,0 0 0,0 0 0,-1-1 0,1 1 0,0 0 0,-1-1 0,1 1 0,-1-1 0,1 1 0,-1-1 0,1 0 0,1-1 0,-2 1 0,0 0 0,0 0 0,-1 0 0,1 0 0,0 0 0,-1-1 0,1 1 0,-1 0 0,1 0 0,-1-1 0,1 1 0,-1 0 0,0-1 0,0 1 0,0 0 0,0-1 0,0 1 0,0 0 0,0-1 0,0 1 0,0 0 0,-1-1 0,1 1 0,-1-2 0,-1-4 0,-1 1 0,1 0 0,-2-1 0,1 1 0,0 0 0,-1 1 0,-5-7 0,0 1 0,-1 1 0,-16-15 0,22 22 0,0 0 0,0 0 0,0 0 0,-1 0 0,1 1 0,-1 0 0,1 0 0,-6-2 0,8 4 0,0-1 0,1 1 0,-1 0 0,1 0 0,-1 0 0,0 0 0,1 0 0,-1 0 0,1 0 0,-1 0 0,0 1 0,1-1 0,-1 1 0,1-1 0,-1 1 0,1 0 0,0-1 0,-1 1 0,1 0 0,-1 0 0,1 0 0,0 0 0,0 0 0,0 0 0,0 0 0,0 1 0,0-1 0,-2 3 0,1 1 0,-1-1 0,1 1 0,0 0 0,1 0 0,-1 0 0,1 0 0,0 0 0,1 0 0,-1 10 0,1 2 0,3 28 0,-3-43 0,1 1 0,-1-1 0,1 0 0,0 1 0,0-1 0,0 0 0,0 0 0,0 1 0,0-1 0,1 0 0,-1 0 0,1 0 0,2 2 0,-3-3 0,-1-1 0,1 1 0,0-1 0,-1 1 0,1-1 0,0 1 0,0-1 0,0 0 0,-1 1 0,1-1 0,0 0 0,0 1 0,0-1 0,0 0 0,-1 0 0,1 0 0,0 0 0,0 0 0,0 0 0,0 0 0,0 0 0,-1-1 0,1 1 0,0 0 0,0 0 0,0-1 0,0 1 0,-1 0 0,1-1 0,0 1 0,-1-1 0,1 1 0,0-1 0,0 1 0,-1-1 0,1 1 0,-1-1 0,1 0 0,-1 0 0,1 1 0,0-2 0,0 0 0,0 0 0,0-1 0,0 1 0,0-1 0,0 1 0,0-1 0,-1 1 0,1-1 0,-1 1 0,0-1 0,0 0 0,0 1 0,0-1 0,0 1 0,0-1 0,-1 0 0,1 1 0,-1-1 0,0 1 0,0-1 0,0 1 0,-2-4 0,-1-2 0,0 1 0,0-1 0,-1 1 0,0 0 0,-10-10 0,15 16 0,-1 0 0,0 0 0,1 1 0,-1-1 0,0 0 0,0 1 0,1-1 0,-1 1 0,0-1 0,0 1 0,0 0 0,0-1 0,-2 1 0,3 0 0,-1 0 0,1 0 0,0 0 0,-1 0 0,1 0 0,-1 0 0,1 0 0,0 0 0,-1 0 0,1 0 0,-1 0 0,1 1 0,0-1 0,-1 0 0,1 0 0,0 1 0,-1-1 0,1 0 0,0 0 0,-1 1 0,1-1 0,0 0 0,-1 1 0,1 0 0,-1 1 0,0-1 0,1 1 0,-1-1 0,1 1 0,0-1 0,-1 1 0,1-1 0,0 1 0,0 0 0,0-1 0,0 1 0,0-1 0,0 1 0,1-1 0,0 3 0,5 16-341,1 1 0,1-1-1,12 21 1,-14-30-6485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8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3.9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 24575,'10'-2'0,"4"1"0,1 1 0,1 3 0,1 1 0,-1 3 0,0-1 0,-3-3 0,-4-5 0,-6-4 0,-5-2 0,-6 1 0,-1 4 0,-2 3 0,-1 3 0,-1 5 0,1 2 0,4 0-8191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4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37 24575,'-7'-10'0,"-3"0"0,-2 0 0,1 3-8191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4.8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44 24575,'10'-12'0,"1"-2"0,-4 4 0,-6 3 0,-5 6 0,-5 3 0,-3 2 0,-2 1 0,1 1-8191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39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43 24575,'-2'0'0,"0"0"0,0 0 0,0 0 0,0 1 0,1-1 0,-1 0 0,0 1 0,0-1 0,0 1 0,1-1 0,-1 1 0,0 0 0,1 0 0,-1 0 0,1 0 0,-3 2 0,3-2 0,0 0 0,1 0 0,-1 0 0,1 0 0,0 0 0,-1 0 0,1 0 0,0 0 0,0 0 0,-1 0 0,1 0 0,0 0 0,0 0 0,0 0 0,0 0 0,1 0 0,-1 0 0,0 0 0,0 1 0,1-1 0,-1 0 0,0-1 0,1 1 0,-1 0 0,1 0 0,-1 0 0,1 0 0,0 0 0,-1 0 0,2 1 0,3 3 0,-1 0 0,2 0 0,-1 0 0,0 0 0,1-1 0,0 0 0,0 0 0,0 0 0,1-1 0,-1 0 0,1 0 0,10 3 0,-16-6 0,0 0 0,0 0 0,0 1 0,0-1 0,0 0 0,0 0 0,0 0 0,0 0 0,-1 0 0,1 0 0,0 0 0,0 0 0,0 0 0,0 0 0,0-1 0,0 1 0,0 0 0,0-1 0,0 1 0,-1 0 0,1-1 0,0 1 0,1-2 0,-2 1 0,1 1 0,-1-1 0,1 0 0,-1 0 0,0 0 0,1 0 0,-1 0 0,0 0 0,0 0 0,0 0 0,0 0 0,0 0 0,0 0 0,0 0 0,0 0 0,0 0 0,-1-2 0,-1-3 0,0 0 0,0-1 0,-1 1 0,0 0 0,-5-6 0,3 5 0,0 0 0,0 0 0,-1 1 0,0 0 0,-13-10 0,14 13 0,1-1 0,-1 1 0,0 1 0,0-1 0,0 1 0,-1 0 0,1 0 0,-1 0 0,-9-1 0,14 2 0,0 1 0,-1 0 0,1 0 0,-1 0 0,1 0 0,-1 0 0,1 1 0,-1-1 0,1 0 0,-1 1 0,1-1 0,-1 1 0,1-1 0,0 1 0,-1 0 0,1 0 0,0 0 0,0-1 0,0 1 0,-1 0 0,0 2 0,1-1 0,-1 0 0,0 1 0,1-1 0,-1 1 0,1 0 0,0-1 0,0 1 0,0 0 0,1 0 0,-2 3 0,1 3 0,0 0 0,1-1 0,0 1 0,0 0 0,1 0 0,2 11 0,-1-14 0,-1-1 0,1 0 0,0 0 0,0 0 0,1 0 0,-1 0 0,1 0 0,1-1 0,6 9 0,-8-11 0,1 1 0,0 0 0,0-1 0,0 1 0,0-1 0,1 0 0,-1 0 0,0 0 0,1 0 0,0-1 0,-1 0 0,1 1 0,0-1 0,6 0 0,-9 0 0,0-1 0,0 0 0,0 0 0,0 0 0,1 0 0,-1 0 0,0 0 0,0 0 0,0-1 0,0 1 0,0 0 0,0-1 0,0 1 0,0 0 0,0-1 0,0 1 0,0-1 0,0 0 0,0 1 0,0-1 0,0 0 0,1-1 0,-2 1 0,1-1 0,0 1 0,0-1 0,-1 1 0,1-1 0,-1 1 0,0-1 0,1 1 0,-1-1 0,0 0 0,0 1 0,0-1 0,0-3 0,-1 0 0,0-1 0,0 1 0,-1-1 0,1 1 0,-1-1 0,-1 1 0,-4-10 0,2 9-227,0 0-1,0 1 1,0-1-1,0 1 1,-9-6-1,1 1-6598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40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149 129 24575,'-18'-17'0,"10"7"0,-1 0 0,-1 1 0,0 0 0,0 1 0,0 0 0,-1 1 0,-18-9 0,28 15 0,0 1 0,-1-1 0,1 1 0,0-1 0,-1 1 0,1 0 0,0 0 0,-1-1 0,1 1 0,0 0 0,-1 0 0,1 0 0,-1 0 0,1 1 0,-2-1 0,3 1 0,-1-1 0,1 0 0,-1 1 0,1-1 0,-1 0 0,1 1 0,-1-1 0,1 1 0,-1-1 0,1 1 0,0-1 0,-1 1 0,1-1 0,0 1 0,-1-1 0,1 1 0,0-1 0,0 1 0,0-1 0,-1 1 0,1 0 0,0-1 0,0 2 0,0 1 0,0 0 0,0 0 0,1 0 0,-1 0 0,1 1 0,0-1 0,0 0 0,0 0 0,0 0 0,3 4 0,7 10 0,0 0 0,2-1 0,0 0 0,0-1 0,2-1 0,31 25 0,-45-38 0,2 1 0,0 1 0,0-1 0,1 0 0,-1 0 0,6 2 0,-9-4 0,1 0 0,-1 1 0,1-1 0,0 0 0,-1 0 0,1 0 0,-1 0 0,1 0 0,0 0 0,-1 0 0,1 0 0,-1 0 0,1 0 0,-1 0 0,1-1 0,0 1 0,-1 0 0,1 0 0,-1 0 0,1-1 0,-1 1 0,1 0 0,-1-1 0,1 1 0,-1 0 0,1-1 0,-1 1 0,0-1 0,1 1 0,-1-1 0,0 1 0,1-1 0,-1 1 0,0-1 0,1 1 0,-1-1 0,0 1 0,0-1 0,0 0 0,0 1 0,1-1 0,-1 1 0,0-1 0,0 0 0,0-4 0,0 0 0,0 1 0,0-1 0,-1 1 0,1-1 0,-1 1 0,0-1 0,0 1 0,-1 0 0,1-1 0,-1 1 0,0 0 0,-4-5 0,-4-9 0,-20-24 0,29 41 0,-9-12 0,0 1 0,-1 0 0,0 1 0,0 0 0,-22-16 0,32 27 0,0-1 0,0 0 0,0 1 0,0-1 0,0 1 0,0-1 0,0 1 0,0-1 0,0 1 0,0 0 0,0 0 0,0-1 0,0 1 0,0 0 0,0 0 0,0 0 0,0 0 0,0 0 0,0 0 0,0 0 0,-2 1 0,2 0 0,0-1 0,1 1 0,-1-1 0,0 1 0,1 0 0,-1 0 0,0-1 0,1 1 0,-1 0 0,1 0 0,-1 0 0,1 0 0,-1-1 0,1 1 0,0 0 0,-1 0 0,1 0 0,0 2 0,-1 2 0,1 0 0,0 0 0,0 0 0,0 0 0,0 0 0,1 0 0,2 10 0,1-5 20,0-1 0,0 1 0,0-1 0,1 0 0,8 11 0,-9-15-169,0 0 1,0 0-1,0 0 1,1-1-1,0 1 1,0-1-1,0 0 1,0-1-1,10 6 1,-5-5-6678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40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0 24575,'-3'0'0,"0"0"0,-1 1 0,1-1 0,-1 1 0,1-1 0,0 1 0,-1 0 0,1 0 0,0 1 0,0-1 0,0 1 0,0-1 0,0 1 0,0 0 0,0 0 0,1 0 0,-4 3 0,5-3 0,-1 0 0,1 0 0,0 0 0,0 0 0,0 0 0,0 0 0,0 0 0,0 0 0,0 1 0,1-1 0,-1 0 0,1 0 0,0 1 0,-1-1 0,1 0 0,0 1 0,0-1 0,1 0 0,-1 1 0,0-1 0,1 0 0,0 0 0,-1 1 0,1-1 0,0 0 0,1 2 0,14 21 0,-15-24 0,0 1 0,0-1 0,0 0 0,0 0 0,0 0 0,0 0 0,0 0 0,0 0 0,1 0 0,-1 0 0,0-1 0,1 1 0,-1 0 0,1-1 0,-1 1 0,2 0 0,-2-1 0,-1 0 0,0 0 0,0 0 0,1 0 0,-1 0 0,0 0 0,0 0 0,1 0 0,-1 0 0,0 0 0,1 0 0,-1-1 0,0 1 0,0 0 0,1 0 0,-1 0 0,0 0 0,0 0 0,0 0 0,1-1 0,-1 1 0,0 0 0,0 0 0,0 0 0,1-1 0,-1 1 0,0 0 0,0 0 0,0 0 0,0-1 0,0 1 0,0 0 0,1 0 0,-1-1 0,-2-10 0,-10-9 0,7 14 0,1 1 0,-1-1 0,0 2 0,-1-1 0,0 0 0,1 1 0,-1 0 0,0 1 0,-1-1 0,1 1 0,-1 0 0,-9-2 0,15 4 0,1 1 0,-1 0 0,0 0 0,0-1 0,0 1 0,0 0 0,0 0 0,0 0 0,0 0 0,0 0 0,0 0 0,0 0 0,0 1 0,0-1 0,0 0 0,0 0 0,0 1 0,1-1 0,-1 1 0,0-1 0,0 1 0,0-1 0,1 1 0,-1-1 0,0 1 0,0 0 0,1-1 0,-1 1 0,0 0 0,1 0 0,-1-1 0,1 1 0,-1 0 0,1 0 0,0 0 0,-1 0 0,1 0 0,0-1 0,0 1 0,-1 0 0,1 0 0,0 0 0,0 0 0,0 0 0,0 1 0,0 1 0,0 0 0,1 1 0,-1-1 0,1 0 0,0 0 0,0 0 0,0 0 0,0 0 0,0-1 0,0 1 0,1 0 0,3 5 0,1-2 0,1 0 0,0 0 0,0 0 0,1-1 0,-1 0 0,1-1 0,0 1 0,1-1 0,-1-1 0,1 0 0,-1 0 0,1-1 0,0 0 0,0 0 0,0-1 0,11 1 0,-19-3-97,1 1-1,-1 0 1,1 0-1,-1 0 1,0-1-1,1 1 1,-1-1-1,1 1 1,-1-1-1,0 0 1,0 1-1,1-1 0,1-1 1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41.6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43 24575,'-2'-2'0,"0"0"0,0 0 0,0 0 0,-1 0 0,1 1 0,-1-1 0,1 1 0,-5-2 0,7 3 0,-1 0 0,1 0 0,-1 0 0,0 0 0,1 0 0,-1-1 0,1 1 0,-1 0 0,0 1 0,1-1 0,-1 0 0,1 0 0,-1 0 0,1 0 0,-1 0 0,0 1 0,1-1 0,-1 0 0,1 0 0,-1 1 0,1-1 0,-1 0 0,1 1 0,-1-1 0,1 1 0,0-1 0,-1 1 0,1-1 0,-1 0 0,1 1 0,0 0 0,-1-1 0,1 1 0,0-1 0,0 1 0,0-1 0,-1 1 0,1-1 0,0 1 0,0 0 0,0-1 0,0 1 0,0-1 0,0 1 0,0 0 0,0 3 0,0-1 0,1 0 0,-1 1 0,1-1 0,0 0 0,-1 0 0,1 0 0,1 1 0,-1-1 0,0 0 0,1-1 0,0 1 0,-1 0 0,1 0 0,0-1 0,4 5 0,-3-4 0,0 0 0,0 0 0,1 0 0,-1 0 0,0-1 0,1 1 0,0-1 0,-1 0 0,1 0 0,0 0 0,0 0 0,5 1 0,-8-3 0,0 0 0,-1 0 0,1 1 0,0-1 0,-1 0 0,1 0 0,0 0 0,-1 0 0,1 0 0,0 0 0,-1 0 0,1 0 0,0 0 0,-1 0 0,1 0 0,0 0 0,-1-1 0,1 1 0,-1 0 0,1 0 0,0-1 0,-1 1 0,1 0 0,-1-1 0,1 1 0,-1-1 0,1 1 0,-1-1 0,1 1 0,-1-1 0,1 1 0,-1-1 0,0 1 0,1-1 0,-1 1 0,0-1 0,0 0 0,1 1 0,-1-1 0,0 0 0,0 1 0,0-1 0,0 0 0,0 1 0,1-1 0,-1 0 0,-1 1 0,1-1 0,0 0 0,0 1 0,0-1 0,0 1 0,0-1 0,-1-1 0,0-3 0,-1 0 0,0 0 0,0 0 0,0 0 0,-5-6 0,2 3 0,-1 1 0,1 0 0,-2 0 0,1 0 0,-11-9 0,14 14 0,0 0 0,1 0 0,-1 0 0,0 0 0,0 0 0,0 1 0,0-1 0,-1 1 0,1 0 0,0 0 0,-1 0 0,1 0 0,-1 1 0,1-1 0,0 1 0,-1 0 0,-5 1 0,7-1 0,1 0 0,0 0 0,0 1 0,-1-1 0,1 0 0,0 1 0,0-1 0,0 1 0,-1 0 0,1-1 0,0 1 0,0 0 0,0 0 0,0-1 0,1 1 0,-1 0 0,0 0 0,0 0 0,0 0 0,1 0 0,-1 1 0,0 0 0,0 0 0,1 0 0,-1 0 0,1 0 0,0 0 0,0 0 0,0 0 0,0 0 0,0 0 0,1 0 0,-1-1 0,1 1 0,-1 0 0,2 2 0,0 3 0,1-1 0,1 1 0,-1-1 0,1 0 0,0 0 0,10 10 0,-6-8 0,0-1 0,1 0 0,12 8 0,-18-13 0,0 0 0,0 0 0,0-1 0,0 1 0,0-1 0,1 0 0,-1 1 0,1-2 0,-1 1 0,1 0 0,-1-1 0,1 1 0,-1-1 0,5 0 0,-7-1 0,0 1 0,0 0 0,0 0 0,0-1 0,0 1 0,0 0 0,0-1 0,0 1 0,0-1 0,-1 1 0,1-1 0,0 0 0,0 1 0,0-1 0,-1 0 0,1 1 0,0-1 0,-1 0 0,1 0 0,-1 0 0,1 0 0,-1 0 0,1 0 0,-1 0 0,1 0 0,-1 0 0,0 0 0,0 0 0,0 0 0,1 0 0,-1 0 0,0 0 0,0 0 0,0 0 0,0 0 0,-1 0 0,1 0 0,0 0 0,0 0 0,-1 0 0,0-1 0,0-1 0,0 0 0,0 0 0,0 0 0,0 1 0,-1-1 0,0 0 0,1 1 0,-1-1 0,0 1 0,0 0 0,0-1 0,-5-2 0,2 2-124,-1 1 0,1 0 0,-1 0 0,1 1 0,-1 0 0,0 0-1,1 0 1,-1 0 0,0 1 0,-7 1 0,-3-1-6702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42.8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51 24575,'-6'-5'0,"0"-1"0,0 1 0,0 0 0,0 1 0,-1 0 0,1 0 0,-1 0 0,0 0 0,-14-4 0,20 8 0,0 0 0,0-1 0,1 1 0,-1 0 0,0 0 0,0 0 0,0 0 0,0 0 0,0 0 0,0 0 0,0 0 0,0 0 0,1 0 0,-1 0 0,0 1 0,0-1 0,0 0 0,0 1 0,0-1 0,1 1 0,-1-1 0,0 1 0,0-1 0,1 1 0,-2 0 0,1 0 0,1 1 0,-1-1 0,1 0 0,-1 0 0,1 1 0,0-1 0,-1 0 0,1 1 0,0-1 0,0 0 0,0 1 0,0-1 0,0 1 0,1 1 0,0 5 0,1 0 0,0-1 0,0 0 0,6 12 0,-6-15 0,4 9 0,1 0 0,9 14 0,-14-25 0,0 1 0,0-1 0,0 1 0,0-1 0,0 0 0,0 0 0,0 0 0,1 0 0,-1 0 0,1 0 0,0-1 0,-1 1 0,1-1 0,0 0 0,0 0 0,5 2 0,-8-3 0,1 0 0,-1 0 0,1 0 0,-1 0 0,0 0 0,1 1 0,-1-1 0,1 0 0,-1 0 0,1 0 0,-1 0 0,1 0 0,-1 0 0,0-1 0,1 1 0,-1 0 0,1 0 0,-1 0 0,1 0 0,-1 0 0,0-1 0,1 1 0,-1 0 0,1 0 0,-1-1 0,0 1 0,1 0 0,-1 0 0,0-1 0,1 1 0,-1-1 0,0 1 0,0 0 0,1-1 0,-1 1 0,0-1 0,0 1 0,0 0 0,1-1 0,-1 1 0,0-1 0,0 1 0,0-1 0,0 1 0,0 0 0,0-1 0,0 1 0,0-1 0,0 1 0,0-1 0,0 1 0,0-1 0,-1 1 0,1-1 0,0 1 0,0 0 0,-1-1 0,0-3 0,0 1 0,-1 0 0,0 0 0,0 0 0,0 0 0,-3-4 0,-5-3 0,0 1 0,-1-1 0,0 2 0,-1-1 0,0 2 0,0-1 0,-1 2 0,0 0 0,-14-5 0,25 10 0,0 0 0,-1 0 0,1 1 0,0-1 0,0 1 0,0 0 0,-1 0 0,1 0 0,0 0 0,0 0 0,-1 0 0,1 0 0,0 1 0,0-1 0,0 1 0,0 0 0,-1-1 0,1 1 0,0 0 0,-2 2 0,3-2 0,0 0 0,0 0 0,0 0 0,0 1 0,0-1 0,0 0 0,1 0 0,-1 1 0,1-1 0,-1 1 0,1-1 0,-1 0 0,1 1 0,-1-1 0,1 1 0,0-1 0,0 1 0,0-1 0,0 1 0,0-1 0,0 1 0,1-1 0,-1 1 0,0-1 0,1 1 0,-1-1 0,1 1 0,-1-1 0,1 0 0,1 3 0,1 1 0,0 0 0,0 0 0,0-1 0,1 1 0,0-1 0,0 1 0,0-1 0,0 0 0,1-1 0,0 1 0,-1-1 0,8 4 0,-6-4 0,1 0 0,-1 0 0,0-1 0,1 0 0,-1 0 0,1 0 0,0-1 0,-1 0 0,1-1 0,9 1 0,-16-1 4,1 0 0,0 0 0,-1 0 0,1 0 0,0 0 0,-1 0 0,1 0 0,0 0 0,-1 0 0,1 0 0,0-1 0,-1 1 0,1 0 0,-1 0 0,1-1 0,0 1 0,-1 0 0,1-1 0,-1 1 0,1 0 0,-1-1 0,1 1 0,-1-1 0,1 1 0,-1-1 0,0 1 0,1-1 0,-1 1 0,1-2 0,-1 1-63,-1 1-1,1-1 1,0 0-1,0 0 1,-1 1 0,1-1-1,-1 0 1,1 1-1,-1-1 1,1 0 0,-1 1-1,1-1 1,-1 1-1,1-1 1,-1 1 0,1-1-1,-1 1 1,0-1-1,1 1 1,-1-1 0,0 1-1,0 0 1,1 0-1,-2-1 1,-9-3-6767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43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85 24575,'-4'-6'0,"-19"-30"0,20 30 0,17 23 0,-8-9 0,51 63 0,-47-60 0,1 0 0,0 0 0,23 16 0,-33-26 0,1-1 0,-1 1 0,0 0 0,0-1 0,0 1 0,0-1 0,0 1 0,1-1 0,-1 0 0,0 1 0,0-1 0,2 0 0,-2 0 0,-1 0 0,0 0 0,1 0 0,-1 0 0,0 0 0,1 0 0,-1 0 0,0-1 0,1 1 0,-1 0 0,0 0 0,0 0 0,1-1 0,-1 1 0,0 0 0,0 0 0,1-1 0,-1 1 0,0 0 0,0 0 0,0-1 0,1 1 0,-1 0 0,0-1 0,0 1 0,0 0 0,0 0 0,0-1 0,0 1 0,1-2 0,-1-1 0,0 1 0,-1 0 0,1 0 0,0 0 0,-1 0 0,1 1 0,-1-1 0,1 0 0,-1 0 0,0 0 0,0 0 0,-1-3 0,-15-20 0,-28-34 0,34 46 0,-1 1 0,0 0 0,0 1 0,-19-12 0,30 22 0,1 0 0,-1 1 0,0-1 0,0 1 0,0-1 0,0 1 0,0-1 0,0 1 0,0 0 0,0-1 0,0 1 0,0 0 0,0 0 0,0 0 0,0 0 0,-1 0 0,1 0 0,0 0 0,0 0 0,0 0 0,0 0 0,0 1 0,0-1 0,-1 1 0,1 0 0,-1 0 0,1 0 0,0 0 0,-1 0 0,1 1 0,0-1 0,0 0 0,0 1 0,0-1 0,1 1 0,-1-1 0,0 1 0,-1 2 0,0 3 0,1 0 0,-1 0 0,1 0 0,0 1 0,0-1 0,1 9 0,2-6 0,-1 0 0,1 0 0,1-1 0,0 1 0,0-1 0,1 0 0,0 0 0,10 15 0,-13-22 0,-1-1 0,1 0 0,0 0 0,0 1 0,0-1 0,1 0 0,-1 0 0,0 0 0,0 0 0,1 0 0,-1 0 0,0-1 0,1 1 0,-1 0 0,1-1 0,-1 1 0,1-1 0,-1 1 0,1-1 0,2 1 0,-2-2 0,1 1 0,-1 0 0,0 0 0,1-1 0,-1 1 0,0-1 0,0 0 0,0 1 0,0-1 0,0 0 0,0 0 0,0-1 0,3-1 0,-4 2 33,-3 2-1431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44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17 24575,'-3'0'0,"1"1"0,-1-1 0,0 0 0,1 1 0,-1-1 0,1 1 0,-1 0 0,1 0 0,-1 0 0,1 0 0,-1 1 0,1-1 0,0 1 0,0-1 0,0 1 0,0 0 0,0-1 0,0 1 0,0 0 0,0 1 0,-1 2 0,2-4 0,0 1 0,0 0 0,1-1 0,-1 1 0,0 0 0,1 0 0,0-1 0,-1 1 0,1 0 0,0 0 0,0 0 0,0 0 0,0-1 0,0 1 0,0 0 0,1 0 0,-1 0 0,1-1 0,-1 1 0,1 0 0,-1 0 0,1-1 0,0 1 0,0-1 0,0 1 0,0-1 0,0 1 0,0-1 0,1 1 0,-1-1 0,0 0 0,2 2 0,-1-2 0,-1 0 0,1 0 0,-1-1 0,1 1 0,-1 0 0,1 0 0,0-1 0,-1 1 0,1-1 0,0 1 0,-1-1 0,4 1 0,-5-1 0,1 0 0,-1 0 0,1 0 0,-1-1 0,0 1 0,1 0 0,-1 0 0,1 0 0,-1 0 0,0 0 0,1 0 0,-1-1 0,0 1 0,1 0 0,-1 0 0,0 0 0,1-1 0,-1 1 0,0 0 0,1-1 0,-1 1 0,0-1 0,1 1 0,-1-1 0,0 0 0,0 0 0,0 1 0,0-1 0,0 0 0,0 0 0,0 0 0,0 1 0,0-1 0,0 0 0,0 0 0,0 1 0,0-1 0,-1 0 0,0-1 0,-1-4 0,-1 1 0,0 0 0,-1-1 0,1 1 0,-1 1 0,0-1 0,0 0 0,-1 1 0,1 0 0,-10-7 0,8 7 0,0 0 0,-1 0 0,1 1 0,-1-1 0,0 1 0,0 1 0,0 0 0,-13-3 0,18 4 0,0 1 0,0 0 0,0 0 0,0 0 0,1 0 0,-1 0 0,0 0 0,0 1 0,0-1 0,0 1 0,1-1 0,-1 1 0,0-1 0,0 1 0,1 0 0,-1 0 0,-2 2 0,3-2 0,0 0 0,1 0 0,-1 0 0,0 0 0,1 0 0,-1 0 0,1 0 0,-1 0 0,1 1 0,-1-1 0,1 0 0,0 0 0,0 0 0,0 1 0,0-1 0,0 0 0,0 0 0,0 1 0,0-1 0,0 0 0,0 0 0,0 0 0,1 1 0,-1-1 0,1 0 0,-1 0 0,1 0 0,0 1 0,2 4 0,0-1 0,0-1 0,1 1 0,0 0 0,0-1 0,0 0 0,0 0 0,0 0 0,1 0 0,0-1 0,0 0 0,0 0 0,9 4 0,-7-4 0,0 0 0,1 0 0,-1-1 0,1 0 0,0 0 0,-1-1 0,1 0 0,0-1 0,14 0 0,-21 0 0,1 0 0,-1-1 0,1 1 0,-1-1 0,1 1 0,-1-1 0,0 1 0,1-1 0,-1 0 0,0 1 0,0-1 0,0 0 0,1 0 0,-1 0 0,0 0 0,0 0 0,0 0 0,-1-1 0,1 1 0,0 0 0,0 0 0,0-1 0,-1 1 0,2-3 0,-2 3 0,0 0 0,0 0 0,1 0 0,-1 0 0,0 0 0,0 0 0,0-1 0,0 1 0,0 0 0,0 0 0,-1 0 0,1 0 0,0 0 0,-1 0 0,1 0 0,0 0 0,-1 0 0,1 0 0,-1 0 0,0 0 0,1 0 0,-1 0 0,0 0 0,1 0 0,-1 0 0,0 1 0,0-1 0,0 0 0,0 1 0,0-1 0,0 1 0,-1-2 0,-10-2-1365,0 2-5461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58.8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43 24575,'5'-17'0,"-5"15"0,0 0 0,1 0 0,-1 0 0,1 0 0,0 0 0,0 1 0,0-1 0,0 0 0,0 0 0,0 0 0,1-1 0,-1 3 0,-1 0 0,0-1 0,0 1 0,1 0 0,-1 0 0,0 0 0,0 0 0,1 0 0,-1 0 0,0 0 0,0 0 0,0 0 0,1 0 0,-1 0 0,0 0 0,0 0 0,1 0 0,-1 0 0,0 0 0,0 0 0,1 0 0,-1 0 0,0 0 0,0 1 0,1-1 0,-1 0 0,0 0 0,0 0 0,0 0 0,1 0 0,-1 1 0,0-1 0,0 0 0,0 0 0,0 0 0,0 1 0,1-1 0,-1 0 0,0 0 0,0 0 0,0 1 0,0-1 0,0 0 0,0 0 0,0 1 0,0-1 0,0 0 0,0 1 0,4 15 0,-3-14 0,39 136 0,-26-98 0,-2 1 0,9 52 0,-20-74 0,0 36 0,-1 5 0,0-58 0,0-1 0,1 0 0,-1 1 0,0-1 0,1 0 0,-1 0 0,1 1 0,-1-1 0,1 0 0,0 0 0,-1 0 0,1 0 0,0 0 0,0 0 0,0 0 0,0 0 0,0 0 0,0 0 0,0 0 0,0 0 0,0-1 0,0 1 0,0 0 0,0-1 0,1 1 0,-1-1 0,0 0 0,0 1 0,1-1 0,-1 0 0,0 0 0,1 1 0,-1-1 0,0 0 0,1 0 0,-1-1 0,2 1 0,6-1 0,1 0 0,0-1 0,18-6 0,-19 6 0,36-9 34,-26 7-733,33-12-1,-43 12-6126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59.4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24575,'0'0'0,"-1"0"0,1 0 0,0-1 0,0 1 0,0 0 0,0 0 0,0 0 0,0 0 0,0 0 0,0 0 0,0 0 0,0 0 0,0 0 0,0 0 0,0 0 0,0 0 0,-1 0 0,1 1 0,0-1 0,0 0 0,0 0 0,0 0 0,0 0 0,0 0 0,0 0 0,0 0 0,0 0 0,0 0 0,0 0 0,0 0 0,0 0 0,0 0 0,0 0 0,0 0 0,0 0 0,0 0 0,-1 0 0,1 0 0,0 0 0,0 1 0,0-1 0,0 0 0,0 0 0,0 0 0,0 0 0,0 0 0,0 0 0,0 0 0,0 0 0,0 0 0,0 0 0,0 0 0,0 0 0,0 0 0,0 1 0,1-1 0,-1 0 0,0 0 0,0 0 0,0 0 0,0 0 0,0 0 0,5 5 0,8 5 0,-13-10 0,155 92 0,-47-40 0,-108-52-18,0-1 0,-1 1 0,1 0 0,0 0 0,0 0 0,0 0 0,0 0 0,0 0 0,0 0 0,0 0 0,0 0 0,0 0 0,0 0 0,0 0 0,-1 0 0,1 0 0,0 0 0,0 0 0,0 0 0,0 0 0,0 0 0,0 0 0,0 0 0,0 0 0,0 0 0,0 0 0,0 0 0,0 1 0,-1-1 0,1 0 0,0 0 0,0 0 0,0 0 0,0 0 0,0 0 0,0 0 0,0 0 0,0 0 0,0 0 0,0 0 0,0 0 0,0 0 0,0 0 0,0 1 0,0-1 0,0 0 0,0 0 0,0 0 0,0 0 0,0 0 0,0 0 0,0 0 0,0 0 0,0 0 0,0 0 0,0 0 0,0 1 0,0-1 0,0 0 0,0 0 0,0 0 0,0 0 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59.9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3 24575,'0'-1'0,"-1"1"0,1 0 0,-1 0 0,1-1 0,-1 1 0,1 0 0,-1 0 0,1 0 0,-1 0 0,1 0 0,-1 0 0,1 0 0,-1 0 0,1 0 0,-1 0 0,1 0 0,-1 0 0,1 0 0,-1 0 0,1 0 0,0 0 0,-1 1 0,1-1 0,-1 0 0,1 0 0,-1 1 0,1-1 0,0 0 0,-1 0 0,1 1 0,-1-1 0,1 1 0,0-1 0,-1 1 0,-13 16 0,12-15 0,-27 32 0,-1-1 0,-37 30 0,50-46-1365,10-8-5461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0.1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0 24575,'-2'8'0,"-4"4"0,-1 4 0,1 1 0,2 0 0,4-1 0,1 1 0,4-1 0,3-1 0,1 0 0,0-2 0,0-2 0,0-2 0,-1 0 0,0-2 0,-1 1 0,1-2 0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0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24575,'3'-5'0,"2"-2"0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1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298 126 24575,'-35'-30'0,"-33"-25"0,60 49 0,-1 0 0,0 1 0,0 0 0,-1 0 0,-18-5 0,24 9 0,1 0 0,-1 1 0,0-1 0,1 1 0,-1 0 0,0 0 0,1 0 0,-1 1 0,0-1 0,1 1 0,-1 0 0,1 0 0,-1 0 0,1 0 0,-1 1 0,1 0 0,0-1 0,-1 1 0,1 0 0,0 1 0,0-1 0,1 0 0,-4 4 0,3-2 0,-1 0 0,0 0 0,1 1 0,0 0 0,0-1 0,1 1 0,-1 0 0,1 0 0,0 1 0,0-1 0,1 0 0,-1 1 0,1-1 0,0 10 0,1-2 0,0-1 0,2 0 0,-1 1 0,2-1 0,0 0 0,5 16 0,33 68 0,-23-58 0,127 305 0,-78-180 0,-67-163 0,1 3 0,0-1 0,0 1 0,-1-1 0,1 1 0,0 0 0,-1-1 0,0 4 0,-2-4 0,-2-6 0,-2-5 0,-12-18-1365,9 14-5461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1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356 31 24575,'-30'-5'0,"-13"-1"0,-3-1 0,2 2 0,5 2 0,6 0 0,6 2 0,6 1 0,3 0 0,2 2 0,2 2 0,0-1 0,3 0-8191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2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58 204 24575,'-1'3'0,"0"-1"0,0 1 0,1-1 0,-1 1 0,1 0 0,0 0 0,-1-1 0,1 1 0,0 0 0,1-1 0,-1 5 0,9 31 0,-6-27 0,1 4 0,1-1 0,0 0 0,1 0 0,0 0 0,1-1 0,1 0 0,0 0 0,1-1 0,0 0 0,17 17 0,-26-29 0,0 0 0,0 0 0,0 0 0,0 0 0,0 0 0,0-1 0,0 1 0,0 0 0,0 0 0,0 0 0,0 0 0,0 0 0,0 0 0,0 0 0,0 0 0,0 0 0,0 0 0,0 0 0,0 0 0,0 0 0,0 0 0,0 0 0,0 0 0,0 0 0,0 0 0,0 0 0,0 0 0,0 0 0,0 0 0,0 0 0,0 0 0,0 0 0,0 0 0,0 0 0,0 0 0,0 0 0,0 0 0,0 0 0,1 0 0,-1 0 0,0 0 0,0 0 0,-4-7 0,-5-8 0,-15-18 0,3 0 0,0-1 0,2-1 0,2-1 0,-18-55 0,33 88 0,1-1 0,0 1 0,-1-1 0,1 0 0,0 0 0,1 1 0,-1-1 0,1 0 0,0 0 0,0 0 0,0-5 0,0 9 0,0-1 0,0 1 0,1-1 0,-1 1 0,0 0 0,0-1 0,0 1 0,0 0 0,1-1 0,-1 1 0,0 0 0,0-1 0,1 1 0,-1 0 0,0-1 0,1 1 0,-1 0 0,0 0 0,1 0 0,-1-1 0,0 1 0,1 0 0,-1 0 0,0 0 0,1 0 0,-1-1 0,1 1 0,-1 0 0,1 0 0,14 4 0,11 15 0,-25-18 0,67 58 0,47 36 0,-88-75 0,0-2 0,1 0 0,1-2 0,37 15 0,-62-30 0,0 1 0,1-1 0,-1 0 0,0 0 0,1 0 0,-1-1 0,1 0 0,0 0 0,4 0 0,-7 0 0,-1-1 0,0 1 0,1 0 0,-1-1 0,0 1 0,0-1 0,1 0 0,-1 1 0,0-1 0,0 0 0,0 0 0,0 0 0,0 0 0,0 0 0,0 0 0,0 0 0,0 0 0,0 0 0,-1 0 0,1-1 0,0 1 0,-1 0 0,1 0 0,-1-1 0,1 1 0,-1 0 0,0-1 0,1 1 0,-1-1 0,0 1 0,0 0 0,0-3 0,-1-7 0,1 0 0,-2 1 0,1 0 0,-2-1 0,1 1 0,-1 0 0,-1 0 0,-6-13 0,-4-6 0,-26-38 0,19 34 0,-2 1 0,-33-36 0,54 66-68,0-1 0,0 1-1,0 0 1,0 0 0,0 1 0,0-1-1,0 0 1,-1 1 0,1-1 0,-1 1-1,1 0 1,-1 0 0,0 0 0,1 0-1,-1 0 1,0 1 0,1-1-1,-1 1 1,-5 0 0,-1 2-6758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2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 24575,'-2'7'0,"-2"6"0,1 2 0,0 2 0,2 0 0,2-2 0,2-2 0,2-1 0,1 1 0,2-2 0,-1-1 0,1-1 0,0-1 0,0-1 0,-1 1 0,1-1 0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2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87 24575,'17'-10'0,"6"-6"0,2 0 0,-1 2 0,-2 2 0,-3 2 0,-1 4 0,-4 4 0,-7 6 0,-8 1 0,-2 4 0,-5-1 0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2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 24575,'15'0'0,"7"0"0,1-3 0,-2 0 0,-2 0 0,-1 0 0,-2-1 0,0 0 0,-4-3 0,-6 1 0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3.1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24575,'2'10'0,"2"6"0,-1 3 0,2-2 0,0-2 0,-1 0 0,2-3 0,-1-1 0,2 0 0,0 1 0,0-2 0,0-5 0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3.3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56 24575,'15'-7'0,"7"-3"0,3 0 0,0 2 0,-3 3 0,-1 2 0,-3-2 0,-2 1 0,-3 1-8191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3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46 24575,'12'-5'0,"7"-2"0,3-1 0,0-1 0,-1 2 0,-2 2 0,-2 2 0,-3 2-8191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3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24575,'0'5'0,"2"4"0,2 3 0,-1 2 0,2 1 0,3 1 0,-1 0 0,2-3 0,-1-1 0,-2 0 0,1-2 0,-1 0 0,1-2 0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4.2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387 1 24575,'-22'0'0,"-11"0"0,-1 2 0,1 2 0,3 1 0,3 4 0,1-1 0,3 2 0,0 0 0,-4 0 0,-1 0 0,-2-1 0,1-3 0,7-2-8191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4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174 0 24575,'-10'0'0,"-6"0"0,-3 0 0,0 3 0,0 0 0,1 0 0,1 0 0,1-1 0,0-1 0,4-3 0,1-1 0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5.1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180 25 24575,'-18'-5'0,"-8"-2"0,-2 1 0,1 1 0,5 4 0,4 2 0,3 1 0,0 0 0,4 0-8191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06.1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0 164 24575,'0'-2'0,"0"-13"0,0 0 0,1 0 0,1 0 0,4-15 0,-6 26 0,2 0 0,-1 0 0,0 0 0,1 1 0,0-1 0,-1 1 0,2-1 0,-1 1 0,0 0 0,1 0 0,-1 0 0,1 0 0,0 0 0,0 0 0,0 1 0,0-1 0,0 1 0,1 0 0,-1 0 0,8-3 0,-7 4 0,1 0 0,-1 0 0,1 1 0,0-1 0,-1 1 0,1 0 0,0 0 0,-1 1 0,1-1 0,-1 1 0,1 0 0,0 0 0,-1 1 0,0-1 0,1 1 0,-1 0 0,0 0 0,5 3 0,-1 0 0,0 0 0,-1 1 0,1 0 0,-1 1 0,-1-1 0,1 1 0,11 16 0,-16-19 0,0 0 0,0 0 0,0 0 0,0 1 0,-1-1 0,0 1 0,1 0 0,-2-1 0,1 1 0,-1 0 0,1-1 0,-1 1 0,0 0 0,-1 0 0,0 5 0,-3 8 0,-1 0 0,-11 28 0,7-21 0,3-7 0,-1-1 0,-1 0 0,0 0 0,-1-1 0,-1 0 0,-22 27 0,27-37 0,1-2 0,0 1 0,0-1 0,0 1 0,1 0 0,0 0 0,0 0 0,0 0 0,-1 6 0,4-10 0,0 0 0,-1-1 0,1 1 0,0-1 0,0 1 0,0 0 0,0-1 0,0 1 0,1-1 0,-1 1 0,0-1 0,0 1 0,0 0 0,0-1 0,1 1 0,-1-1 0,0 1 0,0-1 0,1 1 0,-1-1 0,0 1 0,1-1 0,-1 1 0,1-1 0,0 1 0,0 0 0,1 0 0,-1-1 0,1 1 0,-1 0 0,1-1 0,-1 1 0,1-1 0,-1 1 0,3-1 0,3 1 0,-1-1 0,0 0 0,13-2 0,21-4 0,1 1 0,42 1 0,-57 2-1365,-17-1-5461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5.2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253 28 24575,'-124'-24'0,"116"23"0,1 0 0,-1 0 0,0 0 0,0 1 0,0 0 0,1 1 0,-1 0 0,0 0 0,-8 2 0,13-2 0,1 0 0,-1 0 0,0 0 0,1 0 0,-1 1 0,1-1 0,0 1 0,-1 0 0,1-1 0,0 1 0,0 0 0,-2 3 0,2-3 0,1 0 0,0-1 0,0 1 0,0 0 0,1 0 0,-1 0 0,0 0 0,1 0 0,-1 1 0,1-1 0,0 0 0,0 0 0,0 0 0,0 0 0,0 0 0,0 0 0,0 1 0,2 1 0,-1 0 0,0-1 0,0 0 0,1 0 0,-1 0 0,1 0 0,0 0 0,0 0 0,0 0 0,0 0 0,1-1 0,-1 1 0,1-1 0,-1 0 0,6 4 0,6 2 0,-1 0 0,15 6 0,-16-8 0,-4-2 0,0 0 0,0-1 0,1 0 0,-1 0 0,0-1 0,12 2 0,-18-4 0,0 1 0,0-1 0,0 0 0,0 0 0,0-1 0,0 1 0,-1 0 0,1-1 0,0 1 0,0-1 0,0 0 0,-1 1 0,1-1 0,0 0 0,-1 0 0,1 0 0,-1 0 0,1 0 0,-1-1 0,1 1 0,-1 0 0,0-1 0,0 1 0,1-1 0,-1 1 0,0-1 0,-1 1 0,1-1 0,0 0 0,0 0 0,-1 1 0,1-1 0,-1 0 0,1 0 0,-1-3 0,1-1 0,0-1 0,-1 1 0,0-1 0,-1 0 0,1 1 0,-1-1 0,-1 1 0,1 0 0,-1-1 0,0 1 0,-5-11 0,-3-10 0,38 55 0,-15-15 0,1 0 0,1-1 0,17 11 0,-23-17 0,0-1 0,0 0 0,1 0 0,0-1 0,0 0 0,20 4 0,-28-7 0,-1-1 0,1 1 0,-1-1 0,1 0 0,-1 0 0,1 0 0,0 0 0,-1 0 0,1 0 0,-1-1 0,1 1 0,-1 0 0,1-1 0,0 1 0,-1-1 0,0 0 0,1 1 0,-1-1 0,1 0 0,1-2 0,-2 2 0,0-1 0,1 0 0,-1 0 0,0 0 0,0 1 0,0-1 0,-1 0 0,1 0 0,0-1 0,-1 1 0,1 0 0,-1 0 0,0 0 0,0-4 0,0-3 0,0 1 0,-1 0 0,0-1 0,-1 1 0,-4-15 0,3 14 0,5 9 0,1 1 0,-1-1 0,0 1 0,0-1 0,0 1 0,0 0 0,0 0 0,3 2 0,-1-1 0,1 1 0,-1-1 0,1 0 0,-1 0 0,1-1 0,0 0 0,0 1 0,0-2 0,0 1 0,8 0 0,3-2 0,-1 0 0,18-4 0,-16 2 0,24 0 0,-32 3-273,0 0 0,1 1 0,-1 1 0,18 4 0,-17-3-6553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5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192 468 24575,'-11'-11'0,"-58"-54"0,58 55 0,0 1 0,-1 1 0,0 0 0,-18-8 0,28 15 0,1 0 0,0 1 0,0-1 0,-1 1 0,1-1 0,0 1 0,-1 0 0,1-1 0,-1 1 0,1 0 0,0 0 0,-1 0 0,1 0 0,-1 0 0,1 0 0,0 0 0,-1 1 0,1-1 0,-2 1 0,2 0 0,1-1 0,-1 1 0,0 0 0,1-1 0,-1 1 0,1 0 0,0 0 0,-1 0 0,1 0 0,-1-1 0,1 1 0,0 0 0,0 0 0,-1 0 0,1 0 0,0 0 0,0 0 0,0 0 0,0 0 0,0 0 0,0 0 0,1-1 0,-1 1 0,0 0 0,0 0 0,1 0 0,0 1 0,1 6 0,2 0 0,-1 0 0,1 0 0,0-1 0,0 0 0,1 0 0,0 0 0,1-1 0,9 10 0,0-1 0,1-1 0,31 19 0,-43-30 0,0-1 0,-1 0 0,1 0 0,0 0 0,0-1 0,0 1 0,1-1 0,-1 0 0,0 0 0,0-1 0,6 1 0,-8-1 0,-1 0 0,1 0 0,0-1 0,0 1 0,0 0 0,-1-1 0,1 0 0,0 1 0,0-1 0,-1 0 0,1 0 0,-1 0 0,1 0 0,-1 0 0,1 0 0,-1 0 0,1 0 0,-1-1 0,0 1 0,0-1 0,0 1 0,0-1 0,0 1 0,0-1 0,0 1 0,0-1 0,0 0 0,0-2 0,0-2 0,1 0 0,-2 0 0,1 0 0,0 0 0,-1 0 0,0 0 0,-1 0 0,1 0 0,-1 0 0,-1 0 0,-2-12 0,-4-3 0,-17-37 0,-139-252 0,152 291 0,12 19 0,0 0 0,0 0 0,-1 0 0,1 0 0,0 0 0,0 0 0,0 0 0,0 0 0,0 0 0,0 0 0,0 0 0,0 0 0,0 0 0,0 0 0,0 0 0,0 0 0,0 0 0,0 0 0,0 0 0,0 0 0,0 0 0,0 0 0,0 0 0,0 0 0,0 0 0,0 0 0,-1 0 0,1 0 0,0 0 0,0 0 0,0 0 0,0 0 0,0 0 0,0 0 0,0 0 0,0 0 0,0 0 0,0 0 0,0 0 0,0 0 0,0 0 0,0 0 0,0 0 0,0 0 0,0 0 0,0 0 0,0-1 0,5 13 0,108 210 0,-67-135 0,-42-79-86,5 9-169,-1 0-1,2-1 0,0-1 0,23 27 0,-21-31-6570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6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24575,'40'38'0,"2"-1"0,1-2 0,2-3 0,2-1 0,84 42 0,-126-70-98,0-1 155,1 1 1,-1-1 0,12 3 0,-16-4-105,0-1 0,0 0 0,0 0 0,-1 0 1,1 1-1,0-1 0,0 0 0,0 0 0,0 0 1,0-1-1,0 1 0,0 0 0,0 0 0,0 0 1,0-1-1,0 1 0,0-1 0,0 1 0,-1 0 1,1-1-1,0 1 0,0-1 0,-1 0 0,1 1 1,0-1-1,0 0 0,-1 1 0,1-1 0,-1 0 1,1 0-1,0-1 0,2-7-6779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6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0 24575,'-12'30'0,"-7"11"0,-1-1 0,4-3 0,5-6 0,1-8 0,2-6 0,3-3 0,0-4 0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7.1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43 24575,'-7'-5'0,"1"0"0,-1 0 0,0 0 0,-1 1 0,1 0 0,-1 0 0,-11-3 0,17 6 0,0 1 0,0-1 0,-1 1 0,1-1 0,0 1 0,0 0 0,-1 0 0,1 0 0,0 0 0,0 0 0,-1 1 0,1-1 0,0 1 0,0-1 0,0 1 0,-1 0 0,1 0 0,0 0 0,0 0 0,0 0 0,1 0 0,-1 0 0,0 1 0,0-1 0,1 1 0,-1 0 0,0-1 0,1 1 0,0 0 0,-1 0 0,-1 4 0,1-1 0,-1 1 0,1-1 0,0 1 0,0 0 0,1 0 0,0 0 0,0 0 0,0 0 0,1 0 0,0 0 0,0 0 0,0 0 0,1 0 0,2 9 0,3 7 0,0 0 0,16 33 0,0 1 0,33 104 0,-54-158-4,-1 0-1,1-1 0,0 1 0,0 0 1,0 0-1,0-1 0,1 1 0,-1-1 1,0 1-1,1-1 0,-1 0 0,1 1 1,-1-1-1,1 0 0,0 0 1,2 1-1,-1-1 27,1 1 0,0-1 1,0 0-1,-1 0 0,1 0 0,0-1 1,0 1-1,4-1 0,-3 0-136,1 0 0,-1-1-1,0 1 1,0-1 0,0 0 0,0-1-1,0 1 1,0-1 0,0 0 0,-1 0-1,1 0 1,8-6 0,-3-2-6712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66 24575,'0'-1'0,"-1"1"0,0-1 0,0 0 0,0 0 0,0 1 0,0-1 0,0 1 0,0-1 0,0 1 0,0-1 0,0 1 0,0-1 0,-2 1 0,-1 3 0,6 7 0,2-3 0,0 0 0,0 0 0,1-1 0,0 1 0,0-1 0,7 7 0,0-2 0,28 21 0,-36-30 0,0 1 0,0-1 0,0 0 0,1 0 0,-1 0 0,1-1 0,-1 1 0,1-1 0,8 1 0,-11-2 0,-1 0 0,0 0 0,1 0 0,-1 0 0,1 0 0,-1 0 0,1 0 0,-1 0 0,0-1 0,1 1 0,-1-1 0,0 1 0,1-1 0,-1 0 0,0 1 0,1-1 0,-1 0 0,0 0 0,0 0 0,0 0 0,0 0 0,0 0 0,0 0 0,0 0 0,0 0 0,-1 0 0,1-1 0,0 1 0,-1 0 0,1-1 0,-1 1 0,1 0 0,-1-1 0,1 1 0,-1-3 0,1-7 0,0-1 0,-1 0 0,-2-21 0,0 23 0,2 0 0,-1 0 0,1 1 0,1-1 0,2-19 0,-2 28 0,-1 1 0,0 0 0,0-1 0,0 1 0,0-1 0,0 1 0,1-1 0,-1 1 0,0 0 0,0-1 0,1 1 0,-1-1 0,0 1 0,1 0 0,-1-1 0,0 1 0,1 0 0,-1-1 0,0 1 0,1 0 0,-1 0 0,1-1 0,-1 1 0,0 0 0,1 0 0,-1 0 0,1 0 0,-1 0 0,1 0 0,-1-1 0,1 1 0,-1 0 0,1 0 0,-1 0 0,1 1 0,-1-1 0,0 0 0,1 0 0,-1 0 0,1 0 0,-1 0 0,1 0 0,-1 1 0,1-1 0,-1 0 0,0 0 0,1 1 0,0-1 0,21 18 0,-19-15 0,42 41-26,-28-26-309,2 0 1,0-1-1,27 18 0,-33-27-6491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6:18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24575,'16'-4'0,"0"2"0,0 0 0,1 1 0,-1 1 0,27 3 0,-33-2 0,-1 1 0,1 0 0,0 1 0,-1 0 0,0 0 0,0 1 0,0 1 0,0-1 0,-1 1 0,13 10 0,-9-6 0,-1 1 0,0 0 0,15 20 0,-22-25 0,-1-1 0,1 1 0,-2 1 0,1-1 0,0 0 0,-1 1 0,0-1 0,-1 1 0,1 0 0,-1-1 0,0 1 0,0 7 0,0 11 0,0-2 0,5 36 0,-1-37 0,1-1 0,2 1 0,0-1 0,1-1 0,13 23 0,18 37 0,-39-77 0,0 1 0,0-1 0,0 1 0,0-1 0,-1 1 0,1 0 0,-1-1 0,0 1 0,0 0 0,1 0 0,-2-1 0,1 1 0,0 0 0,-1 0 0,0 3 0,0-4 0,0 1 0,-1-1 0,1 0 0,-1 0 0,1 0 0,-1 0 0,0 0 0,1 0 0,-1 0 0,0-1 0,0 1 0,-1-1 0,1 1 0,0-1 0,0 0 0,-5 2 0,-7 2-170,0 0-1,-1-1 0,0-1 1,0 0-1,0 0 0,0-2 1,-24 0-1,22-1-6655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7:27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10 24575,'-16'9'0,"16"-9"0,-1 0 0,1 1 0,-1-1 0,0 0 0,1 0 0,-1 0 0,1 0 0,-1 0 0,0 0 0,1 0 0,-1 0 0,1 0 0,-1 0 0,0 0 0,1 0 0,-1 0 0,0 0 0,1 0 0,-1-1 0,1 1 0,-1 0 0,1 0 0,-1-1 0,0 1 0,1-1 0,0 0 0,0 1 0,0-1 0,0 1 0,0-1 0,1 1 0,-1-1 0,0 1 0,0-1 0,0 1 0,1-1 0,-1 1 0,0-1 0,1 1 0,-1 0 0,0-1 0,1 1 0,-1-1 0,0 1 0,1 0 0,-1-1 0,1 1 0,-1 0 0,1 0 0,-1-1 0,1 1 0,-1 0 0,2 0 0,-2-1 0,1 0 0,0 1 0,1-1 0,-1 1 0,0-1 0,0 1 0,0-1 0,0 1 0,0 0 0,0 0 0,0 0 0,1-1 0,1 1 0,-1 3 0,-1 0 0,1 0 0,-1 0 0,1 0 0,-1 0 0,0 0 0,0 1 0,0-1 0,0 5 0,0-2 0,-1-5-72,2 6 273,-2-7-235,0 0 0,0 0 0,0 0 0,0 0 1,0 0-1,1 0 0,-1-1 0,0 1 0,0 0 0,0 0 0,0 0 0,0 0 0,0 0 0,0 0 0,0 0 0,0 0 0,0 0 0,0 0 0,0 0 0,0 0 0,0 0 0,0 0 0,0 0 0,0 0 0,0 0 0,0 0 0,0 0 0,0 0 0,1 0 0,-1 0 0,0 0 1,0 0-1,0 0 0,0 0 0,0 0 0,0 0 0,0 0 0,0 0 0,0 0 0,0 0 0,0 0 0,0 0 0,1 0 0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24575,'23'39'0,"-3"1"0,-1 1 0,25 83 0,-34-92 0,18 37 0,0 0 0,-28-67-105,3 7 343,-3-9-265,0 1-1,0-1 0,0 0 0,0 0 1,0 0-1,0 0 0,0 0 0,0 1 1,0-1-1,0 0 0,0 0 0,0 0 1,0 0-1,0 0 0,0 1 0,0-1 1,0 0-1,0 0 0,0 0 0,0 0 1,0 0-1,-1 0 0,1 1 0,0-1 1,0 0-1,0 0 0,0 0 0,0 0 1,0 0-1,0 0 0,-1 0 0,1 0 1,0 0-1,0 0 0,0 0 0,0 0 1,0 1-1,-1-1 0,1 0 0,0 0 1,0 0-1,0 0 0,0 0 0,0 0 1,-1 0-1,1 0 0,0 0 0,0-1 1,0 1-1,0 0 0,0 0 0,-1 0 1,1 0-1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5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77 24575,'-58'-19'0,"-1"2"0,-118-17 0,153 31 0,0 1 0,0 1 0,-1 1 0,1 1 0,0 1 0,0 1 0,-45 12 0,54-11-1365,2 0-5461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15 24575,'-30'0'0,"-15"0"0,-3 0 0,5 0 0,7 0 0,8 0 0,5 0 0,4 0 0,3 0 0,2-3 0,1 0 0,-1 0 0,1 0 0,-1 1 0,2 1-8191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244 155 24575,'-51'-43'0,"17"13"0,-56-37 0,86 65 0,1 0 0,-1 0 0,1 0 0,-1 1 0,0-1 0,0 1 0,-5-2 0,8 3 0,0 0 0,0 0 0,0 0 0,0 0 0,0 0 0,0 0 0,0 0 0,0 1 0,0-1 0,0 0 0,0 0 0,0 1 0,0-1 0,0 1 0,0-1 0,1 1 0,-1-1 0,0 1 0,0-1 0,0 1 0,1 0 0,-1-1 0,0 1 0,1 0 0,-1 0 0,1-1 0,-1 1 0,1 0 0,-1 0 0,1 0 0,-1 0 0,1 0 0,-1 1 0,-1 10 0,0 0 0,0 1 0,1-1 0,1 1 0,0-1 0,4 22 0,-3-10 0,3 15 0,2 0 0,16 59 0,32 74 0,-25-84 0,28 55 0,-22-60 0,-34-80-83,1 2-238,0 0 1,0 0-1,6 8 1,-1-5-6506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6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61 24575,'-33'-5'0,"-15"-1"0,-5-3 0,1 0 0,5 3 0,6-2 0,4 2 0,6 1 0,3 2 0,4 1 0,2 1 0,1 1 0,2 0 0,1 0 0,2 1 0,4-1-8191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24575,'0'3'0,"1"0"0,-1 1 0,1-1 0,0 1 0,0-1 0,0 0 0,1 0 0,-1 0 0,1 1 0,0-1 0,0-1 0,0 1 0,0 0 0,0 0 0,1-1 0,-1 0 0,4 3 0,7 6 0,0-2 0,19 12 0,-23-16 0,9 6 0,1-1 0,32 13 0,-41-19 0,1-1 0,-1 0 0,0-1 0,1 0 0,0 0 0,-1-1 0,13-1 0,-21 0 0,-1 0 0,1 0 0,-1 0 0,1 0 0,-1 0 0,0-1 0,1 1 0,-1 0 0,1-1 0,-1 1 0,0-1 0,1 0 0,-1 1 0,0-1 0,0 0 0,0 0 0,1 0 0,-1 0 0,0 0 0,0 0 0,0 0 0,1-2 0,-1 1 0,-1 0 0,1 0 0,-1 0 0,1 0 0,-1 0 0,0 0 0,0 0 0,0 0 0,0 0 0,0 0 0,0 1 0,-1-1 0,1 0 0,-1-3 0,-3-4 0,1 0 0,-1 0 0,-1 1 0,1-1 0,-12-13 0,14 19 0,-1 0 0,1 0 0,0 0 0,0 0 0,0 0 0,-1-4 0,3 7 0,0 0 0,0 0 0,-1 0 0,1-1 0,0 1 0,0 0 0,0 0 0,0-1 0,0 1 0,0 0 0,0 0 0,0 0 0,0-1 0,0 1 0,0 0 0,0 0 0,0 0 0,1-1 0,-1 1 0,0 0 0,0 0 0,0 0 0,0-1 0,0 1 0,0 0 0,0 0 0,1 0 0,-1 0 0,0 0 0,0-1 0,0 1 0,0 0 0,1 0 0,-1 0 0,1 0 0,0-1 0,0 1 0,1 0 0,-1 0 0,0 0 0,0 0 0,0 0 0,0 0 0,1 1 0,-1-1 0,1 1 0,65 17 0,46 11 0,-95-26 0,0-1 0,0 0 0,1-1 0,24-2 0,-41 1 0,0 0 0,0 0 0,0 0 0,0-1 0,0 1 0,0-1 0,0 1 0,0-1 0,0 0 0,0 0 0,-1 0 0,1 0 0,0 0 0,0 0 0,-1 0 0,1-1 0,-1 1 0,1-1 0,-1 1 0,0-1 0,1 1 0,0-4 0,-1 3 0,0-1 0,0 0 0,0 0 0,-1 1 0,1-1 0,-1 0 0,0 0 0,0 0 0,0 0 0,0 0 0,-1 0 0,1 1 0,-1-1 0,1 0 0,-3-4 0,1 1-76,-1 0 1,0 0-1,0 0 0,0 1 0,0-1 0,-1 1 0,0 0 0,-1 0 1,1 1-1,-1-1 0,1 1 0,-1 0 0,-1 0 0,1 0 1,-1 1-1,1 0 0,-10-4 0,3 4-6750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86 24575,'-2'-15'0,"2"10"0,-1-1 0,1 1 0,-1 0 0,0-1 0,0 1 0,-1 0 0,0 0 0,1 0 0,-2 0 0,-3-8 0,5 13 0,1-1 0,-1 1 0,0-1 0,1 1 0,-1-1 0,1 1 0,-1-1 0,0 1 0,1 0 0,-1-1 0,0 1 0,1 0 0,-1 0 0,0 0 0,0-1 0,1 1 0,-1 0 0,0 0 0,0 0 0,1 0 0,-1 0 0,0 0 0,0 0 0,1 1 0,-1-1 0,0 0 0,1 0 0,-1 0 0,0 1 0,1-1 0,-1 0 0,0 1 0,1-1 0,-1 1 0,0-1 0,1 1 0,-1 0 0,-4 3 0,0 0 0,1 0 0,-6 8 0,5-7 0,-11 13 0,2-4 0,2 1 0,-14 19 0,23-30 0,0 1 0,1 0 0,0-1 0,-1 1 0,1 0 0,1 0 0,-1 1 0,1-1 0,0 0 0,0 0 0,1 1 0,-1 8 0,2-11 0,-1 0 0,1-1 0,0 1 0,0 0 0,0-1 0,0 1 0,1-1 0,-1 1 0,1-1 0,-1 0 0,1 1 0,0-1 0,0 0 0,0 0 0,0 0 0,0-1 0,0 1 0,1 0 0,-1-1 0,5 2 0,6 4 0,0-1 0,24 7 0,-28-10 0,32 11 0,1-2 0,1-1 0,76 7 0,-113-17-273,-1-1 0,1 0 0,-1-1 0,6 0 0,2-2-6553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24575,'-1'1'0,"0"-1"0,0 1 0,0 0 0,0 0 0,0 0 0,0-1 0,1 1 0,-1 0 0,0 0 0,1 0 0,-1 0 0,1 0 0,-1 0 0,1 0 0,-1 1 0,1-1 0,0 0 0,0 0 0,-1 0 0,1 0 0,0 0 0,0 2 0,3 29 0,-2-27 0,3 17 0,1 0 0,2 0 0,11 27 0,33 61 0,-39-86 0,8 16 0,3-2 0,47 63 0,-70-100 0,1-1 0,-1 1 0,1 0 0,0 0 0,-1-1 0,1 1 0,-1-1 0,1 1 0,0 0 0,-1-1 0,1 1 0,0-1 0,0 1 0,0-1 0,-1 0 0,1 1 0,0-1 0,1 1 0,-1-2 0,-1 1 0,1 0 0,-1 0 0,0 0 0,1-1 0,-1 1 0,1 0 0,-1 0 0,0-1 0,0 1 0,1 0 0,-1-1 0,0 1 0,1-1 0,-1 1 0,0 0 0,0-1 0,0 1 0,1-1 0,-1 1 0,0 0 0,0-1 0,0 1 0,0-1 0,0 0 0,1-5 0,-1 0 0,1 0 0,-2-12 0,-5-11 0,-2-12 0,8 39 0,0 0 0,0 0 0,0 0 0,0 0 0,0 0 0,1 0 0,-1 0 0,0 0 0,1 0 0,0 0 0,-1 0 0,1 0 0,0 1 0,0-1 0,2-3 0,-2 4 0,1 0 0,0-1 0,-1 1 0,1 0 0,0 0 0,0 0 0,0 0 0,-1 0 0,1 0 0,0 1 0,0-1 0,0 1 0,0-1 0,0 1 0,1 0 0,-1 0 0,0 0 0,0 0 0,0 0 0,0 0 0,3 1 0,5 1 0,0 1 0,18 6 0,-26-8 0,20 8 0,-1 2 0,24 15 0,14 6 0,-45-25-1365,-2-3-5461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8 24575,'-24'-3'0,"13"2"0,-1-1 0,1 1 0,-1 1 0,0 0 0,1 1 0,-17 2 0,27-2 0,0-1 0,0 0 0,0 0 0,0 0 0,0 1 0,0-1 0,1 0 0,-1 1 0,0-1 0,0 1 0,0-1 0,0 1 0,1-1 0,-1 1 0,0 0 0,0-1 0,1 1 0,-1 0 0,0 0 0,1-1 0,-1 1 0,1 0 0,-1 1 0,1-1 0,0 0 0,0 1 0,0-1 0,0 0 0,0 0 0,0 0 0,1 0 0,-1 0 0,0 0 0,1 0 0,-1 0 0,1 0 0,-1 0 0,1 0 0,-1 0 0,1-1 0,1 2 0,3 4 0,0 0 0,1-1 0,-1 0 0,11 6 0,-2-2 0,0 0 0,31 14 0,-37-20 0,0 0 0,0-1 0,0 0 0,0 0 0,0-1 0,0 0 0,17 0 0,-23-1 0,-1 0 0,0 0 0,1 0 0,-1 0 0,1 0 0,-1-1 0,0 1 0,1-1 0,-1 1 0,0-1 0,1 1 0,-1-1 0,0 0 0,0 1 0,0-1 0,0 0 0,1 0 0,-1 0 0,0 0 0,-1 0 0,3-2 0,-3 2 0,1-1 0,0 0 0,-1 0 0,1 0 0,-1 1 0,1-1 0,-1 0 0,0 0 0,0 0 0,0 0 0,0 0 0,0 0 0,-1-3 0,-1-4 0,-1 0 0,0 0 0,0 0 0,-9-15 0,11 23 0,1 0 0,-1 0 0,1 0 0,-1 0 0,1 0 0,-1 0 0,1 0 0,0 0 0,-1 1 0,1-1 0,0-1 0,0 1 0,0 0 0,0 0 0,0-1 0,0 2 0,1 0 0,-1 0 0,0-1 0,1 1 0,-1 0 0,1 0 0,-1 0 0,0 0 0,1 0 0,-1 0 0,0 1 0,1-1 0,-1 0 0,1 0 0,-1 0 0,0 0 0,1 0 0,-1 1 0,0-1 0,1 0 0,-1 0 0,0 0 0,1 1 0,-1-1 0,1 1 0,26 22 0,86 71-1365,-102-86-5461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24575,'156'101'0,"-150"-97"0,1 0 0,-1 0 0,1 0 0,1-1 0,-1 0 0,10 3 0,-15-6 0,-1 1 0,1-1 0,0 0 0,0 0 0,0 0 0,0 0 0,0 0 0,0 0 0,0 0 0,0-1 0,0 1 0,0-1 0,0 1 0,0-1 0,-1 0 0,1 0 0,0 0 0,0 0 0,-1 0 0,1 0 0,-1 0 0,1-1 0,-1 1 0,1 0 0,-1-1 0,0 1 0,0-1 0,1 0 0,0-2 0,1-2 0,0-1 0,-1 1 0,0 0 0,0-1 0,0 1 0,-1-1 0,0 0 0,-1 0 0,1 1 0,-1-1 0,0 0 0,-2-10 0,-1 0 0,0 0 0,-1 0 0,-12-28 0,14 39 0,-2-4 0,0 1 0,0 0 0,-9-14 0,13 23 1,0 0 0,0 0 0,0 0 0,0 0 0,0-1 0,0 1 0,0 0 0,0 0 0,0 0 0,0 0 0,-1 0 0,1 0 0,0 0-1,0-1 1,0 1 0,0 0 0,0 0 0,0 0 0,0 0 0,0 0 0,0 0 0,-1 0 0,1 0 0,0 0 0,0 0 0,0 0 0,0 0 0,0 0 0,0 0 0,-1-1 0,1 1 0,0 0-1,0 0 1,0 0 0,0 0 0,0 0 0,0 0 0,-1 0 0,1 1 0,0-1 0,0 0 0,0 0 0,0 0 0,0 0 0,0 0 0,-1 0 0,1 0 0,0 0 0,0 0 0,0 0-1,0 0 1,0 0 0,0 0 0,0 1 0,0-1 0,0 0 0,-1 0 0,1 0 0,0 0 0,0 0 0,0 0 0,0 0 0,0 1 0,0-1 0,-1 8-1302,1-7 1175,-1 8-6700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0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150 169 24575,'-20'-32'0,"-29"-39"0,41 60 0,0 1 0,-1 1 0,0 0 0,-15-11 0,24 19 0,-1 0 0,0 1 0,1-1 0,-1 1 0,0-1 0,0 1 0,0 0 0,1-1 0,-1 1 0,0 0 0,0-1 0,0 1 0,0 0 0,0 0 0,1 0 0,-2 0 0,1 0 0,1 0 0,-1 0 0,1 0 0,0 1 0,-1-1 0,1 0 0,0 0 0,-1 0 0,1 1 0,0-1 0,-1 0 0,1 1 0,0-1 0,0 0 0,-1 1 0,1-1 0,0 0 0,0 1 0,0-1 0,0 0 0,-1 1 0,1-1 0,0 1 0,0-1 0,0 3 0,-1 1 0,1-1 0,0 0 0,0 0 0,0 0 0,1 0 0,0 4 0,5 13 0,0-2 0,2 1 0,0-1 0,1 0 0,19 28 0,-11-19 0,-8-11 0,1-2 0,0 1 0,1-1 0,20 19 0,-25-28 0,0 1 0,0-1 0,1-1 0,-1 1 0,1-1 0,1 0 0,-1-1 0,0 1 0,1-1 0,-1-1 0,1 0 0,10 2 0,0-2 30,-1-1 0,0 0 0,34-4 0,-40 2-216,-1-1 1,0-1-1,0 1 0,0-2 1,0 1-1,-1-1 1,17-10-1,-16 8-6640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 24575,'4'-1'0,"-1"1"0,1-1 0,0 1 0,-1 0 0,1 0 0,-1 0 0,1 1 0,0-1 0,-1 1 0,1 0 0,-1 0 0,1 0 0,-1 0 0,0 0 0,0 1 0,1 0 0,-1-1 0,0 1 0,0 1 0,0-1 0,3 3 0,-4-3 0,0 0 0,0 0 0,0 0 0,0 1 0,0-1 0,0 0 0,0 1 0,-1-1 0,1 1 0,-1-1 0,0 1 0,0 0 0,0-1 0,0 1 0,0 0 0,-1 0 0,1 0 0,-1 0 0,0 0 0,0 0 0,0 0 0,0-1 0,0 1 0,-1 0 0,1 0 0,-2 4 0,0-5 0,1 0 0,0 1 0,-1-1 0,0 0 0,0-1 0,1 1 0,-1 0 0,0 0 0,0-1 0,-1 1 0,1-1 0,0 0 0,0 1 0,-1-1 0,1 0 0,-1 0 0,1-1 0,-1 1 0,-2 0 0,-7 1 0,0 0 0,-19 1 0,-27-3-1365,43 0-5461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24575,'2'7'0,"0"0"0,0 0 0,1-1 0,5 11 0,3 8 0,72 149 0,-50-109 0,-19-37 0,18 59 0,-27-71 0,-1 1 0,0-1 0,-2 1 0,0 0 0,0 20 0,-3-33-1365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62 24575,'-28'-5'0,"-13"-2"0,-6-2 0,1 1 0,2-2 0,5 2 0,6 2 0,6 2 0,5 1 0,4 2 0,2 1 0,2 0 0,3 3 0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1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18 120 24575,'-8'-8'0,"-1"0"0,15 13 0,27 21 0,0-1 0,1-2 0,1-1 0,1-2 0,65 26 0,-97-44 0,1 0 0,0 0 0,0-1 0,0 0 0,0 0 0,7 0 0,-11-1 0,0 0 0,0 0 0,0 0 0,0 0 0,0 0 0,0-1 0,0 1 0,0 0 0,0-1 0,0 1 0,0 0 0,0-1 0,0 1 0,0-1 0,-1 0 0,1 1 0,0-1 0,0 0 0,-1 1 0,1-1 0,0 0 0,-1 0 0,1 1 0,0-1 0,-1 0 0,0 0 0,1 0 0,-1 0 0,1 0 0,-1 0 0,0 0 0,0 0 0,1 0 0,-1 0 0,0 0 0,0 0 0,0 0 0,0-1 0,-1-5 0,0 1 0,0 0 0,0-1 0,0 1 0,-1 0 0,0 0 0,-1 0 0,0 0 0,-4-8 0,-7-18 0,13 32 0,1-1 0,0 0 0,-1 0 0,1 1 0,0-1 0,0 0 0,0 0 0,-1 0 0,1 1 0,0-1 0,0 0 0,0 0 0,0 0 0,0 0 0,1 1 0,-1-1 0,0 0 0,0 0 0,1-1 0,-1 2 0,1 0 0,-1 0 0,0-1 0,1 1 0,-1 0 0,1 0 0,-1 0 0,0 0 0,1-1 0,-1 1 0,1 0 0,-1 0 0,1 0 0,-1 0 0,1 0 0,-1 0 0,1 0 0,-1 0 0,0 0 0,1 0 0,-1 1 0,1-1 0,-1 0 0,1 0 0,5 3 0,0 0 0,0 0 0,8 5 0,-11-6 0,18 12 0,1-2 0,35 14 0,-47-22 0,1 0 0,-1-1 0,1-1 0,0 0 0,0 0 0,0-1 0,0 0 0,14-1 0,-23 0 0,0-1 0,0 1 0,0 0 0,0-1 0,-1 1 0,1-1 0,0 1 0,0-1 0,0 0 0,0 0 0,-1 0 0,1 0 0,0 0 0,-1 0 0,1-1 0,-1 1 0,1-1 0,1-1 0,-1 0 0,-1 1 0,0-1 0,0 1 0,1-1 0,-2 0 0,1 1 0,0-1 0,0 0 0,-1 0 0,0 1 0,1-6 0,-1 0 0,-1 1 0,0 0 0,0 0 0,0 0 0,-1 0 0,0 0 0,-1 0 0,1 0 0,-6-9 0,0 3 40,0 1 0,-11-15 0,16 24-175,-1-1 0,1 1 0,-1 0 0,1-1 0,-1 2 0,0-1 0,0 0 0,-1 1 0,1 0 0,-7-3 0,-2 1-6691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90 24575,'-3'-3'0,"-1"0"0,1-1 0,-1 2 0,0-1 0,0 0 0,0 1 0,-5-3 0,8 5 0,0-1 0,1 1 0,-1 0 0,0 0 0,0 0 0,1-1 0,-1 1 0,0 0 0,0 0 0,1 0 0,-1 0 0,0 1 0,0-1 0,1 0 0,-1 0 0,0 0 0,1 1 0,-1-1 0,0 0 0,0 1 0,0 0 0,0 0 0,0 0 0,0 0 0,1 0 0,-1 0 0,0 0 0,1 0 0,-1 0 0,1 0 0,-1 0 0,1 1 0,-1-1 0,1 0 0,0 0 0,0 1 0,-1 1 0,1 2 0,-1 0 0,1 0 0,-1 0 0,2 0 0,-1 0 0,0 0 0,1 0 0,0 0 0,0 0 0,1 0 0,1 6 0,-1-9 0,0 1 0,-1 0 0,1-1 0,0 1 0,0-1 0,0 0 0,0 0 0,1 0 0,-1 0 0,1 0 0,-1 0 0,1-1 0,0 1 0,-1-1 0,1 0 0,0 1 0,0-1 0,0-1 0,5 2 0,7 1 0,0-1 0,0-1 0,1 0 0,-1-1 0,1-1 0,27-4 0,-41 5 0,0-1 0,1 0 0,-1 1 0,0-1 0,0 0 0,1 0 0,-1 0 0,0 0 0,0-1 0,0 1 0,0-1 0,-1 1 0,1-1 0,0 1 0,-1-1 0,1 0 0,-1 0 0,1 0 0,-1 0 0,2-4 0,-2 4 0,0-1 0,-1 1 0,1-1 0,-1 0 0,1 1 0,-1-1 0,0 0 0,0 0 0,0 1 0,0-1 0,-1 0 0,1 1 0,-1-1 0,0 0 0,1 1 0,-1-1 0,0 1 0,-2-4 0,-2-1 8,1 0 0,-1 1 0,0 0 0,0 0 0,-1 0 0,0 1 0,0-1 0,0 1 0,-1 1 0,0-1 0,0 1 0,0 1 0,0-1 0,-15-4 0,4 2-256,0 1 1,0 1-1,-1 1 1,1 0-1,-25 0 1,26 3-6579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24575,'2'9'0,"0"0"0,1 0 0,-1 0 0,2 0 0,0-1 0,6 12 0,9 22 0,87 285 0,-97-295 0,14 32 0,-18-53 0,0 0 0,1-1 0,0 1 0,0-1 0,1-1 0,11 14 0,-15-21-34,-1 1 0,0-1 0,1 0 0,-1 0 0,1 0-1,-1 0 1,1-1 0,0 1 0,0-1 0,0 1 0,0-1 0,0 0 0,0 0-1,0 0 1,0-1 0,0 1 0,1-1 0,-1 1 0,0-1 0,0 0-1,1-1 1,-1 1 0,0 0 0,0-1 0,0 0 0,0 0 0,1 0 0,-1 0-1,0 0 1,-1 0 0,1-1 0,0 0 0,0 1 0,-1-1 0,1 0 0,-1 0-1,1-1 1,-1 1 0,3-3 0,3-6-6792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15 24575,'-33'-2'0,"-15"-1"0,-5-1 0,4 2 0,5 0 0,8 1 0,7 0 0,7 1 0,4 0 0,2 0 0,2 0 0,1 0 0,0 3 0,-1 0 0,0 3 0,3 0-8191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18 24575,'1'0'0,"0"1"0,-1-1 0,1 0 0,0 0 0,-1 1 0,1-1 0,-1 1 0,1-1 0,0 0 0,-1 1 0,1-1 0,-1 1 0,1-1 0,-1 1 0,0 0 0,1-1 0,-1 1 0,1-1 0,-1 1 0,0 0 0,8 16 0,-8-15 0,3 7 0,0 0 0,-1 0 0,0 0 0,0 0 0,-1 0 0,-1 0 0,0 0 0,0 0 0,0 0 0,-1 1 0,-3 9 0,4-17 0,-1 0 0,1-1 0,-1 1 0,0 0 0,0-1 0,0 1 0,0-1 0,0 1 0,0-1 0,0 1 0,-1-1 0,1 0 0,0 0 0,-1 0 0,1 1 0,-1-1 0,1-1 0,-3 2 0,1-1 0,0 0 0,0 0 0,1 0 0,-1-1 0,0 1 0,0-1 0,0 0 0,0 0 0,0 0 0,-4-1 0,-2-1 0,0 0 0,1 0 0,0-1 0,-1 0 0,1 0 0,-13-8 0,11 4 0,0 1 0,0-1 0,1-1 0,-1 0 0,-9-12 0,16 17 0,0 0 0,1-1 0,0 1 0,0-1 0,0 1 0,0-1 0,1 0 0,-3-7 0,4 9 0,-1 0 0,1 0 0,0-1 0,0 1 0,0 0 0,0-1 0,0 1 0,1 0 0,-1-1 0,1 1 0,-1 0 0,1 0 0,0 0 0,0-1 0,0 1 0,2-3 0,-1 2 5,0 1-1,1-1 1,0 1-1,-1-1 0,1 1 1,0 0-1,0 0 1,0 0-1,0 0 1,0 0-1,1 1 1,-1 0-1,0-1 1,1 1-1,-1 0 0,1 1 1,6-2-1,7 1-210,0 0 0,26 2 0,-24 0-621,-6 0-5999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24575,'64'54'0,"10"8"0,-64-55 0,0-1 0,0 0 0,1 0 0,-1-1 0,1 0 0,12 3 0,-20-7 0,0-1 0,0 1 0,0 0 0,0-1 0,0 0 0,0 0 0,0 0 0,0 0 0,0 0 0,-1 0 0,1-1 0,0 1 0,0-1 0,0 0 0,0 0 0,0 0 0,4-3 0,-4 2 0,-1 0 0,1 0 0,-1 0 0,0-1 0,0 1 0,0-1 0,0 1 0,-1-1 0,1 1 0,-1-1 0,0 0 0,1 0 0,-1 0 0,0 0 0,-1 0 0,1 0 0,0-4 0,0 2 0,-1 0 0,0 1 0,0-1 0,0 0 0,0 1 0,-1-1 0,0 0 0,0 1 0,0-1 0,-3-6 0,10 17 0,-1-1 0,1-1 0,-1 1 0,1-1 0,0 0 0,12 6 0,-5-5 0,0-1 0,-1 0 0,1-1 0,0-1 0,0 0 0,1 0 0,-1-1 0,0-1 0,18-2 0,-23 1 0,0 0 0,1-1 0,-1 0 0,0 0 0,0-1 0,15-7 0,-19 7 0,1 0 0,-1 0 0,1 0 0,-1 0 0,0-1 0,0 0 0,0 0 0,-1 0 0,0 0 0,1-1 0,3-6 0,-5 5 0,1 0 0,-1 0 0,0 0 0,-1 0 0,0 0 0,0-1 0,0 1 0,0 0 0,-1-1 0,0 1 0,-1 0 0,1 0 0,-1-1 0,0 1 0,-1 0 0,-2-9 0,3 14 0,1 0 0,-1 0 0,1 0 0,0 0 0,-1 0 0,0 0 0,1 1 0,-1-1 0,0 0 0,1 0 0,-1 0 0,0 1 0,0-1 0,1 0 0,-1 1 0,0-1 0,0 1 0,0-1 0,0 1 0,0 0 0,0-1 0,-1 1 0,1 0 0,-1 0 0,1 0 0,0 0 0,0 0 0,0 1 0,0-1 0,0 0 0,0 1 0,0-1 0,0 1 0,0-1 0,0 1 0,0 0 0,0-1 0,0 1 0,0 0 0,0 1 0,-3 1 0,1 1 0,0 0 0,0 1 0,0-1 0,1 0 0,-1 1 0,-2 9 0,3-9 0,1 1 0,-1 0 0,1 0 0,0 0 0,1 0 0,0 0 0,0 0 0,0 0 0,0 0 0,1 0 0,0 0 0,2 7 0,-1-9 0,0 1 0,0-1 0,0 0 0,0 1 0,1-1 0,0 0 0,0 0 0,0-1 0,0 1 0,1-1 0,-1 1 0,1-1 0,0 0 0,0 0 0,6 3 0,1-1 20,-1 0 0,1 0 0,0-2 0,0 1 0,22 3 0,-11-4-515,-1-1 0,28-2 0,-36 0-6331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5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24575,'-2'1'0,"0"0"0,-1-1 0,1 1 0,0 0 0,0 0 0,0 1 0,0-1 0,1 0 0,-1 1 0,0-1 0,0 1 0,1-1 0,-1 1 0,1 0 0,0-1 0,-1 1 0,1 0 0,0 0 0,-1 3 0,1-2 0,0 0 0,1 0 0,-1 0 0,1 0 0,0 0 0,-1 1 0,2-1 0,-1 0 0,0 0 0,1 0 0,-1 0 0,2 5 0,1 0 0,0 0 0,1 0 0,0-1 0,0 1 0,0-1 0,1 0 0,0 0 0,1-1 0,8 10 0,-2-7 0,0 0 0,1 0 0,0-2 0,20 10 0,15 9 0,-47-26 0,1 1 0,-1 0 0,0-1 0,0 1 0,0 0 0,0 0 0,0 0 0,0 0 0,0 0 0,0 0 0,0 0 0,-1 0 0,1 0 0,0 1 0,-1-1 0,1 0 0,-1 0 0,1 1 0,-1-1 0,1 2 0,-1-2 0,-1 0 0,1 0 0,0 0 0,0 0 0,-1 0 0,1 0 0,0 0 0,-1 0 0,1 0 0,-1 0 0,0 0 0,1 0 0,-1 0 0,0 0 0,1 0 0,-1-1 0,0 1 0,0 0 0,0 0 0,0-1 0,0 1 0,0-1 0,0 1 0,0-1 0,-1 1 0,-9 3 0,-1 0 0,0-1 0,0 0 0,0-1 0,0 0 0,-14 0 0,-9 1 0,-91 5-1365,107-8-5461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 24575,'-1'-6'0,"-2"6"0,-6 11 0,-7 20 0,6-4 0,2 0 0,0 1 0,2 1 0,-5 52 0,7-17 0,5 72 0,1-121 0,0-1 0,0 1 0,2-1 0,0 1 0,0-1 0,1 0 0,1 0 0,0-1 0,1 0 0,1 0 0,0-1 0,11 14 0,-9-13 0,2-1 0,0 0 0,0 0 0,1-1 0,0 0 0,1-1 0,0-1 0,0 0 0,1-1 0,22 8 0,-26-13-170,0 0-1,0-1 0,0 0 1,0-1-1,0 0 0,0 0 1,11-2-1,-9 0-6655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24575,'-9'1'0,"0"0"0,0 1 0,0 0 0,-14 6 0,22-8 0,-1 1 0,1-1 0,-1 1 0,1 0 0,-1-1 0,1 1 0,0 0 0,-1 0 0,1 0 0,0 0 0,0 0 0,0 1 0,0-1 0,0 0 0,0 0 0,0 1 0,0-1 0,0 1 0,1-1 0,-1 1 0,0-1 0,1 1 0,-1-1 0,1 1 0,0-1 0,0 1 0,-1 0 0,1-1 0,0 1 0,0-1 0,1 1 0,-1 0 0,1 2 0,1 2 0,0 0 0,1 0 0,-1 0 0,1-1 0,1 1 0,-1-1 0,1 0 0,5 5 0,39 37 0,-30-30 0,12 7 0,-23-19 0,0 1 0,0 0 0,0 0 0,8 9 0,-15-14 0,1 0 0,0 0 0,-1 0 0,1 0 0,0-1 0,-1 1 0,1 0 0,-1 0 0,0 0 0,1 0 0,-1 0 0,0 0 0,1 1 0,-1-1 0,0 0 0,0 0 0,0 0 0,0 0 0,0 0 0,-1 2 0,1-2 0,-1 0 0,1 0 0,-1 0 0,1-1 0,-1 1 0,0 0 0,1 0 0,-1 0 0,0-1 0,0 1 0,0-1 0,1 1 0,-1 0 0,0-1 0,0 1 0,0-1 0,-2 1 0,-1 0 0,-1 0 0,1 0 0,-1 0 0,0 0 0,1-1 0,-1 0 0,0 0 0,-5-1 0,-25-6 0,-37-12 0,16 3 0,31 7-1365,15 6-5461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6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24575,'3'10'0,"2"6"0,4 2 0,3 2 0,-1-2 0,0 0 0,1-1 0,1 0 0,-2-2 0,0-3 0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7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24575,'0'-5'0,"2"1"0,1 3 0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7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24575,'0'3'0,"1"0"0,1 0 0,-1 0 0,0-1 0,1 1 0,-1 0 0,1 0 0,0-1 0,0 1 0,4 3 0,0 2 0,-1-1 0,1-1 0,0 0 0,0 0 0,0 0 0,1-1 0,-1 0 0,11 6 0,-14-10 0,0 1 0,0 0 0,1-1 0,-1 1 0,1-1 0,-1 0 0,1 0 0,-1 0 0,1-1 0,0 1 0,-1-1 0,1 0 0,0 0 0,-1 0 0,1-1 0,0 1 0,-1-1 0,1 0 0,3-1 0,-6 1 0,0 1 0,1-1 0,-1 0 0,0 1 0,0-1 0,0 0 0,0 0 0,0 1 0,0-1 0,0 0 0,-1 0 0,1 0 0,0 0 0,0 0 0,-1 0 0,1-1 0,-1 1 0,1 0 0,-1 0 0,1-2 0,0-2 0,-1 1 0,1 0 0,-1-1 0,-1-6 0,1 8 0,0 1 0,-1 0 0,1-1 0,0 1 0,0 0 0,0-1 0,1 1 0,-1 0 0,0 0 0,1-1 0,0 1 0,-1 0 0,1 0 0,0 0 0,0 0 0,0 0 0,2-3 0,-2 5 0,0-1 0,0 1 0,0-1 0,0 0 0,0 1 0,1 0 0,-1-1 0,0 1 0,0 0 0,0-1 0,0 1 0,1 0 0,-1 0 0,0 0 0,0 0 0,1 0 0,-1 0 0,0 0 0,0 1 0,0-1 0,1 0 0,-1 1 0,0-1 0,0 1 0,0-1 0,1 2 0,4 1 0,0 0 0,0 1 0,6 5 0,9 8 0,-1 1 0,24 28 0,-35-34-1365,-2-1-5461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24575,'0'6'0,"-1"-1"0,1 1 0,0-1 0,0 1 0,0 0 0,1-1 0,0 1 0,0-1 0,1 1 0,-1-1 0,1 0 0,0 0 0,1 0 0,-1 0 0,1 0 0,0 0 0,0-1 0,0 1 0,1-1 0,5 6 0,3 1 0,0 0 0,0-1 0,1-1 0,0 0 0,29 14 0,-35-19 0,0-1 0,1 0 0,0 0 0,0-1 0,0 0 0,0 0 0,0-1 0,0 0 0,14-1 0,-19 0 0,0 0 0,0 0 0,-1-1 0,1 1 0,0-1 0,-1 0 0,1 0 0,-1 0 0,1 0 0,-1 0 0,1 0 0,-1-1 0,0 1 0,0-1 0,0 0 0,0 1 0,0-1 0,0 0 0,0 0 0,0 0 0,-1-1 0,1 1 0,-1 0 0,1-1 0,-1 1 0,0-1 0,0 1 0,0-1 0,-1 1 0,1-1 0,0 0 0,-1-3 0,0-24 0,0 25 0,0 0 0,0 0 0,0 0 0,0 0 0,1 1 0,1-7 0,-2 10 0,0 1 0,0 0 0,0 0 0,0 0 0,0 0 0,0 0 0,0 0 0,0-1 0,0 1 0,0 0 0,0 0 0,0 0 0,1 0 0,-1 0 0,0 0 0,0 0 0,0-1 0,0 1 0,0 0 0,0 0 0,0 0 0,1 0 0,-1 0 0,0 0 0,0 0 0,0 0 0,0 0 0,0 0 0,1 0 0,-1 0 0,0 0 0,0 0 0,0 0 0,0 0 0,0 0 0,1 0 0,-1 0 0,0 0 0,0 0 0,0 0 0,0 0 0,0 0 0,1 0 0,6 7 0,5 8 0,-1 2-682,12 28-1,-17-32-6143</inkml:trace>
</inkml:ink>
</file>

<file path=ppt/ink/ink4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24575,'-2'1'0,"0"0"0,0 0 0,1 0 0,-1 1 0,0-1 0,1 1 0,-1-1 0,1 1 0,0 0 0,0 0 0,-1-1 0,0 3 0,-10 27 0,3-7 0,8-22 0,0 1 0,0-1 0,1 1 0,-1 0 0,1-1 0,0 1 0,-1 0 0,1-1 0,0 1 0,1 0 0,-1 0 0,0-1 0,1 1 0,0 0 0,0-1 0,-1 1 0,4 4 0,1 5 0,2 0 0,10 14 0,-8-12 0,-1-3 0,14 27 0,-21-37 0,0 1 0,0 0 0,0 0 0,-1 0 0,1 0 0,-1 0 0,1 0 0,-1 0 0,0 0 0,0 0 0,0 0 0,0 0 0,0 0 0,0 0 0,0 0 0,-2 4 0,1-5 0,0 1 0,0-1 0,0 1 0,0-1 0,0 0 0,0 1 0,-1-1 0,1 0 0,0 0 0,-1 0 0,1 0 0,-1 0 0,1-1 0,-1 1 0,0 0 0,1-1 0,-1 1 0,0-1 0,1 0 0,-1 1 0,0-1 0,1 0 0,-1 0 0,0 0 0,0 0 0,-2-1 0,-4 1 0,0-1 0,0-1 0,0 1 0,-9-5 0,9 3-33,0 0 1,0-1-1,1-1 0,-12-7 0,6 3-1168,2 2-5625</inkml:trace>
</inkml:ink>
</file>

<file path=ppt/ink/ink4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9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34 24575,'3'-1'0,"0"0"0,0 1 0,0 0 0,0 0 0,0-1 0,0 1 0,-1 1 0,1-1 0,0 0 0,0 1 0,0 0 0,0-1 0,0 1 0,-1 0 0,1 1 0,0-1 0,-1 0 0,1 1 0,-1-1 0,0 1 0,1 0 0,-1 0 0,0 0 0,3 3 0,-2 0 0,1 0 0,-1-1 0,0 2 0,0-1 0,0 0 0,-1 1 0,0-1 0,0 1 0,-1 0 0,1-1 0,0 9 0,-2-13 0,0 0 0,1 1 0,-1-1 0,0 0 0,-1 1 0,1-1 0,0 0 0,0 1 0,0-1 0,-1 1 0,1-1 0,-1 0 0,1 0 0,-1 1 0,1-1 0,-1 0 0,0 0 0,0 0 0,0 0 0,0 2 0,-1-2 0,0 0 0,0 1 0,0-1 0,0 0 0,0 0 0,0 0 0,0 0 0,0 0 0,0-1 0,-1 1 0,-2 0 0,-1 0 0,-1 0 0,0-1 0,1 0 0,-1 0 0,0-1 0,0 0 0,-9-2 0,3-1 0,1 0 0,1-1 0,-1 0 0,1-1 0,0-1 0,0 1 0,0-2 0,1 1 0,1-2 0,-12-10 0,19 17 0,1 0 0,-1 0 0,0-1 0,1 1 0,0 0 0,0 0 0,-1-1 0,1 1 0,1-1 0,-1 1 0,0-1 0,1 1 0,-1-1 0,1 1 0,0-1 0,-1 0 0,2-3 0,-1 5 0,0-1 0,1 0 0,-1 1 0,0-1 0,1 1 0,0-1 0,-1 1 0,1-1 0,0 1 0,0-1 0,0 1 0,0 0 0,0 0 0,0-1 0,0 1 0,0 0 0,1 0 0,-1 0 0,0 0 0,1 0 0,-1 1 0,1-1 0,-1 0 0,1 1 0,-1-1 0,1 1 0,-1-1 0,3 0 0,6 0-136,0-1-1,0 1 1,0 1-1,0 0 1,0 0-1,0 1 1,-1 0-1,1 1 0,11 3 1,-11-2-6690</inkml:trace>
</inkml:ink>
</file>

<file path=ppt/ink/ink4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24575,'12'21'0,"5"8"0,1 2 0,-2-1 0,-1-4 0,-3-4 0,-4-5-8191</inkml:trace>
</inkml:ink>
</file>

<file path=ppt/ink/ink4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19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24575,'8'5'0,"2"1"-8191</inkml:trace>
</inkml:ink>
</file>

<file path=ppt/ink/ink4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182 487 24575,'-14'-4'0,"0"0"0,0 1 0,0 0 0,-1 1 0,1 1 0,-1 1 0,-20 1 0,33-1 0,0 0 0,0 0 0,0 0 0,0 1 0,0-1 0,0 1 0,0-1 0,0 1 0,0 0 0,1 0 0,-1 0 0,0 0 0,0 0 0,1 0 0,-1 1 0,0-1 0,1 0 0,0 1 0,-1-1 0,1 1 0,0 0 0,0-1 0,0 1 0,0 0 0,0 0 0,0 0 0,0 0 0,0-1 0,1 1 0,-1 0 0,1 0 0,0 0 0,-1 0 0,1 4 0,1 0 0,0 0 0,-1 0 0,2 0 0,-1 0 0,1-1 0,0 1 0,0-1 0,1 1 0,-1-1 0,7 10 0,0-3 0,0 0 0,1 0 0,0-1 0,13 11 0,-19-19 0,0 1 0,0-1 0,0 0 0,0-1 0,0 1 0,1-1 0,-1 0 0,1 0 0,-1 0 0,1 0 0,0-1 0,0 0 0,0 0 0,0 0 0,0-1 0,5 1 0,-8-2 0,1 1 0,-1 0 0,0-1 0,0 0 0,0 1 0,0-1 0,0 0 0,-1 0 0,1 0 0,0 0 0,0-1 0,-1 1 0,1 0 0,0-1 0,-1 1 0,0-1 0,1 0 0,-1 1 0,0-1 0,0 0 0,0 0 0,0 1 0,0-1 0,0 0 0,0 0 0,-1 0 0,1 0 0,0-5 0,0-2 0,0-1 0,0 0 0,-1 1 0,0-1 0,-2-10 0,-5-33 0,-17-64 0,-23-50 0,4 17 0,39 138 0,2 6 0,1 1 0,-1-1 0,1 0 0,0 1 0,0-1 0,0 0 0,1 0 0,0 0 0,0 0 0,2-6 0,-2 11 0,0 1 0,0-1 0,0 1 0,0-1 0,0 1 0,1-1 0,-1 1 0,0-1 0,0 1 0,1-1 0,-1 1 0,0-1 0,0 1 0,1 0 0,-1-1 0,0 1 0,1-1 0,-1 1 0,1 0 0,-1 0 0,1-1 0,-1 1 0,0 0 0,1 0 0,-1-1 0,1 1 0,-1 0 0,2 0 0,-1 0 0,-1 0 0,1 1 0,0-1 0,0 0 0,0 1 0,-1-1 0,1 1 0,0-1 0,-1 1 0,1-1 0,0 1 0,-1-1 0,1 1 0,-1 0 0,1 0 0,3 5 0,0 0 0,-1-1 0,3 9 0,22 64 0,34 156 0,-17-54 0,-26-112-1365,-14-55-5461</inkml:trace>
</inkml:ink>
</file>

<file path=ppt/ink/ink4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20 24575,'-4'-2'0,"-27"-12"0,29 14 0,0-1 0,0 0 0,0 1 0,-1 0 0,1-1 0,0 1 0,0 0 0,0 0 0,0 0 0,-1 0 0,1 1 0,-4 0 0,6-1 0,-1 1 0,0-1 0,1 0 0,-1 1 0,1-1 0,-1 1 0,0-1 0,1 1 0,-1-1 0,1 1 0,0-1 0,-1 1 0,1 0 0,-1-1 0,1 1 0,0 0 0,-1-1 0,1 1 0,0 0 0,0-1 0,0 1 0,0 0 0,-1 0 0,1-1 0,0 1 0,0 0 0,0 0 0,1-1 0,-1 1 0,0 1 0,7 24 0,-6-24 0,9 20 0,1 0 0,0-1 0,2 0 0,29 35 0,-25-33 0,-16-22 0,0 0 0,0 1 0,0-1 0,0 0 0,0 1 0,-1-1 0,1 1 0,0-1 0,-1 1 0,1-1 0,-1 1 0,1-1 0,-1 1 0,0-1 0,0 1 0,0 0 0,0-1 0,0 1 0,0 0 0,0-1 0,0 1 0,-1-1 0,1 3 0,-2-3 0,1 1 0,0 0 0,0 0 0,-1-1 0,1 1 0,-1-1 0,0 1 0,1-1 0,-1 0 0,0 0 0,0 1 0,0-1 0,0 0 0,0-1 0,0 1 0,0 0 0,-2 0 0,-8 2 10,0 0-1,0-1 0,0-1 0,1 0 1,-18-1-1,-60-8-346,50 4-747,16 1-5742</inkml:trace>
</inkml:ink>
</file>

<file path=ppt/ink/ink4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2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24575,'37'23'0,"-1"1"0,-1 2 0,50 48 0,-39-26 0,68 94 0,-87-104 0,-3 2 0,-1 0 0,23 59 0,-38-80 0,-2 0 0,0 1 0,5 38 0,-9-48 0,-1 1 0,-1 0 0,0-1 0,-1 1 0,0 0 0,0-1 0,-1 1 0,0-1 0,-5 13 0,5-18 9,-1 1 1,0 0-1,-1-1 0,1 0 0,-1 0 1,0 0-1,0-1 0,0 1 0,-1-1 0,0 0 1,0 0-1,-7 4 0,-1 0-380,0-1-1,-1 0 1,-27 8 0,21-9-6455</inkml:trace>
</inkml:ink>
</file>

<file path=ppt/ink/ink4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24575,'1'11'0,"0"0"0,0 1 0,1-1 0,1 0 0,0 0 0,0 0 0,1-1 0,1 1 0,-1-1 0,2 0 0,-1 0 0,1 0 0,1-1 0,0 0 0,0 0 0,1-1 0,0 0 0,0 0 0,12 8 0,-17-14 0,0 0 0,0-1 0,0 1 0,0-1 0,0 0 0,1 1 0,-1-1 0,0-1 0,1 1 0,-1 0 0,0-1 0,1 0 0,-1 1 0,0-1 0,6-1 0,-7 0 0,0 1 0,0-1 0,0 0 0,0 0 0,0 0 0,0 0 0,0 0 0,0-1 0,0 1 0,-1 0 0,1-1 0,-1 1 0,1-1 0,-1 0 0,1 1 0,-1-1 0,0 0 0,0 0 0,0 0 0,0 0 0,0 0 0,0 0 0,-1 0 0,2-4 0,0-8 0,0 0 0,-1 0 0,0 0 0,-3-24 0,2 32 0,0 6 0,0 0 0,0 0 0,0 0 0,0-1 0,0 1 0,0 0 0,0 0 0,0 0 0,0 0 0,0 0 0,0 0 0,0 0 0,0 0 0,0 0 0,0 0 0,0 0 0,0 0 0,0 0 0,0 0 0,0-1 0,0 1 0,0 0 0,0 0 0,0 0 0,0 0 0,0 0 0,0 0 0,0 0 0,0 0 0,0 0 0,0 0 0,0 0 0,0 0 0,0 0 0,0 0 0,0 0 0,0 0 0,0 0 0,1 0 0,-1 0 0,0 0 0,0 0 0,0 0 0,0 0 0,0 0 0,0 0 0,0 0 0,0 0 0,0 0 0,0 0 0,0 0 0,0 0 0,0 0 0,0 0 0,1 0 0,-1 0 0,0 0 0,0 0 0,0 0 0,5 4 0,5 7 0,5 9 0,1 0 0,0-2 0,2 0 0,22 19 0,-34-33 0,1 1 0,0-1 0,0 0 0,0-1 0,0 0 0,0 0 0,12 3 0,-13-5 0,0 0 0,-1 0 0,1-1 0,0 0 0,-1 0 0,1 0 0,0-1 0,-1 0 0,1 0 0,0 0 0,8-4 0,-12 4 0,0 1 0,-1-1 0,1 0 0,0 0 0,0 0 0,-1-1 0,1 1 0,-1 0 0,1-1 0,-1 1 0,0 0 0,1-1 0,-1 0 0,0 1 0,0-1 0,1-2 0,0 0 0,-1 1 0,0-1 0,0 1 0,-1-1 0,1 0 0,-1 1 0,1-1 0,-2-5 0,1-1 0,-2 0 0,1 1 0,-2-1 0,1 0 0,-7-16 0,6 21-80,1 0 0,0 0-1,-1 0 1,0 0 0,-1 0-1,1 0 1,-1 1 0,1-1-1,-1 1 1,-1 0 0,1 1 0,-1-1-1,1 1 1,-1-1 0,0 2-1,-10-6 1,2 4-6746</inkml:trace>
</inkml:ink>
</file>

<file path=ppt/ink/ink4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24575,'8'25'0,"2"11"0,2 1 0,-1-4-8191</inkml:trace>
</inkml:ink>
</file>

<file path=ppt/ink/ink4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24575,'0'8'0,"0"4"0,0 1-8191</inkml:trace>
</inkml:ink>
</file>

<file path=ppt/ink/ink4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24575,'7'33'0,"6"18"0,0 5 0,0 1 0,1-4 0,0-6 0,1-7 0,0-4 0,-3-4 0,-1-4 0,-1-5 0,-2-4 0,0-2 0,-3-4-8191</inkml:trace>
</inkml:ink>
</file>

<file path=ppt/ink/ink4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24575,'-28'0'0,"-11"0"0,-2 2 0,4 2 0,5-1 0,6 0 0,5-2 0,3 0 0,3 0 0,0-1 0,4 0-8191</inkml:trace>
</inkml:ink>
</file>

<file path=ppt/ink/ink4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4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24575,'8'37'0,"57"215"0,-51-209 0,2-1 0,1 0 0,41 67 0,-51-98 0,-3-2 0,1-1 0,1 1 0,0-1 0,0 0 0,0-1 0,1 0 0,14 12 0,-20-18 0,1 0 0,-1 0 0,0-1 0,0 1 0,1 0 0,-1-1 0,0 1 0,1-1 0,-1 1 0,0-1 0,1 0 0,-1 0 0,1 0 0,-1 0 0,0 0 0,1 0 0,-1 0 0,1 0 0,-1 0 0,0-1 0,2 1 0,-1-1 0,0 0 0,0-1 0,0 1 0,0 0 0,0-1 0,-1 1 0,1-1 0,-1 1 0,1-1 0,-1 0 0,1 1 0,0-3 0,3-4 0,-1-1 0,0 1 0,-1-1 0,0 0 0,2-10 0,-4 16 0,0 0 0,0 0 0,0 0 0,0 0 0,0 0 0,1 0 0,-1 0 0,3-2 0,-4 4 0,1 1 0,-1-1 0,1 1 0,0-1 0,-1 1 0,1-1 0,-1 1 0,1 0 0,0-1 0,-1 1 0,1 0 0,0 0 0,0 0 0,-1-1 0,1 1 0,0 0 0,0 0 0,-1 0 0,1 0 0,0 0 0,0 0 0,-1 0 0,1 1 0,0-1 0,0 0 0,-1 0 0,1 0 0,0 1 0,-1-1 0,1 0 0,0 1 0,-1-1 0,1 1 0,-1-1 0,1 1 0,-1-1 0,1 1 0,0-1 0,-1 1 0,19 17 52,29 35 0,-12-12-1521,-26-31-5357</inkml:trace>
</inkml:ink>
</file>

<file path=ppt/ink/ink4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77 24575,'-34'-42'0,"30"38"0,-1 0 0,1 0 0,-1 0 0,1 1 0,-1-1 0,0 1 0,-7-3 0,11 6 0,0-1 0,0 1 0,0 0 0,0-1 0,0 1 0,-1 0 0,1 0 0,0-1 0,0 1 0,0 0 0,0 0 0,-1 0 0,1 0 0,0 1 0,0-1 0,0 0 0,0 0 0,-1 1 0,1-1 0,0 1 0,0-1 0,0 1 0,0-1 0,0 1 0,0 0 0,0-1 0,0 1 0,0 0 0,1 0 0,-1 0 0,0 0 0,0 0 0,1 0 0,-1 0 0,1 0 0,-1 0 0,1 0 0,-1 0 0,0 1 0,-1 6 0,-1 0 0,1 1 0,0-1 0,-1 13 0,2-9 0,-7 35 0,-1 69 0,9-96 0,1 0 0,1 0 0,0 0 0,2-1 0,0 1 0,8 22 0,50 93 0,-41-92 0,23 60 0,-40-88-165,-1 0 0,-1 0 0,0 0 0,-1 0 0,-1 1 0,-1 15 0,1-27-45,0 8-6616</inkml:trace>
</inkml:ink>
</file>

<file path=ppt/ink/ink4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7 24575,'-28'-3'0,"-11"0"0,-2 2 0,4 5 0,7 3 0,8 3 0,6 1-8191</inkml:trace>
</inkml:ink>
</file>

<file path=ppt/ink/ink4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6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106 218 24575,'-5'13'0,"5"-13"0,0 0 0,0 0 0,0 0 0,-1 1 0,1-1 0,0 0 0,0 0 0,0 0 0,0 1 0,0-1 0,0 0 0,0 0 0,0 1 0,0-1 0,0 0 0,0 0 0,0 0 0,0 1 0,0-1 0,0 0 0,0 0 0,0 1 0,0-1 0,0 0 0,0 0 0,0 0 0,0 1 0,1-1 0,-1 0 0,0 0 0,0 0 0,0 1 0,0-1 0,0 0 0,1 0 0,-1 0 0,0 0 0,0 1 0,0-1 0,0 0 0,1 0 0,-1 0 0,0 0 0,0 0 0,1 0 0,-1 0 0,0 0 0,0 0 0,0 0 0,1 0 0,-1 0 0,0-1 0,0 1 0,0-1 0,0 1 0,0-1 0,0 1 0,0-1 0,0 1 0,0-1 0,0 1 0,0-1 0,0 1 0,0-1 0,0 1 0,0-1 0,-1 1 0,1-1 0,0 1 0,0 0 0,-1-1 0,0 0 0,-6-12 0,-7-7 0,-18-19 0,-14-18 0,43 50 0,6 7 0,8 9 0,7 13 0,-2 1 0,15 26 0,-15-22 0,-11-20 0,-1 0 0,1 1 0,-1-1 0,5 13 0,-25-40 0,-10-21 0,17 28 0,0-1 0,1 0 0,0-1 0,1 1 0,1-1 0,-8-26 0,14 39 0,0 0 0,-1 1 0,1-1 0,0 0 0,0 1 0,0-1 0,0 0 0,0 1 0,0-1 0,1 0 0,-1 1 0,1-1 0,-1 0 0,1-1 0,0 3 0,-1-1 0,1 0 0,0 1 0,-1 0 0,1-1 0,0 1 0,-1-1 0,1 1 0,0 0 0,-1-1 0,1 1 0,0 0 0,0 0 0,-1-1 0,1 1 0,0 0 0,0 0 0,0 0 0,-1 0 0,1 0 0,0 0 0,0 0 0,0 0 0,-1 1 0,1-1 0,0 0 0,0 0 0,-1 1 0,1-1 0,0 0 0,1 2 0,20 8 0,24 14 0,-25-12 0,30 13 0,-28-16 0,38 9 0,-53-16 0,0-1 0,-1 1 0,1-2 0,0 1 0,0-1 0,-1 0 0,1-1 0,0 0 0,10-2 0,-16 2 0,1 0 0,-1 0 0,0 0 0,1 0 0,-1 0 0,0-1 0,0 1 0,0-1 0,0 0 0,0 1 0,-1-1 0,1 0 0,0 0 0,-1 0 0,1 0 0,-1 0 0,0-1 0,0 1 0,1 0 0,-2 0 0,1-1 0,0 1 0,0-1 0,-1 1 0,1-4 0,-1 2 0,1 0 0,-1 0 0,0 0 0,0 0 0,-1 0 0,1 0 0,-1 0 0,0 0 0,0 0 0,0 1 0,-1-1 0,1 0 0,-1 1 0,0-1 0,-4-4 0,3 4 0,0 0 0,0 1 0,-1 0 0,0 0 0,1 0 0,-1 0 0,0 0 0,-1 1 0,-5-3 0,9 4 0,0 1 0,0-1 0,0 1 0,0 0 0,0-1 0,0 1 0,-1 0 0,1 0 0,0 0 0,0 0 0,0 0 0,-1 0 0,1 0 0,0 0 0,0 0 0,0 0 0,0 1 0,-1-1 0,1 0 0,0 1 0,0-1 0,0 1 0,0 0 0,0-1 0,0 1 0,0 0 0,0-1 0,0 1 0,1 0 0,-1 0 0,0 0 0,0 0 0,1 0 0,-1 0 0,0 0 0,1 0 0,-1 0 0,1 0 0,0 0 0,-1 0 0,1 0 0,0 1 0,-1 0 0,0 4 0,0-1 0,0 1 0,0-1 0,1 1 0,0 0 0,0 0 0,0-1 0,1 1 0,0-1 0,2 10 0,0-7 0,0 1 0,1-1 0,0 0 0,0 0 0,1 0 0,5 8 0,3-1 0,0 0 0,0-1 0,1 0 0,1-1 0,24 16 0,-27-21-114,1 0 1,0-1-1,0 0 0,0-1 0,1-1 1,0 0-1,0 0 0,0-2 0,1 0 1,-1 0-1,26 0 0,-20-3-6712</inkml:trace>
</inkml:ink>
</file>

<file path=ppt/ink/ink4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24575,'-8'3'0,"-1"-1"0,1 1 0,0 1 0,0 0 0,0 0 0,0 0 0,1 1 0,0 0 0,-14 12 0,18-13 0,0 0 0,0 0 0,0 0 0,0 0 0,1 0 0,0 0 0,-1 1 0,2-1 0,-1 1 0,0 0 0,1-1 0,0 1 0,0 0 0,0 0 0,1 0 0,0 0 0,0 0 0,0-1 0,1 9 0,0-7 0,1 0 0,-1 0 0,1-1 0,0 1 0,0 0 0,1-1 0,5 9 0,-7-12 0,1 1 0,-1-1 0,1 0 0,0 0 0,0 0 0,0 0 0,0 0 0,0 0 0,1 0 0,-1 0 0,1-1 0,-1 0 0,1 1 0,-1-1 0,1 0 0,0 0 0,5 1 0,-7-2 0,0 0 0,0 0 0,1 0 0,-1 0 0,0 0 0,0 0 0,1 0 0,-1 0 0,0-1 0,0 1 0,0-1 0,0 1 0,1-1 0,-1 1 0,0-1 0,0 1 0,0-1 0,0 0 0,1-1 0,0 1 0,-1-1 0,1 0 0,-1 0 0,0 0 0,0 0 0,0 0 0,0 0 0,0-1 0,1-2 0,0-4 0,0 0 0,-1 1 0,0-1 0,-1-11 0,-1-35 0,4 93 24,2 0 0,1 0 0,2-1 0,21 58 0,71 144-1509,-94-226-5341</inkml:trace>
</inkml:ink>
</file>

<file path=ppt/ink/ink4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24575,'1'3'0,"0"0"0,0 1 0,0-1 0,1 0 0,0 0 0,-1-1 0,1 1 0,3 3 0,-1 1 0,7 10 0,41 60 0,-45-68 0,1 0 0,0-1 0,0 0 0,0 0 0,20 12 0,-27-19 0,0 0 0,1 0 0,-1 0 0,1 0 0,0 0 0,-1 0 0,1-1 0,0 1 0,-1-1 0,1 1 0,0-1 0,0 0 0,-1 0 0,1 1 0,0-1 0,0 0 0,0-1 0,-1 1 0,1 0 0,0-1 0,0 1 0,-1 0 0,1-1 0,0 0 0,-1 1 0,1-1 0,-1 0 0,1 0 0,-1 0 0,1 0 0,-1 0 0,1-1 0,-1 1 0,0 0 0,0 0 0,1-2 0,4-6 0,-1 0 0,0 0 0,0-1 0,-1 1 0,4-13 0,2-6 0,-9 27 0,-1-1 0,1 1 0,0 0 0,-1-1 0,1 1 0,0 0 0,0 0 0,0-1 0,0 1 0,0 0 0,0 0 0,0 0 0,0 0 0,0 0 0,0 1 0,1-1 0,-1 0 0,0 0 0,0 1 0,1-1 0,-1 1 0,1-1 0,-1 1 0,3-1 0,-1 2 0,-1-1 0,1 0 0,-1 1 0,0 0 0,1 0 0,-1-1 0,0 1 0,1 1 0,-1-1 0,0 0 0,0 0 0,0 1 0,4 3 0,2 2 0,0-1 0,0 0 0,1 0 0,-1-1 0,15 7 0,-21-11 0,0 0 0,0-1 0,0 1 0,0 0 0,0-1 0,0 0 0,0 1 0,1-1 0,-1 0 0,0 0 0,0 0 0,0 0 0,1-1 0,-1 1 0,0 0 0,0-1 0,0 0 0,0 1 0,0-1 0,0 0 0,0 0 0,0 0 0,0 0 0,-1-1 0,1 1 0,0 0 0,-1-1 0,1 1 0,-1-1 0,1 0 0,-1 1 0,3-4 0,-2 0 0,0 1 0,0 0 0,0-1 0,-1 1 0,1-1 0,-1 0 0,0 1 0,-1-1 0,1-6 0,-2-48 0,0 33 0,1 9 0,0 0 0,-2 0 0,0 0 0,0 0 0,-2 0 0,0 1 0,-7-18 0,11 34 0,-1-1 0,1 0 0,0 0 0,-1 1 0,1-1 0,0 0 0,-1 0 0,1 1 0,-1-1 0,1 0 0,-1 1 0,1-1 0,-1 1 0,0-1 0,1 1 0,-1-1 0,0 1 0,1-1 0,-1 1 0,0 0 0,1-1 0,-1 1 0,0 0 0,0 0 0,0-1 0,-1 1 0,1 0 0,0 1 0,-1-1 0,1 0 0,0 1 0,-1-1 0,1 1 0,0 0 0,0-1 0,-1 1 0,1 0 0,0 0 0,0 0 0,0 0 0,-1 1 0,-3 3 0,1 1 0,-1 0 0,1 0 0,0 0 0,-3 7 0,2-1 0,0 1 0,0-1 0,1 1 0,1 0 0,0 0 0,0 1 0,2-1 0,0 0 0,0 1 0,2 18 0,-1-29 0,1 1 0,0-1 0,0 0 0,0 1 0,0-1 0,0 0 0,0 0 0,1 0 0,0 0 0,-1 0 0,1-1 0,0 1 0,1 0 0,-1-1 0,0 1 0,1-1 0,-1 0 0,1 0 0,0 0 0,0 0 0,-1 0 0,1-1 0,0 1 0,1-1 0,-1 0 0,0 0 0,5 1 0,1 0 0,1 0 0,-1-1 0,0-1 0,1 1 0,-1-1 0,0-1 0,1 0 0,16-4 0,-18 4 0,0-1 0,0-1 0,0 1 0,0-1 0,7-5 0,-12 7 0,-1-1 0,1 0 0,-1 0 0,0 0 0,0 0 0,0 0 0,0 0 0,-1-1 0,1 1 0,0 0 0,-1-1 0,0 1 0,1-1 0,-1 0 0,0 0 0,0 1 0,-1-1 0,2-4 0,-2-1 0,1 1 0,-1-1 0,0 1 0,0-1 0,-1 1 0,0-1 0,-4-11 0,-1-16 0,5 32 0,1 1 0,0-1 0,0 0 0,0 1 0,0-1 0,1-5 0,-1 8 0,0 0 0,1-1 0,-1 1 0,0 0 0,0-1 0,0 1 0,0 0 0,1 0 0,-1-1 0,0 1 0,0 0 0,0-1 0,1 1 0,-1 0 0,0 0 0,0 0 0,1-1 0,-1 1 0,0 0 0,1 0 0,-1 0 0,0 0 0,1-1 0,0 1 0,-1 0 0,1 0 0,0 1 0,-1-1 0,1 0 0,0 0 0,-1 0 0,1 0 0,0 1 0,-1-1 0,1 0 0,0 1 0,-1-1 0,1 1 0,-1-1 0,2 1 0,13 14 0,0 0 0,-1 1 0,20 29 0,-30-39 0,25 38 0,-15-23 0,17 22 0,-26-37 0,0 0 0,1-1 0,-1 0 0,1 0 0,0 0 0,0-1 0,1 0 0,7 4 0,-13-8 0,0 1 0,0-1 0,0 1 0,0-1 0,1 1 0,-1-1 0,0 0 0,0 0 0,0 1 0,0-1 0,0 0 0,1 0 0,-1 0 0,0 0 0,0-1 0,0 1 0,0 0 0,0 0 0,1-1 0,-1 1 0,2-2 0,-2 1 0,0 0 0,1 0 0,-1 0 0,0 0 0,0-1 0,0 1 0,0 0 0,0-1 0,-1 1 0,1-1 0,0 1 0,-1-1 0,2-2 0,-1-4 0,1-1 0,-1 1 0,0-1 0,-1-13 0,0 18 0,0 0 0,1-1 0,-1 1 0,1-1 0,0 1 0,0 0 0,0 0 0,0-1 0,5-6 0,-6 9 0,1 1 0,0 0 0,0 0 0,0 0 0,0 0 0,0 0 0,0 0 0,0 0 0,0 0 0,0 0 0,0 0 0,0 1 0,1-1 0,-1 0 0,0 1 0,0-1 0,1 1 0,-1-1 0,1 1 0,-1 0 0,0 0 0,1 0 0,-1-1 0,1 1 0,-1 0 0,0 1 0,1-1 0,-1 0 0,1 0 0,-1 1 0,0-1 0,1 1 0,-1-1 0,2 1 0,4 3 0,0 0 0,0 0 0,0 0 0,0 1 0,-1 0 0,0 0 0,7 8 0,35 44 0,-39-45-1365,-1-2-5461</inkml:trace>
</inkml:ink>
</file>

<file path=ppt/ink/ink4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9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47 24575,'-12'-6'0,"-5"-3"0,0 1 0,-32-10 0,46 17 0,-1 0 0,0 0 0,0 0 0,0 0 0,0 1 0,0 0 0,0-1 0,0 2 0,1-1 0,-1 0 0,0 1 0,0 0 0,0 0 0,0 0 0,0 0 0,1 0 0,-1 1 0,1 0 0,-5 3 0,6-4 0,0 0 0,0 1 0,1-1 0,-1 1 0,0 0 0,1 0 0,0 0 0,-1 0 0,1 0 0,0 0 0,0 0 0,0 0 0,0 0 0,1 0 0,-1 0 0,0 1 0,1-1 0,-1 3 0,1-1 0,0 0 0,1-1 0,-1 1 0,1 0 0,0 0 0,0 0 0,0-1 0,0 1 0,1-1 0,1 4 0,5 6 0,0-1 0,0 0 0,1 0 0,16 15 0,-3-4 0,0-1 0,51 37 0,-63-53 0,-1 0 0,1 0 0,0-1 0,1 0 0,-1-1 0,1 0 0,0 0 0,0-2 0,0 1 0,1-1 0,18 0 0,-27-1 0,1-1 0,-1-1 0,1 1 0,-1 0 0,1-1 0,-1 0 0,0 0 0,1 0 0,-1 0 0,0-1 0,0 1 0,0-1 0,0 1 0,0-1 0,0 0 0,0-1 0,0 1 0,-1 0 0,1-1 0,-1 1 0,0-1 0,3-3 0,-2 0 0,-1 0 0,1 0 0,-1 0 0,0 0 0,0 0 0,0 0 0,-1-1 0,0 1 0,-1-1 0,1 1 0,-1-8 0,-4-56 0,4 70 0,0 0 0,0 0 0,0 0 0,0 0 0,1 0 0,-1 0 0,0 0 0,0 0 0,0 0 0,0 0 0,0 0 0,0 0 0,0 0 0,0 0 0,0 0 0,0 0 0,0 0 0,0 0 0,0 0 0,0 0 0,0 0 0,0 0 0,0 0 0,0 0 0,0 0 0,0 0 0,0 0 0,0 0 0,0 0 0,0 0 0,0 0 0,0 0 0,0 0 0,0 0 0,1 0 0,-1 0 0,0 0 0,0 0 0,0 0 0,0 0 0,0 0 0,0 0 0,0 0 0,0 0 0,0 0 0,3 7 0,4 10 0,-4-3 0,2 0 0,0 0 0,0-1 0,1 1 0,1-1 0,0 0 0,1-1 0,11 14 0,-15-21 0,0 0 0,1 0 0,0 0 0,0-1 0,0 1 0,1-1 0,-1-1 0,1 1 0,0-1 0,0 0 0,0 0 0,0-1 0,1 1 0,-1-2 0,1 1 0,-1-1 0,1 0 0,-1 0 0,1 0 0,8-1 0,-14 0-97,1-1-1,-1 1 1,1 0-1,-1 0 1,1-1-1,-1 1 1,1-1-1,-1 1 1,0-1-1,1 0 1,-1 0-1,0 1 0,2-2 1</inkml:trace>
</inkml:ink>
</file>

<file path=ppt/ink/ink4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2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24575,'10'-5'0,"3"1"0,0 3 0,-3 5 0,-3 7 0,-5 3 0,-2 3 0,-3 2 0,1 2 0,0-1 0,0-1 0,1-4-8191</inkml:trace>
</inkml:ink>
</file>

<file path=ppt/ink/ink4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119 258 24575,'7'-23'0,"0"-1"0,5-37 0,-11 51 0,0-1 0,-1 0 0,0 0 0,0 0 0,-1 0 0,-1 1 0,0-1 0,-4-11 0,6 20 0,-1-1 0,0 1 0,0 0 0,0 0 0,0 0 0,0-1 0,-1 1 0,1 0 0,0 1 0,-1-1 0,0 0 0,1 0 0,-1 1 0,0-1 0,0 1 0,0-1 0,0 1 0,0 0 0,0 0 0,-1 0 0,1 0 0,0 0 0,0 1 0,-1-1 0,1 0 0,-1 1 0,1 0 0,0 0 0,-1 0 0,1 0 0,-1 0 0,1 0 0,0 0 0,-1 1 0,1-1 0,0 1 0,-1 0 0,1 0 0,0 0 0,0 0 0,0 0 0,-1 0 0,1 0 0,0 1 0,1-1 0,-1 1 0,0-1 0,-3 5 0,1-1 0,0 1 0,0-1 0,0 1 0,0 0 0,1 1 0,0-1 0,1 0 0,-1 1 0,1 0 0,0-1 0,1 1 0,0 0 0,0 0 0,0 0 0,1 10 0,0-4 0,2 1 0,-1-1 0,1 1 0,1-1 0,0 0 0,1 0 0,6 13 0,-5-15 0,1-1 0,0 0 0,0 0 0,1 0 0,1-1 0,-1 0 0,1 0 0,1-1 0,15 13 0,-16-16 0,0 1 0,0-1 0,1 0 0,-1-1 0,1 1 0,0-2 0,0 1 0,0-2 0,1 1 0,-1-1 0,1 0 0,11 0 0,-14-2-273,1 0 0,-1-1 0,0 1 0,8-3 0,-3-1-6553</inkml:trace>
</inkml:ink>
</file>

<file path=ppt/ink/ink4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24575,'-3'1'0,"-1"-1"0,1 1 0,-1 1 0,1-1 0,-1 0 0,1 1 0,0-1 0,0 1 0,0 0 0,0 0 0,0 1 0,0-1 0,1 0 0,-1 1 0,1 0 0,-1-1 0,1 1 0,0 0 0,-2 5 0,1-1 0,0 0 0,1 0 0,-1 0 0,2 0 0,-1 1 0,1-1 0,0 1 0,0 9 0,1-8 0,-1-1 0,1 0 0,1 1 0,0-1 0,0 0 0,0 1 0,1-1 0,0 0 0,1 0 0,0 0 0,0-1 0,8 14 0,4 0 0,10 12 0,-24-31 0,0 0 0,0 0 0,0 0 0,0 0 0,-1 0 0,1 0 0,0 0 0,-1 0 0,0 1 0,1-1 0,-1 0 0,0 0 0,0 0 0,0 4 0,-1-5 0,0 1 0,1-1 0,-1 1 0,0-1 0,0 1 0,0-1 0,0 1 0,0-1 0,0 0 0,-1 0 0,1 0 0,0 1 0,0-1 0,-1 0 0,1-1 0,-1 1 0,1 0 0,-1 0 0,1-1 0,-1 1 0,-3 0 0,-5 2 0,0-1 0,-15 2 0,16-3 0,-48 5-365,-79-4-1,117-2-268,-9 0-6192</inkml:trace>
</inkml:ink>
</file>

<file path=ppt/ink/ink4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19 24575,'-9'-4'0,"-1"1"0,1 0 0,0 1 0,-1 0 0,1 0 0,-1 1 0,0 0 0,1 1 0,-16 1 0,20-1 0,1 1 0,0 0 0,-1 0 0,1 0 0,0 1 0,0 0 0,0 0 0,0 0 0,0 0 0,0 0 0,0 1 0,1 0 0,-1 0 0,1 0 0,0 0 0,0 0 0,0 1 0,0-1 0,1 1 0,-1 0 0,1-1 0,-3 9 0,3-9 0,1 1 0,0-1 0,0 1 0,0 0 0,1-1 0,-1 1 0,1-1 0,0 1 0,0 0 0,0-1 0,0 1 0,1 0 0,0 3 0,1-1 0,0 0 0,0 0 0,1-1 0,0 1 0,0-1 0,0 0 0,5 7 0,0-3 0,-1 0 0,2-1 0,-1 0 0,1 0 0,0-1 0,1 0 0,20 10 0,-21-12-195,0-1 0,1 0 0,0 0 0,0-1 0,0-1 0,15 3 0,-12-4-6631</inkml:trace>
</inkml:ink>
</file>

<file path=ppt/ink/ink4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121 740 24575,'7'-88'0,"-7"-155"0,-7-49 0,7 232 0,0 57 0,0 1 0,0-1 0,0 0 0,0 0 0,-1 0 0,1 1 0,-1-1 0,0 0 0,0 1 0,0-1 0,0 1 0,0-1 0,-1 1 0,-2-5 0,2 5 0,1 1 0,-1 0 0,0 0 0,1 0 0,-1 0 0,0 0 0,1 0 0,-1 0 0,0 1 0,0-1 0,0 0 0,0 1 0,0 0 0,0-1 0,0 1 0,0 0 0,0 0 0,0 0 0,0 0 0,0 1 0,-3 0 0,1 0 0,1 0 0,0 0 0,0 0 0,0 0 0,0 0 0,0 1 0,1 0 0,-1-1 0,0 1 0,1 0 0,-1 0 0,1 1 0,0-1 0,-1 0 0,1 1 0,0-1 0,0 1 0,1 0 0,-1 0 0,1 0 0,-1-1 0,1 1 0,0 1 0,0-1 0,0 0 0,1 0 0,-1 4 0,-1 8 0,0 1 0,1 0 0,1-1 0,2 20 0,3 2 0,1-1 0,1 0 0,2 0 0,2-1 0,1-1 0,33 66 0,-35-83 0,0-1 0,1-1 0,1 1 0,1-2 0,0 0 0,1 0 0,0-2 0,1 1 0,0-2 0,25 15 0,7-5-1365,-37-15-5461</inkml:trace>
</inkml:ink>
</file>

<file path=ppt/ink/ink4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46 24575,'-14'-1'0,"0"0"0,0 0 0,-23 3 0,33-1 0,0-1 0,0 1 0,1 0 0,-1 0 0,0 1 0,1-1 0,-1 1 0,-3 2 0,5-3 0,1 0 0,-1 0 0,1 1 0,-1-1 0,1 0 0,0 1 0,0-1 0,0 1 0,-1 0 0,1-1 0,1 1 0,-1 0 0,0 0 0,0-1 0,1 1 0,-1 0 0,0 2 0,1 0 0,0-1 0,0 1 0,1 0 0,-1-1 0,1 1 0,-1-1 0,1 1 0,0 0 0,1-1 0,-1 0 0,0 1 0,1-1 0,0 0 0,0 0 0,3 3 0,1 3 0,0-1 0,1-1 0,0 1 0,9 7 0,-4-7 0,-1 1 0,1-1 0,23 11 0,-28-16 0,0 0 0,0 0 0,1-1 0,-1 0 0,0-1 0,1 1 0,-1-1 0,15 0 0,-21-1 0,1-1 0,0 1 0,-1 0 0,1 0 0,-1-1 0,1 1 0,0-1 0,-1 1 0,1-1 0,-1 0 0,1 0 0,-1 0 0,0 1 0,1-1 0,-1 0 0,0-1 0,0 1 0,0 0 0,2-2 0,-1 1 0,-1-1 0,0 0 0,1 0 0,-1 1 0,0-1 0,0 0 0,0 0 0,-1 0 0,1-6 0,0 1 0,-1 0 0,0 0 0,-1 0 0,0 0 0,0 0 0,-1 0 0,-2-8 0,0 5 17,-1 0 0,1 1 1,-2 0-1,1 0 0,-1 0 0,-10-10 0,13 15-123,-1 1 0,-1-1 0,1 1 0,0 1 0,-1-1 0,0 0-1,0 1 1,0 0 0,-1 0 0,1 1 0,0 0 0,-1-1 0,-9-1 0,2 2-6720</inkml:trace>
</inkml:ink>
</file>

<file path=ppt/ink/ink4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12 24575,'-12'-3'0,"0"0"0,1 1 0,-1 0 0,0 1 0,-13 0 0,22 1 0,1 1 0,0-1 0,0 0 0,-1 0 0,1 1 0,0 0 0,0-1 0,0 1 0,-1 0 0,1 0 0,0 0 0,0 0 0,0 0 0,1 1 0,-1-1 0,0 0 0,0 1 0,1 0 0,-1-1 0,1 1 0,-1 0 0,1 0 0,0 0 0,0 0 0,0 0 0,0 0 0,0 0 0,0 0 0,0 0 0,1 0 0,-1 0 0,1 1 0,-1 3 0,0 2 0,1 0 0,0 0 0,0 0 0,1 0 0,0 0 0,0 0 0,1 0 0,0 0 0,0-1 0,1 1 0,0-1 0,0 1 0,1-1 0,6 10 0,0-4 0,0-1 0,0 0 0,1-1 0,1 0 0,0-1 0,17 13 0,-28-23 0,0 0 0,-1 0 0,1 1 0,-1-1 0,1 0 0,-1 1 0,1-1 0,-1 1 0,1-1 0,-1 0 0,1 1 0,-1-1 0,0 1 0,1-1 0,-1 1 0,0-1 0,1 1 0,-1-1 0,0 1 0,0-1 0,1 1 0,-1 0 0,0-1 0,0 1 0,0-1 0,0 1 0,0 0 0,0 0 0,-1 0 0,1 0 0,-1-1 0,1 1 0,-1 0 0,0-1 0,0 1 0,1-1 0,-1 1 0,0-1 0,0 0 0,0 1 0,1-1 0,-1 0 0,0 0 0,0 1 0,-1-1 0,-8 1 0,1 0 0,-13 0 0,22-1 0,-210-1-1365,198 1-5461</inkml:trace>
</inkml:ink>
</file>

<file path=ppt/ink/ink4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18 234 24575,'43'-43'0,"82"-78"0,-122 118 0,0 1 0,0-1 0,-1 0 0,1 0 0,-1 0 0,3-4 0,-4 6 0,-1 1 0,0-1 0,1 0 0,-1 1 0,0-1 0,0 0 0,0 0 0,0 1 0,0-1 0,0 0 0,0 0 0,0 1 0,0-1 0,0 0 0,0 1 0,0-1 0,0 0 0,0 0 0,-1 1 0,1-1 0,0 0 0,-1 1 0,1-1 0,0 0 0,-1 1 0,1-1 0,-1 1 0,1-1 0,-1 1 0,1-1 0,-1 1 0,1-1 0,-1 1 0,0-1 0,1 1 0,-1 0 0,0-1 0,-1 1 0,-7-4 0,0 1 0,0 0 0,-1 1 0,1 0 0,-1 0 0,-10 1 0,1-2 0,13 3 0,1-1 0,-1 1 0,1 0 0,-1 0 0,1 0 0,-1 1 0,1 0 0,-1 0 0,-8 3 0,12-3 0,0 0 0,0 0 0,-1 0 0,1 0 0,0 1 0,0-1 0,0 1 0,0 0 0,1-1 0,-1 1 0,0 0 0,1 0 0,-1 0 0,1 0 0,0 0 0,0 0 0,0 1 0,0-1 0,0 0 0,0 1 0,0-1 0,1 1 0,-1 2 0,0 2 0,0-1 0,1 1 0,0-1 0,1 1 0,-1-1 0,1 1 0,0-1 0,1 0 0,-1 1 0,1-1 0,1 0 0,-1 0 0,7 11 0,-5-10 0,1-1 0,0 0 0,0 0 0,0 0 0,1-1 0,0 1 0,0-1 0,0-1 0,1 1 0,-1-1 0,10 4 0,2 0 0,1-1 0,0 0 0,0-2 0,0 0 0,0-1 0,1-2 0,0 1 0,0-2 0,22-1 0,-11-1-1365,-19 1-5461</inkml:trace>
</inkml:ink>
</file>

<file path=ppt/ink/ink4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45 24575,'-3'-11'0,"2"9"0,0-1 0,1 0 0,-1 0 0,1 1 0,-1-1 0,1 0 0,0 0 0,0 0 0,0 0 0,1-3 0,5 31 0,4 28 0,3 59 0,8 44 0,-16-137 0,-1-1 0,2 0 0,1 0 0,0 0 0,1-1 0,13 21 0,-10-21 0,1-2 0,0 1 0,24 22 0,-29-32 0,0 0 0,0 0 0,1 0 0,0-1 0,0 0 0,0-1 0,1 1 0,0-2 0,14 5 0,-17-7-114,-1 0 1,1-1-1,-1 0 0,1 0 0,-1-1 1,1 1-1,-1-1 0,1-1 0,-1 1 1,1-1-1,5-2 0,2-2-6712</inkml:trace>
</inkml:ink>
</file>

<file path=ppt/ink/ink4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7 24575,'-30'-3'0,"-13"0"0,-1 2 0,4 2 0,7 0 0,6 3 0,5 1 0,4-1 0,7-1 0</inkml:trace>
</inkml:ink>
</file>

<file path=ppt/ink/ink4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13 24575,'0'-1'0,"1"0"0,1 0 0,-1 0 0,0 0 0,0 0 0,0 0 0,0 0 0,1 1 0,-1-1 0,0 0 0,1 1 0,-1-1 0,1 1 0,-1-1 0,1 1 0,-1 0 0,0-1 0,1 1 0,-1 0 0,1 0 0,0 0 0,1 1 0,-1-1 0,0 1 0,0 0 0,-1 0 0,1 0 0,0 0 0,-1 0 0,1 0 0,-1 1 0,1-1 0,-1 1 0,0-1 0,1 1 0,-1-1 0,0 1 0,0 0 0,1 3 0,7 15 0,-1 1 0,-2 0 0,9 43 0,-13-55 0,-1-5 0,0 0 0,-1 0 0,1 0 0,-1 0 0,0 1 0,0-1 0,0 0 0,-1 0 0,1 1 0,-3 4 0,3-8 0,-1 1 0,0-1 0,1 1 0,-1-1 0,0 1 0,0-1 0,0 0 0,-1 0 0,1 1 0,0-1 0,0 0 0,-1 0 0,1 0 0,0 0 0,-1 0 0,1-1 0,-1 1 0,1 0 0,-1-1 0,0 1 0,1-1 0,-1 1 0,1-1 0,-1 0 0,0 0 0,1 0 0,-1 0 0,-2 0 0,-5 0 0,0-1 0,1-1 0,-1 1 0,0-2 0,1 1 0,-1-1 0,-11-6 0,5 2 0,1 0 0,0-2 0,-16-12 0,22 15 0,0-1 0,1 0 0,0 0 0,0-1 0,-7-10 0,12 15 0,0 1 0,0-1 0,1 0 0,-1 1 0,1-1 0,0 0 0,0 0 0,0 0 0,0 0 0,1 0 0,-1 0 0,1 0 0,-1 0 0,1 0 0,0-1 0,0 1 0,1 0 0,-1 0 0,1 0 0,-1 0 0,3-5 0,-3 7 7,1 0-1,0 0 0,0-1 0,0 1 1,0 0-1,0 0 0,0 0 1,0 0-1,0 0 0,0 0 1,1 0-1,-1 0 0,0 0 0,0 1 1,1-1-1,-1 0 0,1 1 1,1-1-1,2 0-303,0 0 0,0 0 0,0 0 0,5 1 0,3 0-6529</inkml:trace>
</inkml:ink>
</file>

<file path=ppt/ink/ink4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77 24575,'-1'1'0,"-13"6"0,-1 0 0,1 2 0,-16 12 0,26-18 0,1 0 0,-1 1 0,1-1 0,0 1 0,0-1 0,1 1 0,-4 5 0,5-7 0,0 0 0,1 1 0,-1-1 0,0 0 0,1 0 0,-1 1 0,1-1 0,0 0 0,-1 1 0,1-1 0,0 1 0,1-1 0,-1 0 0,1 5 0,0-4 0,0-1 0,0 1 0,1 0 0,-1-1 0,1 0 0,-1 1 0,1-1 0,0 0 0,0 0 0,0 0 0,0 0 0,0 0 0,0-1 0,1 1 0,-1-1 0,0 1 0,1-1 0,0 0 0,4 2 0,-5-2 0,-1-1 0,1 0 0,-1 1 0,1-1 0,-1 0 0,0 0 0,1 1 0,-1-1 0,1 0 0,-1-1 0,1 1 0,-1 0 0,1 0 0,-1-1 0,1 1 0,-1 0 0,0-1 0,1 0 0,-1 1 0,0-1 0,1 0 0,-1 0 0,0 1 0,0-1 0,0 0 0,1 0 0,-1 0 0,0-1 0,-1 1 0,1 0 0,0 0 0,0 0 0,0-1 0,-1 1 0,1 0 0,-1-1 0,1 1 0,0-3 0,0-2 0,0-1 0,0 0 0,-1-10 0,5 46 0,1-1 0,14 40 0,-5-21 0,-12-34 0,3 3 0,-1 1 0,-1 0 0,-1 0 0,0 1 0,-1-1 0,-1 31 0,-1-46 0,0 0 0,0 0 0,-1-1 0,1 1 0,0 0 0,-1-1 0,0 1 0,1-1 0,-1 1 0,0 0 0,1-1 0,-1 1 0,0-1 0,0 0 0,0 1 0,-1-1 0,1 0 0,0 0 0,0 0 0,-1 1 0,1-1 0,-1-1 0,1 1 0,-1 0 0,1 0 0,-3 0 0,2 0 0,0-1 0,-1 1 0,1-1 0,0 0 0,-1 0 0,1 0 0,0-1 0,-1 1 0,1 0 0,0-1 0,0 1 0,-1-1 0,1 0 0,0 0 0,0 0 0,0 0 0,0 0 0,0 0 0,-2-2 0,-1-1 0,0-1 0,-1 1 0,2-1 0,-1 0 0,1 0 0,0 0 0,0 0 0,0-1 0,0 0 0,-3-10 0,5 13 0,1 0 0,0 0 0,1 0 0,-1-1 0,0 1 0,1 0 0,0-1 0,0 1 0,0 0 0,0-1 0,0 1 0,1 0 0,0 0 0,-1-1 0,1 1 0,0 0 0,1 0 0,-1 0 0,0 0 0,1 0 0,0 0 0,4-5 0,3-3 0,1 1 0,0 0 0,0 0 0,1 1 0,14-8 0,63-34 0,-56 34 0,42-29 0,-64 38 0,1 0 0,-2-1 0,1 0 0,-1 0 0,0-1 0,8-12 0,-15 17 0,1 1 0,-1 0 0,1-1 0,-1 1 0,0-1 0,-1 0 0,1 0 0,-1 0 0,0 0 0,-1 0 0,1 0 0,-1 0 0,0 0 0,0 0 0,0 0 0,-1 0 0,1 0 0,-4-9 0,3 12 0,1 0 0,-1 0 0,0 0 0,0 0 0,0 1 0,0-1 0,0 0 0,-1 1 0,1-1 0,0 1 0,-1-1 0,1 1 0,-1 0 0,0-1 0,1 1 0,-1 0 0,0 0 0,0 0 0,0 0 0,1 1 0,-1-1 0,0 0 0,0 1 0,0-1 0,0 1 0,0 0 0,0 0 0,0-1 0,-4 2 0,3-1 0,0 0 0,0 1 0,0-1 0,1 1 0,-1 0 0,0 0 0,0 0 0,1 0 0,-1 0 0,1 1 0,-1-1 0,1 1 0,0 0 0,-1-1 0,1 1 0,0 0 0,0 0 0,0 1 0,0-1 0,-2 5 0,1-2 0,0 0 0,1 1 0,0-1 0,0 1 0,0-1 0,1 1 0,0 0 0,0 0 0,0 0 0,1 0 0,0-1 0,0 1 0,0 0 0,1 0 0,0 0 0,0 0 0,1-1 0,-1 1 0,1 0 0,0-1 0,1 1 0,-1-1 0,1 0 0,0 0 0,0 0 0,1 0 0,0-1 0,0 1 0,0-1 0,0 0 0,8 6 0,-5-5-105,-1 0 0,1 0 0,0-1 0,0 0 0,1 0 0,-1 0 0,1-1 0,0-1 0,0 1 0,0-1 0,0-1 0,9 2 0,-1-2-6721</inkml:trace>
</inkml:ink>
</file>

<file path=ppt/ink/ink4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24575,'45'224'0,"-6"-33"0,-18-41 0,-19-135-1365,2-3-5461</inkml:trace>
</inkml:ink>
</file>

<file path=ppt/ink/ink4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6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29 24575,'-27'-3'0,"-13"0"0,-1 0 0,2 0 0,4 2 0,6-1 0,2 2 0,4 0 0,4 0 0,1-3 0,0 0 0,0 0 0,0 0 0,4 2-8191</inkml:trace>
</inkml:ink>
</file>

<file path=ppt/ink/ink4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3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24575,'123'489'0,"-119"-472"0,-2-9 0,0 1 0,1-1 0,0 0 0,0 0 0,1-1 0,8 15 0,-12-21 0,0-1 0,1 0 0,-1 1 0,0-1 0,1 0 0,-1 1 0,0-1 0,0 0 0,1 0 0,-1 1 0,1-1 0,-1 0 0,0 0 0,1 1 0,-1-1 0,0 0 0,1 0 0,-1 0 0,1 0 0,-1 0 0,1 0 0,-1 0 0,0 0 0,1 0 0,-1 0 0,1 0 0,-1 0 0,1 0 0,0 0 0,0-1 0,-1 1 0,1-1 0,0 1 0,-1-1 0,1 0 0,-1 1 0,1-1 0,-1 0 0,1 1 0,-1-1 0,0 0 0,1 0 0,-1 0 0,8-32 0,-7 28 0,5-40 0,-6 34 0,1 0 0,1 0 0,0 0 0,0 0 0,8-19 0,-9 29 0,-1-1 0,1 1 0,0 0 0,0-1 0,-1 1 0,1 0 0,0 0 0,0-1 0,1 1 0,-1 0 0,0 0 0,0 0 0,0 1 0,1-1 0,-1 0 0,0 0 0,1 1 0,-1-1 0,1 0 0,1 0 0,0 1 0,0 0 0,-1 0 0,1 0 0,-1 0 0,1 0 0,-1 1 0,1-1 0,-1 1 0,1 0 0,-1-1 0,4 3 0,3 2 0,1 0 0,-1 1 0,0 0 0,13 12 0,-4-3 0,3 4 0,2-1 0,38 24 0,-55-38 0,1 0 0,-1-1 0,1 0 0,0 0 0,0-1 0,0 0 0,0 0 0,1-1 0,-1 0 0,0 0 0,1 0 0,-1-1 0,0 0 0,1-1 0,9-1 0,-12 0 0,1 0 0,-1 0 0,0-1 0,0 1 0,-1-1 0,1 0 0,-1-1 0,1 1 0,-1-1 0,0 0 0,0 0 0,0 0 0,-1 0 0,6-10 0,-4 5 0,0 1 0,0-1 0,-1 0 0,0-1 0,-1 1 0,0-1 0,3-14 0,-4 10 0,0 0 0,-1 1 0,-1-1 0,0 0 0,-1 0 0,-4-21 0,5 34 0,-1-1 0,1 1 0,0-1 0,-1 1 0,1-1 0,-1 1 0,0 0 0,1-1 0,-1 1 0,0 0 0,0 0 0,0-1 0,0 1 0,0 0 0,0 0 0,0 0 0,0 0 0,0 0 0,0 0 0,-1 1 0,1-1 0,0 0 0,-1 1 0,1-1 0,0 0 0,-1 1 0,1 0 0,-1-1 0,1 1 0,-1 0 0,1 0 0,-1 0 0,1 0 0,-1 0 0,1 0 0,-1 0 0,1 0 0,-1 1 0,1-1 0,-1 1 0,-1 0 0,-2 1 0,0 0 0,1 1 0,-1-1 0,1 1 0,-1 0 0,1 0 0,0 0 0,0 1 0,1 0 0,-7 7 0,6-5 0,0 0 0,0 1 0,1-1 0,0 1 0,0 0 0,1 0 0,-1 0 0,2 0 0,-1 0 0,1 1 0,-1 11 0,2-14 0,0 0 0,0 1 0,1-1 0,0 0 0,0 0 0,0 1 0,0-1 0,1 0 0,0 0 0,0 0 0,0 0 0,1-1 0,-1 1 0,1-1 0,0 1 0,7 6 0,1-1 0,-1-2 0,2 1 0,-1-1 0,1-1 0,0 0 0,1 0 0,0-1 0,0-1 0,18 5 0,-8-4 0,0-1 0,1-1 0,-1-1 0,42 0 0,-63-3 0,0 0 0,0 0 0,1 0 0,-1 0 0,0-1 0,0 1 0,0 0 0,1-1 0,-1 0 0,0 1 0,0-1 0,0 0 0,0 0 0,0 0 0,0-1 0,0 1 0,-1 0 0,1-1 0,0 1 0,-1-1 0,1 0 0,-1 1 0,1-1 0,-1 0 0,0 0 0,0 0 0,0 0 0,0 0 0,0 0 0,0 0 0,0 0 0,-1 0 0,1 0 0,-1-1 0,1-3 0,1-19 0,-1-1 0,-1 0 0,-1 1 0,-6-37 0,-1-39 0,8 96 0,0-1 0,0 1 0,1-1 0,0 1 0,0 0 0,0-1 0,1 1 0,0 0 0,0 0 0,0 0 0,0 0 0,1 0 0,0 0 0,0 1 0,0-1 0,0 1 0,1 0 0,0 0 0,0 0 0,0 1 0,0-1 0,0 1 0,1 0 0,0 0 0,-1 1 0,1-1 0,0 1 0,0 0 0,1 0 0,-1 1 0,0-1 0,1 1 0,-1 0 0,0 1 0,1-1 0,-1 1 0,1 0 0,9 2 0,0 1-455,0 1 0,28 10 0,-22-6-6371</inkml:trace>
</inkml:ink>
</file>

<file path=ppt/ink/ink4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16 24575,'-14'-1'0,"-1"0"0,-17-4 0,17 2 0,-27-2 0,28 5 0,1 1 0,-1 0 0,0 1 0,0 0 0,1 1 0,0 1 0,-1 0 0,2 1 0,-1 0 0,-21 13 0,26-13 0,-1 0 0,1 1 0,0 0 0,0 1 0,1 0 0,0 0 0,0 1 0,0 0 0,1 0 0,1 0 0,-1 1 0,1 0 0,1 0 0,-1 0 0,-3 13 0,6-14 0,0-1 0,1 1 0,0 0 0,0 0 0,1 0 0,0-1 0,0 1 0,0 0 0,1 0 0,1 0 0,-1-1 0,4 9 0,-1-6 0,0 0 0,1-1 0,0 1 0,0-1 0,1 0 0,1 0 0,13 14 0,4 0 0,2-2 0,0-1 0,1-1 0,47 25 0,-59-36-124,0-1 0,1-1 0,-1 0 0,1-2 0,0 1 0,1-2-1,-1 0 1,1-1 0,-1-1 0,20-1 0,-19 0-6702</inkml:trace>
</inkml:ink>
</file>

<file path=ppt/ink/ink4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59 24575,'-31'-10'0,"-10"-4"0,0 3 0,-76-12 0,114 23 0,1 0 0,-1-1 0,0 1 0,1 0 0,-1 0 0,0 1 0,1-1 0,-1 1 0,0-1 0,1 1 0,-1 0 0,1 0 0,-4 1 0,5 0 0,0-1 0,-1 0 0,1 0 0,0 0 0,0 1 0,0-1 0,0 0 0,0 1 0,0-1 0,1 1 0,-1-1 0,0 1 0,1 0 0,-1-1 0,1 1 0,0 0 0,0-1 0,-1 1 0,1 0 0,0-1 0,0 3 0,1 4 0,0-1 0,0 0 0,0 0 0,1 0 0,0 0 0,1 0 0,-1-1 0,1 1 0,0-1 0,1 1 0,0-1 0,0 0 0,0 0 0,1-1 0,7 8 0,-2-3 0,-1-1 0,2-1 0,-1 0 0,1-1 0,0 0 0,1 0 0,19 8 0,-20-12 0,-1 0 0,1 0 0,-1-1 0,1-1 0,0 0 0,0 0 0,-1-1 0,19-2 0,-27 2 0,0 0 0,0 0 0,0-1 0,0 1 0,0-1 0,0 0 0,0 1 0,0-1 0,0 0 0,-1 0 0,1 0 0,0 0 0,0-1 0,-1 1 0,1 0 0,-1-1 0,1 1 0,-1-1 0,2-2 0,-1 1 0,-1 0 0,0 0 0,1 0 0,-1 0 0,-1-1 0,1 1 0,0 0 0,-1 0 0,0 0 0,0-1 0,0-4 0,-1-2 0,0 0 0,-1 0 0,-1-1 0,0 1 0,0 0 0,-8-16 0,9 23 0,0-3 0,-1 1 0,0-1 0,-1 1 0,-6-9 0,6 12 0,4 7 0,3 7 0,2-1 0,0-1 0,1 0 0,0 0 0,0 0 0,1-1 0,15 16 0,55 44 0,-66-60-1365,-1-2-5461</inkml:trace>
</inkml:ink>
</file>

<file path=ppt/ink/ink4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24575,'-1'1'0,"1"0"0,0-1 0,-1 1 0,1-1 0,0 1 0,-1 0 0,1-1 0,0 1 0,0 0 0,0-1 0,0 1 0,0 0 0,0-1 0,0 1 0,0 0 0,0-1 0,0 1 0,0 0 0,0-1 0,0 1 0,0 0 0,0-1 0,1 1 0,-1-1 0,0 1 0,1 0 0,-1-1 0,0 1 0,1-1 0,-1 1 0,1-1 0,-1 1 0,1-1 0,0 1 0,20 18 0,-17-16 0,-1 0 0,11 8 0,26 16 0,-35-24 0,1 0 0,0-1 0,0 1 0,1-1 0,-1 0 0,0-1 0,1 1 0,7-1 0,-10 0 0,0-1 0,0 0 0,0 0 0,0 0 0,0 0 0,0-1 0,5-1 0,-7 2 0,-1-1 0,1 0 0,-1 0 0,0 1 0,1-1 0,-1 0 0,0 0 0,0-1 0,1 1 0,-1 0 0,0 0 0,0 0 0,0-1 0,-1 1 0,1 0 0,0-1 0,0 1 0,-1-1 0,1 1 0,0-4 0,-1 4 0,1 1 0,-1-1 0,0 0 0,1 0 0,-1 0 0,1 0 0,-1 0 0,1 1 0,-1-1 0,1 0 0,-1 0 0,1 1 0,0-1 0,0 1 0,-1-1 0,1 0 0,0 1 0,0-1 0,0 1 0,-1 0 0,3-1 0,-1 0 0,0 1 0,0 0 0,0 0 0,0-1 0,0 1 0,0 1 0,0-1 0,0 0 0,0 0 0,2 1 0,6 3 0,0-1 0,1 2 0,10 6 0,-10-6 0,11 6 0,116 52 0,-106-50 0,1-2 0,47 10 0,-43-13-1365,-23-4-5461</inkml:trace>
</inkml:ink>
</file>

<file path=ppt/ink/ink4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2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24575,'6'11'0,"1"-1"0,-1 1 0,2-1 0,0-1 0,16 17 0,50 36 0,-62-53 0,-6-5 0,1 0 0,0 0 0,-1 0 0,1-1 0,1 0 0,-1 0 0,0-1 0,1 0 0,0 0 0,8 0 0,-11-1 0,-1-1 0,1 1 0,0-1 0,0-1 0,-1 1 0,1-1 0,0 1 0,-1-1 0,1-1 0,-1 1 0,1-1 0,-1 1 0,1-1 0,-1 0 0,0-1 0,0 1 0,7-6 0,-9 5 0,0 1 0,-1 0 0,1-1 0,0 0 0,-1 1 0,1-1 0,-1 0 0,0 1 0,0-1 0,0 0 0,0 0 0,0-5 0,6-16 0,-6 23 0,-1 0 0,1 0 0,-1 1 0,1-1 0,-1 0 0,1 1 0,0-1 0,-1 1 0,1-1 0,0 1 0,0-1 0,-1 1 0,1-1 0,0 1 0,0 0 0,0-1 0,0 1 0,0 0 0,-1 0 0,1 0 0,0-1 0,0 1 0,0 0 0,0 0 0,0 0 0,0 1 0,0-1 0,0 0 0,-1 0 0,1 0 0,1 1 0,5 1 0,0 0 0,0 1 0,6 3 0,1 0 0,0-2 0,1 0 0,0 0 0,0-2 0,0 0 0,21 0 0,-28-2 0,-1 0 0,1 0 0,0-1 0,0 0 0,0-1 0,0 0 0,-1 0 0,1 0 0,-1-1 0,0 0 0,1-1 0,6-4 0,-12 6 0,1 1 0,-1-1 0,0 0 0,0 0 0,0 0 0,0 0 0,-1 0 0,1-1 0,0 1 0,-1 0 0,0-1 0,1 1 0,-1-1 0,0 0 0,0 1 0,-1-1 0,1 0 0,0 1 0,-1-1 0,0 0 0,1 0 0,-1 0 0,-1 1 0,1-1 0,0 0 0,0 0 0,-1 0 0,0 1 0,1-1 0,-1 0 0,-2-3 0,1 1 0,-1 0 0,0 0 0,0 1 0,0-1 0,-1 1 0,1 0 0,-1-1 0,0 2 0,0-1 0,-1 0 0,1 1 0,-1 0 0,0 0 0,-9-5 0,-16-3-1365,17 7-5461</inkml:trace>
</inkml:ink>
</file>

<file path=ppt/ink/ink4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151 158 24575,'14'-21'0,"-8"13"0,-1 0 0,0 0 0,0-1 0,-1 1 0,0-1 0,-1 0 0,4-12 0,-7 20 0,0-1 0,0 1 0,0-1 0,0 1 0,0-1 0,0 1 0,0-1 0,0 1 0,-1-1 0,1 1 0,0-1 0,-1 1 0,1-1 0,-1 1 0,0 0 0,0-1 0,1 1 0,-1 0 0,0 0 0,0-1 0,0 1 0,0 0 0,0 0 0,0 0 0,-1 0 0,1 0 0,0 1 0,-3-3 0,-2 1 0,-1-1 0,1 1 0,-1 0 0,0 1 0,-7-2 0,0 1 0,8 1 0,1 0 0,0 1 0,-1 0 0,1 0 0,-1 0 0,1 1 0,-1-1 0,1 1 0,-1 1 0,1-1 0,0 1 0,-6 2 0,8-2 0,0-1 0,0 0 0,1 1 0,-1 0 0,1 0 0,-1 0 0,1 0 0,-1 0 0,1 0 0,0 0 0,0 1 0,0-1 0,0 1 0,1 0 0,-1-1 0,1 1 0,-1 0 0,1 0 0,0 0 0,0 0 0,1 0 0,-2 4 0,1 1 0,1 0 0,0 0 0,0 1 0,1-1 0,-1 0 0,2 0 0,-1 0 0,1 0 0,1-1 0,-1 1 0,1 0 0,1-1 0,4 9 0,-4-10 0,0-1 0,0 1 0,1-1 0,-1-1 0,1 1 0,0-1 0,1 1 0,-1-1 0,1-1 0,-1 1 0,1-1 0,0 0 0,1 0 0,-1-1 0,0 0 0,11 2 0,25 4-455,1-2 0,74 0 0,-104-6-6371</inkml:trace>
</inkml:ink>
</file>

<file path=ppt/ink/ink4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24575,'-5'13'0,"-1"6"0,2 3 0,4 0 0,3-2 0,3-3 0,1-3 0,1-1 0,2-2 0,0-1 0</inkml:trace>
</inkml:ink>
</file>

<file path=ppt/ink/ink4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 24575,'-2'-7'0,"-1"-1"0,-1 7 0,2 6 0</inkml:trace>
</inkml:ink>
</file>

<file path=ppt/ink/ink4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24575,'1'3'0,"-1"0"0,1 0 0,0 0 0,0 1 0,0-1 0,0 0 0,1-1 0,-1 1 0,1 0 0,0 0 0,2 3 0,25 27 0,-19-22 0,0-1 0,1 0 0,0-1 0,1 0 0,0-1 0,0 0 0,0-1 0,16 6 0,-27-12 0,1-1 0,0 1 0,-1 0 0,1-1 0,0 1 0,-1-1 0,1 0 0,0 0 0,0 1 0,-1-1 0,1 0 0,0-1 0,0 1 0,0 0 0,-1 0 0,1-1 0,0 1 0,-1-1 0,1 0 0,0 1 0,-1-1 0,1 0 0,-1 0 0,1 0 0,-1 0 0,1 0 0,-1 0 0,0 0 0,1-1 0,-1 1 0,0 0 0,0-1 0,0 1 0,0-1 0,0 1 0,0-1 0,-1 0 0,1 1 0,0-1 0,-1 0 0,0 1 0,1-1 0,-1 0 0,0 0 0,0-3 0,1-1 0,-1 0 0,-1 0 0,1 0 0,-3-8 0,2 8 0,0 1 0,0-1 0,1-11 0,0 17 0,0-1 0,0 0 0,0 1 0,0-1 0,0 1 0,0-1 0,0 1 0,1-1 0,-1 1 0,0-1 0,0 1 0,0-1 0,1 1 0,-1-1 0,0 1 0,1-1 0,-1 1 0,0-1 0,1 1 0,-1 0 0,0-1 0,1 1 0,-1 0 0,1-1 0,-1 1 0,1 0 0,-1-1 0,1 1 0,0 0 0,0 0 0,1 0 0,-1 0 0,0 0 0,1 0 0,-1 0 0,1 0 0,-1 0 0,0 1 0,1-1 0,-1 0 0,2 2 0,4 1 0,0 1 0,0 0 0,6 5 0,-12-9 0,17 13-85,37 30-1195,-45-35-5546</inkml:trace>
</inkml:ink>
</file>

<file path=ppt/ink/ink4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20 24575,'-7'-2'0,"-14"-3"0,-34-6 0,50 10 0,0 1 0,0-1 0,-1 1 0,1 0 0,0 1 0,0-1 0,0 1 0,0 0 0,-1 0 0,1 1 0,1 0 0,-7 2 0,9-3 0,0 0 0,0 1 0,0-1 0,0 0 0,0 1 0,1 0 0,-1-1 0,0 1 0,1 0 0,-1 0 0,1-1 0,0 1 0,0 0 0,0 0 0,0 1 0,0-1 0,0 0 0,0 0 0,0 3 0,1-2 0,0 1 0,0 0 0,0 0 0,0-1 0,1 1 0,-1 0 0,1-1 0,0 1 0,0 0 0,3 5 0,2 4 0,1 0 0,1-1 0,0 0 0,18 20 0,-19-23-72,1-1 1,0 0-1,0-1 0,0 1 0,1-2 0,0 1 0,1-1 0,0-1 1,-1 0-1,2 0 0,-1-1 0,0 0 0,1-1 0,0 0 0,0-1 1,0 0-1,0 0 0,11-1 0,-8-1-6754</inkml:trace>
</inkml:ink>
</file>

<file path=ppt/ink/ink4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35 195 24575,'125'132'0,"-125"-131"0,1 0 0,0 0 0,0-1 0,-1 1 0,1-1 0,0 1 0,0-1 0,0 1 0,0-1 0,0 1 0,0-1 0,1 1 0,1-4 0,-7-5 0,-21-28 0,-51-57 0,21 30 0,54 60 0,-1 1 0,0-1 0,0 1 0,1-1 0,-1 1 0,1-1 0,-2-5 0,3 8 0,0-1 0,0 1 0,0 0 0,0-1 0,0 1 0,0 0 0,0-1 0,0 1 0,0 0 0,0-1 0,0 1 0,0 0 0,0-1 0,0 1 0,1-1 0,-1 1 0,0 0 0,0 0 0,0-1 0,0 1 0,1 0 0,-1-1 0,0 1 0,0 0 0,1-1 0,0 1 0,0-1 0,0 1 0,0 0 0,0 0 0,0-1 0,0 1 0,0 0 0,0 0 0,0 0 0,0 0 0,0 0 0,0 0 0,-1 0 0,3 1 0,9 2 0,-1 1 0,0 0 0,0 1 0,-1 0 0,12 7 0,23 11 0,-10-8 0,60 15 0,-79-26 0,0-1 0,0 0 0,0-1 0,0-1 0,0 0 0,24-3 0,-33 1 0,0-1 0,0 1 0,-1-1 0,1 0 0,-1 0 0,1-1 0,-1 0 0,0 0 0,0-1 0,7-4 0,-10 5 0,0 0 0,0 0 0,0 0 0,0 0 0,0 0 0,-1-1 0,1 1 0,-1-1 0,0 0 0,0 0 0,0 0 0,-1 0 0,1 0 0,-1 0 0,0 0 0,0 0 0,0-6 0,-1 10 0,1-12 0,0 0 0,-1 0 0,-2-13 0,1 21 0,1 1 0,-1 0 0,0 0 0,0 0 0,0-1 0,-1 1 0,-1-4 0,2 6 0,0 0 0,0 0 0,0 0 0,0 0 0,0 0 0,0 0 0,0 0 0,0 0 0,0 0 0,0 0 0,0 1 0,-1-1 0,1 0 0,0 1 0,-1-1 0,1 1 0,-3-1 0,2 1 0,1 0 0,-1 0 0,0 0 0,0 0 0,0 0 0,1 0 0,-1 1 0,0-1 0,1 1 0,-1-1 0,0 1 0,1 0 0,-1 0 0,0 0 0,1-1 0,-1 1 0,1 1 0,0-1 0,-1 0 0,1 0 0,0 0 0,0 1 0,-1-1 0,1 1 0,0-1 0,1 1 0,-1-1 0,-1 3 0,-1 2 0,1 0 0,0 0 0,0 0 0,0 0 0,0 1 0,0 10 0,1-6 0,0 0 0,1-1 0,1 1 0,0 0 0,0 0 0,1-1 0,0 1 0,8 20 0,-8-27 0,0 1 0,0-1 0,1 0 0,0 1 0,-1-1 0,2 0 0,-1-1 0,0 1 0,1-1 0,-1 1 0,1-1 0,0 0 0,0 0 0,0-1 0,1 1 0,-1-1 0,1 0 0,-1 0 0,1 0 0,0-1 0,9 2 0,-1-1-31,0-2-1,-1 0 1,1 0-1,0-1 1,24-6-1,-10 3-1144,-11 2-5650</inkml:trace>
</inkml:ink>
</file>

<file path=ppt/ink/ink4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21 24575,'-7'-2'0,"-10"-4"0,-30-4 0,43 9 0,-1 0 0,1 1 0,0 0 0,-1 0 0,1 0 0,-1 0 0,1 1 0,0 0 0,-1 0 0,1 0 0,0 0 0,-6 3 0,9-3 0,-1 0 0,1 0 0,-1 0 0,1 1 0,-1-1 0,1 0 0,0 1 0,-1-1 0,1 1 0,0-1 0,0 1 0,0 0 0,0-1 0,1 1 0,-1 0 0,0 0 0,1 0 0,-1-1 0,1 1 0,0 0 0,-1 0 0,1 0 0,0 0 0,0 0 0,0 0 0,1 0 0,-1 0 0,0-1 0,1 1 0,-1 0 0,1 0 0,0 2 0,3 5 0,0 0 0,0 0 0,1 0 0,9 14 0,-11-18 0,1 0 0,0 0 0,0-1 0,1 1 0,-1-1 0,1 0 0,0 0 0,0 0 0,7 3 0,-11-6 0,1 0 0,-1 0 0,1-1 0,0 1 0,0-1 0,-1 1 0,1-1 0,0 1 0,-1-1 0,1 0 0,0 0 0,0 0 0,0 0 0,-1 0 0,1 0 0,0-1 0,0 1 0,-1 0 0,1-1 0,0 0 0,-1 1 0,1-1 0,0 0 0,-1 0 0,1 0 0,-1 0 0,1 0 0,-1 0 0,0 0 0,0 0 0,1-1 0,-1 1 0,0 0 0,0-1 0,0 1 0,1-3 0,0 0 0,0 0 0,0-1 0,-1 1 0,0 0 0,1-1 0,-1 1 0,-1-1 0,1 1 0,-1-8 0,2-6 0,-2 17 0,0 1 0,0 0 0,0 0 0,0 0 0,0 0 0,0 0 0,0 0 0,0 0 0,0 0 0,0-1 0,0 1 0,0 0 0,0 0 0,0 0 0,0 0 0,0 0 0,0 0 0,1 0 0,-1 0 0,0-1 0,0 1 0,0 0 0,0 0 0,0 0 0,0 0 0,0 0 0,0 0 0,0 0 0,0 0 0,0 0 0,1 0 0,-1 0 0,0 0 0,0 0 0,0 0 0,0 0 0,0 0 0,0-1 0,0 1 0,1 0 0,-1 0 0,0 0 0,0 0 0,0 1 0,0-1 0,0 0 0,0 0 0,0 0 0,0 0 0,1 0 0,-1 0 0,6 6 0,5 9 0,36 78-1365,-40-80-5461</inkml:trace>
</inkml:ink>
</file>

<file path=ppt/ink/ink4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18 24575,'-2'-1'0,"-11"-3"0,1 1 0,-1 0 0,1 0 0,-1 1 0,0 1 0,0 0 0,-22 2 0,34-1 0,-1 0 0,1 1 0,0-1 0,-1 0 0,1 1 0,0-1 0,-1 1 0,1-1 0,0 1 0,0-1 0,0 1 0,-1 0 0,1 0 0,0 0 0,0-1 0,0 1 0,0 0 0,0 0 0,1 0 0,-1 1 0,-1 0 0,1 0 0,1 0 0,-1 0 0,1-1 0,0 1 0,0 0 0,0 0 0,0 0 0,0-1 0,0 1 0,0 0 0,0 0 0,1 0 0,-1-1 0,1 3 0,3 6 0,0-1 0,1 1 0,0-1 0,9 12 0,-12-18 0,17 23 0,2-1 0,0 0 0,2-1 0,26 21 0,-47-44 0,0 1 0,-1 0 0,1-1 0,0 1 0,-1 0 0,0 0 0,1 0 0,-1 0 0,0 0 0,1 3 0,-1-4 0,-1 0 0,0-1 0,0 1 0,0 0 0,0-1 0,0 1 0,0 0 0,0-1 0,0 1 0,-1 0 0,1 0 0,0-1 0,0 1 0,0 0 0,-1-1 0,1 1 0,0-1 0,-1 1 0,1 0 0,0-1 0,-1 1 0,1-1 0,-1 1 0,1-1 0,-1 1 0,1-1 0,-1 1 0,0-1 0,1 0 0,-1 1 0,1-1 0,-1 0 0,0 1 0,1-1 0,-1 0 0,0 0 0,1 0 0,-3 0 0,-3 2 0,-1-1 0,0 0 0,1-1 0,-1 0 0,0 0 0,0 0 0,1-1 0,-1 0 0,0 0 0,-10-4 0,-3 1 0,17 4 0,7 2 0,7 2 0,19 0 0,-1-2 0,53-2 0,-30-1 0,-28 0 0,1 0 0,-1-1 0,38-8 0,-53 7 0,0 0 0,0 0 0,0 0 0,-1-1 0,11-7 0,-14 8 0,-1 0 0,0 0 0,0-1 0,0 1 0,0-1 0,-1 0 0,1 0 0,-1 0 0,0-1 0,3-5 0,-4 5 0,0 1 0,0-1 0,-1 0 0,0 0 0,0 1 0,0-1 0,-1 0 0,1 0 0,-1 0 0,0 0 0,-1 0 0,1 0 0,-1 1 0,0-1 0,0 0 0,0 0 0,-1 1 0,0-1 0,0 1 0,0-1 0,0 1 0,-1 0 0,-5-8 0,4 7 0,0 0 0,0 1 0,0-1 0,-1 1 0,1 0 0,-1 0 0,0 1 0,-1-1 0,1 1 0,0 0 0,-1 1 0,0-1 0,1 1 0,-1 0 0,0 1 0,0-1 0,0 1 0,-11-1 0,15 2 0,0 0 0,0 1 0,-1-1 0,1 0 0,0 1 0,0-1 0,0 1 0,0-1 0,-1 1 0,1 0 0,0 0 0,0 0 0,0 0 0,1 0 0,-1 1 0,0-1 0,-3 3 0,3-1 0,0 0 0,0-1 0,1 1 0,-1 0 0,1 0 0,-1 0 0,1 0 0,0 0 0,0 0 0,0 1 0,0 2 0,0 3 0,1 0 0,-1 0 0,2-1 0,-1 1 0,1 0 0,0 0 0,1-1 0,4 12 0,-2-9 0,0-1 0,1 1 0,1-1 0,0 0 0,0 0 0,1-1 0,0 0 0,1 0 0,0 0 0,0-1 0,1 0 0,0-1 0,1 0 0,-1-1 0,1 1 0,14 5 0,-5-4 0,0 0 0,0-2 0,0 0 0,1-1 0,0-1 0,0-1 0,0 0 0,32-2 0,-43-1-118,-1 1-131,-1-2-1,0 1 1,0-1-1,8-2 1,-4 0-6577</inkml:trace>
</inkml:ink>
</file>

<file path=ppt/ink/ink4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60 24575,'-4'-10'0,"1"-1"0,1 1 0,-3-19 0,15 53 0,124 425 0,-129-432 0,1 6 0,0 0 0,20 41 0,-23-59 0,0 1 0,0-1 0,0 1 0,1-1 0,0 0 0,0 0 0,0-1 0,1 1 0,0-1 0,0 0 0,0 0 0,0-1 0,0 1 0,1-1 0,10 4 0,3-1-195,0-2 0,0 0 0,0-1 0,1-1 0,-1 0 0,21-2 0,-24 0-6631</inkml:trace>
</inkml:ink>
</file>

<file path=ppt/ink/ink4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24575,'-25'8'0,"-11"4"0,-4 1 0,2-2 0,5-3 0,5-3 0,8-2-8191</inkml:trace>
</inkml:ink>
</file>

<file path=ppt/ink/ink4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4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24575,'5'60'0,"10"82"0,-11-119 0,1 1 0,1-1 0,18 43 0,39 56 0,-61-119 0,-1-1 0,1 1 0,-1-1 0,1 0 0,0 1 0,0-1 0,0 0 0,0 0 0,1-1 0,-1 1 0,0 0 0,1-1 0,-1 1 0,1-1 0,0 0 0,-1 0 0,1 0 0,0 0 0,0 0 0,0-1 0,-1 1 0,1-1 0,0 0 0,3 0 0,-2 0 0,0-1 0,0 0 0,0 0 0,0 0 0,0-1 0,-1 1 0,1-1 0,0 0 0,-1 0 0,0 0 0,1 0 0,-1-1 0,0 1 0,0-1 0,0 0 0,4-6 0,-4 5 0,-1 0 0,0 0 0,0 0 0,0 0 0,0 0 0,-1-1 0,1 1 0,-1 0 0,1-8 0,3-11 0,-5 23 0,0-1 0,0 1 0,0-1 0,1 1 0,-1-1 0,0 1 0,0 0 0,1-1 0,-1 1 0,0-1 0,1 1 0,-1 0 0,0-1 0,1 1 0,-1 0 0,0 0 0,1-1 0,-1 1 0,1 0 0,-1 0 0,1-1 0,-1 1 0,1 0 0,-1 0 0,1 0 0,-1 0 0,1 0 0,-1 0 0,1 0 0,-1 0 0,0 0 0,1 0 0,-1 0 0,1 0 0,-1 0 0,1 0 0,-1 1 0,1-1 0,-1 0 0,1 0 0,-1 0 0,1 1 0,-1-1 0,0 0 0,1 0 0,-1 1 0,1 0 0,25 19 0,-18-13 0,0-1 0,1 0 0,-1-1 0,1 0 0,0-1 0,0 0 0,1 0 0,11 2 0,-6-3 0,0 0 0,1-1 0,-1-1 0,17-1 0,-24 0 0,0 0 0,0-1 0,0 0 0,0-1 0,0 0 0,0 0 0,14-6 0,-18 6 0,-1 0 0,1 0 0,-1 0 0,1-1 0,-1 1 0,0-1 0,0 0 0,0 0 0,0 0 0,0-1 0,-1 1 0,1-1 0,-1 1 0,0-1 0,0 0 0,0 0 0,1-4 0,-3 4 0,1 0 0,0-1 0,-1 1 0,0-1 0,0 1 0,0-1 0,-1 1 0,1-1 0,-1 1 0,0 0 0,0-1 0,-1 1 0,1 0 0,-1 0 0,-4-8 0,5 10 0,0 0 0,-1-1 0,1 1 0,0 0 0,-1 0 0,0 0 0,0 0 0,1 0 0,-1 0 0,0 1 0,0-1 0,0 1 0,-1-1 0,1 1 0,0 0 0,-1-1 0,1 1 0,-1 1 0,1-1 0,-1 0 0,1 1 0,-1-1 0,1 1 0,-1-1 0,1 1 0,-1 0 0,0 0 0,-2 1 0,2 0 0,0 0 0,1 0 0,-1 0 0,0 1 0,1-1 0,-1 0 0,1 1 0,0 0 0,-1 0 0,1 0 0,0 0 0,0 0 0,0 0 0,1 0 0,-1 1 0,0-1 0,1 1 0,-1-1 0,1 1 0,0-1 0,0 1 0,0 0 0,0 0 0,1 0 0,-1 4 0,0 0 0,0 0 0,1 0 0,-1-1 0,2 1 0,-1 0 0,1 0 0,0 0 0,0-1 0,5 13 0,-3-10 0,1-1 0,0 0 0,1-1 0,0 1 0,0-1 0,0 0 0,1 0 0,0 0 0,1-1 0,-1 0 0,1 0 0,0-1 0,13 8 0,-9-7 0,-1-1 0,1-1 0,0 0 0,0 0 0,1-1 0,-1 0 0,0-1 0,1-1 0,0 0 0,12 0 0,6-2-1365,-17 1-5461</inkml:trace>
</inkml:ink>
</file>

<file path=ppt/ink/ink4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240 177 24575,'-46'-48'0,"23"24"0,0 0 0,-49-38 0,68 59 0,0 1 0,0-1 0,0 1 0,0 0 0,0 0 0,-6-1 0,9 2 0,0 1 0,0 0 0,0 0 0,0 0 0,0 0 0,0 0 0,0 0 0,0 0 0,0 0 0,0 0 0,0 0 0,0 1 0,0-1 0,0 0 0,0 1 0,0-1 0,0 1 0,0-1 0,1 1 0,-1-1 0,0 1 0,0-1 0,0 1 0,1 0 0,-1 0 0,0-1 0,1 1 0,-1 0 0,1 0 0,-1 0 0,1 0 0,-2 1 0,0 5 0,0 0 0,0-1 0,0 1 0,0 0 0,1 0 0,1 0 0,-1 0 0,1 7 0,6 59 0,-5-66 0,5 34 0,2 0 0,2 0 0,19 47 0,56 114 0,-2-42 130,-23-50-1625,-54-97-5331</inkml:trace>
</inkml:ink>
</file>

<file path=ppt/ink/ink4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0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73 24575,'-27'-10'0,"-15"-3"0,-2 0 0,3 0 0,7 3 0,6 2 0,6 3 0,4 5 0,4 4 0,6 5 0,3 0-8191</inkml:trace>
</inkml:ink>
</file>

<file path=ppt/ink/ink4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127 286 24575,'-1'4'0,"0"0"0,0 0 0,-1 0 0,0 0 0,-2 5 0,3-9 0,1 1 0,0-1 0,0 1 0,-1-1 0,1 1 0,0-1 0,-1 0 0,1 1 0,0-1 0,-1 1 0,1-1 0,-1 0 0,1 0 0,0 1 0,-1-1 0,1 0 0,-1 0 0,1 1 0,-1-1 0,1 0 0,-1 0 0,1 0 0,-1 0 0,1 0 0,-1 0 0,1 0 0,-1 0 0,1 0 0,-1 0 0,0 0 0,1 0 0,-1 0 0,1 0 0,-1 0 0,1-1 0,-1 1 0,1 0 0,0 0 0,-1 0 0,1-1 0,-1 1 0,1 0 0,-1-1 0,1 1 0,0 0 0,-1-1 0,1 1 0,0-1 0,-1 1 0,1-1 0,0 1 0,-1-1 0,-5-10 0,-1 1 0,2-1 0,0 0 0,-5-14 0,-6-13 0,8 23 0,-1-4 0,0-1 0,-7-22 0,16 42 0,0-1 0,0 0 0,-1 1 0,1-1 0,0 1 0,0-1 0,0 1 0,0-1 0,0 1 0,0-1 0,0 1 0,0-1 0,0 0 0,0 1 0,0-1 0,0 1 0,0-1 0,0 1 0,1-1 0,-1 1 0,0-1 0,0 1 0,1-1 0,-1 0 0,1 1 0,-1 0 0,1-1 0,0 1 0,-1 0 0,1 0 0,-1 0 0,1 0 0,-1 0 0,1 0 0,0 0 0,-1 0 0,1 0 0,-1 0 0,1 0 0,0 0 0,-1 0 0,1 0 0,0 1 0,6 1 0,-1 1 0,0 0 0,7 4 0,-7-4 0,117 54 0,-102-49 0,-1-1 0,1-1 0,0-2 0,28 4 0,-43-7 0,0-1 0,0 0 0,0 0 0,0 0 0,0-1 0,0 0 0,0 0 0,0-1 0,-1 1 0,1-1 0,0 0 0,8-5 0,-11 4 0,1 1 0,-1-1 0,0 0 0,0 1 0,0-1 0,0 0 0,0-1 0,-1 1 0,1 0 0,-1-1 0,0 0 0,0 1 0,0-1 0,-1 0 0,1 0 0,-1 0 0,0 0 0,1-8 0,0 0 0,-1 0 0,0 0 0,-1-1 0,0 1 0,-1 0 0,0 0 0,-4-15 0,5 27 0,0 0 0,0-1 0,0 1 0,0 0 0,0-1 0,0 1 0,0 0 0,0 0 0,-1-1 0,1 1 0,0 0 0,0 0 0,0-1 0,-1 1 0,1 0 0,0 0 0,0-1 0,0 1 0,-1 0 0,1 0 0,0 0 0,0-1 0,-1 1 0,1 0 0,0 0 0,-1 0 0,1 0 0,0 0 0,-1 0 0,1 0 0,-1-1 0,-6 8 0,-5 16 0,12-23 0,-10 25 0,2 0 0,-11 49 0,19-72 0,0 0 0,-1 0 0,1 0 0,0 0 0,0 0 0,0 0 0,0 0 0,1-1 0,-1 1 0,0 0 0,1 0 0,0 0 0,-1 0 0,1 0 0,0-1 0,0 1 0,0 0 0,0-1 0,0 1 0,0-1 0,0 1 0,1-1 0,-1 1 0,0-1 0,1 0 0,-1 0 0,1 1 0,0-1 0,-1 0 0,1-1 0,0 1 0,0 0 0,-1 0 0,1-1 0,0 1 0,3 0 0,7 1 0,0 0 0,0-1 0,0 0 0,19-2 0,-24 1 0,157-2-1365,-151 2-5461</inkml:trace>
</inkml:ink>
</file>

<file path=ppt/ink/ink4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1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24575,'-8'-3'0,"1"1"0,-1 1 0,1 0 0,-1 0 0,0 0 0,0 1 0,1 0 0,-11 2 0,16-2 0,-1 1 0,0 0 0,0-1 0,0 1 0,0 1 0,1-1 0,-1 0 0,0 1 0,1-1 0,0 1 0,-1 0 0,1-1 0,0 1 0,0 1 0,-1-1 0,2 0 0,-1 0 0,0 1 0,0-1 0,1 1 0,-1-1 0,1 1 0,0 0 0,-1 3 0,-1 2 0,2 0 0,-1 0 0,1 0 0,0 0 0,0 0 0,1 0 0,0 0 0,1 1 0,0-1 0,0 0 0,3 11 0,-2-15 0,-1 1 0,0-2 0,1 1 0,0 0 0,0 0 0,0 0 0,1-1 0,-1 1 0,1-1 0,0 0 0,0 0 0,0 0 0,0 0 0,0 0 0,1-1 0,-1 1 0,1-1 0,-1 0 0,1 0 0,0 0 0,0-1 0,0 1 0,7 1 0,-8-3 0,1 0 0,-1 0 0,0 1 0,0-2 0,0 1 0,0 0 0,0-1 0,1 1 0,-1-1 0,0 0 0,0 0 0,0 0 0,-1 0 0,1-1 0,0 1 0,0-1 0,-1 0 0,1 0 0,-1 0 0,1 0 0,-1 0 0,0 0 0,0-1 0,0 1 0,0-1 0,0 1 0,1-4 0,1-2 0,0 0 0,0 0 0,-1 0 0,0-1 0,0 1 0,-1-1 0,0 1 0,1-14 0,-4 61 0,1-1 0,3 1 0,1-1 0,1 0 0,2 0 0,18 53 0,-9-44 10,-7-21-698,9 35 1,-16-48-6139</inkml:trace>
</inkml:ink>
</file>

<file path=ppt/ink/ink4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 24575,'0'-3'0,"0"2"0,0 4 0,-2 3 0,-1 4 0,-3 0 0</inkml:trace>
</inkml:ink>
</file>

<file path=ppt/ink/ink4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24575,'85'100'0,"26"26"0,-107-121 0,1-1 0,0 1 0,-1-1 0,2 0 0,-1-1 0,9 5 0,-13-7 0,0 0 0,0-1 0,0 0 0,0 1 0,0-1 0,0 0 0,0 1 0,0-1 0,1 0 0,-1 0 0,0 0 0,0 0 0,0 0 0,0 0 0,0 0 0,1 0 0,-1-1 0,0 1 0,0 0 0,0-1 0,0 1 0,0-1 0,0 1 0,0-1 0,0 1 0,0-1 0,0 0 0,0 0 0,0 1 0,-1-1 0,1 0 0,0 0 0,0 0 0,-1 0 0,1 0 0,-1 0 0,1 0 0,-1 0 0,1 0 0,-1 0 0,1 0 0,-1 0 0,0-2 0,2-5 0,0 1 0,-1-1 0,0 0 0,-1 0 0,0 1 0,0-1 0,0 0 0,-1 0 0,-3-11 0,-3-9 0,-11-31 0,16 53 0,1 5 0,1 1 0,0-1 0,-1 0 0,1 1 0,0-1 0,0 0 0,-1 0 0,1 1 0,0-1 0,0 0 0,0 0 0,0 1 0,0-1 0,0 0 0,0 0 0,1-1 0,-1 2 0,0 0 0,1 0 0,-1 0 0,0 0 0,1 0 0,-1 0 0,0 0 0,1 0 0,-1 0 0,0 0 0,1 0 0,-1 0 0,0 1 0,1-1 0,-1 0 0,0 0 0,1 0 0,-1 0 0,0 1 0,0-1 0,1 0 0,-1 0 0,0 0 0,0 1 0,1-1 0,22 23 0,-21-20 0,15 14 0,0 0 0,1-2 0,38 26 0,-41-32 0,0 0 0,1-2 0,0 0 0,0 0 0,0-2 0,21 5 0,-32-9 0,1 0 0,-1 0 0,1-1 0,-1 1 0,1-1 0,-1-1 0,1 1 0,0-1 0,-1 0 0,0 0 0,7-3 0,-9 3 0,0-1 0,0 1 0,0-1 0,0 0 0,0 0 0,0 0 0,0 0 0,-1-1 0,1 1 0,-1-1 0,0 0 0,0 1 0,0-1 0,0 0 0,0 0 0,0 0 0,-1-1 0,2-4 0,0-1 0,-1 0 0,-1 1 0,1-1 0,-1 0 0,-1 0 0,0 0 0,0 0 0,-1 0 0,0 0 0,-1 0 0,1 1 0,-2-1 0,1 0 0,-6-9 0,3 5 0,-1 0 0,-1 1 0,0 0 0,-1 0 0,0 1 0,0 0 0,-2 1 0,-14-15 0,23 24 0,-1 0 0,1 0 0,0 0 0,0 0 0,-1 0 0,1 0 0,0 1 0,-1-1 0,1 0 0,-1 1 0,1-1 0,-1 1 0,1-1 0,-1 1 0,1 0 0,-1 0 0,1 0 0,-1 0 0,0 0 0,1 0 0,-1 0 0,-1 1 0,1-1 0,-1 2 0,1-1 0,0 0 0,0 0 0,0 0 0,0 1 0,0-1 0,1 1 0,-1 0 0,0 0 0,1-1 0,-1 1 0,-1 3 0,-1 1 0,0 1 0,0 1 0,1-1 0,0 0 0,1 1 0,-1 0 0,-2 14 0,5-13 0,0 0 0,0 0 0,0 1 0,1-1 0,0 0 0,1-1 0,0 1 0,1 0 0,0 0 0,0-1 0,0 0 0,1 1 0,1-1 0,-1-1 0,1 1 0,1-1 0,-1 1 0,1-2 0,1 1 0,-1-1 0,1 0 0,0 0 0,0 0 0,1-1 0,-1-1 0,1 1 0,0-1 0,1 0 0,11 3 0,-10-4 0,-1-1 0,1 0 0,0 0 0,0-1 0,17-1 0,-21 0 0,-1-1 0,0 0 0,0 0 0,1-1 0,-1 1 0,0-1 0,0 0 0,0-1 0,-1 1 0,1-1 0,0 0 0,4-4 0,-6 5 0,0-1 0,0 1 0,-1-1 0,1 0 0,-1 0 0,0 1 0,0-2 0,0 1 0,0 0 0,0 0 0,-1 0 0,1-1 0,-1 1 0,0-1 0,1-6 0,4-3 0,-6 12 0,1 1 0,-1 0 0,0 0 0,0 0 0,1-1 0,-1 1 0,0 0 0,1 0 0,-1 0 0,0 0 0,1 0 0,-1 0 0,0-1 0,1 1 0,-1 0 0,0 0 0,1 0 0,-1 0 0,0 0 0,1 0 0,-1 0 0,0 1 0,1-1 0,2 1 0,-1 0 0,0 1 0,1-1 0,-1 1 0,0 0 0,0-1 0,2 4 0,5 3 0,19 18 0,-13-11 0,20 14 0,-31-26 0,0 0 0,1-1 0,-1 1 0,1-1 0,-1 1 0,1-2 0,0 1 0,0 0 0,9 1 0,-12-3 0,-1 0 0,0 0 0,1 0 0,-1 0 0,0 0 0,1 0 0,-1 0 0,0-1 0,1 1 0,-1 0 0,0-1 0,0 1 0,1-1 0,-1 1 0,0-1 0,0 0 0,0 1 0,0-1 0,0 0 0,0 0 0,0 0 0,0 0 0,0 0 0,0 0 0,0 0 0,-1 0 0,1 0 0,0-1 0,-1 1 0,2-2 0,0-4 0,0 0 0,-1 0 0,1 0 0,0-13 0,3-9 0,-5 28 0,0 0 0,0 1 0,1-1 0,-1 0 0,0 1 0,1-1 0,-1 0 0,1 1 0,-1-1 0,1 0 0,-1 1 0,1-1 0,-1 1 0,1-1 0,0 1 0,-1 0 0,1-1 0,-1 1 0,1-1 0,0 1 0,0 0 0,-1 0 0,1-1 0,0 1 0,1 0 0,0 0 0,0 0 0,-1 0 0,1 0 0,0 1 0,0-1 0,0 0 0,0 1 0,0 0 0,3 1 0,3 2 0,-1 1 0,0-1 0,10 9 0,24 22-1,39 31-1363,-71-60-5462</inkml:trace>
</inkml:ink>
</file>

<file path=ppt/ink/ink4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24575,'-18'9'0,"-24"17"0,37-22 0,-1 0 0,1 0 0,0 1 0,0 0 0,0 0 0,1 0 0,-7 11 0,10-14 0,0 0 0,0 0 0,0 0 0,0 1 0,0-1 0,1 0 0,-1 0 0,1 1 0,0-1 0,-1 1 0,1-1 0,0 0 0,1 1 0,-1-1 0,1 3 0,0-1 0,0 0 0,0 0 0,1 0 0,0 0 0,0 0 0,0-1 0,5 7 0,-1-2 0,1-1 0,0 1 0,0-2 0,1 1 0,-1-1 0,14 7 0,-15-9 0,1 0 0,0-1 0,0 0 0,0-1 0,1 0 0,-1 0 0,0 0 0,1-1 0,0 0 0,-1 0 0,9-1 0,-12 0 0,0-1 0,1 1 0,-1-1 0,0 0 0,0 0 0,0 0 0,0 0 0,0-1 0,0 0 0,0 1 0,-1-1 0,1-1 0,-1 1 0,1-1 0,-1 1 0,0-1 0,0 0 0,0 0 0,0 0 0,-1-1 0,4-3 0,-1-5 0,0 0 0,-1-1 0,0 1 0,0-1 0,-1 1 0,-1-1 0,1-17 0,-1 13 0,-2 16 0,0 0 0,0 0 0,0 1 0,0-1 0,0 0 0,0 0 0,0 1 0,1-1 0,-1 0 0,0 0 0,0 1 0,1-1 0,-1 0 0,0 0 0,1 1 0,-1-1 0,1 1 0,-1-1 0,1 0 0,-1 1 0,1-1 0,0 1 0,0-2 0,0 2 0,0 1 0,-1-1 0,1 0 0,0 0 0,0 0 0,-1 0 0,1 1 0,0-1 0,-1 0 0,1 0 0,-1 1 0,1-1 0,0 1 0,-1-1 0,1 1 0,-1-1 0,1 0 0,-1 1 0,1 0 0,0 0 0,4 6 0,0 0 0,8 14 0,-1 0 0,1-1 0,1-1 0,1 0 0,24 23 0,-36-38 0,1-1 0,-1 0 0,1 0 0,0 0 0,0-1 0,0 0 0,1 1 0,-1-1 0,7 2 0,-9-4 0,0 1 0,0-1 0,0 0 0,0 1 0,0-1 0,0 0 0,0 0 0,0-1 0,0 1 0,-1 0 0,1 0 0,0-1 0,0 1 0,0-1 0,0 0 0,0 0 0,-1 0 0,1 1 0,0-1 0,-1-1 0,1 1 0,-1 0 0,1 0 0,-1-1 0,3-2 0,3-5 0,-1-1 0,0 0 0,-1 0 0,0-1 0,0 1 0,3-13 0,-2 4 0,-2 0 0,5-34 0,-8 48 0,1 5 0,1 11 0,5 29 0,-7-31 0,24 198 0,-15-108 0,-9-89 0,4 32 0,-1 1 0,-4 82 0,0-124 0,0 0 0,0 0 0,0 0 0,0 0 0,-1 0 0,1 0 0,0 0 0,0 0 0,-1 0 0,1 0 0,-1 0 0,1 0 0,-1 0 0,1-1 0,-1 1 0,1 0 0,-1 0 0,0 0 0,1-1 0,-2 2 0,1-2 0,1 0 0,-1 0 0,0 0 0,0 1 0,1-1 0,-1 0 0,0 0 0,1-1 0,-1 1 0,0 0 0,1 0 0,-1 0 0,0 0 0,1-1 0,-1 1 0,0 0 0,1 0 0,-1-1 0,1 1 0,-1-1 0,0 0 0,-4-3 0,0 0 0,1 0 0,0-1 0,-8-9 0,4 2-151,-1 0-1,2-1 0,0 0 0,0 0 1,1 0-1,1-1 0,0 0 1,-4-20-1,7 21-6674</inkml:trace>
</inkml:ink>
</file>

<file path=ppt/ink/ink4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130 299 24575,'9'39'0,"-7"-24"0,2 0 0,0 0 0,10 25 0,-8-32 0,-5-14 0,-4-15 0,-8-5 0,-1 1 0,-1 1 0,-2 0 0,0 1 0,-1 0 0,-25-26 0,-1-6 0,40 54 0,5 7 0,7 8 0,3-2 0,1 0 0,0-1 0,0 0 0,1-2 0,26 14 0,-29-17 0,1-1 0,0-1 0,0 1 0,0-2 0,0 0 0,1-1 0,26 2 0,-36-4 0,0 0 0,0 0 0,0-1 0,0 1 0,0-1 0,0 0 0,0 0 0,0 0 0,-1-1 0,1 0 0,0 1 0,-1-1 0,4-3 0,-4 3 0,-1 0 0,0 0 0,0 0 0,0-1 0,0 1 0,0-1 0,0 1 0,-1-1 0,1 0 0,-1 1 0,0-1 0,0 0 0,0 0 0,0 0 0,0 0 0,-1 0 0,1-4 0,1-12 0,-1 0 0,-1 0 0,-3-27 0,2 38 0,0 1 0,-1 0 0,0 0 0,0 0 0,0 0 0,-1 0 0,0 1 0,0-1 0,0 1 0,-1 0 0,0 0 0,-6-7 0,9 12 0,-1-1 0,0 0 0,1 1 0,-1 0 0,0-1 0,0 1 0,1 0 0,-1 0 0,0 0 0,0 0 0,0 0 0,0 0 0,-1 1 0,1-1 0,0 1 0,0-1 0,0 1 0,0 0 0,-1 0 0,1 0 0,0 0 0,0 0 0,-1 0 0,1 1 0,0-1 0,0 1 0,-3 0 0,2 1 0,0 0 0,1-1 0,-1 1 0,0 0 0,0 0 0,1 1 0,-1-1 0,1 0 0,0 1 0,0 0 0,0-1 0,0 1 0,0 0 0,1 0 0,-1 0 0,-2 7 0,2-2 0,-1 1 0,2-1 0,-1 1 0,1 0 0,0 0 0,1 0 0,0 0 0,0 0 0,1 0 0,0-1 0,1 1 0,0 0 0,0 0 0,1-1 0,0 0 0,0 1 0,1-1 0,0 0 0,0-1 0,10 13 0,-4-8 0,0 0 0,1-1 0,0 0 0,1 0 0,0-1 0,1-1 0,0 0 0,0-1 0,1 0 0,28 11 0,-39-18-36,12 5 89,0-1 1,30 7 0,-42-12-137,1 1 0,0-1 0,0 1 1,-1-1-1,1 0 0,0 0 0,0-1 1,0 1-1,-1-1 0,1 0 0,0 0 1,-1 0-1,1 0 0,-1-1 0,1 0 0,-1 1 1,7-6-1,-1-2-6743</inkml:trace>
</inkml:ink>
</file>

<file path=ppt/ink/ink4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24575,'-1'11'0,"0"0"0,0 0 0,1 0 0,0 0 0,1 0 0,0 0 0,1 0 0,0-1 0,1 1 0,0 0 0,1-1 0,8 18 0,4 1 0,1 0 0,39 50 0,-49-70 0,-4-6 0,0 0 0,0 1 0,-1-1 0,0 1 0,1-1 0,1 7 0,-3-9 0,-1-1 0,0 1 0,0-1 0,0 1 0,0-1 0,0 1 0,0 0 0,0-1 0,0 1 0,0-1 0,0 1 0,0-1 0,0 1 0,-1-1 0,1 1 0,0-1 0,0 1 0,0-1 0,-1 1 0,1-1 0,0 1 0,-1 0 0,0 0 0,0-1 0,0 1 0,0 0 0,-1 0 0,1-1 0,0 1 0,0-1 0,-1 1 0,1-1 0,0 0 0,-1 1 0,1-1 0,-2 0 0,-23 3 0,-1-2 0,-37-3 0,7 0 0,7 2-1365,37 0-5461</inkml:trace>
</inkml:ink>
</file>

<file path=ppt/ink/ink4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161 361 24575,'7'-4'0,"0"0"0,0 0 0,0-1 0,0 0 0,-1 0 0,0 0 0,0-1 0,0 0 0,-1 0 0,6-8 0,-9 10 0,0 0 0,1 0 0,-2 0 0,1 0 0,0 0 0,-1-1 0,0 1 0,0-1 0,0 1 0,-1-1 0,1 1 0,-1-1 0,0 1 0,0-1 0,-1 1 0,1-1 0,-1 1 0,0-1 0,-3-6 0,-6-20 0,3 10 0,-14-30 0,18 45 0,0 0 0,-1 0 0,1 0 0,-1 1 0,-1 0 0,1-1 0,-1 2 0,0-1 0,-6-5 0,7 8 0,-3-4 0,-1 0 0,-1 1 0,1 0 0,-1 1 0,-13-6 0,20 9 0,-1 1 0,1-1 0,0 1 0,-1-1 0,1 1 0,0 0 0,-1 0 0,1 0 0,0 0 0,-1 1 0,1-1 0,0 1 0,-1-1 0,1 1 0,0 0 0,0 0 0,0 0 0,-1 0 0,1 0 0,0 0 0,1 1 0,-1-1 0,0 1 0,0-1 0,0 1 0,1 0 0,-1-1 0,-1 4 0,-1 0 0,1 1 0,-1-1 0,1 1 0,0 0 0,0 0 0,1 0 0,0 0 0,0 0 0,1 1 0,-1-1 0,1 0 0,1 1 0,-1 11 0,1-13 0,1 1 0,0-1 0,0 0 0,0 0 0,0 0 0,1 0 0,0 0 0,0-1 0,0 1 0,1 0 0,-1-1 0,1 0 0,0 0 0,0 1 0,1-2 0,-1 1 0,7 5 0,9 6 0,37 23 0,-50-34 0,1-1 0,-1 0 0,0 0 0,1 0 0,0-1 0,0 0 0,-1 0 0,1-1 0,0 0 0,14 0 0,-20-1 0,1 0 0,0 0 0,0-1 0,-1 1 0,1-1 0,0 1 0,-1-1 0,1 1 0,-1-1 0,1 0 0,-1 0 0,1 0 0,-1 0 0,1 0 0,-1 0 0,0 0 0,3-3 0,-3 2 0,1-1 0,0 0 0,-1 1 0,1-1 0,-1 0 0,0 0 0,0 0 0,0 0 0,0-4 0,1-4 0,-1 1 0,-1-1 0,0 0 0,-2-17 0,2 24-114,-1 1 1,0 0-1,1-1 0,-1 1 0,0 0 1,-1 0-1,1 0 0,-1 0 0,1 0 1,-1 0-1,-4-4 0,-3-3-6712</inkml:trace>
</inkml:ink>
</file>

<file path=ppt/ink/ink4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210 738 24575,'0'-57'0,"-3"-1"0,-2 1 0,-3 0 0,-2 0 0,-25-80 0,-2 20 0,-23-67 0,60 184 0,0-1 0,0 0 0,0 1 0,0-1 0,-1 1 0,1-1 0,0 0 0,0 1 0,-1-1 0,1 1 0,0-1 0,-1 1 0,1-1 0,0 1 0,-1-1 0,1 1 0,-1-1 0,1 1 0,-1 0 0,1-1 0,-1 1 0,1 0 0,-1-1 0,1 1 0,-1 0 0,0-1 0,1 1 0,-1 0 0,1 0 0,-2 0 0,1 0 0,1 1 0,-1-1 0,0 1 0,0-1 0,0 1 0,0 0 0,1 0 0,-1-1 0,0 1 0,1 0 0,-1 0 0,0 0 0,1 0 0,-1 0 0,0 1 0,-3 8 0,1-1 0,-5 15 0,4 0 0,0 0 0,2 0 0,1 0 0,0 0 0,4 25 0,-1-35 0,0 0 0,1 0 0,0-1 0,1 1 0,1-1 0,0 0 0,1 0 0,0-1 0,12 17 0,4 3 0,2-1 0,30 31 0,59 57 0,-103-108 0,0-1 0,15 11 0,-23-19 0,0 0 0,1 0 0,-1 0 0,1-1 0,-1 0 0,1 1 0,-1-1 0,1 0 0,0 0 0,0 0 0,0-1 0,-1 1 0,1-1 0,0 1 0,0-1 0,0 0 0,0 0 0,4-1 0,-5 0 0,0 1 0,-1-1 0,1 0 0,0 0 0,-1 0 0,1-1 0,-1 1 0,0 0 0,1 0 0,-1-1 0,0 1 0,0-1 0,0 1 0,0-1 0,0 0 0,0 1 0,0-1 0,0 0 0,-1 1 0,1-1 0,0-3 0,1-5 0,0 1 0,0-18 0,-2 26 0,0-11 0,0-1 0,0 1 0,-1 0 0,-1-1 0,0 1 0,0 0 0,-1 0 0,-1 0 0,-6-14 0,33 83 0,-4-21 0,26 35 0,-35-57 0,1 0 0,0-1 0,1 0 0,0-1 0,16 12 0,-24-21 0,0 0 0,-1-1 0,1 0 0,0 0 0,0 0 0,0 0 0,0-1 0,8 2 0,-10-2 0,-1-1 0,0 0 0,0 0 0,0 0 0,0 0 0,0 0 0,0 0 0,1-1 0,-1 1 0,0 0 0,0 0 0,0-1 0,0 1 0,0-1 0,0 1 0,0-1 0,0 1 0,0-1 0,0 0 0,0 1 0,-1-1 0,1 0 0,0 0 0,0 0 0,-1 0 0,1 1 0,0-1 0,-1 0 0,1 0 0,-1 0 0,1 0 0,-1 0 0,0-1 0,1 1 0,-1 0 0,0 0 0,0 0 0,0-2 0,2-14 0,-1-1 0,0 0 0,-4-22 0,1-3 0,1 29 0,-1-1 0,4 14 0,4 8 0,11 22-86,-11-16-127,1-1 0,1 0 0,0 0-1,1-1 1,15 16 0,-16-20-6613</inkml:trace>
</inkml:ink>
</file>

<file path=ppt/ink/ink4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24575,'121'498'0,"-120"-495"0,30 104 0,-30-106 0,-1 0 0,0 0 0,1 0 0,-1 1 0,0-1 0,0 0 0,0 0 0,0 0 0,0 0 0,0 0 0,0 0 0,0 0 0,0 0 0,-1 2 0,1-3 0,-1 0 0,1 0 0,0 0 0,0 0 0,-1 0 0,1 0 0,0 0 0,0 0 0,-1 0 0,1 0 0,0 0 0,-1 0 0,1 0 0,0 0 0,0 0 0,-1 0 0,1 0 0,0 0 0,-1 0 0,1 0 0,0 0 0,0 0 0,-1 0 0,1-1 0,0 1 0,0 0 0,-1 0 0,1 0 0,0 0 0,0-1 0,-1 1 0,-23-26 0,20 22 0,-54-67 0,57 70 0,1 0 0,-1 1 0,0-1 0,1 0 0,-1 0 0,1 0 0,-1 1 0,1-1 0,-1 0 0,1 0 0,0 0 0,-1 0 0,1 0 0,0 0 0,0 0 0,-1 0 0,1 0 0,0 0 0,0 0 0,0 0 0,1 0 0,-1 0 0,0 0 0,0 0 0,0 0 0,1 1 0,-1-1 0,0 0 0,2-2 0,-1 2 0,0 0 0,0 0 0,1 0 0,-1 1 0,1-1 0,-1 0 0,1 1 0,-1-1 0,1 1 0,-1-1 0,1 1 0,0 0 0,-1-1 0,1 1 0,-1 0 0,1 0 0,3 1 0,9 0 0,26 6 0,-11-1 0,-4-1 0,2 0 0,1-2 0,30 2 0,-53-5 0,1 0 0,0 0 0,0 1 0,-1 0 0,1 1 0,-1-1 0,1 1 0,-1 0 0,1 0 0,-1 1 0,8 4 0,-11-5 0,1 0 0,0 0 0,-1 0 0,0 1 0,1-1 0,-1 1 0,0-1 0,0 1 0,0 0 0,0 0 0,-1 0 0,1 0 0,-1 0 0,0 0 0,0 0 0,0 0 0,0 1 0,-1-1 0,1 0 0,-1 7 0,0-8-91,0-1 0,0 0 0,0 1 0,0-1 0,0 1 0,-1-1 0,1 0 0,-1 1 0,1-1 0,-1 0 0,1 1 0,-1-1 0,0 0 0,-1 2 0</inkml:trace>
</inkml:ink>
</file>

<file path=ppt/ink/ink4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9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10 24575,'0'-5'0,"0"1"0,-3 3 0,0 7 0,0 6 0,0 5 0,-1 2 0,-1 1 0,2-1 0,0-4-8191</inkml:trace>
</inkml:ink>
</file>

<file path=ppt/ink/ink4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8:5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15 24575,'4'-2'0,"1"0"0,0 0 0,0 0 0,0 0 0,0 1 0,0 0 0,0 0 0,0 0 0,1 1 0,-1 0 0,8 0 0,-10 1 0,-1-1 0,1 1 0,-1 0 0,1-1 0,-1 1 0,1 0 0,-1 1 0,0-1 0,0 0 0,0 1 0,1-1 0,-1 1 0,-1 0 0,1-1 0,0 1 0,0 0 0,-1 0 0,1 0 0,-1 1 0,1-1 0,-1 0 0,0 0 0,0 1 0,0-1 0,1 4 0,2 9 0,0 0 0,0 1 0,1 20 0,-4-32 0,-1 0 0,0 1 0,0-1 0,0 0 0,0 1 0,-1-1 0,1 0 0,-1 0 0,0 0 0,0 0 0,-1 1 0,0-1 0,1-1 0,-1 1 0,0 0 0,-1 0 0,-2 3 0,2-4 0,0-1 0,-1 1 0,1-1 0,-1 0 0,0 0 0,1-1 0,-1 1 0,0-1 0,0 0 0,0 0 0,0 0 0,0 0 0,0-1 0,0 0 0,0 1 0,0-1 0,-4-1 0,1 0 0,0 1 0,0-1 0,0-1 0,0 0 0,0 0 0,1 0 0,-1-1 0,-12-6 0,13 5 0,0 0 0,0-1 0,0 1 0,0-1 0,1-1 0,0 1 0,0-1 0,0 0 0,-6-12 0,9 15 0,0 0 0,1 0 0,0-1 0,0 1 0,0-1 0,0 1 0,0-1 0,1 1 0,0-1 0,-1 0 0,1 1 0,1-1 0,-1 0 0,0 1 0,1-1 0,0 1 0,0-1 0,0 1 0,0-1 0,0 1 0,4-6 0,4-4-1365,-1 4-5461</inkml:trace>
</inkml:ink>
</file>

<file path=ppt/ink/ink4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24575,'106'118'0,"-106"-117"0,6 6 0,1 0 0,-1 1 0,14 11 0,-18-18 0,-1 0 0,1 1 0,0-1 0,-1 0 0,1 0 0,0 0 0,0 0 0,0 0 0,0-1 0,0 1 0,0 0 0,0-1 0,1 0 0,-1 1 0,0-1 0,0 0 0,0 0 0,4-1 0,-5 1 0,0-1 0,0 1 0,1-1 0,-1 1 0,0-1 0,0 0 0,0 0 0,0 0 0,0 0 0,0 1 0,0-1 0,0 0 0,0-1 0,-1 1 0,1 0 0,0 0 0,-1 0 0,1 0 0,0-1 0,-1 1 0,0 0 0,1-3 0,1-5 0,0 1 0,0-15 0,0 5 0,1-9 0,-3 20 0,1 1 0,-1-1 0,1 1 0,1-1 0,1-6 0,-2 12 0,-1 0 0,1 0 0,0-1 0,-1 1 0,1 0 0,0 0 0,0 0 0,0 0 0,0 0 0,-1 1 0,1-1 0,0 0 0,1 0 0,-1 0 0,0 1 0,0-1 0,0 1 0,0-1 0,0 1 0,1-1 0,-1 1 0,0 0 0,0-1 0,1 1 0,-1 0 0,0 0 0,1 0 0,-1 0 0,0 0 0,0 0 0,1 1 0,-1-1 0,0 0 0,0 1 0,1-1 0,-1 1 0,1 0 0,6 2 0,-1 0 0,0 1 0,0 0 0,9 8 0,26 20-44,-29-21-176,0 0-1,1-1 1,0-1 0,1 0 0,21 9 0,-23-13-6606</inkml:trace>
</inkml:ink>
</file>

<file path=ppt/ink/ink4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36 24575,'-7'-36'0,"23"103"0,67 291 0,-78-338 0,2 26 0,-7-58 0,-1 6 0,1-1 0,0 1 0,0 0 0,1 0 0,-1 0 0,3-8 0,-3 13 0,1-1 0,0 1 0,-1 0 0,1-1 0,0 1 0,0 0 0,0-1 0,0 1 0,0 0 0,0 0 0,0 0 0,0 0 0,0 0 0,1 0 0,-1 0 0,0 0 0,1 0 0,-1 1 0,0-1 0,1 0 0,-1 1 0,1-1 0,-1 1 0,1 0 0,-1-1 0,1 1 0,0 0 0,-1 0 0,1 0 0,1 0 0,4 1 0,-1 0 0,1 0 0,-1 0 0,1 1 0,-1-1 0,9 5 0,38 19 0,-42-19 0,8 4 0,-1 1 0,0 1 0,0 0 0,-1 2 0,-1 0 0,24 25 0,-39-38 0,0 0 0,0 1 0,0-1 0,0 0 0,0 0 0,0 0 0,-1 0 0,1 1 0,0-1 0,-1 0 0,1 1 0,-1-1 0,1 0 0,-1 1 0,0-1 0,0 1 0,1-1 0,-1 1 0,0-1 0,0 1 0,0-1 0,-1 0 0,1 1 0,0-1 0,0 1 0,-1-1 0,1 0 0,-1 1 0,1-1 0,-1 0 0,0 1 0,0-1 0,-1 2 0,0-1 0,-1 1 0,1-1 0,-1 0 0,0-1 0,0 1 0,0 0 0,0-1 0,0 0 0,0 0 0,0 1 0,0-2 0,0 1 0,0 0 0,-4 0 0,-15 0 24,0 0 0,1-1 0,-1-1 0,-26-5 0,4-3-767,-43-14 1,74 19-6084</inkml:trace>
</inkml:ink>
</file>

<file path=ppt/ink/ink4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162 245 24575,'-16'-223'0,"16"222"0,0 0 0,0 0 0,0-1 0,0 1 0,-1 0 0,1 0 0,0 0 0,-1 0 0,1-1 0,-1 1 0,1 0 0,-1 0 0,-1-2 0,2 3 0,-1 0 0,1-1 0,-1 1 0,1 0 0,-1-1 0,1 1 0,-1 0 0,1 0 0,-1-1 0,0 1 0,1 0 0,-1 0 0,1 0 0,-1 0 0,0 0 0,1 0 0,-1 0 0,1 0 0,-1 0 0,0 0 0,-3 1 0,0 1 0,0-1 0,0 1 0,1 0 0,-1 0 0,-5 4 0,3-2 0,-8 4 0,1 1 0,-14 14 0,23-21 0,1 1 0,0 0 0,0 1 0,0-1 0,0 0 0,1 1 0,0 0 0,-1-1 0,1 1 0,0 0 0,1 0 0,-1 0 0,0 6 0,1-8 0,2 0 0,-1 1 0,0-1 0,0 0 0,1 0 0,-1 1 0,1-1 0,0 0 0,0 0 0,-1 0 0,1 0 0,1 0 0,-1 0 0,0 0 0,0 0 0,1 0 0,-1-1 0,1 1 0,0 0 0,3 2 0,4 3 0,1 0 0,18 10 0,-21-13 0,23 14-120,67 33 374,-85-46-469,0 0 1,-1-1 0,2-1 0,-1 0 0,0-1 0,22 2 0,-21-4-6612</inkml:trace>
</inkml:ink>
</file>

<file path=ppt/ink/ink4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24575,'5'23'0,"4"12"0,3 5 0,2 4 0,2-1 0,-1-1 0,1-1 0,0-1 0,2-2 0,-2-3 0,-2-1 0,1-5 0,-1-2 0,-3-4 0,-2-2 0,-1-5 0,-2-6-8191</inkml:trace>
</inkml:ink>
</file>

<file path=ppt/ink/ink4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44 24575,'-30'-7'0,"-13"-3"0,-1 0 0,5 2 0,5 3 0,7 1 0,5 5 0,4 2 0,3 2 0,1 2 0,2 1 0</inkml:trace>
</inkml:ink>
</file>

<file path=ppt/ink/ink4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3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24575,'0'2'0,"0"0"0,1 0 0,-1-1 0,1 1 0,0 0 0,0-1 0,0 1 0,-1-1 0,1 1 0,1-1 0,1 2 0,15 18 0,-14-17 0,5 4 0,-1 0 0,1-1 0,1 0 0,-1 0 0,1-1 0,15 7 0,-18-10 0,1 0 0,0 0 0,0-1 0,0 1 0,0-2 0,0 1 0,1-1 0,-1-1 0,15 0 0,-21 0 0,0 0 0,0-1 0,0 1 0,0-1 0,0 1 0,0-1 0,0 0 0,0 1 0,0-1 0,0 0 0,-1 0 0,1-1 0,0 1 0,-1 0 0,1-1 0,0 1 0,-1 0 0,0-1 0,1 0 0,0-2 0,1-2 0,0 1 0,0-1 0,-1-1 0,0 1 0,1-7 0,2-4 0,-5 17 0,0 0 0,0-1 0,1 1 0,-1 0 0,0 0 0,0 0 0,0-1 0,1 1 0,-1 0 0,0 0 0,0 0 0,1 0 0,-1 0 0,0 0 0,0-1 0,1 1 0,-1 0 0,0 0 0,0 0 0,1 0 0,-1 0 0,0 0 0,1 0 0,-1 0 0,0 0 0,0 0 0,1 0 0,-1 0 0,0 0 0,0 1 0,1-1 0,-1 0 0,0 0 0,0 0 0,1 0 0,-1 0 0,0 1 0,0-1 0,0 0 0,1 0 0,-1 0 0,0 0 0,0 1 0,1-1 0,13 12 0,-10-8 0,1 0 0,1 0 0,1 0 0,-1 0 0,0 0 0,1-1 0,0 0 0,0-1 0,0 0 0,0 0 0,0 0 0,0-1 0,8 1 0,-13-2 0,1 0 0,0 0 0,-1 0 0,1 0 0,0 0 0,-1-1 0,1 1 0,0-1 0,-1 0 0,1 0 0,-1 0 0,1 0 0,-1 0 0,0 0 0,1-1 0,-1 1 0,0-1 0,0 0 0,0 1 0,0-1 0,0 0 0,0 0 0,-1 0 0,1-1 0,-1 1 0,1 0 0,-1-1 0,0 1 0,0 0 0,0-1 0,0 0 0,0 1 0,-1-1 0,1 1 0,0-5 0,0-3 24,0 0 0,0-1 0,-1 1 0,-2-18 0,2 24-102,-1 1 0,0 0 0,1 0-1,-1 0 1,0 0 0,-1 0 0,1 0 0,0 0 0,-1 0-1,0 0 1,1 0 0,-1 1 0,0-1 0,-1 1 0,1-1-1,0 1 1,-1 0 0,-3-3 0,-5-1-6748</inkml:trace>
</inkml:ink>
</file>

<file path=ppt/ink/ink4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148 247 24575,'-1'-16'0,"-1"-10"0,-1 0 0,-1 0 0,-1 1 0,-8-25 0,12 47 0,0 1 0,0-1 0,0 1 0,0-1 0,0 1 0,-1 0 0,1 0 0,-1 0 0,1 0 0,-1 0 0,0 0 0,0 0 0,-3-2 0,4 3 0,0 1 0,-1-1 0,1 1 0,-1-1 0,1 1 0,-1 0 0,1 0 0,-1-1 0,1 1 0,-1 0 0,1 0 0,-1 1 0,1-1 0,-1 0 0,1 0 0,-1 1 0,1-1 0,-1 1 0,1-1 0,0 1 0,-1 0 0,1-1 0,-3 3 0,0-1 0,-1 1 0,1 1 0,0-1 0,0 1 0,0-1 0,0 1 0,1 0 0,0 0 0,-1 1 0,2-1 0,-1 1 0,0 0 0,1-1 0,0 1 0,0 0 0,0 0 0,-1 7 0,2-7 0,1-1 0,-1 1 0,1-1 0,0 1 0,0-1 0,1 0 0,-1 1 0,1-1 0,0 1 0,0-1 0,1 0 0,-1 0 0,1 1 0,0-1 0,0 0 0,0-1 0,0 1 0,1 0 0,0-1 0,5 7 0,4 1 0,0-1 0,0 0 0,1-1 0,0-1 0,0 0 0,1 0 0,26 9 0,-28-13 0,0 0 0,0-1 0,0 0 0,0-1 0,1-1 0,-1 0 0,0 0 0,1-1 0,-1-1 0,17-3 0,-22 3 0,0-2 0,0 1 0,0-1 0,-1 0 0,1 0 0,-1-1 0,0 1 0,0-1 0,0-1 0,-1 1 0,1-1 0,-1 0 0,0-1 0,-1 1 0,1-1 0,-1 0 0,0 0 0,5-10 0,0-3 0,-1-1 0,0 1 0,-2-2 0,0 1 0,3-23 0,-8 39 0,0-2 0,1 0 0,-1 0 0,-1 0 0,1 0 0,-1-1 0,0 1 0,0 0 0,-1 0 0,-2-10 0,3 15 0,0 0 0,-1 1 0,1-1 0,0 0 0,-1 1 0,1-1 0,0 1 0,-1-1 0,1 0 0,-1 1 0,0-1 0,1 1 0,-1-1 0,1 1 0,-1 0 0,0-1 0,1 1 0,-1 0 0,0-1 0,1 1 0,-1 0 0,0 0 0,-1-1 0,1 1 0,-1 0 0,1 0 0,-1 0 0,0 1 0,1-1 0,-1 0 0,1 1 0,-1-1 0,1 1 0,-3 1 0,-4 2 0,1 1 0,0 0 0,-9 9 0,11-10 0,-11 9 0,0 0 0,1 1 0,1 1 0,-13 18 0,26-32 0,0 0 0,1 0 0,-1 0 0,0 0 0,1 0 0,-1 0 0,0 0 0,1 0 0,-1 1 0,1-1 0,0 0 0,-1 0 0,1 1 0,0-1 0,0 0 0,0 1 0,0-1 0,0 0 0,0 1 0,0-1 0,0 0 0,0 0 0,1 1 0,-1-1 0,1 0 0,-1 0 0,1 1 0,0 0 0,1 0 0,0 0 0,0 0 0,0 0 0,1-1 0,-1 1 0,0-1 0,1 1 0,-1-1 0,1 0 0,-1 0 0,1 0 0,3 1 0,35 10 0,189 61 0,-178-56-1365,-42-13-5461</inkml:trace>
</inkml:ink>
</file>

<file path=ppt/ink/ink4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24575,'36'46'0,"-2"1"0,37 70 0,-70-115 0,-1-1 0,1 1 0,0-1 0,0 1 0,0-1 0,0 0 0,0 0 0,0 1 0,0-1 0,0 0 0,0 0 0,1 0 0,-1 0 0,0 0 0,1 0 0,2 1 0,-4-2 0,1 0 0,-1 0 0,0 0 0,1 0 0,-1 0 0,1 0 0,-1 0 0,0 0 0,1-1 0,-1 1 0,0 0 0,1 0 0,-1 0 0,1 0 0,-1 0 0,0-1 0,1 1 0,-1 0 0,0 0 0,1-1 0,-1 1 0,0 0 0,0 0 0,1-1 0,0-1 0,0 1 0,-1 0 0,1-1 0,0 1 0,-1-1 0,0 1 0,1-1 0,-1 1 0,1-3 0,0-10 0,-1 0 0,-1-19 0,0 22 0,0 0 0,1 0 0,1-1 0,2-17 0,-2 27 0,-1 1 0,0 0 0,0 0 0,1-1 0,-1 1 0,0 0 0,1 0 0,-1 0 0,1-1 0,0 1 0,-1 0 0,1 0 0,0 0 0,0 0 0,0 0 0,-1 0 0,1 1 0,0-1 0,0 0 0,1 0 0,-1 0 0,0 1 0,0-1 0,0 1 0,0-1 0,0 1 0,1-1 0,-1 1 0,0 0 0,0 0 0,1-1 0,-1 1 0,0 0 0,1 0 0,-1 0 0,0 0 0,0 1 0,1-1 0,-1 0 0,0 0 0,0 1 0,1-1 0,-1 1 0,0-1 0,1 2 0,7 2 0,0 1 0,-1 0 0,1 0 0,11 11 0,-19-15 0,27 20-74,-16-12-184,0 0 0,0 0-1,-1 1 1,17 21 0,-19-19-6568</inkml:trace>
</inkml:ink>
</file>

<file path=ppt/ink/ink4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5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24575,'1'-10'0,"-1"6"0,1 1 0,-1-1 0,1 1 0,-1-1 0,1 1 0,0 0 0,1-1 0,-1 1 0,0 0 0,1 0 0,0-1 0,2-2 0,-4 6 0,1 0 0,-1 0 0,0 0 0,1 0 0,-1 0 0,0 0 0,1 0 0,-1 0 0,0 0 0,1 0 0,-1 0 0,0 0 0,1 0 0,-1 0 0,0 0 0,1 0 0,-1 0 0,0 0 0,1 0 0,-1 0 0,0 1 0,0-1 0,1 0 0,-1 0 0,0 0 0,0 1 0,1-1 0,-1 0 0,0 0 0,0 1 0,1-1 0,-1 0 0,0 0 0,0 1 0,0-1 0,0 0 0,1 1 0,-1-1 0,0 0 0,0 1 0,0 0 0,6 13 0,2 19 0,-2-1 0,5 55 0,-1-2 0,-6-60 0,1 0 0,1 0 0,17 41 0,-17-53 0,1 0 0,0 0 0,0-1 0,1 0 0,1 0 0,0-1 0,1-1 0,11 12 0,-17-19-96,2 3-158,1 0 0,0-1 1,0 0-1,13 7 0,-10-7-6572</inkml:trace>
</inkml:ink>
</file>

<file path=ppt/ink/ink4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24575,'-30'7'0,"-12"6"0,-2 0 0,4 0 0,6-1 0,7-1 0,5-3 0,4-1 0,5-3-8191</inkml:trace>
</inkml:ink>
</file>

<file path=ppt/ink/ink4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24575,'0'34'0,"3"-1"0,0 1 0,2-1 0,2 0 0,18 55 0,-16-64 0,0-1 0,2 0 0,0-1 0,2 0 0,1-1 0,0 0 0,1-1 0,23 23 0,-34-40 0,-1 0 0,0 0 0,1-1 0,0 1 0,0-1 0,-1 0 0,1 0 0,0 0 0,1-1 0,6 3 0,-10-4 0,0 0 0,1 1 0,-1-1 0,0 0 0,1 0 0,-1 0 0,1 0 0,-1 0 0,0-1 0,1 1 0,-1 0 0,0-1 0,0 1 0,1-1 0,-1 1 0,0-1 0,0 1 0,1-1 0,-1 0 0,0 0 0,0 0 0,0 1 0,0-1 0,0 0 0,0 0 0,-1 0 0,1-1 0,0 1 0,0 0 0,-1 0 0,1 0 0,-1-1 0,1 1 0,-1 0 0,1 0 0,-1-1 0,0 1 0,1-2 0,2-17 0,1-24 0,-3 28 0,0 0 0,1 1 0,5-17 0,-7 32 0,0 0 0,0-1 0,0 1 0,0-1 0,0 1 0,0 0 0,0-1 0,1 1 0,-1-1 0,0 1 0,0 0 0,1-1 0,-1 1 0,0 0 0,0-1 0,1 1 0,-1 0 0,0 0 0,1-1 0,-1 1 0,0 0 0,1 0 0,-1-1 0,0 1 0,1 0 0,-1 0 0,1 0 0,-1 0 0,0 0 0,1 0 0,-1-1 0,1 1 0,-1 0 0,0 0 0,1 0 0,-1 0 0,1 0 0,-1 1 0,0-1 0,1 0 0,-1 0 0,1 0 0,-1 0 0,0 0 0,1 1 0,-1-1 0,1 0 0,-1 0 0,0 0 0,1 1 0,19 18 0,-14-13 0,34 35-43,59 53-1279,-89-85-5504</inkml:trace>
</inkml:ink>
</file>

<file path=ppt/ink/ink4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108 208 24575,'53'-50'0,"18"-19"0,-68 66 0,0 0 0,0-1 0,0 1 0,-1-1 0,0 0 0,4-8 0,-6 11 0,1 0 0,-1 0 0,0 0 0,1 0 0,-1 0 0,0 0 0,0 0 0,0 0 0,0 0 0,0 0 0,0 0 0,0 0 0,0 0 0,-1 0 0,1 0 0,0 0 0,-1 0 0,1 0 0,0 1 0,-1-1 0,1 0 0,-1 0 0,0 0 0,1 0 0,-1 1 0,0-1 0,1 0 0,-1 0 0,0 1 0,0-1 0,1 1 0,-1-1 0,0 0 0,0 1 0,-1-1 0,-12-4 0,0 0 0,0 1 0,0 1 0,0 0 0,-1 1 0,1 0 0,0 1 0,-24 2 0,34-1 0,0 0 0,-1 1 0,1 0 0,0 0 0,-1 0 0,1 0 0,0 1 0,0 0 0,0 0 0,0 0 0,1 0 0,-1 0 0,0 1 0,1 0 0,0 0 0,0 0 0,-5 5 0,6-5 0,0-1 0,0 1 0,1 0 0,-1 0 0,1-1 0,0 1 0,0 0 0,0 0 0,0 0 0,1 0 0,-1 0 0,1 0 0,0 0 0,-1 0 0,2 0 0,-1 0 0,0 1 0,0-1 0,1 0 0,0 0 0,-1 0 0,1 0 0,1-1 0,-1 1 0,0 0 0,2 3 0,5 6 0,0-1 0,1 1 0,0-1 0,1-1 0,17 15 0,61 41 0,-74-56-151,2 0-1,-1-1 0,1-1 0,1-1 1,-1 0-1,1-1 0,0-1 1,31 6-1,-35-10-6674</inkml:trace>
</inkml:ink>
</file>

<file path=ppt/ink/ink4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24575,'10'33'0,"6"15"0,2 8 0,2-2 0,-2-1 0,0-3 0,-3-5 0,0-2 0,-2-4 0,-1-3 0,1-3 0,-3-4 0,0-3 0,-2-2 0,-2-4 0,-2-4-8191</inkml:trace>
</inkml:ink>
</file>

<file path=ppt/ink/ink4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62 24575,'-30'-10'0,"-12"-3"0,-2 0 0,4 3 0,6 3 0,7 2 0,5 3 0,4 1 0,3 1 0,1 0 0,0 1 0,1-1 0,-1 1 0,0-1 0,0 0 0,-1 0 0,3 0-8191</inkml:trace>
</inkml:ink>
</file>

<file path=ppt/ink/ink4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17 181 24575,'-14'-7'0,"12"8"0,7 5 0,10 7 0,-1-2 0,1 0 0,1-1 0,0 0 0,1-1 0,-1-1 0,2-1 0,-1 0 0,25 5 0,-40-11 0,0 0 0,0-1 0,0 1 0,0-1 0,0 0 0,0 0 0,0 0 0,-1 0 0,1 0 0,0 0 0,0 0 0,0-1 0,0 1 0,0-1 0,0 1 0,0-1 0,2-1 0,-3 1 0,0 0 0,1-1 0,-1 1 0,0 0 0,0-1 0,0 1 0,0-1 0,-1 1 0,1-1 0,0 0 0,-1 1 0,1-1 0,-1 0 0,1 1 0,-1-1 0,0 0 0,0 0 0,0 1 0,0-4 0,-3-81 0,26 120 0,-16-23 0,0-1 0,1 0 0,0-1 0,1 0 0,0 0 0,0 0 0,0-1 0,1-1 0,1 0 0,11 7 0,-14-11 0,-1 1 0,1-1 0,0 0 0,-1 0 0,1-1 0,1 0 0,-1-1 0,0 0 0,0 0 0,0-1 0,1 0 0,-1 0 0,0-1 0,0 0 0,1 0 0,8-4 0,-13 4 0,-1-1 0,0 1 0,0-1 0,1 0 0,-1 0 0,-1-1 0,1 1 0,0 0 0,-1-1 0,1 0 0,-1 0 0,0 0 0,0 0 0,0 0 0,0 0 0,0 0 0,-1-1 0,1 1 0,0-6 0,2-2 0,-2 1 0,0-1 0,0 1 0,-1-1 0,0-15 0,-1 13 0,-1-1 0,-1 1 0,0-1 0,-6-20 0,7 29 0,-1 0 0,0 0 0,0 0 0,0 0 0,-1 0 0,0 0 0,1 1 0,-2-1 0,1 1 0,0 0 0,-1 0 0,0 0 0,0 0 0,-5-3 0,3 4-116,1 1-1,0 0 1,-1 1-1,1-1 1,-1 1-1,0 0 1,1 1-1,-1-1 1,0 1-1,-6 0 1,12 0 32,-19 1-6742</inkml:trace>
</inkml:ink>
</file>

<file path=ppt/ink/ink4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33 24575,'-8'-1'0,"1"0"0,-1 0 0,1 1 0,-1 1 0,1-1 0,-1 1 0,1 0 0,-1 1 0,1 0 0,-14 5 0,19-6 0,-1 0 0,1 0 0,-1 0 0,1 1 0,0-1 0,-1 1 0,1 0 0,0 0 0,0 0 0,0 0 0,0 0 0,1 0 0,-1 0 0,0 1 0,1-1 0,0 1 0,-1-1 0,1 1 0,0-1 0,0 1 0,1 0 0,-1-1 0,0 1 0,1 0 0,0 0 0,0 0 0,-1-1 0,2 1 0,-1 0 0,0 0 0,2 4 0,-1-2 0,0-1 0,1 1 0,0-1 0,0 1 0,0-1 0,1 0 0,-1 0 0,1 0 0,0-1 0,0 1 0,0-1 0,1 1 0,-1-1 0,1 0 0,0 0 0,-1-1 0,10 5 0,-7-3 0,1-1 0,0 0 0,-1-1 0,1 0 0,0 0 0,0 0 0,0-1 0,1 0 0,-1-1 0,0 1 0,9-2 0,-14 1 0,0 0 0,0-1 0,0 1 0,1-1 0,-1 0 0,0 1 0,0-1 0,0 0 0,0 0 0,0 0 0,-1-1 0,1 1 0,0 0 0,0-1 0,2-2 0,-2 1 0,1 0 0,-1-1 0,0 1 0,-1 0 0,1-1 0,-1 1 0,1-1 0,1-6 0,-2 4 0,0-1 0,0 1 0,0-1 0,-1 1 0,0 0 0,-1-1 0,1 1 0,-1-1 0,0 1 0,-3-10 0,2 11 0,0 1 0,1 0 0,-1-1 0,-1 1 0,1 0 0,-1 0 0,1 1 0,-1-1 0,0 1 0,0-1 0,-1 1 0,1 0 0,-1 0 0,0 0 0,0 1 0,1-1 0,-2 1 0,1 0 0,0 0 0,0 0 0,-1 1 0,1-1 0,-1 1 0,1 0 0,-1 1 0,-7-1 0,-29 0-1365,23 1-5461</inkml:trace>
</inkml:ink>
</file>

<file path=ppt/ink/ink4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0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329 166 24575,'-54'-49'0,"-16"-12"0,57 51 0,-1 1 0,0 0 0,-24-12 0,36 20 0,0 0 0,-1 0 0,1 1 0,0-1 0,-1 0 0,1 1 0,0-1 0,-1 1 0,1 0 0,-1 0 0,1 0 0,0 0 0,-1 0 0,-2 1 0,4 0 0,-1-1 0,0 1 0,0 0 0,1 0 0,-1 0 0,0 1 0,1-1 0,-1 0 0,1 0 0,0 1 0,-1-1 0,1 1 0,0-1 0,0 1 0,0 0 0,0-1 0,-1 4 0,-1 1 0,1 0 0,0 0 0,0 0 0,1 0 0,-1 0 0,1 1 0,1-1 0,-1 0 0,1 1 0,0-1 0,1 0 0,-1 1 0,1-1 0,1 0 0,-1 1 0,1-1 0,0 0 0,4 8 0,3 5 0,2-1 0,-1-1 0,2 0 0,19 23 0,-17-25 0,24 21 0,-27-27 0,0 1 0,-1 0 0,0 0 0,-1 1 0,8 12 0,-16-22 0,-1-1 0,1 1 0,-1-1 0,0 1 0,1 0 0,-1-1 0,0 1 0,1 0 0,-1-1 0,0 1 0,0 0 0,0 0 0,1-1 0,-1 1 0,0 0 0,0 0 0,0-1 0,0 1 0,-1 0 0,1 0 0,0-1 0,0 1 0,0 0 0,0-1 0,-1 1 0,1 0 0,0-1 0,-1 1 0,0 0 0,0 0 0,0 0 0,0 0 0,-1 0 0,1 0 0,0 0 0,-1-1 0,1 1 0,-1-1 0,1 1 0,-1-1 0,1 0 0,-1 1 0,-1-1 0,-8 1 0,1-1 0,0 0 0,-12-2 0,-2-2 0,0 0 0,1-2 0,-1 0 0,1-2 0,-22-10 0,25 6-1365</inkml:trace>
</inkml:ink>
</file>

<file path=ppt/ink/ink4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0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24575,'0'8'0,"0"4"0,0 4 0,2 0 0,1 1 0,1 0 0,1 0 0,0-2 0,-1 1 0,-1-1 0,2-3 0,-1 0 0</inkml:trace>
</inkml:ink>
</file>

<file path=ppt/ink/ink4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24575,'2'-5'0,"1"1"0,1 4 0,-2 3 0,-3 5 0,-1 4 0,-3 1 0,0-1-8191</inkml:trace>
</inkml:ink>
</file>

<file path=ppt/ink/ink4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0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24575,'29'68'0,"-21"-47"0,1 0 0,1 0 0,14 22 0,-22-40 0,-1-1 0,1 0 0,-1 0 0,1 0 0,0 0 0,0 0 0,0 0 0,0 0 0,0-1 0,0 1 0,1-1 0,-1 0 0,1 1 0,-1-1 0,1 0 0,-1 0 0,1-1 0,-1 1 0,1 0 0,0-1 0,-1 0 0,1 1 0,0-1 0,-1 0 0,1-1 0,0 1 0,-1 0 0,1-1 0,0 1 0,-1-1 0,1 0 0,-1 0 0,1 0 0,-1 0 0,1-1 0,-1 1 0,0 0 0,1-1 0,-1 0 0,0 1 0,0-1 0,0 0 0,-1 0 0,3-3 0,1-2 0,-1 0 0,0 1 0,0-1 0,0 0 0,-1-1 0,4-14 0,2-4 0,-8 23 0,1-1 0,-1 1 0,1 0 0,0 0 0,0 0 0,0 0 0,0 0 0,5-4 0,-7 6 0,1 1 0,0-1 0,-1 1 0,1-1 0,0 1 0,0 0 0,-1-1 0,1 1 0,0 0 0,0-1 0,0 1 0,0 0 0,-1 0 0,1 0 0,0 0 0,0 0 0,0 0 0,0 0 0,0 0 0,-1 0 0,1 0 0,0 0 0,0 1 0,0-1 0,0 0 0,-1 0 0,1 1 0,0-1 0,0 1 0,-1-1 0,1 1 0,0-1 0,0 1 0,-1-1 0,1 1 0,-1 0 0,1-1 0,-1 1 0,1 0 0,0 0 0,8 12-6,-1 0 0,0 1-1,0-1 1,9 27 0,-2-4-1328,-11-27-5492</inkml:trace>
</inkml:ink>
</file>

<file path=ppt/ink/ink4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24575,'-1'0'0,"0"-1"0,0 1 0,1 1 0,-1-1 0,0 0 0,0 0 0,0 0 0,1 0 0,-1 0 0,0 1 0,0-1 0,1 0 0,-1 1 0,0-1 0,1 1 0,-1-1 0,0 1 0,1-1 0,-1 1 0,0-1 0,1 1 0,-1-1 0,0 2 0,0 0 0,1-1 0,-1 1 0,1-1 0,0 1 0,-1-1 0,1 0 0,0 1 0,0-1 0,0 1 0,0-1 0,0 1 0,1 1 0,0 3 0,0 0 0,1 0 0,0 0 0,0 0 0,5 7 0,-3-6 0,0 0 0,1 0 0,0 0 0,1-1 0,-1 1 0,1-1 0,8 6 0,-11-10 0,-1 0 0,1 0 0,0 0 0,-1-1 0,1 1 0,0-1 0,0 1 0,0-1 0,1 0 0,-1 0 0,0 0 0,0-1 0,0 1 0,1-1 0,-1 0 0,0 0 0,1 0 0,-1 0 0,0-1 0,1 1 0,3-2 0,-5 1 0,0 0 0,0 0 0,1 0 0,-1 0 0,0-1 0,0 1 0,-1-1 0,1 1 0,0-1 0,0 0 0,-1 1 0,1-1 0,-1 0 0,2-3 0,1-3 0,0 0 0,4-14 0,-6 15 0,0 1 0,1-1 0,0 1 0,5-9 0,-8 15 0,0-1 0,1 1 0,-1-1 0,0 1 0,1-1 0,-1 1 0,1-1 0,-1 1 0,1-1 0,-1 1 0,1-1 0,-1 1 0,1 0 0,-1-1 0,1 1 0,-1 0 0,1-1 0,0 1 0,-1 0 0,1 0 0,0 0 0,-1 0 0,1-1 0,0 1 0,-1 0 0,2 0 0,-1 1 0,0-1 0,0 1 0,0-1 0,-1 1 0,1-1 0,0 1 0,0 0 0,0-1 0,-1 1 0,1 0 0,0 0 0,-1-1 0,1 1 0,-1 0 0,1 1 0,2 3 0,-1 1 0,0-1 0,0 1 0,0-1 0,0 7 0,0 3-1365,-1-1-5461</inkml:trace>
</inkml:ink>
</file>

<file path=ppt/ink/ink4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64 24575,'-5'-8'0,"-1"1"0,1-1 0,-1 1 0,-1 1 0,-9-10 0,15 15 0,0 0 0,0 0 0,-1 0 0,1 1 0,0-1 0,-1 0 0,1 0 0,0 1 0,-1-1 0,1 1 0,-1-1 0,1 1 0,-1-1 0,1 1 0,-1 0 0,0 0 0,1 0 0,-1 0 0,1 0 0,-1 0 0,1 0 0,-1 1 0,1-1 0,-1 1 0,1-1 0,-1 1 0,1-1 0,-1 1 0,1 0 0,0-1 0,-1 1 0,1 0 0,0 0 0,0 0 0,-1 0 0,1 0 0,0 1 0,0-1 0,0 0 0,-1 2 0,-2 5 0,0-1 0,0 1 0,0 0 0,1 0 0,0 0 0,1 0 0,0 0 0,0 1 0,1-1 0,0 1 0,0 0 0,1-1 0,0 1 0,2 10 0,-1-14 0,0-1 0,1 1 0,0 0 0,0-1 0,0 1 0,1-1 0,-1 0 0,1 0 0,0 0 0,0 0 0,1 0 0,-1-1 0,1 1 0,0-1 0,-1 0 0,2 0 0,-1-1 0,0 1 0,0-1 0,1 0 0,-1 0 0,1 0 0,0-1 0,0 1 0,-1-1 0,1 0 0,0-1 0,0 1 0,8-1 0,-10 0 0,0 0 0,0-1 0,0 0 0,0 1 0,0-1 0,0 0 0,-1 0 0,1-1 0,0 1 0,-1 0 0,1-1 0,0 0 0,-1 1 0,0-1 0,0 0 0,1 0 0,-1-1 0,0 1 0,-1 0 0,1-1 0,0 1 0,-1-1 0,3-4 0,-1 1 0,-1 0 0,1 0 0,-1-1 0,-1 1 0,1-1 0,-1 1 0,0-1 0,0 1 0,-1-12 0,-1 14 0,0-1 0,0 1 0,0 0 0,0 0 0,-1 0 0,0 0 0,0 0 0,0 0 0,0 1 0,0-1 0,-1 0 0,0 1 0,-3-4 0,-1 1 0,1-1 0,-2 1 0,1 0 0,-16-9 0,-9-3-1365,20 10-5461</inkml:trace>
</inkml:ink>
</file>

<file path=ppt/ink/ink4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2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24575,'7'15'0,"3"7"0,2 3 0,-1 0 0,1 0 0,-3-2 0,-2-1 0,0-6 0,-1-2 0,-5-4 0</inkml:trace>
</inkml:ink>
</file>

<file path=ppt/ink/ink4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2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24575,'0'5'0,"0"5"0,-3 2 0,0 2 0,-3 4 0,0 1 0,1 0 0,-1-3 0,0-5-8191</inkml:trace>
</inkml:ink>
</file>

<file path=ppt/ink/ink4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168 414 24575,'-13'0'0,"0"0"0,1 2 0,-1-1 0,0 1 0,1 1 0,-21 7 0,29-9 0,1 1 0,0-1 0,-1 1 0,1 0 0,0-1 0,0 1 0,0 1 0,0-1 0,0 0 0,1 1 0,-1-1 0,1 1 0,0 0 0,-1 0 0,1 0 0,0 0 0,1 0 0,-1 1 0,1-1 0,-1 0 0,1 1 0,0-1 0,0 1 0,0-1 0,1 1 0,0 0 0,-1-1 0,1 5 0,1-1 0,0-1 0,0 1 0,1 0 0,0-1 0,0 0 0,0 1 0,1-1 0,0 0 0,0 0 0,1 0 0,0-1 0,6 8 0,-5-7 0,0 0 0,0-1 0,1 1 0,0-1 0,1 0 0,-1-1 0,1 1 0,0-1 0,0-1 0,9 5 0,-15-8 0,1 1 0,0-1 0,-1 1 0,1-1 0,0 0 0,0 1 0,-1-1 0,1 0 0,0 0 0,0 0 0,-1 0 0,1-1 0,0 1 0,-1 0 0,1-1 0,0 1 0,-1-1 0,1 0 0,1 0 0,-1-1 0,0 1 0,0-1 0,0 0 0,0 1 0,-1-1 0,1 0 0,-1 0 0,1 0 0,-1 0 0,0 0 0,0-1 0,1-2 0,1-4 0,0-1 0,-1 0 0,0 0 0,-1 0 0,1-15 0,-2-10 0,-1 0 0,-12-63 0,-24-68 0,10 47 0,23 104 0,-17-72 0,21 87 0,0 0 0,0 0 0,0 0 0,0 0 0,0-1 0,0 1 0,0 0 0,0 0 0,0 0 0,0 0 0,0 0 0,0 0 0,0 0 0,0 0 0,0 0 0,0 0 0,0 0 0,0 0 0,0 0 0,0 0 0,0 0 0,0 0 0,0 0 0,0 0 0,0 0 0,0 0 0,0-1 0,0 1 0,0 0 0,0 0 0,0 0 0,0 0 0,-1 0 0,1 0 0,0 0 0,0 0 0,0 0 0,0 0 0,0 0 0,0 0 0,0 0 0,0 0 0,0 0 0,0 0 0,0 0 0,0 0 0,0 0 0,0 0 0,0 0 0,0 0 0,0 0 0,0 0 0,-1 0 0,1 0 0,0 1 0,0-1 0,0 0 0,0 0 0,0 0 0,0 0 0,0 0 0,0 0 0,0 0 0,0 0 0,0 0 0,-3 6 0,0 8 0,-2 20 0,2 1 0,1 1 0,1-1 0,3 0 0,1 0 0,12 61 0,3-29-682,35 84-1,-46-135-6143</inkml:trace>
</inkml:ink>
</file>

<file path=ppt/ink/ink4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38 24575,'-5'-5'0,"-1"0"0,-1 1 0,1 0 0,-1 0 0,1 0 0,-1 1 0,-11-3 0,15 5 0,1 0 0,-1 1 0,0 0 0,1-1 0,-1 1 0,0 0 0,0 0 0,1 1 0,-1-1 0,0 0 0,1 1 0,-1 0 0,1 0 0,-1 0 0,1 0 0,-1 0 0,1 0 0,-1 0 0,1 1 0,0-1 0,0 1 0,0 0 0,0 0 0,-2 2 0,-1 1 0,1-1 0,0 2 0,1-1 0,-1 0 0,1 1 0,0-1 0,1 1 0,-5 12 0,6-16 0,1 1 0,-1 0 0,1-1 0,-1 1 0,1-1 0,0 1 0,0 0 0,0 0 0,0-1 0,1 1 0,-1-1 0,1 1 0,-1 0 0,1-1 0,0 1 0,0-1 0,0 1 0,0-1 0,1 0 0,-1 1 0,1-1 0,-1 0 0,4 3 0,23 20 0,-14-13 0,-1 1 0,23 27 0,-32-36 0,-1 1 0,0-1 0,-1 1 0,1 0 0,-1 0 0,0 0 0,0 0 0,0 0 0,-1 1 0,0-1 0,0 0 0,0 1 0,-1-1 0,0 8 0,0-11 0,0-1 0,0 1 0,-1 0 0,1-1 0,0 1 0,-1-1 0,0 1 0,1-1 0,-1 1 0,0-1 0,0 0 0,1 1 0,-1-1 0,0 0 0,0 1 0,-3 1 0,2-1 0,-1 0 0,1-1 0,-1 1 0,0-1 0,0 0 0,0 1 0,1-1 0,-6 1 0,-4 0 0,0 0 0,-1-1 0,-18 0 0,24-1 0,-121-2-1365,103 2-5461</inkml:trace>
</inkml:ink>
</file>

<file path=ppt/ink/ink4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24575,'2'-15'0,"0"12"0,3 10 0,10 31 0,12 50 0,1 3 0,-6-28 0,21 97 0,-43-155 0,1 0 0,-1 1 0,0-1 0,-1 8 0,0-11 0,1-1 0,0 0 0,0 0 0,-1 0 0,1 1 0,0-1 0,-1 0 0,1 0 0,-1 0 0,0 0 0,-1 2 0,2-3 0,0 0 0,-1 1 0,1-1 0,0 0 0,-1 0 0,1 0 0,-1 1 0,1-1 0,0 0 0,-1 0 0,1 0 0,-1 0 0,1 0 0,-1 0 0,1 0 0,-1 0 0,1 0 0,0 0 0,-1 0 0,1 0 0,-1 0 0,1 0 0,-1 0 0,1-1 0,0 1 0,-1 0 0,1 0 0,-1 0 0,1-1 0,0 1 0,-1 0 0,1-1 0,-3-1 0,1 0 0,0 0 0,0-1 0,0 1 0,0 0 0,0-1 0,1 0 0,-1 1 0,1-1 0,0 0 0,-2-5 0,1 2 0,0 1 0,1-1 0,0 1 0,0-1 0,0-9 0,1 11 0,0 1 0,1-1 0,-1 0 0,1 1 0,0-1 0,0 0 0,0 1 0,0-1 0,1 1 0,-1 0 0,1-1 0,0 1 0,0 0 0,0 0 0,0 0 0,1 0 0,-1 1 0,1-1 0,0 0 0,0 1 0,0 0 0,4-3 0,-2 3 0,-1 0 0,1 0 0,-1 1 0,1-1 0,-1 1 0,1 0 0,0 0 0,0 1 0,0 0 0,-1-1 0,1 2 0,0-1 0,0 0 0,0 1 0,-1 0 0,9 3 0,1 0 0,0 2 0,-1 0 0,0 0 0,0 1 0,-1 1 0,0 0 0,0 0 0,-1 2 0,0-1 0,0 1 0,12 17 0,-20-24 0,-1 0 0,-1 0 0,1 0 0,0 0 0,-1 0 0,0 0 0,1 0 0,-1 1 0,0-1 0,-1 1 0,1-1 0,-1 1 0,1-1 0,-1 1 0,-1 5 0,1-6 0,-1-1 0,0 1 0,0 0 0,0-1 0,0 1 0,0 0 0,-1-1 0,1 0 0,-1 1 0,1-1 0,-1 0 0,0 0 0,0 0 0,0 0 0,0 0 0,0 0 0,-1-1 0,1 1 0,-5 2 0,-4 1 8,0 0-1,0-1 0,-1 0 1,1-1-1,-1 0 0,0-1 1,-18 1-1,-89-2-373,70-3-692,36 2-5768</inkml:trace>
</inkml:ink>
</file>

<file path=ppt/ink/ink4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5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27 24575,'-4'0'0,"1"1"0,-1-1 0,0 0 0,0 1 0,1 0 0,-1 0 0,0 0 0,1 0 0,-4 2 0,6-2 0,0-1 0,0 1 0,1-1 0,-1 1 0,0-1 0,0 1 0,1 0 0,-1-1 0,1 1 0,-1 0 0,0 0 0,1-1 0,0 1 0,-1 0 0,1 0 0,-1 0 0,1 0 0,0-1 0,0 1 0,-1 0 0,1 0 0,0 0 0,0 0 0,0 0 0,0 0 0,0 0 0,0 0 0,0 0 0,0 0 0,1 0 0,-1-1 0,0 1 0,1 0 0,-1 0 0,0 0 0,1 0 0,-1 0 0,1-1 0,-1 1 0,2 1 0,2 4 0,1 0 0,-1-1 0,1 0 0,0 0 0,0 0 0,1-1 0,0 1 0,0-1 0,0 0 0,0-1 0,0 0 0,14 5 0,-11-5 0,-1 0 0,1-1 0,0 0 0,1 0 0,-1-1 0,0 0 0,0-1 0,1 0 0,13-2 0,-17 1 0,-1 0 0,1-1 0,-1 1 0,0-2 0,0 1 0,0 0 0,0-1 0,0 0 0,0 0 0,-1 0 0,1-1 0,-1 0 0,0 1 0,5-8 0,-7 8 0,1 0 0,-1 0 0,0 0 0,0 0 0,-1-1 0,1 1 0,-1-1 0,0 1 0,0-1 0,0 0 0,0 1 0,0-1 0,-1 0 0,0 0 0,0 1 0,0-1 0,0 0 0,0 0 0,-1 1 0,0-1 0,1 0 0,-3-4 0,3 7 0,0 1 0,-1-1 0,1 0 0,0 1 0,0-1 0,0 1 0,-1-1 0,1 0 0,0 1 0,-1-1 0,1 1 0,-1-1 0,1 1 0,-1-1 0,1 1 0,-1-1 0,1 1 0,-1-1 0,1 1 0,-1 0 0,1-1 0,-1 1 0,0 0 0,-1-1 0,2 1 0,-1 0 0,0 1 0,1-1 0,-1 0 0,0 0 0,1 1 0,-1-1 0,0 0 0,1 1 0,-1-1 0,1 1 0,-1-1 0,1 1 0,-1-1 0,1 1 0,-1-1 0,1 1 0,-1 1 0,-2 2 0,1-1 0,0 1 0,0 0 0,1 1 0,-1-1 0,-1 7 0,2 1 0,1 0 0,0 0 0,0 1 0,1-1 0,1 0 0,6 23 0,28 71 0,-31-92 0,52 120 0,-29-75 0,27 91 0,-50-133 0,0-1 0,-1 0 0,0 1 0,-1-1 0,1 24 0,-4-38 0,0 0 0,0-1 0,0 1 0,0-1 0,0 1 0,-1-1 0,1 1 0,-1 0 0,1-1 0,-1 1 0,1-1 0,-1 0 0,0 1 0,0-1 0,0 0 0,0 1 0,0-1 0,0 0 0,0 0 0,-2 2 0,1-2 0,-1 1 0,1-1 0,0 0 0,-1 0 0,1-1 0,-1 1 0,1 0 0,-1-1 0,0 1 0,1-1 0,-5 0 0,-3 0 0,-1-1 0,1-1 0,-1 1 0,1-2 0,-11-3 0,3 1 0,1-2 0,-1 0 0,1-1 0,0-1 0,1 0 0,0-1 0,1-1 0,-16-14 0,29 23 0,0 0 0,1 0 0,-1 0 0,0 0 0,1 0 0,-1 0 0,1-1 0,0 1 0,0-1 0,0 1 0,0-1 0,0 1 0,0-1 0,0-3 0,1 5 0,0 0 0,0-1 0,1 1 0,-1 0 0,0-1 0,0 1 0,1 0 0,-1 0 0,1-1 0,-1 1 0,1 0 0,0 0 0,-1 0 0,1-1 0,0 1 0,0 0 0,0 0 0,0 0 0,0 0 0,0 1 0,0-1 0,0 0 0,0 0 0,0 1 0,1-1 0,-1 0 0,0 1 0,0 0 0,3-1 0,11-4-227,0 1-1,0 1 1,1 1-1,-1 0 1,17 0-1,-14 2-6598</inkml:trace>
</inkml:ink>
</file>

<file path=ppt/ink/ink4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24575,'-1'3'0,"0"1"0,0 0 0,0 0 0,1-1 0,-1 1 0,1 0 0,0 0 0,0 0 0,1 0 0,-1-1 0,1 1 0,2 7 0,-1-6 0,0 1 0,1-1 0,0 1 0,0-1 0,0 0 0,0 0 0,7 6 0,3 2 0,-1-2 0,2 0 0,-1 0 0,28 14 0,-26-16 0,-1-2 0,1 0 0,1 0 0,16 4 0,-26-9 0,0-1 0,-1 0 0,1 0 0,0 0 0,0-1 0,0 0 0,-1 0 0,1 0 0,0-1 0,0 1 0,0-1 0,-1-1 0,1 1 0,10-5 0,-13 4 0,-1 0 0,1 0 0,-1 0 0,0 0 0,0 0 0,1-1 0,-2 1 0,1-1 0,0 1 0,0-1 0,-1 0 0,0 0 0,1 1 0,-1-1 0,0 0 0,0 0 0,-1 0 0,1 0 0,-1-1 0,1 1 0,-1-3 0,1-9 0,-1 0 0,-4-29 0,4 43 0,-6-16 0,5 18 0,3 10 0,1 1 0,2 0 0,0 0 0,0 0 0,1-1 0,0 0 0,1 0 0,0-1 0,17 19 0,-21-26-114,1 0 1,-1 0-1,1 0 0,-1 0 0,1-1 1,0 0-1,0 1 0,0-1 0,0-1 1,0 1-1,8 2 0,1-2-6712</inkml:trace>
</inkml:ink>
</file>

<file path=ppt/ink/ink4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6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24575,'-9'1'0,"-13"3"0,-31 10 0,48-13 0,0 1 0,1-1 0,-1 1 0,1 1 0,0-1 0,0 1 0,-1-1 0,1 1 0,1 0 0,-1 1 0,0-1 0,-4 7 0,6-8 0,1 0 0,0 0 0,1 0 0,-1-1 0,0 1 0,1 0 0,-1 1 0,1-1 0,-1 0 0,1 0 0,0 0 0,0 0 0,0 0 0,0 3 0,1 0 0,0-1 0,0 0 0,1 1 0,-1-1 0,1 0 0,3 6 0,1 0 0,1 0 0,0 0 0,1-1 0,10 10 0,91 86 0,-107-102 0,1-1 0,-1 0 0,0 1 0,0-1 0,0 1 0,3 4 0,-5-6 0,1-1 0,-1 1 0,0 0 0,0-1 0,0 1 0,1-1 0,-1 1 0,0 0 0,0-1 0,0 1 0,0-1 0,0 1 0,0 0 0,0-1 0,-1 1 0,1-1 0,0 1 0,0 0 0,0-1 0,0 1 0,-1-1 0,1 1 0,0-1 0,-1 1 0,1-1 0,0 1 0,-1-1 0,1 1 0,-1-1 0,1 1 0,-1-1 0,1 0 0,-1 1 0,1-1 0,-1 0 0,1 0 0,-1 1 0,0-1 0,-3 2 0,1-1 0,-1 0 0,0 0 0,0 0 0,0 0 0,0 0 0,0-1 0,0 0 0,0 0 0,0 0 0,0 0 0,-3-1 0,-10-2 0,-25-8 0,12 2 0,27 9-79,-2-1-82,0 0 0,-1-1 1,1 1-1,1-1 0,-1 0 0,0 0 1,-8-6-1</inkml:trace>
</inkml:ink>
</file>

<file path=ppt/ink/ink4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24575,'2'5'0,"4"4"0,3 3 0,3 2 0,1 1 0,2 1 0,0 0 0,1 0 0,-1-3 0,0-2 0,-2 1 0,-1-2 0</inkml:trace>
</inkml:ink>
</file>

<file path=ppt/ink/ink4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7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24575,'5'0'0,"4"5"0,1 5 0,0 2 0,0 2 0,0 1 0,-2 1 0,-2-3-8191</inkml:trace>
</inkml:ink>
</file>

<file path=ppt/ink/ink4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24575,'14'14'0,"8"8"0,42 34 0,-61-54 0,0 0 0,1 0 0,-1 0 0,1-1 0,-1 1 0,1-1 0,0 0 0,-1 0 0,1-1 0,0 1 0,0-1 0,-1 0 0,1 0 0,0 0 0,0 0 0,0-1 0,-1 1 0,1-1 0,0 0 0,-1 0 0,6-2 0,-3 0 0,-1 0 0,1 1 0,-1-2 0,1 1 0,-1-1 0,0 0 0,0 0 0,-1 0 0,1 0 0,-1-1 0,0 0 0,4-5 0,-8 8 0,1 1 0,0 0 0,-1 0 0,1-1 0,0 1 0,0 0 0,0 0 0,0 0 0,0 0 0,0 0 0,0 1 0,2-2 0,-2 2 0,0 0 0,-1 0 0,1 0 0,0 0 0,-1 1 0,1-1 0,0 0 0,-1 0 0,1 1 0,0-1 0,-1 1 0,1-1 0,0 0 0,-1 1 0,1-1 0,-1 1 0,1 0 0,-1-1 0,1 1 0,-1-1 0,0 1 0,1 0 0,-1-1 0,0 1 0,1 1 0,4 7-1365,-1-1-5461</inkml:trace>
</inkml:ink>
</file>

<file path=ppt/ink/ink4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24575,'-13'4'0,"1"1"0,-1 0 0,1 1 0,0 0 0,-17 12 0,25-15 0,0 1 0,0-1 0,1 0 0,-1 1 0,1 0 0,0 0 0,0 0 0,0 0 0,1 0 0,0 0 0,0 1 0,0-1 0,0 1 0,0 0 0,1-1 0,0 1 0,0 0 0,0 7 0,0-2 0,1 0 0,0-1 0,0 1 0,1 0 0,3 14 0,-1-22 0,1-7 0,4-8 0,-7 10 0,10-23 0,-9 19 0,1 0 0,0 0 0,1 0 0,0 0 0,0 0 0,7-8 0,-10 14 0,0 0 0,-1 0 0,1 1 0,0-1 0,0 1 0,-1-1 0,1 0 0,0 1 0,0 0 0,0-1 0,0 1 0,0-1 0,0 1 0,0 0 0,0 0 0,0 0 0,0-1 0,0 1 0,0 0 0,0 0 0,0 0 0,0 0 0,1 1 0,-1-1 0,1 1 0,0 0 0,0 0 0,-1 0 0,1 0 0,0 0 0,-1 0 0,1 0 0,-1 0 0,0 1 0,2 1 0,3 4 0,-1 0 0,-1 0 0,1 0 0,3 11 0,63 183 0,-46-121 0,-17-56 0,17 58 0,-21-69 0,-2-1 0,0 1 0,-1 0 0,0 19 0,0-30 0,-1-1 0,0 1 0,-1-1 0,1 1 0,0-1 0,0 1 0,-1-1 0,1 1 0,0-1 0,-1 0 0,0 1 0,1-1 0,-1 1 0,0-1 0,0 0 0,1 0 0,-1 0 0,0 1 0,0-1 0,-1 0 0,1 0 0,-1 1 0,0-2 0,0 1 0,1 0 0,-1-1 0,0 1 0,0-1 0,0 0 0,0 0 0,0 0 0,1 0 0,-1 0 0,0 0 0,0 0 0,0-1 0,0 1 0,-2-1 0,-7-3 0,1 0 0,-1-1 0,1 0 0,-14-10 0,-98-71 0,119 83-151,0 0-1,0 0 0,-1 0 0,2 0 1,-1 0-1,0-1 0,1 0 1,-4-7-1,1 0-6674</inkml:trace>
</inkml:ink>
</file>

<file path=ppt/ink/ink4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24575,'12'-5'0,"108"-33"0,-107 35 0,-1 1 0,0 0 0,1 0 0,-1 2 0,1-1 0,0 2 0,22 3 0,-28-3 0,-1 2 0,1-1 0,-1 1 0,0 0 0,1 0 0,-1 0 0,-1 1 0,1 0 0,0 1 0,-1-1 0,5 6 0,-4-4 0,0 0 0,-1 1 0,0-1 0,-1 1 0,0 0 0,0 0 0,0 0 0,-1 1 0,4 9 0,-6-13 0,0 0 0,-1 1 0,1-1 0,-1 1 0,0-1 0,0 1 0,0-1 0,-1 1 0,1-1 0,-1 0 0,-2 6 0,-1 3 0,-2 0 0,-8 16 0,7-16 0,-9 24 0,15-35 0,1 0 0,-1 1 0,0-1 0,1 1 0,0-1 0,0 1 0,0-1 0,0 1 0,0-1 0,0 1 0,0-1 0,1 1 0,-1-1 0,1 1 0,0-1 0,1 3 0,0-2 0,0 0 0,0 1 0,0-1 0,1 0 0,-1-1 0,1 1 0,-1 0 0,1-1 0,6 4 0,4 2 0,0-1 0,1 0 0,0-1 0,18 5 0,-25-8 0,1 0 20,0-1 0,0 0 0,0 0 0,0-1 0,10 1 0,-16-2-98,1 0 0,0 0 0,0 0-1,0-1 1,-1 1 0,1-1 0,0 0 0,0 0 0,-1 0-1,1 0 1,0 0 0,-1 0 0,0-1 0,1 1 0,-1-1-1,0 0 1,1 0 0,1-2 0,3-4-6748</inkml:trace>
</inkml:ink>
</file>

<file path=ppt/ink/ink4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1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24575,'46'-4'0,"119"-13"0,-141 13 0,0-1 0,-1-2 0,1 0 0,37-18 0,-53 21 0,0 0 0,-1-1 0,0 0 0,0 0 0,-1-1 0,8-7 0,-12 11 0,0 0 0,0 0 0,0 0 0,-1-1 0,1 1 0,-1 0 0,1-1 0,-1 1 0,0-1 0,0 1 0,0-1 0,0 0 0,0 1 0,-1-1 0,1 0 0,-1 0 0,0 1 0,0-1 0,0 0 0,0 0 0,0 1 0,-2-6 0,2 6 0,-1 1 0,1 0 0,-1 0 0,0 0 0,1 0 0,-1 0 0,0 0 0,0 0 0,0 0 0,0 0 0,0 0 0,0 0 0,0 0 0,0 1 0,0-1 0,0 0 0,0 1 0,0-1 0,0 1 0,-1-1 0,1 1 0,0-1 0,0 1 0,-1 0 0,1 0 0,0 0 0,-1 0 0,1 0 0,0 0 0,-1 0 0,1 0 0,0 0 0,0 1 0,-1-1 0,1 0 0,0 1 0,-2 0 0,-2 1 0,-1 0 0,1 1 0,0-1 0,0 1 0,0 0 0,1 1 0,-6 3 0,7-4 0,0 0 0,0 0 0,0 1 0,1-1 0,-1 1 0,1-1 0,0 1 0,0 0 0,0 0 0,0 0 0,1 0 0,0 0 0,0 0 0,0 0 0,0 1 0,0-1 0,1 7 0,0-6 0,1 0 0,-1 0 0,1 0 0,0 0 0,1 0 0,-1 0 0,1 0 0,0 0 0,0 0 0,1-1 0,-1 1 0,1-1 0,0 0 0,5 5 0,0 0 0,0-2 0,1 1 0,0-1 0,0 0 0,1-1 0,0 0 0,0 0 0,1-1 0,0-1 0,-1 0 0,1 0 0,1-1 0,21 3 0,9-1 0,1-2 0,62-3 0,-50-2 0,-27 2 0,-5 1 0,0-2 0,-1 0 0,38-8 0,-59 9 0,1 0 0,-1 0 0,0 0 0,0-1 0,0 1 0,0 0 0,0-1 0,0 1 0,0-1 0,0 1 0,0-1 0,0 0 0,0 1 0,0-1 0,-1 0 0,1 0 0,0 1 0,0-1 0,-1 0 0,1 0 0,0 0 0,-1 0 0,2-2 0,-2 2 0,0-1 0,0 1 0,0 0 0,-1-1 0,1 1 0,0 0 0,0-1 0,-1 1 0,1 0 0,-1-1 0,1 1 0,-1 0 0,0 0 0,1 0 0,-1 0 0,-1-2 0,-4-4 0,0 0 0,-1 1 0,0 0 0,-11-9 0,-67-39 0,47 32 0,-41-34 0,75 52 0,0 1 0,0-1 0,0 0 0,1 0 0,-1 0 0,1-1 0,-3-4 0,6 8 0,-1 0 0,1 0 0,-1 0 0,1 1 0,0-1 0,-1 0 0,1 0 0,0 0 0,0 0 0,0 0 0,0 0 0,-1 0 0,1 0 0,0 0 0,0 0 0,1 0 0,-1 0 0,0 0 0,0 1 0,0-1 0,1 0 0,-1 0 0,0 0 0,1 0 0,-1 0 0,1 0 0,-1 1 0,1-1 0,0 0 0,-1 0 0,1 1 0,0-1 0,-1 0 0,1 1 0,0-1 0,0 1 0,-1-1 0,1 1 0,0-1 0,0 1 0,0 0 0,0-1 0,0 1 0,0 0 0,1-1 0,4 0-53,0 0-1,0 1 0,0 0 1,0 0-1,0 0 0,0 0 1,0 1-1,11 3 0,-7-2-828,7 1-5944</inkml:trace>
</inkml:ink>
</file>

<file path=ppt/ink/ink4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75 24575,'-36'-10'0,"9"3"0,0 0 0,-1 2 0,-43-3 0,67 8 0,0 0 0,0 0 0,1 0 0,-1 1 0,0 0 0,0-1 0,1 1 0,-1 1 0,0-1 0,1 1 0,-1-1 0,-5 5 0,8-5 0,0 0 0,0 0 0,0 0 0,0 0 0,0 0 0,0 0 0,0 0 0,1 0 0,-1 0 0,0 1 0,1-1 0,-1 0 0,1 0 0,0 1 0,-1 1 0,1-1 0,0 0 0,0 1 0,0-1 0,0 0 0,1 0 0,-1 0 0,1 0 0,-1 0 0,1 0 0,0-1 0,0 1 0,0 0 0,1 2 0,4 5 0,1 0 0,0 0 0,0-1 0,1 0 0,0 0 0,0-1 0,1 0 0,10 6 0,81 43 0,-98-55 0,14 7 0,2 0 0,-1-2 0,34 8 0,-41-11 0,-1-2 0,1 1 0,0-2 0,-1 1 0,1-1 0,0 0 0,-1-1 0,1-1 0,10-2 0,-17 4 0,0-1 0,0 0 0,-1 0 0,1-1 0,0 1 0,0-1 0,-1 1 0,1-1 0,-1 0 0,0 0 0,1 0 0,-1 0 0,0 0 0,0-1 0,2-2 0,-3 2 0,1-1 0,-1 1 0,1-1 0,-1 1 0,0-1 0,0 0 0,-1 0 0,1 1 0,-1-1 0,0 0 0,0-7 0,-1 4 0,0-1 0,-1 1 0,0-1 0,0 1 0,-1 0 0,0 0 0,0 0 0,-1 0 0,0 0 0,0 1 0,0 0 0,-1 0 0,0 0 0,-9-8 0,4 4 0,-1 1 0,0 0 0,0 1 0,-1 0 0,0 0 0,0 2 0,-14-6 0,19 9-80,0 0 0,-1 1-1,1 1 1,0-1 0,-1 1-1,1 0 1,-1 1 0,1 0-1,-1 0 1,1 0 0,-1 1 0,1 1-1,-1-1 1,1 1 0,0 0-1,-12 5 1,5-1-6746</inkml:trace>
</inkml:ink>
</file>

<file path=ppt/ink/ink4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57 24575,'68'221'0,"-51"-179"0,1-1 0,2-1 0,30 43 0,-41-69 0,3 4 0,17 21 0,-19-32 0,-10-7 0,0 0 0,0 0 0,0-1 0,0 1 0,1 0 0,-1 0 0,0 0 0,0 0 0,0-1 0,0 1 0,0 0 0,0 0 0,0 0 0,0-1 0,1 1 0,-1 0 0,0 0 0,0-1 0,0 1 0,0 0 0,0 0 0,0 0 0,0-1 0,0 1 0,-1 0 0,1 0 0,0-1 0,0 1 0,-7-23 0,-4 3 0,0 0 0,-27-35 0,-35-32 0,50 61 0,-64-83 0,79 96 0,-1 0 0,2-1 0,0 0 0,0 0 0,2 0 0,-9-30 0,14 42 0,-1-1 0,1 0 0,-1 1 0,1-1 0,0 0 0,0 0 0,0 1 0,0-1 0,1 0 0,-1 0 0,1 1 0,-1-1 0,1 0 0,0 1 0,0-1 0,1 1 0,-1-1 0,0 1 0,1 0 0,2-4 0,-1 3 0,0 0 0,1 0 0,0 1 0,-1-1 0,1 1 0,0 0 0,0 0 0,1 0 0,-1 1 0,0-1 0,9-1 0,-2 2 0,-1-1 0,1 2 0,0-1 0,0 1 0,0 1 0,0 0 0,-1 1 0,19 4 0,-14-2 0,-1 1 0,1 1 0,-1 0 0,-1 0 0,23 15 0,-31-17 0,1 0 0,-1 0 0,0 1 0,0-1 0,-1 1 0,6 7 0,-9-11 0,0 0 0,0 1 0,-1-1 0,1 0 0,0 0 0,-1 0 0,1 0 0,-1 1 0,0-1 0,1 0 0,-1 0 0,0 1 0,0-1 0,0 0 0,0 1 0,0-1 0,0 0 0,0 1 0,0-1 0,0 0 0,0 0 0,-1 1 0,1-1 0,-1 0 0,1 0 0,-1 1 0,1-1 0,-1 0 0,0 0 0,0 0 0,1 0 0,-1 0 0,0 0 0,0 0 0,0 0 0,0 0 0,0-1 0,0 1 0,-2 1 0,-2 1 0,0-1 0,-1 1 0,1-1 0,-1 0 0,0 0 0,1-1 0,-1 1 0,0-1 0,-9 0 0,-58-1 0,47-1 0,18 1-108,1-1-18,0 1 0,1 0 1,-1 0-1,1 1 0,-1 0 1,1 0-1,-1 0 0,1 1 1,-10 3-1,7 1-6700</inkml:trace>
</inkml:ink>
</file>

<file path=ppt/ink/ink4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39 24575,'-24'-5'0,"8"2"0,-1-1 0,0 2 0,0 0 0,0 1 0,0 1 0,-22 2 0,37-2 0,1 1 0,-1-1 0,1 0 0,-1 1 0,1-1 0,-1 1 0,1-1 0,-1 1 0,1 0 0,-1 0 0,1-1 0,0 1 0,-1 0 0,1 0 0,0 1 0,0-1 0,0 0 0,0 0 0,-1 2 0,1-2 0,1 0 0,-1 1 0,1-1 0,0 0 0,-1 1 0,1-1 0,0 0 0,0 1 0,0-1 0,0 1 0,0-1 0,1 0 0,-1 1 0,0-1 0,0 0 0,1 1 0,0 1 0,2 2 0,-1-1 0,1 1 0,-1-1 0,1 0 0,1 0 0,-1 0 0,0 0 0,1-1 0,0 1 0,6 4 0,-4-5 0,1 1 0,-1-1 0,1 0 0,-1 0 0,1 0 0,0-1 0,0 0 0,11 1 0,-15-2 0,0-1 0,1 0 0,-1 0 0,0 0 0,1 0 0,-1-1 0,0 1 0,1-1 0,-1 0 0,0 0 0,0 0 0,0 0 0,0-1 0,0 1 0,0-1 0,0 0 0,0 1 0,-1-1 0,1-1 0,4-3 0,-5 2 0,0 1 0,0 0 0,-1-1 0,1 1 0,-1-1 0,0 0 0,0 1 0,0-1 0,0 0 0,-1 0 0,1 0 0,-1 1 0,0-9 0,-1 6 0,1-1 0,-1 0 0,0 0 0,0 1 0,-1-1 0,-5-12 0,22 46-341,1-1 0,1 0-1,33 38 1,-38-51-6485</inkml:trace>
</inkml:ink>
</file>

<file path=ppt/ink/ink4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 24575,'-5'18'0,"-4"5"0,-1-3 0,2-8 0,1-8 0,3-8 0,2-5 0,1-4 0,-2-2 0,0-1 0,3 2 0,1 4-8191</inkml:trace>
</inkml:ink>
</file>

<file path=ppt/ink/ink4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253 433 24575,'-7'-2'0,"-21"-3"0,-46-5 0,66 10 0,0 0 0,0 0 0,0 1 0,1-1 0,-1 2 0,0-1 0,0 1 0,1 0 0,-1 1 0,-13 6 0,18-7 0,0 0 0,0 0 0,0 0 0,0 1 0,1-1 0,-1 1 0,0 0 0,1-1 0,0 1 0,0 0 0,0 1 0,0-1 0,0 0 0,-2 7 0,2-5 0,1 0 0,0 0 0,1 0 0,-1 0 0,1 1 0,0-1 0,0 0 0,0 0 0,2 10 0,1-6 0,-1 0 0,1 1 0,1-1 0,0 0 0,0-1 0,1 1 0,0-1 0,0 0 0,1 0 0,12 14 0,-4-9 0,1 0 0,0-1 0,0-1 0,34 19 0,-40-25 0,0-1 0,1 0 0,0-1 0,-1 0 0,1 0 0,1-1 0,-1 0 0,0-1 0,0 0 0,20-2 0,-27 1 0,0 0 0,-1-1 0,1 1 0,0-1 0,0 0 0,-1 0 0,1 0 0,-1 0 0,1 0 0,-1-1 0,0 1 0,1-1 0,-1 0 0,0 1 0,0-1 0,0 0 0,0 0 0,0 0 0,-1-1 0,1 1 0,-1 0 0,1-1 0,-1 1 0,0-1 0,0 1 0,0-1 0,0 1 0,0-1 0,0-4 0,1-7 0,0-1 0,-2 1 0,0 0 0,-2-23 0,1 24 0,-7-57 0,-26-104 0,6 37 0,17 65 0,-11-56 0,22 127 0,0 0 0,0 0 0,0 1 0,-1-1 0,1 0 0,0 0 0,0 0 0,-1 1 0,1-1 0,0 0 0,-1 1 0,1-1 0,-1 0 0,1 1 0,-1-1 0,1 0 0,-1 1 0,1-1 0,-1 1 0,1-1 0,-2 0 0,2 2 0,-1-1 0,1 0 0,-1 1 0,1-1 0,-1 1 0,1-1 0,-1 1 0,1-1 0,-1 1 0,1-1 0,0 1 0,-1-1 0,1 1 0,0-1 0,0 1 0,-1 0 0,1-1 0,0 1 0,0 0 0,0-1 0,0 1 0,0-1 0,0 1 0,0 0 0,0-1 0,0 2 0,-1 21 0,1-1 0,0 1 0,2 0 0,1-1 0,0 1 0,2-1 0,1 0 0,11 29 0,12 18 0,45 79 0,-2-6 0,-63-124-1365,-2-3-5461</inkml:trace>
</inkml:ink>
</file>

<file path=ppt/ink/ink4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244 560 24575,'-26'-20'0,"-8"-7"0,-2 2 0,-54-29 0,86 52 0,-1 0 0,1 0 0,0 0 0,-1 1 0,-5-1 0,10 1 0,-1 1 0,0 0 0,0 0 0,0 0 0,1 0 0,-1 0 0,0 0 0,0 0 0,0 0 0,1 0 0,-1 1 0,0-1 0,0 0 0,0 0 0,1 1 0,-1-1 0,0 0 0,1 1 0,-1-1 0,0 1 0,1-1 0,-1 1 0,0-1 0,1 1 0,-1 0 0,1-1 0,-1 1 0,1 0 0,0-1 0,-1 1 0,1 0 0,-1 0 0,1-1 0,0 1 0,0 0 0,-1 1 0,0 4 0,1 1 0,-1-1 0,1 1 0,0-1 0,1 1 0,-1-1 0,1 1 0,0-1 0,1 0 0,0 1 0,0-1 0,4 9 0,2 1 0,0-1 0,1 0 0,16 20 0,-17-25 0,1 0 0,0-1 0,0 0 0,1 0 0,20 13 0,-24-18 0,1 0 0,-1-1 0,1 0 0,0 0 0,0 0 0,0-1 0,0 0 0,0 0 0,1-1 0,-1 0 0,13 0 0,-18-1 0,1 0 0,-1 0 0,1-1 0,0 1 0,-1-1 0,1 0 0,-1 0 0,1 1 0,-1-2 0,0 1 0,1 0 0,-1 0 0,0-1 0,0 1 0,0-1 0,0 0 0,0 0 0,0 0 0,-1 0 0,1 0 0,0 0 0,-1 0 0,0 0 0,1 0 0,-1-1 0,0 1 0,0-1 0,-1 1 0,2-6 0,0 0 0,-1 0 0,0 0 0,-1 0 0,0-1 0,0 1 0,-1 0 0,0 0 0,-3-11 0,-53-155 0,22 75 0,-69-183 0,93 262 0,11 21 0,0-1 0,0 0 0,0 0 0,0 0 0,0 0 0,0 0 0,0 0 0,0 0 0,0 0 0,0 0 0,0 0 0,0 0 0,0 0 0,0 0 0,0 0 0,0 0 0,0 0 0,0 0 0,0 0 0,0 1 0,0-1 0,0 0 0,0 0 0,0 0 0,0 0 0,0 0 0,0 0 0,0 0 0,-1 0 0,1 0 0,0 0 0,0 0 0,0 0 0,0 0 0,0 0 0,0 0 0,0 0 0,0 0 0,0 0 0,0 0 0,0 0 0,0 0 0,0 0 0,0 0 0,0 0 0,0 0 0,0 0 0,-1 0 0,1 0 0,0 0 0,0 0 0,0 0 0,0 0 0,0 0 0,0 0 0,0 0 0,0 0 0,0 0 0,0 0 0,0 0 0,0-1 0,0 1 0,0 0 0,0 0 0,0 0 0,0 0 0,0 0 0,2 13 0,13 52 0,34 139 0,15-4 0,-57-183-118,2 8-297,1-1-1,26 43 0,-25-50-6410</inkml:trace>
</inkml:ink>
</file>

<file path=ppt/ink/ink4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24575,'0'18'0,"0"8"0,0 2 0,0-1 0,0-3 0,0-2 0,0-3 0,0-5-8191</inkml:trace>
</inkml:ink>
</file>

<file path=ppt/ink/ink4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24575,'-2'-3'0,"-2"2"0</inkml:trace>
</inkml:ink>
</file>

<file path=ppt/ink/ink4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24575,'-2'3'0,"1"-1"0,-1 0 0,1 0 0,0 1 0,0-1 0,0 0 0,0 1 0,0-1 0,0 1 0,1 0 0,-1-1 0,1 1 0,0-1 0,0 1 0,0 0 0,0-1 0,0 1 0,0-1 0,2 5 0,-1-1 0,1 0 0,-1 0 0,1 0 0,1-1 0,-1 1 0,1-1 0,4 8 0,-5-10 0,1 0 0,-1 0 0,0-1 0,1 1 0,-1-1 0,1 0 0,0 1 0,0-1 0,0 0 0,0-1 0,0 1 0,0-1 0,1 1 0,-1-1 0,6 1 0,-7-1 0,0-1 0,0 0 0,1 0 0,-1 0 0,0 0 0,0-1 0,0 1 0,1 0 0,-1-1 0,0 0 0,0 1 0,0-1 0,0 0 0,0 0 0,0 0 0,0 0 0,-1-1 0,1 1 0,0 0 0,0-1 0,-1 0 0,1 1 0,-1-1 0,0 0 0,3-3 0,-1 0 0,0-1 0,0 0 0,-1 1 0,0-1 0,0 0 0,0 0 0,-1-1 0,0 1 0,1-11 0,-2 16 0,0 0 0,0 0 0,0 0 0,0 0 0,0 0 0,1 0 0,-1 1 0,0-1 0,1 0 0,-1 0 0,0 0 0,1 0 0,-1 0 0,1 1 0,-1-1 0,1 0 0,-1 0 0,1 1 0,0-1 0,-1 0 0,1 1 0,0-1 0,0 1 0,1-1 0,-1 0 0,0 1 0,1 0 0,-1 0 0,1-1 0,-1 1 0,0 0 0,1 0 0,-1 1 0,0-1 0,1 0 0,-1 0 0,1 1 0,-1-1 0,2 1 0,5 3 0,1 0 0,-1 1 0,14 10 0,-17-11 0,13 8-94,-1-1-542,23 21 1,-32-24-6191</inkml:trace>
</inkml:ink>
</file>

<file path=ppt/ink/ink4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79 24575,'-25'-13'0,"-56"-25"0,67 31 0,-2 2 0,1 0 0,-23-4 0,36 9 0,0-1 0,0 1 0,-1 0 0,1 0 0,0 0 0,-1 0 0,1 0 0,0 0 0,-1 1 0,1-1 0,0 1 0,0-1 0,-1 1 0,1 0 0,0 0 0,0 0 0,-2 2 0,3-2 0,-1 0 0,1 1 0,0-1 0,0 0 0,1 1 0,-1-1 0,0 0 0,0 1 0,1-1 0,-1 1 0,1 0 0,-1-1 0,1 1 0,-1-1 0,1 1 0,0 0 0,0-1 0,0 1 0,0 0 0,0-1 0,0 1 0,1 0 0,-1-1 0,1 3 0,1 3 0,1 1 0,0-1 0,0 0 0,1 0 0,-1-1 0,2 1 0,-1-1 0,1 0 0,-1 0 0,2 0 0,10 9 0,-5-5 0,1-1 0,0 0 0,1-1 0,0 0 0,15 6 0,-22-12 0,0 0 0,-1 0 0,1 0 0,0 0 0,0-1 0,0 0 0,0-1 0,0 1 0,9-1 0,-12 0 0,-1-1 0,1 1 0,-1-1 0,1 1 0,-1-1 0,0 0 0,1 0 0,-1 0 0,0 0 0,0 0 0,0-1 0,0 1 0,0-1 0,0 1 0,0-1 0,0 0 0,0 0 0,-1 0 0,1 0 0,-1 0 0,0 0 0,1 0 0,-1 0 0,0 0 0,1-4 0,1-7 0,-1 0 0,-1 0 0,0 0 0,0-1 0,-1 1 0,-3-14 0,3 10 0,1 48 0,1 0 0,2 0 0,1 0 0,16 53 0,53 117 0,-48-135 0,-18-47 0,9 23 0,-16-40 0,-1 1 0,1 0 0,-1 0 0,1-1 0,-1 1 0,0 0 0,0 0 0,0-1 0,0 1 0,-1 0 0,1 0 0,-2 5 0,1-7 0,0 0 0,1 0 0,-1 0 0,1 0 0,-1 0 0,0 0 0,0 0 0,0 0 0,0 0 0,1 0 0,-1-1 0,0 1 0,0 0 0,-1 0 0,1-1 0,0 1 0,0-1 0,-1 1 0,-1 0 0,0 0 0,0-1 0,1 1 0,-1-1 0,0 0 0,0 0 0,-5-1 0,-2 0 0,0-1 0,0-1 0,-13-5 0,12 4 0,0-1 0,0 0 0,1 0 0,-15-11 0,21 13 0,1 0 0,0 1 0,0-1 0,0 0 0,1 0 0,-1-1 0,-2-4 0,4 6 0,0 0 0,0 1 0,0-1 0,1 0 0,-1 0 0,1 0 0,-1 0 0,1 0 0,0 0 0,-1 0 0,1 0 0,0 0 0,1 0 0,-1 0 0,0 0 0,1-2 0,0 1 0,1 0 0,-1-1 0,1 1 0,0 0 0,0 0 0,0 0 0,0 1 0,0-1 0,1 0 0,3-2 0,30-24 0,-26 22 0,62-41-1365,-59 39-5461</inkml:trace>
</inkml:ink>
</file>

<file path=ppt/ink/ink4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24575,'13'-3'0,"110"-16"0,-97 16 0,-1 2 0,48 2 0,-69 0 0,1-1 0,-1 1 0,1 0 0,-1 0 0,1 0 0,-1 1 0,0-1 0,0 1 0,0 0 0,6 4 0,-9-5 0,1 0 0,-1 1 0,0-1 0,0 0 0,0 1 0,0-1 0,0 1 0,0-1 0,0 1 0,0-1 0,0 1 0,-1 0 0,1-1 0,-1 1 0,1 0 0,-1-1 0,0 1 0,1 0 0,-1 0 0,0 0 0,0-1 0,0 1 0,-1 0 0,1 0 0,0-1 0,-1 1 0,1 0 0,-1-1 0,0 3 0,-1-1 0,1 0 0,-1 1 0,0-1 0,1 0 0,-2 0 0,1 0 0,0-1 0,0 1 0,-6 4 0,-28 19 0,9-7 0,10-7 0,-19 16 0,34-26 0,0 0 0,0-1 0,0 2 0,1-1 0,-1 0 0,1 0 0,-1 0 0,1 1 0,0-1 0,-1 1 0,1-1 0,-1 5 0,2-5 0,0 0 0,0 0 0,1 0 0,-1 0 0,0 0 0,1-1 0,-1 1 0,1 0 0,0 0 0,-1 0 0,1-1 0,0 1 0,0 0 0,0-1 0,0 1 0,1-1 0,-1 1 0,0-1 0,3 2 0,4 4 0,0-1 0,11 8 0,-15-12 0,15 9-91,1-1-1,39 15 1,-36-16-1000,-10-4-5735</inkml:trace>
</inkml:ink>
</file>

<file path=ppt/ink/ink4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6:09:2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24575,'8'5'0,"4"2"0,1 2 0,1-1 0,0 2 0,-3 0 0,-4 0 0,-8-3 0,-2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324" Type="http://schemas.openxmlformats.org/officeDocument/2006/relationships/customXml" Target="../ink/ink162.xml"/><Relationship Id="rId531" Type="http://schemas.openxmlformats.org/officeDocument/2006/relationships/customXml" Target="../ink/ink266.xml"/><Relationship Id="rId629" Type="http://schemas.openxmlformats.org/officeDocument/2006/relationships/customXml" Target="../ink/ink315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42" Type="http://schemas.openxmlformats.org/officeDocument/2006/relationships/image" Target="../media/image271.png"/><Relationship Id="rId181" Type="http://schemas.openxmlformats.org/officeDocument/2006/relationships/image" Target="../media/image91.png"/><Relationship Id="rId402" Type="http://schemas.openxmlformats.org/officeDocument/2006/relationships/customXml" Target="../ink/ink201.xml"/><Relationship Id="rId279" Type="http://schemas.openxmlformats.org/officeDocument/2006/relationships/image" Target="../media/image140.png"/><Relationship Id="rId486" Type="http://schemas.openxmlformats.org/officeDocument/2006/relationships/customXml" Target="../ink/ink243.xml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image" Target="../media/image310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image" Target="../media/image109.png"/><Relationship Id="rId564" Type="http://schemas.openxmlformats.org/officeDocument/2006/relationships/image" Target="../media/image282.png"/><Relationship Id="rId424" Type="http://schemas.openxmlformats.org/officeDocument/2006/relationships/customXml" Target="../ink/ink212.xml"/><Relationship Id="rId631" Type="http://schemas.openxmlformats.org/officeDocument/2006/relationships/customXml" Target="../ink/ink316.xml"/><Relationship Id="rId270" Type="http://schemas.openxmlformats.org/officeDocument/2006/relationships/customXml" Target="../ink/ink135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8.xml"/><Relationship Id="rId228" Type="http://schemas.openxmlformats.org/officeDocument/2006/relationships/customXml" Target="../ink/ink114.xml"/><Relationship Id="rId435" Type="http://schemas.openxmlformats.org/officeDocument/2006/relationships/image" Target="../media/image218.png"/><Relationship Id="rId642" Type="http://schemas.openxmlformats.org/officeDocument/2006/relationships/image" Target="../media/image321.png"/><Relationship Id="rId281" Type="http://schemas.openxmlformats.org/officeDocument/2006/relationships/image" Target="../media/image141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image" Target="../media/image293.png"/><Relationship Id="rId7" Type="http://schemas.openxmlformats.org/officeDocument/2006/relationships/image" Target="../media/image4.png"/><Relationship Id="rId239" Type="http://schemas.openxmlformats.org/officeDocument/2006/relationships/image" Target="../media/image120.png"/><Relationship Id="rId446" Type="http://schemas.openxmlformats.org/officeDocument/2006/relationships/customXml" Target="../ink/ink223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customXml" Target="../ink/ink299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14" Type="http://schemas.openxmlformats.org/officeDocument/2006/relationships/customXml" Target="../ink/ink7.xml"/><Relationship Id="rId317" Type="http://schemas.openxmlformats.org/officeDocument/2006/relationships/image" Target="../media/image159.png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image" Target="../media/image82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3.png"/><Relationship Id="rId328" Type="http://schemas.openxmlformats.org/officeDocument/2006/relationships/customXml" Target="../ink/ink164.xml"/><Relationship Id="rId535" Type="http://schemas.openxmlformats.org/officeDocument/2006/relationships/customXml" Target="../ink/ink268.xml"/><Relationship Id="rId174" Type="http://schemas.openxmlformats.org/officeDocument/2006/relationships/customXml" Target="../ink/ink87.xml"/><Relationship Id="rId381" Type="http://schemas.openxmlformats.org/officeDocument/2006/relationships/image" Target="../media/image191.png"/><Relationship Id="rId602" Type="http://schemas.openxmlformats.org/officeDocument/2006/relationships/image" Target="../media/image301.png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36" Type="http://schemas.openxmlformats.org/officeDocument/2006/relationships/customXml" Target="../ink/ink18.xml"/><Relationship Id="rId339" Type="http://schemas.openxmlformats.org/officeDocument/2006/relationships/image" Target="../media/image170.png"/><Relationship Id="rId546" Type="http://schemas.openxmlformats.org/officeDocument/2006/relationships/image" Target="../media/image273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customXml" Target="../ink/ink307.xml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112" Type="http://schemas.openxmlformats.org/officeDocument/2006/relationships/customXml" Target="../ink/ink56.xml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9.png"/><Relationship Id="rId459" Type="http://schemas.openxmlformats.org/officeDocument/2006/relationships/image" Target="../media/image230.png"/><Relationship Id="rId624" Type="http://schemas.openxmlformats.org/officeDocument/2006/relationships/image" Target="../media/image312.png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63" Type="http://schemas.openxmlformats.org/officeDocument/2006/relationships/image" Target="../media/image132.png"/><Relationship Id="rId319" Type="http://schemas.openxmlformats.org/officeDocument/2006/relationships/image" Target="../media/image160.png"/><Relationship Id="rId470" Type="http://schemas.openxmlformats.org/officeDocument/2006/relationships/customXml" Target="../ink/ink235.xml"/><Relationship Id="rId526" Type="http://schemas.openxmlformats.org/officeDocument/2006/relationships/image" Target="../media/image263.png"/><Relationship Id="rId58" Type="http://schemas.openxmlformats.org/officeDocument/2006/relationships/customXml" Target="../ink/ink29.xml"/><Relationship Id="rId123" Type="http://schemas.openxmlformats.org/officeDocument/2006/relationships/image" Target="../media/image62.png"/><Relationship Id="rId330" Type="http://schemas.openxmlformats.org/officeDocument/2006/relationships/customXml" Target="../ink/ink165.xml"/><Relationship Id="rId568" Type="http://schemas.openxmlformats.org/officeDocument/2006/relationships/image" Target="../media/image284.png"/><Relationship Id="rId165" Type="http://schemas.openxmlformats.org/officeDocument/2006/relationships/image" Target="../media/image83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635" Type="http://schemas.openxmlformats.org/officeDocument/2006/relationships/customXml" Target="../ink/ink318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1.png"/><Relationship Id="rId27" Type="http://schemas.openxmlformats.org/officeDocument/2006/relationships/image" Target="../media/image14.png"/><Relationship Id="rId69" Type="http://schemas.openxmlformats.org/officeDocument/2006/relationships/image" Target="../media/image35.png"/><Relationship Id="rId134" Type="http://schemas.openxmlformats.org/officeDocument/2006/relationships/customXml" Target="../ink/ink67.xml"/><Relationship Id="rId537" Type="http://schemas.openxmlformats.org/officeDocument/2006/relationships/customXml" Target="../ink/ink269.xml"/><Relationship Id="rId579" Type="http://schemas.openxmlformats.org/officeDocument/2006/relationships/customXml" Target="../ink/ink290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1.png"/><Relationship Id="rId383" Type="http://schemas.openxmlformats.org/officeDocument/2006/relationships/image" Target="../media/image192.png"/><Relationship Id="rId439" Type="http://schemas.openxmlformats.org/officeDocument/2006/relationships/image" Target="../media/image220.png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646" Type="http://schemas.openxmlformats.org/officeDocument/2006/relationships/image" Target="../media/image323.png"/><Relationship Id="rId201" Type="http://schemas.openxmlformats.org/officeDocument/2006/relationships/image" Target="../media/image101.png"/><Relationship Id="rId243" Type="http://schemas.openxmlformats.org/officeDocument/2006/relationships/image" Target="../media/image122.png"/><Relationship Id="rId285" Type="http://schemas.openxmlformats.org/officeDocument/2006/relationships/image" Target="../media/image143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2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4.png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87" Type="http://schemas.openxmlformats.org/officeDocument/2006/relationships/image" Target="../media/image94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customXml" Target="../ink/ink308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1.png"/><Relationship Id="rId517" Type="http://schemas.openxmlformats.org/officeDocument/2006/relationships/image" Target="../media/image259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63" Type="http://schemas.openxmlformats.org/officeDocument/2006/relationships/image" Target="../media/image182.png"/><Relationship Id="rId419" Type="http://schemas.openxmlformats.org/officeDocument/2006/relationships/image" Target="../media/image210.png"/><Relationship Id="rId570" Type="http://schemas.openxmlformats.org/officeDocument/2006/relationships/image" Target="../media/image285.png"/><Relationship Id="rId626" Type="http://schemas.openxmlformats.org/officeDocument/2006/relationships/image" Target="../media/image313.png"/><Relationship Id="rId223" Type="http://schemas.openxmlformats.org/officeDocument/2006/relationships/image" Target="../media/image112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3.png"/><Relationship Id="rId472" Type="http://schemas.openxmlformats.org/officeDocument/2006/relationships/customXml" Target="../ink/ink236.xml"/><Relationship Id="rId528" Type="http://schemas.openxmlformats.org/officeDocument/2006/relationships/image" Target="../media/image264.png"/><Relationship Id="rId125" Type="http://schemas.openxmlformats.org/officeDocument/2006/relationships/image" Target="../media/image63.png"/><Relationship Id="rId167" Type="http://schemas.openxmlformats.org/officeDocument/2006/relationships/image" Target="../media/image84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1.xml"/><Relationship Id="rId71" Type="http://schemas.openxmlformats.org/officeDocument/2006/relationships/image" Target="../media/image36.png"/><Relationship Id="rId234" Type="http://schemas.openxmlformats.org/officeDocument/2006/relationships/customXml" Target="../ink/ink117.xml"/><Relationship Id="rId637" Type="http://schemas.openxmlformats.org/officeDocument/2006/relationships/customXml" Target="../ink/ink319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76" Type="http://schemas.openxmlformats.org/officeDocument/2006/relationships/customXml" Target="../ink/ink138.xml"/><Relationship Id="rId441" Type="http://schemas.openxmlformats.org/officeDocument/2006/relationships/image" Target="../media/image221.png"/><Relationship Id="rId483" Type="http://schemas.openxmlformats.org/officeDocument/2006/relationships/image" Target="../media/image242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43" Type="http://schemas.openxmlformats.org/officeDocument/2006/relationships/image" Target="../media/image172.png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image" Target="../media/image102.png"/><Relationship Id="rId385" Type="http://schemas.openxmlformats.org/officeDocument/2006/relationships/image" Target="../media/image193.png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245" Type="http://schemas.openxmlformats.org/officeDocument/2006/relationships/image" Target="../media/image123.png"/><Relationship Id="rId287" Type="http://schemas.openxmlformats.org/officeDocument/2006/relationships/image" Target="../media/image144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3.png"/><Relationship Id="rId147" Type="http://schemas.openxmlformats.org/officeDocument/2006/relationships/image" Target="../media/image74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6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617" Type="http://schemas.openxmlformats.org/officeDocument/2006/relationships/customXml" Target="../ink/ink30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1.png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2.png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3.png"/><Relationship Id="rId572" Type="http://schemas.openxmlformats.org/officeDocument/2006/relationships/image" Target="../media/image286.png"/><Relationship Id="rId628" Type="http://schemas.openxmlformats.org/officeDocument/2006/relationships/image" Target="../media/image314.png"/><Relationship Id="rId225" Type="http://schemas.openxmlformats.org/officeDocument/2006/relationships/image" Target="../media/image113.png"/><Relationship Id="rId267" Type="http://schemas.openxmlformats.org/officeDocument/2006/relationships/image" Target="../media/image134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4.png"/><Relationship Id="rId31" Type="http://schemas.openxmlformats.org/officeDocument/2006/relationships/image" Target="../media/image16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customXml" Target="../ink/ink320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1.png"/><Relationship Id="rId443" Type="http://schemas.openxmlformats.org/officeDocument/2006/relationships/image" Target="../media/image222.png"/><Relationship Id="rId303" Type="http://schemas.openxmlformats.org/officeDocument/2006/relationships/image" Target="../media/image152.png"/><Relationship Id="rId485" Type="http://schemas.openxmlformats.org/officeDocument/2006/relationships/image" Target="../media/image243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387" Type="http://schemas.openxmlformats.org/officeDocument/2006/relationships/image" Target="../media/image194.png"/><Relationship Id="rId510" Type="http://schemas.openxmlformats.org/officeDocument/2006/relationships/customXml" Target="../ink/ink255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412" Type="http://schemas.openxmlformats.org/officeDocument/2006/relationships/customXml" Target="../ink/ink206.xml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1.png"/><Relationship Id="rId563" Type="http://schemas.openxmlformats.org/officeDocument/2006/relationships/customXml" Target="../ink/ink282.xml"/><Relationship Id="rId619" Type="http://schemas.openxmlformats.org/officeDocument/2006/relationships/customXml" Target="../ink/ink310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2.png"/><Relationship Id="rId258" Type="http://schemas.openxmlformats.org/officeDocument/2006/relationships/customXml" Target="../ink/ink129.xml"/><Relationship Id="rId465" Type="http://schemas.openxmlformats.org/officeDocument/2006/relationships/image" Target="../media/image233.png"/><Relationship Id="rId630" Type="http://schemas.openxmlformats.org/officeDocument/2006/relationships/image" Target="../media/image31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367" Type="http://schemas.openxmlformats.org/officeDocument/2006/relationships/image" Target="../media/image184.png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customXml" Target="../ink/ink321.xml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1.png"/><Relationship Id="rId543" Type="http://schemas.openxmlformats.org/officeDocument/2006/relationships/customXml" Target="../ink/ink272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2.png"/><Relationship Id="rId585" Type="http://schemas.openxmlformats.org/officeDocument/2006/relationships/customXml" Target="../ink/ink29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customXml" Target="../ink/ink311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2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image" Target="../media/image316.png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369" Type="http://schemas.openxmlformats.org/officeDocument/2006/relationships/image" Target="../media/image185.png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customXml" Target="../ink/ink301.xml"/><Relationship Id="rId643" Type="http://schemas.openxmlformats.org/officeDocument/2006/relationships/customXml" Target="../ink/ink322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2.png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image" Target="../media/image306.png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46" Type="http://schemas.openxmlformats.org/officeDocument/2006/relationships/customXml" Target="../ink/ink23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7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image" Target="../media/image299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customXml" Target="../ink/ink312.xml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image" Target="../media/image50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6.png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image" Target="../media/image317.png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0.xml"/><Relationship Id="rId536" Type="http://schemas.openxmlformats.org/officeDocument/2006/relationships/image" Target="../media/image268.png"/><Relationship Id="rId68" Type="http://schemas.openxmlformats.org/officeDocument/2006/relationships/customXml" Target="../ink/ink34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578" Type="http://schemas.openxmlformats.org/officeDocument/2006/relationships/image" Target="../media/image289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customXml" Target="../ink/ink302.xml"/><Relationship Id="rId645" Type="http://schemas.openxmlformats.org/officeDocument/2006/relationships/customXml" Target="../ink/ink323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37" Type="http://schemas.openxmlformats.org/officeDocument/2006/relationships/image" Target="../media/image19.png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image" Target="../media/image307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7.png"/><Relationship Id="rId320" Type="http://schemas.openxmlformats.org/officeDocument/2006/relationships/customXml" Target="../ink/ink160.xml"/><Relationship Id="rId558" Type="http://schemas.openxmlformats.org/officeDocument/2006/relationships/image" Target="../media/image279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customXml" Target="../ink/ink313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6.png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24" Type="http://schemas.openxmlformats.org/officeDocument/2006/relationships/customXml" Target="../ink/ink62.xml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8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image" Target="../media/image269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6.xml"/><Relationship Id="rId605" Type="http://schemas.openxmlformats.org/officeDocument/2006/relationships/customXml" Target="../ink/ink30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0.png"/><Relationship Id="rId286" Type="http://schemas.openxmlformats.org/officeDocument/2006/relationships/customXml" Target="../ink/ink143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420" Type="http://schemas.openxmlformats.org/officeDocument/2006/relationships/customXml" Target="../ink/ink210.xml"/><Relationship Id="rId616" Type="http://schemas.openxmlformats.org/officeDocument/2006/relationships/image" Target="../media/image308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customXml" Target="../ink/ink286.xml"/><Relationship Id="rId627" Type="http://schemas.openxmlformats.org/officeDocument/2006/relationships/customXml" Target="../ink/ink314.xml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7.png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image" Target="../media/image188.png"/><Relationship Id="rId582" Type="http://schemas.openxmlformats.org/officeDocument/2006/relationships/image" Target="../media/image291.png"/><Relationship Id="rId638" Type="http://schemas.openxmlformats.org/officeDocument/2006/relationships/image" Target="../media/image319.png"/><Relationship Id="rId3" Type="http://schemas.openxmlformats.org/officeDocument/2006/relationships/image" Target="../media/image2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9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1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593" Type="http://schemas.openxmlformats.org/officeDocument/2006/relationships/customXml" Target="../ink/ink297.xml"/><Relationship Id="rId607" Type="http://schemas.openxmlformats.org/officeDocument/2006/relationships/customXml" Target="../ink/ink30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106" Type="http://schemas.openxmlformats.org/officeDocument/2006/relationships/customXml" Target="../ink/ink53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0.xml"/><Relationship Id="rId562" Type="http://schemas.openxmlformats.org/officeDocument/2006/relationships/image" Target="../media/image281.png"/><Relationship Id="rId618" Type="http://schemas.openxmlformats.org/officeDocument/2006/relationships/image" Target="../media/image309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50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7.png"/><Relationship Id="rId640" Type="http://schemas.openxmlformats.org/officeDocument/2006/relationships/image" Target="../media/image320.png"/><Relationship Id="rId74" Type="http://schemas.openxmlformats.org/officeDocument/2006/relationships/customXml" Target="../ink/ink37.xml"/><Relationship Id="rId377" Type="http://schemas.openxmlformats.org/officeDocument/2006/relationships/image" Target="../media/image189.png"/><Relationship Id="rId500" Type="http://schemas.openxmlformats.org/officeDocument/2006/relationships/customXml" Target="../ink/ink250.xml"/><Relationship Id="rId584" Type="http://schemas.openxmlformats.org/officeDocument/2006/relationships/image" Target="../media/image292.png"/><Relationship Id="rId5" Type="http://schemas.openxmlformats.org/officeDocument/2006/relationships/image" Target="../media/image3.png"/><Relationship Id="rId237" Type="http://schemas.openxmlformats.org/officeDocument/2006/relationships/image" Target="../media/image119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6.png"/><Relationship Id="rId609" Type="http://schemas.openxmlformats.org/officeDocument/2006/relationships/customXml" Target="../ink/ink305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595" Type="http://schemas.openxmlformats.org/officeDocument/2006/relationships/customXml" Target="../ink/ink298.xml"/><Relationship Id="rId248" Type="http://schemas.openxmlformats.org/officeDocument/2006/relationships/customXml" Target="../ink/ink124.xml"/><Relationship Id="rId455" Type="http://schemas.openxmlformats.org/officeDocument/2006/relationships/image" Target="../media/image2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259" Type="http://schemas.openxmlformats.org/officeDocument/2006/relationships/image" Target="../media/image130.png"/><Relationship Id="rId466" Type="http://schemas.openxmlformats.org/officeDocument/2006/relationships/customXml" Target="../ink/ink23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326" Type="http://schemas.openxmlformats.org/officeDocument/2006/relationships/customXml" Target="../ink/ink163.xml"/><Relationship Id="rId533" Type="http://schemas.openxmlformats.org/officeDocument/2006/relationships/customXml" Target="../ink/ink267.xml"/><Relationship Id="rId172" Type="http://schemas.openxmlformats.org/officeDocument/2006/relationships/customXml" Target="../ink/ink86.xml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image" Target="../media/image92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customXml" Target="../ink/ink306.xml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8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8.png"/><Relationship Id="rId622" Type="http://schemas.openxmlformats.org/officeDocument/2006/relationships/image" Target="../media/image311.png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83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3.xml"/><Relationship Id="rId633" Type="http://schemas.openxmlformats.org/officeDocument/2006/relationships/customXml" Target="../ink/ink317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577" Type="http://schemas.openxmlformats.org/officeDocument/2006/relationships/customXml" Target="../ink/ink289.xml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image" Target="../media/image322.png"/><Relationship Id="rId283" Type="http://schemas.openxmlformats.org/officeDocument/2006/relationships/image" Target="../media/image142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2.png"/><Relationship Id="rId350" Type="http://schemas.openxmlformats.org/officeDocument/2006/relationships/customXml" Target="../ink/ink175.xml"/><Relationship Id="rId588" Type="http://schemas.openxmlformats.org/officeDocument/2006/relationships/image" Target="../media/image294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8.png"/><Relationship Id="rId89" Type="http://schemas.openxmlformats.org/officeDocument/2006/relationships/image" Target="../media/image45.png"/><Relationship Id="rId154" Type="http://schemas.openxmlformats.org/officeDocument/2006/relationships/customXml" Target="../ink/ink77.xml"/><Relationship Id="rId361" Type="http://schemas.openxmlformats.org/officeDocument/2006/relationships/image" Target="../media/image181.png"/><Relationship Id="rId599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5" Type="http://schemas.openxmlformats.org/officeDocument/2006/relationships/image" Target="../media/image325.png"/><Relationship Id="rId90" Type="http://schemas.openxmlformats.org/officeDocument/2006/relationships/customXml" Target="../ink/ink368.xml"/><Relationship Id="rId95" Type="http://schemas.openxmlformats.org/officeDocument/2006/relationships/image" Target="../media/image370.png"/><Relationship Id="rId22" Type="http://schemas.openxmlformats.org/officeDocument/2006/relationships/customXml" Target="../ink/ink334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47.xml"/><Relationship Id="rId64" Type="http://schemas.openxmlformats.org/officeDocument/2006/relationships/customXml" Target="../ink/ink355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18" Type="http://schemas.openxmlformats.org/officeDocument/2006/relationships/customXml" Target="../ink/ink382.xml"/><Relationship Id="rId134" Type="http://schemas.openxmlformats.org/officeDocument/2006/relationships/customXml" Target="../ink/ink390.xml"/><Relationship Id="rId139" Type="http://schemas.openxmlformats.org/officeDocument/2006/relationships/image" Target="../media/image392.png"/><Relationship Id="rId80" Type="http://schemas.openxmlformats.org/officeDocument/2006/relationships/customXml" Target="../ink/ink363.xml"/><Relationship Id="rId85" Type="http://schemas.openxmlformats.org/officeDocument/2006/relationships/image" Target="../media/image365.png"/><Relationship Id="rId12" Type="http://schemas.openxmlformats.org/officeDocument/2006/relationships/customXml" Target="../ink/ink329.xml"/><Relationship Id="rId17" Type="http://schemas.openxmlformats.org/officeDocument/2006/relationships/image" Target="../media/image331.png"/><Relationship Id="rId33" Type="http://schemas.openxmlformats.org/officeDocument/2006/relationships/image" Target="../media/image339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08" Type="http://schemas.openxmlformats.org/officeDocument/2006/relationships/customXml" Target="../ink/ink377.xml"/><Relationship Id="rId124" Type="http://schemas.openxmlformats.org/officeDocument/2006/relationships/customXml" Target="../ink/ink385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60.png"/><Relationship Id="rId91" Type="http://schemas.openxmlformats.org/officeDocument/2006/relationships/image" Target="../media/image368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5.png"/><Relationship Id="rId81" Type="http://schemas.openxmlformats.org/officeDocument/2006/relationships/image" Target="../media/image363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90.png"/><Relationship Id="rId13" Type="http://schemas.openxmlformats.org/officeDocument/2006/relationships/image" Target="../media/image329.png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5.png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671" Type="http://schemas.openxmlformats.org/officeDocument/2006/relationships/image" Target="../media/image730.png"/><Relationship Id="rId769" Type="http://schemas.openxmlformats.org/officeDocument/2006/relationships/image" Target="../media/image779.png"/><Relationship Id="rId21" Type="http://schemas.openxmlformats.org/officeDocument/2006/relationships/image" Target="../media/image405.png"/><Relationship Id="rId324" Type="http://schemas.openxmlformats.org/officeDocument/2006/relationships/customXml" Target="../ink/ink557.xml"/><Relationship Id="rId531" Type="http://schemas.openxmlformats.org/officeDocument/2006/relationships/image" Target="../media/image660.png"/><Relationship Id="rId629" Type="http://schemas.openxmlformats.org/officeDocument/2006/relationships/image" Target="../media/image709.png"/><Relationship Id="rId170" Type="http://schemas.openxmlformats.org/officeDocument/2006/relationships/customXml" Target="../ink/ink480.xml"/><Relationship Id="rId268" Type="http://schemas.openxmlformats.org/officeDocument/2006/relationships/customXml" Target="../ink/ink529.xml"/><Relationship Id="rId475" Type="http://schemas.openxmlformats.org/officeDocument/2006/relationships/image" Target="../media/image632.png"/><Relationship Id="rId682" Type="http://schemas.openxmlformats.org/officeDocument/2006/relationships/customXml" Target="../ink/ink736.xml"/><Relationship Id="rId32" Type="http://schemas.openxmlformats.org/officeDocument/2006/relationships/customXml" Target="../ink/ink411.xml"/><Relationship Id="rId128" Type="http://schemas.openxmlformats.org/officeDocument/2006/relationships/customXml" Target="../ink/ink459.xml"/><Relationship Id="rId335" Type="http://schemas.openxmlformats.org/officeDocument/2006/relationships/image" Target="../media/image562.png"/><Relationship Id="rId542" Type="http://schemas.openxmlformats.org/officeDocument/2006/relationships/customXml" Target="../ink/ink666.xml"/><Relationship Id="rId181" Type="http://schemas.openxmlformats.org/officeDocument/2006/relationships/image" Target="../media/image485.png"/><Relationship Id="rId402" Type="http://schemas.openxmlformats.org/officeDocument/2006/relationships/customXml" Target="../ink/ink596.xml"/><Relationship Id="rId279" Type="http://schemas.openxmlformats.org/officeDocument/2006/relationships/image" Target="../media/image534.png"/><Relationship Id="rId486" Type="http://schemas.openxmlformats.org/officeDocument/2006/relationships/customXml" Target="../ink/ink638.xml"/><Relationship Id="rId693" Type="http://schemas.openxmlformats.org/officeDocument/2006/relationships/image" Target="../media/image741.png"/><Relationship Id="rId707" Type="http://schemas.openxmlformats.org/officeDocument/2006/relationships/image" Target="../media/image748.png"/><Relationship Id="rId43" Type="http://schemas.openxmlformats.org/officeDocument/2006/relationships/image" Target="../media/image416.png"/><Relationship Id="rId139" Type="http://schemas.openxmlformats.org/officeDocument/2006/relationships/image" Target="../media/image464.png"/><Relationship Id="rId346" Type="http://schemas.openxmlformats.org/officeDocument/2006/relationships/customXml" Target="../ink/ink568.xml"/><Relationship Id="rId553" Type="http://schemas.openxmlformats.org/officeDocument/2006/relationships/image" Target="../media/image671.png"/><Relationship Id="rId760" Type="http://schemas.openxmlformats.org/officeDocument/2006/relationships/customXml" Target="../ink/ink775.xml"/><Relationship Id="rId192" Type="http://schemas.openxmlformats.org/officeDocument/2006/relationships/customXml" Target="../ink/ink491.xml"/><Relationship Id="rId206" Type="http://schemas.openxmlformats.org/officeDocument/2006/relationships/customXml" Target="../ink/ink498.xml"/><Relationship Id="rId413" Type="http://schemas.openxmlformats.org/officeDocument/2006/relationships/image" Target="../media/image601.png"/><Relationship Id="rId497" Type="http://schemas.openxmlformats.org/officeDocument/2006/relationships/image" Target="../media/image643.png"/><Relationship Id="rId620" Type="http://schemas.openxmlformats.org/officeDocument/2006/relationships/customXml" Target="../ink/ink705.xml"/><Relationship Id="rId718" Type="http://schemas.openxmlformats.org/officeDocument/2006/relationships/customXml" Target="../ink/ink754.xml"/><Relationship Id="rId357" Type="http://schemas.openxmlformats.org/officeDocument/2006/relationships/image" Target="../media/image573.png"/><Relationship Id="rId54" Type="http://schemas.openxmlformats.org/officeDocument/2006/relationships/customXml" Target="../ink/ink422.xml"/><Relationship Id="rId217" Type="http://schemas.openxmlformats.org/officeDocument/2006/relationships/image" Target="../media/image503.png"/><Relationship Id="rId564" Type="http://schemas.openxmlformats.org/officeDocument/2006/relationships/customXml" Target="../ink/ink677.xml"/><Relationship Id="rId771" Type="http://schemas.openxmlformats.org/officeDocument/2006/relationships/image" Target="../media/image780.png"/><Relationship Id="rId424" Type="http://schemas.openxmlformats.org/officeDocument/2006/relationships/customXml" Target="../ink/ink607.xml"/><Relationship Id="rId631" Type="http://schemas.openxmlformats.org/officeDocument/2006/relationships/image" Target="../media/image710.png"/><Relationship Id="rId729" Type="http://schemas.openxmlformats.org/officeDocument/2006/relationships/image" Target="../media/image759.png"/><Relationship Id="rId270" Type="http://schemas.openxmlformats.org/officeDocument/2006/relationships/customXml" Target="../ink/ink530.xml"/><Relationship Id="rId65" Type="http://schemas.openxmlformats.org/officeDocument/2006/relationships/image" Target="../media/image427.png"/><Relationship Id="rId130" Type="http://schemas.openxmlformats.org/officeDocument/2006/relationships/customXml" Target="../ink/ink460.xml"/><Relationship Id="rId368" Type="http://schemas.openxmlformats.org/officeDocument/2006/relationships/customXml" Target="../ink/ink579.xml"/><Relationship Id="rId575" Type="http://schemas.openxmlformats.org/officeDocument/2006/relationships/image" Target="../media/image682.png"/><Relationship Id="rId782" Type="http://schemas.openxmlformats.org/officeDocument/2006/relationships/customXml" Target="../ink/ink786.xml"/><Relationship Id="rId228" Type="http://schemas.openxmlformats.org/officeDocument/2006/relationships/customXml" Target="../ink/ink509.xml"/><Relationship Id="rId435" Type="http://schemas.openxmlformats.org/officeDocument/2006/relationships/image" Target="../media/image612.png"/><Relationship Id="rId642" Type="http://schemas.openxmlformats.org/officeDocument/2006/relationships/customXml" Target="../ink/ink716.xml"/><Relationship Id="rId281" Type="http://schemas.openxmlformats.org/officeDocument/2006/relationships/image" Target="../media/image535.png"/><Relationship Id="rId502" Type="http://schemas.openxmlformats.org/officeDocument/2006/relationships/customXml" Target="../ink/ink646.xml"/><Relationship Id="rId76" Type="http://schemas.openxmlformats.org/officeDocument/2006/relationships/customXml" Target="../ink/ink433.xml"/><Relationship Id="rId141" Type="http://schemas.openxmlformats.org/officeDocument/2006/relationships/image" Target="../media/image465.png"/><Relationship Id="rId379" Type="http://schemas.openxmlformats.org/officeDocument/2006/relationships/image" Target="../media/image584.png"/><Relationship Id="rId586" Type="http://schemas.openxmlformats.org/officeDocument/2006/relationships/customXml" Target="../ink/ink688.xml"/><Relationship Id="rId793" Type="http://schemas.openxmlformats.org/officeDocument/2006/relationships/image" Target="../media/image791.png"/><Relationship Id="rId7" Type="http://schemas.openxmlformats.org/officeDocument/2006/relationships/image" Target="../media/image398.png"/><Relationship Id="rId239" Type="http://schemas.openxmlformats.org/officeDocument/2006/relationships/image" Target="../media/image514.png"/><Relationship Id="rId446" Type="http://schemas.openxmlformats.org/officeDocument/2006/relationships/customXml" Target="../ink/ink618.xml"/><Relationship Id="rId653" Type="http://schemas.openxmlformats.org/officeDocument/2006/relationships/image" Target="../media/image721.png"/><Relationship Id="rId292" Type="http://schemas.openxmlformats.org/officeDocument/2006/relationships/customXml" Target="../ink/ink541.xml"/><Relationship Id="rId306" Type="http://schemas.openxmlformats.org/officeDocument/2006/relationships/customXml" Target="../ink/ink548.xml"/><Relationship Id="rId87" Type="http://schemas.openxmlformats.org/officeDocument/2006/relationships/image" Target="../media/image438.png"/><Relationship Id="rId513" Type="http://schemas.openxmlformats.org/officeDocument/2006/relationships/image" Target="../media/image651.png"/><Relationship Id="rId597" Type="http://schemas.openxmlformats.org/officeDocument/2006/relationships/image" Target="../media/image693.png"/><Relationship Id="rId720" Type="http://schemas.openxmlformats.org/officeDocument/2006/relationships/customXml" Target="../ink/ink755.xml"/><Relationship Id="rId152" Type="http://schemas.openxmlformats.org/officeDocument/2006/relationships/customXml" Target="../ink/ink471.xml"/><Relationship Id="rId457" Type="http://schemas.openxmlformats.org/officeDocument/2006/relationships/image" Target="../media/image623.png"/><Relationship Id="rId664" Type="http://schemas.openxmlformats.org/officeDocument/2006/relationships/customXml" Target="../ink/ink727.xml"/><Relationship Id="rId14" Type="http://schemas.openxmlformats.org/officeDocument/2006/relationships/customXml" Target="../ink/ink402.xml"/><Relationship Id="rId317" Type="http://schemas.openxmlformats.org/officeDocument/2006/relationships/image" Target="../media/image553.png"/><Relationship Id="rId524" Type="http://schemas.openxmlformats.org/officeDocument/2006/relationships/customXml" Target="../ink/ink657.xml"/><Relationship Id="rId731" Type="http://schemas.openxmlformats.org/officeDocument/2006/relationships/image" Target="../media/image760.png"/><Relationship Id="rId98" Type="http://schemas.openxmlformats.org/officeDocument/2006/relationships/customXml" Target="../ink/ink444.xml"/><Relationship Id="rId163" Type="http://schemas.openxmlformats.org/officeDocument/2006/relationships/image" Target="../media/image476.png"/><Relationship Id="rId370" Type="http://schemas.openxmlformats.org/officeDocument/2006/relationships/customXml" Target="../ink/ink580.xml"/><Relationship Id="rId230" Type="http://schemas.openxmlformats.org/officeDocument/2006/relationships/customXml" Target="../ink/ink510.xml"/><Relationship Id="rId468" Type="http://schemas.openxmlformats.org/officeDocument/2006/relationships/customXml" Target="../ink/ink629.xml"/><Relationship Id="rId675" Type="http://schemas.openxmlformats.org/officeDocument/2006/relationships/image" Target="../media/image732.png"/><Relationship Id="rId25" Type="http://schemas.openxmlformats.org/officeDocument/2006/relationships/image" Target="../media/image407.png"/><Relationship Id="rId328" Type="http://schemas.openxmlformats.org/officeDocument/2006/relationships/customXml" Target="../ink/ink559.xml"/><Relationship Id="rId535" Type="http://schemas.openxmlformats.org/officeDocument/2006/relationships/image" Target="../media/image662.png"/><Relationship Id="rId742" Type="http://schemas.openxmlformats.org/officeDocument/2006/relationships/customXml" Target="../ink/ink766.xml"/><Relationship Id="rId174" Type="http://schemas.openxmlformats.org/officeDocument/2006/relationships/customXml" Target="../ink/ink482.xml"/><Relationship Id="rId381" Type="http://schemas.openxmlformats.org/officeDocument/2006/relationships/image" Target="../media/image585.png"/><Relationship Id="rId602" Type="http://schemas.openxmlformats.org/officeDocument/2006/relationships/customXml" Target="../ink/ink696.xml"/><Relationship Id="rId241" Type="http://schemas.openxmlformats.org/officeDocument/2006/relationships/image" Target="../media/image515.png"/><Relationship Id="rId479" Type="http://schemas.openxmlformats.org/officeDocument/2006/relationships/image" Target="../media/image634.png"/><Relationship Id="rId686" Type="http://schemas.openxmlformats.org/officeDocument/2006/relationships/customXml" Target="../ink/ink738.xml"/><Relationship Id="rId36" Type="http://schemas.openxmlformats.org/officeDocument/2006/relationships/customXml" Target="../ink/ink413.xml"/><Relationship Id="rId339" Type="http://schemas.openxmlformats.org/officeDocument/2006/relationships/image" Target="../media/image564.png"/><Relationship Id="rId546" Type="http://schemas.openxmlformats.org/officeDocument/2006/relationships/customXml" Target="../ink/ink668.xml"/><Relationship Id="rId753" Type="http://schemas.openxmlformats.org/officeDocument/2006/relationships/image" Target="../media/image771.png"/><Relationship Id="rId101" Type="http://schemas.openxmlformats.org/officeDocument/2006/relationships/image" Target="../media/image445.png"/><Relationship Id="rId185" Type="http://schemas.openxmlformats.org/officeDocument/2006/relationships/image" Target="../media/image487.png"/><Relationship Id="rId406" Type="http://schemas.openxmlformats.org/officeDocument/2006/relationships/customXml" Target="../ink/ink598.xml"/><Relationship Id="rId392" Type="http://schemas.openxmlformats.org/officeDocument/2006/relationships/customXml" Target="../ink/ink591.xml"/><Relationship Id="rId613" Type="http://schemas.openxmlformats.org/officeDocument/2006/relationships/image" Target="../media/image701.png"/><Relationship Id="rId697" Type="http://schemas.openxmlformats.org/officeDocument/2006/relationships/image" Target="../media/image743.png"/><Relationship Id="rId252" Type="http://schemas.openxmlformats.org/officeDocument/2006/relationships/customXml" Target="../ink/ink521.xml"/><Relationship Id="rId47" Type="http://schemas.openxmlformats.org/officeDocument/2006/relationships/image" Target="../media/image418.png"/><Relationship Id="rId112" Type="http://schemas.openxmlformats.org/officeDocument/2006/relationships/customXml" Target="../ink/ink451.xml"/><Relationship Id="rId557" Type="http://schemas.openxmlformats.org/officeDocument/2006/relationships/image" Target="../media/image673.png"/><Relationship Id="rId764" Type="http://schemas.openxmlformats.org/officeDocument/2006/relationships/customXml" Target="../ink/ink777.xml"/><Relationship Id="rId196" Type="http://schemas.openxmlformats.org/officeDocument/2006/relationships/customXml" Target="../ink/ink493.xml"/><Relationship Id="rId417" Type="http://schemas.openxmlformats.org/officeDocument/2006/relationships/image" Target="../media/image603.png"/><Relationship Id="rId624" Type="http://schemas.openxmlformats.org/officeDocument/2006/relationships/customXml" Target="../ink/ink707.xml"/><Relationship Id="rId263" Type="http://schemas.openxmlformats.org/officeDocument/2006/relationships/image" Target="../media/image526.png"/><Relationship Id="rId470" Type="http://schemas.openxmlformats.org/officeDocument/2006/relationships/customXml" Target="../ink/ink630.xml"/><Relationship Id="rId58" Type="http://schemas.openxmlformats.org/officeDocument/2006/relationships/customXml" Target="../ink/ink424.xml"/><Relationship Id="rId123" Type="http://schemas.openxmlformats.org/officeDocument/2006/relationships/image" Target="../media/image456.png"/><Relationship Id="rId330" Type="http://schemas.openxmlformats.org/officeDocument/2006/relationships/customXml" Target="../ink/ink560.xml"/><Relationship Id="rId568" Type="http://schemas.openxmlformats.org/officeDocument/2006/relationships/customXml" Target="../ink/ink679.xml"/><Relationship Id="rId775" Type="http://schemas.openxmlformats.org/officeDocument/2006/relationships/image" Target="../media/image782.png"/><Relationship Id="rId428" Type="http://schemas.openxmlformats.org/officeDocument/2006/relationships/customXml" Target="../ink/ink609.xml"/><Relationship Id="rId635" Type="http://schemas.openxmlformats.org/officeDocument/2006/relationships/image" Target="../media/image712.png"/><Relationship Id="rId274" Type="http://schemas.openxmlformats.org/officeDocument/2006/relationships/customXml" Target="../ink/ink532.xml"/><Relationship Id="rId481" Type="http://schemas.openxmlformats.org/officeDocument/2006/relationships/image" Target="../media/image635.png"/><Relationship Id="rId702" Type="http://schemas.openxmlformats.org/officeDocument/2006/relationships/customXml" Target="../ink/ink746.xml"/><Relationship Id="rId69" Type="http://schemas.openxmlformats.org/officeDocument/2006/relationships/image" Target="../media/image429.png"/><Relationship Id="rId134" Type="http://schemas.openxmlformats.org/officeDocument/2006/relationships/customXml" Target="../ink/ink462.xml"/><Relationship Id="rId579" Type="http://schemas.openxmlformats.org/officeDocument/2006/relationships/image" Target="../media/image684.png"/><Relationship Id="rId786" Type="http://schemas.openxmlformats.org/officeDocument/2006/relationships/customXml" Target="../ink/ink788.xml"/><Relationship Id="rId341" Type="http://schemas.openxmlformats.org/officeDocument/2006/relationships/image" Target="../media/image565.png"/><Relationship Id="rId439" Type="http://schemas.openxmlformats.org/officeDocument/2006/relationships/image" Target="../media/image614.png"/><Relationship Id="rId646" Type="http://schemas.openxmlformats.org/officeDocument/2006/relationships/customXml" Target="../ink/ink718.xml"/><Relationship Id="rId201" Type="http://schemas.openxmlformats.org/officeDocument/2006/relationships/image" Target="../media/image495.png"/><Relationship Id="rId285" Type="http://schemas.openxmlformats.org/officeDocument/2006/relationships/image" Target="../media/image537.png"/><Relationship Id="rId506" Type="http://schemas.openxmlformats.org/officeDocument/2006/relationships/customXml" Target="../ink/ink648.xml"/><Relationship Id="rId492" Type="http://schemas.openxmlformats.org/officeDocument/2006/relationships/customXml" Target="../ink/ink641.xml"/><Relationship Id="rId713" Type="http://schemas.openxmlformats.org/officeDocument/2006/relationships/image" Target="../media/image751.png"/><Relationship Id="rId797" Type="http://schemas.openxmlformats.org/officeDocument/2006/relationships/image" Target="../media/image793.png"/><Relationship Id="rId145" Type="http://schemas.openxmlformats.org/officeDocument/2006/relationships/image" Target="../media/image467.png"/><Relationship Id="rId352" Type="http://schemas.openxmlformats.org/officeDocument/2006/relationships/customXml" Target="../ink/ink571.xml"/><Relationship Id="rId212" Type="http://schemas.openxmlformats.org/officeDocument/2006/relationships/customXml" Target="../ink/ink501.xml"/><Relationship Id="rId657" Type="http://schemas.openxmlformats.org/officeDocument/2006/relationships/image" Target="../media/image723.png"/><Relationship Id="rId296" Type="http://schemas.openxmlformats.org/officeDocument/2006/relationships/customXml" Target="../ink/ink543.xml"/><Relationship Id="rId517" Type="http://schemas.openxmlformats.org/officeDocument/2006/relationships/image" Target="../media/image653.png"/><Relationship Id="rId724" Type="http://schemas.openxmlformats.org/officeDocument/2006/relationships/customXml" Target="../ink/ink757.xml"/><Relationship Id="rId60" Type="http://schemas.openxmlformats.org/officeDocument/2006/relationships/customXml" Target="../ink/ink425.xml"/><Relationship Id="rId156" Type="http://schemas.openxmlformats.org/officeDocument/2006/relationships/customXml" Target="../ink/ink473.xml"/><Relationship Id="rId363" Type="http://schemas.openxmlformats.org/officeDocument/2006/relationships/image" Target="../media/image576.png"/><Relationship Id="rId570" Type="http://schemas.openxmlformats.org/officeDocument/2006/relationships/customXml" Target="../ink/ink680.xml"/><Relationship Id="rId223" Type="http://schemas.openxmlformats.org/officeDocument/2006/relationships/image" Target="../media/image506.png"/><Relationship Id="rId430" Type="http://schemas.openxmlformats.org/officeDocument/2006/relationships/customXml" Target="../ink/ink610.xml"/><Relationship Id="rId668" Type="http://schemas.openxmlformats.org/officeDocument/2006/relationships/customXml" Target="../ink/ink729.xml"/><Relationship Id="rId18" Type="http://schemas.openxmlformats.org/officeDocument/2006/relationships/customXml" Target="../ink/ink404.xml"/><Relationship Id="rId528" Type="http://schemas.openxmlformats.org/officeDocument/2006/relationships/customXml" Target="../ink/ink659.xml"/><Relationship Id="rId735" Type="http://schemas.openxmlformats.org/officeDocument/2006/relationships/image" Target="../media/image762.png"/><Relationship Id="rId167" Type="http://schemas.openxmlformats.org/officeDocument/2006/relationships/image" Target="../media/image478.png"/><Relationship Id="rId374" Type="http://schemas.openxmlformats.org/officeDocument/2006/relationships/customXml" Target="../ink/ink582.xml"/><Relationship Id="rId581" Type="http://schemas.openxmlformats.org/officeDocument/2006/relationships/image" Target="../media/image685.png"/><Relationship Id="rId71" Type="http://schemas.openxmlformats.org/officeDocument/2006/relationships/image" Target="../media/image430.png"/><Relationship Id="rId234" Type="http://schemas.openxmlformats.org/officeDocument/2006/relationships/customXml" Target="../ink/ink512.xml"/><Relationship Id="rId679" Type="http://schemas.openxmlformats.org/officeDocument/2006/relationships/image" Target="../media/image734.png"/><Relationship Id="rId802" Type="http://schemas.openxmlformats.org/officeDocument/2006/relationships/customXml" Target="../ink/ink796.xml"/><Relationship Id="rId2" Type="http://schemas.openxmlformats.org/officeDocument/2006/relationships/customXml" Target="../ink/ink396.xml"/><Relationship Id="rId29" Type="http://schemas.openxmlformats.org/officeDocument/2006/relationships/image" Target="../media/image409.png"/><Relationship Id="rId441" Type="http://schemas.openxmlformats.org/officeDocument/2006/relationships/image" Target="../media/image615.png"/><Relationship Id="rId539" Type="http://schemas.openxmlformats.org/officeDocument/2006/relationships/image" Target="../media/image664.png"/><Relationship Id="rId746" Type="http://schemas.openxmlformats.org/officeDocument/2006/relationships/customXml" Target="../ink/ink768.xml"/><Relationship Id="rId178" Type="http://schemas.openxmlformats.org/officeDocument/2006/relationships/customXml" Target="../ink/ink484.xml"/><Relationship Id="rId301" Type="http://schemas.openxmlformats.org/officeDocument/2006/relationships/image" Target="../media/image545.png"/><Relationship Id="rId82" Type="http://schemas.openxmlformats.org/officeDocument/2006/relationships/customXml" Target="../ink/ink436.xml"/><Relationship Id="rId385" Type="http://schemas.openxmlformats.org/officeDocument/2006/relationships/image" Target="../media/image587.png"/><Relationship Id="rId592" Type="http://schemas.openxmlformats.org/officeDocument/2006/relationships/customXml" Target="../ink/ink691.xml"/><Relationship Id="rId606" Type="http://schemas.openxmlformats.org/officeDocument/2006/relationships/customXml" Target="../ink/ink698.xml"/><Relationship Id="rId245" Type="http://schemas.openxmlformats.org/officeDocument/2006/relationships/image" Target="../media/image517.png"/><Relationship Id="rId452" Type="http://schemas.openxmlformats.org/officeDocument/2006/relationships/customXml" Target="../ink/ink621.xml"/><Relationship Id="rId105" Type="http://schemas.openxmlformats.org/officeDocument/2006/relationships/image" Target="../media/image447.png"/><Relationship Id="rId312" Type="http://schemas.openxmlformats.org/officeDocument/2006/relationships/customXml" Target="../ink/ink551.xml"/><Relationship Id="rId757" Type="http://schemas.openxmlformats.org/officeDocument/2006/relationships/image" Target="../media/image773.png"/><Relationship Id="rId93" Type="http://schemas.openxmlformats.org/officeDocument/2006/relationships/image" Target="../media/image441.png"/><Relationship Id="rId189" Type="http://schemas.openxmlformats.org/officeDocument/2006/relationships/image" Target="../media/image489.png"/><Relationship Id="rId396" Type="http://schemas.openxmlformats.org/officeDocument/2006/relationships/customXml" Target="../ink/ink593.xml"/><Relationship Id="rId617" Type="http://schemas.openxmlformats.org/officeDocument/2006/relationships/image" Target="../media/image703.png"/><Relationship Id="rId256" Type="http://schemas.openxmlformats.org/officeDocument/2006/relationships/customXml" Target="../ink/ink523.xml"/><Relationship Id="rId463" Type="http://schemas.openxmlformats.org/officeDocument/2006/relationships/image" Target="../media/image626.png"/><Relationship Id="rId670" Type="http://schemas.openxmlformats.org/officeDocument/2006/relationships/customXml" Target="../ink/ink730.xml"/><Relationship Id="rId116" Type="http://schemas.openxmlformats.org/officeDocument/2006/relationships/customXml" Target="../ink/ink453.xml"/><Relationship Id="rId323" Type="http://schemas.openxmlformats.org/officeDocument/2006/relationships/image" Target="../media/image556.png"/><Relationship Id="rId530" Type="http://schemas.openxmlformats.org/officeDocument/2006/relationships/customXml" Target="../ink/ink660.xml"/><Relationship Id="rId768" Type="http://schemas.openxmlformats.org/officeDocument/2006/relationships/customXml" Target="../ink/ink779.xml"/><Relationship Id="rId20" Type="http://schemas.openxmlformats.org/officeDocument/2006/relationships/customXml" Target="../ink/ink405.xml"/><Relationship Id="rId628" Type="http://schemas.openxmlformats.org/officeDocument/2006/relationships/customXml" Target="../ink/ink709.xml"/><Relationship Id="rId267" Type="http://schemas.openxmlformats.org/officeDocument/2006/relationships/image" Target="../media/image528.png"/><Relationship Id="rId474" Type="http://schemas.openxmlformats.org/officeDocument/2006/relationships/customXml" Target="../ink/ink632.xml"/><Relationship Id="rId127" Type="http://schemas.openxmlformats.org/officeDocument/2006/relationships/image" Target="../media/image458.png"/><Relationship Id="rId681" Type="http://schemas.openxmlformats.org/officeDocument/2006/relationships/image" Target="../media/image735.png"/><Relationship Id="rId779" Type="http://schemas.openxmlformats.org/officeDocument/2006/relationships/image" Target="../media/image784.png"/><Relationship Id="rId31" Type="http://schemas.openxmlformats.org/officeDocument/2006/relationships/image" Target="../media/image410.png"/><Relationship Id="rId334" Type="http://schemas.openxmlformats.org/officeDocument/2006/relationships/customXml" Target="../ink/ink562.xml"/><Relationship Id="rId541" Type="http://schemas.openxmlformats.org/officeDocument/2006/relationships/image" Target="../media/image665.png"/><Relationship Id="rId639" Type="http://schemas.openxmlformats.org/officeDocument/2006/relationships/image" Target="../media/image714.png"/><Relationship Id="rId180" Type="http://schemas.openxmlformats.org/officeDocument/2006/relationships/customXml" Target="../ink/ink485.xml"/><Relationship Id="rId278" Type="http://schemas.openxmlformats.org/officeDocument/2006/relationships/customXml" Target="../ink/ink534.xml"/><Relationship Id="rId401" Type="http://schemas.openxmlformats.org/officeDocument/2006/relationships/image" Target="../media/image595.png"/><Relationship Id="rId485" Type="http://schemas.openxmlformats.org/officeDocument/2006/relationships/image" Target="../media/image637.png"/><Relationship Id="rId692" Type="http://schemas.openxmlformats.org/officeDocument/2006/relationships/customXml" Target="../ink/ink741.xml"/><Relationship Id="rId706" Type="http://schemas.openxmlformats.org/officeDocument/2006/relationships/customXml" Target="../ink/ink748.xml"/><Relationship Id="rId42" Type="http://schemas.openxmlformats.org/officeDocument/2006/relationships/customXml" Target="../ink/ink416.xml"/><Relationship Id="rId138" Type="http://schemas.openxmlformats.org/officeDocument/2006/relationships/customXml" Target="../ink/ink464.xml"/><Relationship Id="rId345" Type="http://schemas.openxmlformats.org/officeDocument/2006/relationships/image" Target="../media/image567.png"/><Relationship Id="rId552" Type="http://schemas.openxmlformats.org/officeDocument/2006/relationships/customXml" Target="../ink/ink671.xml"/><Relationship Id="rId191" Type="http://schemas.openxmlformats.org/officeDocument/2006/relationships/image" Target="../media/image490.png"/><Relationship Id="rId205" Type="http://schemas.openxmlformats.org/officeDocument/2006/relationships/image" Target="../media/image497.png"/><Relationship Id="rId412" Type="http://schemas.openxmlformats.org/officeDocument/2006/relationships/customXml" Target="../ink/ink601.xml"/><Relationship Id="rId289" Type="http://schemas.openxmlformats.org/officeDocument/2006/relationships/image" Target="../media/image539.png"/><Relationship Id="rId496" Type="http://schemas.openxmlformats.org/officeDocument/2006/relationships/customXml" Target="../ink/ink643.xml"/><Relationship Id="rId717" Type="http://schemas.openxmlformats.org/officeDocument/2006/relationships/image" Target="../media/image753.png"/><Relationship Id="rId53" Type="http://schemas.openxmlformats.org/officeDocument/2006/relationships/image" Target="../media/image421.png"/><Relationship Id="rId149" Type="http://schemas.openxmlformats.org/officeDocument/2006/relationships/image" Target="../media/image469.png"/><Relationship Id="rId356" Type="http://schemas.openxmlformats.org/officeDocument/2006/relationships/customXml" Target="../ink/ink573.xml"/><Relationship Id="rId563" Type="http://schemas.openxmlformats.org/officeDocument/2006/relationships/image" Target="../media/image676.png"/><Relationship Id="rId770" Type="http://schemas.openxmlformats.org/officeDocument/2006/relationships/customXml" Target="../ink/ink780.xml"/><Relationship Id="rId216" Type="http://schemas.openxmlformats.org/officeDocument/2006/relationships/customXml" Target="../ink/ink503.xml"/><Relationship Id="rId423" Type="http://schemas.openxmlformats.org/officeDocument/2006/relationships/image" Target="../media/image606.png"/><Relationship Id="rId630" Type="http://schemas.openxmlformats.org/officeDocument/2006/relationships/customXml" Target="../ink/ink710.xml"/><Relationship Id="rId728" Type="http://schemas.openxmlformats.org/officeDocument/2006/relationships/customXml" Target="../ink/ink759.xml"/><Relationship Id="rId64" Type="http://schemas.openxmlformats.org/officeDocument/2006/relationships/customXml" Target="../ink/ink427.xml"/><Relationship Id="rId367" Type="http://schemas.openxmlformats.org/officeDocument/2006/relationships/image" Target="../media/image578.png"/><Relationship Id="rId574" Type="http://schemas.openxmlformats.org/officeDocument/2006/relationships/customXml" Target="../ink/ink682.xml"/><Relationship Id="rId227" Type="http://schemas.openxmlformats.org/officeDocument/2006/relationships/image" Target="../media/image508.png"/><Relationship Id="rId781" Type="http://schemas.openxmlformats.org/officeDocument/2006/relationships/image" Target="../media/image785.png"/><Relationship Id="rId434" Type="http://schemas.openxmlformats.org/officeDocument/2006/relationships/customXml" Target="../ink/ink612.xml"/><Relationship Id="rId641" Type="http://schemas.openxmlformats.org/officeDocument/2006/relationships/image" Target="../media/image715.png"/><Relationship Id="rId739" Type="http://schemas.openxmlformats.org/officeDocument/2006/relationships/image" Target="../media/image764.png"/><Relationship Id="rId33" Type="http://schemas.openxmlformats.org/officeDocument/2006/relationships/image" Target="../media/image411.png"/><Relationship Id="rId129" Type="http://schemas.openxmlformats.org/officeDocument/2006/relationships/image" Target="../media/image459.png"/><Relationship Id="rId280" Type="http://schemas.openxmlformats.org/officeDocument/2006/relationships/customXml" Target="../ink/ink535.xml"/><Relationship Id="rId336" Type="http://schemas.openxmlformats.org/officeDocument/2006/relationships/customXml" Target="../ink/ink563.xml"/><Relationship Id="rId501" Type="http://schemas.openxmlformats.org/officeDocument/2006/relationships/image" Target="../media/image645.png"/><Relationship Id="rId543" Type="http://schemas.openxmlformats.org/officeDocument/2006/relationships/image" Target="../media/image666.png"/><Relationship Id="rId75" Type="http://schemas.openxmlformats.org/officeDocument/2006/relationships/image" Target="../media/image432.png"/><Relationship Id="rId140" Type="http://schemas.openxmlformats.org/officeDocument/2006/relationships/customXml" Target="../ink/ink465.xml"/><Relationship Id="rId182" Type="http://schemas.openxmlformats.org/officeDocument/2006/relationships/customXml" Target="../ink/ink486.xml"/><Relationship Id="rId378" Type="http://schemas.openxmlformats.org/officeDocument/2006/relationships/customXml" Target="../ink/ink584.xml"/><Relationship Id="rId403" Type="http://schemas.openxmlformats.org/officeDocument/2006/relationships/image" Target="../media/image596.png"/><Relationship Id="rId585" Type="http://schemas.openxmlformats.org/officeDocument/2006/relationships/image" Target="../media/image687.png"/><Relationship Id="rId750" Type="http://schemas.openxmlformats.org/officeDocument/2006/relationships/customXml" Target="../ink/ink770.xml"/><Relationship Id="rId792" Type="http://schemas.openxmlformats.org/officeDocument/2006/relationships/customXml" Target="../ink/ink791.xml"/><Relationship Id="rId6" Type="http://schemas.openxmlformats.org/officeDocument/2006/relationships/customXml" Target="../ink/ink398.xml"/><Relationship Id="rId238" Type="http://schemas.openxmlformats.org/officeDocument/2006/relationships/customXml" Target="../ink/ink514.xml"/><Relationship Id="rId445" Type="http://schemas.openxmlformats.org/officeDocument/2006/relationships/image" Target="../media/image617.png"/><Relationship Id="rId487" Type="http://schemas.openxmlformats.org/officeDocument/2006/relationships/image" Target="../media/image638.png"/><Relationship Id="rId610" Type="http://schemas.openxmlformats.org/officeDocument/2006/relationships/customXml" Target="../ink/ink700.xml"/><Relationship Id="rId652" Type="http://schemas.openxmlformats.org/officeDocument/2006/relationships/customXml" Target="../ink/ink721.xml"/><Relationship Id="rId694" Type="http://schemas.openxmlformats.org/officeDocument/2006/relationships/customXml" Target="../ink/ink742.xml"/><Relationship Id="rId708" Type="http://schemas.openxmlformats.org/officeDocument/2006/relationships/customXml" Target="../ink/ink749.xml"/><Relationship Id="rId291" Type="http://schemas.openxmlformats.org/officeDocument/2006/relationships/image" Target="../media/image540.png"/><Relationship Id="rId305" Type="http://schemas.openxmlformats.org/officeDocument/2006/relationships/image" Target="../media/image547.png"/><Relationship Id="rId347" Type="http://schemas.openxmlformats.org/officeDocument/2006/relationships/image" Target="../media/image568.png"/><Relationship Id="rId512" Type="http://schemas.openxmlformats.org/officeDocument/2006/relationships/customXml" Target="../ink/ink651.xml"/><Relationship Id="rId44" Type="http://schemas.openxmlformats.org/officeDocument/2006/relationships/customXml" Target="../ink/ink417.xml"/><Relationship Id="rId86" Type="http://schemas.openxmlformats.org/officeDocument/2006/relationships/customXml" Target="../ink/ink438.xml"/><Relationship Id="rId151" Type="http://schemas.openxmlformats.org/officeDocument/2006/relationships/image" Target="../media/image470.png"/><Relationship Id="rId389" Type="http://schemas.openxmlformats.org/officeDocument/2006/relationships/image" Target="../media/image589.png"/><Relationship Id="rId554" Type="http://schemas.openxmlformats.org/officeDocument/2006/relationships/customXml" Target="../ink/ink672.xml"/><Relationship Id="rId596" Type="http://schemas.openxmlformats.org/officeDocument/2006/relationships/customXml" Target="../ink/ink693.xml"/><Relationship Id="rId761" Type="http://schemas.openxmlformats.org/officeDocument/2006/relationships/image" Target="../media/image775.png"/><Relationship Id="rId193" Type="http://schemas.openxmlformats.org/officeDocument/2006/relationships/image" Target="../media/image491.png"/><Relationship Id="rId207" Type="http://schemas.openxmlformats.org/officeDocument/2006/relationships/image" Target="../media/image498.png"/><Relationship Id="rId249" Type="http://schemas.openxmlformats.org/officeDocument/2006/relationships/image" Target="../media/image519.png"/><Relationship Id="rId414" Type="http://schemas.openxmlformats.org/officeDocument/2006/relationships/customXml" Target="../ink/ink602.xml"/><Relationship Id="rId456" Type="http://schemas.openxmlformats.org/officeDocument/2006/relationships/customXml" Target="../ink/ink623.xml"/><Relationship Id="rId498" Type="http://schemas.openxmlformats.org/officeDocument/2006/relationships/customXml" Target="../ink/ink644.xml"/><Relationship Id="rId621" Type="http://schemas.openxmlformats.org/officeDocument/2006/relationships/image" Target="../media/image705.png"/><Relationship Id="rId663" Type="http://schemas.openxmlformats.org/officeDocument/2006/relationships/image" Target="../media/image726.png"/><Relationship Id="rId13" Type="http://schemas.openxmlformats.org/officeDocument/2006/relationships/image" Target="../media/image401.png"/><Relationship Id="rId109" Type="http://schemas.openxmlformats.org/officeDocument/2006/relationships/image" Target="../media/image449.png"/><Relationship Id="rId260" Type="http://schemas.openxmlformats.org/officeDocument/2006/relationships/customXml" Target="../ink/ink525.xml"/><Relationship Id="rId316" Type="http://schemas.openxmlformats.org/officeDocument/2006/relationships/customXml" Target="../ink/ink553.xml"/><Relationship Id="rId523" Type="http://schemas.openxmlformats.org/officeDocument/2006/relationships/image" Target="../media/image656.png"/><Relationship Id="rId719" Type="http://schemas.openxmlformats.org/officeDocument/2006/relationships/image" Target="../media/image754.png"/><Relationship Id="rId55" Type="http://schemas.openxmlformats.org/officeDocument/2006/relationships/image" Target="../media/image422.png"/><Relationship Id="rId97" Type="http://schemas.openxmlformats.org/officeDocument/2006/relationships/image" Target="../media/image443.png"/><Relationship Id="rId120" Type="http://schemas.openxmlformats.org/officeDocument/2006/relationships/customXml" Target="../ink/ink455.xml"/><Relationship Id="rId358" Type="http://schemas.openxmlformats.org/officeDocument/2006/relationships/customXml" Target="../ink/ink574.xml"/><Relationship Id="rId565" Type="http://schemas.openxmlformats.org/officeDocument/2006/relationships/image" Target="../media/image677.png"/><Relationship Id="rId730" Type="http://schemas.openxmlformats.org/officeDocument/2006/relationships/customXml" Target="../ink/ink760.xml"/><Relationship Id="rId772" Type="http://schemas.openxmlformats.org/officeDocument/2006/relationships/customXml" Target="../ink/ink781.xml"/><Relationship Id="rId162" Type="http://schemas.openxmlformats.org/officeDocument/2006/relationships/customXml" Target="../ink/ink476.xml"/><Relationship Id="rId218" Type="http://schemas.openxmlformats.org/officeDocument/2006/relationships/customXml" Target="../ink/ink504.xml"/><Relationship Id="rId425" Type="http://schemas.openxmlformats.org/officeDocument/2006/relationships/image" Target="../media/image607.png"/><Relationship Id="rId467" Type="http://schemas.openxmlformats.org/officeDocument/2006/relationships/image" Target="../media/image628.png"/><Relationship Id="rId632" Type="http://schemas.openxmlformats.org/officeDocument/2006/relationships/customXml" Target="../ink/ink711.xml"/><Relationship Id="rId271" Type="http://schemas.openxmlformats.org/officeDocument/2006/relationships/image" Target="../media/image530.png"/><Relationship Id="rId674" Type="http://schemas.openxmlformats.org/officeDocument/2006/relationships/customXml" Target="../ink/ink732.xml"/><Relationship Id="rId24" Type="http://schemas.openxmlformats.org/officeDocument/2006/relationships/customXml" Target="../ink/ink407.xml"/><Relationship Id="rId66" Type="http://schemas.openxmlformats.org/officeDocument/2006/relationships/customXml" Target="../ink/ink428.xml"/><Relationship Id="rId131" Type="http://schemas.openxmlformats.org/officeDocument/2006/relationships/image" Target="../media/image460.png"/><Relationship Id="rId327" Type="http://schemas.openxmlformats.org/officeDocument/2006/relationships/image" Target="../media/image558.png"/><Relationship Id="rId369" Type="http://schemas.openxmlformats.org/officeDocument/2006/relationships/image" Target="../media/image579.png"/><Relationship Id="rId534" Type="http://schemas.openxmlformats.org/officeDocument/2006/relationships/customXml" Target="../ink/ink662.xml"/><Relationship Id="rId576" Type="http://schemas.openxmlformats.org/officeDocument/2006/relationships/customXml" Target="../ink/ink683.xml"/><Relationship Id="rId741" Type="http://schemas.openxmlformats.org/officeDocument/2006/relationships/image" Target="../media/image765.png"/><Relationship Id="rId783" Type="http://schemas.openxmlformats.org/officeDocument/2006/relationships/image" Target="../media/image786.png"/><Relationship Id="rId173" Type="http://schemas.openxmlformats.org/officeDocument/2006/relationships/image" Target="../media/image481.png"/><Relationship Id="rId229" Type="http://schemas.openxmlformats.org/officeDocument/2006/relationships/image" Target="../media/image509.png"/><Relationship Id="rId380" Type="http://schemas.openxmlformats.org/officeDocument/2006/relationships/customXml" Target="../ink/ink585.xml"/><Relationship Id="rId436" Type="http://schemas.openxmlformats.org/officeDocument/2006/relationships/customXml" Target="../ink/ink613.xml"/><Relationship Id="rId601" Type="http://schemas.openxmlformats.org/officeDocument/2006/relationships/image" Target="../media/image695.png"/><Relationship Id="rId643" Type="http://schemas.openxmlformats.org/officeDocument/2006/relationships/image" Target="../media/image716.png"/><Relationship Id="rId240" Type="http://schemas.openxmlformats.org/officeDocument/2006/relationships/customXml" Target="../ink/ink515.xml"/><Relationship Id="rId478" Type="http://schemas.openxmlformats.org/officeDocument/2006/relationships/customXml" Target="../ink/ink634.xml"/><Relationship Id="rId685" Type="http://schemas.openxmlformats.org/officeDocument/2006/relationships/image" Target="../media/image737.png"/><Relationship Id="rId35" Type="http://schemas.openxmlformats.org/officeDocument/2006/relationships/image" Target="../media/image412.png"/><Relationship Id="rId77" Type="http://schemas.openxmlformats.org/officeDocument/2006/relationships/image" Target="../media/image433.png"/><Relationship Id="rId100" Type="http://schemas.openxmlformats.org/officeDocument/2006/relationships/customXml" Target="../ink/ink445.xml"/><Relationship Id="rId282" Type="http://schemas.openxmlformats.org/officeDocument/2006/relationships/customXml" Target="../ink/ink536.xml"/><Relationship Id="rId338" Type="http://schemas.openxmlformats.org/officeDocument/2006/relationships/customXml" Target="../ink/ink564.xml"/><Relationship Id="rId503" Type="http://schemas.openxmlformats.org/officeDocument/2006/relationships/image" Target="../media/image646.png"/><Relationship Id="rId545" Type="http://schemas.openxmlformats.org/officeDocument/2006/relationships/image" Target="../media/image667.png"/><Relationship Id="rId587" Type="http://schemas.openxmlformats.org/officeDocument/2006/relationships/image" Target="../media/image688.png"/><Relationship Id="rId710" Type="http://schemas.openxmlformats.org/officeDocument/2006/relationships/customXml" Target="../ink/ink750.xml"/><Relationship Id="rId752" Type="http://schemas.openxmlformats.org/officeDocument/2006/relationships/customXml" Target="../ink/ink771.xml"/><Relationship Id="rId8" Type="http://schemas.openxmlformats.org/officeDocument/2006/relationships/customXml" Target="../ink/ink399.xml"/><Relationship Id="rId142" Type="http://schemas.openxmlformats.org/officeDocument/2006/relationships/customXml" Target="../ink/ink466.xml"/><Relationship Id="rId184" Type="http://schemas.openxmlformats.org/officeDocument/2006/relationships/customXml" Target="../ink/ink487.xml"/><Relationship Id="rId391" Type="http://schemas.openxmlformats.org/officeDocument/2006/relationships/image" Target="../media/image590.png"/><Relationship Id="rId405" Type="http://schemas.openxmlformats.org/officeDocument/2006/relationships/image" Target="../media/image597.png"/><Relationship Id="rId447" Type="http://schemas.openxmlformats.org/officeDocument/2006/relationships/image" Target="../media/image618.png"/><Relationship Id="rId612" Type="http://schemas.openxmlformats.org/officeDocument/2006/relationships/customXml" Target="../ink/ink701.xml"/><Relationship Id="rId794" Type="http://schemas.openxmlformats.org/officeDocument/2006/relationships/customXml" Target="../ink/ink792.xml"/><Relationship Id="rId251" Type="http://schemas.openxmlformats.org/officeDocument/2006/relationships/image" Target="../media/image520.png"/><Relationship Id="rId489" Type="http://schemas.openxmlformats.org/officeDocument/2006/relationships/image" Target="../media/image639.png"/><Relationship Id="rId654" Type="http://schemas.openxmlformats.org/officeDocument/2006/relationships/customXml" Target="../ink/ink722.xml"/><Relationship Id="rId696" Type="http://schemas.openxmlformats.org/officeDocument/2006/relationships/customXml" Target="../ink/ink743.xml"/><Relationship Id="rId46" Type="http://schemas.openxmlformats.org/officeDocument/2006/relationships/customXml" Target="../ink/ink418.xml"/><Relationship Id="rId293" Type="http://schemas.openxmlformats.org/officeDocument/2006/relationships/image" Target="../media/image541.png"/><Relationship Id="rId307" Type="http://schemas.openxmlformats.org/officeDocument/2006/relationships/image" Target="../media/image548.png"/><Relationship Id="rId349" Type="http://schemas.openxmlformats.org/officeDocument/2006/relationships/image" Target="../media/image569.png"/><Relationship Id="rId514" Type="http://schemas.openxmlformats.org/officeDocument/2006/relationships/customXml" Target="../ink/ink652.xml"/><Relationship Id="rId556" Type="http://schemas.openxmlformats.org/officeDocument/2006/relationships/customXml" Target="../ink/ink673.xml"/><Relationship Id="rId721" Type="http://schemas.openxmlformats.org/officeDocument/2006/relationships/image" Target="../media/image755.png"/><Relationship Id="rId763" Type="http://schemas.openxmlformats.org/officeDocument/2006/relationships/image" Target="../media/image776.png"/><Relationship Id="rId88" Type="http://schemas.openxmlformats.org/officeDocument/2006/relationships/customXml" Target="../ink/ink439.xml"/><Relationship Id="rId111" Type="http://schemas.openxmlformats.org/officeDocument/2006/relationships/image" Target="../media/image450.png"/><Relationship Id="rId153" Type="http://schemas.openxmlformats.org/officeDocument/2006/relationships/image" Target="../media/image471.png"/><Relationship Id="rId195" Type="http://schemas.openxmlformats.org/officeDocument/2006/relationships/image" Target="../media/image492.png"/><Relationship Id="rId209" Type="http://schemas.openxmlformats.org/officeDocument/2006/relationships/image" Target="../media/image499.png"/><Relationship Id="rId360" Type="http://schemas.openxmlformats.org/officeDocument/2006/relationships/customXml" Target="../ink/ink575.xml"/><Relationship Id="rId416" Type="http://schemas.openxmlformats.org/officeDocument/2006/relationships/customXml" Target="../ink/ink603.xml"/><Relationship Id="rId598" Type="http://schemas.openxmlformats.org/officeDocument/2006/relationships/customXml" Target="../ink/ink694.xml"/><Relationship Id="rId220" Type="http://schemas.openxmlformats.org/officeDocument/2006/relationships/customXml" Target="../ink/ink505.xml"/><Relationship Id="rId458" Type="http://schemas.openxmlformats.org/officeDocument/2006/relationships/customXml" Target="../ink/ink624.xml"/><Relationship Id="rId623" Type="http://schemas.openxmlformats.org/officeDocument/2006/relationships/image" Target="../media/image706.png"/><Relationship Id="rId665" Type="http://schemas.openxmlformats.org/officeDocument/2006/relationships/image" Target="../media/image727.png"/><Relationship Id="rId15" Type="http://schemas.openxmlformats.org/officeDocument/2006/relationships/image" Target="../media/image402.png"/><Relationship Id="rId57" Type="http://schemas.openxmlformats.org/officeDocument/2006/relationships/image" Target="../media/image423.png"/><Relationship Id="rId262" Type="http://schemas.openxmlformats.org/officeDocument/2006/relationships/customXml" Target="../ink/ink526.xml"/><Relationship Id="rId318" Type="http://schemas.openxmlformats.org/officeDocument/2006/relationships/customXml" Target="../ink/ink554.xml"/><Relationship Id="rId525" Type="http://schemas.openxmlformats.org/officeDocument/2006/relationships/image" Target="../media/image657.png"/><Relationship Id="rId567" Type="http://schemas.openxmlformats.org/officeDocument/2006/relationships/image" Target="../media/image678.png"/><Relationship Id="rId732" Type="http://schemas.openxmlformats.org/officeDocument/2006/relationships/customXml" Target="../ink/ink761.xml"/><Relationship Id="rId99" Type="http://schemas.openxmlformats.org/officeDocument/2006/relationships/image" Target="../media/image444.png"/><Relationship Id="rId122" Type="http://schemas.openxmlformats.org/officeDocument/2006/relationships/customXml" Target="../ink/ink456.xml"/><Relationship Id="rId164" Type="http://schemas.openxmlformats.org/officeDocument/2006/relationships/customXml" Target="../ink/ink477.xml"/><Relationship Id="rId371" Type="http://schemas.openxmlformats.org/officeDocument/2006/relationships/image" Target="../media/image580.png"/><Relationship Id="rId774" Type="http://schemas.openxmlformats.org/officeDocument/2006/relationships/customXml" Target="../ink/ink782.xml"/><Relationship Id="rId427" Type="http://schemas.openxmlformats.org/officeDocument/2006/relationships/image" Target="../media/image608.png"/><Relationship Id="rId469" Type="http://schemas.openxmlformats.org/officeDocument/2006/relationships/image" Target="../media/image629.png"/><Relationship Id="rId634" Type="http://schemas.openxmlformats.org/officeDocument/2006/relationships/customXml" Target="../ink/ink712.xml"/><Relationship Id="rId676" Type="http://schemas.openxmlformats.org/officeDocument/2006/relationships/customXml" Target="../ink/ink733.xml"/><Relationship Id="rId26" Type="http://schemas.openxmlformats.org/officeDocument/2006/relationships/customXml" Target="../ink/ink408.xml"/><Relationship Id="rId231" Type="http://schemas.openxmlformats.org/officeDocument/2006/relationships/image" Target="../media/image510.png"/><Relationship Id="rId273" Type="http://schemas.openxmlformats.org/officeDocument/2006/relationships/image" Target="../media/image531.png"/><Relationship Id="rId329" Type="http://schemas.openxmlformats.org/officeDocument/2006/relationships/image" Target="../media/image559.png"/><Relationship Id="rId480" Type="http://schemas.openxmlformats.org/officeDocument/2006/relationships/customXml" Target="../ink/ink635.xml"/><Relationship Id="rId536" Type="http://schemas.openxmlformats.org/officeDocument/2006/relationships/customXml" Target="../ink/ink663.xml"/><Relationship Id="rId701" Type="http://schemas.openxmlformats.org/officeDocument/2006/relationships/image" Target="../media/image745.png"/><Relationship Id="rId68" Type="http://schemas.openxmlformats.org/officeDocument/2006/relationships/customXml" Target="../ink/ink429.xml"/><Relationship Id="rId133" Type="http://schemas.openxmlformats.org/officeDocument/2006/relationships/image" Target="../media/image461.png"/><Relationship Id="rId175" Type="http://schemas.openxmlformats.org/officeDocument/2006/relationships/image" Target="../media/image482.png"/><Relationship Id="rId340" Type="http://schemas.openxmlformats.org/officeDocument/2006/relationships/customXml" Target="../ink/ink565.xml"/><Relationship Id="rId578" Type="http://schemas.openxmlformats.org/officeDocument/2006/relationships/customXml" Target="../ink/ink684.xml"/><Relationship Id="rId743" Type="http://schemas.openxmlformats.org/officeDocument/2006/relationships/image" Target="../media/image766.png"/><Relationship Id="rId785" Type="http://schemas.openxmlformats.org/officeDocument/2006/relationships/image" Target="../media/image787.png"/><Relationship Id="rId200" Type="http://schemas.openxmlformats.org/officeDocument/2006/relationships/customXml" Target="../ink/ink495.xml"/><Relationship Id="rId382" Type="http://schemas.openxmlformats.org/officeDocument/2006/relationships/customXml" Target="../ink/ink586.xml"/><Relationship Id="rId438" Type="http://schemas.openxmlformats.org/officeDocument/2006/relationships/customXml" Target="../ink/ink614.xml"/><Relationship Id="rId603" Type="http://schemas.openxmlformats.org/officeDocument/2006/relationships/image" Target="../media/image696.png"/><Relationship Id="rId645" Type="http://schemas.openxmlformats.org/officeDocument/2006/relationships/image" Target="../media/image717.png"/><Relationship Id="rId687" Type="http://schemas.openxmlformats.org/officeDocument/2006/relationships/image" Target="../media/image738.png"/><Relationship Id="rId242" Type="http://schemas.openxmlformats.org/officeDocument/2006/relationships/customXml" Target="../ink/ink516.xml"/><Relationship Id="rId284" Type="http://schemas.openxmlformats.org/officeDocument/2006/relationships/customXml" Target="../ink/ink537.xml"/><Relationship Id="rId491" Type="http://schemas.openxmlformats.org/officeDocument/2006/relationships/image" Target="../media/image640.png"/><Relationship Id="rId505" Type="http://schemas.openxmlformats.org/officeDocument/2006/relationships/image" Target="../media/image647.png"/><Relationship Id="rId712" Type="http://schemas.openxmlformats.org/officeDocument/2006/relationships/customXml" Target="../ink/ink751.xml"/><Relationship Id="rId37" Type="http://schemas.openxmlformats.org/officeDocument/2006/relationships/image" Target="../media/image413.png"/><Relationship Id="rId79" Type="http://schemas.openxmlformats.org/officeDocument/2006/relationships/image" Target="../media/image434.png"/><Relationship Id="rId102" Type="http://schemas.openxmlformats.org/officeDocument/2006/relationships/customXml" Target="../ink/ink446.xml"/><Relationship Id="rId144" Type="http://schemas.openxmlformats.org/officeDocument/2006/relationships/customXml" Target="../ink/ink467.xml"/><Relationship Id="rId547" Type="http://schemas.openxmlformats.org/officeDocument/2006/relationships/image" Target="../media/image668.png"/><Relationship Id="rId589" Type="http://schemas.openxmlformats.org/officeDocument/2006/relationships/image" Target="../media/image689.png"/><Relationship Id="rId754" Type="http://schemas.openxmlformats.org/officeDocument/2006/relationships/customXml" Target="../ink/ink772.xml"/><Relationship Id="rId796" Type="http://schemas.openxmlformats.org/officeDocument/2006/relationships/customXml" Target="../ink/ink793.xml"/><Relationship Id="rId90" Type="http://schemas.openxmlformats.org/officeDocument/2006/relationships/customXml" Target="../ink/ink440.xml"/><Relationship Id="rId186" Type="http://schemas.openxmlformats.org/officeDocument/2006/relationships/customXml" Target="../ink/ink488.xml"/><Relationship Id="rId351" Type="http://schemas.openxmlformats.org/officeDocument/2006/relationships/image" Target="../media/image570.png"/><Relationship Id="rId393" Type="http://schemas.openxmlformats.org/officeDocument/2006/relationships/image" Target="../media/image591.png"/><Relationship Id="rId407" Type="http://schemas.openxmlformats.org/officeDocument/2006/relationships/image" Target="../media/image598.png"/><Relationship Id="rId449" Type="http://schemas.openxmlformats.org/officeDocument/2006/relationships/image" Target="../media/image619.png"/><Relationship Id="rId614" Type="http://schemas.openxmlformats.org/officeDocument/2006/relationships/customXml" Target="../ink/ink702.xml"/><Relationship Id="rId656" Type="http://schemas.openxmlformats.org/officeDocument/2006/relationships/customXml" Target="../ink/ink723.xml"/><Relationship Id="rId211" Type="http://schemas.openxmlformats.org/officeDocument/2006/relationships/image" Target="../media/image500.png"/><Relationship Id="rId253" Type="http://schemas.openxmlformats.org/officeDocument/2006/relationships/image" Target="../media/image521.png"/><Relationship Id="rId295" Type="http://schemas.openxmlformats.org/officeDocument/2006/relationships/image" Target="../media/image542.png"/><Relationship Id="rId309" Type="http://schemas.openxmlformats.org/officeDocument/2006/relationships/image" Target="../media/image549.png"/><Relationship Id="rId460" Type="http://schemas.openxmlformats.org/officeDocument/2006/relationships/customXml" Target="../ink/ink625.xml"/><Relationship Id="rId516" Type="http://schemas.openxmlformats.org/officeDocument/2006/relationships/customXml" Target="../ink/ink653.xml"/><Relationship Id="rId698" Type="http://schemas.openxmlformats.org/officeDocument/2006/relationships/customXml" Target="../ink/ink744.xml"/><Relationship Id="rId48" Type="http://schemas.openxmlformats.org/officeDocument/2006/relationships/customXml" Target="../ink/ink419.xml"/><Relationship Id="rId113" Type="http://schemas.openxmlformats.org/officeDocument/2006/relationships/image" Target="../media/image451.png"/><Relationship Id="rId320" Type="http://schemas.openxmlformats.org/officeDocument/2006/relationships/customXml" Target="../ink/ink555.xml"/><Relationship Id="rId558" Type="http://schemas.openxmlformats.org/officeDocument/2006/relationships/customXml" Target="../ink/ink674.xml"/><Relationship Id="rId723" Type="http://schemas.openxmlformats.org/officeDocument/2006/relationships/image" Target="../media/image756.png"/><Relationship Id="rId765" Type="http://schemas.openxmlformats.org/officeDocument/2006/relationships/image" Target="../media/image777.png"/><Relationship Id="rId155" Type="http://schemas.openxmlformats.org/officeDocument/2006/relationships/image" Target="../media/image472.png"/><Relationship Id="rId197" Type="http://schemas.openxmlformats.org/officeDocument/2006/relationships/image" Target="../media/image493.png"/><Relationship Id="rId362" Type="http://schemas.openxmlformats.org/officeDocument/2006/relationships/customXml" Target="../ink/ink576.xml"/><Relationship Id="rId418" Type="http://schemas.openxmlformats.org/officeDocument/2006/relationships/customXml" Target="../ink/ink604.xml"/><Relationship Id="rId625" Type="http://schemas.openxmlformats.org/officeDocument/2006/relationships/image" Target="../media/image707.png"/><Relationship Id="rId222" Type="http://schemas.openxmlformats.org/officeDocument/2006/relationships/customXml" Target="../ink/ink506.xml"/><Relationship Id="rId264" Type="http://schemas.openxmlformats.org/officeDocument/2006/relationships/customXml" Target="../ink/ink527.xml"/><Relationship Id="rId471" Type="http://schemas.openxmlformats.org/officeDocument/2006/relationships/image" Target="../media/image630.png"/><Relationship Id="rId667" Type="http://schemas.openxmlformats.org/officeDocument/2006/relationships/image" Target="../media/image728.png"/><Relationship Id="rId17" Type="http://schemas.openxmlformats.org/officeDocument/2006/relationships/image" Target="../media/image403.png"/><Relationship Id="rId59" Type="http://schemas.openxmlformats.org/officeDocument/2006/relationships/image" Target="../media/image424.png"/><Relationship Id="rId124" Type="http://schemas.openxmlformats.org/officeDocument/2006/relationships/customXml" Target="../ink/ink457.xml"/><Relationship Id="rId527" Type="http://schemas.openxmlformats.org/officeDocument/2006/relationships/image" Target="../media/image658.png"/><Relationship Id="rId569" Type="http://schemas.openxmlformats.org/officeDocument/2006/relationships/image" Target="../media/image679.png"/><Relationship Id="rId734" Type="http://schemas.openxmlformats.org/officeDocument/2006/relationships/customXml" Target="../ink/ink762.xml"/><Relationship Id="rId776" Type="http://schemas.openxmlformats.org/officeDocument/2006/relationships/customXml" Target="../ink/ink783.xml"/><Relationship Id="rId70" Type="http://schemas.openxmlformats.org/officeDocument/2006/relationships/customXml" Target="../ink/ink430.xml"/><Relationship Id="rId166" Type="http://schemas.openxmlformats.org/officeDocument/2006/relationships/customXml" Target="../ink/ink478.xml"/><Relationship Id="rId331" Type="http://schemas.openxmlformats.org/officeDocument/2006/relationships/image" Target="../media/image560.png"/><Relationship Id="rId373" Type="http://schemas.openxmlformats.org/officeDocument/2006/relationships/image" Target="../media/image581.png"/><Relationship Id="rId429" Type="http://schemas.openxmlformats.org/officeDocument/2006/relationships/image" Target="../media/image609.png"/><Relationship Id="rId580" Type="http://schemas.openxmlformats.org/officeDocument/2006/relationships/customXml" Target="../ink/ink685.xml"/><Relationship Id="rId636" Type="http://schemas.openxmlformats.org/officeDocument/2006/relationships/customXml" Target="../ink/ink713.xml"/><Relationship Id="rId801" Type="http://schemas.openxmlformats.org/officeDocument/2006/relationships/image" Target="../media/image79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11.png"/><Relationship Id="rId440" Type="http://schemas.openxmlformats.org/officeDocument/2006/relationships/customXml" Target="../ink/ink615.xml"/><Relationship Id="rId678" Type="http://schemas.openxmlformats.org/officeDocument/2006/relationships/customXml" Target="../ink/ink734.xml"/><Relationship Id="rId28" Type="http://schemas.openxmlformats.org/officeDocument/2006/relationships/customXml" Target="../ink/ink409.xml"/><Relationship Id="rId275" Type="http://schemas.openxmlformats.org/officeDocument/2006/relationships/image" Target="../media/image532.png"/><Relationship Id="rId300" Type="http://schemas.openxmlformats.org/officeDocument/2006/relationships/customXml" Target="../ink/ink545.xml"/><Relationship Id="rId482" Type="http://schemas.openxmlformats.org/officeDocument/2006/relationships/customXml" Target="../ink/ink636.xml"/><Relationship Id="rId538" Type="http://schemas.openxmlformats.org/officeDocument/2006/relationships/customXml" Target="../ink/ink664.xml"/><Relationship Id="rId703" Type="http://schemas.openxmlformats.org/officeDocument/2006/relationships/image" Target="../media/image746.png"/><Relationship Id="rId745" Type="http://schemas.openxmlformats.org/officeDocument/2006/relationships/image" Target="../media/image767.png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77" Type="http://schemas.openxmlformats.org/officeDocument/2006/relationships/image" Target="../media/image483.png"/><Relationship Id="rId342" Type="http://schemas.openxmlformats.org/officeDocument/2006/relationships/customXml" Target="../ink/ink566.xml"/><Relationship Id="rId384" Type="http://schemas.openxmlformats.org/officeDocument/2006/relationships/customXml" Target="../ink/ink587.xml"/><Relationship Id="rId591" Type="http://schemas.openxmlformats.org/officeDocument/2006/relationships/image" Target="../media/image690.png"/><Relationship Id="rId605" Type="http://schemas.openxmlformats.org/officeDocument/2006/relationships/image" Target="../media/image697.png"/><Relationship Id="rId787" Type="http://schemas.openxmlformats.org/officeDocument/2006/relationships/image" Target="../media/image788.png"/><Relationship Id="rId202" Type="http://schemas.openxmlformats.org/officeDocument/2006/relationships/customXml" Target="../ink/ink496.xml"/><Relationship Id="rId244" Type="http://schemas.openxmlformats.org/officeDocument/2006/relationships/customXml" Target="../ink/ink517.xml"/><Relationship Id="rId647" Type="http://schemas.openxmlformats.org/officeDocument/2006/relationships/image" Target="../media/image718.png"/><Relationship Id="rId689" Type="http://schemas.openxmlformats.org/officeDocument/2006/relationships/image" Target="../media/image739.png"/><Relationship Id="rId39" Type="http://schemas.openxmlformats.org/officeDocument/2006/relationships/image" Target="../media/image414.png"/><Relationship Id="rId286" Type="http://schemas.openxmlformats.org/officeDocument/2006/relationships/customXml" Target="../ink/ink538.xml"/><Relationship Id="rId451" Type="http://schemas.openxmlformats.org/officeDocument/2006/relationships/image" Target="../media/image620.png"/><Relationship Id="rId493" Type="http://schemas.openxmlformats.org/officeDocument/2006/relationships/image" Target="../media/image641.png"/><Relationship Id="rId507" Type="http://schemas.openxmlformats.org/officeDocument/2006/relationships/image" Target="../media/image648.png"/><Relationship Id="rId549" Type="http://schemas.openxmlformats.org/officeDocument/2006/relationships/image" Target="../media/image669.png"/><Relationship Id="rId714" Type="http://schemas.openxmlformats.org/officeDocument/2006/relationships/customXml" Target="../ink/ink752.xml"/><Relationship Id="rId756" Type="http://schemas.openxmlformats.org/officeDocument/2006/relationships/customXml" Target="../ink/ink773.xml"/><Relationship Id="rId50" Type="http://schemas.openxmlformats.org/officeDocument/2006/relationships/customXml" Target="../ink/ink420.xml"/><Relationship Id="rId104" Type="http://schemas.openxmlformats.org/officeDocument/2006/relationships/customXml" Target="../ink/ink447.xml"/><Relationship Id="rId146" Type="http://schemas.openxmlformats.org/officeDocument/2006/relationships/customXml" Target="../ink/ink468.xml"/><Relationship Id="rId188" Type="http://schemas.openxmlformats.org/officeDocument/2006/relationships/customXml" Target="../ink/ink489.xml"/><Relationship Id="rId311" Type="http://schemas.openxmlformats.org/officeDocument/2006/relationships/image" Target="../media/image550.png"/><Relationship Id="rId353" Type="http://schemas.openxmlformats.org/officeDocument/2006/relationships/image" Target="../media/image571.png"/><Relationship Id="rId395" Type="http://schemas.openxmlformats.org/officeDocument/2006/relationships/image" Target="../media/image592.png"/><Relationship Id="rId409" Type="http://schemas.openxmlformats.org/officeDocument/2006/relationships/image" Target="../media/image599.png"/><Relationship Id="rId560" Type="http://schemas.openxmlformats.org/officeDocument/2006/relationships/customXml" Target="../ink/ink675.xml"/><Relationship Id="rId798" Type="http://schemas.openxmlformats.org/officeDocument/2006/relationships/customXml" Target="../ink/ink794.xml"/><Relationship Id="rId92" Type="http://schemas.openxmlformats.org/officeDocument/2006/relationships/customXml" Target="../ink/ink441.xml"/><Relationship Id="rId213" Type="http://schemas.openxmlformats.org/officeDocument/2006/relationships/image" Target="../media/image501.png"/><Relationship Id="rId420" Type="http://schemas.openxmlformats.org/officeDocument/2006/relationships/customXml" Target="../ink/ink605.xml"/><Relationship Id="rId616" Type="http://schemas.openxmlformats.org/officeDocument/2006/relationships/customXml" Target="../ink/ink703.xml"/><Relationship Id="rId658" Type="http://schemas.openxmlformats.org/officeDocument/2006/relationships/customXml" Target="../ink/ink724.xml"/><Relationship Id="rId255" Type="http://schemas.openxmlformats.org/officeDocument/2006/relationships/image" Target="../media/image522.png"/><Relationship Id="rId297" Type="http://schemas.openxmlformats.org/officeDocument/2006/relationships/image" Target="../media/image543.png"/><Relationship Id="rId462" Type="http://schemas.openxmlformats.org/officeDocument/2006/relationships/customXml" Target="../ink/ink626.xml"/><Relationship Id="rId518" Type="http://schemas.openxmlformats.org/officeDocument/2006/relationships/customXml" Target="../ink/ink654.xml"/><Relationship Id="rId725" Type="http://schemas.openxmlformats.org/officeDocument/2006/relationships/image" Target="../media/image757.png"/><Relationship Id="rId115" Type="http://schemas.openxmlformats.org/officeDocument/2006/relationships/image" Target="../media/image452.png"/><Relationship Id="rId157" Type="http://schemas.openxmlformats.org/officeDocument/2006/relationships/image" Target="../media/image473.png"/><Relationship Id="rId322" Type="http://schemas.openxmlformats.org/officeDocument/2006/relationships/customXml" Target="../ink/ink556.xml"/><Relationship Id="rId364" Type="http://schemas.openxmlformats.org/officeDocument/2006/relationships/customXml" Target="../ink/ink577.xml"/><Relationship Id="rId767" Type="http://schemas.openxmlformats.org/officeDocument/2006/relationships/image" Target="../media/image778.png"/><Relationship Id="rId61" Type="http://schemas.openxmlformats.org/officeDocument/2006/relationships/image" Target="../media/image425.png"/><Relationship Id="rId199" Type="http://schemas.openxmlformats.org/officeDocument/2006/relationships/image" Target="../media/image494.png"/><Relationship Id="rId571" Type="http://schemas.openxmlformats.org/officeDocument/2006/relationships/image" Target="../media/image680.png"/><Relationship Id="rId627" Type="http://schemas.openxmlformats.org/officeDocument/2006/relationships/image" Target="../media/image708.png"/><Relationship Id="rId669" Type="http://schemas.openxmlformats.org/officeDocument/2006/relationships/image" Target="../media/image729.png"/><Relationship Id="rId19" Type="http://schemas.openxmlformats.org/officeDocument/2006/relationships/image" Target="../media/image404.png"/><Relationship Id="rId224" Type="http://schemas.openxmlformats.org/officeDocument/2006/relationships/customXml" Target="../ink/ink507.xml"/><Relationship Id="rId266" Type="http://schemas.openxmlformats.org/officeDocument/2006/relationships/customXml" Target="../ink/ink528.xml"/><Relationship Id="rId431" Type="http://schemas.openxmlformats.org/officeDocument/2006/relationships/image" Target="../media/image610.png"/><Relationship Id="rId473" Type="http://schemas.openxmlformats.org/officeDocument/2006/relationships/image" Target="../media/image631.png"/><Relationship Id="rId529" Type="http://schemas.openxmlformats.org/officeDocument/2006/relationships/image" Target="../media/image659.png"/><Relationship Id="rId680" Type="http://schemas.openxmlformats.org/officeDocument/2006/relationships/customXml" Target="../ink/ink735.xml"/><Relationship Id="rId736" Type="http://schemas.openxmlformats.org/officeDocument/2006/relationships/customXml" Target="../ink/ink763.xml"/><Relationship Id="rId30" Type="http://schemas.openxmlformats.org/officeDocument/2006/relationships/customXml" Target="../ink/ink410.xml"/><Relationship Id="rId126" Type="http://schemas.openxmlformats.org/officeDocument/2006/relationships/customXml" Target="../ink/ink458.xml"/><Relationship Id="rId168" Type="http://schemas.openxmlformats.org/officeDocument/2006/relationships/customXml" Target="../ink/ink479.xml"/><Relationship Id="rId333" Type="http://schemas.openxmlformats.org/officeDocument/2006/relationships/image" Target="../media/image561.png"/><Relationship Id="rId540" Type="http://schemas.openxmlformats.org/officeDocument/2006/relationships/customXml" Target="../ink/ink665.xml"/><Relationship Id="rId778" Type="http://schemas.openxmlformats.org/officeDocument/2006/relationships/customXml" Target="../ink/ink784.xml"/><Relationship Id="rId72" Type="http://schemas.openxmlformats.org/officeDocument/2006/relationships/customXml" Target="../ink/ink431.xml"/><Relationship Id="rId375" Type="http://schemas.openxmlformats.org/officeDocument/2006/relationships/image" Target="../media/image582.png"/><Relationship Id="rId582" Type="http://schemas.openxmlformats.org/officeDocument/2006/relationships/customXml" Target="../ink/ink686.xml"/><Relationship Id="rId638" Type="http://schemas.openxmlformats.org/officeDocument/2006/relationships/customXml" Target="../ink/ink714.xml"/><Relationship Id="rId803" Type="http://schemas.openxmlformats.org/officeDocument/2006/relationships/image" Target="../media/image796.png"/><Relationship Id="rId3" Type="http://schemas.openxmlformats.org/officeDocument/2006/relationships/image" Target="../media/image396.png"/><Relationship Id="rId235" Type="http://schemas.openxmlformats.org/officeDocument/2006/relationships/image" Target="../media/image512.png"/><Relationship Id="rId277" Type="http://schemas.openxmlformats.org/officeDocument/2006/relationships/image" Target="../media/image533.png"/><Relationship Id="rId400" Type="http://schemas.openxmlformats.org/officeDocument/2006/relationships/customXml" Target="../ink/ink595.xml"/><Relationship Id="rId442" Type="http://schemas.openxmlformats.org/officeDocument/2006/relationships/customXml" Target="../ink/ink616.xml"/><Relationship Id="rId484" Type="http://schemas.openxmlformats.org/officeDocument/2006/relationships/customXml" Target="../ink/ink637.xml"/><Relationship Id="rId705" Type="http://schemas.openxmlformats.org/officeDocument/2006/relationships/image" Target="../media/image747.png"/><Relationship Id="rId137" Type="http://schemas.openxmlformats.org/officeDocument/2006/relationships/image" Target="../media/image463.png"/><Relationship Id="rId302" Type="http://schemas.openxmlformats.org/officeDocument/2006/relationships/customXml" Target="../ink/ink546.xml"/><Relationship Id="rId344" Type="http://schemas.openxmlformats.org/officeDocument/2006/relationships/customXml" Target="../ink/ink567.xml"/><Relationship Id="rId691" Type="http://schemas.openxmlformats.org/officeDocument/2006/relationships/image" Target="../media/image740.png"/><Relationship Id="rId747" Type="http://schemas.openxmlformats.org/officeDocument/2006/relationships/image" Target="../media/image768.png"/><Relationship Id="rId789" Type="http://schemas.openxmlformats.org/officeDocument/2006/relationships/image" Target="../media/image789.png"/><Relationship Id="rId41" Type="http://schemas.openxmlformats.org/officeDocument/2006/relationships/image" Target="../media/image415.png"/><Relationship Id="rId83" Type="http://schemas.openxmlformats.org/officeDocument/2006/relationships/image" Target="../media/image436.png"/><Relationship Id="rId179" Type="http://schemas.openxmlformats.org/officeDocument/2006/relationships/image" Target="../media/image484.png"/><Relationship Id="rId386" Type="http://schemas.openxmlformats.org/officeDocument/2006/relationships/customXml" Target="../ink/ink588.xml"/><Relationship Id="rId551" Type="http://schemas.openxmlformats.org/officeDocument/2006/relationships/image" Target="../media/image670.png"/><Relationship Id="rId593" Type="http://schemas.openxmlformats.org/officeDocument/2006/relationships/image" Target="../media/image691.png"/><Relationship Id="rId607" Type="http://schemas.openxmlformats.org/officeDocument/2006/relationships/image" Target="../media/image698.png"/><Relationship Id="rId649" Type="http://schemas.openxmlformats.org/officeDocument/2006/relationships/image" Target="../media/image719.png"/><Relationship Id="rId190" Type="http://schemas.openxmlformats.org/officeDocument/2006/relationships/customXml" Target="../ink/ink490.xml"/><Relationship Id="rId204" Type="http://schemas.openxmlformats.org/officeDocument/2006/relationships/customXml" Target="../ink/ink497.xml"/><Relationship Id="rId246" Type="http://schemas.openxmlformats.org/officeDocument/2006/relationships/customXml" Target="../ink/ink518.xml"/><Relationship Id="rId288" Type="http://schemas.openxmlformats.org/officeDocument/2006/relationships/customXml" Target="../ink/ink539.xml"/><Relationship Id="rId411" Type="http://schemas.openxmlformats.org/officeDocument/2006/relationships/image" Target="../media/image600.png"/><Relationship Id="rId453" Type="http://schemas.openxmlformats.org/officeDocument/2006/relationships/image" Target="../media/image621.png"/><Relationship Id="rId509" Type="http://schemas.openxmlformats.org/officeDocument/2006/relationships/image" Target="../media/image649.png"/><Relationship Id="rId660" Type="http://schemas.openxmlformats.org/officeDocument/2006/relationships/customXml" Target="../ink/ink725.xml"/><Relationship Id="rId106" Type="http://schemas.openxmlformats.org/officeDocument/2006/relationships/customXml" Target="../ink/ink448.xml"/><Relationship Id="rId313" Type="http://schemas.openxmlformats.org/officeDocument/2006/relationships/image" Target="../media/image551.png"/><Relationship Id="rId495" Type="http://schemas.openxmlformats.org/officeDocument/2006/relationships/image" Target="../media/image642.png"/><Relationship Id="rId716" Type="http://schemas.openxmlformats.org/officeDocument/2006/relationships/customXml" Target="../ink/ink753.xml"/><Relationship Id="rId758" Type="http://schemas.openxmlformats.org/officeDocument/2006/relationships/customXml" Target="../ink/ink774.xml"/><Relationship Id="rId10" Type="http://schemas.openxmlformats.org/officeDocument/2006/relationships/customXml" Target="../ink/ink400.xml"/><Relationship Id="rId52" Type="http://schemas.openxmlformats.org/officeDocument/2006/relationships/customXml" Target="../ink/ink421.xml"/><Relationship Id="rId94" Type="http://schemas.openxmlformats.org/officeDocument/2006/relationships/customXml" Target="../ink/ink442.xml"/><Relationship Id="rId148" Type="http://schemas.openxmlformats.org/officeDocument/2006/relationships/customXml" Target="../ink/ink469.xml"/><Relationship Id="rId355" Type="http://schemas.openxmlformats.org/officeDocument/2006/relationships/image" Target="../media/image572.png"/><Relationship Id="rId397" Type="http://schemas.openxmlformats.org/officeDocument/2006/relationships/image" Target="../media/image593.png"/><Relationship Id="rId520" Type="http://schemas.openxmlformats.org/officeDocument/2006/relationships/customXml" Target="../ink/ink655.xml"/><Relationship Id="rId562" Type="http://schemas.openxmlformats.org/officeDocument/2006/relationships/customXml" Target="../ink/ink676.xml"/><Relationship Id="rId618" Type="http://schemas.openxmlformats.org/officeDocument/2006/relationships/customXml" Target="../ink/ink704.xml"/><Relationship Id="rId215" Type="http://schemas.openxmlformats.org/officeDocument/2006/relationships/image" Target="../media/image502.png"/><Relationship Id="rId257" Type="http://schemas.openxmlformats.org/officeDocument/2006/relationships/image" Target="../media/image523.png"/><Relationship Id="rId422" Type="http://schemas.openxmlformats.org/officeDocument/2006/relationships/customXml" Target="../ink/ink606.xml"/><Relationship Id="rId464" Type="http://schemas.openxmlformats.org/officeDocument/2006/relationships/customXml" Target="../ink/ink627.xml"/><Relationship Id="rId299" Type="http://schemas.openxmlformats.org/officeDocument/2006/relationships/image" Target="../media/image544.png"/><Relationship Id="rId727" Type="http://schemas.openxmlformats.org/officeDocument/2006/relationships/image" Target="../media/image758.png"/><Relationship Id="rId63" Type="http://schemas.openxmlformats.org/officeDocument/2006/relationships/image" Target="../media/image426.png"/><Relationship Id="rId159" Type="http://schemas.openxmlformats.org/officeDocument/2006/relationships/image" Target="../media/image474.png"/><Relationship Id="rId366" Type="http://schemas.openxmlformats.org/officeDocument/2006/relationships/customXml" Target="../ink/ink578.xml"/><Relationship Id="rId573" Type="http://schemas.openxmlformats.org/officeDocument/2006/relationships/image" Target="../media/image681.png"/><Relationship Id="rId780" Type="http://schemas.openxmlformats.org/officeDocument/2006/relationships/customXml" Target="../ink/ink785.xml"/><Relationship Id="rId226" Type="http://schemas.openxmlformats.org/officeDocument/2006/relationships/customXml" Target="../ink/ink508.xml"/><Relationship Id="rId433" Type="http://schemas.openxmlformats.org/officeDocument/2006/relationships/image" Target="../media/image611.png"/><Relationship Id="rId640" Type="http://schemas.openxmlformats.org/officeDocument/2006/relationships/customXml" Target="../ink/ink715.xml"/><Relationship Id="rId738" Type="http://schemas.openxmlformats.org/officeDocument/2006/relationships/customXml" Target="../ink/ink764.xml"/><Relationship Id="rId74" Type="http://schemas.openxmlformats.org/officeDocument/2006/relationships/customXml" Target="../ink/ink432.xml"/><Relationship Id="rId377" Type="http://schemas.openxmlformats.org/officeDocument/2006/relationships/image" Target="../media/image583.png"/><Relationship Id="rId500" Type="http://schemas.openxmlformats.org/officeDocument/2006/relationships/customXml" Target="../ink/ink645.xml"/><Relationship Id="rId584" Type="http://schemas.openxmlformats.org/officeDocument/2006/relationships/customXml" Target="../ink/ink687.xml"/><Relationship Id="rId805" Type="http://schemas.openxmlformats.org/officeDocument/2006/relationships/image" Target="../media/image797.png"/><Relationship Id="rId5" Type="http://schemas.openxmlformats.org/officeDocument/2006/relationships/image" Target="../media/image397.png"/><Relationship Id="rId237" Type="http://schemas.openxmlformats.org/officeDocument/2006/relationships/image" Target="../media/image513.png"/><Relationship Id="rId791" Type="http://schemas.openxmlformats.org/officeDocument/2006/relationships/image" Target="../media/image790.png"/><Relationship Id="rId444" Type="http://schemas.openxmlformats.org/officeDocument/2006/relationships/customXml" Target="../ink/ink617.xml"/><Relationship Id="rId651" Type="http://schemas.openxmlformats.org/officeDocument/2006/relationships/image" Target="../media/image720.png"/><Relationship Id="rId749" Type="http://schemas.openxmlformats.org/officeDocument/2006/relationships/image" Target="../media/image769.png"/><Relationship Id="rId290" Type="http://schemas.openxmlformats.org/officeDocument/2006/relationships/customXml" Target="../ink/ink540.xml"/><Relationship Id="rId304" Type="http://schemas.openxmlformats.org/officeDocument/2006/relationships/customXml" Target="../ink/ink547.xml"/><Relationship Id="rId388" Type="http://schemas.openxmlformats.org/officeDocument/2006/relationships/customXml" Target="../ink/ink589.xml"/><Relationship Id="rId511" Type="http://schemas.openxmlformats.org/officeDocument/2006/relationships/image" Target="../media/image650.png"/><Relationship Id="rId609" Type="http://schemas.openxmlformats.org/officeDocument/2006/relationships/image" Target="../media/image699.png"/><Relationship Id="rId85" Type="http://schemas.openxmlformats.org/officeDocument/2006/relationships/image" Target="../media/image437.png"/><Relationship Id="rId150" Type="http://schemas.openxmlformats.org/officeDocument/2006/relationships/customXml" Target="../ink/ink470.xml"/><Relationship Id="rId595" Type="http://schemas.openxmlformats.org/officeDocument/2006/relationships/image" Target="../media/image692.png"/><Relationship Id="rId248" Type="http://schemas.openxmlformats.org/officeDocument/2006/relationships/customXml" Target="../ink/ink519.xml"/><Relationship Id="rId455" Type="http://schemas.openxmlformats.org/officeDocument/2006/relationships/image" Target="../media/image622.png"/><Relationship Id="rId662" Type="http://schemas.openxmlformats.org/officeDocument/2006/relationships/customXml" Target="../ink/ink726.xml"/><Relationship Id="rId12" Type="http://schemas.openxmlformats.org/officeDocument/2006/relationships/customXml" Target="../ink/ink401.xml"/><Relationship Id="rId108" Type="http://schemas.openxmlformats.org/officeDocument/2006/relationships/customXml" Target="../ink/ink449.xml"/><Relationship Id="rId315" Type="http://schemas.openxmlformats.org/officeDocument/2006/relationships/image" Target="../media/image552.png"/><Relationship Id="rId522" Type="http://schemas.openxmlformats.org/officeDocument/2006/relationships/customXml" Target="../ink/ink656.xml"/><Relationship Id="rId96" Type="http://schemas.openxmlformats.org/officeDocument/2006/relationships/customXml" Target="../ink/ink443.xml"/><Relationship Id="rId161" Type="http://schemas.openxmlformats.org/officeDocument/2006/relationships/image" Target="../media/image475.png"/><Relationship Id="rId399" Type="http://schemas.openxmlformats.org/officeDocument/2006/relationships/image" Target="../media/image594.png"/><Relationship Id="rId259" Type="http://schemas.openxmlformats.org/officeDocument/2006/relationships/image" Target="../media/image524.png"/><Relationship Id="rId466" Type="http://schemas.openxmlformats.org/officeDocument/2006/relationships/customXml" Target="../ink/ink628.xml"/><Relationship Id="rId673" Type="http://schemas.openxmlformats.org/officeDocument/2006/relationships/image" Target="../media/image731.png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326" Type="http://schemas.openxmlformats.org/officeDocument/2006/relationships/customXml" Target="../ink/ink558.xml"/><Relationship Id="rId533" Type="http://schemas.openxmlformats.org/officeDocument/2006/relationships/image" Target="../media/image661.png"/><Relationship Id="rId740" Type="http://schemas.openxmlformats.org/officeDocument/2006/relationships/customXml" Target="../ink/ink765.xml"/><Relationship Id="rId172" Type="http://schemas.openxmlformats.org/officeDocument/2006/relationships/customXml" Target="../ink/ink481.xml"/><Relationship Id="rId477" Type="http://schemas.openxmlformats.org/officeDocument/2006/relationships/image" Target="../media/image633.png"/><Relationship Id="rId600" Type="http://schemas.openxmlformats.org/officeDocument/2006/relationships/customXml" Target="../ink/ink695.xml"/><Relationship Id="rId684" Type="http://schemas.openxmlformats.org/officeDocument/2006/relationships/customXml" Target="../ink/ink737.xml"/><Relationship Id="rId337" Type="http://schemas.openxmlformats.org/officeDocument/2006/relationships/image" Target="../media/image563.png"/><Relationship Id="rId34" Type="http://schemas.openxmlformats.org/officeDocument/2006/relationships/customXml" Target="../ink/ink412.xml"/><Relationship Id="rId544" Type="http://schemas.openxmlformats.org/officeDocument/2006/relationships/customXml" Target="../ink/ink667.xml"/><Relationship Id="rId751" Type="http://schemas.openxmlformats.org/officeDocument/2006/relationships/image" Target="../media/image770.png"/><Relationship Id="rId183" Type="http://schemas.openxmlformats.org/officeDocument/2006/relationships/image" Target="../media/image486.png"/><Relationship Id="rId390" Type="http://schemas.openxmlformats.org/officeDocument/2006/relationships/customXml" Target="../ink/ink590.xml"/><Relationship Id="rId404" Type="http://schemas.openxmlformats.org/officeDocument/2006/relationships/customXml" Target="../ink/ink597.xml"/><Relationship Id="rId611" Type="http://schemas.openxmlformats.org/officeDocument/2006/relationships/image" Target="../media/image700.png"/><Relationship Id="rId250" Type="http://schemas.openxmlformats.org/officeDocument/2006/relationships/customXml" Target="../ink/ink520.xml"/><Relationship Id="rId488" Type="http://schemas.openxmlformats.org/officeDocument/2006/relationships/customXml" Target="../ink/ink639.xml"/><Relationship Id="rId695" Type="http://schemas.openxmlformats.org/officeDocument/2006/relationships/image" Target="../media/image742.png"/><Relationship Id="rId709" Type="http://schemas.openxmlformats.org/officeDocument/2006/relationships/image" Target="../media/image749.png"/><Relationship Id="rId45" Type="http://schemas.openxmlformats.org/officeDocument/2006/relationships/image" Target="../media/image417.png"/><Relationship Id="rId110" Type="http://schemas.openxmlformats.org/officeDocument/2006/relationships/customXml" Target="../ink/ink450.xml"/><Relationship Id="rId348" Type="http://schemas.openxmlformats.org/officeDocument/2006/relationships/customXml" Target="../ink/ink569.xml"/><Relationship Id="rId555" Type="http://schemas.openxmlformats.org/officeDocument/2006/relationships/image" Target="../media/image672.png"/><Relationship Id="rId762" Type="http://schemas.openxmlformats.org/officeDocument/2006/relationships/customXml" Target="../ink/ink776.xml"/><Relationship Id="rId194" Type="http://schemas.openxmlformats.org/officeDocument/2006/relationships/customXml" Target="../ink/ink492.xml"/><Relationship Id="rId208" Type="http://schemas.openxmlformats.org/officeDocument/2006/relationships/customXml" Target="../ink/ink499.xml"/><Relationship Id="rId415" Type="http://schemas.openxmlformats.org/officeDocument/2006/relationships/image" Target="../media/image602.png"/><Relationship Id="rId622" Type="http://schemas.openxmlformats.org/officeDocument/2006/relationships/customXml" Target="../ink/ink706.xml"/><Relationship Id="rId261" Type="http://schemas.openxmlformats.org/officeDocument/2006/relationships/image" Target="../media/image525.png"/><Relationship Id="rId499" Type="http://schemas.openxmlformats.org/officeDocument/2006/relationships/image" Target="../media/image644.png"/><Relationship Id="rId56" Type="http://schemas.openxmlformats.org/officeDocument/2006/relationships/customXml" Target="../ink/ink423.xml"/><Relationship Id="rId359" Type="http://schemas.openxmlformats.org/officeDocument/2006/relationships/image" Target="../media/image574.png"/><Relationship Id="rId566" Type="http://schemas.openxmlformats.org/officeDocument/2006/relationships/customXml" Target="../ink/ink678.xml"/><Relationship Id="rId773" Type="http://schemas.openxmlformats.org/officeDocument/2006/relationships/image" Target="../media/image781.png"/><Relationship Id="rId121" Type="http://schemas.openxmlformats.org/officeDocument/2006/relationships/image" Target="../media/image455.png"/><Relationship Id="rId219" Type="http://schemas.openxmlformats.org/officeDocument/2006/relationships/image" Target="../media/image504.png"/><Relationship Id="rId426" Type="http://schemas.openxmlformats.org/officeDocument/2006/relationships/customXml" Target="../ink/ink608.xml"/><Relationship Id="rId633" Type="http://schemas.openxmlformats.org/officeDocument/2006/relationships/image" Target="../media/image711.png"/><Relationship Id="rId67" Type="http://schemas.openxmlformats.org/officeDocument/2006/relationships/image" Target="../media/image428.png"/><Relationship Id="rId272" Type="http://schemas.openxmlformats.org/officeDocument/2006/relationships/customXml" Target="../ink/ink531.xml"/><Relationship Id="rId577" Type="http://schemas.openxmlformats.org/officeDocument/2006/relationships/image" Target="../media/image683.png"/><Relationship Id="rId700" Type="http://schemas.openxmlformats.org/officeDocument/2006/relationships/customXml" Target="../ink/ink745.xml"/><Relationship Id="rId132" Type="http://schemas.openxmlformats.org/officeDocument/2006/relationships/customXml" Target="../ink/ink461.xml"/><Relationship Id="rId784" Type="http://schemas.openxmlformats.org/officeDocument/2006/relationships/customXml" Target="../ink/ink787.xml"/><Relationship Id="rId437" Type="http://schemas.openxmlformats.org/officeDocument/2006/relationships/image" Target="../media/image613.png"/><Relationship Id="rId644" Type="http://schemas.openxmlformats.org/officeDocument/2006/relationships/customXml" Target="../ink/ink717.xml"/><Relationship Id="rId283" Type="http://schemas.openxmlformats.org/officeDocument/2006/relationships/image" Target="../media/image536.png"/><Relationship Id="rId490" Type="http://schemas.openxmlformats.org/officeDocument/2006/relationships/customXml" Target="../ink/ink640.xml"/><Relationship Id="rId504" Type="http://schemas.openxmlformats.org/officeDocument/2006/relationships/customXml" Target="../ink/ink647.xml"/><Relationship Id="rId711" Type="http://schemas.openxmlformats.org/officeDocument/2006/relationships/image" Target="../media/image750.png"/><Relationship Id="rId78" Type="http://schemas.openxmlformats.org/officeDocument/2006/relationships/customXml" Target="../ink/ink434.xml"/><Relationship Id="rId143" Type="http://schemas.openxmlformats.org/officeDocument/2006/relationships/image" Target="../media/image466.png"/><Relationship Id="rId350" Type="http://schemas.openxmlformats.org/officeDocument/2006/relationships/customXml" Target="../ink/ink570.xml"/><Relationship Id="rId588" Type="http://schemas.openxmlformats.org/officeDocument/2006/relationships/customXml" Target="../ink/ink689.xml"/><Relationship Id="rId795" Type="http://schemas.openxmlformats.org/officeDocument/2006/relationships/image" Target="../media/image792.png"/><Relationship Id="rId9" Type="http://schemas.openxmlformats.org/officeDocument/2006/relationships/image" Target="../media/image399.png"/><Relationship Id="rId210" Type="http://schemas.openxmlformats.org/officeDocument/2006/relationships/customXml" Target="../ink/ink500.xml"/><Relationship Id="rId448" Type="http://schemas.openxmlformats.org/officeDocument/2006/relationships/customXml" Target="../ink/ink619.xml"/><Relationship Id="rId655" Type="http://schemas.openxmlformats.org/officeDocument/2006/relationships/image" Target="../media/image722.png"/><Relationship Id="rId294" Type="http://schemas.openxmlformats.org/officeDocument/2006/relationships/customXml" Target="../ink/ink542.xml"/><Relationship Id="rId308" Type="http://schemas.openxmlformats.org/officeDocument/2006/relationships/customXml" Target="../ink/ink549.xml"/><Relationship Id="rId515" Type="http://schemas.openxmlformats.org/officeDocument/2006/relationships/image" Target="../media/image652.png"/><Relationship Id="rId722" Type="http://schemas.openxmlformats.org/officeDocument/2006/relationships/customXml" Target="../ink/ink756.xml"/><Relationship Id="rId89" Type="http://schemas.openxmlformats.org/officeDocument/2006/relationships/image" Target="../media/image439.png"/><Relationship Id="rId154" Type="http://schemas.openxmlformats.org/officeDocument/2006/relationships/customXml" Target="../ink/ink472.xml"/><Relationship Id="rId361" Type="http://schemas.openxmlformats.org/officeDocument/2006/relationships/image" Target="../media/image575.png"/><Relationship Id="rId599" Type="http://schemas.openxmlformats.org/officeDocument/2006/relationships/image" Target="../media/image694.png"/><Relationship Id="rId459" Type="http://schemas.openxmlformats.org/officeDocument/2006/relationships/image" Target="../media/image624.png"/><Relationship Id="rId666" Type="http://schemas.openxmlformats.org/officeDocument/2006/relationships/customXml" Target="../ink/ink728.xml"/><Relationship Id="rId16" Type="http://schemas.openxmlformats.org/officeDocument/2006/relationships/customXml" Target="../ink/ink403.xml"/><Relationship Id="rId221" Type="http://schemas.openxmlformats.org/officeDocument/2006/relationships/image" Target="../media/image505.png"/><Relationship Id="rId319" Type="http://schemas.openxmlformats.org/officeDocument/2006/relationships/image" Target="../media/image554.png"/><Relationship Id="rId526" Type="http://schemas.openxmlformats.org/officeDocument/2006/relationships/customXml" Target="../ink/ink658.xml"/><Relationship Id="rId733" Type="http://schemas.openxmlformats.org/officeDocument/2006/relationships/image" Target="../media/image761.png"/><Relationship Id="rId165" Type="http://schemas.openxmlformats.org/officeDocument/2006/relationships/image" Target="../media/image477.png"/><Relationship Id="rId372" Type="http://schemas.openxmlformats.org/officeDocument/2006/relationships/customXml" Target="../ink/ink581.xml"/><Relationship Id="rId677" Type="http://schemas.openxmlformats.org/officeDocument/2006/relationships/image" Target="../media/image733.png"/><Relationship Id="rId800" Type="http://schemas.openxmlformats.org/officeDocument/2006/relationships/customXml" Target="../ink/ink795.xml"/><Relationship Id="rId232" Type="http://schemas.openxmlformats.org/officeDocument/2006/relationships/customXml" Target="../ink/ink511.xml"/><Relationship Id="rId27" Type="http://schemas.openxmlformats.org/officeDocument/2006/relationships/image" Target="../media/image408.png"/><Relationship Id="rId537" Type="http://schemas.openxmlformats.org/officeDocument/2006/relationships/image" Target="../media/image663.png"/><Relationship Id="rId744" Type="http://schemas.openxmlformats.org/officeDocument/2006/relationships/customXml" Target="../ink/ink767.xml"/><Relationship Id="rId80" Type="http://schemas.openxmlformats.org/officeDocument/2006/relationships/customXml" Target="../ink/ink435.xml"/><Relationship Id="rId176" Type="http://schemas.openxmlformats.org/officeDocument/2006/relationships/customXml" Target="../ink/ink483.xml"/><Relationship Id="rId383" Type="http://schemas.openxmlformats.org/officeDocument/2006/relationships/image" Target="../media/image586.png"/><Relationship Id="rId590" Type="http://schemas.openxmlformats.org/officeDocument/2006/relationships/customXml" Target="../ink/ink690.xml"/><Relationship Id="rId604" Type="http://schemas.openxmlformats.org/officeDocument/2006/relationships/customXml" Target="../ink/ink697.xml"/><Relationship Id="rId243" Type="http://schemas.openxmlformats.org/officeDocument/2006/relationships/image" Target="../media/image516.png"/><Relationship Id="rId450" Type="http://schemas.openxmlformats.org/officeDocument/2006/relationships/customXml" Target="../ink/ink620.xml"/><Relationship Id="rId688" Type="http://schemas.openxmlformats.org/officeDocument/2006/relationships/customXml" Target="../ink/ink739.xml"/><Relationship Id="rId38" Type="http://schemas.openxmlformats.org/officeDocument/2006/relationships/customXml" Target="../ink/ink414.xml"/><Relationship Id="rId103" Type="http://schemas.openxmlformats.org/officeDocument/2006/relationships/image" Target="../media/image446.png"/><Relationship Id="rId310" Type="http://schemas.openxmlformats.org/officeDocument/2006/relationships/customXml" Target="../ink/ink550.xml"/><Relationship Id="rId548" Type="http://schemas.openxmlformats.org/officeDocument/2006/relationships/customXml" Target="../ink/ink669.xml"/><Relationship Id="rId755" Type="http://schemas.openxmlformats.org/officeDocument/2006/relationships/image" Target="../media/image772.png"/><Relationship Id="rId91" Type="http://schemas.openxmlformats.org/officeDocument/2006/relationships/image" Target="../media/image440.png"/><Relationship Id="rId187" Type="http://schemas.openxmlformats.org/officeDocument/2006/relationships/image" Target="../media/image488.png"/><Relationship Id="rId394" Type="http://schemas.openxmlformats.org/officeDocument/2006/relationships/customXml" Target="../ink/ink592.xml"/><Relationship Id="rId408" Type="http://schemas.openxmlformats.org/officeDocument/2006/relationships/customXml" Target="../ink/ink599.xml"/><Relationship Id="rId615" Type="http://schemas.openxmlformats.org/officeDocument/2006/relationships/image" Target="../media/image702.png"/><Relationship Id="rId254" Type="http://schemas.openxmlformats.org/officeDocument/2006/relationships/customXml" Target="../ink/ink522.xml"/><Relationship Id="rId699" Type="http://schemas.openxmlformats.org/officeDocument/2006/relationships/image" Target="../media/image744.png"/><Relationship Id="rId49" Type="http://schemas.openxmlformats.org/officeDocument/2006/relationships/image" Target="../media/image419.png"/><Relationship Id="rId114" Type="http://schemas.openxmlformats.org/officeDocument/2006/relationships/customXml" Target="../ink/ink452.xml"/><Relationship Id="rId461" Type="http://schemas.openxmlformats.org/officeDocument/2006/relationships/image" Target="../media/image625.png"/><Relationship Id="rId559" Type="http://schemas.openxmlformats.org/officeDocument/2006/relationships/image" Target="../media/image674.png"/><Relationship Id="rId766" Type="http://schemas.openxmlformats.org/officeDocument/2006/relationships/customXml" Target="../ink/ink778.xml"/><Relationship Id="rId198" Type="http://schemas.openxmlformats.org/officeDocument/2006/relationships/customXml" Target="../ink/ink494.xml"/><Relationship Id="rId321" Type="http://schemas.openxmlformats.org/officeDocument/2006/relationships/image" Target="../media/image555.png"/><Relationship Id="rId419" Type="http://schemas.openxmlformats.org/officeDocument/2006/relationships/image" Target="../media/image604.png"/><Relationship Id="rId626" Type="http://schemas.openxmlformats.org/officeDocument/2006/relationships/customXml" Target="../ink/ink708.xml"/><Relationship Id="rId265" Type="http://schemas.openxmlformats.org/officeDocument/2006/relationships/image" Target="../media/image527.png"/><Relationship Id="rId472" Type="http://schemas.openxmlformats.org/officeDocument/2006/relationships/customXml" Target="../ink/ink631.xml"/><Relationship Id="rId125" Type="http://schemas.openxmlformats.org/officeDocument/2006/relationships/image" Target="../media/image457.png"/><Relationship Id="rId332" Type="http://schemas.openxmlformats.org/officeDocument/2006/relationships/customXml" Target="../ink/ink561.xml"/><Relationship Id="rId777" Type="http://schemas.openxmlformats.org/officeDocument/2006/relationships/image" Target="../media/image783.png"/><Relationship Id="rId637" Type="http://schemas.openxmlformats.org/officeDocument/2006/relationships/image" Target="../media/image713.png"/><Relationship Id="rId276" Type="http://schemas.openxmlformats.org/officeDocument/2006/relationships/customXml" Target="../ink/ink533.xml"/><Relationship Id="rId483" Type="http://schemas.openxmlformats.org/officeDocument/2006/relationships/image" Target="../media/image636.png"/><Relationship Id="rId690" Type="http://schemas.openxmlformats.org/officeDocument/2006/relationships/customXml" Target="../ink/ink740.xml"/><Relationship Id="rId704" Type="http://schemas.openxmlformats.org/officeDocument/2006/relationships/customXml" Target="../ink/ink747.xml"/><Relationship Id="rId40" Type="http://schemas.openxmlformats.org/officeDocument/2006/relationships/customXml" Target="../ink/ink415.xml"/><Relationship Id="rId136" Type="http://schemas.openxmlformats.org/officeDocument/2006/relationships/customXml" Target="../ink/ink463.xml"/><Relationship Id="rId343" Type="http://schemas.openxmlformats.org/officeDocument/2006/relationships/image" Target="../media/image566.png"/><Relationship Id="rId550" Type="http://schemas.openxmlformats.org/officeDocument/2006/relationships/customXml" Target="../ink/ink670.xml"/><Relationship Id="rId788" Type="http://schemas.openxmlformats.org/officeDocument/2006/relationships/customXml" Target="../ink/ink789.xml"/><Relationship Id="rId203" Type="http://schemas.openxmlformats.org/officeDocument/2006/relationships/image" Target="../media/image496.png"/><Relationship Id="rId648" Type="http://schemas.openxmlformats.org/officeDocument/2006/relationships/customXml" Target="../ink/ink719.xml"/><Relationship Id="rId287" Type="http://schemas.openxmlformats.org/officeDocument/2006/relationships/image" Target="../media/image538.png"/><Relationship Id="rId410" Type="http://schemas.openxmlformats.org/officeDocument/2006/relationships/customXml" Target="../ink/ink600.xml"/><Relationship Id="rId494" Type="http://schemas.openxmlformats.org/officeDocument/2006/relationships/customXml" Target="../ink/ink642.xml"/><Relationship Id="rId508" Type="http://schemas.openxmlformats.org/officeDocument/2006/relationships/customXml" Target="../ink/ink649.xml"/><Relationship Id="rId715" Type="http://schemas.openxmlformats.org/officeDocument/2006/relationships/image" Target="../media/image752.png"/><Relationship Id="rId147" Type="http://schemas.openxmlformats.org/officeDocument/2006/relationships/image" Target="../media/image468.png"/><Relationship Id="rId354" Type="http://schemas.openxmlformats.org/officeDocument/2006/relationships/customXml" Target="../ink/ink572.xml"/><Relationship Id="rId799" Type="http://schemas.openxmlformats.org/officeDocument/2006/relationships/image" Target="../media/image794.png"/><Relationship Id="rId51" Type="http://schemas.openxmlformats.org/officeDocument/2006/relationships/image" Target="../media/image420.png"/><Relationship Id="rId561" Type="http://schemas.openxmlformats.org/officeDocument/2006/relationships/image" Target="../media/image675.png"/><Relationship Id="rId659" Type="http://schemas.openxmlformats.org/officeDocument/2006/relationships/image" Target="../media/image724.png"/><Relationship Id="rId214" Type="http://schemas.openxmlformats.org/officeDocument/2006/relationships/customXml" Target="../ink/ink502.xml"/><Relationship Id="rId298" Type="http://schemas.openxmlformats.org/officeDocument/2006/relationships/customXml" Target="../ink/ink544.xml"/><Relationship Id="rId421" Type="http://schemas.openxmlformats.org/officeDocument/2006/relationships/image" Target="../media/image605.png"/><Relationship Id="rId519" Type="http://schemas.openxmlformats.org/officeDocument/2006/relationships/image" Target="../media/image654.png"/><Relationship Id="rId158" Type="http://schemas.openxmlformats.org/officeDocument/2006/relationships/customXml" Target="../ink/ink474.xml"/><Relationship Id="rId726" Type="http://schemas.openxmlformats.org/officeDocument/2006/relationships/customXml" Target="../ink/ink758.xml"/><Relationship Id="rId62" Type="http://schemas.openxmlformats.org/officeDocument/2006/relationships/customXml" Target="../ink/ink426.xml"/><Relationship Id="rId365" Type="http://schemas.openxmlformats.org/officeDocument/2006/relationships/image" Target="../media/image577.png"/><Relationship Id="rId572" Type="http://schemas.openxmlformats.org/officeDocument/2006/relationships/customXml" Target="../ink/ink681.xml"/><Relationship Id="rId225" Type="http://schemas.openxmlformats.org/officeDocument/2006/relationships/image" Target="../media/image507.png"/><Relationship Id="rId432" Type="http://schemas.openxmlformats.org/officeDocument/2006/relationships/customXml" Target="../ink/ink611.xml"/><Relationship Id="rId737" Type="http://schemas.openxmlformats.org/officeDocument/2006/relationships/image" Target="../media/image763.png"/><Relationship Id="rId73" Type="http://schemas.openxmlformats.org/officeDocument/2006/relationships/image" Target="../media/image431.png"/><Relationship Id="rId169" Type="http://schemas.openxmlformats.org/officeDocument/2006/relationships/image" Target="../media/image479.png"/><Relationship Id="rId376" Type="http://schemas.openxmlformats.org/officeDocument/2006/relationships/customXml" Target="../ink/ink583.xml"/><Relationship Id="rId583" Type="http://schemas.openxmlformats.org/officeDocument/2006/relationships/image" Target="../media/image686.png"/><Relationship Id="rId790" Type="http://schemas.openxmlformats.org/officeDocument/2006/relationships/customXml" Target="../ink/ink790.xml"/><Relationship Id="rId804" Type="http://schemas.openxmlformats.org/officeDocument/2006/relationships/customXml" Target="../ink/ink797.xml"/><Relationship Id="rId4" Type="http://schemas.openxmlformats.org/officeDocument/2006/relationships/customXml" Target="../ink/ink397.xml"/><Relationship Id="rId236" Type="http://schemas.openxmlformats.org/officeDocument/2006/relationships/customXml" Target="../ink/ink513.xml"/><Relationship Id="rId443" Type="http://schemas.openxmlformats.org/officeDocument/2006/relationships/image" Target="../media/image616.png"/><Relationship Id="rId650" Type="http://schemas.openxmlformats.org/officeDocument/2006/relationships/customXml" Target="../ink/ink720.xml"/><Relationship Id="rId303" Type="http://schemas.openxmlformats.org/officeDocument/2006/relationships/image" Target="../media/image546.png"/><Relationship Id="rId748" Type="http://schemas.openxmlformats.org/officeDocument/2006/relationships/customXml" Target="../ink/ink769.xml"/><Relationship Id="rId84" Type="http://schemas.openxmlformats.org/officeDocument/2006/relationships/customXml" Target="../ink/ink437.xml"/><Relationship Id="rId387" Type="http://schemas.openxmlformats.org/officeDocument/2006/relationships/image" Target="../media/image588.png"/><Relationship Id="rId510" Type="http://schemas.openxmlformats.org/officeDocument/2006/relationships/customXml" Target="../ink/ink650.xml"/><Relationship Id="rId594" Type="http://schemas.openxmlformats.org/officeDocument/2006/relationships/customXml" Target="../ink/ink692.xml"/><Relationship Id="rId608" Type="http://schemas.openxmlformats.org/officeDocument/2006/relationships/customXml" Target="../ink/ink699.xml"/><Relationship Id="rId247" Type="http://schemas.openxmlformats.org/officeDocument/2006/relationships/image" Target="../media/image518.png"/><Relationship Id="rId107" Type="http://schemas.openxmlformats.org/officeDocument/2006/relationships/image" Target="../media/image448.png"/><Relationship Id="rId454" Type="http://schemas.openxmlformats.org/officeDocument/2006/relationships/customXml" Target="../ink/ink622.xml"/><Relationship Id="rId661" Type="http://schemas.openxmlformats.org/officeDocument/2006/relationships/image" Target="../media/image725.png"/><Relationship Id="rId759" Type="http://schemas.openxmlformats.org/officeDocument/2006/relationships/image" Target="../media/image774.png"/><Relationship Id="rId11" Type="http://schemas.openxmlformats.org/officeDocument/2006/relationships/image" Target="../media/image400.png"/><Relationship Id="rId314" Type="http://schemas.openxmlformats.org/officeDocument/2006/relationships/customXml" Target="../ink/ink552.xml"/><Relationship Id="rId398" Type="http://schemas.openxmlformats.org/officeDocument/2006/relationships/customXml" Target="../ink/ink594.xml"/><Relationship Id="rId521" Type="http://schemas.openxmlformats.org/officeDocument/2006/relationships/image" Target="../media/image655.png"/><Relationship Id="rId619" Type="http://schemas.openxmlformats.org/officeDocument/2006/relationships/image" Target="../media/image704.png"/><Relationship Id="rId95" Type="http://schemas.openxmlformats.org/officeDocument/2006/relationships/image" Target="../media/image442.png"/><Relationship Id="rId160" Type="http://schemas.openxmlformats.org/officeDocument/2006/relationships/customXml" Target="../ink/ink475.xml"/><Relationship Id="rId258" Type="http://schemas.openxmlformats.org/officeDocument/2006/relationships/customXml" Target="../ink/ink524.xml"/><Relationship Id="rId465" Type="http://schemas.openxmlformats.org/officeDocument/2006/relationships/image" Target="../media/image627.png"/><Relationship Id="rId672" Type="http://schemas.openxmlformats.org/officeDocument/2006/relationships/customXml" Target="../ink/ink731.xml"/><Relationship Id="rId22" Type="http://schemas.openxmlformats.org/officeDocument/2006/relationships/customXml" Target="../ink/ink406.xml"/><Relationship Id="rId118" Type="http://schemas.openxmlformats.org/officeDocument/2006/relationships/customXml" Target="../ink/ink454.xml"/><Relationship Id="rId325" Type="http://schemas.openxmlformats.org/officeDocument/2006/relationships/image" Target="../media/image557.png"/><Relationship Id="rId532" Type="http://schemas.openxmlformats.org/officeDocument/2006/relationships/customXml" Target="../ink/ink661.xml"/><Relationship Id="rId171" Type="http://schemas.openxmlformats.org/officeDocument/2006/relationships/image" Target="../media/image480.png"/><Relationship Id="rId269" Type="http://schemas.openxmlformats.org/officeDocument/2006/relationships/image" Target="../media/image529.png"/><Relationship Id="rId476" Type="http://schemas.openxmlformats.org/officeDocument/2006/relationships/customXml" Target="../ink/ink633.xml"/><Relationship Id="rId683" Type="http://schemas.openxmlformats.org/officeDocument/2006/relationships/image" Target="../media/image73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55.xml"/><Relationship Id="rId21" Type="http://schemas.openxmlformats.org/officeDocument/2006/relationships/customXml" Target="../ink/ink807.xml"/><Relationship Id="rId324" Type="http://schemas.openxmlformats.org/officeDocument/2006/relationships/image" Target="../media/image959.png"/><Relationship Id="rId170" Type="http://schemas.openxmlformats.org/officeDocument/2006/relationships/image" Target="../media/image882.png"/><Relationship Id="rId268" Type="http://schemas.openxmlformats.org/officeDocument/2006/relationships/image" Target="../media/image931.png"/><Relationship Id="rId475" Type="http://schemas.openxmlformats.org/officeDocument/2006/relationships/customXml" Target="../ink/ink1035.xml"/><Relationship Id="rId32" Type="http://schemas.openxmlformats.org/officeDocument/2006/relationships/image" Target="../media/image813.png"/><Relationship Id="rId74" Type="http://schemas.openxmlformats.org/officeDocument/2006/relationships/image" Target="../media/image834.png"/><Relationship Id="rId128" Type="http://schemas.openxmlformats.org/officeDocument/2006/relationships/image" Target="../media/image861.png"/><Relationship Id="rId335" Type="http://schemas.openxmlformats.org/officeDocument/2006/relationships/image" Target="../media/image964.png"/><Relationship Id="rId377" Type="http://schemas.openxmlformats.org/officeDocument/2006/relationships/image" Target="../media/image985.png"/><Relationship Id="rId500" Type="http://schemas.openxmlformats.org/officeDocument/2006/relationships/image" Target="../media/image1046.png"/><Relationship Id="rId5" Type="http://schemas.openxmlformats.org/officeDocument/2006/relationships/customXml" Target="../ink/ink799.xml"/><Relationship Id="rId181" Type="http://schemas.openxmlformats.org/officeDocument/2006/relationships/customXml" Target="../ink/ink887.xml"/><Relationship Id="rId237" Type="http://schemas.openxmlformats.org/officeDocument/2006/relationships/customXml" Target="../ink/ink915.xml"/><Relationship Id="rId402" Type="http://schemas.openxmlformats.org/officeDocument/2006/relationships/customXml" Target="../ink/ink998.xml"/><Relationship Id="rId279" Type="http://schemas.openxmlformats.org/officeDocument/2006/relationships/customXml" Target="../ink/ink936.xml"/><Relationship Id="rId444" Type="http://schemas.openxmlformats.org/officeDocument/2006/relationships/image" Target="../media/image1018.png"/><Relationship Id="rId486" Type="http://schemas.openxmlformats.org/officeDocument/2006/relationships/image" Target="../media/image1039.png"/><Relationship Id="rId43" Type="http://schemas.openxmlformats.org/officeDocument/2006/relationships/customXml" Target="../ink/ink818.xml"/><Relationship Id="rId139" Type="http://schemas.openxmlformats.org/officeDocument/2006/relationships/customXml" Target="../ink/ink866.xml"/><Relationship Id="rId290" Type="http://schemas.openxmlformats.org/officeDocument/2006/relationships/image" Target="../media/image942.png"/><Relationship Id="rId304" Type="http://schemas.openxmlformats.org/officeDocument/2006/relationships/image" Target="../media/image949.png"/><Relationship Id="rId346" Type="http://schemas.openxmlformats.org/officeDocument/2006/relationships/customXml" Target="../ink/ink970.xml"/><Relationship Id="rId388" Type="http://schemas.openxmlformats.org/officeDocument/2006/relationships/customXml" Target="../ink/ink991.xml"/><Relationship Id="rId511" Type="http://schemas.openxmlformats.org/officeDocument/2006/relationships/customXml" Target="../ink/ink1053.xml"/><Relationship Id="rId85" Type="http://schemas.openxmlformats.org/officeDocument/2006/relationships/customXml" Target="../ink/ink839.xml"/><Relationship Id="rId150" Type="http://schemas.openxmlformats.org/officeDocument/2006/relationships/image" Target="../media/image872.png"/><Relationship Id="rId192" Type="http://schemas.openxmlformats.org/officeDocument/2006/relationships/image" Target="../media/image893.png"/><Relationship Id="rId206" Type="http://schemas.openxmlformats.org/officeDocument/2006/relationships/image" Target="../media/image900.png"/><Relationship Id="rId413" Type="http://schemas.openxmlformats.org/officeDocument/2006/relationships/image" Target="../media/image1003.png"/><Relationship Id="rId248" Type="http://schemas.openxmlformats.org/officeDocument/2006/relationships/image" Target="../media/image921.png"/><Relationship Id="rId455" Type="http://schemas.openxmlformats.org/officeDocument/2006/relationships/customXml" Target="../ink/ink1025.xml"/><Relationship Id="rId497" Type="http://schemas.openxmlformats.org/officeDocument/2006/relationships/customXml" Target="../ink/ink1046.xml"/><Relationship Id="rId12" Type="http://schemas.openxmlformats.org/officeDocument/2006/relationships/image" Target="../media/image803.png"/><Relationship Id="rId108" Type="http://schemas.openxmlformats.org/officeDocument/2006/relationships/image" Target="../media/image851.png"/><Relationship Id="rId315" Type="http://schemas.openxmlformats.org/officeDocument/2006/relationships/customXml" Target="../ink/ink954.xml"/><Relationship Id="rId357" Type="http://schemas.openxmlformats.org/officeDocument/2006/relationships/image" Target="../media/image975.png"/><Relationship Id="rId522" Type="http://schemas.openxmlformats.org/officeDocument/2006/relationships/image" Target="../media/image1057.png"/><Relationship Id="rId54" Type="http://schemas.openxmlformats.org/officeDocument/2006/relationships/image" Target="../media/image824.png"/><Relationship Id="rId96" Type="http://schemas.openxmlformats.org/officeDocument/2006/relationships/image" Target="../media/image845.png"/><Relationship Id="rId161" Type="http://schemas.openxmlformats.org/officeDocument/2006/relationships/customXml" Target="../ink/ink877.xml"/><Relationship Id="rId217" Type="http://schemas.openxmlformats.org/officeDocument/2006/relationships/customXml" Target="../ink/ink905.xml"/><Relationship Id="rId399" Type="http://schemas.openxmlformats.org/officeDocument/2006/relationships/image" Target="../media/image996.png"/><Relationship Id="rId259" Type="http://schemas.openxmlformats.org/officeDocument/2006/relationships/customXml" Target="../ink/ink926.xml"/><Relationship Id="rId424" Type="http://schemas.openxmlformats.org/officeDocument/2006/relationships/image" Target="../media/image1008.png"/><Relationship Id="rId466" Type="http://schemas.openxmlformats.org/officeDocument/2006/relationships/image" Target="../media/image1029.png"/><Relationship Id="rId23" Type="http://schemas.openxmlformats.org/officeDocument/2006/relationships/customXml" Target="../ink/ink808.xml"/><Relationship Id="rId119" Type="http://schemas.openxmlformats.org/officeDocument/2006/relationships/customXml" Target="../ink/ink856.xml"/><Relationship Id="rId270" Type="http://schemas.openxmlformats.org/officeDocument/2006/relationships/image" Target="../media/image932.png"/><Relationship Id="rId326" Type="http://schemas.openxmlformats.org/officeDocument/2006/relationships/image" Target="../media/image960.png"/><Relationship Id="rId65" Type="http://schemas.openxmlformats.org/officeDocument/2006/relationships/customXml" Target="../ink/ink829.xml"/><Relationship Id="rId130" Type="http://schemas.openxmlformats.org/officeDocument/2006/relationships/image" Target="../media/image862.png"/><Relationship Id="rId368" Type="http://schemas.openxmlformats.org/officeDocument/2006/relationships/customXml" Target="../ink/ink981.xml"/><Relationship Id="rId172" Type="http://schemas.openxmlformats.org/officeDocument/2006/relationships/image" Target="../media/image883.png"/><Relationship Id="rId228" Type="http://schemas.openxmlformats.org/officeDocument/2006/relationships/image" Target="../media/image911.png"/><Relationship Id="rId435" Type="http://schemas.openxmlformats.org/officeDocument/2006/relationships/customXml" Target="../ink/ink1015.xml"/><Relationship Id="rId477" Type="http://schemas.openxmlformats.org/officeDocument/2006/relationships/customXml" Target="../ink/ink1036.xml"/><Relationship Id="rId281" Type="http://schemas.openxmlformats.org/officeDocument/2006/relationships/customXml" Target="../ink/ink937.xml"/><Relationship Id="rId337" Type="http://schemas.openxmlformats.org/officeDocument/2006/relationships/image" Target="../media/image965.png"/><Relationship Id="rId502" Type="http://schemas.openxmlformats.org/officeDocument/2006/relationships/image" Target="../media/image1047.png"/><Relationship Id="rId34" Type="http://schemas.openxmlformats.org/officeDocument/2006/relationships/image" Target="../media/image814.png"/><Relationship Id="rId76" Type="http://schemas.openxmlformats.org/officeDocument/2006/relationships/image" Target="../media/image835.png"/><Relationship Id="rId141" Type="http://schemas.openxmlformats.org/officeDocument/2006/relationships/customXml" Target="../ink/ink867.xml"/><Relationship Id="rId379" Type="http://schemas.openxmlformats.org/officeDocument/2006/relationships/image" Target="../media/image986.png"/><Relationship Id="rId7" Type="http://schemas.openxmlformats.org/officeDocument/2006/relationships/customXml" Target="../ink/ink800.xml"/><Relationship Id="rId183" Type="http://schemas.openxmlformats.org/officeDocument/2006/relationships/customXml" Target="../ink/ink888.xml"/><Relationship Id="rId239" Type="http://schemas.openxmlformats.org/officeDocument/2006/relationships/customXml" Target="../ink/ink916.xml"/><Relationship Id="rId390" Type="http://schemas.openxmlformats.org/officeDocument/2006/relationships/customXml" Target="../ink/ink992.xml"/><Relationship Id="rId404" Type="http://schemas.openxmlformats.org/officeDocument/2006/relationships/customXml" Target="../ink/ink999.xml"/><Relationship Id="rId446" Type="http://schemas.openxmlformats.org/officeDocument/2006/relationships/image" Target="../media/image1019.png"/><Relationship Id="rId250" Type="http://schemas.openxmlformats.org/officeDocument/2006/relationships/image" Target="../media/image922.png"/><Relationship Id="rId292" Type="http://schemas.openxmlformats.org/officeDocument/2006/relationships/image" Target="../media/image943.png"/><Relationship Id="rId306" Type="http://schemas.openxmlformats.org/officeDocument/2006/relationships/image" Target="../media/image950.png"/><Relationship Id="rId488" Type="http://schemas.openxmlformats.org/officeDocument/2006/relationships/image" Target="../media/image1040.png"/><Relationship Id="rId45" Type="http://schemas.openxmlformats.org/officeDocument/2006/relationships/customXml" Target="../ink/ink819.xml"/><Relationship Id="rId87" Type="http://schemas.openxmlformats.org/officeDocument/2006/relationships/customXml" Target="../ink/ink840.xml"/><Relationship Id="rId110" Type="http://schemas.openxmlformats.org/officeDocument/2006/relationships/image" Target="../media/image852.png"/><Relationship Id="rId348" Type="http://schemas.openxmlformats.org/officeDocument/2006/relationships/customXml" Target="../ink/ink971.xml"/><Relationship Id="rId513" Type="http://schemas.openxmlformats.org/officeDocument/2006/relationships/customXml" Target="../ink/ink1054.xml"/><Relationship Id="rId152" Type="http://schemas.openxmlformats.org/officeDocument/2006/relationships/image" Target="../media/image873.png"/><Relationship Id="rId194" Type="http://schemas.openxmlformats.org/officeDocument/2006/relationships/image" Target="../media/image894.png"/><Relationship Id="rId208" Type="http://schemas.openxmlformats.org/officeDocument/2006/relationships/image" Target="../media/image901.png"/><Relationship Id="rId415" Type="http://schemas.openxmlformats.org/officeDocument/2006/relationships/image" Target="../media/image1004.png"/><Relationship Id="rId457" Type="http://schemas.openxmlformats.org/officeDocument/2006/relationships/customXml" Target="../ink/ink1026.xml"/><Relationship Id="rId261" Type="http://schemas.openxmlformats.org/officeDocument/2006/relationships/customXml" Target="../ink/ink927.xml"/><Relationship Id="rId499" Type="http://schemas.openxmlformats.org/officeDocument/2006/relationships/customXml" Target="../ink/ink1047.xml"/><Relationship Id="rId14" Type="http://schemas.openxmlformats.org/officeDocument/2006/relationships/image" Target="../media/image804.png"/><Relationship Id="rId56" Type="http://schemas.openxmlformats.org/officeDocument/2006/relationships/image" Target="../media/image825.png"/><Relationship Id="rId317" Type="http://schemas.openxmlformats.org/officeDocument/2006/relationships/customXml" Target="../ink/ink955.xml"/><Relationship Id="rId359" Type="http://schemas.openxmlformats.org/officeDocument/2006/relationships/image" Target="../media/image976.png"/><Relationship Id="rId524" Type="http://schemas.openxmlformats.org/officeDocument/2006/relationships/image" Target="../media/image1058.png"/><Relationship Id="rId98" Type="http://schemas.openxmlformats.org/officeDocument/2006/relationships/image" Target="../media/image846.png"/><Relationship Id="rId121" Type="http://schemas.openxmlformats.org/officeDocument/2006/relationships/customXml" Target="../ink/ink857.xml"/><Relationship Id="rId163" Type="http://schemas.openxmlformats.org/officeDocument/2006/relationships/customXml" Target="../ink/ink878.xml"/><Relationship Id="rId219" Type="http://schemas.openxmlformats.org/officeDocument/2006/relationships/customXml" Target="../ink/ink906.xml"/><Relationship Id="rId370" Type="http://schemas.openxmlformats.org/officeDocument/2006/relationships/customXml" Target="../ink/ink982.xml"/><Relationship Id="rId426" Type="http://schemas.openxmlformats.org/officeDocument/2006/relationships/image" Target="../media/image1009.png"/><Relationship Id="rId230" Type="http://schemas.openxmlformats.org/officeDocument/2006/relationships/image" Target="../media/image912.png"/><Relationship Id="rId468" Type="http://schemas.openxmlformats.org/officeDocument/2006/relationships/image" Target="../media/image1030.png"/><Relationship Id="rId25" Type="http://schemas.openxmlformats.org/officeDocument/2006/relationships/customXml" Target="../ink/ink809.xml"/><Relationship Id="rId67" Type="http://schemas.openxmlformats.org/officeDocument/2006/relationships/customXml" Target="../ink/ink830.xml"/><Relationship Id="rId272" Type="http://schemas.openxmlformats.org/officeDocument/2006/relationships/image" Target="../media/image933.png"/><Relationship Id="rId328" Type="http://schemas.openxmlformats.org/officeDocument/2006/relationships/customXml" Target="../ink/ink961.xml"/><Relationship Id="rId132" Type="http://schemas.openxmlformats.org/officeDocument/2006/relationships/image" Target="../media/image863.png"/><Relationship Id="rId174" Type="http://schemas.openxmlformats.org/officeDocument/2006/relationships/image" Target="../media/image884.png"/><Relationship Id="rId381" Type="http://schemas.openxmlformats.org/officeDocument/2006/relationships/image" Target="../media/image987.png"/><Relationship Id="rId241" Type="http://schemas.openxmlformats.org/officeDocument/2006/relationships/customXml" Target="../ink/ink917.xml"/><Relationship Id="rId437" Type="http://schemas.openxmlformats.org/officeDocument/2006/relationships/customXml" Target="../ink/ink1016.xml"/><Relationship Id="rId479" Type="http://schemas.openxmlformats.org/officeDocument/2006/relationships/customXml" Target="../ink/ink1037.xml"/><Relationship Id="rId36" Type="http://schemas.openxmlformats.org/officeDocument/2006/relationships/image" Target="../media/image815.png"/><Relationship Id="rId283" Type="http://schemas.openxmlformats.org/officeDocument/2006/relationships/customXml" Target="../ink/ink938.xml"/><Relationship Id="rId339" Type="http://schemas.openxmlformats.org/officeDocument/2006/relationships/image" Target="../media/image966.png"/><Relationship Id="rId490" Type="http://schemas.openxmlformats.org/officeDocument/2006/relationships/image" Target="../media/image1041.png"/><Relationship Id="rId504" Type="http://schemas.openxmlformats.org/officeDocument/2006/relationships/image" Target="../media/image1048.png"/><Relationship Id="rId78" Type="http://schemas.openxmlformats.org/officeDocument/2006/relationships/image" Target="../media/image836.png"/><Relationship Id="rId101" Type="http://schemas.openxmlformats.org/officeDocument/2006/relationships/customXml" Target="../ink/ink847.xml"/><Relationship Id="rId143" Type="http://schemas.openxmlformats.org/officeDocument/2006/relationships/customXml" Target="../ink/ink868.xml"/><Relationship Id="rId185" Type="http://schemas.openxmlformats.org/officeDocument/2006/relationships/customXml" Target="../ink/ink889.xml"/><Relationship Id="rId350" Type="http://schemas.openxmlformats.org/officeDocument/2006/relationships/customXml" Target="../ink/ink972.xml"/><Relationship Id="rId406" Type="http://schemas.openxmlformats.org/officeDocument/2006/relationships/customXml" Target="../ink/ink1000.xml"/><Relationship Id="rId9" Type="http://schemas.openxmlformats.org/officeDocument/2006/relationships/customXml" Target="../ink/ink801.xml"/><Relationship Id="rId210" Type="http://schemas.openxmlformats.org/officeDocument/2006/relationships/image" Target="../media/image902.png"/><Relationship Id="rId392" Type="http://schemas.openxmlformats.org/officeDocument/2006/relationships/customXml" Target="../ink/ink993.xml"/><Relationship Id="rId448" Type="http://schemas.openxmlformats.org/officeDocument/2006/relationships/image" Target="../media/image1020.png"/><Relationship Id="rId252" Type="http://schemas.openxmlformats.org/officeDocument/2006/relationships/image" Target="../media/image923.png"/><Relationship Id="rId294" Type="http://schemas.openxmlformats.org/officeDocument/2006/relationships/image" Target="../media/image944.png"/><Relationship Id="rId308" Type="http://schemas.openxmlformats.org/officeDocument/2006/relationships/image" Target="../media/image951.png"/><Relationship Id="rId515" Type="http://schemas.openxmlformats.org/officeDocument/2006/relationships/customXml" Target="../ink/ink1055.xml"/><Relationship Id="rId47" Type="http://schemas.openxmlformats.org/officeDocument/2006/relationships/customXml" Target="../ink/ink820.xml"/><Relationship Id="rId89" Type="http://schemas.openxmlformats.org/officeDocument/2006/relationships/customXml" Target="../ink/ink841.xml"/><Relationship Id="rId112" Type="http://schemas.openxmlformats.org/officeDocument/2006/relationships/image" Target="../media/image853.png"/><Relationship Id="rId154" Type="http://schemas.openxmlformats.org/officeDocument/2006/relationships/image" Target="../media/image874.png"/><Relationship Id="rId361" Type="http://schemas.openxmlformats.org/officeDocument/2006/relationships/image" Target="../media/image977.png"/><Relationship Id="rId196" Type="http://schemas.openxmlformats.org/officeDocument/2006/relationships/image" Target="../media/image895.png"/><Relationship Id="rId417" Type="http://schemas.openxmlformats.org/officeDocument/2006/relationships/image" Target="../media/image1005.png"/><Relationship Id="rId459" Type="http://schemas.openxmlformats.org/officeDocument/2006/relationships/customXml" Target="../ink/ink1027.xml"/><Relationship Id="rId16" Type="http://schemas.openxmlformats.org/officeDocument/2006/relationships/image" Target="../media/image805.png"/><Relationship Id="rId221" Type="http://schemas.openxmlformats.org/officeDocument/2006/relationships/customXml" Target="../ink/ink907.xml"/><Relationship Id="rId263" Type="http://schemas.openxmlformats.org/officeDocument/2006/relationships/customXml" Target="../ink/ink928.xml"/><Relationship Id="rId319" Type="http://schemas.openxmlformats.org/officeDocument/2006/relationships/customXml" Target="../ink/ink956.xml"/><Relationship Id="rId470" Type="http://schemas.openxmlformats.org/officeDocument/2006/relationships/image" Target="../media/image1031.png"/><Relationship Id="rId526" Type="http://schemas.openxmlformats.org/officeDocument/2006/relationships/image" Target="../media/image1059.png"/><Relationship Id="rId58" Type="http://schemas.openxmlformats.org/officeDocument/2006/relationships/image" Target="../media/image826.png"/><Relationship Id="rId123" Type="http://schemas.openxmlformats.org/officeDocument/2006/relationships/customXml" Target="../ink/ink858.xml"/><Relationship Id="rId330" Type="http://schemas.openxmlformats.org/officeDocument/2006/relationships/customXml" Target="../ink/ink962.xml"/><Relationship Id="rId165" Type="http://schemas.openxmlformats.org/officeDocument/2006/relationships/customXml" Target="../ink/ink879.xml"/><Relationship Id="rId372" Type="http://schemas.openxmlformats.org/officeDocument/2006/relationships/customXml" Target="../ink/ink983.xml"/><Relationship Id="rId428" Type="http://schemas.openxmlformats.org/officeDocument/2006/relationships/image" Target="../media/image1010.png"/><Relationship Id="rId232" Type="http://schemas.openxmlformats.org/officeDocument/2006/relationships/image" Target="../media/image913.png"/><Relationship Id="rId274" Type="http://schemas.openxmlformats.org/officeDocument/2006/relationships/image" Target="../media/image934.png"/><Relationship Id="rId481" Type="http://schemas.openxmlformats.org/officeDocument/2006/relationships/customXml" Target="../ink/ink1038.xml"/><Relationship Id="rId27" Type="http://schemas.openxmlformats.org/officeDocument/2006/relationships/customXml" Target="../ink/ink810.xml"/><Relationship Id="rId69" Type="http://schemas.openxmlformats.org/officeDocument/2006/relationships/customXml" Target="../ink/ink831.xml"/><Relationship Id="rId134" Type="http://schemas.openxmlformats.org/officeDocument/2006/relationships/image" Target="../media/image864.png"/><Relationship Id="rId80" Type="http://schemas.openxmlformats.org/officeDocument/2006/relationships/image" Target="../media/image837.png"/><Relationship Id="rId176" Type="http://schemas.openxmlformats.org/officeDocument/2006/relationships/image" Target="../media/image885.png"/><Relationship Id="rId341" Type="http://schemas.openxmlformats.org/officeDocument/2006/relationships/image" Target="../media/image967.png"/><Relationship Id="rId383" Type="http://schemas.openxmlformats.org/officeDocument/2006/relationships/image" Target="../media/image988.png"/><Relationship Id="rId439" Type="http://schemas.openxmlformats.org/officeDocument/2006/relationships/customXml" Target="../ink/ink1017.xml"/><Relationship Id="rId201" Type="http://schemas.openxmlformats.org/officeDocument/2006/relationships/customXml" Target="../ink/ink897.xml"/><Relationship Id="rId243" Type="http://schemas.openxmlformats.org/officeDocument/2006/relationships/customXml" Target="../ink/ink918.xml"/><Relationship Id="rId285" Type="http://schemas.openxmlformats.org/officeDocument/2006/relationships/customXml" Target="../ink/ink939.xml"/><Relationship Id="rId450" Type="http://schemas.openxmlformats.org/officeDocument/2006/relationships/image" Target="../media/image1021.png"/><Relationship Id="rId506" Type="http://schemas.openxmlformats.org/officeDocument/2006/relationships/image" Target="../media/image1049.png"/><Relationship Id="rId38" Type="http://schemas.openxmlformats.org/officeDocument/2006/relationships/image" Target="../media/image816.png"/><Relationship Id="rId103" Type="http://schemas.openxmlformats.org/officeDocument/2006/relationships/customXml" Target="../ink/ink848.xml"/><Relationship Id="rId310" Type="http://schemas.openxmlformats.org/officeDocument/2006/relationships/image" Target="../media/image952.png"/><Relationship Id="rId492" Type="http://schemas.openxmlformats.org/officeDocument/2006/relationships/image" Target="../media/image1042.png"/><Relationship Id="rId91" Type="http://schemas.openxmlformats.org/officeDocument/2006/relationships/customXml" Target="../ink/ink842.xml"/><Relationship Id="rId145" Type="http://schemas.openxmlformats.org/officeDocument/2006/relationships/customXml" Target="../ink/ink869.xml"/><Relationship Id="rId187" Type="http://schemas.openxmlformats.org/officeDocument/2006/relationships/customXml" Target="../ink/ink890.xml"/><Relationship Id="rId352" Type="http://schemas.openxmlformats.org/officeDocument/2006/relationships/customXml" Target="../ink/ink973.xml"/><Relationship Id="rId394" Type="http://schemas.openxmlformats.org/officeDocument/2006/relationships/customXml" Target="../ink/ink994.xml"/><Relationship Id="rId408" Type="http://schemas.openxmlformats.org/officeDocument/2006/relationships/customXml" Target="../ink/ink1001.xml"/><Relationship Id="rId212" Type="http://schemas.openxmlformats.org/officeDocument/2006/relationships/image" Target="../media/image903.png"/><Relationship Id="rId254" Type="http://schemas.openxmlformats.org/officeDocument/2006/relationships/image" Target="../media/image924.png"/><Relationship Id="rId49" Type="http://schemas.openxmlformats.org/officeDocument/2006/relationships/customXml" Target="../ink/ink821.xml"/><Relationship Id="rId114" Type="http://schemas.openxmlformats.org/officeDocument/2006/relationships/image" Target="../media/image854.png"/><Relationship Id="rId296" Type="http://schemas.openxmlformats.org/officeDocument/2006/relationships/image" Target="../media/image945.png"/><Relationship Id="rId461" Type="http://schemas.openxmlformats.org/officeDocument/2006/relationships/customXml" Target="../ink/ink1028.xml"/><Relationship Id="rId517" Type="http://schemas.openxmlformats.org/officeDocument/2006/relationships/customXml" Target="../ink/ink1056.xml"/><Relationship Id="rId60" Type="http://schemas.openxmlformats.org/officeDocument/2006/relationships/image" Target="../media/image827.png"/><Relationship Id="rId156" Type="http://schemas.openxmlformats.org/officeDocument/2006/relationships/image" Target="../media/image875.png"/><Relationship Id="rId198" Type="http://schemas.openxmlformats.org/officeDocument/2006/relationships/image" Target="../media/image896.png"/><Relationship Id="rId321" Type="http://schemas.openxmlformats.org/officeDocument/2006/relationships/customXml" Target="../ink/ink957.xml"/><Relationship Id="rId363" Type="http://schemas.openxmlformats.org/officeDocument/2006/relationships/image" Target="../media/image978.png"/><Relationship Id="rId419" Type="http://schemas.openxmlformats.org/officeDocument/2006/relationships/image" Target="../media/image1006.png"/><Relationship Id="rId223" Type="http://schemas.openxmlformats.org/officeDocument/2006/relationships/customXml" Target="../ink/ink908.xml"/><Relationship Id="rId430" Type="http://schemas.openxmlformats.org/officeDocument/2006/relationships/image" Target="../media/image1011.png"/><Relationship Id="rId18" Type="http://schemas.openxmlformats.org/officeDocument/2006/relationships/image" Target="../media/image806.png"/><Relationship Id="rId265" Type="http://schemas.openxmlformats.org/officeDocument/2006/relationships/customXml" Target="../ink/ink929.xml"/><Relationship Id="rId472" Type="http://schemas.openxmlformats.org/officeDocument/2006/relationships/image" Target="../media/image1032.png"/><Relationship Id="rId125" Type="http://schemas.openxmlformats.org/officeDocument/2006/relationships/customXml" Target="../ink/ink859.xml"/><Relationship Id="rId167" Type="http://schemas.openxmlformats.org/officeDocument/2006/relationships/customXml" Target="../ink/ink880.xml"/><Relationship Id="rId332" Type="http://schemas.openxmlformats.org/officeDocument/2006/relationships/customXml" Target="../ink/ink963.xml"/><Relationship Id="rId374" Type="http://schemas.openxmlformats.org/officeDocument/2006/relationships/customXml" Target="../ink/ink984.xml"/><Relationship Id="rId71" Type="http://schemas.openxmlformats.org/officeDocument/2006/relationships/customXml" Target="../ink/ink832.xml"/><Relationship Id="rId234" Type="http://schemas.openxmlformats.org/officeDocument/2006/relationships/image" Target="../media/image914.png"/><Relationship Id="rId2" Type="http://schemas.openxmlformats.org/officeDocument/2006/relationships/image" Target="../media/image798.png"/><Relationship Id="rId29" Type="http://schemas.openxmlformats.org/officeDocument/2006/relationships/customXml" Target="../ink/ink811.xml"/><Relationship Id="rId276" Type="http://schemas.openxmlformats.org/officeDocument/2006/relationships/image" Target="../media/image935.png"/><Relationship Id="rId441" Type="http://schemas.openxmlformats.org/officeDocument/2006/relationships/customXml" Target="../ink/ink1018.xml"/><Relationship Id="rId483" Type="http://schemas.openxmlformats.org/officeDocument/2006/relationships/customXml" Target="../ink/ink1039.xml"/><Relationship Id="rId40" Type="http://schemas.openxmlformats.org/officeDocument/2006/relationships/image" Target="../media/image817.png"/><Relationship Id="rId136" Type="http://schemas.openxmlformats.org/officeDocument/2006/relationships/image" Target="../media/image865.png"/><Relationship Id="rId178" Type="http://schemas.openxmlformats.org/officeDocument/2006/relationships/image" Target="../media/image886.png"/><Relationship Id="rId301" Type="http://schemas.openxmlformats.org/officeDocument/2006/relationships/customXml" Target="../ink/ink947.xml"/><Relationship Id="rId343" Type="http://schemas.openxmlformats.org/officeDocument/2006/relationships/image" Target="../media/image968.png"/><Relationship Id="rId82" Type="http://schemas.openxmlformats.org/officeDocument/2006/relationships/image" Target="../media/image838.png"/><Relationship Id="rId203" Type="http://schemas.openxmlformats.org/officeDocument/2006/relationships/customXml" Target="../ink/ink898.xml"/><Relationship Id="rId385" Type="http://schemas.openxmlformats.org/officeDocument/2006/relationships/image" Target="../media/image989.png"/><Relationship Id="rId245" Type="http://schemas.openxmlformats.org/officeDocument/2006/relationships/customXml" Target="../ink/ink919.xml"/><Relationship Id="rId287" Type="http://schemas.openxmlformats.org/officeDocument/2006/relationships/customXml" Target="../ink/ink940.xml"/><Relationship Id="rId410" Type="http://schemas.openxmlformats.org/officeDocument/2006/relationships/customXml" Target="../ink/ink1002.xml"/><Relationship Id="rId452" Type="http://schemas.openxmlformats.org/officeDocument/2006/relationships/image" Target="../media/image1022.png"/><Relationship Id="rId494" Type="http://schemas.openxmlformats.org/officeDocument/2006/relationships/image" Target="../media/image1043.png"/><Relationship Id="rId508" Type="http://schemas.openxmlformats.org/officeDocument/2006/relationships/image" Target="../media/image1050.png"/><Relationship Id="rId105" Type="http://schemas.openxmlformats.org/officeDocument/2006/relationships/customXml" Target="../ink/ink849.xml"/><Relationship Id="rId147" Type="http://schemas.openxmlformats.org/officeDocument/2006/relationships/customXml" Target="../ink/ink870.xml"/><Relationship Id="rId312" Type="http://schemas.openxmlformats.org/officeDocument/2006/relationships/image" Target="../media/image953.png"/><Relationship Id="rId354" Type="http://schemas.openxmlformats.org/officeDocument/2006/relationships/customXml" Target="../ink/ink974.xml"/><Relationship Id="rId51" Type="http://schemas.openxmlformats.org/officeDocument/2006/relationships/customXml" Target="../ink/ink822.xml"/><Relationship Id="rId93" Type="http://schemas.openxmlformats.org/officeDocument/2006/relationships/customXml" Target="../ink/ink843.xml"/><Relationship Id="rId189" Type="http://schemas.openxmlformats.org/officeDocument/2006/relationships/customXml" Target="../ink/ink891.xml"/><Relationship Id="rId396" Type="http://schemas.openxmlformats.org/officeDocument/2006/relationships/customXml" Target="../ink/ink995.xml"/><Relationship Id="rId214" Type="http://schemas.openxmlformats.org/officeDocument/2006/relationships/image" Target="../media/image904.png"/><Relationship Id="rId256" Type="http://schemas.openxmlformats.org/officeDocument/2006/relationships/image" Target="../media/image925.png"/><Relationship Id="rId298" Type="http://schemas.openxmlformats.org/officeDocument/2006/relationships/image" Target="../media/image946.png"/><Relationship Id="rId421" Type="http://schemas.openxmlformats.org/officeDocument/2006/relationships/image" Target="../media/image1007.png"/><Relationship Id="rId463" Type="http://schemas.openxmlformats.org/officeDocument/2006/relationships/customXml" Target="../ink/ink1029.xml"/><Relationship Id="rId519" Type="http://schemas.openxmlformats.org/officeDocument/2006/relationships/customXml" Target="../ink/ink1057.xml"/><Relationship Id="rId116" Type="http://schemas.openxmlformats.org/officeDocument/2006/relationships/image" Target="../media/image855.png"/><Relationship Id="rId158" Type="http://schemas.openxmlformats.org/officeDocument/2006/relationships/image" Target="../media/image876.png"/><Relationship Id="rId323" Type="http://schemas.openxmlformats.org/officeDocument/2006/relationships/customXml" Target="../ink/ink958.xml"/><Relationship Id="rId20" Type="http://schemas.openxmlformats.org/officeDocument/2006/relationships/image" Target="../media/image807.png"/><Relationship Id="rId62" Type="http://schemas.openxmlformats.org/officeDocument/2006/relationships/image" Target="../media/image828.png"/><Relationship Id="rId365" Type="http://schemas.openxmlformats.org/officeDocument/2006/relationships/image" Target="../media/image979.png"/><Relationship Id="rId225" Type="http://schemas.openxmlformats.org/officeDocument/2006/relationships/customXml" Target="../ink/ink909.xml"/><Relationship Id="rId267" Type="http://schemas.openxmlformats.org/officeDocument/2006/relationships/customXml" Target="../ink/ink930.xml"/><Relationship Id="rId432" Type="http://schemas.openxmlformats.org/officeDocument/2006/relationships/image" Target="../media/image1012.png"/><Relationship Id="rId474" Type="http://schemas.openxmlformats.org/officeDocument/2006/relationships/image" Target="../media/image1033.png"/><Relationship Id="rId127" Type="http://schemas.openxmlformats.org/officeDocument/2006/relationships/customXml" Target="../ink/ink860.xml"/><Relationship Id="rId31" Type="http://schemas.openxmlformats.org/officeDocument/2006/relationships/customXml" Target="../ink/ink812.xml"/><Relationship Id="rId73" Type="http://schemas.openxmlformats.org/officeDocument/2006/relationships/customXml" Target="../ink/ink833.xml"/><Relationship Id="rId169" Type="http://schemas.openxmlformats.org/officeDocument/2006/relationships/customXml" Target="../ink/ink881.xml"/><Relationship Id="rId334" Type="http://schemas.openxmlformats.org/officeDocument/2006/relationships/customXml" Target="../ink/ink964.xml"/><Relationship Id="rId376" Type="http://schemas.openxmlformats.org/officeDocument/2006/relationships/customXml" Target="../ink/ink985.xml"/><Relationship Id="rId4" Type="http://schemas.openxmlformats.org/officeDocument/2006/relationships/image" Target="../media/image799.png"/><Relationship Id="rId180" Type="http://schemas.openxmlformats.org/officeDocument/2006/relationships/image" Target="../media/image887.png"/><Relationship Id="rId236" Type="http://schemas.openxmlformats.org/officeDocument/2006/relationships/image" Target="../media/image915.png"/><Relationship Id="rId278" Type="http://schemas.openxmlformats.org/officeDocument/2006/relationships/image" Target="../media/image936.png"/><Relationship Id="rId401" Type="http://schemas.openxmlformats.org/officeDocument/2006/relationships/image" Target="../media/image997.png"/><Relationship Id="rId443" Type="http://schemas.openxmlformats.org/officeDocument/2006/relationships/customXml" Target="../ink/ink1019.xml"/><Relationship Id="rId303" Type="http://schemas.openxmlformats.org/officeDocument/2006/relationships/customXml" Target="../ink/ink948.xml"/><Relationship Id="rId485" Type="http://schemas.openxmlformats.org/officeDocument/2006/relationships/customXml" Target="../ink/ink1040.xml"/><Relationship Id="rId42" Type="http://schemas.openxmlformats.org/officeDocument/2006/relationships/image" Target="../media/image818.png"/><Relationship Id="rId84" Type="http://schemas.openxmlformats.org/officeDocument/2006/relationships/image" Target="../media/image839.png"/><Relationship Id="rId138" Type="http://schemas.openxmlformats.org/officeDocument/2006/relationships/image" Target="../media/image866.png"/><Relationship Id="rId345" Type="http://schemas.openxmlformats.org/officeDocument/2006/relationships/image" Target="../media/image969.png"/><Relationship Id="rId387" Type="http://schemas.openxmlformats.org/officeDocument/2006/relationships/image" Target="../media/image990.png"/><Relationship Id="rId510" Type="http://schemas.openxmlformats.org/officeDocument/2006/relationships/image" Target="../media/image1051.png"/><Relationship Id="rId191" Type="http://schemas.openxmlformats.org/officeDocument/2006/relationships/customXml" Target="../ink/ink892.xml"/><Relationship Id="rId205" Type="http://schemas.openxmlformats.org/officeDocument/2006/relationships/customXml" Target="../ink/ink899.xml"/><Relationship Id="rId247" Type="http://schemas.openxmlformats.org/officeDocument/2006/relationships/customXml" Target="../ink/ink920.xml"/><Relationship Id="rId412" Type="http://schemas.openxmlformats.org/officeDocument/2006/relationships/customXml" Target="../ink/ink1003.xml"/><Relationship Id="rId107" Type="http://schemas.openxmlformats.org/officeDocument/2006/relationships/customXml" Target="../ink/ink850.xml"/><Relationship Id="rId289" Type="http://schemas.openxmlformats.org/officeDocument/2006/relationships/customXml" Target="../ink/ink941.xml"/><Relationship Id="rId454" Type="http://schemas.openxmlformats.org/officeDocument/2006/relationships/image" Target="../media/image1023.png"/><Relationship Id="rId496" Type="http://schemas.openxmlformats.org/officeDocument/2006/relationships/image" Target="../media/image1044.png"/><Relationship Id="rId11" Type="http://schemas.openxmlformats.org/officeDocument/2006/relationships/customXml" Target="../ink/ink802.xml"/><Relationship Id="rId53" Type="http://schemas.openxmlformats.org/officeDocument/2006/relationships/customXml" Target="../ink/ink823.xml"/><Relationship Id="rId149" Type="http://schemas.openxmlformats.org/officeDocument/2006/relationships/customXml" Target="../ink/ink871.xml"/><Relationship Id="rId314" Type="http://schemas.openxmlformats.org/officeDocument/2006/relationships/image" Target="../media/image954.png"/><Relationship Id="rId356" Type="http://schemas.openxmlformats.org/officeDocument/2006/relationships/customXml" Target="../ink/ink975.xml"/><Relationship Id="rId398" Type="http://schemas.openxmlformats.org/officeDocument/2006/relationships/customXml" Target="../ink/ink996.xml"/><Relationship Id="rId521" Type="http://schemas.openxmlformats.org/officeDocument/2006/relationships/customXml" Target="../ink/ink1058.xml"/><Relationship Id="rId95" Type="http://schemas.openxmlformats.org/officeDocument/2006/relationships/customXml" Target="../ink/ink844.xml"/><Relationship Id="rId160" Type="http://schemas.openxmlformats.org/officeDocument/2006/relationships/image" Target="../media/image877.png"/><Relationship Id="rId216" Type="http://schemas.openxmlformats.org/officeDocument/2006/relationships/image" Target="../media/image905.png"/><Relationship Id="rId423" Type="http://schemas.openxmlformats.org/officeDocument/2006/relationships/customXml" Target="../ink/ink1009.xml"/><Relationship Id="rId258" Type="http://schemas.openxmlformats.org/officeDocument/2006/relationships/image" Target="../media/image926.png"/><Relationship Id="rId465" Type="http://schemas.openxmlformats.org/officeDocument/2006/relationships/customXml" Target="../ink/ink1030.xml"/><Relationship Id="rId22" Type="http://schemas.openxmlformats.org/officeDocument/2006/relationships/image" Target="../media/image808.png"/><Relationship Id="rId64" Type="http://schemas.openxmlformats.org/officeDocument/2006/relationships/image" Target="../media/image829.png"/><Relationship Id="rId118" Type="http://schemas.openxmlformats.org/officeDocument/2006/relationships/image" Target="../media/image856.png"/><Relationship Id="rId325" Type="http://schemas.openxmlformats.org/officeDocument/2006/relationships/customXml" Target="../ink/ink959.xml"/><Relationship Id="rId367" Type="http://schemas.openxmlformats.org/officeDocument/2006/relationships/image" Target="../media/image980.png"/><Relationship Id="rId171" Type="http://schemas.openxmlformats.org/officeDocument/2006/relationships/customXml" Target="../ink/ink882.xml"/><Relationship Id="rId227" Type="http://schemas.openxmlformats.org/officeDocument/2006/relationships/customXml" Target="../ink/ink910.xml"/><Relationship Id="rId269" Type="http://schemas.openxmlformats.org/officeDocument/2006/relationships/customXml" Target="../ink/ink931.xml"/><Relationship Id="rId434" Type="http://schemas.openxmlformats.org/officeDocument/2006/relationships/image" Target="../media/image1013.png"/><Relationship Id="rId476" Type="http://schemas.openxmlformats.org/officeDocument/2006/relationships/image" Target="../media/image1034.png"/><Relationship Id="rId33" Type="http://schemas.openxmlformats.org/officeDocument/2006/relationships/customXml" Target="../ink/ink813.xml"/><Relationship Id="rId129" Type="http://schemas.openxmlformats.org/officeDocument/2006/relationships/customXml" Target="../ink/ink861.xml"/><Relationship Id="rId280" Type="http://schemas.openxmlformats.org/officeDocument/2006/relationships/image" Target="../media/image937.png"/><Relationship Id="rId336" Type="http://schemas.openxmlformats.org/officeDocument/2006/relationships/customXml" Target="../ink/ink965.xml"/><Relationship Id="rId501" Type="http://schemas.openxmlformats.org/officeDocument/2006/relationships/customXml" Target="../ink/ink1048.xml"/><Relationship Id="rId75" Type="http://schemas.openxmlformats.org/officeDocument/2006/relationships/customXml" Target="../ink/ink834.xml"/><Relationship Id="rId140" Type="http://schemas.openxmlformats.org/officeDocument/2006/relationships/image" Target="../media/image867.png"/><Relationship Id="rId182" Type="http://schemas.openxmlformats.org/officeDocument/2006/relationships/image" Target="../media/image888.png"/><Relationship Id="rId378" Type="http://schemas.openxmlformats.org/officeDocument/2006/relationships/customXml" Target="../ink/ink986.xml"/><Relationship Id="rId403" Type="http://schemas.openxmlformats.org/officeDocument/2006/relationships/image" Target="../media/image998.png"/><Relationship Id="rId6" Type="http://schemas.openxmlformats.org/officeDocument/2006/relationships/image" Target="../media/image800.png"/><Relationship Id="rId238" Type="http://schemas.openxmlformats.org/officeDocument/2006/relationships/image" Target="../media/image916.png"/><Relationship Id="rId445" Type="http://schemas.openxmlformats.org/officeDocument/2006/relationships/customXml" Target="../ink/ink1020.xml"/><Relationship Id="rId487" Type="http://schemas.openxmlformats.org/officeDocument/2006/relationships/customXml" Target="../ink/ink1041.xml"/><Relationship Id="rId291" Type="http://schemas.openxmlformats.org/officeDocument/2006/relationships/customXml" Target="../ink/ink942.xml"/><Relationship Id="rId305" Type="http://schemas.openxmlformats.org/officeDocument/2006/relationships/customXml" Target="../ink/ink949.xml"/><Relationship Id="rId347" Type="http://schemas.openxmlformats.org/officeDocument/2006/relationships/image" Target="../media/image970.png"/><Relationship Id="rId512" Type="http://schemas.openxmlformats.org/officeDocument/2006/relationships/image" Target="../media/image1052.png"/><Relationship Id="rId44" Type="http://schemas.openxmlformats.org/officeDocument/2006/relationships/image" Target="../media/image819.png"/><Relationship Id="rId86" Type="http://schemas.openxmlformats.org/officeDocument/2006/relationships/image" Target="../media/image840.png"/><Relationship Id="rId151" Type="http://schemas.openxmlformats.org/officeDocument/2006/relationships/customXml" Target="../ink/ink872.xml"/><Relationship Id="rId389" Type="http://schemas.openxmlformats.org/officeDocument/2006/relationships/image" Target="../media/image991.png"/><Relationship Id="rId193" Type="http://schemas.openxmlformats.org/officeDocument/2006/relationships/customXml" Target="../ink/ink893.xml"/><Relationship Id="rId207" Type="http://schemas.openxmlformats.org/officeDocument/2006/relationships/customXml" Target="../ink/ink900.xml"/><Relationship Id="rId249" Type="http://schemas.openxmlformats.org/officeDocument/2006/relationships/customXml" Target="../ink/ink921.xml"/><Relationship Id="rId414" Type="http://schemas.openxmlformats.org/officeDocument/2006/relationships/customXml" Target="../ink/ink1004.xml"/><Relationship Id="rId456" Type="http://schemas.openxmlformats.org/officeDocument/2006/relationships/image" Target="../media/image1024.png"/><Relationship Id="rId498" Type="http://schemas.openxmlformats.org/officeDocument/2006/relationships/image" Target="../media/image1045.png"/><Relationship Id="rId13" Type="http://schemas.openxmlformats.org/officeDocument/2006/relationships/customXml" Target="../ink/ink803.xml"/><Relationship Id="rId109" Type="http://schemas.openxmlformats.org/officeDocument/2006/relationships/customXml" Target="../ink/ink851.xml"/><Relationship Id="rId260" Type="http://schemas.openxmlformats.org/officeDocument/2006/relationships/image" Target="../media/image927.png"/><Relationship Id="rId316" Type="http://schemas.openxmlformats.org/officeDocument/2006/relationships/image" Target="../media/image955.png"/><Relationship Id="rId523" Type="http://schemas.openxmlformats.org/officeDocument/2006/relationships/customXml" Target="../ink/ink1059.xml"/><Relationship Id="rId55" Type="http://schemas.openxmlformats.org/officeDocument/2006/relationships/customXml" Target="../ink/ink824.xml"/><Relationship Id="rId97" Type="http://schemas.openxmlformats.org/officeDocument/2006/relationships/customXml" Target="../ink/ink845.xml"/><Relationship Id="rId120" Type="http://schemas.openxmlformats.org/officeDocument/2006/relationships/image" Target="../media/image857.png"/><Relationship Id="rId358" Type="http://schemas.openxmlformats.org/officeDocument/2006/relationships/customXml" Target="../ink/ink976.xml"/><Relationship Id="rId162" Type="http://schemas.openxmlformats.org/officeDocument/2006/relationships/image" Target="../media/image878.png"/><Relationship Id="rId218" Type="http://schemas.openxmlformats.org/officeDocument/2006/relationships/image" Target="../media/image906.png"/><Relationship Id="rId425" Type="http://schemas.openxmlformats.org/officeDocument/2006/relationships/customXml" Target="../ink/ink1010.xml"/><Relationship Id="rId467" Type="http://schemas.openxmlformats.org/officeDocument/2006/relationships/customXml" Target="../ink/ink1031.xml"/><Relationship Id="rId271" Type="http://schemas.openxmlformats.org/officeDocument/2006/relationships/customXml" Target="../ink/ink932.xml"/><Relationship Id="rId24" Type="http://schemas.openxmlformats.org/officeDocument/2006/relationships/image" Target="../media/image809.png"/><Relationship Id="rId66" Type="http://schemas.openxmlformats.org/officeDocument/2006/relationships/image" Target="../media/image830.png"/><Relationship Id="rId131" Type="http://schemas.openxmlformats.org/officeDocument/2006/relationships/customXml" Target="../ink/ink862.xml"/><Relationship Id="rId327" Type="http://schemas.openxmlformats.org/officeDocument/2006/relationships/customXml" Target="../ink/ink960.xml"/><Relationship Id="rId369" Type="http://schemas.openxmlformats.org/officeDocument/2006/relationships/image" Target="../media/image981.png"/><Relationship Id="rId173" Type="http://schemas.openxmlformats.org/officeDocument/2006/relationships/customXml" Target="../ink/ink883.xml"/><Relationship Id="rId229" Type="http://schemas.openxmlformats.org/officeDocument/2006/relationships/customXml" Target="../ink/ink911.xml"/><Relationship Id="rId380" Type="http://schemas.openxmlformats.org/officeDocument/2006/relationships/customXml" Target="../ink/ink987.xml"/><Relationship Id="rId436" Type="http://schemas.openxmlformats.org/officeDocument/2006/relationships/image" Target="../media/image1014.png"/><Relationship Id="rId240" Type="http://schemas.openxmlformats.org/officeDocument/2006/relationships/image" Target="../media/image917.png"/><Relationship Id="rId478" Type="http://schemas.openxmlformats.org/officeDocument/2006/relationships/image" Target="../media/image1035.png"/><Relationship Id="rId35" Type="http://schemas.openxmlformats.org/officeDocument/2006/relationships/customXml" Target="../ink/ink814.xml"/><Relationship Id="rId77" Type="http://schemas.openxmlformats.org/officeDocument/2006/relationships/customXml" Target="../ink/ink835.xml"/><Relationship Id="rId100" Type="http://schemas.openxmlformats.org/officeDocument/2006/relationships/image" Target="../media/image847.png"/><Relationship Id="rId282" Type="http://schemas.openxmlformats.org/officeDocument/2006/relationships/image" Target="../media/image938.png"/><Relationship Id="rId338" Type="http://schemas.openxmlformats.org/officeDocument/2006/relationships/customXml" Target="../ink/ink966.xml"/><Relationship Id="rId503" Type="http://schemas.openxmlformats.org/officeDocument/2006/relationships/customXml" Target="../ink/ink1049.xml"/><Relationship Id="rId8" Type="http://schemas.openxmlformats.org/officeDocument/2006/relationships/image" Target="../media/image801.png"/><Relationship Id="rId142" Type="http://schemas.openxmlformats.org/officeDocument/2006/relationships/image" Target="../media/image868.png"/><Relationship Id="rId184" Type="http://schemas.openxmlformats.org/officeDocument/2006/relationships/image" Target="../media/image889.png"/><Relationship Id="rId391" Type="http://schemas.openxmlformats.org/officeDocument/2006/relationships/image" Target="../media/image992.png"/><Relationship Id="rId405" Type="http://schemas.openxmlformats.org/officeDocument/2006/relationships/image" Target="../media/image999.png"/><Relationship Id="rId447" Type="http://schemas.openxmlformats.org/officeDocument/2006/relationships/customXml" Target="../ink/ink1021.xml"/><Relationship Id="rId251" Type="http://schemas.openxmlformats.org/officeDocument/2006/relationships/customXml" Target="../ink/ink922.xml"/><Relationship Id="rId489" Type="http://schemas.openxmlformats.org/officeDocument/2006/relationships/customXml" Target="../ink/ink1042.xml"/><Relationship Id="rId46" Type="http://schemas.openxmlformats.org/officeDocument/2006/relationships/image" Target="../media/image820.png"/><Relationship Id="rId293" Type="http://schemas.openxmlformats.org/officeDocument/2006/relationships/customXml" Target="../ink/ink943.xml"/><Relationship Id="rId307" Type="http://schemas.openxmlformats.org/officeDocument/2006/relationships/customXml" Target="../ink/ink950.xml"/><Relationship Id="rId349" Type="http://schemas.openxmlformats.org/officeDocument/2006/relationships/image" Target="../media/image971.png"/><Relationship Id="rId514" Type="http://schemas.openxmlformats.org/officeDocument/2006/relationships/image" Target="../media/image1053.png"/><Relationship Id="rId88" Type="http://schemas.openxmlformats.org/officeDocument/2006/relationships/image" Target="../media/image841.png"/><Relationship Id="rId111" Type="http://schemas.openxmlformats.org/officeDocument/2006/relationships/customXml" Target="../ink/ink852.xml"/><Relationship Id="rId153" Type="http://schemas.openxmlformats.org/officeDocument/2006/relationships/customXml" Target="../ink/ink873.xml"/><Relationship Id="rId195" Type="http://schemas.openxmlformats.org/officeDocument/2006/relationships/customXml" Target="../ink/ink894.xml"/><Relationship Id="rId209" Type="http://schemas.openxmlformats.org/officeDocument/2006/relationships/customXml" Target="../ink/ink901.xml"/><Relationship Id="rId360" Type="http://schemas.openxmlformats.org/officeDocument/2006/relationships/customXml" Target="../ink/ink977.xml"/><Relationship Id="rId416" Type="http://schemas.openxmlformats.org/officeDocument/2006/relationships/customXml" Target="../ink/ink1005.xml"/><Relationship Id="rId220" Type="http://schemas.openxmlformats.org/officeDocument/2006/relationships/image" Target="../media/image907.png"/><Relationship Id="rId458" Type="http://schemas.openxmlformats.org/officeDocument/2006/relationships/image" Target="../media/image1025.png"/><Relationship Id="rId15" Type="http://schemas.openxmlformats.org/officeDocument/2006/relationships/customXml" Target="../ink/ink804.xml"/><Relationship Id="rId57" Type="http://schemas.openxmlformats.org/officeDocument/2006/relationships/customXml" Target="../ink/ink825.xml"/><Relationship Id="rId262" Type="http://schemas.openxmlformats.org/officeDocument/2006/relationships/image" Target="../media/image928.png"/><Relationship Id="rId318" Type="http://schemas.openxmlformats.org/officeDocument/2006/relationships/image" Target="../media/image956.png"/><Relationship Id="rId525" Type="http://schemas.openxmlformats.org/officeDocument/2006/relationships/customXml" Target="../ink/ink1060.xml"/><Relationship Id="rId99" Type="http://schemas.openxmlformats.org/officeDocument/2006/relationships/customXml" Target="../ink/ink846.xml"/><Relationship Id="rId122" Type="http://schemas.openxmlformats.org/officeDocument/2006/relationships/image" Target="../media/image858.png"/><Relationship Id="rId164" Type="http://schemas.openxmlformats.org/officeDocument/2006/relationships/image" Target="../media/image879.png"/><Relationship Id="rId371" Type="http://schemas.openxmlformats.org/officeDocument/2006/relationships/image" Target="../media/image982.png"/><Relationship Id="rId427" Type="http://schemas.openxmlformats.org/officeDocument/2006/relationships/customXml" Target="../ink/ink1011.xml"/><Relationship Id="rId469" Type="http://schemas.openxmlformats.org/officeDocument/2006/relationships/customXml" Target="../ink/ink1032.xml"/><Relationship Id="rId26" Type="http://schemas.openxmlformats.org/officeDocument/2006/relationships/image" Target="../media/image810.png"/><Relationship Id="rId231" Type="http://schemas.openxmlformats.org/officeDocument/2006/relationships/customXml" Target="../ink/ink912.xml"/><Relationship Id="rId273" Type="http://schemas.openxmlformats.org/officeDocument/2006/relationships/customXml" Target="../ink/ink933.xml"/><Relationship Id="rId329" Type="http://schemas.openxmlformats.org/officeDocument/2006/relationships/image" Target="../media/image961.png"/><Relationship Id="rId480" Type="http://schemas.openxmlformats.org/officeDocument/2006/relationships/image" Target="../media/image1036.png"/><Relationship Id="rId68" Type="http://schemas.openxmlformats.org/officeDocument/2006/relationships/image" Target="../media/image831.png"/><Relationship Id="rId133" Type="http://schemas.openxmlformats.org/officeDocument/2006/relationships/customXml" Target="../ink/ink863.xml"/><Relationship Id="rId175" Type="http://schemas.openxmlformats.org/officeDocument/2006/relationships/customXml" Target="../ink/ink884.xml"/><Relationship Id="rId340" Type="http://schemas.openxmlformats.org/officeDocument/2006/relationships/customXml" Target="../ink/ink967.xml"/><Relationship Id="rId200" Type="http://schemas.openxmlformats.org/officeDocument/2006/relationships/image" Target="../media/image897.png"/><Relationship Id="rId382" Type="http://schemas.openxmlformats.org/officeDocument/2006/relationships/customXml" Target="../ink/ink988.xml"/><Relationship Id="rId438" Type="http://schemas.openxmlformats.org/officeDocument/2006/relationships/image" Target="../media/image1015.png"/><Relationship Id="rId242" Type="http://schemas.openxmlformats.org/officeDocument/2006/relationships/image" Target="../media/image918.png"/><Relationship Id="rId284" Type="http://schemas.openxmlformats.org/officeDocument/2006/relationships/image" Target="../media/image939.png"/><Relationship Id="rId491" Type="http://schemas.openxmlformats.org/officeDocument/2006/relationships/customXml" Target="../ink/ink1043.xml"/><Relationship Id="rId505" Type="http://schemas.openxmlformats.org/officeDocument/2006/relationships/customXml" Target="../ink/ink1050.xml"/><Relationship Id="rId37" Type="http://schemas.openxmlformats.org/officeDocument/2006/relationships/customXml" Target="../ink/ink815.xml"/><Relationship Id="rId79" Type="http://schemas.openxmlformats.org/officeDocument/2006/relationships/customXml" Target="../ink/ink836.xml"/><Relationship Id="rId102" Type="http://schemas.openxmlformats.org/officeDocument/2006/relationships/image" Target="../media/image848.png"/><Relationship Id="rId144" Type="http://schemas.openxmlformats.org/officeDocument/2006/relationships/image" Target="../media/image869.png"/><Relationship Id="rId90" Type="http://schemas.openxmlformats.org/officeDocument/2006/relationships/image" Target="../media/image842.png"/><Relationship Id="rId186" Type="http://schemas.openxmlformats.org/officeDocument/2006/relationships/image" Target="../media/image890.png"/><Relationship Id="rId351" Type="http://schemas.openxmlformats.org/officeDocument/2006/relationships/image" Target="../media/image972.png"/><Relationship Id="rId393" Type="http://schemas.openxmlformats.org/officeDocument/2006/relationships/image" Target="../media/image993.png"/><Relationship Id="rId407" Type="http://schemas.openxmlformats.org/officeDocument/2006/relationships/image" Target="../media/image1000.png"/><Relationship Id="rId449" Type="http://schemas.openxmlformats.org/officeDocument/2006/relationships/customXml" Target="../ink/ink1022.xml"/><Relationship Id="rId211" Type="http://schemas.openxmlformats.org/officeDocument/2006/relationships/customXml" Target="../ink/ink902.xml"/><Relationship Id="rId253" Type="http://schemas.openxmlformats.org/officeDocument/2006/relationships/customXml" Target="../ink/ink923.xml"/><Relationship Id="rId295" Type="http://schemas.openxmlformats.org/officeDocument/2006/relationships/customXml" Target="../ink/ink944.xml"/><Relationship Id="rId309" Type="http://schemas.openxmlformats.org/officeDocument/2006/relationships/customXml" Target="../ink/ink951.xml"/><Relationship Id="rId460" Type="http://schemas.openxmlformats.org/officeDocument/2006/relationships/image" Target="../media/image1026.png"/><Relationship Id="rId516" Type="http://schemas.openxmlformats.org/officeDocument/2006/relationships/image" Target="../media/image1054.png"/><Relationship Id="rId48" Type="http://schemas.openxmlformats.org/officeDocument/2006/relationships/image" Target="../media/image821.png"/><Relationship Id="rId113" Type="http://schemas.openxmlformats.org/officeDocument/2006/relationships/customXml" Target="../ink/ink853.xml"/><Relationship Id="rId320" Type="http://schemas.openxmlformats.org/officeDocument/2006/relationships/image" Target="../media/image957.png"/><Relationship Id="rId155" Type="http://schemas.openxmlformats.org/officeDocument/2006/relationships/customXml" Target="../ink/ink874.xml"/><Relationship Id="rId197" Type="http://schemas.openxmlformats.org/officeDocument/2006/relationships/customXml" Target="../ink/ink895.xml"/><Relationship Id="rId362" Type="http://schemas.openxmlformats.org/officeDocument/2006/relationships/customXml" Target="../ink/ink978.xml"/><Relationship Id="rId418" Type="http://schemas.openxmlformats.org/officeDocument/2006/relationships/customXml" Target="../ink/ink1006.xml"/><Relationship Id="rId222" Type="http://schemas.openxmlformats.org/officeDocument/2006/relationships/image" Target="../media/image908.png"/><Relationship Id="rId264" Type="http://schemas.openxmlformats.org/officeDocument/2006/relationships/image" Target="../media/image929.png"/><Relationship Id="rId471" Type="http://schemas.openxmlformats.org/officeDocument/2006/relationships/customXml" Target="../ink/ink1033.xml"/><Relationship Id="rId17" Type="http://schemas.openxmlformats.org/officeDocument/2006/relationships/customXml" Target="../ink/ink805.xml"/><Relationship Id="rId59" Type="http://schemas.openxmlformats.org/officeDocument/2006/relationships/customXml" Target="../ink/ink826.xml"/><Relationship Id="rId124" Type="http://schemas.openxmlformats.org/officeDocument/2006/relationships/image" Target="../media/image859.png"/><Relationship Id="rId70" Type="http://schemas.openxmlformats.org/officeDocument/2006/relationships/image" Target="../media/image832.png"/><Relationship Id="rId166" Type="http://schemas.openxmlformats.org/officeDocument/2006/relationships/image" Target="../media/image880.png"/><Relationship Id="rId331" Type="http://schemas.openxmlformats.org/officeDocument/2006/relationships/image" Target="../media/image962.png"/><Relationship Id="rId373" Type="http://schemas.openxmlformats.org/officeDocument/2006/relationships/image" Target="../media/image983.png"/><Relationship Id="rId429" Type="http://schemas.openxmlformats.org/officeDocument/2006/relationships/customXml" Target="../ink/ink1012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913.xml"/><Relationship Id="rId440" Type="http://schemas.openxmlformats.org/officeDocument/2006/relationships/image" Target="../media/image1016.png"/><Relationship Id="rId28" Type="http://schemas.openxmlformats.org/officeDocument/2006/relationships/image" Target="../media/image811.png"/><Relationship Id="rId275" Type="http://schemas.openxmlformats.org/officeDocument/2006/relationships/customXml" Target="../ink/ink934.xml"/><Relationship Id="rId300" Type="http://schemas.openxmlformats.org/officeDocument/2006/relationships/image" Target="../media/image947.png"/><Relationship Id="rId482" Type="http://schemas.openxmlformats.org/officeDocument/2006/relationships/image" Target="../media/image1037.png"/><Relationship Id="rId81" Type="http://schemas.openxmlformats.org/officeDocument/2006/relationships/customXml" Target="../ink/ink837.xml"/><Relationship Id="rId135" Type="http://schemas.openxmlformats.org/officeDocument/2006/relationships/customXml" Target="../ink/ink864.xml"/><Relationship Id="rId177" Type="http://schemas.openxmlformats.org/officeDocument/2006/relationships/customXml" Target="../ink/ink885.xml"/><Relationship Id="rId342" Type="http://schemas.openxmlformats.org/officeDocument/2006/relationships/customXml" Target="../ink/ink968.xml"/><Relationship Id="rId384" Type="http://schemas.openxmlformats.org/officeDocument/2006/relationships/customXml" Target="../ink/ink989.xml"/><Relationship Id="rId202" Type="http://schemas.openxmlformats.org/officeDocument/2006/relationships/image" Target="../media/image898.png"/><Relationship Id="rId244" Type="http://schemas.openxmlformats.org/officeDocument/2006/relationships/image" Target="../media/image919.png"/><Relationship Id="rId39" Type="http://schemas.openxmlformats.org/officeDocument/2006/relationships/customXml" Target="../ink/ink816.xml"/><Relationship Id="rId286" Type="http://schemas.openxmlformats.org/officeDocument/2006/relationships/image" Target="../media/image940.png"/><Relationship Id="rId451" Type="http://schemas.openxmlformats.org/officeDocument/2006/relationships/customXml" Target="../ink/ink1023.xml"/><Relationship Id="rId493" Type="http://schemas.openxmlformats.org/officeDocument/2006/relationships/customXml" Target="../ink/ink1044.xml"/><Relationship Id="rId507" Type="http://schemas.openxmlformats.org/officeDocument/2006/relationships/customXml" Target="../ink/ink1051.xml"/><Relationship Id="rId50" Type="http://schemas.openxmlformats.org/officeDocument/2006/relationships/image" Target="../media/image822.png"/><Relationship Id="rId104" Type="http://schemas.openxmlformats.org/officeDocument/2006/relationships/image" Target="../media/image849.png"/><Relationship Id="rId146" Type="http://schemas.openxmlformats.org/officeDocument/2006/relationships/image" Target="../media/image870.png"/><Relationship Id="rId188" Type="http://schemas.openxmlformats.org/officeDocument/2006/relationships/image" Target="../media/image891.png"/><Relationship Id="rId311" Type="http://schemas.openxmlformats.org/officeDocument/2006/relationships/customXml" Target="../ink/ink952.xml"/><Relationship Id="rId353" Type="http://schemas.openxmlformats.org/officeDocument/2006/relationships/image" Target="../media/image973.png"/><Relationship Id="rId395" Type="http://schemas.openxmlformats.org/officeDocument/2006/relationships/image" Target="../media/image994.png"/><Relationship Id="rId409" Type="http://schemas.openxmlformats.org/officeDocument/2006/relationships/image" Target="../media/image1001.png"/><Relationship Id="rId92" Type="http://schemas.openxmlformats.org/officeDocument/2006/relationships/image" Target="../media/image843.png"/><Relationship Id="rId213" Type="http://schemas.openxmlformats.org/officeDocument/2006/relationships/customXml" Target="../ink/ink903.xml"/><Relationship Id="rId420" Type="http://schemas.openxmlformats.org/officeDocument/2006/relationships/customXml" Target="../ink/ink1007.xml"/><Relationship Id="rId255" Type="http://schemas.openxmlformats.org/officeDocument/2006/relationships/customXml" Target="../ink/ink924.xml"/><Relationship Id="rId297" Type="http://schemas.openxmlformats.org/officeDocument/2006/relationships/customXml" Target="../ink/ink945.xml"/><Relationship Id="rId462" Type="http://schemas.openxmlformats.org/officeDocument/2006/relationships/image" Target="../media/image1027.png"/><Relationship Id="rId518" Type="http://schemas.openxmlformats.org/officeDocument/2006/relationships/image" Target="../media/image1055.png"/><Relationship Id="rId115" Type="http://schemas.openxmlformats.org/officeDocument/2006/relationships/customXml" Target="../ink/ink854.xml"/><Relationship Id="rId157" Type="http://schemas.openxmlformats.org/officeDocument/2006/relationships/customXml" Target="../ink/ink875.xml"/><Relationship Id="rId322" Type="http://schemas.openxmlformats.org/officeDocument/2006/relationships/image" Target="../media/image958.png"/><Relationship Id="rId364" Type="http://schemas.openxmlformats.org/officeDocument/2006/relationships/customXml" Target="../ink/ink979.xml"/><Relationship Id="rId61" Type="http://schemas.openxmlformats.org/officeDocument/2006/relationships/customXml" Target="../ink/ink827.xml"/><Relationship Id="rId199" Type="http://schemas.openxmlformats.org/officeDocument/2006/relationships/customXml" Target="../ink/ink896.xml"/><Relationship Id="rId19" Type="http://schemas.openxmlformats.org/officeDocument/2006/relationships/customXml" Target="../ink/ink806.xml"/><Relationship Id="rId224" Type="http://schemas.openxmlformats.org/officeDocument/2006/relationships/image" Target="../media/image909.png"/><Relationship Id="rId266" Type="http://schemas.openxmlformats.org/officeDocument/2006/relationships/image" Target="../media/image930.png"/><Relationship Id="rId431" Type="http://schemas.openxmlformats.org/officeDocument/2006/relationships/customXml" Target="../ink/ink1013.xml"/><Relationship Id="rId473" Type="http://schemas.openxmlformats.org/officeDocument/2006/relationships/customXml" Target="../ink/ink1034.xml"/><Relationship Id="rId30" Type="http://schemas.openxmlformats.org/officeDocument/2006/relationships/image" Target="../media/image812.png"/><Relationship Id="rId126" Type="http://schemas.openxmlformats.org/officeDocument/2006/relationships/image" Target="../media/image860.png"/><Relationship Id="rId168" Type="http://schemas.openxmlformats.org/officeDocument/2006/relationships/image" Target="../media/image881.png"/><Relationship Id="rId333" Type="http://schemas.openxmlformats.org/officeDocument/2006/relationships/image" Target="../media/image963.png"/><Relationship Id="rId72" Type="http://schemas.openxmlformats.org/officeDocument/2006/relationships/image" Target="../media/image833.png"/><Relationship Id="rId375" Type="http://schemas.openxmlformats.org/officeDocument/2006/relationships/image" Target="../media/image984.png"/><Relationship Id="rId3" Type="http://schemas.openxmlformats.org/officeDocument/2006/relationships/customXml" Target="../ink/ink798.xml"/><Relationship Id="rId235" Type="http://schemas.openxmlformats.org/officeDocument/2006/relationships/customXml" Target="../ink/ink914.xml"/><Relationship Id="rId277" Type="http://schemas.openxmlformats.org/officeDocument/2006/relationships/customXml" Target="../ink/ink935.xml"/><Relationship Id="rId400" Type="http://schemas.openxmlformats.org/officeDocument/2006/relationships/customXml" Target="../ink/ink997.xml"/><Relationship Id="rId442" Type="http://schemas.openxmlformats.org/officeDocument/2006/relationships/image" Target="../media/image1017.png"/><Relationship Id="rId484" Type="http://schemas.openxmlformats.org/officeDocument/2006/relationships/image" Target="../media/image1038.png"/><Relationship Id="rId137" Type="http://schemas.openxmlformats.org/officeDocument/2006/relationships/customXml" Target="../ink/ink865.xml"/><Relationship Id="rId302" Type="http://schemas.openxmlformats.org/officeDocument/2006/relationships/image" Target="../media/image948.png"/><Relationship Id="rId344" Type="http://schemas.openxmlformats.org/officeDocument/2006/relationships/customXml" Target="../ink/ink969.xml"/><Relationship Id="rId41" Type="http://schemas.openxmlformats.org/officeDocument/2006/relationships/customXml" Target="../ink/ink817.xml"/><Relationship Id="rId83" Type="http://schemas.openxmlformats.org/officeDocument/2006/relationships/customXml" Target="../ink/ink838.xml"/><Relationship Id="rId179" Type="http://schemas.openxmlformats.org/officeDocument/2006/relationships/customXml" Target="../ink/ink886.xml"/><Relationship Id="rId386" Type="http://schemas.openxmlformats.org/officeDocument/2006/relationships/customXml" Target="../ink/ink990.xml"/><Relationship Id="rId190" Type="http://schemas.openxmlformats.org/officeDocument/2006/relationships/image" Target="../media/image892.png"/><Relationship Id="rId204" Type="http://schemas.openxmlformats.org/officeDocument/2006/relationships/image" Target="../media/image899.png"/><Relationship Id="rId246" Type="http://schemas.openxmlformats.org/officeDocument/2006/relationships/image" Target="../media/image920.png"/><Relationship Id="rId288" Type="http://schemas.openxmlformats.org/officeDocument/2006/relationships/image" Target="../media/image941.png"/><Relationship Id="rId411" Type="http://schemas.openxmlformats.org/officeDocument/2006/relationships/image" Target="../media/image1002.png"/><Relationship Id="rId453" Type="http://schemas.openxmlformats.org/officeDocument/2006/relationships/customXml" Target="../ink/ink1024.xml"/><Relationship Id="rId509" Type="http://schemas.openxmlformats.org/officeDocument/2006/relationships/customXml" Target="../ink/ink1052.xml"/><Relationship Id="rId106" Type="http://schemas.openxmlformats.org/officeDocument/2006/relationships/image" Target="../media/image850.png"/><Relationship Id="rId313" Type="http://schemas.openxmlformats.org/officeDocument/2006/relationships/customXml" Target="../ink/ink953.xml"/><Relationship Id="rId495" Type="http://schemas.openxmlformats.org/officeDocument/2006/relationships/customXml" Target="../ink/ink1045.xml"/><Relationship Id="rId10" Type="http://schemas.openxmlformats.org/officeDocument/2006/relationships/image" Target="../media/image802.png"/><Relationship Id="rId52" Type="http://schemas.openxmlformats.org/officeDocument/2006/relationships/image" Target="../media/image823.png"/><Relationship Id="rId94" Type="http://schemas.openxmlformats.org/officeDocument/2006/relationships/image" Target="../media/image844.png"/><Relationship Id="rId148" Type="http://schemas.openxmlformats.org/officeDocument/2006/relationships/image" Target="../media/image871.png"/><Relationship Id="rId355" Type="http://schemas.openxmlformats.org/officeDocument/2006/relationships/image" Target="../media/image974.png"/><Relationship Id="rId397" Type="http://schemas.openxmlformats.org/officeDocument/2006/relationships/image" Target="../media/image995.png"/><Relationship Id="rId520" Type="http://schemas.openxmlformats.org/officeDocument/2006/relationships/image" Target="../media/image1056.png"/><Relationship Id="rId215" Type="http://schemas.openxmlformats.org/officeDocument/2006/relationships/customXml" Target="../ink/ink904.xml"/><Relationship Id="rId257" Type="http://schemas.openxmlformats.org/officeDocument/2006/relationships/customXml" Target="../ink/ink925.xml"/><Relationship Id="rId422" Type="http://schemas.openxmlformats.org/officeDocument/2006/relationships/customXml" Target="../ink/ink1008.xml"/><Relationship Id="rId464" Type="http://schemas.openxmlformats.org/officeDocument/2006/relationships/image" Target="../media/image1028.png"/><Relationship Id="rId299" Type="http://schemas.openxmlformats.org/officeDocument/2006/relationships/customXml" Target="../ink/ink946.xml"/><Relationship Id="rId63" Type="http://schemas.openxmlformats.org/officeDocument/2006/relationships/customXml" Target="../ink/ink828.xml"/><Relationship Id="rId159" Type="http://schemas.openxmlformats.org/officeDocument/2006/relationships/customXml" Target="../ink/ink876.xml"/><Relationship Id="rId366" Type="http://schemas.openxmlformats.org/officeDocument/2006/relationships/customXml" Target="../ink/ink980.xml"/><Relationship Id="rId226" Type="http://schemas.openxmlformats.org/officeDocument/2006/relationships/image" Target="../media/image910.png"/><Relationship Id="rId433" Type="http://schemas.openxmlformats.org/officeDocument/2006/relationships/customXml" Target="../ink/ink101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7.png"/><Relationship Id="rId21" Type="http://schemas.openxmlformats.org/officeDocument/2006/relationships/image" Target="../media/image1069.png"/><Relationship Id="rId42" Type="http://schemas.openxmlformats.org/officeDocument/2006/relationships/customXml" Target="../ink/ink1081.xml"/><Relationship Id="rId63" Type="http://schemas.openxmlformats.org/officeDocument/2006/relationships/image" Target="../media/image1090.png"/><Relationship Id="rId84" Type="http://schemas.openxmlformats.org/officeDocument/2006/relationships/customXml" Target="../ink/ink1102.xml"/><Relationship Id="rId138" Type="http://schemas.openxmlformats.org/officeDocument/2006/relationships/customXml" Target="../ink/ink1129.xml"/><Relationship Id="rId107" Type="http://schemas.openxmlformats.org/officeDocument/2006/relationships/image" Target="../media/image1112.png"/><Relationship Id="rId11" Type="http://schemas.openxmlformats.org/officeDocument/2006/relationships/image" Target="../media/image1064.png"/><Relationship Id="rId32" Type="http://schemas.openxmlformats.org/officeDocument/2006/relationships/customXml" Target="../ink/ink1076.xml"/><Relationship Id="rId53" Type="http://schemas.openxmlformats.org/officeDocument/2006/relationships/image" Target="../media/image1085.png"/><Relationship Id="rId74" Type="http://schemas.openxmlformats.org/officeDocument/2006/relationships/customXml" Target="../ink/ink1097.xml"/><Relationship Id="rId128" Type="http://schemas.openxmlformats.org/officeDocument/2006/relationships/customXml" Target="../ink/ink1124.xml"/><Relationship Id="rId149" Type="http://schemas.openxmlformats.org/officeDocument/2006/relationships/image" Target="../media/image1133.png"/><Relationship Id="rId5" Type="http://schemas.openxmlformats.org/officeDocument/2006/relationships/image" Target="../media/image1061.png"/><Relationship Id="rId95" Type="http://schemas.openxmlformats.org/officeDocument/2006/relationships/image" Target="../media/image1106.png"/><Relationship Id="rId22" Type="http://schemas.openxmlformats.org/officeDocument/2006/relationships/customXml" Target="../ink/ink1071.xml"/><Relationship Id="rId43" Type="http://schemas.openxmlformats.org/officeDocument/2006/relationships/image" Target="../media/image1080.png"/><Relationship Id="rId64" Type="http://schemas.openxmlformats.org/officeDocument/2006/relationships/customXml" Target="../ink/ink1092.xml"/><Relationship Id="rId118" Type="http://schemas.openxmlformats.org/officeDocument/2006/relationships/customXml" Target="../ink/ink1119.xml"/><Relationship Id="rId139" Type="http://schemas.openxmlformats.org/officeDocument/2006/relationships/image" Target="../media/image1128.png"/><Relationship Id="rId80" Type="http://schemas.openxmlformats.org/officeDocument/2006/relationships/customXml" Target="../ink/ink1100.xml"/><Relationship Id="rId85" Type="http://schemas.openxmlformats.org/officeDocument/2006/relationships/image" Target="../media/image1101.png"/><Relationship Id="rId150" Type="http://schemas.openxmlformats.org/officeDocument/2006/relationships/customXml" Target="../ink/ink1135.xml"/><Relationship Id="rId155" Type="http://schemas.openxmlformats.org/officeDocument/2006/relationships/image" Target="../media/image1136.png"/><Relationship Id="rId12" Type="http://schemas.openxmlformats.org/officeDocument/2006/relationships/customXml" Target="../ink/ink1066.xml"/><Relationship Id="rId17" Type="http://schemas.openxmlformats.org/officeDocument/2006/relationships/image" Target="../media/image1067.png"/><Relationship Id="rId33" Type="http://schemas.openxmlformats.org/officeDocument/2006/relationships/image" Target="../media/image1075.png"/><Relationship Id="rId38" Type="http://schemas.openxmlformats.org/officeDocument/2006/relationships/customXml" Target="../ink/ink1079.xml"/><Relationship Id="rId59" Type="http://schemas.openxmlformats.org/officeDocument/2006/relationships/image" Target="../media/image1088.png"/><Relationship Id="rId103" Type="http://schemas.openxmlformats.org/officeDocument/2006/relationships/image" Target="../media/image1110.png"/><Relationship Id="rId108" Type="http://schemas.openxmlformats.org/officeDocument/2006/relationships/customXml" Target="../ink/ink1114.xml"/><Relationship Id="rId124" Type="http://schemas.openxmlformats.org/officeDocument/2006/relationships/customXml" Target="../ink/ink1122.xml"/><Relationship Id="rId129" Type="http://schemas.openxmlformats.org/officeDocument/2006/relationships/image" Target="../media/image1123.png"/><Relationship Id="rId54" Type="http://schemas.openxmlformats.org/officeDocument/2006/relationships/customXml" Target="../ink/ink1087.xml"/><Relationship Id="rId70" Type="http://schemas.openxmlformats.org/officeDocument/2006/relationships/customXml" Target="../ink/ink1095.xml"/><Relationship Id="rId75" Type="http://schemas.openxmlformats.org/officeDocument/2006/relationships/image" Target="../media/image1096.png"/><Relationship Id="rId91" Type="http://schemas.openxmlformats.org/officeDocument/2006/relationships/image" Target="../media/image1104.png"/><Relationship Id="rId96" Type="http://schemas.openxmlformats.org/officeDocument/2006/relationships/customXml" Target="../ink/ink1108.xml"/><Relationship Id="rId140" Type="http://schemas.openxmlformats.org/officeDocument/2006/relationships/customXml" Target="../ink/ink1130.xml"/><Relationship Id="rId145" Type="http://schemas.openxmlformats.org/officeDocument/2006/relationships/image" Target="../media/image11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3.xml"/><Relationship Id="rId23" Type="http://schemas.openxmlformats.org/officeDocument/2006/relationships/image" Target="../media/image1070.png"/><Relationship Id="rId28" Type="http://schemas.openxmlformats.org/officeDocument/2006/relationships/customXml" Target="../ink/ink1074.xml"/><Relationship Id="rId49" Type="http://schemas.openxmlformats.org/officeDocument/2006/relationships/image" Target="../media/image1083.png"/><Relationship Id="rId114" Type="http://schemas.openxmlformats.org/officeDocument/2006/relationships/customXml" Target="../ink/ink1117.xml"/><Relationship Id="rId119" Type="http://schemas.openxmlformats.org/officeDocument/2006/relationships/image" Target="../media/image1118.png"/><Relationship Id="rId44" Type="http://schemas.openxmlformats.org/officeDocument/2006/relationships/customXml" Target="../ink/ink1082.xml"/><Relationship Id="rId60" Type="http://schemas.openxmlformats.org/officeDocument/2006/relationships/customXml" Target="../ink/ink1090.xml"/><Relationship Id="rId65" Type="http://schemas.openxmlformats.org/officeDocument/2006/relationships/image" Target="../media/image1091.png"/><Relationship Id="rId81" Type="http://schemas.openxmlformats.org/officeDocument/2006/relationships/image" Target="../media/image1099.png"/><Relationship Id="rId86" Type="http://schemas.openxmlformats.org/officeDocument/2006/relationships/customXml" Target="../ink/ink1103.xml"/><Relationship Id="rId130" Type="http://schemas.openxmlformats.org/officeDocument/2006/relationships/customXml" Target="../ink/ink1125.xml"/><Relationship Id="rId135" Type="http://schemas.openxmlformats.org/officeDocument/2006/relationships/image" Target="../media/image1126.png"/><Relationship Id="rId151" Type="http://schemas.openxmlformats.org/officeDocument/2006/relationships/image" Target="../media/image1134.png"/><Relationship Id="rId156" Type="http://schemas.openxmlformats.org/officeDocument/2006/relationships/customXml" Target="../ink/ink1138.xml"/><Relationship Id="rId13" Type="http://schemas.openxmlformats.org/officeDocument/2006/relationships/image" Target="../media/image1065.png"/><Relationship Id="rId18" Type="http://schemas.openxmlformats.org/officeDocument/2006/relationships/customXml" Target="../ink/ink1069.xml"/><Relationship Id="rId39" Type="http://schemas.openxmlformats.org/officeDocument/2006/relationships/image" Target="../media/image1078.png"/><Relationship Id="rId109" Type="http://schemas.openxmlformats.org/officeDocument/2006/relationships/image" Target="../media/image1113.png"/><Relationship Id="rId34" Type="http://schemas.openxmlformats.org/officeDocument/2006/relationships/customXml" Target="../ink/ink1077.xml"/><Relationship Id="rId50" Type="http://schemas.openxmlformats.org/officeDocument/2006/relationships/customXml" Target="../ink/ink1085.xml"/><Relationship Id="rId55" Type="http://schemas.openxmlformats.org/officeDocument/2006/relationships/image" Target="../media/image1086.png"/><Relationship Id="rId76" Type="http://schemas.openxmlformats.org/officeDocument/2006/relationships/customXml" Target="../ink/ink1098.xml"/><Relationship Id="rId97" Type="http://schemas.openxmlformats.org/officeDocument/2006/relationships/image" Target="../media/image1107.png"/><Relationship Id="rId104" Type="http://schemas.openxmlformats.org/officeDocument/2006/relationships/customXml" Target="../ink/ink1112.xml"/><Relationship Id="rId120" Type="http://schemas.openxmlformats.org/officeDocument/2006/relationships/customXml" Target="../ink/ink1120.xml"/><Relationship Id="rId125" Type="http://schemas.openxmlformats.org/officeDocument/2006/relationships/image" Target="../media/image1121.png"/><Relationship Id="rId141" Type="http://schemas.openxmlformats.org/officeDocument/2006/relationships/image" Target="../media/image1129.png"/><Relationship Id="rId146" Type="http://schemas.openxmlformats.org/officeDocument/2006/relationships/customXml" Target="../ink/ink1133.xml"/><Relationship Id="rId7" Type="http://schemas.openxmlformats.org/officeDocument/2006/relationships/image" Target="../media/image1062.png"/><Relationship Id="rId71" Type="http://schemas.openxmlformats.org/officeDocument/2006/relationships/image" Target="../media/image1094.png"/><Relationship Id="rId92" Type="http://schemas.openxmlformats.org/officeDocument/2006/relationships/customXml" Target="../ink/ink1106.xml"/><Relationship Id="rId2" Type="http://schemas.openxmlformats.org/officeDocument/2006/relationships/customXml" Target="../ink/ink1061.xml"/><Relationship Id="rId29" Type="http://schemas.openxmlformats.org/officeDocument/2006/relationships/image" Target="../media/image1073.png"/><Relationship Id="rId24" Type="http://schemas.openxmlformats.org/officeDocument/2006/relationships/customXml" Target="../ink/ink1072.xml"/><Relationship Id="rId40" Type="http://schemas.openxmlformats.org/officeDocument/2006/relationships/customXml" Target="../ink/ink1080.xml"/><Relationship Id="rId45" Type="http://schemas.openxmlformats.org/officeDocument/2006/relationships/image" Target="../media/image1081.png"/><Relationship Id="rId66" Type="http://schemas.openxmlformats.org/officeDocument/2006/relationships/customXml" Target="../ink/ink1093.xml"/><Relationship Id="rId87" Type="http://schemas.openxmlformats.org/officeDocument/2006/relationships/image" Target="../media/image1102.png"/><Relationship Id="rId110" Type="http://schemas.openxmlformats.org/officeDocument/2006/relationships/customXml" Target="../ink/ink1115.xml"/><Relationship Id="rId115" Type="http://schemas.openxmlformats.org/officeDocument/2006/relationships/image" Target="../media/image1116.png"/><Relationship Id="rId131" Type="http://schemas.openxmlformats.org/officeDocument/2006/relationships/image" Target="../media/image1124.png"/><Relationship Id="rId136" Type="http://schemas.openxmlformats.org/officeDocument/2006/relationships/customXml" Target="../ink/ink1128.xml"/><Relationship Id="rId157" Type="http://schemas.openxmlformats.org/officeDocument/2006/relationships/image" Target="../media/image1137.png"/><Relationship Id="rId61" Type="http://schemas.openxmlformats.org/officeDocument/2006/relationships/image" Target="../media/image1089.png"/><Relationship Id="rId82" Type="http://schemas.openxmlformats.org/officeDocument/2006/relationships/customXml" Target="../ink/ink1101.xml"/><Relationship Id="rId152" Type="http://schemas.openxmlformats.org/officeDocument/2006/relationships/customXml" Target="../ink/ink1136.xml"/><Relationship Id="rId19" Type="http://schemas.openxmlformats.org/officeDocument/2006/relationships/image" Target="../media/image1068.png"/><Relationship Id="rId14" Type="http://schemas.openxmlformats.org/officeDocument/2006/relationships/customXml" Target="../ink/ink1067.xml"/><Relationship Id="rId30" Type="http://schemas.openxmlformats.org/officeDocument/2006/relationships/customXml" Target="../ink/ink1075.xml"/><Relationship Id="rId35" Type="http://schemas.openxmlformats.org/officeDocument/2006/relationships/image" Target="../media/image1076.png"/><Relationship Id="rId56" Type="http://schemas.openxmlformats.org/officeDocument/2006/relationships/customXml" Target="../ink/ink1088.xml"/><Relationship Id="rId77" Type="http://schemas.openxmlformats.org/officeDocument/2006/relationships/image" Target="../media/image1097.png"/><Relationship Id="rId100" Type="http://schemas.openxmlformats.org/officeDocument/2006/relationships/customXml" Target="../ink/ink1110.xml"/><Relationship Id="rId105" Type="http://schemas.openxmlformats.org/officeDocument/2006/relationships/image" Target="../media/image1111.png"/><Relationship Id="rId126" Type="http://schemas.openxmlformats.org/officeDocument/2006/relationships/customXml" Target="../ink/ink1123.xml"/><Relationship Id="rId147" Type="http://schemas.openxmlformats.org/officeDocument/2006/relationships/image" Target="../media/image1132.png"/><Relationship Id="rId8" Type="http://schemas.openxmlformats.org/officeDocument/2006/relationships/customXml" Target="../ink/ink1064.xml"/><Relationship Id="rId51" Type="http://schemas.openxmlformats.org/officeDocument/2006/relationships/image" Target="../media/image1084.png"/><Relationship Id="rId72" Type="http://schemas.openxmlformats.org/officeDocument/2006/relationships/customXml" Target="../ink/ink1096.xml"/><Relationship Id="rId93" Type="http://schemas.openxmlformats.org/officeDocument/2006/relationships/image" Target="../media/image1105.png"/><Relationship Id="rId98" Type="http://schemas.openxmlformats.org/officeDocument/2006/relationships/customXml" Target="../ink/ink1109.xml"/><Relationship Id="rId121" Type="http://schemas.openxmlformats.org/officeDocument/2006/relationships/image" Target="../media/image1119.png"/><Relationship Id="rId142" Type="http://schemas.openxmlformats.org/officeDocument/2006/relationships/customXml" Target="../ink/ink1131.xml"/><Relationship Id="rId3" Type="http://schemas.openxmlformats.org/officeDocument/2006/relationships/image" Target="../media/image1060.png"/><Relationship Id="rId25" Type="http://schemas.openxmlformats.org/officeDocument/2006/relationships/image" Target="../media/image1071.png"/><Relationship Id="rId46" Type="http://schemas.openxmlformats.org/officeDocument/2006/relationships/customXml" Target="../ink/ink1083.xml"/><Relationship Id="rId67" Type="http://schemas.openxmlformats.org/officeDocument/2006/relationships/image" Target="../media/image1092.png"/><Relationship Id="rId116" Type="http://schemas.openxmlformats.org/officeDocument/2006/relationships/customXml" Target="../ink/ink1118.xml"/><Relationship Id="rId137" Type="http://schemas.openxmlformats.org/officeDocument/2006/relationships/image" Target="../media/image1127.png"/><Relationship Id="rId20" Type="http://schemas.openxmlformats.org/officeDocument/2006/relationships/customXml" Target="../ink/ink1070.xml"/><Relationship Id="rId41" Type="http://schemas.openxmlformats.org/officeDocument/2006/relationships/image" Target="../media/image1079.png"/><Relationship Id="rId62" Type="http://schemas.openxmlformats.org/officeDocument/2006/relationships/customXml" Target="../ink/ink1091.xml"/><Relationship Id="rId83" Type="http://schemas.openxmlformats.org/officeDocument/2006/relationships/image" Target="../media/image1100.png"/><Relationship Id="rId88" Type="http://schemas.openxmlformats.org/officeDocument/2006/relationships/customXml" Target="../ink/ink1104.xml"/><Relationship Id="rId111" Type="http://schemas.openxmlformats.org/officeDocument/2006/relationships/image" Target="../media/image1114.png"/><Relationship Id="rId132" Type="http://schemas.openxmlformats.org/officeDocument/2006/relationships/customXml" Target="../ink/ink1126.xml"/><Relationship Id="rId153" Type="http://schemas.openxmlformats.org/officeDocument/2006/relationships/image" Target="../media/image1135.png"/><Relationship Id="rId15" Type="http://schemas.openxmlformats.org/officeDocument/2006/relationships/image" Target="../media/image1066.png"/><Relationship Id="rId36" Type="http://schemas.openxmlformats.org/officeDocument/2006/relationships/customXml" Target="../ink/ink1078.xml"/><Relationship Id="rId57" Type="http://schemas.openxmlformats.org/officeDocument/2006/relationships/image" Target="../media/image1087.png"/><Relationship Id="rId106" Type="http://schemas.openxmlformats.org/officeDocument/2006/relationships/customXml" Target="../ink/ink1113.xml"/><Relationship Id="rId127" Type="http://schemas.openxmlformats.org/officeDocument/2006/relationships/image" Target="../media/image1122.png"/><Relationship Id="rId10" Type="http://schemas.openxmlformats.org/officeDocument/2006/relationships/customXml" Target="../ink/ink1065.xml"/><Relationship Id="rId31" Type="http://schemas.openxmlformats.org/officeDocument/2006/relationships/image" Target="../media/image1074.png"/><Relationship Id="rId52" Type="http://schemas.openxmlformats.org/officeDocument/2006/relationships/customXml" Target="../ink/ink1086.xml"/><Relationship Id="rId73" Type="http://schemas.openxmlformats.org/officeDocument/2006/relationships/image" Target="../media/image1095.png"/><Relationship Id="rId78" Type="http://schemas.openxmlformats.org/officeDocument/2006/relationships/customXml" Target="../ink/ink1099.xml"/><Relationship Id="rId94" Type="http://schemas.openxmlformats.org/officeDocument/2006/relationships/customXml" Target="../ink/ink1107.xml"/><Relationship Id="rId99" Type="http://schemas.openxmlformats.org/officeDocument/2006/relationships/image" Target="../media/image1108.png"/><Relationship Id="rId101" Type="http://schemas.openxmlformats.org/officeDocument/2006/relationships/image" Target="../media/image1109.png"/><Relationship Id="rId122" Type="http://schemas.openxmlformats.org/officeDocument/2006/relationships/customXml" Target="../ink/ink1121.xml"/><Relationship Id="rId143" Type="http://schemas.openxmlformats.org/officeDocument/2006/relationships/image" Target="../media/image1130.png"/><Relationship Id="rId148" Type="http://schemas.openxmlformats.org/officeDocument/2006/relationships/customXml" Target="../ink/ink1134.xml"/><Relationship Id="rId4" Type="http://schemas.openxmlformats.org/officeDocument/2006/relationships/customXml" Target="../ink/ink1062.xml"/><Relationship Id="rId9" Type="http://schemas.openxmlformats.org/officeDocument/2006/relationships/image" Target="../media/image1063.png"/><Relationship Id="rId26" Type="http://schemas.openxmlformats.org/officeDocument/2006/relationships/customXml" Target="../ink/ink1073.xml"/><Relationship Id="rId47" Type="http://schemas.openxmlformats.org/officeDocument/2006/relationships/image" Target="../media/image1082.png"/><Relationship Id="rId68" Type="http://schemas.openxmlformats.org/officeDocument/2006/relationships/customXml" Target="../ink/ink1094.xml"/><Relationship Id="rId89" Type="http://schemas.openxmlformats.org/officeDocument/2006/relationships/image" Target="../media/image1103.png"/><Relationship Id="rId112" Type="http://schemas.openxmlformats.org/officeDocument/2006/relationships/customXml" Target="../ink/ink1116.xml"/><Relationship Id="rId133" Type="http://schemas.openxmlformats.org/officeDocument/2006/relationships/image" Target="../media/image1125.png"/><Relationship Id="rId154" Type="http://schemas.openxmlformats.org/officeDocument/2006/relationships/customXml" Target="../ink/ink1137.xml"/><Relationship Id="rId16" Type="http://schemas.openxmlformats.org/officeDocument/2006/relationships/customXml" Target="../ink/ink1068.xml"/><Relationship Id="rId37" Type="http://schemas.openxmlformats.org/officeDocument/2006/relationships/image" Target="../media/image1077.png"/><Relationship Id="rId58" Type="http://schemas.openxmlformats.org/officeDocument/2006/relationships/customXml" Target="../ink/ink1089.xml"/><Relationship Id="rId79" Type="http://schemas.openxmlformats.org/officeDocument/2006/relationships/image" Target="../media/image1098.png"/><Relationship Id="rId102" Type="http://schemas.openxmlformats.org/officeDocument/2006/relationships/customXml" Target="../ink/ink1111.xml"/><Relationship Id="rId123" Type="http://schemas.openxmlformats.org/officeDocument/2006/relationships/image" Target="../media/image1120.png"/><Relationship Id="rId144" Type="http://schemas.openxmlformats.org/officeDocument/2006/relationships/customXml" Target="../ink/ink1132.xml"/><Relationship Id="rId90" Type="http://schemas.openxmlformats.org/officeDocument/2006/relationships/customXml" Target="../ink/ink1105.xml"/><Relationship Id="rId27" Type="http://schemas.openxmlformats.org/officeDocument/2006/relationships/image" Target="../media/image1072.png"/><Relationship Id="rId48" Type="http://schemas.openxmlformats.org/officeDocument/2006/relationships/customXml" Target="../ink/ink1084.xml"/><Relationship Id="rId69" Type="http://schemas.openxmlformats.org/officeDocument/2006/relationships/image" Target="../media/image1093.png"/><Relationship Id="rId113" Type="http://schemas.openxmlformats.org/officeDocument/2006/relationships/image" Target="../media/image1115.png"/><Relationship Id="rId134" Type="http://schemas.openxmlformats.org/officeDocument/2006/relationships/customXml" Target="../ink/ink112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4.png"/><Relationship Id="rId299" Type="http://schemas.openxmlformats.org/officeDocument/2006/relationships/image" Target="../media/image1284.png"/><Relationship Id="rId21" Type="http://schemas.openxmlformats.org/officeDocument/2006/relationships/image" Target="../media/image1147.png"/><Relationship Id="rId63" Type="http://schemas.openxmlformats.org/officeDocument/2006/relationships/image" Target="../media/image1167.png"/><Relationship Id="rId159" Type="http://schemas.openxmlformats.org/officeDocument/2006/relationships/customXml" Target="../ink/ink1218.xml"/><Relationship Id="rId324" Type="http://schemas.openxmlformats.org/officeDocument/2006/relationships/customXml" Target="../ink/ink1301.xml"/><Relationship Id="rId170" Type="http://schemas.openxmlformats.org/officeDocument/2006/relationships/image" Target="../media/image1220.png"/><Relationship Id="rId226" Type="http://schemas.openxmlformats.org/officeDocument/2006/relationships/image" Target="../media/image1248.png"/><Relationship Id="rId268" Type="http://schemas.openxmlformats.org/officeDocument/2006/relationships/image" Target="../media/image1269.png"/><Relationship Id="rId32" Type="http://schemas.openxmlformats.org/officeDocument/2006/relationships/customXml" Target="../ink/ink1154.xml"/><Relationship Id="rId74" Type="http://schemas.openxmlformats.org/officeDocument/2006/relationships/customXml" Target="../ink/ink1175.xml"/><Relationship Id="rId128" Type="http://schemas.openxmlformats.org/officeDocument/2006/relationships/customXml" Target="../ink/ink1202.xml"/><Relationship Id="rId335" Type="http://schemas.openxmlformats.org/officeDocument/2006/relationships/image" Target="../media/image1302.png"/><Relationship Id="rId5" Type="http://schemas.openxmlformats.org/officeDocument/2006/relationships/image" Target="../media/image1139.png"/><Relationship Id="rId181" Type="http://schemas.openxmlformats.org/officeDocument/2006/relationships/customXml" Target="../ink/ink1229.xml"/><Relationship Id="rId237" Type="http://schemas.openxmlformats.org/officeDocument/2006/relationships/customXml" Target="../ink/ink1257.xml"/><Relationship Id="rId279" Type="http://schemas.openxmlformats.org/officeDocument/2006/relationships/customXml" Target="../ink/ink1278.xml"/><Relationship Id="rId43" Type="http://schemas.openxmlformats.org/officeDocument/2006/relationships/image" Target="../media/image1157.png"/><Relationship Id="rId139" Type="http://schemas.openxmlformats.org/officeDocument/2006/relationships/customXml" Target="../ink/ink1208.xml"/><Relationship Id="rId290" Type="http://schemas.openxmlformats.org/officeDocument/2006/relationships/customXml" Target="../ink/ink1284.xml"/><Relationship Id="rId304" Type="http://schemas.openxmlformats.org/officeDocument/2006/relationships/customXml" Target="../ink/ink1291.xml"/><Relationship Id="rId346" Type="http://schemas.openxmlformats.org/officeDocument/2006/relationships/customXml" Target="../ink/ink1312.xml"/><Relationship Id="rId85" Type="http://schemas.openxmlformats.org/officeDocument/2006/relationships/image" Target="../media/image1178.png"/><Relationship Id="rId150" Type="http://schemas.openxmlformats.org/officeDocument/2006/relationships/image" Target="../media/image1210.png"/><Relationship Id="rId192" Type="http://schemas.openxmlformats.org/officeDocument/2006/relationships/image" Target="../media/image1231.png"/><Relationship Id="rId206" Type="http://schemas.openxmlformats.org/officeDocument/2006/relationships/image" Target="../media/image1238.png"/><Relationship Id="rId248" Type="http://schemas.openxmlformats.org/officeDocument/2006/relationships/image" Target="../media/image1259.png"/><Relationship Id="rId12" Type="http://schemas.openxmlformats.org/officeDocument/2006/relationships/customXml" Target="../ink/ink1144.xml"/><Relationship Id="rId108" Type="http://schemas.openxmlformats.org/officeDocument/2006/relationships/customXml" Target="../ink/ink1192.xml"/><Relationship Id="rId315" Type="http://schemas.openxmlformats.org/officeDocument/2006/relationships/image" Target="../media/image1292.png"/><Relationship Id="rId357" Type="http://schemas.openxmlformats.org/officeDocument/2006/relationships/image" Target="../media/image1313.png"/><Relationship Id="rId54" Type="http://schemas.openxmlformats.org/officeDocument/2006/relationships/customXml" Target="../ink/ink1165.xml"/><Relationship Id="rId96" Type="http://schemas.openxmlformats.org/officeDocument/2006/relationships/customXml" Target="../ink/ink1186.xml"/><Relationship Id="rId161" Type="http://schemas.openxmlformats.org/officeDocument/2006/relationships/customXml" Target="../ink/ink1219.xml"/><Relationship Id="rId217" Type="http://schemas.openxmlformats.org/officeDocument/2006/relationships/customXml" Target="../ink/ink1247.xml"/><Relationship Id="rId259" Type="http://schemas.openxmlformats.org/officeDocument/2006/relationships/customXml" Target="../ink/ink1268.xml"/><Relationship Id="rId23" Type="http://schemas.openxmlformats.org/officeDocument/2006/relationships/image" Target="../media/image1148.png"/><Relationship Id="rId119" Type="http://schemas.openxmlformats.org/officeDocument/2006/relationships/image" Target="../media/image1195.png"/><Relationship Id="rId270" Type="http://schemas.openxmlformats.org/officeDocument/2006/relationships/image" Target="../media/image1270.png"/><Relationship Id="rId326" Type="http://schemas.openxmlformats.org/officeDocument/2006/relationships/customXml" Target="../ink/ink1302.xml"/><Relationship Id="rId65" Type="http://schemas.openxmlformats.org/officeDocument/2006/relationships/image" Target="../media/image1168.png"/><Relationship Id="rId130" Type="http://schemas.openxmlformats.org/officeDocument/2006/relationships/customXml" Target="../ink/ink1203.xml"/><Relationship Id="rId172" Type="http://schemas.openxmlformats.org/officeDocument/2006/relationships/image" Target="../media/image1221.png"/><Relationship Id="rId228" Type="http://schemas.openxmlformats.org/officeDocument/2006/relationships/image" Target="../media/image1249.png"/><Relationship Id="rId281" Type="http://schemas.openxmlformats.org/officeDocument/2006/relationships/image" Target="../media/image1275.png"/><Relationship Id="rId337" Type="http://schemas.openxmlformats.org/officeDocument/2006/relationships/image" Target="../media/image1303.png"/><Relationship Id="rId34" Type="http://schemas.openxmlformats.org/officeDocument/2006/relationships/customXml" Target="../ink/ink1155.xml"/><Relationship Id="rId76" Type="http://schemas.openxmlformats.org/officeDocument/2006/relationships/customXml" Target="../ink/ink1176.xml"/><Relationship Id="rId141" Type="http://schemas.openxmlformats.org/officeDocument/2006/relationships/customXml" Target="../ink/ink1209.xml"/><Relationship Id="rId7" Type="http://schemas.openxmlformats.org/officeDocument/2006/relationships/image" Target="../media/image1140.png"/><Relationship Id="rId183" Type="http://schemas.openxmlformats.org/officeDocument/2006/relationships/customXml" Target="../ink/ink1230.xml"/><Relationship Id="rId239" Type="http://schemas.openxmlformats.org/officeDocument/2006/relationships/customXml" Target="../ink/ink1258.xml"/><Relationship Id="rId250" Type="http://schemas.openxmlformats.org/officeDocument/2006/relationships/image" Target="../media/image1260.png"/><Relationship Id="rId292" Type="http://schemas.openxmlformats.org/officeDocument/2006/relationships/customXml" Target="../ink/ink1285.xml"/><Relationship Id="rId306" Type="http://schemas.openxmlformats.org/officeDocument/2006/relationships/customXml" Target="../ink/ink1292.xml"/><Relationship Id="rId45" Type="http://schemas.openxmlformats.org/officeDocument/2006/relationships/image" Target="../media/image1158.png"/><Relationship Id="rId87" Type="http://schemas.openxmlformats.org/officeDocument/2006/relationships/image" Target="../media/image1179.png"/><Relationship Id="rId110" Type="http://schemas.openxmlformats.org/officeDocument/2006/relationships/customXml" Target="../ink/ink1193.xml"/><Relationship Id="rId348" Type="http://schemas.openxmlformats.org/officeDocument/2006/relationships/customXml" Target="../ink/ink1313.xml"/><Relationship Id="rId152" Type="http://schemas.openxmlformats.org/officeDocument/2006/relationships/image" Target="../media/image1211.png"/><Relationship Id="rId194" Type="http://schemas.openxmlformats.org/officeDocument/2006/relationships/image" Target="../media/image1232.png"/><Relationship Id="rId208" Type="http://schemas.openxmlformats.org/officeDocument/2006/relationships/image" Target="../media/image1239.png"/><Relationship Id="rId261" Type="http://schemas.openxmlformats.org/officeDocument/2006/relationships/customXml" Target="../ink/ink1269.xml"/><Relationship Id="rId14" Type="http://schemas.openxmlformats.org/officeDocument/2006/relationships/customXml" Target="../ink/ink1145.xml"/><Relationship Id="rId56" Type="http://schemas.openxmlformats.org/officeDocument/2006/relationships/customXml" Target="../ink/ink1166.xml"/><Relationship Id="rId317" Type="http://schemas.openxmlformats.org/officeDocument/2006/relationships/image" Target="../media/image1293.png"/><Relationship Id="rId359" Type="http://schemas.openxmlformats.org/officeDocument/2006/relationships/image" Target="../media/image1314.png"/><Relationship Id="rId98" Type="http://schemas.openxmlformats.org/officeDocument/2006/relationships/customXml" Target="../ink/ink1187.xml"/><Relationship Id="rId121" Type="http://schemas.openxmlformats.org/officeDocument/2006/relationships/image" Target="../media/image1196.png"/><Relationship Id="rId163" Type="http://schemas.openxmlformats.org/officeDocument/2006/relationships/customXml" Target="../ink/ink1220.xml"/><Relationship Id="rId219" Type="http://schemas.openxmlformats.org/officeDocument/2006/relationships/customXml" Target="../ink/ink1248.xml"/><Relationship Id="rId230" Type="http://schemas.openxmlformats.org/officeDocument/2006/relationships/image" Target="../media/image1250.png"/><Relationship Id="rId25" Type="http://schemas.openxmlformats.org/officeDocument/2006/relationships/image" Target="../media/image1149.png"/><Relationship Id="rId67" Type="http://schemas.openxmlformats.org/officeDocument/2006/relationships/image" Target="../media/image1169.png"/><Relationship Id="rId272" Type="http://schemas.openxmlformats.org/officeDocument/2006/relationships/image" Target="../media/image1271.png"/><Relationship Id="rId328" Type="http://schemas.openxmlformats.org/officeDocument/2006/relationships/customXml" Target="../ink/ink1303.xml"/><Relationship Id="rId132" Type="http://schemas.openxmlformats.org/officeDocument/2006/relationships/customXml" Target="../ink/ink1204.xml"/><Relationship Id="rId174" Type="http://schemas.openxmlformats.org/officeDocument/2006/relationships/image" Target="../media/image1222.png"/><Relationship Id="rId220" Type="http://schemas.openxmlformats.org/officeDocument/2006/relationships/image" Target="../media/image1245.png"/><Relationship Id="rId241" Type="http://schemas.openxmlformats.org/officeDocument/2006/relationships/customXml" Target="../ink/ink1259.xml"/><Relationship Id="rId15" Type="http://schemas.openxmlformats.org/officeDocument/2006/relationships/image" Target="../media/image1144.png"/><Relationship Id="rId36" Type="http://schemas.openxmlformats.org/officeDocument/2006/relationships/customXml" Target="../ink/ink1156.xml"/><Relationship Id="rId57" Type="http://schemas.openxmlformats.org/officeDocument/2006/relationships/image" Target="../media/image1164.png"/><Relationship Id="rId262" Type="http://schemas.openxmlformats.org/officeDocument/2006/relationships/image" Target="../media/image1266.png"/><Relationship Id="rId283" Type="http://schemas.openxmlformats.org/officeDocument/2006/relationships/image" Target="../media/image1276.png"/><Relationship Id="rId318" Type="http://schemas.openxmlformats.org/officeDocument/2006/relationships/customXml" Target="../ink/ink1298.xml"/><Relationship Id="rId339" Type="http://schemas.openxmlformats.org/officeDocument/2006/relationships/image" Target="../media/image1304.png"/><Relationship Id="rId78" Type="http://schemas.openxmlformats.org/officeDocument/2006/relationships/customXml" Target="../ink/ink1177.xml"/><Relationship Id="rId99" Type="http://schemas.openxmlformats.org/officeDocument/2006/relationships/image" Target="../media/image1185.png"/><Relationship Id="rId101" Type="http://schemas.openxmlformats.org/officeDocument/2006/relationships/image" Target="../media/image1186.png"/><Relationship Id="rId122" Type="http://schemas.openxmlformats.org/officeDocument/2006/relationships/customXml" Target="../ink/ink1199.xml"/><Relationship Id="rId143" Type="http://schemas.openxmlformats.org/officeDocument/2006/relationships/customXml" Target="../ink/ink1210.xml"/><Relationship Id="rId164" Type="http://schemas.openxmlformats.org/officeDocument/2006/relationships/image" Target="../media/image1217.png"/><Relationship Id="rId185" Type="http://schemas.openxmlformats.org/officeDocument/2006/relationships/customXml" Target="../ink/ink1231.xml"/><Relationship Id="rId350" Type="http://schemas.openxmlformats.org/officeDocument/2006/relationships/customXml" Target="../ink/ink1314.xml"/><Relationship Id="rId9" Type="http://schemas.openxmlformats.org/officeDocument/2006/relationships/image" Target="../media/image1141.png"/><Relationship Id="rId210" Type="http://schemas.openxmlformats.org/officeDocument/2006/relationships/image" Target="../media/image1240.png"/><Relationship Id="rId26" Type="http://schemas.openxmlformats.org/officeDocument/2006/relationships/customXml" Target="../ink/ink1151.xml"/><Relationship Id="rId231" Type="http://schemas.openxmlformats.org/officeDocument/2006/relationships/customXml" Target="../ink/ink1254.xml"/><Relationship Id="rId252" Type="http://schemas.openxmlformats.org/officeDocument/2006/relationships/image" Target="../media/image1261.png"/><Relationship Id="rId273" Type="http://schemas.openxmlformats.org/officeDocument/2006/relationships/customXml" Target="../ink/ink1275.xml"/><Relationship Id="rId294" Type="http://schemas.openxmlformats.org/officeDocument/2006/relationships/customXml" Target="../ink/ink1286.xml"/><Relationship Id="rId308" Type="http://schemas.openxmlformats.org/officeDocument/2006/relationships/customXml" Target="../ink/ink1293.xml"/><Relationship Id="rId329" Type="http://schemas.openxmlformats.org/officeDocument/2006/relationships/image" Target="../media/image1299.png"/><Relationship Id="rId47" Type="http://schemas.openxmlformats.org/officeDocument/2006/relationships/image" Target="../media/image1159.png"/><Relationship Id="rId68" Type="http://schemas.openxmlformats.org/officeDocument/2006/relationships/customXml" Target="../ink/ink1172.xml"/><Relationship Id="rId89" Type="http://schemas.openxmlformats.org/officeDocument/2006/relationships/image" Target="../media/image1180.png"/><Relationship Id="rId112" Type="http://schemas.openxmlformats.org/officeDocument/2006/relationships/customXml" Target="../ink/ink1194.xml"/><Relationship Id="rId133" Type="http://schemas.openxmlformats.org/officeDocument/2006/relationships/image" Target="../media/image1202.png"/><Relationship Id="rId154" Type="http://schemas.openxmlformats.org/officeDocument/2006/relationships/image" Target="../media/image1212.png"/><Relationship Id="rId175" Type="http://schemas.openxmlformats.org/officeDocument/2006/relationships/customXml" Target="../ink/ink1226.xml"/><Relationship Id="rId340" Type="http://schemas.openxmlformats.org/officeDocument/2006/relationships/customXml" Target="../ink/ink1309.xml"/><Relationship Id="rId361" Type="http://schemas.openxmlformats.org/officeDocument/2006/relationships/image" Target="../media/image1315.png"/><Relationship Id="rId196" Type="http://schemas.openxmlformats.org/officeDocument/2006/relationships/image" Target="../media/image1233.png"/><Relationship Id="rId200" Type="http://schemas.openxmlformats.org/officeDocument/2006/relationships/image" Target="../media/image1235.png"/><Relationship Id="rId16" Type="http://schemas.openxmlformats.org/officeDocument/2006/relationships/customXml" Target="../ink/ink1146.xml"/><Relationship Id="rId221" Type="http://schemas.openxmlformats.org/officeDocument/2006/relationships/customXml" Target="../ink/ink1249.xml"/><Relationship Id="rId242" Type="http://schemas.openxmlformats.org/officeDocument/2006/relationships/image" Target="../media/image1256.png"/><Relationship Id="rId263" Type="http://schemas.openxmlformats.org/officeDocument/2006/relationships/customXml" Target="../ink/ink1270.xml"/><Relationship Id="rId284" Type="http://schemas.openxmlformats.org/officeDocument/2006/relationships/customXml" Target="../ink/ink1281.xml"/><Relationship Id="rId319" Type="http://schemas.openxmlformats.org/officeDocument/2006/relationships/image" Target="../media/image1294.png"/><Relationship Id="rId37" Type="http://schemas.openxmlformats.org/officeDocument/2006/relationships/image" Target="../media/image1154.png"/><Relationship Id="rId58" Type="http://schemas.openxmlformats.org/officeDocument/2006/relationships/customXml" Target="../ink/ink1167.xml"/><Relationship Id="rId79" Type="http://schemas.openxmlformats.org/officeDocument/2006/relationships/image" Target="../media/image1175.png"/><Relationship Id="rId102" Type="http://schemas.openxmlformats.org/officeDocument/2006/relationships/customXml" Target="../ink/ink1189.xml"/><Relationship Id="rId123" Type="http://schemas.openxmlformats.org/officeDocument/2006/relationships/image" Target="../media/image1197.png"/><Relationship Id="rId144" Type="http://schemas.openxmlformats.org/officeDocument/2006/relationships/image" Target="../media/image1207.png"/><Relationship Id="rId330" Type="http://schemas.openxmlformats.org/officeDocument/2006/relationships/customXml" Target="../ink/ink1304.xml"/><Relationship Id="rId90" Type="http://schemas.openxmlformats.org/officeDocument/2006/relationships/customXml" Target="../ink/ink1183.xml"/><Relationship Id="rId165" Type="http://schemas.openxmlformats.org/officeDocument/2006/relationships/customXml" Target="../ink/ink1221.xml"/><Relationship Id="rId186" Type="http://schemas.openxmlformats.org/officeDocument/2006/relationships/image" Target="../media/image1228.png"/><Relationship Id="rId351" Type="http://schemas.openxmlformats.org/officeDocument/2006/relationships/image" Target="../media/image1310.png"/><Relationship Id="rId211" Type="http://schemas.openxmlformats.org/officeDocument/2006/relationships/customXml" Target="../ink/ink1244.xml"/><Relationship Id="rId232" Type="http://schemas.openxmlformats.org/officeDocument/2006/relationships/image" Target="../media/image1251.png"/><Relationship Id="rId253" Type="http://schemas.openxmlformats.org/officeDocument/2006/relationships/customXml" Target="../ink/ink1265.xml"/><Relationship Id="rId274" Type="http://schemas.openxmlformats.org/officeDocument/2006/relationships/image" Target="../media/image1272.png"/><Relationship Id="rId295" Type="http://schemas.openxmlformats.org/officeDocument/2006/relationships/image" Target="../media/image1282.png"/><Relationship Id="rId309" Type="http://schemas.openxmlformats.org/officeDocument/2006/relationships/image" Target="../media/image1289.png"/><Relationship Id="rId27" Type="http://schemas.openxmlformats.org/officeDocument/2006/relationships/image" Target="../media/image1150.png"/><Relationship Id="rId48" Type="http://schemas.openxmlformats.org/officeDocument/2006/relationships/customXml" Target="../ink/ink1162.xml"/><Relationship Id="rId69" Type="http://schemas.openxmlformats.org/officeDocument/2006/relationships/image" Target="../media/image1170.png"/><Relationship Id="rId113" Type="http://schemas.openxmlformats.org/officeDocument/2006/relationships/image" Target="../media/image1192.png"/><Relationship Id="rId134" Type="http://schemas.openxmlformats.org/officeDocument/2006/relationships/customXml" Target="../ink/ink1205.xml"/><Relationship Id="rId320" Type="http://schemas.openxmlformats.org/officeDocument/2006/relationships/customXml" Target="../ink/ink1299.xml"/><Relationship Id="rId80" Type="http://schemas.openxmlformats.org/officeDocument/2006/relationships/customXml" Target="../ink/ink1178.xml"/><Relationship Id="rId155" Type="http://schemas.openxmlformats.org/officeDocument/2006/relationships/customXml" Target="../ink/ink1216.xml"/><Relationship Id="rId176" Type="http://schemas.openxmlformats.org/officeDocument/2006/relationships/image" Target="../media/image1223.png"/><Relationship Id="rId197" Type="http://schemas.openxmlformats.org/officeDocument/2006/relationships/customXml" Target="../ink/ink1237.xml"/><Relationship Id="rId341" Type="http://schemas.openxmlformats.org/officeDocument/2006/relationships/image" Target="../media/image1305.png"/><Relationship Id="rId362" Type="http://schemas.openxmlformats.org/officeDocument/2006/relationships/customXml" Target="../ink/ink1320.xml"/><Relationship Id="rId201" Type="http://schemas.openxmlformats.org/officeDocument/2006/relationships/customXml" Target="../ink/ink1239.xml"/><Relationship Id="rId222" Type="http://schemas.openxmlformats.org/officeDocument/2006/relationships/image" Target="../media/image1246.png"/><Relationship Id="rId243" Type="http://schemas.openxmlformats.org/officeDocument/2006/relationships/customXml" Target="../ink/ink1260.xml"/><Relationship Id="rId264" Type="http://schemas.openxmlformats.org/officeDocument/2006/relationships/image" Target="../media/image1267.png"/><Relationship Id="rId285" Type="http://schemas.openxmlformats.org/officeDocument/2006/relationships/image" Target="../media/image1277.png"/><Relationship Id="rId17" Type="http://schemas.openxmlformats.org/officeDocument/2006/relationships/image" Target="../media/image1145.png"/><Relationship Id="rId38" Type="http://schemas.openxmlformats.org/officeDocument/2006/relationships/customXml" Target="../ink/ink1157.xml"/><Relationship Id="rId59" Type="http://schemas.openxmlformats.org/officeDocument/2006/relationships/image" Target="../media/image1165.png"/><Relationship Id="rId103" Type="http://schemas.openxmlformats.org/officeDocument/2006/relationships/image" Target="../media/image1187.png"/><Relationship Id="rId124" Type="http://schemas.openxmlformats.org/officeDocument/2006/relationships/customXml" Target="../ink/ink1200.xml"/><Relationship Id="rId310" Type="http://schemas.openxmlformats.org/officeDocument/2006/relationships/customXml" Target="../ink/ink1294.xml"/><Relationship Id="rId70" Type="http://schemas.openxmlformats.org/officeDocument/2006/relationships/customXml" Target="../ink/ink1173.xml"/><Relationship Id="rId91" Type="http://schemas.openxmlformats.org/officeDocument/2006/relationships/image" Target="../media/image1181.png"/><Relationship Id="rId145" Type="http://schemas.openxmlformats.org/officeDocument/2006/relationships/customXml" Target="../ink/ink1211.xml"/><Relationship Id="rId166" Type="http://schemas.openxmlformats.org/officeDocument/2006/relationships/image" Target="../media/image1218.png"/><Relationship Id="rId187" Type="http://schemas.openxmlformats.org/officeDocument/2006/relationships/customXml" Target="../ink/ink1232.xml"/><Relationship Id="rId331" Type="http://schemas.openxmlformats.org/officeDocument/2006/relationships/image" Target="../media/image1300.png"/><Relationship Id="rId352" Type="http://schemas.openxmlformats.org/officeDocument/2006/relationships/customXml" Target="../ink/ink131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41.png"/><Relationship Id="rId233" Type="http://schemas.openxmlformats.org/officeDocument/2006/relationships/customXml" Target="../ink/ink1255.xml"/><Relationship Id="rId254" Type="http://schemas.openxmlformats.org/officeDocument/2006/relationships/image" Target="../media/image1262.png"/><Relationship Id="rId28" Type="http://schemas.openxmlformats.org/officeDocument/2006/relationships/customXml" Target="../ink/ink1152.xml"/><Relationship Id="rId49" Type="http://schemas.openxmlformats.org/officeDocument/2006/relationships/image" Target="../media/image1160.png"/><Relationship Id="rId114" Type="http://schemas.openxmlformats.org/officeDocument/2006/relationships/customXml" Target="../ink/ink1195.xml"/><Relationship Id="rId275" Type="http://schemas.openxmlformats.org/officeDocument/2006/relationships/customXml" Target="../ink/ink1276.xml"/><Relationship Id="rId296" Type="http://schemas.openxmlformats.org/officeDocument/2006/relationships/customXml" Target="../ink/ink1287.xml"/><Relationship Id="rId300" Type="http://schemas.openxmlformats.org/officeDocument/2006/relationships/customXml" Target="../ink/ink1289.xml"/><Relationship Id="rId60" Type="http://schemas.openxmlformats.org/officeDocument/2006/relationships/customXml" Target="../ink/ink1168.xml"/><Relationship Id="rId81" Type="http://schemas.openxmlformats.org/officeDocument/2006/relationships/image" Target="../media/image1176.png"/><Relationship Id="rId135" Type="http://schemas.openxmlformats.org/officeDocument/2006/relationships/image" Target="../media/image1203.png"/><Relationship Id="rId156" Type="http://schemas.openxmlformats.org/officeDocument/2006/relationships/image" Target="../media/image1213.png"/><Relationship Id="rId177" Type="http://schemas.openxmlformats.org/officeDocument/2006/relationships/customXml" Target="../ink/ink1227.xml"/><Relationship Id="rId198" Type="http://schemas.openxmlformats.org/officeDocument/2006/relationships/image" Target="../media/image1234.png"/><Relationship Id="rId321" Type="http://schemas.openxmlformats.org/officeDocument/2006/relationships/image" Target="../media/image1295.png"/><Relationship Id="rId342" Type="http://schemas.openxmlformats.org/officeDocument/2006/relationships/customXml" Target="../ink/ink1310.xml"/><Relationship Id="rId363" Type="http://schemas.openxmlformats.org/officeDocument/2006/relationships/image" Target="../media/image1316.png"/><Relationship Id="rId202" Type="http://schemas.openxmlformats.org/officeDocument/2006/relationships/image" Target="../media/image1236.png"/><Relationship Id="rId223" Type="http://schemas.openxmlformats.org/officeDocument/2006/relationships/customXml" Target="../ink/ink1250.xml"/><Relationship Id="rId244" Type="http://schemas.openxmlformats.org/officeDocument/2006/relationships/image" Target="../media/image1257.png"/><Relationship Id="rId18" Type="http://schemas.openxmlformats.org/officeDocument/2006/relationships/customXml" Target="../ink/ink1147.xml"/><Relationship Id="rId39" Type="http://schemas.openxmlformats.org/officeDocument/2006/relationships/image" Target="../media/image1155.png"/><Relationship Id="rId265" Type="http://schemas.openxmlformats.org/officeDocument/2006/relationships/customXml" Target="../ink/ink1271.xml"/><Relationship Id="rId286" Type="http://schemas.openxmlformats.org/officeDocument/2006/relationships/customXml" Target="../ink/ink1282.xml"/><Relationship Id="rId50" Type="http://schemas.openxmlformats.org/officeDocument/2006/relationships/customXml" Target="../ink/ink1163.xml"/><Relationship Id="rId104" Type="http://schemas.openxmlformats.org/officeDocument/2006/relationships/customXml" Target="../ink/ink1190.xml"/><Relationship Id="rId125" Type="http://schemas.openxmlformats.org/officeDocument/2006/relationships/image" Target="../media/image1198.png"/><Relationship Id="rId146" Type="http://schemas.openxmlformats.org/officeDocument/2006/relationships/image" Target="../media/image1208.png"/><Relationship Id="rId167" Type="http://schemas.openxmlformats.org/officeDocument/2006/relationships/customXml" Target="../ink/ink1222.xml"/><Relationship Id="rId188" Type="http://schemas.openxmlformats.org/officeDocument/2006/relationships/image" Target="../media/image1229.png"/><Relationship Id="rId311" Type="http://schemas.openxmlformats.org/officeDocument/2006/relationships/image" Target="../media/image1290.png"/><Relationship Id="rId332" Type="http://schemas.openxmlformats.org/officeDocument/2006/relationships/customXml" Target="../ink/ink1305.xml"/><Relationship Id="rId353" Type="http://schemas.openxmlformats.org/officeDocument/2006/relationships/image" Target="../media/image1311.png"/><Relationship Id="rId71" Type="http://schemas.openxmlformats.org/officeDocument/2006/relationships/image" Target="../media/image1171.png"/><Relationship Id="rId92" Type="http://schemas.openxmlformats.org/officeDocument/2006/relationships/customXml" Target="../ink/ink1184.xml"/><Relationship Id="rId213" Type="http://schemas.openxmlformats.org/officeDocument/2006/relationships/customXml" Target="../ink/ink1245.xml"/><Relationship Id="rId234" Type="http://schemas.openxmlformats.org/officeDocument/2006/relationships/image" Target="../media/image1252.png"/><Relationship Id="rId2" Type="http://schemas.openxmlformats.org/officeDocument/2006/relationships/customXml" Target="../ink/ink1139.xml"/><Relationship Id="rId29" Type="http://schemas.openxmlformats.org/officeDocument/2006/relationships/image" Target="../media/image1151.png"/><Relationship Id="rId255" Type="http://schemas.openxmlformats.org/officeDocument/2006/relationships/customXml" Target="../ink/ink1266.xml"/><Relationship Id="rId276" Type="http://schemas.openxmlformats.org/officeDocument/2006/relationships/image" Target="../media/image1273.png"/><Relationship Id="rId297" Type="http://schemas.openxmlformats.org/officeDocument/2006/relationships/image" Target="../media/image1283.png"/><Relationship Id="rId40" Type="http://schemas.openxmlformats.org/officeDocument/2006/relationships/customXml" Target="../ink/ink1158.xml"/><Relationship Id="rId115" Type="http://schemas.openxmlformats.org/officeDocument/2006/relationships/image" Target="../media/image1193.png"/><Relationship Id="rId136" Type="http://schemas.openxmlformats.org/officeDocument/2006/relationships/customXml" Target="../ink/ink1206.xml"/><Relationship Id="rId157" Type="http://schemas.openxmlformats.org/officeDocument/2006/relationships/customXml" Target="../ink/ink1217.xml"/><Relationship Id="rId178" Type="http://schemas.openxmlformats.org/officeDocument/2006/relationships/image" Target="../media/image1224.png"/><Relationship Id="rId301" Type="http://schemas.openxmlformats.org/officeDocument/2006/relationships/image" Target="../media/image1285.png"/><Relationship Id="rId322" Type="http://schemas.openxmlformats.org/officeDocument/2006/relationships/customXml" Target="../ink/ink1300.xml"/><Relationship Id="rId343" Type="http://schemas.openxmlformats.org/officeDocument/2006/relationships/image" Target="../media/image1306.png"/><Relationship Id="rId364" Type="http://schemas.openxmlformats.org/officeDocument/2006/relationships/customXml" Target="../ink/ink1321.xml"/><Relationship Id="rId61" Type="http://schemas.openxmlformats.org/officeDocument/2006/relationships/image" Target="../media/image1166.png"/><Relationship Id="rId82" Type="http://schemas.openxmlformats.org/officeDocument/2006/relationships/customXml" Target="../ink/ink1179.xml"/><Relationship Id="rId199" Type="http://schemas.openxmlformats.org/officeDocument/2006/relationships/customXml" Target="../ink/ink1238.xml"/><Relationship Id="rId203" Type="http://schemas.openxmlformats.org/officeDocument/2006/relationships/customXml" Target="../ink/ink1240.xml"/><Relationship Id="rId19" Type="http://schemas.openxmlformats.org/officeDocument/2006/relationships/image" Target="../media/image1146.png"/><Relationship Id="rId224" Type="http://schemas.openxmlformats.org/officeDocument/2006/relationships/image" Target="../media/image1247.png"/><Relationship Id="rId245" Type="http://schemas.openxmlformats.org/officeDocument/2006/relationships/customXml" Target="../ink/ink1261.xml"/><Relationship Id="rId266" Type="http://schemas.openxmlformats.org/officeDocument/2006/relationships/image" Target="../media/image1268.png"/><Relationship Id="rId287" Type="http://schemas.openxmlformats.org/officeDocument/2006/relationships/image" Target="../media/image1278.png"/><Relationship Id="rId30" Type="http://schemas.openxmlformats.org/officeDocument/2006/relationships/customXml" Target="../ink/ink1153.xml"/><Relationship Id="rId105" Type="http://schemas.openxmlformats.org/officeDocument/2006/relationships/image" Target="../media/image1188.png"/><Relationship Id="rId126" Type="http://schemas.openxmlformats.org/officeDocument/2006/relationships/customXml" Target="../ink/ink1201.xml"/><Relationship Id="rId147" Type="http://schemas.openxmlformats.org/officeDocument/2006/relationships/customXml" Target="../ink/ink1212.xml"/><Relationship Id="rId168" Type="http://schemas.openxmlformats.org/officeDocument/2006/relationships/image" Target="../media/image1219.png"/><Relationship Id="rId312" Type="http://schemas.openxmlformats.org/officeDocument/2006/relationships/customXml" Target="../ink/ink1295.xml"/><Relationship Id="rId333" Type="http://schemas.openxmlformats.org/officeDocument/2006/relationships/image" Target="../media/image1301.png"/><Relationship Id="rId354" Type="http://schemas.openxmlformats.org/officeDocument/2006/relationships/customXml" Target="../ink/ink1316.xml"/><Relationship Id="rId51" Type="http://schemas.openxmlformats.org/officeDocument/2006/relationships/image" Target="../media/image1161.png"/><Relationship Id="rId72" Type="http://schemas.openxmlformats.org/officeDocument/2006/relationships/customXml" Target="../ink/ink1174.xml"/><Relationship Id="rId93" Type="http://schemas.openxmlformats.org/officeDocument/2006/relationships/image" Target="../media/image1182.png"/><Relationship Id="rId189" Type="http://schemas.openxmlformats.org/officeDocument/2006/relationships/customXml" Target="../ink/ink1233.xml"/><Relationship Id="rId3" Type="http://schemas.openxmlformats.org/officeDocument/2006/relationships/image" Target="../media/image1138.png"/><Relationship Id="rId214" Type="http://schemas.openxmlformats.org/officeDocument/2006/relationships/image" Target="../media/image1242.png"/><Relationship Id="rId235" Type="http://schemas.openxmlformats.org/officeDocument/2006/relationships/customXml" Target="../ink/ink1256.xml"/><Relationship Id="rId256" Type="http://schemas.openxmlformats.org/officeDocument/2006/relationships/image" Target="../media/image1263.png"/><Relationship Id="rId277" Type="http://schemas.openxmlformats.org/officeDocument/2006/relationships/customXml" Target="../ink/ink1277.xml"/><Relationship Id="rId298" Type="http://schemas.openxmlformats.org/officeDocument/2006/relationships/customXml" Target="../ink/ink1288.xml"/><Relationship Id="rId116" Type="http://schemas.openxmlformats.org/officeDocument/2006/relationships/customXml" Target="../ink/ink1196.xml"/><Relationship Id="rId137" Type="http://schemas.openxmlformats.org/officeDocument/2006/relationships/image" Target="../media/image1204.png"/><Relationship Id="rId158" Type="http://schemas.openxmlformats.org/officeDocument/2006/relationships/image" Target="../media/image1214.png"/><Relationship Id="rId302" Type="http://schemas.openxmlformats.org/officeDocument/2006/relationships/customXml" Target="../ink/ink1290.xml"/><Relationship Id="rId323" Type="http://schemas.openxmlformats.org/officeDocument/2006/relationships/image" Target="../media/image1296.png"/><Relationship Id="rId344" Type="http://schemas.openxmlformats.org/officeDocument/2006/relationships/customXml" Target="../ink/ink1311.xml"/><Relationship Id="rId20" Type="http://schemas.openxmlformats.org/officeDocument/2006/relationships/customXml" Target="../ink/ink1148.xml"/><Relationship Id="rId41" Type="http://schemas.openxmlformats.org/officeDocument/2006/relationships/image" Target="../media/image1156.png"/><Relationship Id="rId62" Type="http://schemas.openxmlformats.org/officeDocument/2006/relationships/customXml" Target="../ink/ink1169.xml"/><Relationship Id="rId83" Type="http://schemas.openxmlformats.org/officeDocument/2006/relationships/image" Target="../media/image1177.png"/><Relationship Id="rId179" Type="http://schemas.openxmlformats.org/officeDocument/2006/relationships/customXml" Target="../ink/ink1228.xml"/><Relationship Id="rId365" Type="http://schemas.openxmlformats.org/officeDocument/2006/relationships/image" Target="../media/image1317.png"/><Relationship Id="rId190" Type="http://schemas.openxmlformats.org/officeDocument/2006/relationships/image" Target="../media/image1230.png"/><Relationship Id="rId204" Type="http://schemas.openxmlformats.org/officeDocument/2006/relationships/image" Target="../media/image1237.png"/><Relationship Id="rId225" Type="http://schemas.openxmlformats.org/officeDocument/2006/relationships/customXml" Target="../ink/ink1251.xml"/><Relationship Id="rId246" Type="http://schemas.openxmlformats.org/officeDocument/2006/relationships/image" Target="../media/image1258.png"/><Relationship Id="rId267" Type="http://schemas.openxmlformats.org/officeDocument/2006/relationships/customXml" Target="../ink/ink1272.xml"/><Relationship Id="rId288" Type="http://schemas.openxmlformats.org/officeDocument/2006/relationships/customXml" Target="../ink/ink1283.xml"/><Relationship Id="rId106" Type="http://schemas.openxmlformats.org/officeDocument/2006/relationships/customXml" Target="../ink/ink1191.xml"/><Relationship Id="rId127" Type="http://schemas.openxmlformats.org/officeDocument/2006/relationships/image" Target="../media/image1199.png"/><Relationship Id="rId313" Type="http://schemas.openxmlformats.org/officeDocument/2006/relationships/image" Target="../media/image1291.png"/><Relationship Id="rId10" Type="http://schemas.openxmlformats.org/officeDocument/2006/relationships/customXml" Target="../ink/ink1143.xml"/><Relationship Id="rId31" Type="http://schemas.openxmlformats.org/officeDocument/2006/relationships/image" Target="../media/image1152.png"/><Relationship Id="rId52" Type="http://schemas.openxmlformats.org/officeDocument/2006/relationships/customXml" Target="../ink/ink1164.xml"/><Relationship Id="rId73" Type="http://schemas.openxmlformats.org/officeDocument/2006/relationships/image" Target="../media/image1172.png"/><Relationship Id="rId94" Type="http://schemas.openxmlformats.org/officeDocument/2006/relationships/customXml" Target="../ink/ink1185.xml"/><Relationship Id="rId148" Type="http://schemas.openxmlformats.org/officeDocument/2006/relationships/image" Target="../media/image1209.png"/><Relationship Id="rId169" Type="http://schemas.openxmlformats.org/officeDocument/2006/relationships/customXml" Target="../ink/ink1223.xml"/><Relationship Id="rId334" Type="http://schemas.openxmlformats.org/officeDocument/2006/relationships/customXml" Target="../ink/ink1306.xml"/><Relationship Id="rId355" Type="http://schemas.openxmlformats.org/officeDocument/2006/relationships/image" Target="../media/image1312.png"/><Relationship Id="rId4" Type="http://schemas.openxmlformats.org/officeDocument/2006/relationships/customXml" Target="../ink/ink1140.xml"/><Relationship Id="rId180" Type="http://schemas.openxmlformats.org/officeDocument/2006/relationships/image" Target="../media/image1225.png"/><Relationship Id="rId215" Type="http://schemas.openxmlformats.org/officeDocument/2006/relationships/customXml" Target="../ink/ink1246.xml"/><Relationship Id="rId236" Type="http://schemas.openxmlformats.org/officeDocument/2006/relationships/image" Target="../media/image1253.png"/><Relationship Id="rId257" Type="http://schemas.openxmlformats.org/officeDocument/2006/relationships/customXml" Target="../ink/ink1267.xml"/><Relationship Id="rId278" Type="http://schemas.openxmlformats.org/officeDocument/2006/relationships/image" Target="../media/image1274.png"/><Relationship Id="rId303" Type="http://schemas.openxmlformats.org/officeDocument/2006/relationships/image" Target="../media/image1286.png"/><Relationship Id="rId42" Type="http://schemas.openxmlformats.org/officeDocument/2006/relationships/customXml" Target="../ink/ink1159.xml"/><Relationship Id="rId84" Type="http://schemas.openxmlformats.org/officeDocument/2006/relationships/customXml" Target="../ink/ink1180.xml"/><Relationship Id="rId138" Type="http://schemas.openxmlformats.org/officeDocument/2006/relationships/customXml" Target="../ink/ink1207.xml"/><Relationship Id="rId345" Type="http://schemas.openxmlformats.org/officeDocument/2006/relationships/image" Target="../media/image1307.png"/><Relationship Id="rId191" Type="http://schemas.openxmlformats.org/officeDocument/2006/relationships/customXml" Target="../ink/ink1234.xml"/><Relationship Id="rId205" Type="http://schemas.openxmlformats.org/officeDocument/2006/relationships/customXml" Target="../ink/ink1241.xml"/><Relationship Id="rId247" Type="http://schemas.openxmlformats.org/officeDocument/2006/relationships/customXml" Target="../ink/ink1262.xml"/><Relationship Id="rId107" Type="http://schemas.openxmlformats.org/officeDocument/2006/relationships/image" Target="../media/image1189.png"/><Relationship Id="rId289" Type="http://schemas.openxmlformats.org/officeDocument/2006/relationships/image" Target="../media/image1279.png"/><Relationship Id="rId11" Type="http://schemas.openxmlformats.org/officeDocument/2006/relationships/image" Target="../media/image1142.png"/><Relationship Id="rId53" Type="http://schemas.openxmlformats.org/officeDocument/2006/relationships/image" Target="../media/image1162.png"/><Relationship Id="rId149" Type="http://schemas.openxmlformats.org/officeDocument/2006/relationships/customXml" Target="../ink/ink1213.xml"/><Relationship Id="rId314" Type="http://schemas.openxmlformats.org/officeDocument/2006/relationships/customXml" Target="../ink/ink1296.xml"/><Relationship Id="rId356" Type="http://schemas.openxmlformats.org/officeDocument/2006/relationships/customXml" Target="../ink/ink1317.xml"/><Relationship Id="rId95" Type="http://schemas.openxmlformats.org/officeDocument/2006/relationships/image" Target="../media/image1183.png"/><Relationship Id="rId160" Type="http://schemas.openxmlformats.org/officeDocument/2006/relationships/image" Target="../media/image1215.png"/><Relationship Id="rId216" Type="http://schemas.openxmlformats.org/officeDocument/2006/relationships/image" Target="../media/image1243.png"/><Relationship Id="rId258" Type="http://schemas.openxmlformats.org/officeDocument/2006/relationships/image" Target="../media/image1264.png"/><Relationship Id="rId22" Type="http://schemas.openxmlformats.org/officeDocument/2006/relationships/customXml" Target="../ink/ink1149.xml"/><Relationship Id="rId64" Type="http://schemas.openxmlformats.org/officeDocument/2006/relationships/customXml" Target="../ink/ink1170.xml"/><Relationship Id="rId118" Type="http://schemas.openxmlformats.org/officeDocument/2006/relationships/customXml" Target="../ink/ink1197.xml"/><Relationship Id="rId325" Type="http://schemas.openxmlformats.org/officeDocument/2006/relationships/image" Target="../media/image1297.png"/><Relationship Id="rId171" Type="http://schemas.openxmlformats.org/officeDocument/2006/relationships/customXml" Target="../ink/ink1224.xml"/><Relationship Id="rId227" Type="http://schemas.openxmlformats.org/officeDocument/2006/relationships/customXml" Target="../ink/ink1252.xml"/><Relationship Id="rId269" Type="http://schemas.openxmlformats.org/officeDocument/2006/relationships/customXml" Target="../ink/ink1273.xml"/><Relationship Id="rId33" Type="http://schemas.openxmlformats.org/officeDocument/2006/relationships/image" Target="../media/image1153.png"/><Relationship Id="rId129" Type="http://schemas.openxmlformats.org/officeDocument/2006/relationships/image" Target="../media/image1200.png"/><Relationship Id="rId280" Type="http://schemas.openxmlformats.org/officeDocument/2006/relationships/customXml" Target="../ink/ink1279.xml"/><Relationship Id="rId336" Type="http://schemas.openxmlformats.org/officeDocument/2006/relationships/customXml" Target="../ink/ink1307.xml"/><Relationship Id="rId75" Type="http://schemas.openxmlformats.org/officeDocument/2006/relationships/image" Target="../media/image1173.png"/><Relationship Id="rId140" Type="http://schemas.openxmlformats.org/officeDocument/2006/relationships/image" Target="../media/image1205.png"/><Relationship Id="rId182" Type="http://schemas.openxmlformats.org/officeDocument/2006/relationships/image" Target="../media/image1226.png"/><Relationship Id="rId6" Type="http://schemas.openxmlformats.org/officeDocument/2006/relationships/customXml" Target="../ink/ink1141.xml"/><Relationship Id="rId238" Type="http://schemas.openxmlformats.org/officeDocument/2006/relationships/image" Target="../media/image1254.png"/><Relationship Id="rId291" Type="http://schemas.openxmlformats.org/officeDocument/2006/relationships/image" Target="../media/image1280.png"/><Relationship Id="rId305" Type="http://schemas.openxmlformats.org/officeDocument/2006/relationships/image" Target="../media/image1287.png"/><Relationship Id="rId347" Type="http://schemas.openxmlformats.org/officeDocument/2006/relationships/image" Target="../media/image1308.png"/><Relationship Id="rId44" Type="http://schemas.openxmlformats.org/officeDocument/2006/relationships/customXml" Target="../ink/ink1160.xml"/><Relationship Id="rId86" Type="http://schemas.openxmlformats.org/officeDocument/2006/relationships/customXml" Target="../ink/ink1181.xml"/><Relationship Id="rId151" Type="http://schemas.openxmlformats.org/officeDocument/2006/relationships/customXml" Target="../ink/ink1214.xml"/><Relationship Id="rId193" Type="http://schemas.openxmlformats.org/officeDocument/2006/relationships/customXml" Target="../ink/ink1235.xml"/><Relationship Id="rId207" Type="http://schemas.openxmlformats.org/officeDocument/2006/relationships/customXml" Target="../ink/ink1242.xml"/><Relationship Id="rId249" Type="http://schemas.openxmlformats.org/officeDocument/2006/relationships/customXml" Target="../ink/ink1263.xml"/><Relationship Id="rId13" Type="http://schemas.openxmlformats.org/officeDocument/2006/relationships/image" Target="../media/image1143.png"/><Relationship Id="rId109" Type="http://schemas.openxmlformats.org/officeDocument/2006/relationships/image" Target="../media/image1190.png"/><Relationship Id="rId260" Type="http://schemas.openxmlformats.org/officeDocument/2006/relationships/image" Target="../media/image1265.png"/><Relationship Id="rId316" Type="http://schemas.openxmlformats.org/officeDocument/2006/relationships/customXml" Target="../ink/ink1297.xml"/><Relationship Id="rId55" Type="http://schemas.openxmlformats.org/officeDocument/2006/relationships/image" Target="../media/image1163.png"/><Relationship Id="rId97" Type="http://schemas.openxmlformats.org/officeDocument/2006/relationships/image" Target="../media/image1184.png"/><Relationship Id="rId120" Type="http://schemas.openxmlformats.org/officeDocument/2006/relationships/customXml" Target="../ink/ink1198.xml"/><Relationship Id="rId358" Type="http://schemas.openxmlformats.org/officeDocument/2006/relationships/customXml" Target="../ink/ink1318.xml"/><Relationship Id="rId162" Type="http://schemas.openxmlformats.org/officeDocument/2006/relationships/image" Target="../media/image1216.png"/><Relationship Id="rId218" Type="http://schemas.openxmlformats.org/officeDocument/2006/relationships/image" Target="../media/image1244.png"/><Relationship Id="rId271" Type="http://schemas.openxmlformats.org/officeDocument/2006/relationships/customXml" Target="../ink/ink1274.xml"/><Relationship Id="rId24" Type="http://schemas.openxmlformats.org/officeDocument/2006/relationships/customXml" Target="../ink/ink1150.xml"/><Relationship Id="rId66" Type="http://schemas.openxmlformats.org/officeDocument/2006/relationships/customXml" Target="../ink/ink1171.xml"/><Relationship Id="rId131" Type="http://schemas.openxmlformats.org/officeDocument/2006/relationships/image" Target="../media/image1201.png"/><Relationship Id="rId327" Type="http://schemas.openxmlformats.org/officeDocument/2006/relationships/image" Target="../media/image1298.png"/><Relationship Id="rId173" Type="http://schemas.openxmlformats.org/officeDocument/2006/relationships/customXml" Target="../ink/ink1225.xml"/><Relationship Id="rId229" Type="http://schemas.openxmlformats.org/officeDocument/2006/relationships/customXml" Target="../ink/ink1253.xml"/><Relationship Id="rId240" Type="http://schemas.openxmlformats.org/officeDocument/2006/relationships/image" Target="../media/image1255.png"/><Relationship Id="rId35" Type="http://schemas.openxmlformats.org/officeDocument/2006/relationships/image" Target="../media/image657.png"/><Relationship Id="rId77" Type="http://schemas.openxmlformats.org/officeDocument/2006/relationships/image" Target="../media/image1174.png"/><Relationship Id="rId100" Type="http://schemas.openxmlformats.org/officeDocument/2006/relationships/customXml" Target="../ink/ink1188.xml"/><Relationship Id="rId282" Type="http://schemas.openxmlformats.org/officeDocument/2006/relationships/customXml" Target="../ink/ink1280.xml"/><Relationship Id="rId338" Type="http://schemas.openxmlformats.org/officeDocument/2006/relationships/customXml" Target="../ink/ink1308.xml"/><Relationship Id="rId8" Type="http://schemas.openxmlformats.org/officeDocument/2006/relationships/customXml" Target="../ink/ink1142.xml"/><Relationship Id="rId142" Type="http://schemas.openxmlformats.org/officeDocument/2006/relationships/image" Target="../media/image1206.png"/><Relationship Id="rId184" Type="http://schemas.openxmlformats.org/officeDocument/2006/relationships/image" Target="../media/image1227.png"/><Relationship Id="rId251" Type="http://schemas.openxmlformats.org/officeDocument/2006/relationships/customXml" Target="../ink/ink1264.xml"/><Relationship Id="rId46" Type="http://schemas.openxmlformats.org/officeDocument/2006/relationships/customXml" Target="../ink/ink1161.xml"/><Relationship Id="rId293" Type="http://schemas.openxmlformats.org/officeDocument/2006/relationships/image" Target="../media/image1281.png"/><Relationship Id="rId307" Type="http://schemas.openxmlformats.org/officeDocument/2006/relationships/image" Target="../media/image1288.png"/><Relationship Id="rId349" Type="http://schemas.openxmlformats.org/officeDocument/2006/relationships/image" Target="../media/image1309.png"/><Relationship Id="rId88" Type="http://schemas.openxmlformats.org/officeDocument/2006/relationships/customXml" Target="../ink/ink1182.xml"/><Relationship Id="rId111" Type="http://schemas.openxmlformats.org/officeDocument/2006/relationships/image" Target="../media/image1191.png"/><Relationship Id="rId153" Type="http://schemas.openxmlformats.org/officeDocument/2006/relationships/customXml" Target="../ink/ink1215.xml"/><Relationship Id="rId195" Type="http://schemas.openxmlformats.org/officeDocument/2006/relationships/customXml" Target="../ink/ink1236.xml"/><Relationship Id="rId209" Type="http://schemas.openxmlformats.org/officeDocument/2006/relationships/customXml" Target="../ink/ink1243.xml"/><Relationship Id="rId360" Type="http://schemas.openxmlformats.org/officeDocument/2006/relationships/customXml" Target="../ink/ink131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00.png"/><Relationship Id="rId671" Type="http://schemas.openxmlformats.org/officeDocument/2006/relationships/customXml" Target="../ink/ink1658.xml"/><Relationship Id="rId769" Type="http://schemas.openxmlformats.org/officeDocument/2006/relationships/customXml" Target="../ink/ink1707.xml"/><Relationship Id="rId21" Type="http://schemas.openxmlformats.org/officeDocument/2006/relationships/image" Target="../media/image11420.png"/><Relationship Id="rId324" Type="http://schemas.openxmlformats.org/officeDocument/2006/relationships/customXml" Target="../ink/ink1483.xml"/><Relationship Id="rId531" Type="http://schemas.openxmlformats.org/officeDocument/2006/relationships/image" Target="../media/image1395.png"/><Relationship Id="rId629" Type="http://schemas.openxmlformats.org/officeDocument/2006/relationships/customXml" Target="../ink/ink1637.xml"/><Relationship Id="rId170" Type="http://schemas.openxmlformats.org/officeDocument/2006/relationships/customXml" Target="../ink/ink1406.xml"/><Relationship Id="rId836" Type="http://schemas.openxmlformats.org/officeDocument/2006/relationships/image" Target="../media/image1546.png"/><Relationship Id="rId268" Type="http://schemas.openxmlformats.org/officeDocument/2006/relationships/customXml" Target="../ink/ink1455.xml"/><Relationship Id="rId475" Type="http://schemas.openxmlformats.org/officeDocument/2006/relationships/image" Target="../media/image1367.png"/><Relationship Id="rId682" Type="http://schemas.openxmlformats.org/officeDocument/2006/relationships/image" Target="../media/image1469.png"/><Relationship Id="rId903" Type="http://schemas.openxmlformats.org/officeDocument/2006/relationships/customXml" Target="../ink/ink1774.xml"/><Relationship Id="rId32" Type="http://schemas.openxmlformats.org/officeDocument/2006/relationships/customXml" Target="../ink/ink1337.xml"/><Relationship Id="rId128" Type="http://schemas.openxmlformats.org/officeDocument/2006/relationships/customXml" Target="../ink/ink1385.xml"/><Relationship Id="rId335" Type="http://schemas.openxmlformats.org/officeDocument/2006/relationships/image" Target="../media/image12980.png"/><Relationship Id="rId542" Type="http://schemas.openxmlformats.org/officeDocument/2006/relationships/customXml" Target="../ink/ink1593.xml"/><Relationship Id="rId181" Type="http://schemas.openxmlformats.org/officeDocument/2006/relationships/image" Target="../media/image12220.png"/><Relationship Id="rId402" Type="http://schemas.openxmlformats.org/officeDocument/2006/relationships/customXml" Target="../ink/ink1523.xml"/><Relationship Id="rId847" Type="http://schemas.openxmlformats.org/officeDocument/2006/relationships/customXml" Target="../ink/ink1746.xml"/><Relationship Id="rId279" Type="http://schemas.openxmlformats.org/officeDocument/2006/relationships/image" Target="../media/image12710.png"/><Relationship Id="rId486" Type="http://schemas.openxmlformats.org/officeDocument/2006/relationships/customXml" Target="../ink/ink1565.xml"/><Relationship Id="rId693" Type="http://schemas.openxmlformats.org/officeDocument/2006/relationships/customXml" Target="../ink/ink1669.xml"/><Relationship Id="rId707" Type="http://schemas.openxmlformats.org/officeDocument/2006/relationships/customXml" Target="../ink/ink1676.xml"/><Relationship Id="rId914" Type="http://schemas.openxmlformats.org/officeDocument/2006/relationships/image" Target="../media/image1585.png"/><Relationship Id="rId43" Type="http://schemas.openxmlformats.org/officeDocument/2006/relationships/image" Target="../media/image11530.png"/><Relationship Id="rId139" Type="http://schemas.openxmlformats.org/officeDocument/2006/relationships/image" Target="../media/image12010.png"/><Relationship Id="rId346" Type="http://schemas.openxmlformats.org/officeDocument/2006/relationships/image" Target="../media/image13030.png"/><Relationship Id="rId553" Type="http://schemas.openxmlformats.org/officeDocument/2006/relationships/image" Target="../media/image1406.png"/><Relationship Id="rId760" Type="http://schemas.openxmlformats.org/officeDocument/2006/relationships/image" Target="../media/image1508.png"/><Relationship Id="rId192" Type="http://schemas.openxmlformats.org/officeDocument/2006/relationships/customXml" Target="../ink/ink1417.xml"/><Relationship Id="rId206" Type="http://schemas.openxmlformats.org/officeDocument/2006/relationships/customXml" Target="../ink/ink1424.xml"/><Relationship Id="rId413" Type="http://schemas.openxmlformats.org/officeDocument/2006/relationships/image" Target="../media/image1336.png"/><Relationship Id="rId858" Type="http://schemas.openxmlformats.org/officeDocument/2006/relationships/image" Target="../media/image1557.png"/><Relationship Id="rId497" Type="http://schemas.openxmlformats.org/officeDocument/2006/relationships/image" Target="../media/image1378.png"/><Relationship Id="rId620" Type="http://schemas.openxmlformats.org/officeDocument/2006/relationships/image" Target="../media/image1438.png"/><Relationship Id="rId718" Type="http://schemas.openxmlformats.org/officeDocument/2006/relationships/image" Target="../media/image1487.png"/><Relationship Id="rId925" Type="http://schemas.openxmlformats.org/officeDocument/2006/relationships/customXml" Target="../ink/ink1785.xml"/><Relationship Id="rId357" Type="http://schemas.openxmlformats.org/officeDocument/2006/relationships/customXml" Target="../ink/ink1500.xml"/><Relationship Id="rId54" Type="http://schemas.openxmlformats.org/officeDocument/2006/relationships/customXml" Target="../ink/ink1348.xml"/><Relationship Id="rId217" Type="http://schemas.openxmlformats.org/officeDocument/2006/relationships/image" Target="../media/image12400.png"/><Relationship Id="rId564" Type="http://schemas.openxmlformats.org/officeDocument/2006/relationships/customXml" Target="../ink/ink1604.xml"/><Relationship Id="rId771" Type="http://schemas.openxmlformats.org/officeDocument/2006/relationships/customXml" Target="../ink/ink1708.xml"/><Relationship Id="rId869" Type="http://schemas.openxmlformats.org/officeDocument/2006/relationships/customXml" Target="../ink/ink1757.xml"/><Relationship Id="rId424" Type="http://schemas.openxmlformats.org/officeDocument/2006/relationships/customXml" Target="../ink/ink1534.xml"/><Relationship Id="rId631" Type="http://schemas.openxmlformats.org/officeDocument/2006/relationships/customXml" Target="../ink/ink1638.xml"/><Relationship Id="rId729" Type="http://schemas.openxmlformats.org/officeDocument/2006/relationships/customXml" Target="../ink/ink1687.xml"/><Relationship Id="rId270" Type="http://schemas.openxmlformats.org/officeDocument/2006/relationships/customXml" Target="../ink/ink1456.xml"/><Relationship Id="rId936" Type="http://schemas.openxmlformats.org/officeDocument/2006/relationships/image" Target="../media/image1596.png"/><Relationship Id="rId65" Type="http://schemas.openxmlformats.org/officeDocument/2006/relationships/image" Target="../media/image11640.png"/><Relationship Id="rId130" Type="http://schemas.openxmlformats.org/officeDocument/2006/relationships/customXml" Target="../ink/ink1386.xml"/><Relationship Id="rId368" Type="http://schemas.openxmlformats.org/officeDocument/2006/relationships/customXml" Target="../ink/ink1506.xml"/><Relationship Id="rId575" Type="http://schemas.openxmlformats.org/officeDocument/2006/relationships/image" Target="../media/image1416.png"/><Relationship Id="rId782" Type="http://schemas.openxmlformats.org/officeDocument/2006/relationships/image" Target="../media/image1519.png"/><Relationship Id="rId228" Type="http://schemas.openxmlformats.org/officeDocument/2006/relationships/customXml" Target="../ink/ink1435.xml"/><Relationship Id="rId435" Type="http://schemas.openxmlformats.org/officeDocument/2006/relationships/image" Target="../media/image1347.png"/><Relationship Id="rId642" Type="http://schemas.openxmlformats.org/officeDocument/2006/relationships/image" Target="../media/image1449.png"/><Relationship Id="rId281" Type="http://schemas.openxmlformats.org/officeDocument/2006/relationships/image" Target="../media/image12720.png"/><Relationship Id="rId502" Type="http://schemas.openxmlformats.org/officeDocument/2006/relationships/customXml" Target="../ink/ink1573.xml"/><Relationship Id="rId947" Type="http://schemas.openxmlformats.org/officeDocument/2006/relationships/customXml" Target="../ink/ink1796.xml"/><Relationship Id="rId76" Type="http://schemas.openxmlformats.org/officeDocument/2006/relationships/customXml" Target="../ink/ink1359.xml"/><Relationship Id="rId141" Type="http://schemas.openxmlformats.org/officeDocument/2006/relationships/image" Target="../media/image12020.png"/><Relationship Id="rId379" Type="http://schemas.openxmlformats.org/officeDocument/2006/relationships/image" Target="../media/image1319.png"/><Relationship Id="rId586" Type="http://schemas.openxmlformats.org/officeDocument/2006/relationships/customXml" Target="../ink/ink1615.xml"/><Relationship Id="rId793" Type="http://schemas.openxmlformats.org/officeDocument/2006/relationships/customXml" Target="../ink/ink1719.xml"/><Relationship Id="rId807" Type="http://schemas.openxmlformats.org/officeDocument/2006/relationships/customXml" Target="../ink/ink1726.xml"/><Relationship Id="rId7" Type="http://schemas.openxmlformats.org/officeDocument/2006/relationships/image" Target="../media/image11350.png"/><Relationship Id="rId239" Type="http://schemas.openxmlformats.org/officeDocument/2006/relationships/image" Target="../media/image12510.png"/><Relationship Id="rId446" Type="http://schemas.openxmlformats.org/officeDocument/2006/relationships/customXml" Target="../ink/ink1545.xml"/><Relationship Id="rId653" Type="http://schemas.openxmlformats.org/officeDocument/2006/relationships/customXml" Target="../ink/ink1649.xml"/><Relationship Id="rId292" Type="http://schemas.openxmlformats.org/officeDocument/2006/relationships/customXml" Target="../ink/ink1467.xml"/><Relationship Id="rId306" Type="http://schemas.openxmlformats.org/officeDocument/2006/relationships/customXml" Target="../ink/ink1474.xml"/><Relationship Id="rId860" Type="http://schemas.openxmlformats.org/officeDocument/2006/relationships/image" Target="../media/image1558.png"/><Relationship Id="rId958" Type="http://schemas.openxmlformats.org/officeDocument/2006/relationships/image" Target="../media/image1607.png"/><Relationship Id="rId87" Type="http://schemas.openxmlformats.org/officeDocument/2006/relationships/image" Target="../media/image11750.png"/><Relationship Id="rId513" Type="http://schemas.openxmlformats.org/officeDocument/2006/relationships/image" Target="../media/image1386.png"/><Relationship Id="rId597" Type="http://schemas.openxmlformats.org/officeDocument/2006/relationships/customXml" Target="../ink/ink1621.xml"/><Relationship Id="rId720" Type="http://schemas.openxmlformats.org/officeDocument/2006/relationships/image" Target="../media/image1488.png"/><Relationship Id="rId818" Type="http://schemas.openxmlformats.org/officeDocument/2006/relationships/image" Target="../media/image1537.png"/><Relationship Id="rId152" Type="http://schemas.openxmlformats.org/officeDocument/2006/relationships/customXml" Target="../ink/ink1397.xml"/><Relationship Id="rId457" Type="http://schemas.openxmlformats.org/officeDocument/2006/relationships/image" Target="../media/image1358.png"/><Relationship Id="rId664" Type="http://schemas.openxmlformats.org/officeDocument/2006/relationships/image" Target="../media/image1460.png"/><Relationship Id="rId871" Type="http://schemas.openxmlformats.org/officeDocument/2006/relationships/customXml" Target="../ink/ink1758.xml"/><Relationship Id="rId969" Type="http://schemas.openxmlformats.org/officeDocument/2006/relationships/customXml" Target="../ink/ink1807.xml"/><Relationship Id="rId14" Type="http://schemas.openxmlformats.org/officeDocument/2006/relationships/customXml" Target="../ink/ink1328.xml"/><Relationship Id="rId317" Type="http://schemas.openxmlformats.org/officeDocument/2006/relationships/image" Target="../media/image12890.png"/><Relationship Id="rId524" Type="http://schemas.openxmlformats.org/officeDocument/2006/relationships/customXml" Target="../ink/ink1584.xml"/><Relationship Id="rId731" Type="http://schemas.openxmlformats.org/officeDocument/2006/relationships/customXml" Target="../ink/ink1688.xml"/><Relationship Id="rId98" Type="http://schemas.openxmlformats.org/officeDocument/2006/relationships/customXml" Target="../ink/ink1370.xml"/><Relationship Id="rId163" Type="http://schemas.openxmlformats.org/officeDocument/2006/relationships/image" Target="../media/image12130.png"/><Relationship Id="rId370" Type="http://schemas.openxmlformats.org/officeDocument/2006/relationships/customXml" Target="../ink/ink1507.xml"/><Relationship Id="rId829" Type="http://schemas.openxmlformats.org/officeDocument/2006/relationships/customXml" Target="../ink/ink1737.xml"/><Relationship Id="rId230" Type="http://schemas.openxmlformats.org/officeDocument/2006/relationships/customXml" Target="../ink/ink1436.xml"/><Relationship Id="rId468" Type="http://schemas.openxmlformats.org/officeDocument/2006/relationships/customXml" Target="../ink/ink1556.xml"/><Relationship Id="rId675" Type="http://schemas.openxmlformats.org/officeDocument/2006/relationships/customXml" Target="../ink/ink1660.xml"/><Relationship Id="rId882" Type="http://schemas.openxmlformats.org/officeDocument/2006/relationships/image" Target="../media/image1569.png"/><Relationship Id="rId25" Type="http://schemas.openxmlformats.org/officeDocument/2006/relationships/image" Target="../media/image11440.png"/><Relationship Id="rId328" Type="http://schemas.openxmlformats.org/officeDocument/2006/relationships/customXml" Target="../ink/ink1485.xml"/><Relationship Id="rId535" Type="http://schemas.openxmlformats.org/officeDocument/2006/relationships/image" Target="../media/image1397.png"/><Relationship Id="rId742" Type="http://schemas.openxmlformats.org/officeDocument/2006/relationships/image" Target="../media/image1499.png"/><Relationship Id="rId174" Type="http://schemas.openxmlformats.org/officeDocument/2006/relationships/customXml" Target="../ink/ink1408.xml"/><Relationship Id="rId381" Type="http://schemas.openxmlformats.org/officeDocument/2006/relationships/image" Target="../media/image1320.png"/><Relationship Id="rId602" Type="http://schemas.openxmlformats.org/officeDocument/2006/relationships/image" Target="../media/image1429.png"/><Relationship Id="rId241" Type="http://schemas.openxmlformats.org/officeDocument/2006/relationships/image" Target="../media/image12520.png"/><Relationship Id="rId479" Type="http://schemas.openxmlformats.org/officeDocument/2006/relationships/image" Target="../media/image1369.png"/><Relationship Id="rId686" Type="http://schemas.openxmlformats.org/officeDocument/2006/relationships/image" Target="../media/image1471.png"/><Relationship Id="rId893" Type="http://schemas.openxmlformats.org/officeDocument/2006/relationships/customXml" Target="../ink/ink1769.xml"/><Relationship Id="rId907" Type="http://schemas.openxmlformats.org/officeDocument/2006/relationships/customXml" Target="../ink/ink1776.xml"/><Relationship Id="rId36" Type="http://schemas.openxmlformats.org/officeDocument/2006/relationships/customXml" Target="../ink/ink1339.xml"/><Relationship Id="rId339" Type="http://schemas.openxmlformats.org/officeDocument/2006/relationships/image" Target="../media/image13000.png"/><Relationship Id="rId546" Type="http://schemas.openxmlformats.org/officeDocument/2006/relationships/customXml" Target="../ink/ink1595.xml"/><Relationship Id="rId753" Type="http://schemas.openxmlformats.org/officeDocument/2006/relationships/customXml" Target="../ink/ink1699.xml"/><Relationship Id="rId101" Type="http://schemas.openxmlformats.org/officeDocument/2006/relationships/image" Target="../media/image11820.png"/><Relationship Id="rId185" Type="http://schemas.openxmlformats.org/officeDocument/2006/relationships/image" Target="../media/image12240.png"/><Relationship Id="rId406" Type="http://schemas.openxmlformats.org/officeDocument/2006/relationships/customXml" Target="../ink/ink1525.xml"/><Relationship Id="rId960" Type="http://schemas.openxmlformats.org/officeDocument/2006/relationships/image" Target="../media/image1608.png"/><Relationship Id="rId392" Type="http://schemas.openxmlformats.org/officeDocument/2006/relationships/customXml" Target="../ink/ink1518.xml"/><Relationship Id="rId613" Type="http://schemas.openxmlformats.org/officeDocument/2006/relationships/customXml" Target="../ink/ink1629.xml"/><Relationship Id="rId697" Type="http://schemas.openxmlformats.org/officeDocument/2006/relationships/customXml" Target="../ink/ink1671.xml"/><Relationship Id="rId820" Type="http://schemas.openxmlformats.org/officeDocument/2006/relationships/image" Target="../media/image1538.png"/><Relationship Id="rId918" Type="http://schemas.openxmlformats.org/officeDocument/2006/relationships/image" Target="../media/image1587.png"/><Relationship Id="rId252" Type="http://schemas.openxmlformats.org/officeDocument/2006/relationships/customXml" Target="../ink/ink1447.xml"/><Relationship Id="rId47" Type="http://schemas.openxmlformats.org/officeDocument/2006/relationships/image" Target="../media/image11550.png"/><Relationship Id="rId112" Type="http://schemas.openxmlformats.org/officeDocument/2006/relationships/customXml" Target="../ink/ink1377.xml"/><Relationship Id="rId557" Type="http://schemas.openxmlformats.org/officeDocument/2006/relationships/image" Target="../media/image1408.png"/><Relationship Id="rId764" Type="http://schemas.openxmlformats.org/officeDocument/2006/relationships/image" Target="../media/image1510.png"/><Relationship Id="rId971" Type="http://schemas.openxmlformats.org/officeDocument/2006/relationships/customXml" Target="../ink/ink1808.xml"/><Relationship Id="rId196" Type="http://schemas.openxmlformats.org/officeDocument/2006/relationships/customXml" Target="../ink/ink1419.xml"/><Relationship Id="rId417" Type="http://schemas.openxmlformats.org/officeDocument/2006/relationships/image" Target="../media/image1338.png"/><Relationship Id="rId624" Type="http://schemas.openxmlformats.org/officeDocument/2006/relationships/image" Target="../media/image1440.png"/><Relationship Id="rId831" Type="http://schemas.openxmlformats.org/officeDocument/2006/relationships/customXml" Target="../ink/ink1738.xml"/><Relationship Id="rId263" Type="http://schemas.openxmlformats.org/officeDocument/2006/relationships/image" Target="../media/image12630.png"/><Relationship Id="rId470" Type="http://schemas.openxmlformats.org/officeDocument/2006/relationships/customXml" Target="../ink/ink1557.xml"/><Relationship Id="rId929" Type="http://schemas.openxmlformats.org/officeDocument/2006/relationships/customXml" Target="../ink/ink1787.xml"/><Relationship Id="rId58" Type="http://schemas.openxmlformats.org/officeDocument/2006/relationships/customXml" Target="../ink/ink1350.xml"/><Relationship Id="rId123" Type="http://schemas.openxmlformats.org/officeDocument/2006/relationships/image" Target="../media/image11930.png"/><Relationship Id="rId330" Type="http://schemas.openxmlformats.org/officeDocument/2006/relationships/customXml" Target="../ink/ink1486.xml"/><Relationship Id="rId568" Type="http://schemas.openxmlformats.org/officeDocument/2006/relationships/customXml" Target="../ink/ink1606.xml"/><Relationship Id="rId775" Type="http://schemas.openxmlformats.org/officeDocument/2006/relationships/customXml" Target="../ink/ink1710.xml"/><Relationship Id="rId428" Type="http://schemas.openxmlformats.org/officeDocument/2006/relationships/customXml" Target="../ink/ink1536.xml"/><Relationship Id="rId635" Type="http://schemas.openxmlformats.org/officeDocument/2006/relationships/customXml" Target="../ink/ink1640.xml"/><Relationship Id="rId842" Type="http://schemas.openxmlformats.org/officeDocument/2006/relationships/image" Target="../media/image1549.png"/><Relationship Id="rId274" Type="http://schemas.openxmlformats.org/officeDocument/2006/relationships/customXml" Target="../ink/ink1458.xml"/><Relationship Id="rId481" Type="http://schemas.openxmlformats.org/officeDocument/2006/relationships/image" Target="../media/image1370.png"/><Relationship Id="rId702" Type="http://schemas.openxmlformats.org/officeDocument/2006/relationships/image" Target="../media/image1479.png"/><Relationship Id="rId69" Type="http://schemas.openxmlformats.org/officeDocument/2006/relationships/image" Target="../media/image11660.png"/><Relationship Id="rId134" Type="http://schemas.openxmlformats.org/officeDocument/2006/relationships/customXml" Target="../ink/ink1388.xml"/><Relationship Id="rId579" Type="http://schemas.openxmlformats.org/officeDocument/2006/relationships/image" Target="../media/image1418.png"/><Relationship Id="rId786" Type="http://schemas.openxmlformats.org/officeDocument/2006/relationships/image" Target="../media/image1521.png"/><Relationship Id="rId341" Type="http://schemas.openxmlformats.org/officeDocument/2006/relationships/customXml" Target="../ink/ink1492.xml"/><Relationship Id="rId439" Type="http://schemas.openxmlformats.org/officeDocument/2006/relationships/image" Target="../media/image1349.png"/><Relationship Id="rId646" Type="http://schemas.openxmlformats.org/officeDocument/2006/relationships/image" Target="../media/image1451.png"/><Relationship Id="rId201" Type="http://schemas.openxmlformats.org/officeDocument/2006/relationships/image" Target="../media/image12320.png"/><Relationship Id="rId285" Type="http://schemas.openxmlformats.org/officeDocument/2006/relationships/image" Target="../media/image12740.png"/><Relationship Id="rId506" Type="http://schemas.openxmlformats.org/officeDocument/2006/relationships/customXml" Target="../ink/ink1575.xml"/><Relationship Id="rId853" Type="http://schemas.openxmlformats.org/officeDocument/2006/relationships/customXml" Target="../ink/ink1749.xml"/><Relationship Id="rId492" Type="http://schemas.openxmlformats.org/officeDocument/2006/relationships/customXml" Target="../ink/ink1568.xml"/><Relationship Id="rId713" Type="http://schemas.openxmlformats.org/officeDocument/2006/relationships/customXml" Target="../ink/ink1679.xml"/><Relationship Id="rId797" Type="http://schemas.openxmlformats.org/officeDocument/2006/relationships/customXml" Target="../ink/ink1721.xml"/><Relationship Id="rId920" Type="http://schemas.openxmlformats.org/officeDocument/2006/relationships/image" Target="../media/image1588.png"/><Relationship Id="rId145" Type="http://schemas.openxmlformats.org/officeDocument/2006/relationships/image" Target="../media/image12040.png"/><Relationship Id="rId352" Type="http://schemas.openxmlformats.org/officeDocument/2006/relationships/image" Target="../media/image13060.png"/><Relationship Id="rId212" Type="http://schemas.openxmlformats.org/officeDocument/2006/relationships/customXml" Target="../ink/ink1427.xml"/><Relationship Id="rId657" Type="http://schemas.openxmlformats.org/officeDocument/2006/relationships/customXml" Target="../ink/ink1651.xml"/><Relationship Id="rId864" Type="http://schemas.openxmlformats.org/officeDocument/2006/relationships/image" Target="../media/image1560.png"/><Relationship Id="rId296" Type="http://schemas.openxmlformats.org/officeDocument/2006/relationships/customXml" Target="../ink/ink1469.xml"/><Relationship Id="rId517" Type="http://schemas.openxmlformats.org/officeDocument/2006/relationships/image" Target="../media/image1388.png"/><Relationship Id="rId724" Type="http://schemas.openxmlformats.org/officeDocument/2006/relationships/image" Target="../media/image1490.png"/><Relationship Id="rId931" Type="http://schemas.openxmlformats.org/officeDocument/2006/relationships/customXml" Target="../ink/ink1788.xml"/><Relationship Id="rId60" Type="http://schemas.openxmlformats.org/officeDocument/2006/relationships/customXml" Target="../ink/ink1351.xml"/><Relationship Id="rId156" Type="http://schemas.openxmlformats.org/officeDocument/2006/relationships/customXml" Target="../ink/ink1399.xml"/><Relationship Id="rId363" Type="http://schemas.openxmlformats.org/officeDocument/2006/relationships/customXml" Target="../ink/ink1503.xml"/><Relationship Id="rId570" Type="http://schemas.openxmlformats.org/officeDocument/2006/relationships/customXml" Target="../ink/ink1607.xml"/><Relationship Id="rId223" Type="http://schemas.openxmlformats.org/officeDocument/2006/relationships/image" Target="../media/image12430.png"/><Relationship Id="rId430" Type="http://schemas.openxmlformats.org/officeDocument/2006/relationships/customXml" Target="../ink/ink1537.xml"/><Relationship Id="rId668" Type="http://schemas.openxmlformats.org/officeDocument/2006/relationships/image" Target="../media/image1462.png"/><Relationship Id="rId875" Type="http://schemas.openxmlformats.org/officeDocument/2006/relationships/customXml" Target="../ink/ink1760.xml"/><Relationship Id="rId18" Type="http://schemas.openxmlformats.org/officeDocument/2006/relationships/customXml" Target="../ink/ink1330.xml"/><Relationship Id="rId528" Type="http://schemas.openxmlformats.org/officeDocument/2006/relationships/customXml" Target="../ink/ink1586.xml"/><Relationship Id="rId735" Type="http://schemas.openxmlformats.org/officeDocument/2006/relationships/customXml" Target="../ink/ink1690.xml"/><Relationship Id="rId942" Type="http://schemas.openxmlformats.org/officeDocument/2006/relationships/image" Target="../media/image1599.png"/><Relationship Id="rId167" Type="http://schemas.openxmlformats.org/officeDocument/2006/relationships/image" Target="../media/image12150.png"/><Relationship Id="rId374" Type="http://schemas.openxmlformats.org/officeDocument/2006/relationships/customXml" Target="../ink/ink1509.xml"/><Relationship Id="rId581" Type="http://schemas.openxmlformats.org/officeDocument/2006/relationships/image" Target="../media/image1419.png"/><Relationship Id="rId71" Type="http://schemas.openxmlformats.org/officeDocument/2006/relationships/image" Target="../media/image11670.png"/><Relationship Id="rId234" Type="http://schemas.openxmlformats.org/officeDocument/2006/relationships/customXml" Target="../ink/ink1438.xml"/><Relationship Id="rId679" Type="http://schemas.openxmlformats.org/officeDocument/2006/relationships/customXml" Target="../ink/ink1662.xml"/><Relationship Id="rId802" Type="http://schemas.openxmlformats.org/officeDocument/2006/relationships/image" Target="../media/image1529.png"/><Relationship Id="rId886" Type="http://schemas.openxmlformats.org/officeDocument/2006/relationships/image" Target="../media/image1571.png"/><Relationship Id="rId2" Type="http://schemas.openxmlformats.org/officeDocument/2006/relationships/customXml" Target="../ink/ink1322.xml"/><Relationship Id="rId29" Type="http://schemas.openxmlformats.org/officeDocument/2006/relationships/image" Target="../media/image11460.png"/><Relationship Id="rId441" Type="http://schemas.openxmlformats.org/officeDocument/2006/relationships/image" Target="../media/image1350.png"/><Relationship Id="rId539" Type="http://schemas.openxmlformats.org/officeDocument/2006/relationships/image" Target="../media/image1399.png"/><Relationship Id="rId746" Type="http://schemas.openxmlformats.org/officeDocument/2006/relationships/image" Target="../media/image1501.png"/><Relationship Id="rId178" Type="http://schemas.openxmlformats.org/officeDocument/2006/relationships/customXml" Target="../ink/ink1410.xml"/><Relationship Id="rId301" Type="http://schemas.openxmlformats.org/officeDocument/2006/relationships/image" Target="../media/image12820.png"/><Relationship Id="rId953" Type="http://schemas.openxmlformats.org/officeDocument/2006/relationships/customXml" Target="../ink/ink1799.xml"/><Relationship Id="rId82" Type="http://schemas.openxmlformats.org/officeDocument/2006/relationships/customXml" Target="../ink/ink1362.xml"/><Relationship Id="rId385" Type="http://schemas.openxmlformats.org/officeDocument/2006/relationships/image" Target="../media/image1322.png"/><Relationship Id="rId592" Type="http://schemas.openxmlformats.org/officeDocument/2006/relationships/image" Target="../media/image1424.png"/><Relationship Id="rId606" Type="http://schemas.openxmlformats.org/officeDocument/2006/relationships/image" Target="../media/image1431.png"/><Relationship Id="rId813" Type="http://schemas.openxmlformats.org/officeDocument/2006/relationships/customXml" Target="../ink/ink1729.xml"/><Relationship Id="rId245" Type="http://schemas.openxmlformats.org/officeDocument/2006/relationships/image" Target="../media/image12540.png"/><Relationship Id="rId452" Type="http://schemas.openxmlformats.org/officeDocument/2006/relationships/customXml" Target="../ink/ink1548.xml"/><Relationship Id="rId897" Type="http://schemas.openxmlformats.org/officeDocument/2006/relationships/customXml" Target="../ink/ink1771.xml"/><Relationship Id="rId105" Type="http://schemas.openxmlformats.org/officeDocument/2006/relationships/image" Target="../media/image11840.png"/><Relationship Id="rId312" Type="http://schemas.openxmlformats.org/officeDocument/2006/relationships/customXml" Target="../ink/ink1477.xml"/><Relationship Id="rId757" Type="http://schemas.openxmlformats.org/officeDocument/2006/relationships/customXml" Target="../ink/ink1701.xml"/><Relationship Id="rId964" Type="http://schemas.openxmlformats.org/officeDocument/2006/relationships/image" Target="../media/image1610.png"/><Relationship Id="rId93" Type="http://schemas.openxmlformats.org/officeDocument/2006/relationships/image" Target="../media/image11780.png"/><Relationship Id="rId189" Type="http://schemas.openxmlformats.org/officeDocument/2006/relationships/image" Target="../media/image12260.png"/><Relationship Id="rId396" Type="http://schemas.openxmlformats.org/officeDocument/2006/relationships/customXml" Target="../ink/ink1520.xml"/><Relationship Id="rId617" Type="http://schemas.openxmlformats.org/officeDocument/2006/relationships/customXml" Target="../ink/ink1631.xml"/><Relationship Id="rId824" Type="http://schemas.openxmlformats.org/officeDocument/2006/relationships/image" Target="../media/image1540.png"/><Relationship Id="rId256" Type="http://schemas.openxmlformats.org/officeDocument/2006/relationships/customXml" Target="../ink/ink1449.xml"/><Relationship Id="rId463" Type="http://schemas.openxmlformats.org/officeDocument/2006/relationships/image" Target="../media/image1361.png"/><Relationship Id="rId670" Type="http://schemas.openxmlformats.org/officeDocument/2006/relationships/image" Target="../media/image1463.png"/><Relationship Id="rId116" Type="http://schemas.openxmlformats.org/officeDocument/2006/relationships/customXml" Target="../ink/ink1379.xml"/><Relationship Id="rId323" Type="http://schemas.openxmlformats.org/officeDocument/2006/relationships/image" Target="../media/image12920.png"/><Relationship Id="rId530" Type="http://schemas.openxmlformats.org/officeDocument/2006/relationships/customXml" Target="../ink/ink1587.xml"/><Relationship Id="rId768" Type="http://schemas.openxmlformats.org/officeDocument/2006/relationships/image" Target="../media/image1512.png"/><Relationship Id="rId20" Type="http://schemas.openxmlformats.org/officeDocument/2006/relationships/customXml" Target="../ink/ink1331.xml"/><Relationship Id="rId628" Type="http://schemas.openxmlformats.org/officeDocument/2006/relationships/image" Target="../media/image1442.png"/><Relationship Id="rId835" Type="http://schemas.openxmlformats.org/officeDocument/2006/relationships/customXml" Target="../ink/ink1740.xml"/><Relationship Id="rId267" Type="http://schemas.openxmlformats.org/officeDocument/2006/relationships/image" Target="../media/image12650.png"/><Relationship Id="rId474" Type="http://schemas.openxmlformats.org/officeDocument/2006/relationships/customXml" Target="../ink/ink1559.xml"/><Relationship Id="rId127" Type="http://schemas.openxmlformats.org/officeDocument/2006/relationships/image" Target="../media/image11950.png"/><Relationship Id="rId681" Type="http://schemas.openxmlformats.org/officeDocument/2006/relationships/customXml" Target="../ink/ink1663.xml"/><Relationship Id="rId779" Type="http://schemas.openxmlformats.org/officeDocument/2006/relationships/customXml" Target="../ink/ink1712.xml"/><Relationship Id="rId902" Type="http://schemas.openxmlformats.org/officeDocument/2006/relationships/image" Target="../media/image1579.png"/><Relationship Id="rId31" Type="http://schemas.openxmlformats.org/officeDocument/2006/relationships/image" Target="../media/image11470.png"/><Relationship Id="rId334" Type="http://schemas.openxmlformats.org/officeDocument/2006/relationships/customXml" Target="../ink/ink1488.xml"/><Relationship Id="rId541" Type="http://schemas.openxmlformats.org/officeDocument/2006/relationships/image" Target="../media/image1400.png"/><Relationship Id="rId639" Type="http://schemas.openxmlformats.org/officeDocument/2006/relationships/customXml" Target="../ink/ink1642.xml"/><Relationship Id="rId180" Type="http://schemas.openxmlformats.org/officeDocument/2006/relationships/customXml" Target="../ink/ink1411.xml"/><Relationship Id="rId278" Type="http://schemas.openxmlformats.org/officeDocument/2006/relationships/customXml" Target="../ink/ink1460.xml"/><Relationship Id="rId401" Type="http://schemas.openxmlformats.org/officeDocument/2006/relationships/image" Target="../media/image1330.png"/><Relationship Id="rId846" Type="http://schemas.openxmlformats.org/officeDocument/2006/relationships/image" Target="../media/image1551.png"/><Relationship Id="rId485" Type="http://schemas.openxmlformats.org/officeDocument/2006/relationships/image" Target="../media/image1372.png"/><Relationship Id="rId692" Type="http://schemas.openxmlformats.org/officeDocument/2006/relationships/image" Target="../media/image1474.png"/><Relationship Id="rId706" Type="http://schemas.openxmlformats.org/officeDocument/2006/relationships/image" Target="../media/image1481.png"/><Relationship Id="rId913" Type="http://schemas.openxmlformats.org/officeDocument/2006/relationships/customXml" Target="../ink/ink1779.xml"/><Relationship Id="rId42" Type="http://schemas.openxmlformats.org/officeDocument/2006/relationships/customXml" Target="../ink/ink1342.xml"/><Relationship Id="rId138" Type="http://schemas.openxmlformats.org/officeDocument/2006/relationships/customXml" Target="../ink/ink1390.xml"/><Relationship Id="rId345" Type="http://schemas.openxmlformats.org/officeDocument/2006/relationships/customXml" Target="../ink/ink1494.xml"/><Relationship Id="rId552" Type="http://schemas.openxmlformats.org/officeDocument/2006/relationships/customXml" Target="../ink/ink1598.xml"/><Relationship Id="rId191" Type="http://schemas.openxmlformats.org/officeDocument/2006/relationships/image" Target="../media/image12270.png"/><Relationship Id="rId205" Type="http://schemas.openxmlformats.org/officeDocument/2006/relationships/image" Target="../media/image12340.png"/><Relationship Id="rId412" Type="http://schemas.openxmlformats.org/officeDocument/2006/relationships/customXml" Target="../ink/ink1528.xml"/><Relationship Id="rId857" Type="http://schemas.openxmlformats.org/officeDocument/2006/relationships/customXml" Target="../ink/ink1751.xml"/><Relationship Id="rId289" Type="http://schemas.openxmlformats.org/officeDocument/2006/relationships/image" Target="../media/image12760.png"/><Relationship Id="rId496" Type="http://schemas.openxmlformats.org/officeDocument/2006/relationships/customXml" Target="../ink/ink1570.xml"/><Relationship Id="rId717" Type="http://schemas.openxmlformats.org/officeDocument/2006/relationships/customXml" Target="../ink/ink1681.xml"/><Relationship Id="rId924" Type="http://schemas.openxmlformats.org/officeDocument/2006/relationships/image" Target="../media/image1590.png"/><Relationship Id="rId53" Type="http://schemas.openxmlformats.org/officeDocument/2006/relationships/image" Target="../media/image11580.png"/><Relationship Id="rId149" Type="http://schemas.openxmlformats.org/officeDocument/2006/relationships/image" Target="../media/image12060.png"/><Relationship Id="rId356" Type="http://schemas.openxmlformats.org/officeDocument/2006/relationships/image" Target="../media/image13080.png"/><Relationship Id="rId563" Type="http://schemas.openxmlformats.org/officeDocument/2006/relationships/image" Target="../media/image1411.png"/><Relationship Id="rId770" Type="http://schemas.openxmlformats.org/officeDocument/2006/relationships/image" Target="../media/image1513.png"/><Relationship Id="rId216" Type="http://schemas.openxmlformats.org/officeDocument/2006/relationships/customXml" Target="../ink/ink1429.xml"/><Relationship Id="rId423" Type="http://schemas.openxmlformats.org/officeDocument/2006/relationships/image" Target="../media/image1341.png"/><Relationship Id="rId868" Type="http://schemas.openxmlformats.org/officeDocument/2006/relationships/image" Target="../media/image1562.png"/><Relationship Id="rId630" Type="http://schemas.openxmlformats.org/officeDocument/2006/relationships/image" Target="../media/image1443.png"/><Relationship Id="rId728" Type="http://schemas.openxmlformats.org/officeDocument/2006/relationships/image" Target="../media/image1492.png"/><Relationship Id="rId935" Type="http://schemas.openxmlformats.org/officeDocument/2006/relationships/customXml" Target="../ink/ink1790.xml"/><Relationship Id="rId64" Type="http://schemas.openxmlformats.org/officeDocument/2006/relationships/customXml" Target="../ink/ink1353.xml"/><Relationship Id="rId367" Type="http://schemas.openxmlformats.org/officeDocument/2006/relationships/image" Target="../media/image13130.png"/><Relationship Id="rId574" Type="http://schemas.openxmlformats.org/officeDocument/2006/relationships/customXml" Target="../ink/ink1609.xml"/><Relationship Id="rId227" Type="http://schemas.openxmlformats.org/officeDocument/2006/relationships/image" Target="../media/image12450.png"/><Relationship Id="rId781" Type="http://schemas.openxmlformats.org/officeDocument/2006/relationships/customXml" Target="../ink/ink1713.xml"/><Relationship Id="rId879" Type="http://schemas.openxmlformats.org/officeDocument/2006/relationships/customXml" Target="../ink/ink1762.xml"/><Relationship Id="rId434" Type="http://schemas.openxmlformats.org/officeDocument/2006/relationships/customXml" Target="../ink/ink1539.xml"/><Relationship Id="rId641" Type="http://schemas.openxmlformats.org/officeDocument/2006/relationships/customXml" Target="../ink/ink1643.xml"/><Relationship Id="rId739" Type="http://schemas.openxmlformats.org/officeDocument/2006/relationships/customXml" Target="../ink/ink1692.xml"/><Relationship Id="rId280" Type="http://schemas.openxmlformats.org/officeDocument/2006/relationships/customXml" Target="../ink/ink1461.xml"/><Relationship Id="rId501" Type="http://schemas.openxmlformats.org/officeDocument/2006/relationships/image" Target="../media/image1380.png"/><Relationship Id="rId946" Type="http://schemas.openxmlformats.org/officeDocument/2006/relationships/image" Target="../media/image1601.png"/><Relationship Id="rId75" Type="http://schemas.openxmlformats.org/officeDocument/2006/relationships/image" Target="../media/image11690.png"/><Relationship Id="rId140" Type="http://schemas.openxmlformats.org/officeDocument/2006/relationships/customXml" Target="../ink/ink1391.xml"/><Relationship Id="rId378" Type="http://schemas.openxmlformats.org/officeDocument/2006/relationships/customXml" Target="../ink/ink1511.xml"/><Relationship Id="rId585" Type="http://schemas.openxmlformats.org/officeDocument/2006/relationships/image" Target="../media/image1421.png"/><Relationship Id="rId792" Type="http://schemas.openxmlformats.org/officeDocument/2006/relationships/image" Target="../media/image1524.png"/><Relationship Id="rId806" Type="http://schemas.openxmlformats.org/officeDocument/2006/relationships/image" Target="../media/image1531.png"/><Relationship Id="rId6" Type="http://schemas.openxmlformats.org/officeDocument/2006/relationships/customXml" Target="../ink/ink1324.xml"/><Relationship Id="rId238" Type="http://schemas.openxmlformats.org/officeDocument/2006/relationships/customXml" Target="../ink/ink1440.xml"/><Relationship Id="rId445" Type="http://schemas.openxmlformats.org/officeDocument/2006/relationships/image" Target="../media/image1352.png"/><Relationship Id="rId652" Type="http://schemas.openxmlformats.org/officeDocument/2006/relationships/image" Target="../media/image1454.png"/><Relationship Id="rId291" Type="http://schemas.openxmlformats.org/officeDocument/2006/relationships/image" Target="../media/image12770.png"/><Relationship Id="rId305" Type="http://schemas.openxmlformats.org/officeDocument/2006/relationships/image" Target="../media/image12840.png"/><Relationship Id="rId512" Type="http://schemas.openxmlformats.org/officeDocument/2006/relationships/customXml" Target="../ink/ink1578.xml"/><Relationship Id="rId957" Type="http://schemas.openxmlformats.org/officeDocument/2006/relationships/customXml" Target="../ink/ink1801.xml"/><Relationship Id="rId86" Type="http://schemas.openxmlformats.org/officeDocument/2006/relationships/customXml" Target="../ink/ink1364.xml"/><Relationship Id="rId151" Type="http://schemas.openxmlformats.org/officeDocument/2006/relationships/image" Target="../media/image12070.png"/><Relationship Id="rId389" Type="http://schemas.openxmlformats.org/officeDocument/2006/relationships/image" Target="../media/image1324.png"/><Relationship Id="rId596" Type="http://schemas.openxmlformats.org/officeDocument/2006/relationships/image" Target="../media/image1426.png"/><Relationship Id="rId817" Type="http://schemas.openxmlformats.org/officeDocument/2006/relationships/customXml" Target="../ink/ink1731.xml"/><Relationship Id="rId249" Type="http://schemas.openxmlformats.org/officeDocument/2006/relationships/image" Target="../media/image12560.png"/><Relationship Id="rId456" Type="http://schemas.openxmlformats.org/officeDocument/2006/relationships/customXml" Target="../ink/ink1550.xml"/><Relationship Id="rId663" Type="http://schemas.openxmlformats.org/officeDocument/2006/relationships/customXml" Target="../ink/ink1654.xml"/><Relationship Id="rId870" Type="http://schemas.openxmlformats.org/officeDocument/2006/relationships/image" Target="../media/image1563.png"/><Relationship Id="rId13" Type="http://schemas.openxmlformats.org/officeDocument/2006/relationships/image" Target="../media/image11380.png"/><Relationship Id="rId109" Type="http://schemas.openxmlformats.org/officeDocument/2006/relationships/image" Target="../media/image11860.png"/><Relationship Id="rId316" Type="http://schemas.openxmlformats.org/officeDocument/2006/relationships/customXml" Target="../ink/ink1479.xml"/><Relationship Id="rId523" Type="http://schemas.openxmlformats.org/officeDocument/2006/relationships/image" Target="../media/image1391.png"/><Relationship Id="rId968" Type="http://schemas.openxmlformats.org/officeDocument/2006/relationships/image" Target="../media/image1612.png"/><Relationship Id="rId97" Type="http://schemas.openxmlformats.org/officeDocument/2006/relationships/image" Target="../media/image11800.png"/><Relationship Id="rId730" Type="http://schemas.openxmlformats.org/officeDocument/2006/relationships/image" Target="../media/image1493.png"/><Relationship Id="rId828" Type="http://schemas.openxmlformats.org/officeDocument/2006/relationships/image" Target="../media/image1542.png"/><Relationship Id="rId162" Type="http://schemas.openxmlformats.org/officeDocument/2006/relationships/customXml" Target="../ink/ink1402.xml"/><Relationship Id="rId467" Type="http://schemas.openxmlformats.org/officeDocument/2006/relationships/image" Target="../media/image1363.png"/><Relationship Id="rId674" Type="http://schemas.openxmlformats.org/officeDocument/2006/relationships/image" Target="../media/image1465.png"/><Relationship Id="rId881" Type="http://schemas.openxmlformats.org/officeDocument/2006/relationships/customXml" Target="../ink/ink1763.xml"/><Relationship Id="rId24" Type="http://schemas.openxmlformats.org/officeDocument/2006/relationships/customXml" Target="../ink/ink1333.xml"/><Relationship Id="rId327" Type="http://schemas.openxmlformats.org/officeDocument/2006/relationships/image" Target="../media/image12940.png"/><Relationship Id="rId534" Type="http://schemas.openxmlformats.org/officeDocument/2006/relationships/customXml" Target="../ink/ink1589.xml"/><Relationship Id="rId741" Type="http://schemas.openxmlformats.org/officeDocument/2006/relationships/customXml" Target="../ink/ink1693.xml"/><Relationship Id="rId839" Type="http://schemas.openxmlformats.org/officeDocument/2006/relationships/customXml" Target="../ink/ink1742.xml"/><Relationship Id="rId173" Type="http://schemas.openxmlformats.org/officeDocument/2006/relationships/image" Target="../media/image12180.png"/><Relationship Id="rId380" Type="http://schemas.openxmlformats.org/officeDocument/2006/relationships/customXml" Target="../ink/ink1512.xml"/><Relationship Id="rId601" Type="http://schemas.openxmlformats.org/officeDocument/2006/relationships/customXml" Target="../ink/ink1623.xml"/><Relationship Id="rId240" Type="http://schemas.openxmlformats.org/officeDocument/2006/relationships/customXml" Target="../ink/ink1441.xml"/><Relationship Id="rId478" Type="http://schemas.openxmlformats.org/officeDocument/2006/relationships/customXml" Target="../ink/ink1561.xml"/><Relationship Id="rId685" Type="http://schemas.openxmlformats.org/officeDocument/2006/relationships/customXml" Target="../ink/ink1665.xml"/><Relationship Id="rId892" Type="http://schemas.openxmlformats.org/officeDocument/2006/relationships/image" Target="../media/image1574.png"/><Relationship Id="rId906" Type="http://schemas.openxmlformats.org/officeDocument/2006/relationships/image" Target="../media/image1581.png"/><Relationship Id="rId35" Type="http://schemas.openxmlformats.org/officeDocument/2006/relationships/image" Target="../media/image11490.png"/><Relationship Id="rId100" Type="http://schemas.openxmlformats.org/officeDocument/2006/relationships/customXml" Target="../ink/ink1371.xml"/><Relationship Id="rId338" Type="http://schemas.openxmlformats.org/officeDocument/2006/relationships/customXml" Target="../ink/ink1490.xml"/><Relationship Id="rId545" Type="http://schemas.openxmlformats.org/officeDocument/2006/relationships/image" Target="../media/image1402.png"/><Relationship Id="rId752" Type="http://schemas.openxmlformats.org/officeDocument/2006/relationships/image" Target="../media/image1504.png"/><Relationship Id="rId184" Type="http://schemas.openxmlformats.org/officeDocument/2006/relationships/customXml" Target="../ink/ink1413.xml"/><Relationship Id="rId391" Type="http://schemas.openxmlformats.org/officeDocument/2006/relationships/image" Target="../media/image1325.png"/><Relationship Id="rId405" Type="http://schemas.openxmlformats.org/officeDocument/2006/relationships/image" Target="../media/image1332.png"/><Relationship Id="rId612" Type="http://schemas.openxmlformats.org/officeDocument/2006/relationships/image" Target="../media/image1434.png"/><Relationship Id="rId251" Type="http://schemas.openxmlformats.org/officeDocument/2006/relationships/image" Target="../media/image12570.png"/><Relationship Id="rId489" Type="http://schemas.openxmlformats.org/officeDocument/2006/relationships/image" Target="../media/image1374.png"/><Relationship Id="rId696" Type="http://schemas.openxmlformats.org/officeDocument/2006/relationships/image" Target="../media/image1476.png"/><Relationship Id="rId917" Type="http://schemas.openxmlformats.org/officeDocument/2006/relationships/customXml" Target="../ink/ink1781.xml"/><Relationship Id="rId46" Type="http://schemas.openxmlformats.org/officeDocument/2006/relationships/customXml" Target="../ink/ink1344.xml"/><Relationship Id="rId349" Type="http://schemas.openxmlformats.org/officeDocument/2006/relationships/customXml" Target="../ink/ink1496.xml"/><Relationship Id="rId556" Type="http://schemas.openxmlformats.org/officeDocument/2006/relationships/customXml" Target="../ink/ink1600.xml"/><Relationship Id="rId763" Type="http://schemas.openxmlformats.org/officeDocument/2006/relationships/customXml" Target="../ink/ink1704.xml"/><Relationship Id="rId111" Type="http://schemas.openxmlformats.org/officeDocument/2006/relationships/image" Target="../media/image11870.png"/><Relationship Id="rId195" Type="http://schemas.openxmlformats.org/officeDocument/2006/relationships/image" Target="../media/image12290.png"/><Relationship Id="rId209" Type="http://schemas.openxmlformats.org/officeDocument/2006/relationships/image" Target="../media/image12360.png"/><Relationship Id="rId416" Type="http://schemas.openxmlformats.org/officeDocument/2006/relationships/customXml" Target="../ink/ink1530.xml"/><Relationship Id="rId970" Type="http://schemas.openxmlformats.org/officeDocument/2006/relationships/image" Target="../media/image1613.png"/><Relationship Id="rId623" Type="http://schemas.openxmlformats.org/officeDocument/2006/relationships/customXml" Target="../ink/ink1634.xml"/><Relationship Id="rId830" Type="http://schemas.openxmlformats.org/officeDocument/2006/relationships/image" Target="../media/image1543.png"/><Relationship Id="rId928" Type="http://schemas.openxmlformats.org/officeDocument/2006/relationships/image" Target="../media/image1592.png"/><Relationship Id="rId57" Type="http://schemas.openxmlformats.org/officeDocument/2006/relationships/image" Target="../media/image11600.png"/><Relationship Id="rId262" Type="http://schemas.openxmlformats.org/officeDocument/2006/relationships/customXml" Target="../ink/ink1452.xml"/><Relationship Id="rId567" Type="http://schemas.openxmlformats.org/officeDocument/2006/relationships/image" Target="../media/image1413.png"/><Relationship Id="rId122" Type="http://schemas.openxmlformats.org/officeDocument/2006/relationships/customXml" Target="../ink/ink1382.xml"/><Relationship Id="rId774" Type="http://schemas.openxmlformats.org/officeDocument/2006/relationships/image" Target="../media/image1515.png"/><Relationship Id="rId427" Type="http://schemas.openxmlformats.org/officeDocument/2006/relationships/image" Target="../media/image1343.png"/><Relationship Id="rId634" Type="http://schemas.openxmlformats.org/officeDocument/2006/relationships/image" Target="../media/image1445.png"/><Relationship Id="rId841" Type="http://schemas.openxmlformats.org/officeDocument/2006/relationships/customXml" Target="../ink/ink1743.xml"/><Relationship Id="rId273" Type="http://schemas.openxmlformats.org/officeDocument/2006/relationships/image" Target="../media/image12680.png"/><Relationship Id="rId480" Type="http://schemas.openxmlformats.org/officeDocument/2006/relationships/customXml" Target="../ink/ink1562.xml"/><Relationship Id="rId701" Type="http://schemas.openxmlformats.org/officeDocument/2006/relationships/customXml" Target="../ink/ink1673.xml"/><Relationship Id="rId939" Type="http://schemas.openxmlformats.org/officeDocument/2006/relationships/customXml" Target="../ink/ink1792.xml"/><Relationship Id="rId68" Type="http://schemas.openxmlformats.org/officeDocument/2006/relationships/customXml" Target="../ink/ink1355.xml"/><Relationship Id="rId133" Type="http://schemas.openxmlformats.org/officeDocument/2006/relationships/image" Target="../media/image11980.png"/><Relationship Id="rId340" Type="http://schemas.openxmlformats.org/officeDocument/2006/relationships/customXml" Target="../ink/ink1491.xml"/><Relationship Id="rId578" Type="http://schemas.openxmlformats.org/officeDocument/2006/relationships/customXml" Target="../ink/ink1611.xml"/><Relationship Id="rId785" Type="http://schemas.openxmlformats.org/officeDocument/2006/relationships/customXml" Target="../ink/ink1715.xml"/><Relationship Id="rId200" Type="http://schemas.openxmlformats.org/officeDocument/2006/relationships/customXml" Target="../ink/ink1421.xml"/><Relationship Id="rId438" Type="http://schemas.openxmlformats.org/officeDocument/2006/relationships/customXml" Target="../ink/ink1541.xml"/><Relationship Id="rId645" Type="http://schemas.openxmlformats.org/officeDocument/2006/relationships/customXml" Target="../ink/ink1645.xml"/><Relationship Id="rId852" Type="http://schemas.openxmlformats.org/officeDocument/2006/relationships/image" Target="../media/image1554.png"/><Relationship Id="rId284" Type="http://schemas.openxmlformats.org/officeDocument/2006/relationships/customXml" Target="../ink/ink1463.xml"/><Relationship Id="rId491" Type="http://schemas.openxmlformats.org/officeDocument/2006/relationships/image" Target="../media/image1375.png"/><Relationship Id="rId505" Type="http://schemas.openxmlformats.org/officeDocument/2006/relationships/image" Target="../media/image1382.png"/><Relationship Id="rId712" Type="http://schemas.openxmlformats.org/officeDocument/2006/relationships/image" Target="../media/image1484.png"/><Relationship Id="rId79" Type="http://schemas.openxmlformats.org/officeDocument/2006/relationships/image" Target="../media/image11710.png"/><Relationship Id="rId144" Type="http://schemas.openxmlformats.org/officeDocument/2006/relationships/customXml" Target="../ink/ink1393.xml"/><Relationship Id="rId589" Type="http://schemas.openxmlformats.org/officeDocument/2006/relationships/image" Target="../media/image1423.png"/><Relationship Id="rId796" Type="http://schemas.openxmlformats.org/officeDocument/2006/relationships/image" Target="../media/image1526.png"/><Relationship Id="rId351" Type="http://schemas.openxmlformats.org/officeDocument/2006/relationships/customXml" Target="../ink/ink1497.xml"/><Relationship Id="rId449" Type="http://schemas.openxmlformats.org/officeDocument/2006/relationships/image" Target="../media/image1354.png"/><Relationship Id="rId656" Type="http://schemas.openxmlformats.org/officeDocument/2006/relationships/image" Target="../media/image1456.png"/><Relationship Id="rId863" Type="http://schemas.openxmlformats.org/officeDocument/2006/relationships/customXml" Target="../ink/ink1754.xml"/><Relationship Id="rId211" Type="http://schemas.openxmlformats.org/officeDocument/2006/relationships/image" Target="../media/image12370.png"/><Relationship Id="rId295" Type="http://schemas.openxmlformats.org/officeDocument/2006/relationships/image" Target="../media/image12790.png"/><Relationship Id="rId309" Type="http://schemas.openxmlformats.org/officeDocument/2006/relationships/image" Target="../media/image12860.png"/><Relationship Id="rId516" Type="http://schemas.openxmlformats.org/officeDocument/2006/relationships/customXml" Target="../ink/ink1580.xml"/><Relationship Id="rId723" Type="http://schemas.openxmlformats.org/officeDocument/2006/relationships/customXml" Target="../ink/ink1684.xml"/><Relationship Id="rId930" Type="http://schemas.openxmlformats.org/officeDocument/2006/relationships/image" Target="../media/image1593.png"/><Relationship Id="rId155" Type="http://schemas.openxmlformats.org/officeDocument/2006/relationships/image" Target="../media/image12090.png"/><Relationship Id="rId362" Type="http://schemas.openxmlformats.org/officeDocument/2006/relationships/image" Target="../media/image13110.png"/><Relationship Id="rId222" Type="http://schemas.openxmlformats.org/officeDocument/2006/relationships/customXml" Target="../ink/ink1432.xml"/><Relationship Id="rId667" Type="http://schemas.openxmlformats.org/officeDocument/2006/relationships/customXml" Target="../ink/ink1656.xml"/><Relationship Id="rId874" Type="http://schemas.openxmlformats.org/officeDocument/2006/relationships/image" Target="../media/image1565.png"/><Relationship Id="rId17" Type="http://schemas.openxmlformats.org/officeDocument/2006/relationships/image" Target="../media/image11400.png"/><Relationship Id="rId527" Type="http://schemas.openxmlformats.org/officeDocument/2006/relationships/image" Target="../media/image1393.png"/><Relationship Id="rId734" Type="http://schemas.openxmlformats.org/officeDocument/2006/relationships/image" Target="../media/image1495.png"/><Relationship Id="rId941" Type="http://schemas.openxmlformats.org/officeDocument/2006/relationships/customXml" Target="../ink/ink1793.xml"/><Relationship Id="rId70" Type="http://schemas.openxmlformats.org/officeDocument/2006/relationships/customXml" Target="../ink/ink1356.xml"/><Relationship Id="rId166" Type="http://schemas.openxmlformats.org/officeDocument/2006/relationships/customXml" Target="../ink/ink1404.xml"/><Relationship Id="rId373" Type="http://schemas.openxmlformats.org/officeDocument/2006/relationships/image" Target="../media/image13160.png"/><Relationship Id="rId580" Type="http://schemas.openxmlformats.org/officeDocument/2006/relationships/customXml" Target="../ink/ink1612.xml"/><Relationship Id="rId801" Type="http://schemas.openxmlformats.org/officeDocument/2006/relationships/customXml" Target="../ink/ink1723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2480.png"/><Relationship Id="rId440" Type="http://schemas.openxmlformats.org/officeDocument/2006/relationships/customXml" Target="../ink/ink1542.xml"/><Relationship Id="rId678" Type="http://schemas.openxmlformats.org/officeDocument/2006/relationships/image" Target="../media/image1467.png"/><Relationship Id="rId885" Type="http://schemas.openxmlformats.org/officeDocument/2006/relationships/customXml" Target="../ink/ink1765.xml"/><Relationship Id="rId28" Type="http://schemas.openxmlformats.org/officeDocument/2006/relationships/customXml" Target="../ink/ink1335.xml"/><Relationship Id="rId300" Type="http://schemas.openxmlformats.org/officeDocument/2006/relationships/customXml" Target="../ink/ink1471.xml"/><Relationship Id="rId538" Type="http://schemas.openxmlformats.org/officeDocument/2006/relationships/customXml" Target="../ink/ink1591.xml"/><Relationship Id="rId745" Type="http://schemas.openxmlformats.org/officeDocument/2006/relationships/customXml" Target="../ink/ink1695.xml"/><Relationship Id="rId952" Type="http://schemas.openxmlformats.org/officeDocument/2006/relationships/image" Target="../media/image1604.png"/><Relationship Id="rId81" Type="http://schemas.openxmlformats.org/officeDocument/2006/relationships/image" Target="../media/image11720.png"/><Relationship Id="rId177" Type="http://schemas.openxmlformats.org/officeDocument/2006/relationships/image" Target="../media/image12200.png"/><Relationship Id="rId384" Type="http://schemas.openxmlformats.org/officeDocument/2006/relationships/customXml" Target="../ink/ink1514.xml"/><Relationship Id="rId591" Type="http://schemas.openxmlformats.org/officeDocument/2006/relationships/customXml" Target="../ink/ink1618.xml"/><Relationship Id="rId605" Type="http://schemas.openxmlformats.org/officeDocument/2006/relationships/customXml" Target="../ink/ink1625.xml"/><Relationship Id="rId812" Type="http://schemas.openxmlformats.org/officeDocument/2006/relationships/image" Target="../media/image1534.png"/><Relationship Id="rId244" Type="http://schemas.openxmlformats.org/officeDocument/2006/relationships/customXml" Target="../ink/ink1443.xml"/><Relationship Id="rId689" Type="http://schemas.openxmlformats.org/officeDocument/2006/relationships/customXml" Target="../ink/ink1667.xml"/><Relationship Id="rId896" Type="http://schemas.openxmlformats.org/officeDocument/2006/relationships/image" Target="../media/image1576.png"/><Relationship Id="rId39" Type="http://schemas.openxmlformats.org/officeDocument/2006/relationships/image" Target="../media/image11510.png"/><Relationship Id="rId451" Type="http://schemas.openxmlformats.org/officeDocument/2006/relationships/image" Target="../media/image1355.png"/><Relationship Id="rId549" Type="http://schemas.openxmlformats.org/officeDocument/2006/relationships/image" Target="../media/image1404.png"/><Relationship Id="rId756" Type="http://schemas.openxmlformats.org/officeDocument/2006/relationships/image" Target="../media/image1506.png"/><Relationship Id="rId104" Type="http://schemas.openxmlformats.org/officeDocument/2006/relationships/customXml" Target="../ink/ink1373.xml"/><Relationship Id="rId188" Type="http://schemas.openxmlformats.org/officeDocument/2006/relationships/customXml" Target="../ink/ink1415.xml"/><Relationship Id="rId311" Type="http://schemas.openxmlformats.org/officeDocument/2006/relationships/image" Target="../media/image12870.png"/><Relationship Id="rId395" Type="http://schemas.openxmlformats.org/officeDocument/2006/relationships/image" Target="../media/image1327.png"/><Relationship Id="rId409" Type="http://schemas.openxmlformats.org/officeDocument/2006/relationships/image" Target="../media/image1334.png"/><Relationship Id="rId963" Type="http://schemas.openxmlformats.org/officeDocument/2006/relationships/customXml" Target="../ink/ink1804.xml"/><Relationship Id="rId92" Type="http://schemas.openxmlformats.org/officeDocument/2006/relationships/customXml" Target="../ink/ink1367.xml"/><Relationship Id="rId616" Type="http://schemas.openxmlformats.org/officeDocument/2006/relationships/image" Target="../media/image1436.png"/><Relationship Id="rId823" Type="http://schemas.openxmlformats.org/officeDocument/2006/relationships/customXml" Target="../ink/ink1734.xml"/><Relationship Id="rId255" Type="http://schemas.openxmlformats.org/officeDocument/2006/relationships/image" Target="../media/image12590.png"/><Relationship Id="rId297" Type="http://schemas.openxmlformats.org/officeDocument/2006/relationships/image" Target="../media/image12800.png"/><Relationship Id="rId462" Type="http://schemas.openxmlformats.org/officeDocument/2006/relationships/customXml" Target="../ink/ink1553.xml"/><Relationship Id="rId518" Type="http://schemas.openxmlformats.org/officeDocument/2006/relationships/customXml" Target="../ink/ink1581.xml"/><Relationship Id="rId725" Type="http://schemas.openxmlformats.org/officeDocument/2006/relationships/customXml" Target="../ink/ink1685.xml"/><Relationship Id="rId932" Type="http://schemas.openxmlformats.org/officeDocument/2006/relationships/image" Target="../media/image1594.png"/><Relationship Id="rId115" Type="http://schemas.openxmlformats.org/officeDocument/2006/relationships/image" Target="../media/image11890.png"/><Relationship Id="rId157" Type="http://schemas.openxmlformats.org/officeDocument/2006/relationships/image" Target="../media/image12100.png"/><Relationship Id="rId322" Type="http://schemas.openxmlformats.org/officeDocument/2006/relationships/customXml" Target="../ink/ink1482.xml"/><Relationship Id="rId364" Type="http://schemas.openxmlformats.org/officeDocument/2006/relationships/customXml" Target="../ink/ink1504.xml"/><Relationship Id="rId767" Type="http://schemas.openxmlformats.org/officeDocument/2006/relationships/customXml" Target="../ink/ink1706.xml"/><Relationship Id="rId61" Type="http://schemas.openxmlformats.org/officeDocument/2006/relationships/image" Target="../media/image11620.png"/><Relationship Id="rId199" Type="http://schemas.openxmlformats.org/officeDocument/2006/relationships/image" Target="../media/image12310.png"/><Relationship Id="rId571" Type="http://schemas.openxmlformats.org/officeDocument/2006/relationships/image" Target="../media/image1415.png"/><Relationship Id="rId627" Type="http://schemas.openxmlformats.org/officeDocument/2006/relationships/customXml" Target="../ink/ink1636.xml"/><Relationship Id="rId669" Type="http://schemas.openxmlformats.org/officeDocument/2006/relationships/customXml" Target="../ink/ink1657.xml"/><Relationship Id="rId834" Type="http://schemas.openxmlformats.org/officeDocument/2006/relationships/image" Target="../media/image1545.png"/><Relationship Id="rId876" Type="http://schemas.openxmlformats.org/officeDocument/2006/relationships/image" Target="../media/image1566.png"/><Relationship Id="rId19" Type="http://schemas.openxmlformats.org/officeDocument/2006/relationships/image" Target="../media/image11410.png"/><Relationship Id="rId224" Type="http://schemas.openxmlformats.org/officeDocument/2006/relationships/customXml" Target="../ink/ink1433.xml"/><Relationship Id="rId266" Type="http://schemas.openxmlformats.org/officeDocument/2006/relationships/customXml" Target="../ink/ink1454.xml"/><Relationship Id="rId431" Type="http://schemas.openxmlformats.org/officeDocument/2006/relationships/image" Target="../media/image1345.png"/><Relationship Id="rId473" Type="http://schemas.openxmlformats.org/officeDocument/2006/relationships/image" Target="../media/image1366.png"/><Relationship Id="rId529" Type="http://schemas.openxmlformats.org/officeDocument/2006/relationships/image" Target="../media/image1394.png"/><Relationship Id="rId680" Type="http://schemas.openxmlformats.org/officeDocument/2006/relationships/image" Target="../media/image1468.png"/><Relationship Id="rId736" Type="http://schemas.openxmlformats.org/officeDocument/2006/relationships/image" Target="../media/image1496.png"/><Relationship Id="rId901" Type="http://schemas.openxmlformats.org/officeDocument/2006/relationships/customXml" Target="../ink/ink1773.xml"/><Relationship Id="rId30" Type="http://schemas.openxmlformats.org/officeDocument/2006/relationships/customXml" Target="../ink/ink1336.xml"/><Relationship Id="rId126" Type="http://schemas.openxmlformats.org/officeDocument/2006/relationships/customXml" Target="../ink/ink1384.xml"/><Relationship Id="rId168" Type="http://schemas.openxmlformats.org/officeDocument/2006/relationships/customXml" Target="../ink/ink1405.xml"/><Relationship Id="rId333" Type="http://schemas.openxmlformats.org/officeDocument/2006/relationships/image" Target="../media/image12970.png"/><Relationship Id="rId540" Type="http://schemas.openxmlformats.org/officeDocument/2006/relationships/customXml" Target="../ink/ink1592.xml"/><Relationship Id="rId778" Type="http://schemas.openxmlformats.org/officeDocument/2006/relationships/image" Target="../media/image1517.png"/><Relationship Id="rId943" Type="http://schemas.openxmlformats.org/officeDocument/2006/relationships/customXml" Target="../ink/ink1794.xml"/><Relationship Id="rId72" Type="http://schemas.openxmlformats.org/officeDocument/2006/relationships/customXml" Target="../ink/ink1357.xml"/><Relationship Id="rId375" Type="http://schemas.openxmlformats.org/officeDocument/2006/relationships/image" Target="../media/image13170.png"/><Relationship Id="rId582" Type="http://schemas.openxmlformats.org/officeDocument/2006/relationships/customXml" Target="../ink/ink1613.xml"/><Relationship Id="rId638" Type="http://schemas.openxmlformats.org/officeDocument/2006/relationships/image" Target="../media/image1447.png"/><Relationship Id="rId803" Type="http://schemas.openxmlformats.org/officeDocument/2006/relationships/customXml" Target="../ink/ink1724.xml"/><Relationship Id="rId845" Type="http://schemas.openxmlformats.org/officeDocument/2006/relationships/customXml" Target="../ink/ink1745.xml"/><Relationship Id="rId3" Type="http://schemas.openxmlformats.org/officeDocument/2006/relationships/image" Target="../media/image11330.png"/><Relationship Id="rId235" Type="http://schemas.openxmlformats.org/officeDocument/2006/relationships/image" Target="../media/image12490.png"/><Relationship Id="rId277" Type="http://schemas.openxmlformats.org/officeDocument/2006/relationships/image" Target="../media/image12700.png"/><Relationship Id="rId400" Type="http://schemas.openxmlformats.org/officeDocument/2006/relationships/customXml" Target="../ink/ink1522.xml"/><Relationship Id="rId442" Type="http://schemas.openxmlformats.org/officeDocument/2006/relationships/customXml" Target="../ink/ink1543.xml"/><Relationship Id="rId484" Type="http://schemas.openxmlformats.org/officeDocument/2006/relationships/customXml" Target="../ink/ink1564.xml"/><Relationship Id="rId705" Type="http://schemas.openxmlformats.org/officeDocument/2006/relationships/customXml" Target="../ink/ink1675.xml"/><Relationship Id="rId887" Type="http://schemas.openxmlformats.org/officeDocument/2006/relationships/customXml" Target="../ink/ink1766.xml"/><Relationship Id="rId137" Type="http://schemas.openxmlformats.org/officeDocument/2006/relationships/image" Target="../media/image12000.png"/><Relationship Id="rId302" Type="http://schemas.openxmlformats.org/officeDocument/2006/relationships/customXml" Target="../ink/ink1472.xml"/><Relationship Id="rId344" Type="http://schemas.openxmlformats.org/officeDocument/2006/relationships/image" Target="../media/image13020.png"/><Relationship Id="rId691" Type="http://schemas.openxmlformats.org/officeDocument/2006/relationships/customXml" Target="../ink/ink1668.xml"/><Relationship Id="rId747" Type="http://schemas.openxmlformats.org/officeDocument/2006/relationships/customXml" Target="../ink/ink1696.xml"/><Relationship Id="rId789" Type="http://schemas.openxmlformats.org/officeDocument/2006/relationships/customXml" Target="../ink/ink1717.xml"/><Relationship Id="rId912" Type="http://schemas.openxmlformats.org/officeDocument/2006/relationships/image" Target="../media/image1584.png"/><Relationship Id="rId954" Type="http://schemas.openxmlformats.org/officeDocument/2006/relationships/image" Target="../media/image1605.png"/><Relationship Id="rId41" Type="http://schemas.openxmlformats.org/officeDocument/2006/relationships/image" Target="../media/image11520.png"/><Relationship Id="rId83" Type="http://schemas.openxmlformats.org/officeDocument/2006/relationships/image" Target="../media/image11730.png"/><Relationship Id="rId179" Type="http://schemas.openxmlformats.org/officeDocument/2006/relationships/image" Target="../media/image12210.png"/><Relationship Id="rId386" Type="http://schemas.openxmlformats.org/officeDocument/2006/relationships/customXml" Target="../ink/ink1515.xml"/><Relationship Id="rId551" Type="http://schemas.openxmlformats.org/officeDocument/2006/relationships/image" Target="../media/image1405.png"/><Relationship Id="rId593" Type="http://schemas.openxmlformats.org/officeDocument/2006/relationships/customXml" Target="../ink/ink1619.xml"/><Relationship Id="rId607" Type="http://schemas.openxmlformats.org/officeDocument/2006/relationships/customXml" Target="../ink/ink1626.xml"/><Relationship Id="rId649" Type="http://schemas.openxmlformats.org/officeDocument/2006/relationships/customXml" Target="../ink/ink1647.xml"/><Relationship Id="rId814" Type="http://schemas.openxmlformats.org/officeDocument/2006/relationships/image" Target="../media/image1535.png"/><Relationship Id="rId856" Type="http://schemas.openxmlformats.org/officeDocument/2006/relationships/image" Target="../media/image1556.png"/><Relationship Id="rId190" Type="http://schemas.openxmlformats.org/officeDocument/2006/relationships/customXml" Target="../ink/ink1416.xml"/><Relationship Id="rId204" Type="http://schemas.openxmlformats.org/officeDocument/2006/relationships/customXml" Target="../ink/ink1423.xml"/><Relationship Id="rId246" Type="http://schemas.openxmlformats.org/officeDocument/2006/relationships/customXml" Target="../ink/ink1444.xml"/><Relationship Id="rId288" Type="http://schemas.openxmlformats.org/officeDocument/2006/relationships/customXml" Target="../ink/ink1465.xml"/><Relationship Id="rId411" Type="http://schemas.openxmlformats.org/officeDocument/2006/relationships/image" Target="../media/image1335.png"/><Relationship Id="rId453" Type="http://schemas.openxmlformats.org/officeDocument/2006/relationships/image" Target="../media/image1356.png"/><Relationship Id="rId509" Type="http://schemas.openxmlformats.org/officeDocument/2006/relationships/image" Target="../media/image1384.png"/><Relationship Id="rId660" Type="http://schemas.openxmlformats.org/officeDocument/2006/relationships/image" Target="../media/image1458.png"/><Relationship Id="rId898" Type="http://schemas.openxmlformats.org/officeDocument/2006/relationships/image" Target="../media/image1577.png"/><Relationship Id="rId106" Type="http://schemas.openxmlformats.org/officeDocument/2006/relationships/customXml" Target="../ink/ink1374.xml"/><Relationship Id="rId313" Type="http://schemas.openxmlformats.org/officeDocument/2006/relationships/image" Target="../media/image11411.png"/><Relationship Id="rId495" Type="http://schemas.openxmlformats.org/officeDocument/2006/relationships/image" Target="../media/image1377.png"/><Relationship Id="rId716" Type="http://schemas.openxmlformats.org/officeDocument/2006/relationships/image" Target="../media/image1486.png"/><Relationship Id="rId758" Type="http://schemas.openxmlformats.org/officeDocument/2006/relationships/image" Target="../media/image1507.png"/><Relationship Id="rId923" Type="http://schemas.openxmlformats.org/officeDocument/2006/relationships/customXml" Target="../ink/ink1784.xml"/><Relationship Id="rId965" Type="http://schemas.openxmlformats.org/officeDocument/2006/relationships/customXml" Target="../ink/ink1805.xml"/><Relationship Id="rId10" Type="http://schemas.openxmlformats.org/officeDocument/2006/relationships/customXml" Target="../ink/ink1326.xml"/><Relationship Id="rId52" Type="http://schemas.openxmlformats.org/officeDocument/2006/relationships/customXml" Target="../ink/ink1347.xml"/><Relationship Id="rId94" Type="http://schemas.openxmlformats.org/officeDocument/2006/relationships/customXml" Target="../ink/ink1368.xml"/><Relationship Id="rId148" Type="http://schemas.openxmlformats.org/officeDocument/2006/relationships/customXml" Target="../ink/ink1395.xml"/><Relationship Id="rId355" Type="http://schemas.openxmlformats.org/officeDocument/2006/relationships/customXml" Target="../ink/ink1499.xml"/><Relationship Id="rId397" Type="http://schemas.openxmlformats.org/officeDocument/2006/relationships/image" Target="../media/image1328.png"/><Relationship Id="rId520" Type="http://schemas.openxmlformats.org/officeDocument/2006/relationships/customXml" Target="../ink/ink1582.xml"/><Relationship Id="rId562" Type="http://schemas.openxmlformats.org/officeDocument/2006/relationships/customXml" Target="../ink/ink1603.xml"/><Relationship Id="rId618" Type="http://schemas.openxmlformats.org/officeDocument/2006/relationships/image" Target="../media/image1437.png"/><Relationship Id="rId825" Type="http://schemas.openxmlformats.org/officeDocument/2006/relationships/customXml" Target="../ink/ink1735.xml"/><Relationship Id="rId215" Type="http://schemas.openxmlformats.org/officeDocument/2006/relationships/image" Target="../media/image12390.png"/><Relationship Id="rId257" Type="http://schemas.openxmlformats.org/officeDocument/2006/relationships/image" Target="../media/image12600.png"/><Relationship Id="rId422" Type="http://schemas.openxmlformats.org/officeDocument/2006/relationships/customXml" Target="../ink/ink1533.xml"/><Relationship Id="rId464" Type="http://schemas.openxmlformats.org/officeDocument/2006/relationships/customXml" Target="../ink/ink1554.xml"/><Relationship Id="rId867" Type="http://schemas.openxmlformats.org/officeDocument/2006/relationships/customXml" Target="../ink/ink1756.xml"/><Relationship Id="rId299" Type="http://schemas.openxmlformats.org/officeDocument/2006/relationships/image" Target="../media/image12810.png"/><Relationship Id="rId727" Type="http://schemas.openxmlformats.org/officeDocument/2006/relationships/customXml" Target="../ink/ink1686.xml"/><Relationship Id="rId934" Type="http://schemas.openxmlformats.org/officeDocument/2006/relationships/image" Target="../media/image1595.png"/><Relationship Id="rId63" Type="http://schemas.openxmlformats.org/officeDocument/2006/relationships/image" Target="../media/image11630.png"/><Relationship Id="rId159" Type="http://schemas.openxmlformats.org/officeDocument/2006/relationships/image" Target="../media/image12110.png"/><Relationship Id="rId366" Type="http://schemas.openxmlformats.org/officeDocument/2006/relationships/customXml" Target="../ink/ink1505.xml"/><Relationship Id="rId573" Type="http://schemas.openxmlformats.org/officeDocument/2006/relationships/image" Target="../media/image5370.png"/><Relationship Id="rId780" Type="http://schemas.openxmlformats.org/officeDocument/2006/relationships/image" Target="../media/image1518.png"/><Relationship Id="rId226" Type="http://schemas.openxmlformats.org/officeDocument/2006/relationships/customXml" Target="../ink/ink1434.xml"/><Relationship Id="rId433" Type="http://schemas.openxmlformats.org/officeDocument/2006/relationships/image" Target="../media/image1346.png"/><Relationship Id="rId878" Type="http://schemas.openxmlformats.org/officeDocument/2006/relationships/image" Target="../media/image1567.png"/><Relationship Id="rId640" Type="http://schemas.openxmlformats.org/officeDocument/2006/relationships/image" Target="../media/image1448.png"/><Relationship Id="rId738" Type="http://schemas.openxmlformats.org/officeDocument/2006/relationships/image" Target="../media/image1497.png"/><Relationship Id="rId945" Type="http://schemas.openxmlformats.org/officeDocument/2006/relationships/customXml" Target="../ink/ink1795.xml"/><Relationship Id="rId74" Type="http://schemas.openxmlformats.org/officeDocument/2006/relationships/customXml" Target="../ink/ink1358.xml"/><Relationship Id="rId377" Type="http://schemas.openxmlformats.org/officeDocument/2006/relationships/image" Target="../media/image1318.png"/><Relationship Id="rId500" Type="http://schemas.openxmlformats.org/officeDocument/2006/relationships/customXml" Target="../ink/ink1572.xml"/><Relationship Id="rId584" Type="http://schemas.openxmlformats.org/officeDocument/2006/relationships/customXml" Target="../ink/ink1614.xml"/><Relationship Id="rId805" Type="http://schemas.openxmlformats.org/officeDocument/2006/relationships/customXml" Target="../ink/ink1725.xml"/><Relationship Id="rId5" Type="http://schemas.openxmlformats.org/officeDocument/2006/relationships/image" Target="../media/image11340.png"/><Relationship Id="rId237" Type="http://schemas.openxmlformats.org/officeDocument/2006/relationships/image" Target="../media/image12500.png"/><Relationship Id="rId791" Type="http://schemas.openxmlformats.org/officeDocument/2006/relationships/customXml" Target="../ink/ink1718.xml"/><Relationship Id="rId889" Type="http://schemas.openxmlformats.org/officeDocument/2006/relationships/customXml" Target="../ink/ink1767.xml"/><Relationship Id="rId444" Type="http://schemas.openxmlformats.org/officeDocument/2006/relationships/customXml" Target="../ink/ink1544.xml"/><Relationship Id="rId651" Type="http://schemas.openxmlformats.org/officeDocument/2006/relationships/customXml" Target="../ink/ink1648.xml"/><Relationship Id="rId749" Type="http://schemas.openxmlformats.org/officeDocument/2006/relationships/customXml" Target="../ink/ink1697.xml"/><Relationship Id="rId290" Type="http://schemas.openxmlformats.org/officeDocument/2006/relationships/customXml" Target="../ink/ink1466.xml"/><Relationship Id="rId304" Type="http://schemas.openxmlformats.org/officeDocument/2006/relationships/customXml" Target="../ink/ink1473.xml"/><Relationship Id="rId388" Type="http://schemas.openxmlformats.org/officeDocument/2006/relationships/customXml" Target="../ink/ink1516.xml"/><Relationship Id="rId511" Type="http://schemas.openxmlformats.org/officeDocument/2006/relationships/image" Target="../media/image1385.png"/><Relationship Id="rId609" Type="http://schemas.openxmlformats.org/officeDocument/2006/relationships/customXml" Target="../ink/ink1627.xml"/><Relationship Id="rId956" Type="http://schemas.openxmlformats.org/officeDocument/2006/relationships/image" Target="../media/image1606.png"/><Relationship Id="rId85" Type="http://schemas.openxmlformats.org/officeDocument/2006/relationships/image" Target="../media/image11740.png"/><Relationship Id="rId150" Type="http://schemas.openxmlformats.org/officeDocument/2006/relationships/customXml" Target="../ink/ink1396.xml"/><Relationship Id="rId595" Type="http://schemas.openxmlformats.org/officeDocument/2006/relationships/customXml" Target="../ink/ink1620.xml"/><Relationship Id="rId816" Type="http://schemas.openxmlformats.org/officeDocument/2006/relationships/image" Target="../media/image1536.png"/><Relationship Id="rId248" Type="http://schemas.openxmlformats.org/officeDocument/2006/relationships/customXml" Target="../ink/ink1445.xml"/><Relationship Id="rId455" Type="http://schemas.openxmlformats.org/officeDocument/2006/relationships/image" Target="../media/image1357.png"/><Relationship Id="rId662" Type="http://schemas.openxmlformats.org/officeDocument/2006/relationships/image" Target="../media/image1459.png"/><Relationship Id="rId12" Type="http://schemas.openxmlformats.org/officeDocument/2006/relationships/customXml" Target="../ink/ink1327.xml"/><Relationship Id="rId108" Type="http://schemas.openxmlformats.org/officeDocument/2006/relationships/customXml" Target="../ink/ink1375.xml"/><Relationship Id="rId315" Type="http://schemas.openxmlformats.org/officeDocument/2006/relationships/image" Target="../media/image12880.png"/><Relationship Id="rId522" Type="http://schemas.openxmlformats.org/officeDocument/2006/relationships/customXml" Target="../ink/ink1583.xml"/><Relationship Id="rId967" Type="http://schemas.openxmlformats.org/officeDocument/2006/relationships/customXml" Target="../ink/ink1806.xml"/><Relationship Id="rId96" Type="http://schemas.openxmlformats.org/officeDocument/2006/relationships/customXml" Target="../ink/ink1369.xml"/><Relationship Id="rId161" Type="http://schemas.openxmlformats.org/officeDocument/2006/relationships/image" Target="../media/image12120.png"/><Relationship Id="rId399" Type="http://schemas.openxmlformats.org/officeDocument/2006/relationships/image" Target="../media/image1329.png"/><Relationship Id="rId827" Type="http://schemas.openxmlformats.org/officeDocument/2006/relationships/customXml" Target="../ink/ink1736.xml"/><Relationship Id="rId259" Type="http://schemas.openxmlformats.org/officeDocument/2006/relationships/image" Target="../media/image12610.png"/><Relationship Id="rId466" Type="http://schemas.openxmlformats.org/officeDocument/2006/relationships/customXml" Target="../ink/ink1555.xml"/><Relationship Id="rId673" Type="http://schemas.openxmlformats.org/officeDocument/2006/relationships/customXml" Target="../ink/ink1659.xml"/><Relationship Id="rId880" Type="http://schemas.openxmlformats.org/officeDocument/2006/relationships/image" Target="../media/image1568.png"/><Relationship Id="rId23" Type="http://schemas.openxmlformats.org/officeDocument/2006/relationships/image" Target="../media/image11430.png"/><Relationship Id="rId119" Type="http://schemas.openxmlformats.org/officeDocument/2006/relationships/image" Target="../media/image11910.png"/><Relationship Id="rId326" Type="http://schemas.openxmlformats.org/officeDocument/2006/relationships/customXml" Target="../ink/ink1484.xml"/><Relationship Id="rId533" Type="http://schemas.openxmlformats.org/officeDocument/2006/relationships/image" Target="../media/image1396.png"/><Relationship Id="rId740" Type="http://schemas.openxmlformats.org/officeDocument/2006/relationships/image" Target="../media/image1498.png"/><Relationship Id="rId838" Type="http://schemas.openxmlformats.org/officeDocument/2006/relationships/image" Target="../media/image1547.png"/><Relationship Id="rId172" Type="http://schemas.openxmlformats.org/officeDocument/2006/relationships/customXml" Target="../ink/ink1407.xml"/><Relationship Id="rId477" Type="http://schemas.openxmlformats.org/officeDocument/2006/relationships/image" Target="../media/image1368.png"/><Relationship Id="rId600" Type="http://schemas.openxmlformats.org/officeDocument/2006/relationships/image" Target="../media/image1428.png"/><Relationship Id="rId684" Type="http://schemas.openxmlformats.org/officeDocument/2006/relationships/image" Target="../media/image1470.png"/><Relationship Id="rId337" Type="http://schemas.openxmlformats.org/officeDocument/2006/relationships/image" Target="../media/image12990.png"/><Relationship Id="rId891" Type="http://schemas.openxmlformats.org/officeDocument/2006/relationships/customXml" Target="../ink/ink1768.xml"/><Relationship Id="rId905" Type="http://schemas.openxmlformats.org/officeDocument/2006/relationships/customXml" Target="../ink/ink1775.xml"/><Relationship Id="rId34" Type="http://schemas.openxmlformats.org/officeDocument/2006/relationships/customXml" Target="../ink/ink1338.xml"/><Relationship Id="rId544" Type="http://schemas.openxmlformats.org/officeDocument/2006/relationships/customXml" Target="../ink/ink1594.xml"/><Relationship Id="rId751" Type="http://schemas.openxmlformats.org/officeDocument/2006/relationships/customXml" Target="../ink/ink1698.xml"/><Relationship Id="rId849" Type="http://schemas.openxmlformats.org/officeDocument/2006/relationships/customXml" Target="../ink/ink1747.xml"/><Relationship Id="rId183" Type="http://schemas.openxmlformats.org/officeDocument/2006/relationships/image" Target="../media/image12230.png"/><Relationship Id="rId390" Type="http://schemas.openxmlformats.org/officeDocument/2006/relationships/customXml" Target="../ink/ink1517.xml"/><Relationship Id="rId404" Type="http://schemas.openxmlformats.org/officeDocument/2006/relationships/customXml" Target="../ink/ink1524.xml"/><Relationship Id="rId611" Type="http://schemas.openxmlformats.org/officeDocument/2006/relationships/customXml" Target="../ink/ink1628.xml"/><Relationship Id="rId250" Type="http://schemas.openxmlformats.org/officeDocument/2006/relationships/customXml" Target="../ink/ink1446.xml"/><Relationship Id="rId488" Type="http://schemas.openxmlformats.org/officeDocument/2006/relationships/customXml" Target="../ink/ink1566.xml"/><Relationship Id="rId695" Type="http://schemas.openxmlformats.org/officeDocument/2006/relationships/customXml" Target="../ink/ink1670.xml"/><Relationship Id="rId709" Type="http://schemas.openxmlformats.org/officeDocument/2006/relationships/customXml" Target="../ink/ink1677.xml"/><Relationship Id="rId916" Type="http://schemas.openxmlformats.org/officeDocument/2006/relationships/image" Target="../media/image1586.png"/><Relationship Id="rId45" Type="http://schemas.openxmlformats.org/officeDocument/2006/relationships/image" Target="../media/image11540.png"/><Relationship Id="rId110" Type="http://schemas.openxmlformats.org/officeDocument/2006/relationships/customXml" Target="../ink/ink1376.xml"/><Relationship Id="rId348" Type="http://schemas.openxmlformats.org/officeDocument/2006/relationships/image" Target="../media/image13040.png"/><Relationship Id="rId555" Type="http://schemas.openxmlformats.org/officeDocument/2006/relationships/image" Target="../media/image1407.png"/><Relationship Id="rId762" Type="http://schemas.openxmlformats.org/officeDocument/2006/relationships/image" Target="../media/image1509.png"/><Relationship Id="rId194" Type="http://schemas.openxmlformats.org/officeDocument/2006/relationships/customXml" Target="../ink/ink1418.xml"/><Relationship Id="rId208" Type="http://schemas.openxmlformats.org/officeDocument/2006/relationships/customXml" Target="../ink/ink1425.xml"/><Relationship Id="rId415" Type="http://schemas.openxmlformats.org/officeDocument/2006/relationships/image" Target="../media/image1337.png"/><Relationship Id="rId622" Type="http://schemas.openxmlformats.org/officeDocument/2006/relationships/image" Target="../media/image1439.png"/><Relationship Id="rId261" Type="http://schemas.openxmlformats.org/officeDocument/2006/relationships/image" Target="../media/image12620.png"/><Relationship Id="rId499" Type="http://schemas.openxmlformats.org/officeDocument/2006/relationships/image" Target="../media/image1379.png"/><Relationship Id="rId927" Type="http://schemas.openxmlformats.org/officeDocument/2006/relationships/customXml" Target="../ink/ink1786.xml"/><Relationship Id="rId56" Type="http://schemas.openxmlformats.org/officeDocument/2006/relationships/customXml" Target="../ink/ink1349.xml"/><Relationship Id="rId359" Type="http://schemas.openxmlformats.org/officeDocument/2006/relationships/customXml" Target="../ink/ink1501.xml"/><Relationship Id="rId566" Type="http://schemas.openxmlformats.org/officeDocument/2006/relationships/customXml" Target="../ink/ink1605.xml"/><Relationship Id="rId773" Type="http://schemas.openxmlformats.org/officeDocument/2006/relationships/customXml" Target="../ink/ink1709.xml"/><Relationship Id="rId121" Type="http://schemas.openxmlformats.org/officeDocument/2006/relationships/image" Target="../media/image11920.png"/><Relationship Id="rId219" Type="http://schemas.openxmlformats.org/officeDocument/2006/relationships/image" Target="../media/image12410.png"/><Relationship Id="rId426" Type="http://schemas.openxmlformats.org/officeDocument/2006/relationships/customXml" Target="../ink/ink1535.xml"/><Relationship Id="rId633" Type="http://schemas.openxmlformats.org/officeDocument/2006/relationships/customXml" Target="../ink/ink1639.xml"/><Relationship Id="rId840" Type="http://schemas.openxmlformats.org/officeDocument/2006/relationships/image" Target="../media/image1548.png"/><Relationship Id="rId938" Type="http://schemas.openxmlformats.org/officeDocument/2006/relationships/image" Target="../media/image1597.png"/><Relationship Id="rId67" Type="http://schemas.openxmlformats.org/officeDocument/2006/relationships/image" Target="../media/image11650.png"/><Relationship Id="rId272" Type="http://schemas.openxmlformats.org/officeDocument/2006/relationships/customXml" Target="../ink/ink1457.xml"/><Relationship Id="rId577" Type="http://schemas.openxmlformats.org/officeDocument/2006/relationships/image" Target="../media/image1417.png"/><Relationship Id="rId700" Type="http://schemas.openxmlformats.org/officeDocument/2006/relationships/image" Target="../media/image1478.png"/><Relationship Id="rId132" Type="http://schemas.openxmlformats.org/officeDocument/2006/relationships/customXml" Target="../ink/ink1387.xml"/><Relationship Id="rId784" Type="http://schemas.openxmlformats.org/officeDocument/2006/relationships/image" Target="../media/image1520.png"/><Relationship Id="rId437" Type="http://schemas.openxmlformats.org/officeDocument/2006/relationships/image" Target="../media/image1348.png"/><Relationship Id="rId644" Type="http://schemas.openxmlformats.org/officeDocument/2006/relationships/image" Target="../media/image1450.png"/><Relationship Id="rId851" Type="http://schemas.openxmlformats.org/officeDocument/2006/relationships/customXml" Target="../ink/ink1748.xml"/><Relationship Id="rId283" Type="http://schemas.openxmlformats.org/officeDocument/2006/relationships/image" Target="../media/image12730.png"/><Relationship Id="rId490" Type="http://schemas.openxmlformats.org/officeDocument/2006/relationships/customXml" Target="../ink/ink1567.xml"/><Relationship Id="rId504" Type="http://schemas.openxmlformats.org/officeDocument/2006/relationships/customXml" Target="../ink/ink1574.xml"/><Relationship Id="rId711" Type="http://schemas.openxmlformats.org/officeDocument/2006/relationships/customXml" Target="../ink/ink1678.xml"/><Relationship Id="rId949" Type="http://schemas.openxmlformats.org/officeDocument/2006/relationships/customXml" Target="../ink/ink1797.xml"/><Relationship Id="rId78" Type="http://schemas.openxmlformats.org/officeDocument/2006/relationships/customXml" Target="../ink/ink1360.xml"/><Relationship Id="rId143" Type="http://schemas.openxmlformats.org/officeDocument/2006/relationships/image" Target="../media/image12030.png"/><Relationship Id="rId350" Type="http://schemas.openxmlformats.org/officeDocument/2006/relationships/image" Target="../media/image13050.png"/><Relationship Id="rId588" Type="http://schemas.openxmlformats.org/officeDocument/2006/relationships/customXml" Target="../ink/ink1616.xml"/><Relationship Id="rId795" Type="http://schemas.openxmlformats.org/officeDocument/2006/relationships/customXml" Target="../ink/ink1720.xml"/><Relationship Id="rId809" Type="http://schemas.openxmlformats.org/officeDocument/2006/relationships/customXml" Target="../ink/ink1727.xml"/><Relationship Id="rId9" Type="http://schemas.openxmlformats.org/officeDocument/2006/relationships/image" Target="../media/image11360.png"/><Relationship Id="rId210" Type="http://schemas.openxmlformats.org/officeDocument/2006/relationships/customXml" Target="../ink/ink1426.xml"/><Relationship Id="rId448" Type="http://schemas.openxmlformats.org/officeDocument/2006/relationships/customXml" Target="../ink/ink1546.xml"/><Relationship Id="rId655" Type="http://schemas.openxmlformats.org/officeDocument/2006/relationships/customXml" Target="../ink/ink1650.xml"/><Relationship Id="rId862" Type="http://schemas.openxmlformats.org/officeDocument/2006/relationships/image" Target="../media/image1559.png"/><Relationship Id="rId294" Type="http://schemas.openxmlformats.org/officeDocument/2006/relationships/customXml" Target="../ink/ink1468.xml"/><Relationship Id="rId308" Type="http://schemas.openxmlformats.org/officeDocument/2006/relationships/customXml" Target="../ink/ink1475.xml"/><Relationship Id="rId515" Type="http://schemas.openxmlformats.org/officeDocument/2006/relationships/image" Target="../media/image1387.png"/><Relationship Id="rId722" Type="http://schemas.openxmlformats.org/officeDocument/2006/relationships/image" Target="../media/image1489.png"/><Relationship Id="rId89" Type="http://schemas.openxmlformats.org/officeDocument/2006/relationships/image" Target="../media/image11760.png"/><Relationship Id="rId154" Type="http://schemas.openxmlformats.org/officeDocument/2006/relationships/customXml" Target="../ink/ink1398.xml"/><Relationship Id="rId361" Type="http://schemas.openxmlformats.org/officeDocument/2006/relationships/customXml" Target="../ink/ink1502.xml"/><Relationship Id="rId599" Type="http://schemas.openxmlformats.org/officeDocument/2006/relationships/customXml" Target="../ink/ink1622.xml"/><Relationship Id="rId459" Type="http://schemas.openxmlformats.org/officeDocument/2006/relationships/image" Target="../media/image1359.png"/><Relationship Id="rId666" Type="http://schemas.openxmlformats.org/officeDocument/2006/relationships/image" Target="../media/image1461.png"/><Relationship Id="rId873" Type="http://schemas.openxmlformats.org/officeDocument/2006/relationships/customXml" Target="../ink/ink1759.xml"/><Relationship Id="rId16" Type="http://schemas.openxmlformats.org/officeDocument/2006/relationships/customXml" Target="../ink/ink1329.xml"/><Relationship Id="rId221" Type="http://schemas.openxmlformats.org/officeDocument/2006/relationships/image" Target="../media/image12420.png"/><Relationship Id="rId319" Type="http://schemas.openxmlformats.org/officeDocument/2006/relationships/image" Target="../media/image12900.png"/><Relationship Id="rId526" Type="http://schemas.openxmlformats.org/officeDocument/2006/relationships/customXml" Target="../ink/ink1585.xml"/><Relationship Id="rId733" Type="http://schemas.openxmlformats.org/officeDocument/2006/relationships/customXml" Target="../ink/ink1689.xml"/><Relationship Id="rId940" Type="http://schemas.openxmlformats.org/officeDocument/2006/relationships/image" Target="../media/image1598.png"/><Relationship Id="rId165" Type="http://schemas.openxmlformats.org/officeDocument/2006/relationships/image" Target="../media/image12140.png"/><Relationship Id="rId372" Type="http://schemas.openxmlformats.org/officeDocument/2006/relationships/customXml" Target="../ink/ink1508.xml"/><Relationship Id="rId677" Type="http://schemas.openxmlformats.org/officeDocument/2006/relationships/customXml" Target="../ink/ink1661.xml"/><Relationship Id="rId800" Type="http://schemas.openxmlformats.org/officeDocument/2006/relationships/image" Target="../media/image1528.png"/><Relationship Id="rId232" Type="http://schemas.openxmlformats.org/officeDocument/2006/relationships/customXml" Target="../ink/ink1437.xml"/><Relationship Id="rId884" Type="http://schemas.openxmlformats.org/officeDocument/2006/relationships/image" Target="../media/image1570.png"/><Relationship Id="rId27" Type="http://schemas.openxmlformats.org/officeDocument/2006/relationships/image" Target="../media/image11450.png"/><Relationship Id="rId537" Type="http://schemas.openxmlformats.org/officeDocument/2006/relationships/image" Target="../media/image1398.png"/><Relationship Id="rId744" Type="http://schemas.openxmlformats.org/officeDocument/2006/relationships/image" Target="../media/image1500.png"/><Relationship Id="rId951" Type="http://schemas.openxmlformats.org/officeDocument/2006/relationships/customXml" Target="../ink/ink1798.xml"/><Relationship Id="rId80" Type="http://schemas.openxmlformats.org/officeDocument/2006/relationships/customXml" Target="../ink/ink1361.xml"/><Relationship Id="rId176" Type="http://schemas.openxmlformats.org/officeDocument/2006/relationships/customXml" Target="../ink/ink1409.xml"/><Relationship Id="rId383" Type="http://schemas.openxmlformats.org/officeDocument/2006/relationships/image" Target="../media/image1321.png"/><Relationship Id="rId590" Type="http://schemas.openxmlformats.org/officeDocument/2006/relationships/customXml" Target="../ink/ink1617.xml"/><Relationship Id="rId604" Type="http://schemas.openxmlformats.org/officeDocument/2006/relationships/image" Target="../media/image1430.png"/><Relationship Id="rId811" Type="http://schemas.openxmlformats.org/officeDocument/2006/relationships/customXml" Target="../ink/ink1728.xml"/><Relationship Id="rId243" Type="http://schemas.openxmlformats.org/officeDocument/2006/relationships/image" Target="../media/image12530.png"/><Relationship Id="rId450" Type="http://schemas.openxmlformats.org/officeDocument/2006/relationships/customXml" Target="../ink/ink1547.xml"/><Relationship Id="rId688" Type="http://schemas.openxmlformats.org/officeDocument/2006/relationships/image" Target="../media/image1472.png"/><Relationship Id="rId895" Type="http://schemas.openxmlformats.org/officeDocument/2006/relationships/customXml" Target="../ink/ink1770.xml"/><Relationship Id="rId909" Type="http://schemas.openxmlformats.org/officeDocument/2006/relationships/customXml" Target="../ink/ink1777.xml"/><Relationship Id="rId38" Type="http://schemas.openxmlformats.org/officeDocument/2006/relationships/customXml" Target="../ink/ink1340.xml"/><Relationship Id="rId103" Type="http://schemas.openxmlformats.org/officeDocument/2006/relationships/image" Target="../media/image11830.png"/><Relationship Id="rId310" Type="http://schemas.openxmlformats.org/officeDocument/2006/relationships/customXml" Target="../ink/ink1476.xml"/><Relationship Id="rId548" Type="http://schemas.openxmlformats.org/officeDocument/2006/relationships/customXml" Target="../ink/ink1596.xml"/><Relationship Id="rId755" Type="http://schemas.openxmlformats.org/officeDocument/2006/relationships/customXml" Target="../ink/ink1700.xml"/><Relationship Id="rId962" Type="http://schemas.openxmlformats.org/officeDocument/2006/relationships/image" Target="../media/image1609.png"/><Relationship Id="rId91" Type="http://schemas.openxmlformats.org/officeDocument/2006/relationships/image" Target="../media/image11770.png"/><Relationship Id="rId187" Type="http://schemas.openxmlformats.org/officeDocument/2006/relationships/image" Target="../media/image12250.png"/><Relationship Id="rId394" Type="http://schemas.openxmlformats.org/officeDocument/2006/relationships/customXml" Target="../ink/ink1519.xml"/><Relationship Id="rId408" Type="http://schemas.openxmlformats.org/officeDocument/2006/relationships/customXml" Target="../ink/ink1526.xml"/><Relationship Id="rId615" Type="http://schemas.openxmlformats.org/officeDocument/2006/relationships/customXml" Target="../ink/ink1630.xml"/><Relationship Id="rId822" Type="http://schemas.openxmlformats.org/officeDocument/2006/relationships/image" Target="../media/image1539.png"/><Relationship Id="rId254" Type="http://schemas.openxmlformats.org/officeDocument/2006/relationships/customXml" Target="../ink/ink1448.xml"/><Relationship Id="rId699" Type="http://schemas.openxmlformats.org/officeDocument/2006/relationships/customXml" Target="../ink/ink1672.xml"/><Relationship Id="rId49" Type="http://schemas.openxmlformats.org/officeDocument/2006/relationships/image" Target="../media/image11560.png"/><Relationship Id="rId114" Type="http://schemas.openxmlformats.org/officeDocument/2006/relationships/customXml" Target="../ink/ink1378.xml"/><Relationship Id="rId461" Type="http://schemas.openxmlformats.org/officeDocument/2006/relationships/image" Target="../media/image1360.png"/><Relationship Id="rId559" Type="http://schemas.openxmlformats.org/officeDocument/2006/relationships/image" Target="../media/image1409.png"/><Relationship Id="rId766" Type="http://schemas.openxmlformats.org/officeDocument/2006/relationships/image" Target="../media/image1511.png"/><Relationship Id="rId198" Type="http://schemas.openxmlformats.org/officeDocument/2006/relationships/customXml" Target="../ink/ink1420.xml"/><Relationship Id="rId321" Type="http://schemas.openxmlformats.org/officeDocument/2006/relationships/image" Target="../media/image12910.png"/><Relationship Id="rId419" Type="http://schemas.openxmlformats.org/officeDocument/2006/relationships/image" Target="../media/image1339.png"/><Relationship Id="rId626" Type="http://schemas.openxmlformats.org/officeDocument/2006/relationships/image" Target="../media/image1441.png"/><Relationship Id="rId833" Type="http://schemas.openxmlformats.org/officeDocument/2006/relationships/customXml" Target="../ink/ink1739.xml"/><Relationship Id="rId265" Type="http://schemas.openxmlformats.org/officeDocument/2006/relationships/image" Target="../media/image12640.png"/><Relationship Id="rId472" Type="http://schemas.openxmlformats.org/officeDocument/2006/relationships/customXml" Target="../ink/ink1558.xml"/><Relationship Id="rId900" Type="http://schemas.openxmlformats.org/officeDocument/2006/relationships/image" Target="../media/image1578.png"/><Relationship Id="rId125" Type="http://schemas.openxmlformats.org/officeDocument/2006/relationships/image" Target="../media/image11940.png"/><Relationship Id="rId332" Type="http://schemas.openxmlformats.org/officeDocument/2006/relationships/customXml" Target="../ink/ink1487.xml"/><Relationship Id="rId777" Type="http://schemas.openxmlformats.org/officeDocument/2006/relationships/customXml" Target="../ink/ink1711.xml"/><Relationship Id="rId637" Type="http://schemas.openxmlformats.org/officeDocument/2006/relationships/customXml" Target="../ink/ink1641.xml"/><Relationship Id="rId844" Type="http://schemas.openxmlformats.org/officeDocument/2006/relationships/image" Target="../media/image1550.png"/><Relationship Id="rId276" Type="http://schemas.openxmlformats.org/officeDocument/2006/relationships/customXml" Target="../ink/ink1459.xml"/><Relationship Id="rId483" Type="http://schemas.openxmlformats.org/officeDocument/2006/relationships/image" Target="../media/image1371.png"/><Relationship Id="rId690" Type="http://schemas.openxmlformats.org/officeDocument/2006/relationships/image" Target="../media/image1473.png"/><Relationship Id="rId704" Type="http://schemas.openxmlformats.org/officeDocument/2006/relationships/image" Target="../media/image1480.png"/><Relationship Id="rId911" Type="http://schemas.openxmlformats.org/officeDocument/2006/relationships/customXml" Target="../ink/ink1778.xml"/><Relationship Id="rId40" Type="http://schemas.openxmlformats.org/officeDocument/2006/relationships/customXml" Target="../ink/ink1341.xml"/><Relationship Id="rId136" Type="http://schemas.openxmlformats.org/officeDocument/2006/relationships/customXml" Target="../ink/ink1389.xml"/><Relationship Id="rId343" Type="http://schemas.openxmlformats.org/officeDocument/2006/relationships/customXml" Target="../ink/ink1493.xml"/><Relationship Id="rId550" Type="http://schemas.openxmlformats.org/officeDocument/2006/relationships/customXml" Target="../ink/ink1597.xml"/><Relationship Id="rId788" Type="http://schemas.openxmlformats.org/officeDocument/2006/relationships/image" Target="../media/image1522.png"/><Relationship Id="rId203" Type="http://schemas.openxmlformats.org/officeDocument/2006/relationships/image" Target="../media/image12330.png"/><Relationship Id="rId648" Type="http://schemas.openxmlformats.org/officeDocument/2006/relationships/image" Target="../media/image1452.png"/><Relationship Id="rId855" Type="http://schemas.openxmlformats.org/officeDocument/2006/relationships/customXml" Target="../ink/ink1750.xml"/><Relationship Id="rId287" Type="http://schemas.openxmlformats.org/officeDocument/2006/relationships/image" Target="../media/image12750.png"/><Relationship Id="rId410" Type="http://schemas.openxmlformats.org/officeDocument/2006/relationships/customXml" Target="../ink/ink1527.xml"/><Relationship Id="rId494" Type="http://schemas.openxmlformats.org/officeDocument/2006/relationships/customXml" Target="../ink/ink1569.xml"/><Relationship Id="rId508" Type="http://schemas.openxmlformats.org/officeDocument/2006/relationships/customXml" Target="../ink/ink1576.xml"/><Relationship Id="rId715" Type="http://schemas.openxmlformats.org/officeDocument/2006/relationships/customXml" Target="../ink/ink1680.xml"/><Relationship Id="rId922" Type="http://schemas.openxmlformats.org/officeDocument/2006/relationships/image" Target="../media/image1589.png"/><Relationship Id="rId147" Type="http://schemas.openxmlformats.org/officeDocument/2006/relationships/image" Target="../media/image12050.png"/><Relationship Id="rId354" Type="http://schemas.openxmlformats.org/officeDocument/2006/relationships/image" Target="../media/image13070.png"/><Relationship Id="rId799" Type="http://schemas.openxmlformats.org/officeDocument/2006/relationships/customXml" Target="../ink/ink1722.xml"/><Relationship Id="rId51" Type="http://schemas.openxmlformats.org/officeDocument/2006/relationships/image" Target="../media/image11570.png"/><Relationship Id="rId561" Type="http://schemas.openxmlformats.org/officeDocument/2006/relationships/image" Target="../media/image1410.png"/><Relationship Id="rId659" Type="http://schemas.openxmlformats.org/officeDocument/2006/relationships/customXml" Target="../ink/ink1652.xml"/><Relationship Id="rId866" Type="http://schemas.openxmlformats.org/officeDocument/2006/relationships/image" Target="../media/image1561.png"/><Relationship Id="rId214" Type="http://schemas.openxmlformats.org/officeDocument/2006/relationships/customXml" Target="../ink/ink1428.xml"/><Relationship Id="rId298" Type="http://schemas.openxmlformats.org/officeDocument/2006/relationships/customXml" Target="../ink/ink1470.xml"/><Relationship Id="rId421" Type="http://schemas.openxmlformats.org/officeDocument/2006/relationships/image" Target="../media/image1340.png"/><Relationship Id="rId519" Type="http://schemas.openxmlformats.org/officeDocument/2006/relationships/image" Target="../media/image1389.png"/><Relationship Id="rId158" Type="http://schemas.openxmlformats.org/officeDocument/2006/relationships/customXml" Target="../ink/ink1400.xml"/><Relationship Id="rId726" Type="http://schemas.openxmlformats.org/officeDocument/2006/relationships/image" Target="../media/image1491.png"/><Relationship Id="rId933" Type="http://schemas.openxmlformats.org/officeDocument/2006/relationships/customXml" Target="../ink/ink1789.xml"/><Relationship Id="rId62" Type="http://schemas.openxmlformats.org/officeDocument/2006/relationships/customXml" Target="../ink/ink1352.xml"/><Relationship Id="rId365" Type="http://schemas.openxmlformats.org/officeDocument/2006/relationships/image" Target="../media/image13120.png"/><Relationship Id="rId572" Type="http://schemas.openxmlformats.org/officeDocument/2006/relationships/customXml" Target="../ink/ink1608.xml"/><Relationship Id="rId225" Type="http://schemas.openxmlformats.org/officeDocument/2006/relationships/image" Target="../media/image12440.png"/><Relationship Id="rId432" Type="http://schemas.openxmlformats.org/officeDocument/2006/relationships/customXml" Target="../ink/ink1538.xml"/><Relationship Id="rId877" Type="http://schemas.openxmlformats.org/officeDocument/2006/relationships/customXml" Target="../ink/ink1761.xml"/><Relationship Id="rId737" Type="http://schemas.openxmlformats.org/officeDocument/2006/relationships/customXml" Target="../ink/ink1691.xml"/><Relationship Id="rId944" Type="http://schemas.openxmlformats.org/officeDocument/2006/relationships/image" Target="../media/image1600.png"/><Relationship Id="rId73" Type="http://schemas.openxmlformats.org/officeDocument/2006/relationships/image" Target="../media/image11680.png"/><Relationship Id="rId169" Type="http://schemas.openxmlformats.org/officeDocument/2006/relationships/image" Target="../media/image12160.png"/><Relationship Id="rId376" Type="http://schemas.openxmlformats.org/officeDocument/2006/relationships/customXml" Target="../ink/ink1510.xml"/><Relationship Id="rId583" Type="http://schemas.openxmlformats.org/officeDocument/2006/relationships/image" Target="../media/image1420.png"/><Relationship Id="rId790" Type="http://schemas.openxmlformats.org/officeDocument/2006/relationships/image" Target="../media/image1523.png"/><Relationship Id="rId804" Type="http://schemas.openxmlformats.org/officeDocument/2006/relationships/image" Target="../media/image1530.png"/><Relationship Id="rId4" Type="http://schemas.openxmlformats.org/officeDocument/2006/relationships/customXml" Target="../ink/ink1323.xml"/><Relationship Id="rId236" Type="http://schemas.openxmlformats.org/officeDocument/2006/relationships/customXml" Target="../ink/ink1439.xml"/><Relationship Id="rId443" Type="http://schemas.openxmlformats.org/officeDocument/2006/relationships/image" Target="../media/image1351.png"/><Relationship Id="rId650" Type="http://schemas.openxmlformats.org/officeDocument/2006/relationships/image" Target="../media/image1453.png"/><Relationship Id="rId888" Type="http://schemas.openxmlformats.org/officeDocument/2006/relationships/image" Target="../media/image1572.png"/><Relationship Id="rId303" Type="http://schemas.openxmlformats.org/officeDocument/2006/relationships/image" Target="../media/image12830.png"/><Relationship Id="rId748" Type="http://schemas.openxmlformats.org/officeDocument/2006/relationships/image" Target="../media/image1502.png"/><Relationship Id="rId955" Type="http://schemas.openxmlformats.org/officeDocument/2006/relationships/customXml" Target="../ink/ink1800.xml"/><Relationship Id="rId84" Type="http://schemas.openxmlformats.org/officeDocument/2006/relationships/customXml" Target="../ink/ink1363.xml"/><Relationship Id="rId387" Type="http://schemas.openxmlformats.org/officeDocument/2006/relationships/image" Target="../media/image1323.png"/><Relationship Id="rId510" Type="http://schemas.openxmlformats.org/officeDocument/2006/relationships/customXml" Target="../ink/ink1577.xml"/><Relationship Id="rId594" Type="http://schemas.openxmlformats.org/officeDocument/2006/relationships/image" Target="../media/image1425.png"/><Relationship Id="rId608" Type="http://schemas.openxmlformats.org/officeDocument/2006/relationships/image" Target="../media/image1432.png"/><Relationship Id="rId815" Type="http://schemas.openxmlformats.org/officeDocument/2006/relationships/customXml" Target="../ink/ink1730.xml"/><Relationship Id="rId247" Type="http://schemas.openxmlformats.org/officeDocument/2006/relationships/image" Target="../media/image12550.png"/><Relationship Id="rId899" Type="http://schemas.openxmlformats.org/officeDocument/2006/relationships/customXml" Target="../ink/ink1772.xml"/><Relationship Id="rId107" Type="http://schemas.openxmlformats.org/officeDocument/2006/relationships/image" Target="../media/image11850.png"/><Relationship Id="rId454" Type="http://schemas.openxmlformats.org/officeDocument/2006/relationships/customXml" Target="../ink/ink1549.xml"/><Relationship Id="rId661" Type="http://schemas.openxmlformats.org/officeDocument/2006/relationships/customXml" Target="../ink/ink1653.xml"/><Relationship Id="rId759" Type="http://schemas.openxmlformats.org/officeDocument/2006/relationships/customXml" Target="../ink/ink1702.xml"/><Relationship Id="rId966" Type="http://schemas.openxmlformats.org/officeDocument/2006/relationships/image" Target="../media/image1611.png"/><Relationship Id="rId11" Type="http://schemas.openxmlformats.org/officeDocument/2006/relationships/image" Target="../media/image11370.png"/><Relationship Id="rId314" Type="http://schemas.openxmlformats.org/officeDocument/2006/relationships/customXml" Target="../ink/ink1478.xml"/><Relationship Id="rId398" Type="http://schemas.openxmlformats.org/officeDocument/2006/relationships/customXml" Target="../ink/ink1521.xml"/><Relationship Id="rId521" Type="http://schemas.openxmlformats.org/officeDocument/2006/relationships/image" Target="../media/image1390.png"/><Relationship Id="rId619" Type="http://schemas.openxmlformats.org/officeDocument/2006/relationships/customXml" Target="../ink/ink1632.xml"/><Relationship Id="rId95" Type="http://schemas.openxmlformats.org/officeDocument/2006/relationships/image" Target="../media/image11790.png"/><Relationship Id="rId160" Type="http://schemas.openxmlformats.org/officeDocument/2006/relationships/customXml" Target="../ink/ink1401.xml"/><Relationship Id="rId826" Type="http://schemas.openxmlformats.org/officeDocument/2006/relationships/image" Target="../media/image1541.png"/><Relationship Id="rId258" Type="http://schemas.openxmlformats.org/officeDocument/2006/relationships/customXml" Target="../ink/ink1450.xml"/><Relationship Id="rId465" Type="http://schemas.openxmlformats.org/officeDocument/2006/relationships/image" Target="../media/image1362.png"/><Relationship Id="rId672" Type="http://schemas.openxmlformats.org/officeDocument/2006/relationships/image" Target="../media/image1464.png"/><Relationship Id="rId22" Type="http://schemas.openxmlformats.org/officeDocument/2006/relationships/customXml" Target="../ink/ink1332.xml"/><Relationship Id="rId118" Type="http://schemas.openxmlformats.org/officeDocument/2006/relationships/customXml" Target="../ink/ink1380.xml"/><Relationship Id="rId325" Type="http://schemas.openxmlformats.org/officeDocument/2006/relationships/image" Target="../media/image12930.png"/><Relationship Id="rId532" Type="http://schemas.openxmlformats.org/officeDocument/2006/relationships/customXml" Target="../ink/ink1588.xml"/><Relationship Id="rId171" Type="http://schemas.openxmlformats.org/officeDocument/2006/relationships/image" Target="../media/image12170.png"/><Relationship Id="rId837" Type="http://schemas.openxmlformats.org/officeDocument/2006/relationships/customXml" Target="../ink/ink1741.xml"/><Relationship Id="rId269" Type="http://schemas.openxmlformats.org/officeDocument/2006/relationships/image" Target="../media/image12660.png"/><Relationship Id="rId476" Type="http://schemas.openxmlformats.org/officeDocument/2006/relationships/customXml" Target="../ink/ink1560.xml"/><Relationship Id="rId683" Type="http://schemas.openxmlformats.org/officeDocument/2006/relationships/customXml" Target="../ink/ink1664.xml"/><Relationship Id="rId890" Type="http://schemas.openxmlformats.org/officeDocument/2006/relationships/image" Target="../media/image1573.png"/><Relationship Id="rId904" Type="http://schemas.openxmlformats.org/officeDocument/2006/relationships/image" Target="../media/image1580.png"/><Relationship Id="rId33" Type="http://schemas.openxmlformats.org/officeDocument/2006/relationships/image" Target="../media/image11480.png"/><Relationship Id="rId129" Type="http://schemas.openxmlformats.org/officeDocument/2006/relationships/image" Target="../media/image11960.png"/><Relationship Id="rId336" Type="http://schemas.openxmlformats.org/officeDocument/2006/relationships/customXml" Target="../ink/ink1489.xml"/><Relationship Id="rId543" Type="http://schemas.openxmlformats.org/officeDocument/2006/relationships/image" Target="../media/image1401.png"/><Relationship Id="rId182" Type="http://schemas.openxmlformats.org/officeDocument/2006/relationships/customXml" Target="../ink/ink1412.xml"/><Relationship Id="rId403" Type="http://schemas.openxmlformats.org/officeDocument/2006/relationships/image" Target="../media/image1331.png"/><Relationship Id="rId750" Type="http://schemas.openxmlformats.org/officeDocument/2006/relationships/image" Target="../media/image1503.png"/><Relationship Id="rId848" Type="http://schemas.openxmlformats.org/officeDocument/2006/relationships/image" Target="../media/image1552.png"/><Relationship Id="rId487" Type="http://schemas.openxmlformats.org/officeDocument/2006/relationships/image" Target="../media/image1373.png"/><Relationship Id="rId610" Type="http://schemas.openxmlformats.org/officeDocument/2006/relationships/image" Target="../media/image1433.png"/><Relationship Id="rId694" Type="http://schemas.openxmlformats.org/officeDocument/2006/relationships/image" Target="../media/image1475.png"/><Relationship Id="rId708" Type="http://schemas.openxmlformats.org/officeDocument/2006/relationships/image" Target="../media/image1482.png"/><Relationship Id="rId915" Type="http://schemas.openxmlformats.org/officeDocument/2006/relationships/customXml" Target="../ink/ink1780.xml"/><Relationship Id="rId347" Type="http://schemas.openxmlformats.org/officeDocument/2006/relationships/customXml" Target="../ink/ink1495.xml"/><Relationship Id="rId44" Type="http://schemas.openxmlformats.org/officeDocument/2006/relationships/customXml" Target="../ink/ink1343.xml"/><Relationship Id="rId554" Type="http://schemas.openxmlformats.org/officeDocument/2006/relationships/customXml" Target="../ink/ink1599.xml"/><Relationship Id="rId761" Type="http://schemas.openxmlformats.org/officeDocument/2006/relationships/customXml" Target="../ink/ink1703.xml"/><Relationship Id="rId859" Type="http://schemas.openxmlformats.org/officeDocument/2006/relationships/customXml" Target="../ink/ink1752.xml"/><Relationship Id="rId193" Type="http://schemas.openxmlformats.org/officeDocument/2006/relationships/image" Target="../media/image12280.png"/><Relationship Id="rId207" Type="http://schemas.openxmlformats.org/officeDocument/2006/relationships/image" Target="../media/image12350.png"/><Relationship Id="rId414" Type="http://schemas.openxmlformats.org/officeDocument/2006/relationships/customXml" Target="../ink/ink1529.xml"/><Relationship Id="rId498" Type="http://schemas.openxmlformats.org/officeDocument/2006/relationships/customXml" Target="../ink/ink1571.xml"/><Relationship Id="rId621" Type="http://schemas.openxmlformats.org/officeDocument/2006/relationships/customXml" Target="../ink/ink1633.xml"/><Relationship Id="rId260" Type="http://schemas.openxmlformats.org/officeDocument/2006/relationships/customXml" Target="../ink/ink1451.xml"/><Relationship Id="rId719" Type="http://schemas.openxmlformats.org/officeDocument/2006/relationships/customXml" Target="../ink/ink1682.xml"/><Relationship Id="rId926" Type="http://schemas.openxmlformats.org/officeDocument/2006/relationships/image" Target="../media/image1591.png"/><Relationship Id="rId55" Type="http://schemas.openxmlformats.org/officeDocument/2006/relationships/image" Target="../media/image11590.png"/><Relationship Id="rId120" Type="http://schemas.openxmlformats.org/officeDocument/2006/relationships/customXml" Target="../ink/ink1381.xml"/><Relationship Id="rId358" Type="http://schemas.openxmlformats.org/officeDocument/2006/relationships/image" Target="../media/image13090.png"/><Relationship Id="rId565" Type="http://schemas.openxmlformats.org/officeDocument/2006/relationships/image" Target="../media/image1412.png"/><Relationship Id="rId772" Type="http://schemas.openxmlformats.org/officeDocument/2006/relationships/image" Target="../media/image1514.png"/><Relationship Id="rId218" Type="http://schemas.openxmlformats.org/officeDocument/2006/relationships/customXml" Target="../ink/ink1430.xml"/><Relationship Id="rId425" Type="http://schemas.openxmlformats.org/officeDocument/2006/relationships/image" Target="../media/image1342.png"/><Relationship Id="rId632" Type="http://schemas.openxmlformats.org/officeDocument/2006/relationships/image" Target="../media/image1444.png"/><Relationship Id="rId271" Type="http://schemas.openxmlformats.org/officeDocument/2006/relationships/image" Target="../media/image12670.png"/><Relationship Id="rId937" Type="http://schemas.openxmlformats.org/officeDocument/2006/relationships/customXml" Target="../ink/ink1791.xml"/><Relationship Id="rId66" Type="http://schemas.openxmlformats.org/officeDocument/2006/relationships/customXml" Target="../ink/ink1354.xml"/><Relationship Id="rId131" Type="http://schemas.openxmlformats.org/officeDocument/2006/relationships/image" Target="../media/image11970.png"/><Relationship Id="rId369" Type="http://schemas.openxmlformats.org/officeDocument/2006/relationships/image" Target="../media/image13140.png"/><Relationship Id="rId576" Type="http://schemas.openxmlformats.org/officeDocument/2006/relationships/customXml" Target="../ink/ink1610.xml"/><Relationship Id="rId783" Type="http://schemas.openxmlformats.org/officeDocument/2006/relationships/customXml" Target="../ink/ink1714.xml"/><Relationship Id="rId229" Type="http://schemas.openxmlformats.org/officeDocument/2006/relationships/image" Target="../media/image12460.png"/><Relationship Id="rId436" Type="http://schemas.openxmlformats.org/officeDocument/2006/relationships/customXml" Target="../ink/ink1540.xml"/><Relationship Id="rId643" Type="http://schemas.openxmlformats.org/officeDocument/2006/relationships/customXml" Target="../ink/ink1644.xml"/><Relationship Id="rId850" Type="http://schemas.openxmlformats.org/officeDocument/2006/relationships/image" Target="../media/image1553.png"/><Relationship Id="rId948" Type="http://schemas.openxmlformats.org/officeDocument/2006/relationships/image" Target="../media/image1602.png"/><Relationship Id="rId77" Type="http://schemas.openxmlformats.org/officeDocument/2006/relationships/image" Target="../media/image11700.png"/><Relationship Id="rId282" Type="http://schemas.openxmlformats.org/officeDocument/2006/relationships/customXml" Target="../ink/ink1462.xml"/><Relationship Id="rId503" Type="http://schemas.openxmlformats.org/officeDocument/2006/relationships/image" Target="../media/image1381.png"/><Relationship Id="rId587" Type="http://schemas.openxmlformats.org/officeDocument/2006/relationships/image" Target="../media/image1422.png"/><Relationship Id="rId710" Type="http://schemas.openxmlformats.org/officeDocument/2006/relationships/image" Target="../media/image1483.png"/><Relationship Id="rId808" Type="http://schemas.openxmlformats.org/officeDocument/2006/relationships/image" Target="../media/image1532.png"/><Relationship Id="rId8" Type="http://schemas.openxmlformats.org/officeDocument/2006/relationships/customXml" Target="../ink/ink1325.xml"/><Relationship Id="rId142" Type="http://schemas.openxmlformats.org/officeDocument/2006/relationships/customXml" Target="../ink/ink1392.xml"/><Relationship Id="rId447" Type="http://schemas.openxmlformats.org/officeDocument/2006/relationships/image" Target="../media/image1353.png"/><Relationship Id="rId794" Type="http://schemas.openxmlformats.org/officeDocument/2006/relationships/image" Target="../media/image1525.png"/><Relationship Id="rId654" Type="http://schemas.openxmlformats.org/officeDocument/2006/relationships/image" Target="../media/image1455.png"/><Relationship Id="rId861" Type="http://schemas.openxmlformats.org/officeDocument/2006/relationships/customXml" Target="../ink/ink1753.xml"/><Relationship Id="rId959" Type="http://schemas.openxmlformats.org/officeDocument/2006/relationships/customXml" Target="../ink/ink1802.xml"/><Relationship Id="rId293" Type="http://schemas.openxmlformats.org/officeDocument/2006/relationships/image" Target="../media/image12780.png"/><Relationship Id="rId307" Type="http://schemas.openxmlformats.org/officeDocument/2006/relationships/image" Target="../media/image12850.png"/><Relationship Id="rId514" Type="http://schemas.openxmlformats.org/officeDocument/2006/relationships/customXml" Target="../ink/ink1579.xml"/><Relationship Id="rId721" Type="http://schemas.openxmlformats.org/officeDocument/2006/relationships/customXml" Target="../ink/ink1683.xml"/><Relationship Id="rId88" Type="http://schemas.openxmlformats.org/officeDocument/2006/relationships/customXml" Target="../ink/ink1365.xml"/><Relationship Id="rId153" Type="http://schemas.openxmlformats.org/officeDocument/2006/relationships/image" Target="../media/image12080.png"/><Relationship Id="rId360" Type="http://schemas.openxmlformats.org/officeDocument/2006/relationships/image" Target="../media/image13100.png"/><Relationship Id="rId598" Type="http://schemas.openxmlformats.org/officeDocument/2006/relationships/image" Target="../media/image1427.png"/><Relationship Id="rId819" Type="http://schemas.openxmlformats.org/officeDocument/2006/relationships/customXml" Target="../ink/ink1732.xml"/><Relationship Id="rId220" Type="http://schemas.openxmlformats.org/officeDocument/2006/relationships/customXml" Target="../ink/ink1431.xml"/><Relationship Id="rId458" Type="http://schemas.openxmlformats.org/officeDocument/2006/relationships/customXml" Target="../ink/ink1551.xml"/><Relationship Id="rId665" Type="http://schemas.openxmlformats.org/officeDocument/2006/relationships/customXml" Target="../ink/ink1655.xml"/><Relationship Id="rId872" Type="http://schemas.openxmlformats.org/officeDocument/2006/relationships/image" Target="../media/image1564.png"/><Relationship Id="rId15" Type="http://schemas.openxmlformats.org/officeDocument/2006/relationships/image" Target="../media/image11390.png"/><Relationship Id="rId318" Type="http://schemas.openxmlformats.org/officeDocument/2006/relationships/customXml" Target="../ink/ink1480.xml"/><Relationship Id="rId525" Type="http://schemas.openxmlformats.org/officeDocument/2006/relationships/image" Target="../media/image1392.png"/><Relationship Id="rId732" Type="http://schemas.openxmlformats.org/officeDocument/2006/relationships/image" Target="../media/image1494.png"/><Relationship Id="rId99" Type="http://schemas.openxmlformats.org/officeDocument/2006/relationships/image" Target="../media/image11810.png"/><Relationship Id="rId164" Type="http://schemas.openxmlformats.org/officeDocument/2006/relationships/customXml" Target="../ink/ink1403.xml"/><Relationship Id="rId371" Type="http://schemas.openxmlformats.org/officeDocument/2006/relationships/image" Target="../media/image13150.png"/><Relationship Id="rId469" Type="http://schemas.openxmlformats.org/officeDocument/2006/relationships/image" Target="../media/image1364.png"/><Relationship Id="rId676" Type="http://schemas.openxmlformats.org/officeDocument/2006/relationships/image" Target="../media/image1466.png"/><Relationship Id="rId883" Type="http://schemas.openxmlformats.org/officeDocument/2006/relationships/customXml" Target="../ink/ink1764.xml"/><Relationship Id="rId26" Type="http://schemas.openxmlformats.org/officeDocument/2006/relationships/customXml" Target="../ink/ink1334.xml"/><Relationship Id="rId231" Type="http://schemas.openxmlformats.org/officeDocument/2006/relationships/image" Target="../media/image12470.png"/><Relationship Id="rId329" Type="http://schemas.openxmlformats.org/officeDocument/2006/relationships/image" Target="../media/image12950.png"/><Relationship Id="rId536" Type="http://schemas.openxmlformats.org/officeDocument/2006/relationships/customXml" Target="../ink/ink1590.xml"/><Relationship Id="rId175" Type="http://schemas.openxmlformats.org/officeDocument/2006/relationships/image" Target="../media/image12190.png"/><Relationship Id="rId743" Type="http://schemas.openxmlformats.org/officeDocument/2006/relationships/customXml" Target="../ink/ink1694.xml"/><Relationship Id="rId950" Type="http://schemas.openxmlformats.org/officeDocument/2006/relationships/image" Target="../media/image1603.png"/><Relationship Id="rId382" Type="http://schemas.openxmlformats.org/officeDocument/2006/relationships/customXml" Target="../ink/ink1513.xml"/><Relationship Id="rId603" Type="http://schemas.openxmlformats.org/officeDocument/2006/relationships/customXml" Target="../ink/ink1624.xml"/><Relationship Id="rId687" Type="http://schemas.openxmlformats.org/officeDocument/2006/relationships/customXml" Target="../ink/ink1666.xml"/><Relationship Id="rId810" Type="http://schemas.openxmlformats.org/officeDocument/2006/relationships/image" Target="../media/image1533.png"/><Relationship Id="rId908" Type="http://schemas.openxmlformats.org/officeDocument/2006/relationships/image" Target="../media/image1582.png"/><Relationship Id="rId242" Type="http://schemas.openxmlformats.org/officeDocument/2006/relationships/customXml" Target="../ink/ink1442.xml"/><Relationship Id="rId894" Type="http://schemas.openxmlformats.org/officeDocument/2006/relationships/image" Target="../media/image1575.png"/><Relationship Id="rId37" Type="http://schemas.openxmlformats.org/officeDocument/2006/relationships/image" Target="../media/image11500.png"/><Relationship Id="rId102" Type="http://schemas.openxmlformats.org/officeDocument/2006/relationships/customXml" Target="../ink/ink1372.xml"/><Relationship Id="rId547" Type="http://schemas.openxmlformats.org/officeDocument/2006/relationships/image" Target="../media/image1403.png"/><Relationship Id="rId754" Type="http://schemas.openxmlformats.org/officeDocument/2006/relationships/image" Target="../media/image1505.png"/><Relationship Id="rId961" Type="http://schemas.openxmlformats.org/officeDocument/2006/relationships/customXml" Target="../ink/ink1803.xml"/><Relationship Id="rId90" Type="http://schemas.openxmlformats.org/officeDocument/2006/relationships/customXml" Target="../ink/ink1366.xml"/><Relationship Id="rId186" Type="http://schemas.openxmlformats.org/officeDocument/2006/relationships/customXml" Target="../ink/ink1414.xml"/><Relationship Id="rId393" Type="http://schemas.openxmlformats.org/officeDocument/2006/relationships/image" Target="../media/image1326.png"/><Relationship Id="rId407" Type="http://schemas.openxmlformats.org/officeDocument/2006/relationships/image" Target="../media/image1333.png"/><Relationship Id="rId614" Type="http://schemas.openxmlformats.org/officeDocument/2006/relationships/image" Target="../media/image1435.png"/><Relationship Id="rId821" Type="http://schemas.openxmlformats.org/officeDocument/2006/relationships/customXml" Target="../ink/ink1733.xml"/><Relationship Id="rId253" Type="http://schemas.openxmlformats.org/officeDocument/2006/relationships/image" Target="../media/image12580.png"/><Relationship Id="rId460" Type="http://schemas.openxmlformats.org/officeDocument/2006/relationships/customXml" Target="../ink/ink1552.xml"/><Relationship Id="rId698" Type="http://schemas.openxmlformats.org/officeDocument/2006/relationships/image" Target="../media/image1477.png"/><Relationship Id="rId919" Type="http://schemas.openxmlformats.org/officeDocument/2006/relationships/customXml" Target="../ink/ink1782.xml"/><Relationship Id="rId48" Type="http://schemas.openxmlformats.org/officeDocument/2006/relationships/customXml" Target="../ink/ink1345.xml"/><Relationship Id="rId113" Type="http://schemas.openxmlformats.org/officeDocument/2006/relationships/image" Target="../media/image11880.png"/><Relationship Id="rId320" Type="http://schemas.openxmlformats.org/officeDocument/2006/relationships/customXml" Target="../ink/ink1481.xml"/><Relationship Id="rId558" Type="http://schemas.openxmlformats.org/officeDocument/2006/relationships/customXml" Target="../ink/ink1601.xml"/><Relationship Id="rId765" Type="http://schemas.openxmlformats.org/officeDocument/2006/relationships/customXml" Target="../ink/ink1705.xml"/><Relationship Id="rId972" Type="http://schemas.openxmlformats.org/officeDocument/2006/relationships/image" Target="../media/image1614.png"/><Relationship Id="rId197" Type="http://schemas.openxmlformats.org/officeDocument/2006/relationships/image" Target="../media/image12300.png"/><Relationship Id="rId418" Type="http://schemas.openxmlformats.org/officeDocument/2006/relationships/customXml" Target="../ink/ink1531.xml"/><Relationship Id="rId625" Type="http://schemas.openxmlformats.org/officeDocument/2006/relationships/customXml" Target="../ink/ink1635.xml"/><Relationship Id="rId832" Type="http://schemas.openxmlformats.org/officeDocument/2006/relationships/image" Target="../media/image1544.png"/><Relationship Id="rId264" Type="http://schemas.openxmlformats.org/officeDocument/2006/relationships/customXml" Target="../ink/ink1453.xml"/><Relationship Id="rId471" Type="http://schemas.openxmlformats.org/officeDocument/2006/relationships/image" Target="../media/image1365.png"/><Relationship Id="rId59" Type="http://schemas.openxmlformats.org/officeDocument/2006/relationships/image" Target="../media/image11610.png"/><Relationship Id="rId124" Type="http://schemas.openxmlformats.org/officeDocument/2006/relationships/customXml" Target="../ink/ink1383.xml"/><Relationship Id="rId569" Type="http://schemas.openxmlformats.org/officeDocument/2006/relationships/image" Target="../media/image1414.png"/><Relationship Id="rId776" Type="http://schemas.openxmlformats.org/officeDocument/2006/relationships/image" Target="../media/image1516.png"/><Relationship Id="rId331" Type="http://schemas.openxmlformats.org/officeDocument/2006/relationships/image" Target="../media/image12960.png"/><Relationship Id="rId429" Type="http://schemas.openxmlformats.org/officeDocument/2006/relationships/image" Target="../media/image1344.png"/><Relationship Id="rId636" Type="http://schemas.openxmlformats.org/officeDocument/2006/relationships/image" Target="../media/image1446.png"/><Relationship Id="rId843" Type="http://schemas.openxmlformats.org/officeDocument/2006/relationships/customXml" Target="../ink/ink1744.xml"/><Relationship Id="rId275" Type="http://schemas.openxmlformats.org/officeDocument/2006/relationships/image" Target="../media/image12690.png"/><Relationship Id="rId482" Type="http://schemas.openxmlformats.org/officeDocument/2006/relationships/customXml" Target="../ink/ink1563.xml"/><Relationship Id="rId703" Type="http://schemas.openxmlformats.org/officeDocument/2006/relationships/customXml" Target="../ink/ink1674.xml"/><Relationship Id="rId910" Type="http://schemas.openxmlformats.org/officeDocument/2006/relationships/image" Target="../media/image1583.png"/><Relationship Id="rId135" Type="http://schemas.openxmlformats.org/officeDocument/2006/relationships/image" Target="../media/image11990.png"/><Relationship Id="rId342" Type="http://schemas.openxmlformats.org/officeDocument/2006/relationships/image" Target="../media/image13010.png"/><Relationship Id="rId787" Type="http://schemas.openxmlformats.org/officeDocument/2006/relationships/customXml" Target="../ink/ink1716.xml"/><Relationship Id="rId202" Type="http://schemas.openxmlformats.org/officeDocument/2006/relationships/customXml" Target="../ink/ink1422.xml"/><Relationship Id="rId647" Type="http://schemas.openxmlformats.org/officeDocument/2006/relationships/customXml" Target="../ink/ink1646.xml"/><Relationship Id="rId854" Type="http://schemas.openxmlformats.org/officeDocument/2006/relationships/image" Target="../media/image1555.png"/><Relationship Id="rId286" Type="http://schemas.openxmlformats.org/officeDocument/2006/relationships/customXml" Target="../ink/ink1464.xml"/><Relationship Id="rId493" Type="http://schemas.openxmlformats.org/officeDocument/2006/relationships/image" Target="../media/image1376.png"/><Relationship Id="rId507" Type="http://schemas.openxmlformats.org/officeDocument/2006/relationships/image" Target="../media/image1383.png"/><Relationship Id="rId714" Type="http://schemas.openxmlformats.org/officeDocument/2006/relationships/image" Target="../media/image1485.png"/><Relationship Id="rId921" Type="http://schemas.openxmlformats.org/officeDocument/2006/relationships/customXml" Target="../ink/ink1783.xml"/><Relationship Id="rId50" Type="http://schemas.openxmlformats.org/officeDocument/2006/relationships/customXml" Target="../ink/ink1346.xml"/><Relationship Id="rId146" Type="http://schemas.openxmlformats.org/officeDocument/2006/relationships/customXml" Target="../ink/ink1394.xml"/><Relationship Id="rId353" Type="http://schemas.openxmlformats.org/officeDocument/2006/relationships/customXml" Target="../ink/ink1498.xml"/><Relationship Id="rId560" Type="http://schemas.openxmlformats.org/officeDocument/2006/relationships/customXml" Target="../ink/ink1602.xml"/><Relationship Id="rId798" Type="http://schemas.openxmlformats.org/officeDocument/2006/relationships/image" Target="../media/image1527.png"/><Relationship Id="rId213" Type="http://schemas.openxmlformats.org/officeDocument/2006/relationships/image" Target="../media/image12380.png"/><Relationship Id="rId420" Type="http://schemas.openxmlformats.org/officeDocument/2006/relationships/customXml" Target="../ink/ink1532.xml"/><Relationship Id="rId658" Type="http://schemas.openxmlformats.org/officeDocument/2006/relationships/image" Target="../media/image1457.png"/><Relationship Id="rId865" Type="http://schemas.openxmlformats.org/officeDocument/2006/relationships/customXml" Target="../ink/ink175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5.png"/><Relationship Id="rId671" Type="http://schemas.openxmlformats.org/officeDocument/2006/relationships/image" Target="../media/image1811.png"/><Relationship Id="rId21" Type="http://schemas.openxmlformats.org/officeDocument/2006/relationships/image" Target="../media/image1379.png"/><Relationship Id="rId324" Type="http://schemas.openxmlformats.org/officeDocument/2006/relationships/customXml" Target="../ink/ink1970.xml"/><Relationship Id="rId531" Type="http://schemas.openxmlformats.org/officeDocument/2006/relationships/image" Target="../media/image1741.png"/><Relationship Id="rId629" Type="http://schemas.openxmlformats.org/officeDocument/2006/relationships/image" Target="../media/image1790.png"/><Relationship Id="rId170" Type="http://schemas.openxmlformats.org/officeDocument/2006/relationships/customXml" Target="../ink/ink1893.xml"/><Relationship Id="rId268" Type="http://schemas.openxmlformats.org/officeDocument/2006/relationships/customXml" Target="../ink/ink1942.xml"/><Relationship Id="rId475" Type="http://schemas.openxmlformats.org/officeDocument/2006/relationships/image" Target="../media/image1713.png"/><Relationship Id="rId682" Type="http://schemas.openxmlformats.org/officeDocument/2006/relationships/customXml" Target="../ink/ink2149.xml"/><Relationship Id="rId32" Type="http://schemas.openxmlformats.org/officeDocument/2006/relationships/customXml" Target="../ink/ink1824.xml"/><Relationship Id="rId128" Type="http://schemas.openxmlformats.org/officeDocument/2006/relationships/customXml" Target="../ink/ink1872.xml"/><Relationship Id="rId335" Type="http://schemas.openxmlformats.org/officeDocument/2006/relationships/image" Target="../media/image1643.png"/><Relationship Id="rId542" Type="http://schemas.openxmlformats.org/officeDocument/2006/relationships/customXml" Target="../ink/ink2079.xml"/><Relationship Id="rId181" Type="http://schemas.openxmlformats.org/officeDocument/2006/relationships/image" Target="../media/image1457.png"/><Relationship Id="rId402" Type="http://schemas.openxmlformats.org/officeDocument/2006/relationships/customXml" Target="../ink/ink2009.xml"/><Relationship Id="rId279" Type="http://schemas.openxmlformats.org/officeDocument/2006/relationships/image" Target="../media/image1615.png"/><Relationship Id="rId486" Type="http://schemas.openxmlformats.org/officeDocument/2006/relationships/customXml" Target="../ink/ink2051.xml"/><Relationship Id="rId693" Type="http://schemas.openxmlformats.org/officeDocument/2006/relationships/image" Target="../media/image1822.png"/><Relationship Id="rId707" Type="http://schemas.openxmlformats.org/officeDocument/2006/relationships/image" Target="../media/image1829.png"/><Relationship Id="rId43" Type="http://schemas.openxmlformats.org/officeDocument/2006/relationships/image" Target="../media/image1390.png"/><Relationship Id="rId139" Type="http://schemas.openxmlformats.org/officeDocument/2006/relationships/image" Target="../media/image1436.png"/><Relationship Id="rId346" Type="http://schemas.openxmlformats.org/officeDocument/2006/relationships/customXml" Target="../ink/ink1981.xml"/><Relationship Id="rId553" Type="http://schemas.openxmlformats.org/officeDocument/2006/relationships/image" Target="../media/image1752.png"/><Relationship Id="rId760" Type="http://schemas.openxmlformats.org/officeDocument/2006/relationships/customXml" Target="../ink/ink2188.xml"/><Relationship Id="rId192" Type="http://schemas.openxmlformats.org/officeDocument/2006/relationships/customXml" Target="../ink/ink1904.xml"/><Relationship Id="rId206" Type="http://schemas.openxmlformats.org/officeDocument/2006/relationships/customXml" Target="../ink/ink1911.xml"/><Relationship Id="rId413" Type="http://schemas.openxmlformats.org/officeDocument/2006/relationships/image" Target="../media/image1682.png"/><Relationship Id="rId497" Type="http://schemas.openxmlformats.org/officeDocument/2006/relationships/image" Target="../media/image1724.png"/><Relationship Id="rId620" Type="http://schemas.openxmlformats.org/officeDocument/2006/relationships/customXml" Target="../ink/ink2118.xml"/><Relationship Id="rId718" Type="http://schemas.openxmlformats.org/officeDocument/2006/relationships/customXml" Target="../ink/ink2167.xml"/><Relationship Id="rId357" Type="http://schemas.openxmlformats.org/officeDocument/2006/relationships/image" Target="../media/image1654.png"/><Relationship Id="rId54" Type="http://schemas.openxmlformats.org/officeDocument/2006/relationships/customXml" Target="../ink/ink1835.xml"/><Relationship Id="rId217" Type="http://schemas.openxmlformats.org/officeDocument/2006/relationships/image" Target="../media/image1475.png"/><Relationship Id="rId564" Type="http://schemas.openxmlformats.org/officeDocument/2006/relationships/customXml" Target="../ink/ink2090.xml"/><Relationship Id="rId424" Type="http://schemas.openxmlformats.org/officeDocument/2006/relationships/customXml" Target="../ink/ink2020.xml"/><Relationship Id="rId631" Type="http://schemas.openxmlformats.org/officeDocument/2006/relationships/image" Target="../media/image1791.png"/><Relationship Id="rId729" Type="http://schemas.openxmlformats.org/officeDocument/2006/relationships/image" Target="../media/image1840.png"/><Relationship Id="rId270" Type="http://schemas.openxmlformats.org/officeDocument/2006/relationships/customXml" Target="../ink/ink1943.xml"/><Relationship Id="rId65" Type="http://schemas.openxmlformats.org/officeDocument/2006/relationships/image" Target="../media/image1401.png"/><Relationship Id="rId130" Type="http://schemas.openxmlformats.org/officeDocument/2006/relationships/customXml" Target="../ink/ink1873.xml"/><Relationship Id="rId368" Type="http://schemas.openxmlformats.org/officeDocument/2006/relationships/customXml" Target="../ink/ink1992.xml"/><Relationship Id="rId575" Type="http://schemas.openxmlformats.org/officeDocument/2006/relationships/image" Target="../media/image1763.png"/><Relationship Id="rId228" Type="http://schemas.openxmlformats.org/officeDocument/2006/relationships/customXml" Target="../ink/ink1922.xml"/><Relationship Id="rId435" Type="http://schemas.openxmlformats.org/officeDocument/2006/relationships/image" Target="../media/image1693.png"/><Relationship Id="rId642" Type="http://schemas.openxmlformats.org/officeDocument/2006/relationships/customXml" Target="../ink/ink2129.xml"/><Relationship Id="rId281" Type="http://schemas.openxmlformats.org/officeDocument/2006/relationships/image" Target="../media/image1616.png"/><Relationship Id="rId502" Type="http://schemas.openxmlformats.org/officeDocument/2006/relationships/customXml" Target="../ink/ink2059.xml"/><Relationship Id="rId76" Type="http://schemas.openxmlformats.org/officeDocument/2006/relationships/customXml" Target="../ink/ink1846.xml"/><Relationship Id="rId141" Type="http://schemas.openxmlformats.org/officeDocument/2006/relationships/image" Target="../media/image1437.png"/><Relationship Id="rId379" Type="http://schemas.openxmlformats.org/officeDocument/2006/relationships/image" Target="../media/image1665.png"/><Relationship Id="rId586" Type="http://schemas.openxmlformats.org/officeDocument/2006/relationships/customXml" Target="../ink/ink2101.xml"/><Relationship Id="rId7" Type="http://schemas.openxmlformats.org/officeDocument/2006/relationships/image" Target="../media/image1372.png"/><Relationship Id="rId239" Type="http://schemas.openxmlformats.org/officeDocument/2006/relationships/image" Target="../media/image1486.png"/><Relationship Id="rId446" Type="http://schemas.openxmlformats.org/officeDocument/2006/relationships/customXml" Target="../ink/ink2031.xml"/><Relationship Id="rId653" Type="http://schemas.openxmlformats.org/officeDocument/2006/relationships/image" Target="../media/image1802.png"/><Relationship Id="rId292" Type="http://schemas.openxmlformats.org/officeDocument/2006/relationships/customXml" Target="../ink/ink1954.xml"/><Relationship Id="rId306" Type="http://schemas.openxmlformats.org/officeDocument/2006/relationships/customXml" Target="../ink/ink1961.xml"/><Relationship Id="rId87" Type="http://schemas.openxmlformats.org/officeDocument/2006/relationships/image" Target="../media/image1412.png"/><Relationship Id="rId513" Type="http://schemas.openxmlformats.org/officeDocument/2006/relationships/image" Target="../media/image1732.png"/><Relationship Id="rId597" Type="http://schemas.openxmlformats.org/officeDocument/2006/relationships/image" Target="../media/image1774.png"/><Relationship Id="rId720" Type="http://schemas.openxmlformats.org/officeDocument/2006/relationships/customXml" Target="../ink/ink2168.xml"/><Relationship Id="rId152" Type="http://schemas.openxmlformats.org/officeDocument/2006/relationships/customXml" Target="../ink/ink1884.xml"/><Relationship Id="rId457" Type="http://schemas.openxmlformats.org/officeDocument/2006/relationships/image" Target="../media/image1704.png"/><Relationship Id="rId664" Type="http://schemas.openxmlformats.org/officeDocument/2006/relationships/customXml" Target="../ink/ink2140.xml"/><Relationship Id="rId14" Type="http://schemas.openxmlformats.org/officeDocument/2006/relationships/customXml" Target="../ink/ink1815.xml"/><Relationship Id="rId317" Type="http://schemas.openxmlformats.org/officeDocument/2006/relationships/image" Target="../media/image1634.png"/><Relationship Id="rId524" Type="http://schemas.openxmlformats.org/officeDocument/2006/relationships/customXml" Target="../ink/ink2070.xml"/><Relationship Id="rId731" Type="http://schemas.openxmlformats.org/officeDocument/2006/relationships/image" Target="../media/image1841.png"/><Relationship Id="rId98" Type="http://schemas.openxmlformats.org/officeDocument/2006/relationships/customXml" Target="../ink/ink1857.xml"/><Relationship Id="rId163" Type="http://schemas.openxmlformats.org/officeDocument/2006/relationships/image" Target="../media/image1448.png"/><Relationship Id="rId370" Type="http://schemas.openxmlformats.org/officeDocument/2006/relationships/customXml" Target="../ink/ink1993.xml"/><Relationship Id="rId230" Type="http://schemas.openxmlformats.org/officeDocument/2006/relationships/customXml" Target="../ink/ink1923.xml"/><Relationship Id="rId468" Type="http://schemas.openxmlformats.org/officeDocument/2006/relationships/customXml" Target="../ink/ink2042.xml"/><Relationship Id="rId675" Type="http://schemas.openxmlformats.org/officeDocument/2006/relationships/image" Target="../media/image1813.png"/><Relationship Id="rId25" Type="http://schemas.openxmlformats.org/officeDocument/2006/relationships/image" Target="../media/image1381.png"/><Relationship Id="rId328" Type="http://schemas.openxmlformats.org/officeDocument/2006/relationships/customXml" Target="../ink/ink1972.xml"/><Relationship Id="rId535" Type="http://schemas.openxmlformats.org/officeDocument/2006/relationships/image" Target="../media/image1743.png"/><Relationship Id="rId742" Type="http://schemas.openxmlformats.org/officeDocument/2006/relationships/customXml" Target="../ink/ink2179.xml"/><Relationship Id="rId174" Type="http://schemas.openxmlformats.org/officeDocument/2006/relationships/customXml" Target="../ink/ink1895.xml"/><Relationship Id="rId381" Type="http://schemas.openxmlformats.org/officeDocument/2006/relationships/image" Target="../media/image1666.png"/><Relationship Id="rId602" Type="http://schemas.openxmlformats.org/officeDocument/2006/relationships/customXml" Target="../ink/ink2109.xml"/><Relationship Id="rId241" Type="http://schemas.openxmlformats.org/officeDocument/2006/relationships/image" Target="../media/image1487.png"/><Relationship Id="rId479" Type="http://schemas.openxmlformats.org/officeDocument/2006/relationships/image" Target="../media/image1715.png"/><Relationship Id="rId686" Type="http://schemas.openxmlformats.org/officeDocument/2006/relationships/customXml" Target="../ink/ink2151.xml"/><Relationship Id="rId36" Type="http://schemas.openxmlformats.org/officeDocument/2006/relationships/customXml" Target="../ink/ink1826.xml"/><Relationship Id="rId339" Type="http://schemas.openxmlformats.org/officeDocument/2006/relationships/image" Target="../media/image1645.png"/><Relationship Id="rId546" Type="http://schemas.openxmlformats.org/officeDocument/2006/relationships/customXml" Target="../ink/ink2081.xml"/><Relationship Id="rId753" Type="http://schemas.openxmlformats.org/officeDocument/2006/relationships/image" Target="../media/image1852.png"/><Relationship Id="rId101" Type="http://schemas.openxmlformats.org/officeDocument/2006/relationships/image" Target="../media/image1418.png"/><Relationship Id="rId185" Type="http://schemas.openxmlformats.org/officeDocument/2006/relationships/image" Target="../media/image1459.png"/><Relationship Id="rId406" Type="http://schemas.openxmlformats.org/officeDocument/2006/relationships/customXml" Target="../ink/ink2011.xml"/><Relationship Id="rId392" Type="http://schemas.openxmlformats.org/officeDocument/2006/relationships/customXml" Target="../ink/ink2004.xml"/><Relationship Id="rId613" Type="http://schemas.openxmlformats.org/officeDocument/2006/relationships/image" Target="../media/image1782.png"/><Relationship Id="rId697" Type="http://schemas.openxmlformats.org/officeDocument/2006/relationships/image" Target="../media/image1824.png"/><Relationship Id="rId252" Type="http://schemas.openxmlformats.org/officeDocument/2006/relationships/customXml" Target="../ink/ink1934.xml"/><Relationship Id="rId47" Type="http://schemas.openxmlformats.org/officeDocument/2006/relationships/image" Target="../media/image1392.png"/><Relationship Id="rId112" Type="http://schemas.openxmlformats.org/officeDocument/2006/relationships/customXml" Target="../ink/ink1864.xml"/><Relationship Id="rId557" Type="http://schemas.openxmlformats.org/officeDocument/2006/relationships/image" Target="../media/image1754.png"/><Relationship Id="rId196" Type="http://schemas.openxmlformats.org/officeDocument/2006/relationships/customXml" Target="../ink/ink1906.xml"/><Relationship Id="rId417" Type="http://schemas.openxmlformats.org/officeDocument/2006/relationships/image" Target="../media/image1684.png"/><Relationship Id="rId624" Type="http://schemas.openxmlformats.org/officeDocument/2006/relationships/customXml" Target="../ink/ink2120.xml"/><Relationship Id="rId263" Type="http://schemas.openxmlformats.org/officeDocument/2006/relationships/image" Target="../media/image1498.png"/><Relationship Id="rId470" Type="http://schemas.openxmlformats.org/officeDocument/2006/relationships/customXml" Target="../ink/ink2043.xml"/><Relationship Id="rId58" Type="http://schemas.openxmlformats.org/officeDocument/2006/relationships/customXml" Target="../ink/ink1837.xml"/><Relationship Id="rId123" Type="http://schemas.openxmlformats.org/officeDocument/2006/relationships/image" Target="../media/image1428.png"/><Relationship Id="rId330" Type="http://schemas.openxmlformats.org/officeDocument/2006/relationships/customXml" Target="../ink/ink1973.xml"/><Relationship Id="rId568" Type="http://schemas.openxmlformats.org/officeDocument/2006/relationships/customXml" Target="../ink/ink2092.xml"/><Relationship Id="rId428" Type="http://schemas.openxmlformats.org/officeDocument/2006/relationships/customXml" Target="../ink/ink2022.xml"/><Relationship Id="rId635" Type="http://schemas.openxmlformats.org/officeDocument/2006/relationships/image" Target="../media/image1793.png"/><Relationship Id="rId274" Type="http://schemas.openxmlformats.org/officeDocument/2006/relationships/customXml" Target="../ink/ink1945.xml"/><Relationship Id="rId481" Type="http://schemas.openxmlformats.org/officeDocument/2006/relationships/image" Target="../media/image1716.png"/><Relationship Id="rId702" Type="http://schemas.openxmlformats.org/officeDocument/2006/relationships/customXml" Target="../ink/ink2159.xml"/><Relationship Id="rId69" Type="http://schemas.openxmlformats.org/officeDocument/2006/relationships/image" Target="../media/image1403.png"/><Relationship Id="rId134" Type="http://schemas.openxmlformats.org/officeDocument/2006/relationships/customXml" Target="../ink/ink1875.xml"/><Relationship Id="rId579" Type="http://schemas.openxmlformats.org/officeDocument/2006/relationships/image" Target="../media/image1765.png"/><Relationship Id="rId341" Type="http://schemas.openxmlformats.org/officeDocument/2006/relationships/image" Target="../media/image1646.png"/><Relationship Id="rId439" Type="http://schemas.openxmlformats.org/officeDocument/2006/relationships/image" Target="../media/image1695.png"/><Relationship Id="rId646" Type="http://schemas.openxmlformats.org/officeDocument/2006/relationships/customXml" Target="../ink/ink2131.xml"/><Relationship Id="rId201" Type="http://schemas.openxmlformats.org/officeDocument/2006/relationships/image" Target="../media/image1467.png"/><Relationship Id="rId285" Type="http://schemas.openxmlformats.org/officeDocument/2006/relationships/image" Target="../media/image1618.png"/><Relationship Id="rId506" Type="http://schemas.openxmlformats.org/officeDocument/2006/relationships/customXml" Target="../ink/ink2061.xml"/><Relationship Id="rId492" Type="http://schemas.openxmlformats.org/officeDocument/2006/relationships/customXml" Target="../ink/ink2054.xml"/><Relationship Id="rId713" Type="http://schemas.openxmlformats.org/officeDocument/2006/relationships/image" Target="../media/image1832.png"/><Relationship Id="rId145" Type="http://schemas.openxmlformats.org/officeDocument/2006/relationships/image" Target="../media/image1439.png"/><Relationship Id="rId352" Type="http://schemas.openxmlformats.org/officeDocument/2006/relationships/customXml" Target="../ink/ink1984.xml"/><Relationship Id="rId212" Type="http://schemas.openxmlformats.org/officeDocument/2006/relationships/customXml" Target="../ink/ink1914.xml"/><Relationship Id="rId657" Type="http://schemas.openxmlformats.org/officeDocument/2006/relationships/image" Target="../media/image1804.png"/><Relationship Id="rId296" Type="http://schemas.openxmlformats.org/officeDocument/2006/relationships/customXml" Target="../ink/ink1956.xml"/><Relationship Id="rId517" Type="http://schemas.openxmlformats.org/officeDocument/2006/relationships/image" Target="../media/image1734.png"/><Relationship Id="rId724" Type="http://schemas.openxmlformats.org/officeDocument/2006/relationships/customXml" Target="../ink/ink2170.xml"/><Relationship Id="rId60" Type="http://schemas.openxmlformats.org/officeDocument/2006/relationships/customXml" Target="../ink/ink1838.xml"/><Relationship Id="rId156" Type="http://schemas.openxmlformats.org/officeDocument/2006/relationships/customXml" Target="../ink/ink1886.xml"/><Relationship Id="rId363" Type="http://schemas.openxmlformats.org/officeDocument/2006/relationships/image" Target="../media/image1657.png"/><Relationship Id="rId570" Type="http://schemas.openxmlformats.org/officeDocument/2006/relationships/customXml" Target="../ink/ink2093.xml"/><Relationship Id="rId223" Type="http://schemas.openxmlformats.org/officeDocument/2006/relationships/image" Target="../media/image1478.png"/><Relationship Id="rId430" Type="http://schemas.openxmlformats.org/officeDocument/2006/relationships/customXml" Target="../ink/ink2023.xml"/><Relationship Id="rId668" Type="http://schemas.openxmlformats.org/officeDocument/2006/relationships/customXml" Target="../ink/ink2142.xml"/><Relationship Id="rId18" Type="http://schemas.openxmlformats.org/officeDocument/2006/relationships/customXml" Target="../ink/ink1817.xml"/><Relationship Id="rId528" Type="http://schemas.openxmlformats.org/officeDocument/2006/relationships/customXml" Target="../ink/ink2072.xml"/><Relationship Id="rId735" Type="http://schemas.openxmlformats.org/officeDocument/2006/relationships/image" Target="../media/image1843.png"/><Relationship Id="rId167" Type="http://schemas.openxmlformats.org/officeDocument/2006/relationships/image" Target="../media/image1450.png"/><Relationship Id="rId374" Type="http://schemas.openxmlformats.org/officeDocument/2006/relationships/customXml" Target="../ink/ink1995.xml"/><Relationship Id="rId581" Type="http://schemas.openxmlformats.org/officeDocument/2006/relationships/image" Target="../media/image1766.png"/><Relationship Id="rId71" Type="http://schemas.openxmlformats.org/officeDocument/2006/relationships/image" Target="../media/image1404.png"/><Relationship Id="rId234" Type="http://schemas.openxmlformats.org/officeDocument/2006/relationships/customXml" Target="../ink/ink1925.xml"/><Relationship Id="rId679" Type="http://schemas.openxmlformats.org/officeDocument/2006/relationships/image" Target="../media/image1815.png"/><Relationship Id="rId2" Type="http://schemas.openxmlformats.org/officeDocument/2006/relationships/customXml" Target="../ink/ink1809.xml"/><Relationship Id="rId29" Type="http://schemas.openxmlformats.org/officeDocument/2006/relationships/image" Target="../media/image1383.png"/><Relationship Id="rId441" Type="http://schemas.openxmlformats.org/officeDocument/2006/relationships/image" Target="../media/image1696.png"/><Relationship Id="rId539" Type="http://schemas.openxmlformats.org/officeDocument/2006/relationships/image" Target="../media/image1745.png"/><Relationship Id="rId746" Type="http://schemas.openxmlformats.org/officeDocument/2006/relationships/customXml" Target="../ink/ink2181.xml"/><Relationship Id="rId178" Type="http://schemas.openxmlformats.org/officeDocument/2006/relationships/customXml" Target="../ink/ink1897.xml"/><Relationship Id="rId301" Type="http://schemas.openxmlformats.org/officeDocument/2006/relationships/image" Target="../media/image1626.png"/><Relationship Id="rId82" Type="http://schemas.openxmlformats.org/officeDocument/2006/relationships/customXml" Target="../ink/ink1849.xml"/><Relationship Id="rId385" Type="http://schemas.openxmlformats.org/officeDocument/2006/relationships/image" Target="../media/image1668.png"/><Relationship Id="rId592" Type="http://schemas.openxmlformats.org/officeDocument/2006/relationships/customXml" Target="../ink/ink2104.xml"/><Relationship Id="rId606" Type="http://schemas.openxmlformats.org/officeDocument/2006/relationships/customXml" Target="../ink/ink2111.xml"/><Relationship Id="rId245" Type="http://schemas.openxmlformats.org/officeDocument/2006/relationships/image" Target="../media/image1489.png"/><Relationship Id="rId452" Type="http://schemas.openxmlformats.org/officeDocument/2006/relationships/customXml" Target="../ink/ink2034.xml"/><Relationship Id="rId105" Type="http://schemas.openxmlformats.org/officeDocument/2006/relationships/image" Target="../media/image1420.png"/><Relationship Id="rId312" Type="http://schemas.openxmlformats.org/officeDocument/2006/relationships/customXml" Target="../ink/ink1964.xml"/><Relationship Id="rId757" Type="http://schemas.openxmlformats.org/officeDocument/2006/relationships/image" Target="../media/image1854.png"/><Relationship Id="rId93" Type="http://schemas.openxmlformats.org/officeDocument/2006/relationships/image" Target="../media/image1415.png"/><Relationship Id="rId189" Type="http://schemas.openxmlformats.org/officeDocument/2006/relationships/image" Target="../media/image1461.png"/><Relationship Id="rId396" Type="http://schemas.openxmlformats.org/officeDocument/2006/relationships/customXml" Target="../ink/ink2006.xml"/><Relationship Id="rId617" Type="http://schemas.openxmlformats.org/officeDocument/2006/relationships/image" Target="../media/image1784.png"/><Relationship Id="rId256" Type="http://schemas.openxmlformats.org/officeDocument/2006/relationships/customXml" Target="../ink/ink1936.xml"/><Relationship Id="rId463" Type="http://schemas.openxmlformats.org/officeDocument/2006/relationships/image" Target="../media/image1707.png"/><Relationship Id="rId670" Type="http://schemas.openxmlformats.org/officeDocument/2006/relationships/customXml" Target="../ink/ink2143.xml"/><Relationship Id="rId116" Type="http://schemas.openxmlformats.org/officeDocument/2006/relationships/customXml" Target="../ink/ink1866.xml"/><Relationship Id="rId323" Type="http://schemas.openxmlformats.org/officeDocument/2006/relationships/image" Target="../media/image1637.png"/><Relationship Id="rId530" Type="http://schemas.openxmlformats.org/officeDocument/2006/relationships/customXml" Target="../ink/ink2073.xml"/><Relationship Id="rId20" Type="http://schemas.openxmlformats.org/officeDocument/2006/relationships/customXml" Target="../ink/ink1818.xml"/><Relationship Id="rId628" Type="http://schemas.openxmlformats.org/officeDocument/2006/relationships/customXml" Target="../ink/ink2122.xml"/><Relationship Id="rId267" Type="http://schemas.openxmlformats.org/officeDocument/2006/relationships/image" Target="../media/image1500.png"/><Relationship Id="rId474" Type="http://schemas.openxmlformats.org/officeDocument/2006/relationships/customXml" Target="../ink/ink2045.xml"/><Relationship Id="rId127" Type="http://schemas.openxmlformats.org/officeDocument/2006/relationships/image" Target="../media/image1430.png"/><Relationship Id="rId681" Type="http://schemas.openxmlformats.org/officeDocument/2006/relationships/image" Target="../media/image1816.png"/><Relationship Id="rId31" Type="http://schemas.openxmlformats.org/officeDocument/2006/relationships/image" Target="../media/image1384.png"/><Relationship Id="rId334" Type="http://schemas.openxmlformats.org/officeDocument/2006/relationships/customXml" Target="../ink/ink1975.xml"/><Relationship Id="rId541" Type="http://schemas.openxmlformats.org/officeDocument/2006/relationships/image" Target="../media/image1746.png"/><Relationship Id="rId639" Type="http://schemas.openxmlformats.org/officeDocument/2006/relationships/image" Target="../media/image1795.png"/><Relationship Id="rId4" Type="http://schemas.openxmlformats.org/officeDocument/2006/relationships/customXml" Target="../ink/ink1810.xml"/><Relationship Id="rId180" Type="http://schemas.openxmlformats.org/officeDocument/2006/relationships/customXml" Target="../ink/ink1898.xml"/><Relationship Id="rId236" Type="http://schemas.openxmlformats.org/officeDocument/2006/relationships/customXml" Target="../ink/ink1926.xml"/><Relationship Id="rId278" Type="http://schemas.openxmlformats.org/officeDocument/2006/relationships/customXml" Target="../ink/ink1947.xml"/><Relationship Id="rId401" Type="http://schemas.openxmlformats.org/officeDocument/2006/relationships/image" Target="../media/image1676.png"/><Relationship Id="rId443" Type="http://schemas.openxmlformats.org/officeDocument/2006/relationships/image" Target="../media/image1697.png"/><Relationship Id="rId650" Type="http://schemas.openxmlformats.org/officeDocument/2006/relationships/customXml" Target="../ink/ink2133.xml"/><Relationship Id="rId303" Type="http://schemas.openxmlformats.org/officeDocument/2006/relationships/image" Target="../media/image1627.png"/><Relationship Id="rId485" Type="http://schemas.openxmlformats.org/officeDocument/2006/relationships/image" Target="../media/image1718.png"/><Relationship Id="rId692" Type="http://schemas.openxmlformats.org/officeDocument/2006/relationships/customXml" Target="../ink/ink2154.xml"/><Relationship Id="rId706" Type="http://schemas.openxmlformats.org/officeDocument/2006/relationships/customXml" Target="../ink/ink2161.xml"/><Relationship Id="rId748" Type="http://schemas.openxmlformats.org/officeDocument/2006/relationships/customXml" Target="../ink/ink2182.xml"/><Relationship Id="rId42" Type="http://schemas.openxmlformats.org/officeDocument/2006/relationships/customXml" Target="../ink/ink1829.xml"/><Relationship Id="rId84" Type="http://schemas.openxmlformats.org/officeDocument/2006/relationships/customXml" Target="../ink/ink1850.xml"/><Relationship Id="rId138" Type="http://schemas.openxmlformats.org/officeDocument/2006/relationships/customXml" Target="../ink/ink1877.xml"/><Relationship Id="rId345" Type="http://schemas.openxmlformats.org/officeDocument/2006/relationships/image" Target="../media/image1648.png"/><Relationship Id="rId387" Type="http://schemas.openxmlformats.org/officeDocument/2006/relationships/image" Target="../media/image1669.png"/><Relationship Id="rId510" Type="http://schemas.openxmlformats.org/officeDocument/2006/relationships/customXml" Target="../ink/ink2063.xml"/><Relationship Id="rId552" Type="http://schemas.openxmlformats.org/officeDocument/2006/relationships/customXml" Target="../ink/ink2084.xml"/><Relationship Id="rId594" Type="http://schemas.openxmlformats.org/officeDocument/2006/relationships/customXml" Target="../ink/ink2105.xml"/><Relationship Id="rId608" Type="http://schemas.openxmlformats.org/officeDocument/2006/relationships/customXml" Target="../ink/ink2112.xml"/><Relationship Id="rId191" Type="http://schemas.openxmlformats.org/officeDocument/2006/relationships/image" Target="../media/image1462.png"/><Relationship Id="rId205" Type="http://schemas.openxmlformats.org/officeDocument/2006/relationships/image" Target="../media/image1469.png"/><Relationship Id="rId247" Type="http://schemas.openxmlformats.org/officeDocument/2006/relationships/image" Target="../media/image1490.png"/><Relationship Id="rId412" Type="http://schemas.openxmlformats.org/officeDocument/2006/relationships/customXml" Target="../ink/ink2014.xml"/><Relationship Id="rId107" Type="http://schemas.openxmlformats.org/officeDocument/2006/relationships/image" Target="../media/image1421.png"/><Relationship Id="rId289" Type="http://schemas.openxmlformats.org/officeDocument/2006/relationships/image" Target="../media/image1620.png"/><Relationship Id="rId454" Type="http://schemas.openxmlformats.org/officeDocument/2006/relationships/customXml" Target="../ink/ink2035.xml"/><Relationship Id="rId496" Type="http://schemas.openxmlformats.org/officeDocument/2006/relationships/customXml" Target="../ink/ink2056.xml"/><Relationship Id="rId661" Type="http://schemas.openxmlformats.org/officeDocument/2006/relationships/image" Target="../media/image1806.png"/><Relationship Id="rId717" Type="http://schemas.openxmlformats.org/officeDocument/2006/relationships/image" Target="../media/image1834.png"/><Relationship Id="rId759" Type="http://schemas.openxmlformats.org/officeDocument/2006/relationships/image" Target="../media/image1855.png"/><Relationship Id="rId11" Type="http://schemas.openxmlformats.org/officeDocument/2006/relationships/image" Target="../media/image1374.png"/><Relationship Id="rId53" Type="http://schemas.openxmlformats.org/officeDocument/2006/relationships/image" Target="../media/image1395.png"/><Relationship Id="rId149" Type="http://schemas.openxmlformats.org/officeDocument/2006/relationships/image" Target="../media/image1441.png"/><Relationship Id="rId314" Type="http://schemas.openxmlformats.org/officeDocument/2006/relationships/customXml" Target="../ink/ink1965.xml"/><Relationship Id="rId356" Type="http://schemas.openxmlformats.org/officeDocument/2006/relationships/customXml" Target="../ink/ink1986.xml"/><Relationship Id="rId398" Type="http://schemas.openxmlformats.org/officeDocument/2006/relationships/customXml" Target="../ink/ink2007.xml"/><Relationship Id="rId521" Type="http://schemas.openxmlformats.org/officeDocument/2006/relationships/image" Target="../media/image1736.png"/><Relationship Id="rId563" Type="http://schemas.openxmlformats.org/officeDocument/2006/relationships/image" Target="../media/image1757.png"/><Relationship Id="rId619" Type="http://schemas.openxmlformats.org/officeDocument/2006/relationships/image" Target="../media/image1785.png"/><Relationship Id="rId95" Type="http://schemas.openxmlformats.org/officeDocument/2006/relationships/image" Target="../media/image5370.png"/><Relationship Id="rId160" Type="http://schemas.openxmlformats.org/officeDocument/2006/relationships/customXml" Target="../ink/ink1888.xml"/><Relationship Id="rId216" Type="http://schemas.openxmlformats.org/officeDocument/2006/relationships/customXml" Target="../ink/ink1916.xml"/><Relationship Id="rId423" Type="http://schemas.openxmlformats.org/officeDocument/2006/relationships/image" Target="../media/image1687.png"/><Relationship Id="rId258" Type="http://schemas.openxmlformats.org/officeDocument/2006/relationships/customXml" Target="../ink/ink1937.xml"/><Relationship Id="rId465" Type="http://schemas.openxmlformats.org/officeDocument/2006/relationships/image" Target="../media/image1708.png"/><Relationship Id="rId630" Type="http://schemas.openxmlformats.org/officeDocument/2006/relationships/customXml" Target="../ink/ink2123.xml"/><Relationship Id="rId672" Type="http://schemas.openxmlformats.org/officeDocument/2006/relationships/customXml" Target="../ink/ink2144.xml"/><Relationship Id="rId728" Type="http://schemas.openxmlformats.org/officeDocument/2006/relationships/customXml" Target="../ink/ink2172.xml"/><Relationship Id="rId22" Type="http://schemas.openxmlformats.org/officeDocument/2006/relationships/customXml" Target="../ink/ink1819.xml"/><Relationship Id="rId64" Type="http://schemas.openxmlformats.org/officeDocument/2006/relationships/customXml" Target="../ink/ink1840.xml"/><Relationship Id="rId118" Type="http://schemas.openxmlformats.org/officeDocument/2006/relationships/customXml" Target="../ink/ink1867.xml"/><Relationship Id="rId325" Type="http://schemas.openxmlformats.org/officeDocument/2006/relationships/image" Target="../media/image1638.png"/><Relationship Id="rId367" Type="http://schemas.openxmlformats.org/officeDocument/2006/relationships/image" Target="../media/image1659.png"/><Relationship Id="rId532" Type="http://schemas.openxmlformats.org/officeDocument/2006/relationships/customXml" Target="../ink/ink2074.xml"/><Relationship Id="rId574" Type="http://schemas.openxmlformats.org/officeDocument/2006/relationships/customXml" Target="../ink/ink2095.xml"/><Relationship Id="rId171" Type="http://schemas.openxmlformats.org/officeDocument/2006/relationships/image" Target="../media/image1452.png"/><Relationship Id="rId227" Type="http://schemas.openxmlformats.org/officeDocument/2006/relationships/image" Target="../media/image1480.png"/><Relationship Id="rId269" Type="http://schemas.openxmlformats.org/officeDocument/2006/relationships/image" Target="../media/image1501.png"/><Relationship Id="rId434" Type="http://schemas.openxmlformats.org/officeDocument/2006/relationships/customXml" Target="../ink/ink2025.xml"/><Relationship Id="rId476" Type="http://schemas.openxmlformats.org/officeDocument/2006/relationships/customXml" Target="../ink/ink2046.xml"/><Relationship Id="rId641" Type="http://schemas.openxmlformats.org/officeDocument/2006/relationships/image" Target="../media/image1796.png"/><Relationship Id="rId683" Type="http://schemas.openxmlformats.org/officeDocument/2006/relationships/image" Target="../media/image1817.png"/><Relationship Id="rId739" Type="http://schemas.openxmlformats.org/officeDocument/2006/relationships/image" Target="../media/image1845.png"/><Relationship Id="rId33" Type="http://schemas.openxmlformats.org/officeDocument/2006/relationships/image" Target="../media/image1385.png"/><Relationship Id="rId129" Type="http://schemas.openxmlformats.org/officeDocument/2006/relationships/image" Target="../media/image1431.png"/><Relationship Id="rId280" Type="http://schemas.openxmlformats.org/officeDocument/2006/relationships/customXml" Target="../ink/ink1948.xml"/><Relationship Id="rId336" Type="http://schemas.openxmlformats.org/officeDocument/2006/relationships/customXml" Target="../ink/ink1976.xml"/><Relationship Id="rId501" Type="http://schemas.openxmlformats.org/officeDocument/2006/relationships/image" Target="../media/image1726.png"/><Relationship Id="rId543" Type="http://schemas.openxmlformats.org/officeDocument/2006/relationships/image" Target="../media/image1747.png"/><Relationship Id="rId75" Type="http://schemas.openxmlformats.org/officeDocument/2006/relationships/image" Target="../media/image1406.png"/><Relationship Id="rId140" Type="http://schemas.openxmlformats.org/officeDocument/2006/relationships/customXml" Target="../ink/ink1878.xml"/><Relationship Id="rId182" Type="http://schemas.openxmlformats.org/officeDocument/2006/relationships/customXml" Target="../ink/ink1899.xml"/><Relationship Id="rId378" Type="http://schemas.openxmlformats.org/officeDocument/2006/relationships/customXml" Target="../ink/ink1997.xml"/><Relationship Id="rId403" Type="http://schemas.openxmlformats.org/officeDocument/2006/relationships/image" Target="../media/image1677.png"/><Relationship Id="rId585" Type="http://schemas.openxmlformats.org/officeDocument/2006/relationships/image" Target="../media/image1768.png"/><Relationship Id="rId750" Type="http://schemas.openxmlformats.org/officeDocument/2006/relationships/customXml" Target="../ink/ink2183.xml"/><Relationship Id="rId6" Type="http://schemas.openxmlformats.org/officeDocument/2006/relationships/customXml" Target="../ink/ink1811.xml"/><Relationship Id="rId238" Type="http://schemas.openxmlformats.org/officeDocument/2006/relationships/customXml" Target="../ink/ink1927.xml"/><Relationship Id="rId445" Type="http://schemas.openxmlformats.org/officeDocument/2006/relationships/image" Target="../media/image1698.png"/><Relationship Id="rId487" Type="http://schemas.openxmlformats.org/officeDocument/2006/relationships/image" Target="../media/image1719.png"/><Relationship Id="rId610" Type="http://schemas.openxmlformats.org/officeDocument/2006/relationships/customXml" Target="../ink/ink2113.xml"/><Relationship Id="rId652" Type="http://schemas.openxmlformats.org/officeDocument/2006/relationships/customXml" Target="../ink/ink2134.xml"/><Relationship Id="rId694" Type="http://schemas.openxmlformats.org/officeDocument/2006/relationships/customXml" Target="../ink/ink2155.xml"/><Relationship Id="rId708" Type="http://schemas.openxmlformats.org/officeDocument/2006/relationships/customXml" Target="../ink/ink2162.xml"/><Relationship Id="rId291" Type="http://schemas.openxmlformats.org/officeDocument/2006/relationships/image" Target="../media/image1621.png"/><Relationship Id="rId305" Type="http://schemas.openxmlformats.org/officeDocument/2006/relationships/image" Target="../media/image1628.png"/><Relationship Id="rId347" Type="http://schemas.openxmlformats.org/officeDocument/2006/relationships/image" Target="../media/image1649.png"/><Relationship Id="rId512" Type="http://schemas.openxmlformats.org/officeDocument/2006/relationships/customXml" Target="../ink/ink2064.xml"/><Relationship Id="rId44" Type="http://schemas.openxmlformats.org/officeDocument/2006/relationships/customXml" Target="../ink/ink1830.xml"/><Relationship Id="rId86" Type="http://schemas.openxmlformats.org/officeDocument/2006/relationships/customXml" Target="../ink/ink1851.xml"/><Relationship Id="rId151" Type="http://schemas.openxmlformats.org/officeDocument/2006/relationships/image" Target="../media/image1442.png"/><Relationship Id="rId389" Type="http://schemas.openxmlformats.org/officeDocument/2006/relationships/image" Target="../media/image1670.png"/><Relationship Id="rId554" Type="http://schemas.openxmlformats.org/officeDocument/2006/relationships/customXml" Target="../ink/ink2085.xml"/><Relationship Id="rId596" Type="http://schemas.openxmlformats.org/officeDocument/2006/relationships/customXml" Target="../ink/ink2106.xml"/><Relationship Id="rId761" Type="http://schemas.openxmlformats.org/officeDocument/2006/relationships/image" Target="../media/image1856.png"/><Relationship Id="rId193" Type="http://schemas.openxmlformats.org/officeDocument/2006/relationships/image" Target="../media/image1463.png"/><Relationship Id="rId207" Type="http://schemas.openxmlformats.org/officeDocument/2006/relationships/image" Target="../media/image1470.png"/><Relationship Id="rId249" Type="http://schemas.openxmlformats.org/officeDocument/2006/relationships/image" Target="../media/image1491.png"/><Relationship Id="rId414" Type="http://schemas.openxmlformats.org/officeDocument/2006/relationships/customXml" Target="../ink/ink2015.xml"/><Relationship Id="rId456" Type="http://schemas.openxmlformats.org/officeDocument/2006/relationships/customXml" Target="../ink/ink2036.xml"/><Relationship Id="rId498" Type="http://schemas.openxmlformats.org/officeDocument/2006/relationships/customXml" Target="../ink/ink2057.xml"/><Relationship Id="rId621" Type="http://schemas.openxmlformats.org/officeDocument/2006/relationships/image" Target="../media/image1786.png"/><Relationship Id="rId663" Type="http://schemas.openxmlformats.org/officeDocument/2006/relationships/image" Target="../media/image1807.png"/><Relationship Id="rId13" Type="http://schemas.openxmlformats.org/officeDocument/2006/relationships/image" Target="../media/image1375.png"/><Relationship Id="rId109" Type="http://schemas.openxmlformats.org/officeDocument/2006/relationships/image" Target="../media/image1422.png"/><Relationship Id="rId260" Type="http://schemas.openxmlformats.org/officeDocument/2006/relationships/customXml" Target="../ink/ink1938.xml"/><Relationship Id="rId316" Type="http://schemas.openxmlformats.org/officeDocument/2006/relationships/customXml" Target="../ink/ink1966.xml"/><Relationship Id="rId523" Type="http://schemas.openxmlformats.org/officeDocument/2006/relationships/image" Target="../media/image1737.png"/><Relationship Id="rId719" Type="http://schemas.openxmlformats.org/officeDocument/2006/relationships/image" Target="../media/image1835.png"/><Relationship Id="rId55" Type="http://schemas.openxmlformats.org/officeDocument/2006/relationships/image" Target="../media/image1396.png"/><Relationship Id="rId97" Type="http://schemas.openxmlformats.org/officeDocument/2006/relationships/image" Target="../media/image1416.png"/><Relationship Id="rId120" Type="http://schemas.openxmlformats.org/officeDocument/2006/relationships/customXml" Target="../ink/ink1868.xml"/><Relationship Id="rId358" Type="http://schemas.openxmlformats.org/officeDocument/2006/relationships/customXml" Target="../ink/ink1987.xml"/><Relationship Id="rId565" Type="http://schemas.openxmlformats.org/officeDocument/2006/relationships/image" Target="../media/image1758.png"/><Relationship Id="rId730" Type="http://schemas.openxmlformats.org/officeDocument/2006/relationships/customXml" Target="../ink/ink2173.xml"/><Relationship Id="rId162" Type="http://schemas.openxmlformats.org/officeDocument/2006/relationships/customXml" Target="../ink/ink1889.xml"/><Relationship Id="rId218" Type="http://schemas.openxmlformats.org/officeDocument/2006/relationships/customXml" Target="../ink/ink1917.xml"/><Relationship Id="rId425" Type="http://schemas.openxmlformats.org/officeDocument/2006/relationships/image" Target="../media/image1688.png"/><Relationship Id="rId467" Type="http://schemas.openxmlformats.org/officeDocument/2006/relationships/image" Target="../media/image1709.png"/><Relationship Id="rId632" Type="http://schemas.openxmlformats.org/officeDocument/2006/relationships/customXml" Target="../ink/ink2124.xml"/><Relationship Id="rId271" Type="http://schemas.openxmlformats.org/officeDocument/2006/relationships/image" Target="../media/image1502.png"/><Relationship Id="rId674" Type="http://schemas.openxmlformats.org/officeDocument/2006/relationships/customXml" Target="../ink/ink2145.xml"/><Relationship Id="rId24" Type="http://schemas.openxmlformats.org/officeDocument/2006/relationships/customXml" Target="../ink/ink1820.xml"/><Relationship Id="rId66" Type="http://schemas.openxmlformats.org/officeDocument/2006/relationships/customXml" Target="../ink/ink1841.xml"/><Relationship Id="rId131" Type="http://schemas.openxmlformats.org/officeDocument/2006/relationships/image" Target="../media/image1432.png"/><Relationship Id="rId327" Type="http://schemas.openxmlformats.org/officeDocument/2006/relationships/image" Target="../media/image1639.png"/><Relationship Id="rId369" Type="http://schemas.openxmlformats.org/officeDocument/2006/relationships/image" Target="../media/image1660.png"/><Relationship Id="rId534" Type="http://schemas.openxmlformats.org/officeDocument/2006/relationships/customXml" Target="../ink/ink2075.xml"/><Relationship Id="rId576" Type="http://schemas.openxmlformats.org/officeDocument/2006/relationships/customXml" Target="../ink/ink2096.xml"/><Relationship Id="rId741" Type="http://schemas.openxmlformats.org/officeDocument/2006/relationships/image" Target="../media/image1846.png"/><Relationship Id="rId173" Type="http://schemas.openxmlformats.org/officeDocument/2006/relationships/image" Target="../media/image1453.png"/><Relationship Id="rId229" Type="http://schemas.openxmlformats.org/officeDocument/2006/relationships/image" Target="../media/image1481.png"/><Relationship Id="rId380" Type="http://schemas.openxmlformats.org/officeDocument/2006/relationships/customXml" Target="../ink/ink1998.xml"/><Relationship Id="rId436" Type="http://schemas.openxmlformats.org/officeDocument/2006/relationships/customXml" Target="../ink/ink2026.xml"/><Relationship Id="rId601" Type="http://schemas.openxmlformats.org/officeDocument/2006/relationships/image" Target="../media/image1776.png"/><Relationship Id="rId643" Type="http://schemas.openxmlformats.org/officeDocument/2006/relationships/image" Target="../media/image1797.png"/><Relationship Id="rId240" Type="http://schemas.openxmlformats.org/officeDocument/2006/relationships/customXml" Target="../ink/ink1928.xml"/><Relationship Id="rId478" Type="http://schemas.openxmlformats.org/officeDocument/2006/relationships/customXml" Target="../ink/ink2047.xml"/><Relationship Id="rId685" Type="http://schemas.openxmlformats.org/officeDocument/2006/relationships/image" Target="../media/image1818.png"/><Relationship Id="rId35" Type="http://schemas.openxmlformats.org/officeDocument/2006/relationships/image" Target="../media/image1386.png"/><Relationship Id="rId77" Type="http://schemas.openxmlformats.org/officeDocument/2006/relationships/image" Target="../media/image1407.png"/><Relationship Id="rId100" Type="http://schemas.openxmlformats.org/officeDocument/2006/relationships/customXml" Target="../ink/ink1858.xml"/><Relationship Id="rId282" Type="http://schemas.openxmlformats.org/officeDocument/2006/relationships/customXml" Target="../ink/ink1949.xml"/><Relationship Id="rId338" Type="http://schemas.openxmlformats.org/officeDocument/2006/relationships/customXml" Target="../ink/ink1977.xml"/><Relationship Id="rId503" Type="http://schemas.openxmlformats.org/officeDocument/2006/relationships/image" Target="../media/image1727.png"/><Relationship Id="rId545" Type="http://schemas.openxmlformats.org/officeDocument/2006/relationships/image" Target="../media/image1748.png"/><Relationship Id="rId587" Type="http://schemas.openxmlformats.org/officeDocument/2006/relationships/image" Target="../media/image1769.png"/><Relationship Id="rId710" Type="http://schemas.openxmlformats.org/officeDocument/2006/relationships/customXml" Target="../ink/ink2163.xml"/><Relationship Id="rId752" Type="http://schemas.openxmlformats.org/officeDocument/2006/relationships/customXml" Target="../ink/ink2184.xml"/><Relationship Id="rId8" Type="http://schemas.openxmlformats.org/officeDocument/2006/relationships/customXml" Target="../ink/ink1812.xml"/><Relationship Id="rId142" Type="http://schemas.openxmlformats.org/officeDocument/2006/relationships/customXml" Target="../ink/ink1879.xml"/><Relationship Id="rId184" Type="http://schemas.openxmlformats.org/officeDocument/2006/relationships/customXml" Target="../ink/ink1900.xml"/><Relationship Id="rId391" Type="http://schemas.openxmlformats.org/officeDocument/2006/relationships/image" Target="../media/image1671.png"/><Relationship Id="rId405" Type="http://schemas.openxmlformats.org/officeDocument/2006/relationships/image" Target="../media/image1678.png"/><Relationship Id="rId447" Type="http://schemas.openxmlformats.org/officeDocument/2006/relationships/image" Target="../media/image1699.png"/><Relationship Id="rId612" Type="http://schemas.openxmlformats.org/officeDocument/2006/relationships/customXml" Target="../ink/ink2114.xml"/><Relationship Id="rId251" Type="http://schemas.openxmlformats.org/officeDocument/2006/relationships/image" Target="../media/image1492.png"/><Relationship Id="rId489" Type="http://schemas.openxmlformats.org/officeDocument/2006/relationships/image" Target="../media/image1720.png"/><Relationship Id="rId654" Type="http://schemas.openxmlformats.org/officeDocument/2006/relationships/customXml" Target="../ink/ink2135.xml"/><Relationship Id="rId696" Type="http://schemas.openxmlformats.org/officeDocument/2006/relationships/customXml" Target="../ink/ink2156.xml"/><Relationship Id="rId46" Type="http://schemas.openxmlformats.org/officeDocument/2006/relationships/customXml" Target="../ink/ink1831.xml"/><Relationship Id="rId293" Type="http://schemas.openxmlformats.org/officeDocument/2006/relationships/image" Target="../media/image1622.png"/><Relationship Id="rId307" Type="http://schemas.openxmlformats.org/officeDocument/2006/relationships/image" Target="../media/image1629.png"/><Relationship Id="rId349" Type="http://schemas.openxmlformats.org/officeDocument/2006/relationships/image" Target="../media/image1650.png"/><Relationship Id="rId514" Type="http://schemas.openxmlformats.org/officeDocument/2006/relationships/customXml" Target="../ink/ink2065.xml"/><Relationship Id="rId556" Type="http://schemas.openxmlformats.org/officeDocument/2006/relationships/customXml" Target="../ink/ink2086.xml"/><Relationship Id="rId721" Type="http://schemas.openxmlformats.org/officeDocument/2006/relationships/image" Target="../media/image1836.png"/><Relationship Id="rId763" Type="http://schemas.openxmlformats.org/officeDocument/2006/relationships/image" Target="../media/image1857.png"/><Relationship Id="rId88" Type="http://schemas.openxmlformats.org/officeDocument/2006/relationships/customXml" Target="../ink/ink1852.xml"/><Relationship Id="rId111" Type="http://schemas.openxmlformats.org/officeDocument/2006/relationships/image" Target="../media/image1423.png"/><Relationship Id="rId153" Type="http://schemas.openxmlformats.org/officeDocument/2006/relationships/image" Target="../media/image1443.png"/><Relationship Id="rId195" Type="http://schemas.openxmlformats.org/officeDocument/2006/relationships/image" Target="../media/image1464.png"/><Relationship Id="rId209" Type="http://schemas.openxmlformats.org/officeDocument/2006/relationships/image" Target="../media/image1471.png"/><Relationship Id="rId360" Type="http://schemas.openxmlformats.org/officeDocument/2006/relationships/customXml" Target="../ink/ink1988.xml"/><Relationship Id="rId416" Type="http://schemas.openxmlformats.org/officeDocument/2006/relationships/customXml" Target="../ink/ink2016.xml"/><Relationship Id="rId598" Type="http://schemas.openxmlformats.org/officeDocument/2006/relationships/customXml" Target="../ink/ink2107.xml"/><Relationship Id="rId220" Type="http://schemas.openxmlformats.org/officeDocument/2006/relationships/customXml" Target="../ink/ink1918.xml"/><Relationship Id="rId458" Type="http://schemas.openxmlformats.org/officeDocument/2006/relationships/customXml" Target="../ink/ink2037.xml"/><Relationship Id="rId623" Type="http://schemas.openxmlformats.org/officeDocument/2006/relationships/image" Target="../media/image1787.png"/><Relationship Id="rId665" Type="http://schemas.openxmlformats.org/officeDocument/2006/relationships/image" Target="../media/image1808.png"/><Relationship Id="rId15" Type="http://schemas.openxmlformats.org/officeDocument/2006/relationships/image" Target="../media/image1376.png"/><Relationship Id="rId57" Type="http://schemas.openxmlformats.org/officeDocument/2006/relationships/image" Target="../media/image1397.png"/><Relationship Id="rId262" Type="http://schemas.openxmlformats.org/officeDocument/2006/relationships/customXml" Target="../ink/ink1939.xml"/><Relationship Id="rId318" Type="http://schemas.openxmlformats.org/officeDocument/2006/relationships/customXml" Target="../ink/ink1967.xml"/><Relationship Id="rId525" Type="http://schemas.openxmlformats.org/officeDocument/2006/relationships/image" Target="../media/image1738.png"/><Relationship Id="rId567" Type="http://schemas.openxmlformats.org/officeDocument/2006/relationships/image" Target="../media/image1759.png"/><Relationship Id="rId732" Type="http://schemas.openxmlformats.org/officeDocument/2006/relationships/customXml" Target="../ink/ink2174.xml"/><Relationship Id="rId99" Type="http://schemas.openxmlformats.org/officeDocument/2006/relationships/image" Target="../media/image1417.png"/><Relationship Id="rId122" Type="http://schemas.openxmlformats.org/officeDocument/2006/relationships/customXml" Target="../ink/ink1869.xml"/><Relationship Id="rId164" Type="http://schemas.openxmlformats.org/officeDocument/2006/relationships/customXml" Target="../ink/ink1890.xml"/><Relationship Id="rId371" Type="http://schemas.openxmlformats.org/officeDocument/2006/relationships/image" Target="../media/image1661.png"/><Relationship Id="rId427" Type="http://schemas.openxmlformats.org/officeDocument/2006/relationships/image" Target="../media/image1689.png"/><Relationship Id="rId469" Type="http://schemas.openxmlformats.org/officeDocument/2006/relationships/image" Target="../media/image1710.png"/><Relationship Id="rId634" Type="http://schemas.openxmlformats.org/officeDocument/2006/relationships/customXml" Target="../ink/ink2125.xml"/><Relationship Id="rId676" Type="http://schemas.openxmlformats.org/officeDocument/2006/relationships/customXml" Target="../ink/ink2146.xml"/><Relationship Id="rId26" Type="http://schemas.openxmlformats.org/officeDocument/2006/relationships/customXml" Target="../ink/ink1821.xml"/><Relationship Id="rId231" Type="http://schemas.openxmlformats.org/officeDocument/2006/relationships/image" Target="../media/image1482.png"/><Relationship Id="rId273" Type="http://schemas.openxmlformats.org/officeDocument/2006/relationships/image" Target="../media/image1503.png"/><Relationship Id="rId329" Type="http://schemas.openxmlformats.org/officeDocument/2006/relationships/image" Target="../media/image1640.png"/><Relationship Id="rId480" Type="http://schemas.openxmlformats.org/officeDocument/2006/relationships/customXml" Target="../ink/ink2048.xml"/><Relationship Id="rId536" Type="http://schemas.openxmlformats.org/officeDocument/2006/relationships/customXml" Target="../ink/ink2076.xml"/><Relationship Id="rId701" Type="http://schemas.openxmlformats.org/officeDocument/2006/relationships/image" Target="../media/image1826.png"/><Relationship Id="rId68" Type="http://schemas.openxmlformats.org/officeDocument/2006/relationships/customXml" Target="../ink/ink1842.xml"/><Relationship Id="rId133" Type="http://schemas.openxmlformats.org/officeDocument/2006/relationships/image" Target="../media/image1433.png"/><Relationship Id="rId175" Type="http://schemas.openxmlformats.org/officeDocument/2006/relationships/image" Target="../media/image1454.png"/><Relationship Id="rId340" Type="http://schemas.openxmlformats.org/officeDocument/2006/relationships/customXml" Target="../ink/ink1978.xml"/><Relationship Id="rId578" Type="http://schemas.openxmlformats.org/officeDocument/2006/relationships/customXml" Target="../ink/ink2097.xml"/><Relationship Id="rId743" Type="http://schemas.openxmlformats.org/officeDocument/2006/relationships/image" Target="../media/image1847.png"/><Relationship Id="rId200" Type="http://schemas.openxmlformats.org/officeDocument/2006/relationships/customXml" Target="../ink/ink1908.xml"/><Relationship Id="rId382" Type="http://schemas.openxmlformats.org/officeDocument/2006/relationships/customXml" Target="../ink/ink1999.xml"/><Relationship Id="rId438" Type="http://schemas.openxmlformats.org/officeDocument/2006/relationships/customXml" Target="../ink/ink2027.xml"/><Relationship Id="rId603" Type="http://schemas.openxmlformats.org/officeDocument/2006/relationships/image" Target="../media/image1777.png"/><Relationship Id="rId645" Type="http://schemas.openxmlformats.org/officeDocument/2006/relationships/image" Target="../media/image1798.png"/><Relationship Id="rId687" Type="http://schemas.openxmlformats.org/officeDocument/2006/relationships/image" Target="../media/image1819.png"/><Relationship Id="rId242" Type="http://schemas.openxmlformats.org/officeDocument/2006/relationships/customXml" Target="../ink/ink1929.xml"/><Relationship Id="rId284" Type="http://schemas.openxmlformats.org/officeDocument/2006/relationships/customXml" Target="../ink/ink1950.xml"/><Relationship Id="rId491" Type="http://schemas.openxmlformats.org/officeDocument/2006/relationships/image" Target="../media/image1721.png"/><Relationship Id="rId505" Type="http://schemas.openxmlformats.org/officeDocument/2006/relationships/image" Target="../media/image1728.png"/><Relationship Id="rId712" Type="http://schemas.openxmlformats.org/officeDocument/2006/relationships/customXml" Target="../ink/ink2164.xml"/><Relationship Id="rId37" Type="http://schemas.openxmlformats.org/officeDocument/2006/relationships/image" Target="../media/image1387.png"/><Relationship Id="rId79" Type="http://schemas.openxmlformats.org/officeDocument/2006/relationships/image" Target="../media/image1408.png"/><Relationship Id="rId102" Type="http://schemas.openxmlformats.org/officeDocument/2006/relationships/customXml" Target="../ink/ink1859.xml"/><Relationship Id="rId144" Type="http://schemas.openxmlformats.org/officeDocument/2006/relationships/customXml" Target="../ink/ink1880.xml"/><Relationship Id="rId547" Type="http://schemas.openxmlformats.org/officeDocument/2006/relationships/image" Target="../media/image1749.png"/><Relationship Id="rId589" Type="http://schemas.openxmlformats.org/officeDocument/2006/relationships/image" Target="../media/image1770.png"/><Relationship Id="rId754" Type="http://schemas.openxmlformats.org/officeDocument/2006/relationships/customXml" Target="../ink/ink2185.xml"/><Relationship Id="rId90" Type="http://schemas.openxmlformats.org/officeDocument/2006/relationships/customXml" Target="../ink/ink1853.xml"/><Relationship Id="rId186" Type="http://schemas.openxmlformats.org/officeDocument/2006/relationships/customXml" Target="../ink/ink1901.xml"/><Relationship Id="rId351" Type="http://schemas.openxmlformats.org/officeDocument/2006/relationships/image" Target="../media/image1651.png"/><Relationship Id="rId393" Type="http://schemas.openxmlformats.org/officeDocument/2006/relationships/image" Target="../media/image1672.png"/><Relationship Id="rId407" Type="http://schemas.openxmlformats.org/officeDocument/2006/relationships/image" Target="../media/image1679.png"/><Relationship Id="rId449" Type="http://schemas.openxmlformats.org/officeDocument/2006/relationships/image" Target="../media/image1700.png"/><Relationship Id="rId614" Type="http://schemas.openxmlformats.org/officeDocument/2006/relationships/customXml" Target="../ink/ink2115.xml"/><Relationship Id="rId656" Type="http://schemas.openxmlformats.org/officeDocument/2006/relationships/customXml" Target="../ink/ink2136.xml"/><Relationship Id="rId211" Type="http://schemas.openxmlformats.org/officeDocument/2006/relationships/image" Target="../media/image1472.png"/><Relationship Id="rId253" Type="http://schemas.openxmlformats.org/officeDocument/2006/relationships/image" Target="../media/image1493.png"/><Relationship Id="rId295" Type="http://schemas.openxmlformats.org/officeDocument/2006/relationships/image" Target="../media/image1623.png"/><Relationship Id="rId309" Type="http://schemas.openxmlformats.org/officeDocument/2006/relationships/image" Target="../media/image1630.png"/><Relationship Id="rId460" Type="http://schemas.openxmlformats.org/officeDocument/2006/relationships/customXml" Target="../ink/ink2038.xml"/><Relationship Id="rId516" Type="http://schemas.openxmlformats.org/officeDocument/2006/relationships/customXml" Target="../ink/ink2066.xml"/><Relationship Id="rId698" Type="http://schemas.openxmlformats.org/officeDocument/2006/relationships/customXml" Target="../ink/ink2157.xml"/><Relationship Id="rId48" Type="http://schemas.openxmlformats.org/officeDocument/2006/relationships/customXml" Target="../ink/ink1832.xml"/><Relationship Id="rId113" Type="http://schemas.openxmlformats.org/officeDocument/2006/relationships/image" Target="../media/image13170.png"/><Relationship Id="rId320" Type="http://schemas.openxmlformats.org/officeDocument/2006/relationships/customXml" Target="../ink/ink1968.xml"/><Relationship Id="rId558" Type="http://schemas.openxmlformats.org/officeDocument/2006/relationships/customXml" Target="../ink/ink2087.xml"/><Relationship Id="rId723" Type="http://schemas.openxmlformats.org/officeDocument/2006/relationships/image" Target="../media/image1837.png"/><Relationship Id="rId155" Type="http://schemas.openxmlformats.org/officeDocument/2006/relationships/image" Target="../media/image1444.png"/><Relationship Id="rId197" Type="http://schemas.openxmlformats.org/officeDocument/2006/relationships/image" Target="../media/image1465.png"/><Relationship Id="rId362" Type="http://schemas.openxmlformats.org/officeDocument/2006/relationships/customXml" Target="../ink/ink1989.xml"/><Relationship Id="rId418" Type="http://schemas.openxmlformats.org/officeDocument/2006/relationships/customXml" Target="../ink/ink2017.xml"/><Relationship Id="rId625" Type="http://schemas.openxmlformats.org/officeDocument/2006/relationships/image" Target="../media/image1788.png"/><Relationship Id="rId222" Type="http://schemas.openxmlformats.org/officeDocument/2006/relationships/customXml" Target="../ink/ink1919.xml"/><Relationship Id="rId264" Type="http://schemas.openxmlformats.org/officeDocument/2006/relationships/customXml" Target="../ink/ink1940.xml"/><Relationship Id="rId471" Type="http://schemas.openxmlformats.org/officeDocument/2006/relationships/image" Target="../media/image1711.png"/><Relationship Id="rId667" Type="http://schemas.openxmlformats.org/officeDocument/2006/relationships/image" Target="../media/image1809.png"/><Relationship Id="rId17" Type="http://schemas.openxmlformats.org/officeDocument/2006/relationships/image" Target="../media/image1377.png"/><Relationship Id="rId59" Type="http://schemas.openxmlformats.org/officeDocument/2006/relationships/image" Target="../media/image1398.png"/><Relationship Id="rId124" Type="http://schemas.openxmlformats.org/officeDocument/2006/relationships/customXml" Target="../ink/ink1870.xml"/><Relationship Id="rId527" Type="http://schemas.openxmlformats.org/officeDocument/2006/relationships/image" Target="../media/image1739.png"/><Relationship Id="rId569" Type="http://schemas.openxmlformats.org/officeDocument/2006/relationships/image" Target="../media/image1760.png"/><Relationship Id="rId734" Type="http://schemas.openxmlformats.org/officeDocument/2006/relationships/customXml" Target="../ink/ink2175.xml"/><Relationship Id="rId70" Type="http://schemas.openxmlformats.org/officeDocument/2006/relationships/customXml" Target="../ink/ink1843.xml"/><Relationship Id="rId166" Type="http://schemas.openxmlformats.org/officeDocument/2006/relationships/customXml" Target="../ink/ink1891.xml"/><Relationship Id="rId331" Type="http://schemas.openxmlformats.org/officeDocument/2006/relationships/image" Target="../media/image1641.png"/><Relationship Id="rId373" Type="http://schemas.openxmlformats.org/officeDocument/2006/relationships/image" Target="../media/image1662.png"/><Relationship Id="rId429" Type="http://schemas.openxmlformats.org/officeDocument/2006/relationships/image" Target="../media/image1690.png"/><Relationship Id="rId580" Type="http://schemas.openxmlformats.org/officeDocument/2006/relationships/customXml" Target="../ink/ink2098.xml"/><Relationship Id="rId636" Type="http://schemas.openxmlformats.org/officeDocument/2006/relationships/customXml" Target="../ink/ink2126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483.png"/><Relationship Id="rId440" Type="http://schemas.openxmlformats.org/officeDocument/2006/relationships/customXml" Target="../ink/ink2028.xml"/><Relationship Id="rId678" Type="http://schemas.openxmlformats.org/officeDocument/2006/relationships/customXml" Target="../ink/ink2147.xml"/><Relationship Id="rId28" Type="http://schemas.openxmlformats.org/officeDocument/2006/relationships/customXml" Target="../ink/ink1822.xml"/><Relationship Id="rId275" Type="http://schemas.openxmlformats.org/officeDocument/2006/relationships/image" Target="../media/image1504.png"/><Relationship Id="rId300" Type="http://schemas.openxmlformats.org/officeDocument/2006/relationships/customXml" Target="../ink/ink1958.xml"/><Relationship Id="rId482" Type="http://schemas.openxmlformats.org/officeDocument/2006/relationships/customXml" Target="../ink/ink2049.xml"/><Relationship Id="rId538" Type="http://schemas.openxmlformats.org/officeDocument/2006/relationships/customXml" Target="../ink/ink2077.xml"/><Relationship Id="rId703" Type="http://schemas.openxmlformats.org/officeDocument/2006/relationships/image" Target="../media/image1827.png"/><Relationship Id="rId745" Type="http://schemas.openxmlformats.org/officeDocument/2006/relationships/image" Target="../media/image1848.png"/><Relationship Id="rId81" Type="http://schemas.openxmlformats.org/officeDocument/2006/relationships/image" Target="../media/image1409.png"/><Relationship Id="rId135" Type="http://schemas.openxmlformats.org/officeDocument/2006/relationships/image" Target="../media/image1434.png"/><Relationship Id="rId177" Type="http://schemas.openxmlformats.org/officeDocument/2006/relationships/image" Target="../media/image1455.png"/><Relationship Id="rId342" Type="http://schemas.openxmlformats.org/officeDocument/2006/relationships/customXml" Target="../ink/ink1979.xml"/><Relationship Id="rId384" Type="http://schemas.openxmlformats.org/officeDocument/2006/relationships/customXml" Target="../ink/ink2000.xml"/><Relationship Id="rId591" Type="http://schemas.openxmlformats.org/officeDocument/2006/relationships/image" Target="../media/image1771.png"/><Relationship Id="rId605" Type="http://schemas.openxmlformats.org/officeDocument/2006/relationships/image" Target="../media/image1778.png"/><Relationship Id="rId202" Type="http://schemas.openxmlformats.org/officeDocument/2006/relationships/customXml" Target="../ink/ink1909.xml"/><Relationship Id="rId244" Type="http://schemas.openxmlformats.org/officeDocument/2006/relationships/customXml" Target="../ink/ink1930.xml"/><Relationship Id="rId647" Type="http://schemas.openxmlformats.org/officeDocument/2006/relationships/image" Target="../media/image1799.png"/><Relationship Id="rId689" Type="http://schemas.openxmlformats.org/officeDocument/2006/relationships/image" Target="../media/image1820.png"/><Relationship Id="rId39" Type="http://schemas.openxmlformats.org/officeDocument/2006/relationships/image" Target="../media/image1388.png"/><Relationship Id="rId286" Type="http://schemas.openxmlformats.org/officeDocument/2006/relationships/customXml" Target="../ink/ink1951.xml"/><Relationship Id="rId451" Type="http://schemas.openxmlformats.org/officeDocument/2006/relationships/image" Target="../media/image1701.png"/><Relationship Id="rId493" Type="http://schemas.openxmlformats.org/officeDocument/2006/relationships/image" Target="../media/image1722.png"/><Relationship Id="rId507" Type="http://schemas.openxmlformats.org/officeDocument/2006/relationships/image" Target="../media/image1729.png"/><Relationship Id="rId549" Type="http://schemas.openxmlformats.org/officeDocument/2006/relationships/image" Target="../media/image1750.png"/><Relationship Id="rId714" Type="http://schemas.openxmlformats.org/officeDocument/2006/relationships/customXml" Target="../ink/ink2165.xml"/><Relationship Id="rId756" Type="http://schemas.openxmlformats.org/officeDocument/2006/relationships/customXml" Target="../ink/ink2186.xml"/><Relationship Id="rId50" Type="http://schemas.openxmlformats.org/officeDocument/2006/relationships/customXml" Target="../ink/ink1833.xml"/><Relationship Id="rId104" Type="http://schemas.openxmlformats.org/officeDocument/2006/relationships/customXml" Target="../ink/ink1860.xml"/><Relationship Id="rId146" Type="http://schemas.openxmlformats.org/officeDocument/2006/relationships/customXml" Target="../ink/ink1881.xml"/><Relationship Id="rId188" Type="http://schemas.openxmlformats.org/officeDocument/2006/relationships/customXml" Target="../ink/ink1902.xml"/><Relationship Id="rId311" Type="http://schemas.openxmlformats.org/officeDocument/2006/relationships/image" Target="../media/image1631.png"/><Relationship Id="rId353" Type="http://schemas.openxmlformats.org/officeDocument/2006/relationships/image" Target="../media/image1652.png"/><Relationship Id="rId395" Type="http://schemas.openxmlformats.org/officeDocument/2006/relationships/image" Target="../media/image1673.png"/><Relationship Id="rId409" Type="http://schemas.openxmlformats.org/officeDocument/2006/relationships/image" Target="../media/image1680.png"/><Relationship Id="rId560" Type="http://schemas.openxmlformats.org/officeDocument/2006/relationships/customXml" Target="../ink/ink2088.xml"/><Relationship Id="rId92" Type="http://schemas.openxmlformats.org/officeDocument/2006/relationships/customXml" Target="../ink/ink1854.xml"/><Relationship Id="rId213" Type="http://schemas.openxmlformats.org/officeDocument/2006/relationships/image" Target="../media/image1473.png"/><Relationship Id="rId420" Type="http://schemas.openxmlformats.org/officeDocument/2006/relationships/customXml" Target="../ink/ink2018.xml"/><Relationship Id="rId616" Type="http://schemas.openxmlformats.org/officeDocument/2006/relationships/customXml" Target="../ink/ink2116.xml"/><Relationship Id="rId658" Type="http://schemas.openxmlformats.org/officeDocument/2006/relationships/customXml" Target="../ink/ink2137.xml"/><Relationship Id="rId255" Type="http://schemas.openxmlformats.org/officeDocument/2006/relationships/image" Target="../media/image1494.png"/><Relationship Id="rId297" Type="http://schemas.openxmlformats.org/officeDocument/2006/relationships/image" Target="../media/image1624.png"/><Relationship Id="rId462" Type="http://schemas.openxmlformats.org/officeDocument/2006/relationships/customXml" Target="../ink/ink2039.xml"/><Relationship Id="rId518" Type="http://schemas.openxmlformats.org/officeDocument/2006/relationships/customXml" Target="../ink/ink2067.xml"/><Relationship Id="rId725" Type="http://schemas.openxmlformats.org/officeDocument/2006/relationships/image" Target="../media/image1838.png"/><Relationship Id="rId115" Type="http://schemas.openxmlformats.org/officeDocument/2006/relationships/image" Target="../media/image1424.png"/><Relationship Id="rId157" Type="http://schemas.openxmlformats.org/officeDocument/2006/relationships/image" Target="../media/image1445.png"/><Relationship Id="rId322" Type="http://schemas.openxmlformats.org/officeDocument/2006/relationships/customXml" Target="../ink/ink1969.xml"/><Relationship Id="rId364" Type="http://schemas.openxmlformats.org/officeDocument/2006/relationships/customXml" Target="../ink/ink1990.xml"/><Relationship Id="rId61" Type="http://schemas.openxmlformats.org/officeDocument/2006/relationships/image" Target="../media/image1399.png"/><Relationship Id="rId199" Type="http://schemas.openxmlformats.org/officeDocument/2006/relationships/image" Target="../media/image1466.png"/><Relationship Id="rId571" Type="http://schemas.openxmlformats.org/officeDocument/2006/relationships/image" Target="../media/image1761.png"/><Relationship Id="rId627" Type="http://schemas.openxmlformats.org/officeDocument/2006/relationships/image" Target="../media/image1789.png"/><Relationship Id="rId669" Type="http://schemas.openxmlformats.org/officeDocument/2006/relationships/image" Target="../media/image1810.png"/><Relationship Id="rId19" Type="http://schemas.openxmlformats.org/officeDocument/2006/relationships/image" Target="../media/image1378.png"/><Relationship Id="rId224" Type="http://schemas.openxmlformats.org/officeDocument/2006/relationships/customXml" Target="../ink/ink1920.xml"/><Relationship Id="rId266" Type="http://schemas.openxmlformats.org/officeDocument/2006/relationships/customXml" Target="../ink/ink1941.xml"/><Relationship Id="rId431" Type="http://schemas.openxmlformats.org/officeDocument/2006/relationships/image" Target="../media/image1691.png"/><Relationship Id="rId473" Type="http://schemas.openxmlformats.org/officeDocument/2006/relationships/image" Target="../media/image1712.png"/><Relationship Id="rId529" Type="http://schemas.openxmlformats.org/officeDocument/2006/relationships/image" Target="../media/image1740.png"/><Relationship Id="rId680" Type="http://schemas.openxmlformats.org/officeDocument/2006/relationships/customXml" Target="../ink/ink2148.xml"/><Relationship Id="rId736" Type="http://schemas.openxmlformats.org/officeDocument/2006/relationships/customXml" Target="../ink/ink2176.xml"/><Relationship Id="rId30" Type="http://schemas.openxmlformats.org/officeDocument/2006/relationships/customXml" Target="../ink/ink1823.xml"/><Relationship Id="rId126" Type="http://schemas.openxmlformats.org/officeDocument/2006/relationships/customXml" Target="../ink/ink1871.xml"/><Relationship Id="rId168" Type="http://schemas.openxmlformats.org/officeDocument/2006/relationships/customXml" Target="../ink/ink1892.xml"/><Relationship Id="rId333" Type="http://schemas.openxmlformats.org/officeDocument/2006/relationships/image" Target="../media/image1642.png"/><Relationship Id="rId540" Type="http://schemas.openxmlformats.org/officeDocument/2006/relationships/customXml" Target="../ink/ink2078.xml"/><Relationship Id="rId72" Type="http://schemas.openxmlformats.org/officeDocument/2006/relationships/customXml" Target="../ink/ink1844.xml"/><Relationship Id="rId375" Type="http://schemas.openxmlformats.org/officeDocument/2006/relationships/image" Target="../media/image1663.png"/><Relationship Id="rId582" Type="http://schemas.openxmlformats.org/officeDocument/2006/relationships/customXml" Target="../ink/ink2099.xml"/><Relationship Id="rId638" Type="http://schemas.openxmlformats.org/officeDocument/2006/relationships/customXml" Target="../ink/ink2127.xml"/><Relationship Id="rId3" Type="http://schemas.openxmlformats.org/officeDocument/2006/relationships/image" Target="../media/image1370.png"/><Relationship Id="rId235" Type="http://schemas.openxmlformats.org/officeDocument/2006/relationships/image" Target="../media/image1484.png"/><Relationship Id="rId277" Type="http://schemas.openxmlformats.org/officeDocument/2006/relationships/image" Target="../media/image1505.png"/><Relationship Id="rId400" Type="http://schemas.openxmlformats.org/officeDocument/2006/relationships/customXml" Target="../ink/ink2008.xml"/><Relationship Id="rId442" Type="http://schemas.openxmlformats.org/officeDocument/2006/relationships/customXml" Target="../ink/ink2029.xml"/><Relationship Id="rId484" Type="http://schemas.openxmlformats.org/officeDocument/2006/relationships/customXml" Target="../ink/ink2050.xml"/><Relationship Id="rId705" Type="http://schemas.openxmlformats.org/officeDocument/2006/relationships/image" Target="../media/image1828.png"/><Relationship Id="rId137" Type="http://schemas.openxmlformats.org/officeDocument/2006/relationships/image" Target="../media/image1435.png"/><Relationship Id="rId302" Type="http://schemas.openxmlformats.org/officeDocument/2006/relationships/customXml" Target="../ink/ink1959.xml"/><Relationship Id="rId344" Type="http://schemas.openxmlformats.org/officeDocument/2006/relationships/customXml" Target="../ink/ink1980.xml"/><Relationship Id="rId691" Type="http://schemas.openxmlformats.org/officeDocument/2006/relationships/image" Target="../media/image1821.png"/><Relationship Id="rId747" Type="http://schemas.openxmlformats.org/officeDocument/2006/relationships/image" Target="../media/image1849.png"/><Relationship Id="rId41" Type="http://schemas.openxmlformats.org/officeDocument/2006/relationships/image" Target="../media/image1389.png"/><Relationship Id="rId83" Type="http://schemas.openxmlformats.org/officeDocument/2006/relationships/image" Target="../media/image1410.png"/><Relationship Id="rId179" Type="http://schemas.openxmlformats.org/officeDocument/2006/relationships/image" Target="../media/image1456.png"/><Relationship Id="rId386" Type="http://schemas.openxmlformats.org/officeDocument/2006/relationships/customXml" Target="../ink/ink2001.xml"/><Relationship Id="rId551" Type="http://schemas.openxmlformats.org/officeDocument/2006/relationships/image" Target="../media/image1751.png"/><Relationship Id="rId593" Type="http://schemas.openxmlformats.org/officeDocument/2006/relationships/image" Target="../media/image1772.png"/><Relationship Id="rId607" Type="http://schemas.openxmlformats.org/officeDocument/2006/relationships/image" Target="../media/image1779.png"/><Relationship Id="rId649" Type="http://schemas.openxmlformats.org/officeDocument/2006/relationships/image" Target="../media/image1800.png"/><Relationship Id="rId190" Type="http://schemas.openxmlformats.org/officeDocument/2006/relationships/customXml" Target="../ink/ink1903.xml"/><Relationship Id="rId204" Type="http://schemas.openxmlformats.org/officeDocument/2006/relationships/customXml" Target="../ink/ink1910.xml"/><Relationship Id="rId246" Type="http://schemas.openxmlformats.org/officeDocument/2006/relationships/customXml" Target="../ink/ink1931.xml"/><Relationship Id="rId288" Type="http://schemas.openxmlformats.org/officeDocument/2006/relationships/customXml" Target="../ink/ink1952.xml"/><Relationship Id="rId411" Type="http://schemas.openxmlformats.org/officeDocument/2006/relationships/image" Target="../media/image1681.png"/><Relationship Id="rId453" Type="http://schemas.openxmlformats.org/officeDocument/2006/relationships/image" Target="../media/image1702.png"/><Relationship Id="rId509" Type="http://schemas.openxmlformats.org/officeDocument/2006/relationships/image" Target="../media/image1730.png"/><Relationship Id="rId660" Type="http://schemas.openxmlformats.org/officeDocument/2006/relationships/customXml" Target="../ink/ink2138.xml"/><Relationship Id="rId106" Type="http://schemas.openxmlformats.org/officeDocument/2006/relationships/customXml" Target="../ink/ink1861.xml"/><Relationship Id="rId313" Type="http://schemas.openxmlformats.org/officeDocument/2006/relationships/image" Target="../media/image1632.png"/><Relationship Id="rId495" Type="http://schemas.openxmlformats.org/officeDocument/2006/relationships/image" Target="../media/image1723.png"/><Relationship Id="rId716" Type="http://schemas.openxmlformats.org/officeDocument/2006/relationships/customXml" Target="../ink/ink2166.xml"/><Relationship Id="rId758" Type="http://schemas.openxmlformats.org/officeDocument/2006/relationships/customXml" Target="../ink/ink2187.xml"/><Relationship Id="rId10" Type="http://schemas.openxmlformats.org/officeDocument/2006/relationships/customXml" Target="../ink/ink1813.xml"/><Relationship Id="rId52" Type="http://schemas.openxmlformats.org/officeDocument/2006/relationships/customXml" Target="../ink/ink1834.xml"/><Relationship Id="rId94" Type="http://schemas.openxmlformats.org/officeDocument/2006/relationships/customXml" Target="../ink/ink1855.xml"/><Relationship Id="rId148" Type="http://schemas.openxmlformats.org/officeDocument/2006/relationships/customXml" Target="../ink/ink1882.xml"/><Relationship Id="rId355" Type="http://schemas.openxmlformats.org/officeDocument/2006/relationships/image" Target="../media/image1653.png"/><Relationship Id="rId397" Type="http://schemas.openxmlformats.org/officeDocument/2006/relationships/image" Target="../media/image1674.png"/><Relationship Id="rId520" Type="http://schemas.openxmlformats.org/officeDocument/2006/relationships/customXml" Target="../ink/ink2068.xml"/><Relationship Id="rId562" Type="http://schemas.openxmlformats.org/officeDocument/2006/relationships/customXml" Target="../ink/ink2089.xml"/><Relationship Id="rId618" Type="http://schemas.openxmlformats.org/officeDocument/2006/relationships/customXml" Target="../ink/ink2117.xml"/><Relationship Id="rId215" Type="http://schemas.openxmlformats.org/officeDocument/2006/relationships/image" Target="../media/image1474.png"/><Relationship Id="rId257" Type="http://schemas.openxmlformats.org/officeDocument/2006/relationships/image" Target="../media/image1495.png"/><Relationship Id="rId422" Type="http://schemas.openxmlformats.org/officeDocument/2006/relationships/customXml" Target="../ink/ink2019.xml"/><Relationship Id="rId464" Type="http://schemas.openxmlformats.org/officeDocument/2006/relationships/customXml" Target="../ink/ink2040.xml"/><Relationship Id="rId299" Type="http://schemas.openxmlformats.org/officeDocument/2006/relationships/image" Target="../media/image1625.png"/><Relationship Id="rId727" Type="http://schemas.openxmlformats.org/officeDocument/2006/relationships/image" Target="../media/image1839.png"/><Relationship Id="rId63" Type="http://schemas.openxmlformats.org/officeDocument/2006/relationships/image" Target="../media/image1400.png"/><Relationship Id="rId159" Type="http://schemas.openxmlformats.org/officeDocument/2006/relationships/image" Target="../media/image1446.png"/><Relationship Id="rId366" Type="http://schemas.openxmlformats.org/officeDocument/2006/relationships/customXml" Target="../ink/ink1991.xml"/><Relationship Id="rId573" Type="http://schemas.openxmlformats.org/officeDocument/2006/relationships/image" Target="../media/image1762.png"/><Relationship Id="rId226" Type="http://schemas.openxmlformats.org/officeDocument/2006/relationships/customXml" Target="../ink/ink1921.xml"/><Relationship Id="rId433" Type="http://schemas.openxmlformats.org/officeDocument/2006/relationships/image" Target="../media/image1692.png"/><Relationship Id="rId640" Type="http://schemas.openxmlformats.org/officeDocument/2006/relationships/customXml" Target="../ink/ink2128.xml"/><Relationship Id="rId738" Type="http://schemas.openxmlformats.org/officeDocument/2006/relationships/customXml" Target="../ink/ink2177.xml"/><Relationship Id="rId74" Type="http://schemas.openxmlformats.org/officeDocument/2006/relationships/customXml" Target="../ink/ink1845.xml"/><Relationship Id="rId377" Type="http://schemas.openxmlformats.org/officeDocument/2006/relationships/image" Target="../media/image1664.png"/><Relationship Id="rId500" Type="http://schemas.openxmlformats.org/officeDocument/2006/relationships/customXml" Target="../ink/ink2058.xml"/><Relationship Id="rId584" Type="http://schemas.openxmlformats.org/officeDocument/2006/relationships/customXml" Target="../ink/ink2100.xml"/><Relationship Id="rId5" Type="http://schemas.openxmlformats.org/officeDocument/2006/relationships/image" Target="../media/image1371.png"/><Relationship Id="rId237" Type="http://schemas.openxmlformats.org/officeDocument/2006/relationships/image" Target="../media/image1485.png"/><Relationship Id="rId444" Type="http://schemas.openxmlformats.org/officeDocument/2006/relationships/customXml" Target="../ink/ink2030.xml"/><Relationship Id="rId651" Type="http://schemas.openxmlformats.org/officeDocument/2006/relationships/image" Target="../media/image1801.png"/><Relationship Id="rId749" Type="http://schemas.openxmlformats.org/officeDocument/2006/relationships/image" Target="../media/image1850.png"/><Relationship Id="rId290" Type="http://schemas.openxmlformats.org/officeDocument/2006/relationships/customXml" Target="../ink/ink1953.xml"/><Relationship Id="rId304" Type="http://schemas.openxmlformats.org/officeDocument/2006/relationships/customXml" Target="../ink/ink1960.xml"/><Relationship Id="rId388" Type="http://schemas.openxmlformats.org/officeDocument/2006/relationships/customXml" Target="../ink/ink2002.xml"/><Relationship Id="rId511" Type="http://schemas.openxmlformats.org/officeDocument/2006/relationships/image" Target="../media/image1731.png"/><Relationship Id="rId609" Type="http://schemas.openxmlformats.org/officeDocument/2006/relationships/image" Target="../media/image1780.png"/><Relationship Id="rId85" Type="http://schemas.openxmlformats.org/officeDocument/2006/relationships/image" Target="../media/image1411.png"/><Relationship Id="rId150" Type="http://schemas.openxmlformats.org/officeDocument/2006/relationships/customXml" Target="../ink/ink1883.xml"/><Relationship Id="rId595" Type="http://schemas.openxmlformats.org/officeDocument/2006/relationships/image" Target="../media/image1773.png"/><Relationship Id="rId248" Type="http://schemas.openxmlformats.org/officeDocument/2006/relationships/customXml" Target="../ink/ink1932.xml"/><Relationship Id="rId455" Type="http://schemas.openxmlformats.org/officeDocument/2006/relationships/image" Target="../media/image1703.png"/><Relationship Id="rId662" Type="http://schemas.openxmlformats.org/officeDocument/2006/relationships/customXml" Target="../ink/ink2139.xml"/><Relationship Id="rId12" Type="http://schemas.openxmlformats.org/officeDocument/2006/relationships/customXml" Target="../ink/ink1814.xml"/><Relationship Id="rId108" Type="http://schemas.openxmlformats.org/officeDocument/2006/relationships/customXml" Target="../ink/ink1862.xml"/><Relationship Id="rId315" Type="http://schemas.openxmlformats.org/officeDocument/2006/relationships/image" Target="../media/image1633.png"/><Relationship Id="rId522" Type="http://schemas.openxmlformats.org/officeDocument/2006/relationships/customXml" Target="../ink/ink2069.xml"/><Relationship Id="rId96" Type="http://schemas.openxmlformats.org/officeDocument/2006/relationships/customXml" Target="../ink/ink1856.xml"/><Relationship Id="rId161" Type="http://schemas.openxmlformats.org/officeDocument/2006/relationships/image" Target="../media/image1447.png"/><Relationship Id="rId399" Type="http://schemas.openxmlformats.org/officeDocument/2006/relationships/image" Target="../media/image1675.png"/><Relationship Id="rId259" Type="http://schemas.openxmlformats.org/officeDocument/2006/relationships/image" Target="../media/image1496.png"/><Relationship Id="rId466" Type="http://schemas.openxmlformats.org/officeDocument/2006/relationships/customXml" Target="../ink/ink2041.xml"/><Relationship Id="rId673" Type="http://schemas.openxmlformats.org/officeDocument/2006/relationships/image" Target="../media/image1812.png"/><Relationship Id="rId23" Type="http://schemas.openxmlformats.org/officeDocument/2006/relationships/image" Target="../media/image1380.png"/><Relationship Id="rId119" Type="http://schemas.openxmlformats.org/officeDocument/2006/relationships/image" Target="../media/image1426.png"/><Relationship Id="rId326" Type="http://schemas.openxmlformats.org/officeDocument/2006/relationships/customXml" Target="../ink/ink1971.xml"/><Relationship Id="rId533" Type="http://schemas.openxmlformats.org/officeDocument/2006/relationships/image" Target="../media/image1742.png"/><Relationship Id="rId740" Type="http://schemas.openxmlformats.org/officeDocument/2006/relationships/customXml" Target="../ink/ink2178.xml"/><Relationship Id="rId172" Type="http://schemas.openxmlformats.org/officeDocument/2006/relationships/customXml" Target="../ink/ink1894.xml"/><Relationship Id="rId477" Type="http://schemas.openxmlformats.org/officeDocument/2006/relationships/image" Target="../media/image1714.png"/><Relationship Id="rId600" Type="http://schemas.openxmlformats.org/officeDocument/2006/relationships/customXml" Target="../ink/ink2108.xml"/><Relationship Id="rId684" Type="http://schemas.openxmlformats.org/officeDocument/2006/relationships/customXml" Target="../ink/ink2150.xml"/><Relationship Id="rId337" Type="http://schemas.openxmlformats.org/officeDocument/2006/relationships/image" Target="../media/image1644.png"/><Relationship Id="rId34" Type="http://schemas.openxmlformats.org/officeDocument/2006/relationships/customXml" Target="../ink/ink1825.xml"/><Relationship Id="rId544" Type="http://schemas.openxmlformats.org/officeDocument/2006/relationships/customXml" Target="../ink/ink2080.xml"/><Relationship Id="rId751" Type="http://schemas.openxmlformats.org/officeDocument/2006/relationships/image" Target="../media/image1851.png"/><Relationship Id="rId183" Type="http://schemas.openxmlformats.org/officeDocument/2006/relationships/image" Target="../media/image1458.png"/><Relationship Id="rId390" Type="http://schemas.openxmlformats.org/officeDocument/2006/relationships/customXml" Target="../ink/ink2003.xml"/><Relationship Id="rId404" Type="http://schemas.openxmlformats.org/officeDocument/2006/relationships/customXml" Target="../ink/ink2010.xml"/><Relationship Id="rId611" Type="http://schemas.openxmlformats.org/officeDocument/2006/relationships/image" Target="../media/image1781.png"/><Relationship Id="rId250" Type="http://schemas.openxmlformats.org/officeDocument/2006/relationships/customXml" Target="../ink/ink1933.xml"/><Relationship Id="rId488" Type="http://schemas.openxmlformats.org/officeDocument/2006/relationships/customXml" Target="../ink/ink2052.xml"/><Relationship Id="rId695" Type="http://schemas.openxmlformats.org/officeDocument/2006/relationships/image" Target="../media/image1823.png"/><Relationship Id="rId709" Type="http://schemas.openxmlformats.org/officeDocument/2006/relationships/image" Target="../media/image1830.png"/><Relationship Id="rId45" Type="http://schemas.openxmlformats.org/officeDocument/2006/relationships/image" Target="../media/image1391.png"/><Relationship Id="rId110" Type="http://schemas.openxmlformats.org/officeDocument/2006/relationships/customXml" Target="../ink/ink1863.xml"/><Relationship Id="rId348" Type="http://schemas.openxmlformats.org/officeDocument/2006/relationships/customXml" Target="../ink/ink1982.xml"/><Relationship Id="rId555" Type="http://schemas.openxmlformats.org/officeDocument/2006/relationships/image" Target="../media/image1753.png"/><Relationship Id="rId762" Type="http://schemas.openxmlformats.org/officeDocument/2006/relationships/customXml" Target="../ink/ink2189.xml"/><Relationship Id="rId194" Type="http://schemas.openxmlformats.org/officeDocument/2006/relationships/customXml" Target="../ink/ink1905.xml"/><Relationship Id="rId208" Type="http://schemas.openxmlformats.org/officeDocument/2006/relationships/customXml" Target="../ink/ink1912.xml"/><Relationship Id="rId415" Type="http://schemas.openxmlformats.org/officeDocument/2006/relationships/image" Target="../media/image1683.png"/><Relationship Id="rId622" Type="http://schemas.openxmlformats.org/officeDocument/2006/relationships/customXml" Target="../ink/ink2119.xml"/><Relationship Id="rId261" Type="http://schemas.openxmlformats.org/officeDocument/2006/relationships/image" Target="../media/image1497.png"/><Relationship Id="rId499" Type="http://schemas.openxmlformats.org/officeDocument/2006/relationships/image" Target="../media/image1725.png"/><Relationship Id="rId56" Type="http://schemas.openxmlformats.org/officeDocument/2006/relationships/customXml" Target="../ink/ink1836.xml"/><Relationship Id="rId359" Type="http://schemas.openxmlformats.org/officeDocument/2006/relationships/image" Target="../media/image1655.png"/><Relationship Id="rId566" Type="http://schemas.openxmlformats.org/officeDocument/2006/relationships/customXml" Target="../ink/ink2091.xml"/><Relationship Id="rId121" Type="http://schemas.openxmlformats.org/officeDocument/2006/relationships/image" Target="../media/image1427.png"/><Relationship Id="rId219" Type="http://schemas.openxmlformats.org/officeDocument/2006/relationships/image" Target="../media/image1476.png"/><Relationship Id="rId426" Type="http://schemas.openxmlformats.org/officeDocument/2006/relationships/customXml" Target="../ink/ink2021.xml"/><Relationship Id="rId633" Type="http://schemas.openxmlformats.org/officeDocument/2006/relationships/image" Target="../media/image1792.png"/><Relationship Id="rId67" Type="http://schemas.openxmlformats.org/officeDocument/2006/relationships/image" Target="../media/image1402.png"/><Relationship Id="rId272" Type="http://schemas.openxmlformats.org/officeDocument/2006/relationships/customXml" Target="../ink/ink1944.xml"/><Relationship Id="rId577" Type="http://schemas.openxmlformats.org/officeDocument/2006/relationships/image" Target="../media/image1764.png"/><Relationship Id="rId700" Type="http://schemas.openxmlformats.org/officeDocument/2006/relationships/customXml" Target="../ink/ink2158.xml"/><Relationship Id="rId132" Type="http://schemas.openxmlformats.org/officeDocument/2006/relationships/customXml" Target="../ink/ink1874.xml"/><Relationship Id="rId437" Type="http://schemas.openxmlformats.org/officeDocument/2006/relationships/image" Target="../media/image1694.png"/><Relationship Id="rId644" Type="http://schemas.openxmlformats.org/officeDocument/2006/relationships/customXml" Target="../ink/ink2130.xml"/><Relationship Id="rId283" Type="http://schemas.openxmlformats.org/officeDocument/2006/relationships/image" Target="../media/image1617.png"/><Relationship Id="rId490" Type="http://schemas.openxmlformats.org/officeDocument/2006/relationships/customXml" Target="../ink/ink2053.xml"/><Relationship Id="rId504" Type="http://schemas.openxmlformats.org/officeDocument/2006/relationships/customXml" Target="../ink/ink2060.xml"/><Relationship Id="rId711" Type="http://schemas.openxmlformats.org/officeDocument/2006/relationships/image" Target="../media/image1831.png"/><Relationship Id="rId78" Type="http://schemas.openxmlformats.org/officeDocument/2006/relationships/customXml" Target="../ink/ink1847.xml"/><Relationship Id="rId143" Type="http://schemas.openxmlformats.org/officeDocument/2006/relationships/image" Target="../media/image1438.png"/><Relationship Id="rId350" Type="http://schemas.openxmlformats.org/officeDocument/2006/relationships/customXml" Target="../ink/ink1983.xml"/><Relationship Id="rId588" Type="http://schemas.openxmlformats.org/officeDocument/2006/relationships/customXml" Target="../ink/ink2102.xml"/><Relationship Id="rId9" Type="http://schemas.openxmlformats.org/officeDocument/2006/relationships/image" Target="../media/image1373.png"/><Relationship Id="rId210" Type="http://schemas.openxmlformats.org/officeDocument/2006/relationships/customXml" Target="../ink/ink1913.xml"/><Relationship Id="rId448" Type="http://schemas.openxmlformats.org/officeDocument/2006/relationships/customXml" Target="../ink/ink2032.xml"/><Relationship Id="rId655" Type="http://schemas.openxmlformats.org/officeDocument/2006/relationships/image" Target="../media/image1803.png"/><Relationship Id="rId294" Type="http://schemas.openxmlformats.org/officeDocument/2006/relationships/customXml" Target="../ink/ink1955.xml"/><Relationship Id="rId308" Type="http://schemas.openxmlformats.org/officeDocument/2006/relationships/customXml" Target="../ink/ink1962.xml"/><Relationship Id="rId515" Type="http://schemas.openxmlformats.org/officeDocument/2006/relationships/image" Target="../media/image1733.png"/><Relationship Id="rId722" Type="http://schemas.openxmlformats.org/officeDocument/2006/relationships/customXml" Target="../ink/ink2169.xml"/><Relationship Id="rId89" Type="http://schemas.openxmlformats.org/officeDocument/2006/relationships/image" Target="../media/image1413.png"/><Relationship Id="rId154" Type="http://schemas.openxmlformats.org/officeDocument/2006/relationships/customXml" Target="../ink/ink1885.xml"/><Relationship Id="rId361" Type="http://schemas.openxmlformats.org/officeDocument/2006/relationships/image" Target="../media/image1656.png"/><Relationship Id="rId599" Type="http://schemas.openxmlformats.org/officeDocument/2006/relationships/image" Target="../media/image1775.png"/><Relationship Id="rId459" Type="http://schemas.openxmlformats.org/officeDocument/2006/relationships/image" Target="../media/image1705.png"/><Relationship Id="rId666" Type="http://schemas.openxmlformats.org/officeDocument/2006/relationships/customXml" Target="../ink/ink2141.xml"/><Relationship Id="rId16" Type="http://schemas.openxmlformats.org/officeDocument/2006/relationships/customXml" Target="../ink/ink1816.xml"/><Relationship Id="rId221" Type="http://schemas.openxmlformats.org/officeDocument/2006/relationships/image" Target="../media/image1477.png"/><Relationship Id="rId319" Type="http://schemas.openxmlformats.org/officeDocument/2006/relationships/image" Target="../media/image1635.png"/><Relationship Id="rId526" Type="http://schemas.openxmlformats.org/officeDocument/2006/relationships/customXml" Target="../ink/ink2071.xml"/><Relationship Id="rId733" Type="http://schemas.openxmlformats.org/officeDocument/2006/relationships/image" Target="../media/image1842.png"/><Relationship Id="rId165" Type="http://schemas.openxmlformats.org/officeDocument/2006/relationships/image" Target="../media/image1449.png"/><Relationship Id="rId372" Type="http://schemas.openxmlformats.org/officeDocument/2006/relationships/customXml" Target="../ink/ink1994.xml"/><Relationship Id="rId677" Type="http://schemas.openxmlformats.org/officeDocument/2006/relationships/image" Target="../media/image1814.png"/><Relationship Id="rId232" Type="http://schemas.openxmlformats.org/officeDocument/2006/relationships/customXml" Target="../ink/ink1924.xml"/><Relationship Id="rId27" Type="http://schemas.openxmlformats.org/officeDocument/2006/relationships/image" Target="../media/image1382.png"/><Relationship Id="rId537" Type="http://schemas.openxmlformats.org/officeDocument/2006/relationships/image" Target="../media/image1744.png"/><Relationship Id="rId744" Type="http://schemas.openxmlformats.org/officeDocument/2006/relationships/customXml" Target="../ink/ink2180.xml"/><Relationship Id="rId80" Type="http://schemas.openxmlformats.org/officeDocument/2006/relationships/customXml" Target="../ink/ink1848.xml"/><Relationship Id="rId176" Type="http://schemas.openxmlformats.org/officeDocument/2006/relationships/customXml" Target="../ink/ink1896.xml"/><Relationship Id="rId383" Type="http://schemas.openxmlformats.org/officeDocument/2006/relationships/image" Target="../media/image1667.png"/><Relationship Id="rId590" Type="http://schemas.openxmlformats.org/officeDocument/2006/relationships/customXml" Target="../ink/ink2103.xml"/><Relationship Id="rId604" Type="http://schemas.openxmlformats.org/officeDocument/2006/relationships/customXml" Target="../ink/ink2110.xml"/><Relationship Id="rId243" Type="http://schemas.openxmlformats.org/officeDocument/2006/relationships/image" Target="../media/image1488.png"/><Relationship Id="rId450" Type="http://schemas.openxmlformats.org/officeDocument/2006/relationships/customXml" Target="../ink/ink2033.xml"/><Relationship Id="rId688" Type="http://schemas.openxmlformats.org/officeDocument/2006/relationships/customXml" Target="../ink/ink2152.xml"/><Relationship Id="rId38" Type="http://schemas.openxmlformats.org/officeDocument/2006/relationships/customXml" Target="../ink/ink1827.xml"/><Relationship Id="rId103" Type="http://schemas.openxmlformats.org/officeDocument/2006/relationships/image" Target="../media/image1419.png"/><Relationship Id="rId310" Type="http://schemas.openxmlformats.org/officeDocument/2006/relationships/customXml" Target="../ink/ink1963.xml"/><Relationship Id="rId548" Type="http://schemas.openxmlformats.org/officeDocument/2006/relationships/customXml" Target="../ink/ink2082.xml"/><Relationship Id="rId755" Type="http://schemas.openxmlformats.org/officeDocument/2006/relationships/image" Target="../media/image1853.png"/><Relationship Id="rId91" Type="http://schemas.openxmlformats.org/officeDocument/2006/relationships/image" Target="../media/image1414.png"/><Relationship Id="rId187" Type="http://schemas.openxmlformats.org/officeDocument/2006/relationships/image" Target="../media/image1460.png"/><Relationship Id="rId394" Type="http://schemas.openxmlformats.org/officeDocument/2006/relationships/customXml" Target="../ink/ink2005.xml"/><Relationship Id="rId408" Type="http://schemas.openxmlformats.org/officeDocument/2006/relationships/customXml" Target="../ink/ink2012.xml"/><Relationship Id="rId615" Type="http://schemas.openxmlformats.org/officeDocument/2006/relationships/image" Target="../media/image1783.png"/><Relationship Id="rId254" Type="http://schemas.openxmlformats.org/officeDocument/2006/relationships/customXml" Target="../ink/ink1935.xml"/><Relationship Id="rId699" Type="http://schemas.openxmlformats.org/officeDocument/2006/relationships/image" Target="../media/image1825.png"/><Relationship Id="rId49" Type="http://schemas.openxmlformats.org/officeDocument/2006/relationships/image" Target="../media/image1393.png"/><Relationship Id="rId114" Type="http://schemas.openxmlformats.org/officeDocument/2006/relationships/customXml" Target="../ink/ink1865.xml"/><Relationship Id="rId461" Type="http://schemas.openxmlformats.org/officeDocument/2006/relationships/image" Target="../media/image1706.png"/><Relationship Id="rId559" Type="http://schemas.openxmlformats.org/officeDocument/2006/relationships/image" Target="../media/image1755.png"/><Relationship Id="rId198" Type="http://schemas.openxmlformats.org/officeDocument/2006/relationships/customXml" Target="../ink/ink1907.xml"/><Relationship Id="rId321" Type="http://schemas.openxmlformats.org/officeDocument/2006/relationships/image" Target="../media/image1636.png"/><Relationship Id="rId419" Type="http://schemas.openxmlformats.org/officeDocument/2006/relationships/image" Target="../media/image1685.png"/><Relationship Id="rId626" Type="http://schemas.openxmlformats.org/officeDocument/2006/relationships/customXml" Target="../ink/ink2121.xml"/><Relationship Id="rId265" Type="http://schemas.openxmlformats.org/officeDocument/2006/relationships/image" Target="../media/image1499.png"/><Relationship Id="rId472" Type="http://schemas.openxmlformats.org/officeDocument/2006/relationships/customXml" Target="../ink/ink2044.xml"/><Relationship Id="rId125" Type="http://schemas.openxmlformats.org/officeDocument/2006/relationships/image" Target="../media/image1429.png"/><Relationship Id="rId332" Type="http://schemas.openxmlformats.org/officeDocument/2006/relationships/customXml" Target="../ink/ink1974.xml"/><Relationship Id="rId637" Type="http://schemas.openxmlformats.org/officeDocument/2006/relationships/image" Target="../media/image1794.png"/><Relationship Id="rId276" Type="http://schemas.openxmlformats.org/officeDocument/2006/relationships/customXml" Target="../ink/ink1946.xml"/><Relationship Id="rId483" Type="http://schemas.openxmlformats.org/officeDocument/2006/relationships/image" Target="../media/image1717.png"/><Relationship Id="rId690" Type="http://schemas.openxmlformats.org/officeDocument/2006/relationships/customXml" Target="../ink/ink2153.xml"/><Relationship Id="rId704" Type="http://schemas.openxmlformats.org/officeDocument/2006/relationships/customXml" Target="../ink/ink2160.xml"/><Relationship Id="rId40" Type="http://schemas.openxmlformats.org/officeDocument/2006/relationships/customXml" Target="../ink/ink1828.xml"/><Relationship Id="rId136" Type="http://schemas.openxmlformats.org/officeDocument/2006/relationships/customXml" Target="../ink/ink1876.xml"/><Relationship Id="rId343" Type="http://schemas.openxmlformats.org/officeDocument/2006/relationships/image" Target="../media/image1647.png"/><Relationship Id="rId550" Type="http://schemas.openxmlformats.org/officeDocument/2006/relationships/customXml" Target="../ink/ink2083.xml"/><Relationship Id="rId203" Type="http://schemas.openxmlformats.org/officeDocument/2006/relationships/image" Target="../media/image1468.png"/><Relationship Id="rId648" Type="http://schemas.openxmlformats.org/officeDocument/2006/relationships/customXml" Target="../ink/ink2132.xml"/><Relationship Id="rId287" Type="http://schemas.openxmlformats.org/officeDocument/2006/relationships/image" Target="../media/image1619.png"/><Relationship Id="rId410" Type="http://schemas.openxmlformats.org/officeDocument/2006/relationships/customXml" Target="../ink/ink2013.xml"/><Relationship Id="rId494" Type="http://schemas.openxmlformats.org/officeDocument/2006/relationships/customXml" Target="../ink/ink2055.xml"/><Relationship Id="rId508" Type="http://schemas.openxmlformats.org/officeDocument/2006/relationships/customXml" Target="../ink/ink2062.xml"/><Relationship Id="rId715" Type="http://schemas.openxmlformats.org/officeDocument/2006/relationships/image" Target="../media/image1833.png"/><Relationship Id="rId147" Type="http://schemas.openxmlformats.org/officeDocument/2006/relationships/image" Target="../media/image1440.png"/><Relationship Id="rId354" Type="http://schemas.openxmlformats.org/officeDocument/2006/relationships/customXml" Target="../ink/ink1985.xml"/><Relationship Id="rId51" Type="http://schemas.openxmlformats.org/officeDocument/2006/relationships/image" Target="../media/image1394.png"/><Relationship Id="rId561" Type="http://schemas.openxmlformats.org/officeDocument/2006/relationships/image" Target="../media/image1756.png"/><Relationship Id="rId659" Type="http://schemas.openxmlformats.org/officeDocument/2006/relationships/image" Target="../media/image1805.png"/><Relationship Id="rId214" Type="http://schemas.openxmlformats.org/officeDocument/2006/relationships/customXml" Target="../ink/ink1915.xml"/><Relationship Id="rId298" Type="http://schemas.openxmlformats.org/officeDocument/2006/relationships/customXml" Target="../ink/ink1957.xml"/><Relationship Id="rId421" Type="http://schemas.openxmlformats.org/officeDocument/2006/relationships/image" Target="../media/image1686.png"/><Relationship Id="rId519" Type="http://schemas.openxmlformats.org/officeDocument/2006/relationships/image" Target="../media/image1735.png"/><Relationship Id="rId158" Type="http://schemas.openxmlformats.org/officeDocument/2006/relationships/customXml" Target="../ink/ink1887.xml"/><Relationship Id="rId726" Type="http://schemas.openxmlformats.org/officeDocument/2006/relationships/customXml" Target="../ink/ink2171.xml"/><Relationship Id="rId62" Type="http://schemas.openxmlformats.org/officeDocument/2006/relationships/customXml" Target="../ink/ink1839.xml"/><Relationship Id="rId365" Type="http://schemas.openxmlformats.org/officeDocument/2006/relationships/image" Target="../media/image1658.png"/><Relationship Id="rId572" Type="http://schemas.openxmlformats.org/officeDocument/2006/relationships/customXml" Target="../ink/ink2094.xml"/><Relationship Id="rId225" Type="http://schemas.openxmlformats.org/officeDocument/2006/relationships/image" Target="../media/image1479.png"/><Relationship Id="rId432" Type="http://schemas.openxmlformats.org/officeDocument/2006/relationships/customXml" Target="../ink/ink2024.xml"/><Relationship Id="rId737" Type="http://schemas.openxmlformats.org/officeDocument/2006/relationships/image" Target="../media/image1844.png"/><Relationship Id="rId73" Type="http://schemas.openxmlformats.org/officeDocument/2006/relationships/image" Target="../media/image1405.png"/><Relationship Id="rId169" Type="http://schemas.openxmlformats.org/officeDocument/2006/relationships/image" Target="../media/image1451.png"/><Relationship Id="rId376" Type="http://schemas.openxmlformats.org/officeDocument/2006/relationships/customXml" Target="../ink/ink1996.xml"/><Relationship Id="rId583" Type="http://schemas.openxmlformats.org/officeDocument/2006/relationships/image" Target="../media/image176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50.png"/><Relationship Id="rId299" Type="http://schemas.openxmlformats.org/officeDocument/2006/relationships/image" Target="../media/image14660.png"/><Relationship Id="rId21" Type="http://schemas.openxmlformats.org/officeDocument/2006/relationships/image" Target="../media/image13270.png"/><Relationship Id="rId63" Type="http://schemas.openxmlformats.org/officeDocument/2006/relationships/image" Target="../media/image13480.png"/><Relationship Id="rId159" Type="http://schemas.openxmlformats.org/officeDocument/2006/relationships/image" Target="../media/image13960.png"/><Relationship Id="rId324" Type="http://schemas.openxmlformats.org/officeDocument/2006/relationships/customXml" Target="../ink/ink2351.xml"/><Relationship Id="rId366" Type="http://schemas.openxmlformats.org/officeDocument/2006/relationships/customXml" Target="../ink/ink2372.xml"/><Relationship Id="rId170" Type="http://schemas.openxmlformats.org/officeDocument/2006/relationships/customXml" Target="../ink/ink2274.xml"/><Relationship Id="rId226" Type="http://schemas.openxmlformats.org/officeDocument/2006/relationships/customXml" Target="../ink/ink2302.xml"/><Relationship Id="rId268" Type="http://schemas.openxmlformats.org/officeDocument/2006/relationships/customXml" Target="../ink/ink2323.xml"/><Relationship Id="rId32" Type="http://schemas.openxmlformats.org/officeDocument/2006/relationships/customXml" Target="../ink/ink2205.xml"/><Relationship Id="rId74" Type="http://schemas.openxmlformats.org/officeDocument/2006/relationships/customXml" Target="../ink/ink2226.xml"/><Relationship Id="rId128" Type="http://schemas.openxmlformats.org/officeDocument/2006/relationships/customXml" Target="../ink/ink2253.xml"/><Relationship Id="rId335" Type="http://schemas.openxmlformats.org/officeDocument/2006/relationships/image" Target="../media/image14840.png"/><Relationship Id="rId377" Type="http://schemas.openxmlformats.org/officeDocument/2006/relationships/image" Target="../media/image15050.png"/><Relationship Id="rId5" Type="http://schemas.openxmlformats.org/officeDocument/2006/relationships/image" Target="../media/image13190.png"/><Relationship Id="rId181" Type="http://schemas.openxmlformats.org/officeDocument/2006/relationships/image" Target="../media/image14070.png"/><Relationship Id="rId237" Type="http://schemas.openxmlformats.org/officeDocument/2006/relationships/image" Target="../media/image14350.png"/><Relationship Id="rId279" Type="http://schemas.openxmlformats.org/officeDocument/2006/relationships/image" Target="../media/image14560.png"/><Relationship Id="rId43" Type="http://schemas.openxmlformats.org/officeDocument/2006/relationships/image" Target="../media/image13380.png"/><Relationship Id="rId139" Type="http://schemas.openxmlformats.org/officeDocument/2006/relationships/image" Target="../media/image13860.png"/><Relationship Id="rId290" Type="http://schemas.openxmlformats.org/officeDocument/2006/relationships/customXml" Target="../ink/ink2334.xml"/><Relationship Id="rId304" Type="http://schemas.openxmlformats.org/officeDocument/2006/relationships/customXml" Target="../ink/ink2341.xml"/><Relationship Id="rId346" Type="http://schemas.openxmlformats.org/officeDocument/2006/relationships/customXml" Target="../ink/ink2362.xml"/><Relationship Id="rId85" Type="http://schemas.openxmlformats.org/officeDocument/2006/relationships/image" Target="../media/image13590.png"/><Relationship Id="rId150" Type="http://schemas.openxmlformats.org/officeDocument/2006/relationships/customXml" Target="../ink/ink2264.xml"/><Relationship Id="rId192" Type="http://schemas.openxmlformats.org/officeDocument/2006/relationships/customXml" Target="../ink/ink2285.xml"/><Relationship Id="rId206" Type="http://schemas.openxmlformats.org/officeDocument/2006/relationships/customXml" Target="../ink/ink2292.xml"/><Relationship Id="rId248" Type="http://schemas.openxmlformats.org/officeDocument/2006/relationships/customXml" Target="../ink/ink2313.xml"/><Relationship Id="rId12" Type="http://schemas.openxmlformats.org/officeDocument/2006/relationships/customXml" Target="../ink/ink2195.xml"/><Relationship Id="rId108" Type="http://schemas.openxmlformats.org/officeDocument/2006/relationships/customXml" Target="../ink/ink2243.xml"/><Relationship Id="rId315" Type="http://schemas.openxmlformats.org/officeDocument/2006/relationships/image" Target="../media/image14740.png"/><Relationship Id="rId357" Type="http://schemas.openxmlformats.org/officeDocument/2006/relationships/image" Target="../media/image14950.png"/><Relationship Id="rId54" Type="http://schemas.openxmlformats.org/officeDocument/2006/relationships/customXml" Target="../ink/ink2216.xml"/><Relationship Id="rId96" Type="http://schemas.openxmlformats.org/officeDocument/2006/relationships/customXml" Target="../ink/ink2237.xml"/><Relationship Id="rId161" Type="http://schemas.openxmlformats.org/officeDocument/2006/relationships/image" Target="../media/image13970.png"/><Relationship Id="rId217" Type="http://schemas.openxmlformats.org/officeDocument/2006/relationships/image" Target="../media/image14250.png"/><Relationship Id="rId259" Type="http://schemas.openxmlformats.org/officeDocument/2006/relationships/image" Target="../media/image14460.png"/><Relationship Id="rId23" Type="http://schemas.openxmlformats.org/officeDocument/2006/relationships/image" Target="../media/image13280.png"/><Relationship Id="rId119" Type="http://schemas.openxmlformats.org/officeDocument/2006/relationships/image" Target="../media/image13760.png"/><Relationship Id="rId270" Type="http://schemas.openxmlformats.org/officeDocument/2006/relationships/customXml" Target="../ink/ink2324.xml"/><Relationship Id="rId326" Type="http://schemas.openxmlformats.org/officeDocument/2006/relationships/customXml" Target="../ink/ink2352.xml"/><Relationship Id="rId65" Type="http://schemas.openxmlformats.org/officeDocument/2006/relationships/image" Target="../media/image13490.png"/><Relationship Id="rId130" Type="http://schemas.openxmlformats.org/officeDocument/2006/relationships/customXml" Target="../ink/ink2254.xml"/><Relationship Id="rId368" Type="http://schemas.openxmlformats.org/officeDocument/2006/relationships/customXml" Target="../ink/ink2373.xml"/><Relationship Id="rId172" Type="http://schemas.openxmlformats.org/officeDocument/2006/relationships/customXml" Target="../ink/ink2275.xml"/><Relationship Id="rId228" Type="http://schemas.openxmlformats.org/officeDocument/2006/relationships/customXml" Target="../ink/ink2303.xml"/><Relationship Id="rId281" Type="http://schemas.openxmlformats.org/officeDocument/2006/relationships/image" Target="../media/image14570.png"/><Relationship Id="rId337" Type="http://schemas.openxmlformats.org/officeDocument/2006/relationships/image" Target="../media/image14850.png"/><Relationship Id="rId34" Type="http://schemas.openxmlformats.org/officeDocument/2006/relationships/customXml" Target="../ink/ink2206.xml"/><Relationship Id="rId76" Type="http://schemas.openxmlformats.org/officeDocument/2006/relationships/customXml" Target="../ink/ink2227.xml"/><Relationship Id="rId141" Type="http://schemas.openxmlformats.org/officeDocument/2006/relationships/image" Target="../media/image13870.png"/><Relationship Id="rId379" Type="http://schemas.openxmlformats.org/officeDocument/2006/relationships/image" Target="../media/image15060.png"/><Relationship Id="rId7" Type="http://schemas.openxmlformats.org/officeDocument/2006/relationships/image" Target="../media/image13200.png"/><Relationship Id="rId183" Type="http://schemas.openxmlformats.org/officeDocument/2006/relationships/image" Target="../media/image14080.png"/><Relationship Id="rId239" Type="http://schemas.openxmlformats.org/officeDocument/2006/relationships/image" Target="../media/image14360.png"/><Relationship Id="rId250" Type="http://schemas.openxmlformats.org/officeDocument/2006/relationships/customXml" Target="../ink/ink2314.xml"/><Relationship Id="rId292" Type="http://schemas.openxmlformats.org/officeDocument/2006/relationships/customXml" Target="../ink/ink2335.xml"/><Relationship Id="rId306" Type="http://schemas.openxmlformats.org/officeDocument/2006/relationships/customXml" Target="../ink/ink2342.xml"/><Relationship Id="rId45" Type="http://schemas.openxmlformats.org/officeDocument/2006/relationships/image" Target="../media/image13390.png"/><Relationship Id="rId87" Type="http://schemas.openxmlformats.org/officeDocument/2006/relationships/image" Target="../media/image13600.png"/><Relationship Id="rId110" Type="http://schemas.openxmlformats.org/officeDocument/2006/relationships/customXml" Target="../ink/ink2244.xml"/><Relationship Id="rId348" Type="http://schemas.openxmlformats.org/officeDocument/2006/relationships/customXml" Target="../ink/ink2363.xml"/><Relationship Id="rId152" Type="http://schemas.openxmlformats.org/officeDocument/2006/relationships/customXml" Target="../ink/ink2265.xml"/><Relationship Id="rId194" Type="http://schemas.openxmlformats.org/officeDocument/2006/relationships/customXml" Target="../ink/ink2286.xml"/><Relationship Id="rId208" Type="http://schemas.openxmlformats.org/officeDocument/2006/relationships/customXml" Target="../ink/ink2293.xml"/><Relationship Id="rId261" Type="http://schemas.openxmlformats.org/officeDocument/2006/relationships/image" Target="../media/image14470.png"/><Relationship Id="rId14" Type="http://schemas.openxmlformats.org/officeDocument/2006/relationships/customXml" Target="../ink/ink2196.xml"/><Relationship Id="rId56" Type="http://schemas.openxmlformats.org/officeDocument/2006/relationships/customXml" Target="../ink/ink2217.xml"/><Relationship Id="rId317" Type="http://schemas.openxmlformats.org/officeDocument/2006/relationships/image" Target="../media/image14750.png"/><Relationship Id="rId359" Type="http://schemas.openxmlformats.org/officeDocument/2006/relationships/image" Target="../media/image14960.png"/><Relationship Id="rId98" Type="http://schemas.openxmlformats.org/officeDocument/2006/relationships/customXml" Target="../ink/ink2238.xml"/><Relationship Id="rId121" Type="http://schemas.openxmlformats.org/officeDocument/2006/relationships/image" Target="../media/image13770.png"/><Relationship Id="rId163" Type="http://schemas.openxmlformats.org/officeDocument/2006/relationships/image" Target="../media/image13980.png"/><Relationship Id="rId219" Type="http://schemas.openxmlformats.org/officeDocument/2006/relationships/image" Target="../media/image14260.png"/><Relationship Id="rId370" Type="http://schemas.openxmlformats.org/officeDocument/2006/relationships/customXml" Target="../ink/ink2374.xml"/><Relationship Id="rId230" Type="http://schemas.openxmlformats.org/officeDocument/2006/relationships/customXml" Target="../ink/ink2304.xml"/><Relationship Id="rId25" Type="http://schemas.openxmlformats.org/officeDocument/2006/relationships/image" Target="../media/image13290.png"/><Relationship Id="rId67" Type="http://schemas.openxmlformats.org/officeDocument/2006/relationships/image" Target="../media/image13500.png"/><Relationship Id="rId272" Type="http://schemas.openxmlformats.org/officeDocument/2006/relationships/customXml" Target="../ink/ink2325.xml"/><Relationship Id="rId328" Type="http://schemas.openxmlformats.org/officeDocument/2006/relationships/customXml" Target="../ink/ink2353.xml"/><Relationship Id="rId132" Type="http://schemas.openxmlformats.org/officeDocument/2006/relationships/customXml" Target="../ink/ink2255.xml"/><Relationship Id="rId174" Type="http://schemas.openxmlformats.org/officeDocument/2006/relationships/customXml" Target="../ink/ink2276.xml"/><Relationship Id="rId241" Type="http://schemas.openxmlformats.org/officeDocument/2006/relationships/image" Target="../media/image14370.png"/><Relationship Id="rId36" Type="http://schemas.openxmlformats.org/officeDocument/2006/relationships/customXml" Target="../ink/ink2207.xml"/><Relationship Id="rId283" Type="http://schemas.openxmlformats.org/officeDocument/2006/relationships/image" Target="../media/image14580.png"/><Relationship Id="rId339" Type="http://schemas.openxmlformats.org/officeDocument/2006/relationships/image" Target="../media/image14860.png"/><Relationship Id="rId78" Type="http://schemas.openxmlformats.org/officeDocument/2006/relationships/customXml" Target="../ink/ink2228.xml"/><Relationship Id="rId101" Type="http://schemas.openxmlformats.org/officeDocument/2006/relationships/image" Target="../media/image13670.png"/><Relationship Id="rId143" Type="http://schemas.openxmlformats.org/officeDocument/2006/relationships/image" Target="../media/image13880.png"/><Relationship Id="rId185" Type="http://schemas.openxmlformats.org/officeDocument/2006/relationships/image" Target="../media/image14090.png"/><Relationship Id="rId350" Type="http://schemas.openxmlformats.org/officeDocument/2006/relationships/customXml" Target="../ink/ink2364.xml"/><Relationship Id="rId9" Type="http://schemas.openxmlformats.org/officeDocument/2006/relationships/image" Target="../media/image13210.png"/><Relationship Id="rId210" Type="http://schemas.openxmlformats.org/officeDocument/2006/relationships/customXml" Target="../ink/ink2294.xml"/><Relationship Id="rId26" Type="http://schemas.openxmlformats.org/officeDocument/2006/relationships/customXml" Target="../ink/ink2202.xml"/><Relationship Id="rId231" Type="http://schemas.openxmlformats.org/officeDocument/2006/relationships/image" Target="../media/image14320.png"/><Relationship Id="rId252" Type="http://schemas.openxmlformats.org/officeDocument/2006/relationships/customXml" Target="../ink/ink2315.xml"/><Relationship Id="rId273" Type="http://schemas.openxmlformats.org/officeDocument/2006/relationships/image" Target="../media/image14530.png"/><Relationship Id="rId294" Type="http://schemas.openxmlformats.org/officeDocument/2006/relationships/customXml" Target="../ink/ink2336.xml"/><Relationship Id="rId308" Type="http://schemas.openxmlformats.org/officeDocument/2006/relationships/customXml" Target="../ink/ink2343.xml"/><Relationship Id="rId329" Type="http://schemas.openxmlformats.org/officeDocument/2006/relationships/image" Target="../media/image14810.png"/><Relationship Id="rId47" Type="http://schemas.openxmlformats.org/officeDocument/2006/relationships/image" Target="../media/image13400.png"/><Relationship Id="rId68" Type="http://schemas.openxmlformats.org/officeDocument/2006/relationships/customXml" Target="../ink/ink2223.xml"/><Relationship Id="rId89" Type="http://schemas.openxmlformats.org/officeDocument/2006/relationships/image" Target="../media/image13610.png"/><Relationship Id="rId112" Type="http://schemas.openxmlformats.org/officeDocument/2006/relationships/customXml" Target="../ink/ink2245.xml"/><Relationship Id="rId133" Type="http://schemas.openxmlformats.org/officeDocument/2006/relationships/image" Target="../media/image13830.png"/><Relationship Id="rId154" Type="http://schemas.openxmlformats.org/officeDocument/2006/relationships/customXml" Target="../ink/ink2266.xml"/><Relationship Id="rId175" Type="http://schemas.openxmlformats.org/officeDocument/2006/relationships/image" Target="../media/image14040.png"/><Relationship Id="rId340" Type="http://schemas.openxmlformats.org/officeDocument/2006/relationships/customXml" Target="../ink/ink2359.xml"/><Relationship Id="rId361" Type="http://schemas.openxmlformats.org/officeDocument/2006/relationships/image" Target="../media/image14970.png"/><Relationship Id="rId196" Type="http://schemas.openxmlformats.org/officeDocument/2006/relationships/customXml" Target="../ink/ink2287.xml"/><Relationship Id="rId200" Type="http://schemas.openxmlformats.org/officeDocument/2006/relationships/customXml" Target="../ink/ink2289.xml"/><Relationship Id="rId16" Type="http://schemas.openxmlformats.org/officeDocument/2006/relationships/customXml" Target="../ink/ink2197.xml"/><Relationship Id="rId221" Type="http://schemas.openxmlformats.org/officeDocument/2006/relationships/image" Target="../media/image14270.png"/><Relationship Id="rId242" Type="http://schemas.openxmlformats.org/officeDocument/2006/relationships/customXml" Target="../ink/ink2310.xml"/><Relationship Id="rId263" Type="http://schemas.openxmlformats.org/officeDocument/2006/relationships/image" Target="../media/image14480.png"/><Relationship Id="rId284" Type="http://schemas.openxmlformats.org/officeDocument/2006/relationships/customXml" Target="../ink/ink2331.xml"/><Relationship Id="rId319" Type="http://schemas.openxmlformats.org/officeDocument/2006/relationships/image" Target="../media/image14760.png"/><Relationship Id="rId37" Type="http://schemas.openxmlformats.org/officeDocument/2006/relationships/image" Target="../media/image13350.png"/><Relationship Id="rId58" Type="http://schemas.openxmlformats.org/officeDocument/2006/relationships/customXml" Target="../ink/ink2218.xml"/><Relationship Id="rId79" Type="http://schemas.openxmlformats.org/officeDocument/2006/relationships/image" Target="../media/image13560.png"/><Relationship Id="rId102" Type="http://schemas.openxmlformats.org/officeDocument/2006/relationships/customXml" Target="../ink/ink2240.xml"/><Relationship Id="rId123" Type="http://schemas.openxmlformats.org/officeDocument/2006/relationships/image" Target="../media/image13780.png"/><Relationship Id="rId144" Type="http://schemas.openxmlformats.org/officeDocument/2006/relationships/customXml" Target="../ink/ink2261.xml"/><Relationship Id="rId330" Type="http://schemas.openxmlformats.org/officeDocument/2006/relationships/customXml" Target="../ink/ink2354.xml"/><Relationship Id="rId90" Type="http://schemas.openxmlformats.org/officeDocument/2006/relationships/customXml" Target="../ink/ink2234.xml"/><Relationship Id="rId165" Type="http://schemas.openxmlformats.org/officeDocument/2006/relationships/image" Target="../media/image13990.png"/><Relationship Id="rId186" Type="http://schemas.openxmlformats.org/officeDocument/2006/relationships/customXml" Target="../ink/ink2282.xml"/><Relationship Id="rId351" Type="http://schemas.openxmlformats.org/officeDocument/2006/relationships/image" Target="../media/image14920.png"/><Relationship Id="rId372" Type="http://schemas.openxmlformats.org/officeDocument/2006/relationships/customXml" Target="../ink/ink2375.xml"/><Relationship Id="rId211" Type="http://schemas.openxmlformats.org/officeDocument/2006/relationships/image" Target="../media/image14220.png"/><Relationship Id="rId232" Type="http://schemas.openxmlformats.org/officeDocument/2006/relationships/customXml" Target="../ink/ink2305.xml"/><Relationship Id="rId253" Type="http://schemas.openxmlformats.org/officeDocument/2006/relationships/image" Target="../media/image14430.png"/><Relationship Id="rId274" Type="http://schemas.openxmlformats.org/officeDocument/2006/relationships/customXml" Target="../ink/ink2326.xml"/><Relationship Id="rId295" Type="http://schemas.openxmlformats.org/officeDocument/2006/relationships/image" Target="../media/image14640.png"/><Relationship Id="rId309" Type="http://schemas.openxmlformats.org/officeDocument/2006/relationships/image" Target="../media/image14710.png"/><Relationship Id="rId27" Type="http://schemas.openxmlformats.org/officeDocument/2006/relationships/image" Target="../media/image13300.png"/><Relationship Id="rId48" Type="http://schemas.openxmlformats.org/officeDocument/2006/relationships/customXml" Target="../ink/ink2213.xml"/><Relationship Id="rId69" Type="http://schemas.openxmlformats.org/officeDocument/2006/relationships/image" Target="../media/image13510.png"/><Relationship Id="rId113" Type="http://schemas.openxmlformats.org/officeDocument/2006/relationships/image" Target="../media/image13730.png"/><Relationship Id="rId134" Type="http://schemas.openxmlformats.org/officeDocument/2006/relationships/customXml" Target="../ink/ink2256.xml"/><Relationship Id="rId320" Type="http://schemas.openxmlformats.org/officeDocument/2006/relationships/customXml" Target="../ink/ink2349.xml"/><Relationship Id="rId80" Type="http://schemas.openxmlformats.org/officeDocument/2006/relationships/customXml" Target="../ink/ink2229.xml"/><Relationship Id="rId155" Type="http://schemas.openxmlformats.org/officeDocument/2006/relationships/image" Target="../media/image13940.png"/><Relationship Id="rId176" Type="http://schemas.openxmlformats.org/officeDocument/2006/relationships/customXml" Target="../ink/ink2277.xml"/><Relationship Id="rId197" Type="http://schemas.openxmlformats.org/officeDocument/2006/relationships/image" Target="../media/image14150.png"/><Relationship Id="rId341" Type="http://schemas.openxmlformats.org/officeDocument/2006/relationships/image" Target="../media/image14870.png"/><Relationship Id="rId362" Type="http://schemas.openxmlformats.org/officeDocument/2006/relationships/customXml" Target="../ink/ink2370.xml"/><Relationship Id="rId201" Type="http://schemas.openxmlformats.org/officeDocument/2006/relationships/image" Target="../media/image14170.png"/><Relationship Id="rId222" Type="http://schemas.openxmlformats.org/officeDocument/2006/relationships/customXml" Target="../ink/ink2300.xml"/><Relationship Id="rId243" Type="http://schemas.openxmlformats.org/officeDocument/2006/relationships/image" Target="../media/image14380.png"/><Relationship Id="rId264" Type="http://schemas.openxmlformats.org/officeDocument/2006/relationships/customXml" Target="../ink/ink2321.xml"/><Relationship Id="rId285" Type="http://schemas.openxmlformats.org/officeDocument/2006/relationships/image" Target="../media/image14590.png"/><Relationship Id="rId17" Type="http://schemas.openxmlformats.org/officeDocument/2006/relationships/image" Target="../media/image13250.png"/><Relationship Id="rId38" Type="http://schemas.openxmlformats.org/officeDocument/2006/relationships/customXml" Target="../ink/ink2208.xml"/><Relationship Id="rId59" Type="http://schemas.openxmlformats.org/officeDocument/2006/relationships/image" Target="../media/image13460.png"/><Relationship Id="rId103" Type="http://schemas.openxmlformats.org/officeDocument/2006/relationships/image" Target="../media/image13680.png"/><Relationship Id="rId124" Type="http://schemas.openxmlformats.org/officeDocument/2006/relationships/customXml" Target="../ink/ink2251.xml"/><Relationship Id="rId310" Type="http://schemas.openxmlformats.org/officeDocument/2006/relationships/customXml" Target="../ink/ink2344.xml"/><Relationship Id="rId70" Type="http://schemas.openxmlformats.org/officeDocument/2006/relationships/customXml" Target="../ink/ink2224.xml"/><Relationship Id="rId91" Type="http://schemas.openxmlformats.org/officeDocument/2006/relationships/image" Target="../media/image13620.png"/><Relationship Id="rId145" Type="http://schemas.openxmlformats.org/officeDocument/2006/relationships/image" Target="../media/image13890.png"/><Relationship Id="rId166" Type="http://schemas.openxmlformats.org/officeDocument/2006/relationships/customXml" Target="../ink/ink2272.xml"/><Relationship Id="rId187" Type="http://schemas.openxmlformats.org/officeDocument/2006/relationships/image" Target="../media/image14100.png"/><Relationship Id="rId331" Type="http://schemas.openxmlformats.org/officeDocument/2006/relationships/image" Target="../media/image14820.png"/><Relationship Id="rId352" Type="http://schemas.openxmlformats.org/officeDocument/2006/relationships/customXml" Target="../ink/ink2365.xml"/><Relationship Id="rId373" Type="http://schemas.openxmlformats.org/officeDocument/2006/relationships/image" Target="../media/image1503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95.xml"/><Relationship Id="rId233" Type="http://schemas.openxmlformats.org/officeDocument/2006/relationships/image" Target="../media/image14330.png"/><Relationship Id="rId254" Type="http://schemas.openxmlformats.org/officeDocument/2006/relationships/customXml" Target="../ink/ink2316.xml"/><Relationship Id="rId28" Type="http://schemas.openxmlformats.org/officeDocument/2006/relationships/customXml" Target="../ink/ink2203.xml"/><Relationship Id="rId49" Type="http://schemas.openxmlformats.org/officeDocument/2006/relationships/image" Target="../media/image13410.png"/><Relationship Id="rId114" Type="http://schemas.openxmlformats.org/officeDocument/2006/relationships/customXml" Target="../ink/ink2246.xml"/><Relationship Id="rId275" Type="http://schemas.openxmlformats.org/officeDocument/2006/relationships/image" Target="../media/image14540.png"/><Relationship Id="rId296" Type="http://schemas.openxmlformats.org/officeDocument/2006/relationships/customXml" Target="../ink/ink2337.xml"/><Relationship Id="rId300" Type="http://schemas.openxmlformats.org/officeDocument/2006/relationships/customXml" Target="../ink/ink2339.xml"/><Relationship Id="rId60" Type="http://schemas.openxmlformats.org/officeDocument/2006/relationships/customXml" Target="../ink/ink2219.xml"/><Relationship Id="rId81" Type="http://schemas.openxmlformats.org/officeDocument/2006/relationships/image" Target="../media/image13570.png"/><Relationship Id="rId135" Type="http://schemas.openxmlformats.org/officeDocument/2006/relationships/image" Target="../media/image13840.png"/><Relationship Id="rId156" Type="http://schemas.openxmlformats.org/officeDocument/2006/relationships/customXml" Target="../ink/ink2267.xml"/><Relationship Id="rId177" Type="http://schemas.openxmlformats.org/officeDocument/2006/relationships/image" Target="../media/image14050.png"/><Relationship Id="rId198" Type="http://schemas.openxmlformats.org/officeDocument/2006/relationships/customXml" Target="../ink/ink2288.xml"/><Relationship Id="rId321" Type="http://schemas.openxmlformats.org/officeDocument/2006/relationships/image" Target="../media/image14770.png"/><Relationship Id="rId342" Type="http://schemas.openxmlformats.org/officeDocument/2006/relationships/customXml" Target="../ink/ink2360.xml"/><Relationship Id="rId363" Type="http://schemas.openxmlformats.org/officeDocument/2006/relationships/image" Target="../media/image14980.png"/><Relationship Id="rId202" Type="http://schemas.openxmlformats.org/officeDocument/2006/relationships/customXml" Target="../ink/ink2290.xml"/><Relationship Id="rId223" Type="http://schemas.openxmlformats.org/officeDocument/2006/relationships/image" Target="../media/image14280.png"/><Relationship Id="rId244" Type="http://schemas.openxmlformats.org/officeDocument/2006/relationships/customXml" Target="../ink/ink2311.xml"/><Relationship Id="rId18" Type="http://schemas.openxmlformats.org/officeDocument/2006/relationships/customXml" Target="../ink/ink2198.xml"/><Relationship Id="rId39" Type="http://schemas.openxmlformats.org/officeDocument/2006/relationships/image" Target="../media/image13360.png"/><Relationship Id="rId265" Type="http://schemas.openxmlformats.org/officeDocument/2006/relationships/image" Target="../media/image14490.png"/><Relationship Id="rId286" Type="http://schemas.openxmlformats.org/officeDocument/2006/relationships/customXml" Target="../ink/ink2332.xml"/><Relationship Id="rId50" Type="http://schemas.openxmlformats.org/officeDocument/2006/relationships/customXml" Target="../ink/ink2214.xml"/><Relationship Id="rId104" Type="http://schemas.openxmlformats.org/officeDocument/2006/relationships/customXml" Target="../ink/ink2241.xml"/><Relationship Id="rId125" Type="http://schemas.openxmlformats.org/officeDocument/2006/relationships/image" Target="../media/image13790.png"/><Relationship Id="rId146" Type="http://schemas.openxmlformats.org/officeDocument/2006/relationships/customXml" Target="../ink/ink2262.xml"/><Relationship Id="rId167" Type="http://schemas.openxmlformats.org/officeDocument/2006/relationships/image" Target="../media/image14000.png"/><Relationship Id="rId188" Type="http://schemas.openxmlformats.org/officeDocument/2006/relationships/customXml" Target="../ink/ink2283.xml"/><Relationship Id="rId311" Type="http://schemas.openxmlformats.org/officeDocument/2006/relationships/image" Target="../media/image14720.png"/><Relationship Id="rId332" Type="http://schemas.openxmlformats.org/officeDocument/2006/relationships/customXml" Target="../ink/ink2355.xml"/><Relationship Id="rId353" Type="http://schemas.openxmlformats.org/officeDocument/2006/relationships/image" Target="../media/image14930.png"/><Relationship Id="rId374" Type="http://schemas.openxmlformats.org/officeDocument/2006/relationships/customXml" Target="../ink/ink2376.xml"/><Relationship Id="rId71" Type="http://schemas.openxmlformats.org/officeDocument/2006/relationships/image" Target="../media/image13520.png"/><Relationship Id="rId92" Type="http://schemas.openxmlformats.org/officeDocument/2006/relationships/customXml" Target="../ink/ink2235.xml"/><Relationship Id="rId213" Type="http://schemas.openxmlformats.org/officeDocument/2006/relationships/image" Target="../media/image14230.png"/><Relationship Id="rId234" Type="http://schemas.openxmlformats.org/officeDocument/2006/relationships/customXml" Target="../ink/ink2306.xml"/><Relationship Id="rId2" Type="http://schemas.openxmlformats.org/officeDocument/2006/relationships/customXml" Target="../ink/ink2190.xml"/><Relationship Id="rId29" Type="http://schemas.openxmlformats.org/officeDocument/2006/relationships/image" Target="../media/image13310.png"/><Relationship Id="rId255" Type="http://schemas.openxmlformats.org/officeDocument/2006/relationships/image" Target="../media/image14440.png"/><Relationship Id="rId276" Type="http://schemas.openxmlformats.org/officeDocument/2006/relationships/customXml" Target="../ink/ink2327.xml"/><Relationship Id="rId297" Type="http://schemas.openxmlformats.org/officeDocument/2006/relationships/image" Target="../media/image14650.png"/><Relationship Id="rId40" Type="http://schemas.openxmlformats.org/officeDocument/2006/relationships/customXml" Target="../ink/ink2209.xml"/><Relationship Id="rId115" Type="http://schemas.openxmlformats.org/officeDocument/2006/relationships/image" Target="../media/image13740.png"/><Relationship Id="rId136" Type="http://schemas.openxmlformats.org/officeDocument/2006/relationships/customXml" Target="../ink/ink2257.xml"/><Relationship Id="rId157" Type="http://schemas.openxmlformats.org/officeDocument/2006/relationships/image" Target="../media/image13950.png"/><Relationship Id="rId178" Type="http://schemas.openxmlformats.org/officeDocument/2006/relationships/customXml" Target="../ink/ink2278.xml"/><Relationship Id="rId301" Type="http://schemas.openxmlformats.org/officeDocument/2006/relationships/image" Target="../media/image14670.png"/><Relationship Id="rId322" Type="http://schemas.openxmlformats.org/officeDocument/2006/relationships/customXml" Target="../ink/ink2350.xml"/><Relationship Id="rId343" Type="http://schemas.openxmlformats.org/officeDocument/2006/relationships/image" Target="../media/image14880.png"/><Relationship Id="rId364" Type="http://schemas.openxmlformats.org/officeDocument/2006/relationships/customXml" Target="../ink/ink2371.xml"/><Relationship Id="rId61" Type="http://schemas.openxmlformats.org/officeDocument/2006/relationships/image" Target="../media/image13470.png"/><Relationship Id="rId82" Type="http://schemas.openxmlformats.org/officeDocument/2006/relationships/customXml" Target="../ink/ink2230.xml"/><Relationship Id="rId199" Type="http://schemas.openxmlformats.org/officeDocument/2006/relationships/image" Target="../media/image14160.png"/><Relationship Id="rId203" Type="http://schemas.openxmlformats.org/officeDocument/2006/relationships/image" Target="../media/image14180.png"/><Relationship Id="rId19" Type="http://schemas.openxmlformats.org/officeDocument/2006/relationships/image" Target="../media/image13260.png"/><Relationship Id="rId224" Type="http://schemas.openxmlformats.org/officeDocument/2006/relationships/customXml" Target="../ink/ink2301.xml"/><Relationship Id="rId245" Type="http://schemas.openxmlformats.org/officeDocument/2006/relationships/image" Target="../media/image14390.png"/><Relationship Id="rId266" Type="http://schemas.openxmlformats.org/officeDocument/2006/relationships/customXml" Target="../ink/ink2322.xml"/><Relationship Id="rId287" Type="http://schemas.openxmlformats.org/officeDocument/2006/relationships/image" Target="../media/image14600.png"/><Relationship Id="rId30" Type="http://schemas.openxmlformats.org/officeDocument/2006/relationships/customXml" Target="../ink/ink2204.xml"/><Relationship Id="rId105" Type="http://schemas.openxmlformats.org/officeDocument/2006/relationships/image" Target="../media/image13690.png"/><Relationship Id="rId126" Type="http://schemas.openxmlformats.org/officeDocument/2006/relationships/customXml" Target="../ink/ink2252.xml"/><Relationship Id="rId147" Type="http://schemas.openxmlformats.org/officeDocument/2006/relationships/image" Target="../media/image13900.png"/><Relationship Id="rId168" Type="http://schemas.openxmlformats.org/officeDocument/2006/relationships/customXml" Target="../ink/ink2273.xml"/><Relationship Id="rId312" Type="http://schemas.openxmlformats.org/officeDocument/2006/relationships/customXml" Target="../ink/ink2345.xml"/><Relationship Id="rId333" Type="http://schemas.openxmlformats.org/officeDocument/2006/relationships/image" Target="../media/image14830.png"/><Relationship Id="rId354" Type="http://schemas.openxmlformats.org/officeDocument/2006/relationships/customXml" Target="../ink/ink2366.xml"/><Relationship Id="rId51" Type="http://schemas.openxmlformats.org/officeDocument/2006/relationships/image" Target="../media/image13420.png"/><Relationship Id="rId72" Type="http://schemas.openxmlformats.org/officeDocument/2006/relationships/customXml" Target="../ink/ink2225.xml"/><Relationship Id="rId93" Type="http://schemas.openxmlformats.org/officeDocument/2006/relationships/image" Target="../media/image13630.png"/><Relationship Id="rId189" Type="http://schemas.openxmlformats.org/officeDocument/2006/relationships/image" Target="../media/image14110.png"/><Relationship Id="rId375" Type="http://schemas.openxmlformats.org/officeDocument/2006/relationships/image" Target="../media/image15040.png"/><Relationship Id="rId3" Type="http://schemas.openxmlformats.org/officeDocument/2006/relationships/image" Target="../media/image13180.png"/><Relationship Id="rId214" Type="http://schemas.openxmlformats.org/officeDocument/2006/relationships/customXml" Target="../ink/ink2296.xml"/><Relationship Id="rId235" Type="http://schemas.openxmlformats.org/officeDocument/2006/relationships/image" Target="../media/image14340.png"/><Relationship Id="rId256" Type="http://schemas.openxmlformats.org/officeDocument/2006/relationships/customXml" Target="../ink/ink2317.xml"/><Relationship Id="rId277" Type="http://schemas.openxmlformats.org/officeDocument/2006/relationships/image" Target="../media/image14550.png"/><Relationship Id="rId298" Type="http://schemas.openxmlformats.org/officeDocument/2006/relationships/customXml" Target="../ink/ink2338.xml"/><Relationship Id="rId116" Type="http://schemas.openxmlformats.org/officeDocument/2006/relationships/customXml" Target="../ink/ink2247.xml"/><Relationship Id="rId137" Type="http://schemas.openxmlformats.org/officeDocument/2006/relationships/image" Target="../media/image13850.png"/><Relationship Id="rId158" Type="http://schemas.openxmlformats.org/officeDocument/2006/relationships/customXml" Target="../ink/ink2268.xml"/><Relationship Id="rId302" Type="http://schemas.openxmlformats.org/officeDocument/2006/relationships/customXml" Target="../ink/ink2340.xml"/><Relationship Id="rId323" Type="http://schemas.openxmlformats.org/officeDocument/2006/relationships/image" Target="../media/image14780.png"/><Relationship Id="rId344" Type="http://schemas.openxmlformats.org/officeDocument/2006/relationships/customXml" Target="../ink/ink2361.xml"/><Relationship Id="rId20" Type="http://schemas.openxmlformats.org/officeDocument/2006/relationships/customXml" Target="../ink/ink2199.xml"/><Relationship Id="rId41" Type="http://schemas.openxmlformats.org/officeDocument/2006/relationships/image" Target="../media/image13370.png"/><Relationship Id="rId62" Type="http://schemas.openxmlformats.org/officeDocument/2006/relationships/customXml" Target="../ink/ink2220.xml"/><Relationship Id="rId83" Type="http://schemas.openxmlformats.org/officeDocument/2006/relationships/image" Target="../media/image13580.png"/><Relationship Id="rId179" Type="http://schemas.openxmlformats.org/officeDocument/2006/relationships/image" Target="../media/image14060.png"/><Relationship Id="rId365" Type="http://schemas.openxmlformats.org/officeDocument/2006/relationships/image" Target="../media/image14990.png"/><Relationship Id="rId190" Type="http://schemas.openxmlformats.org/officeDocument/2006/relationships/customXml" Target="../ink/ink2284.xml"/><Relationship Id="rId204" Type="http://schemas.openxmlformats.org/officeDocument/2006/relationships/customXml" Target="../ink/ink2291.xml"/><Relationship Id="rId225" Type="http://schemas.openxmlformats.org/officeDocument/2006/relationships/image" Target="../media/image14290.png"/><Relationship Id="rId246" Type="http://schemas.openxmlformats.org/officeDocument/2006/relationships/customXml" Target="../ink/ink2312.xml"/><Relationship Id="rId267" Type="http://schemas.openxmlformats.org/officeDocument/2006/relationships/image" Target="../media/image14500.png"/><Relationship Id="rId288" Type="http://schemas.openxmlformats.org/officeDocument/2006/relationships/customXml" Target="../ink/ink2333.xml"/><Relationship Id="rId106" Type="http://schemas.openxmlformats.org/officeDocument/2006/relationships/customXml" Target="../ink/ink2242.xml"/><Relationship Id="rId127" Type="http://schemas.openxmlformats.org/officeDocument/2006/relationships/image" Target="../media/image13800.png"/><Relationship Id="rId313" Type="http://schemas.openxmlformats.org/officeDocument/2006/relationships/image" Target="../media/image14730.png"/><Relationship Id="rId10" Type="http://schemas.openxmlformats.org/officeDocument/2006/relationships/customXml" Target="../ink/ink2194.xml"/><Relationship Id="rId31" Type="http://schemas.openxmlformats.org/officeDocument/2006/relationships/image" Target="../media/image13320.png"/><Relationship Id="rId52" Type="http://schemas.openxmlformats.org/officeDocument/2006/relationships/customXml" Target="../ink/ink2215.xml"/><Relationship Id="rId73" Type="http://schemas.openxmlformats.org/officeDocument/2006/relationships/image" Target="../media/image13530.png"/><Relationship Id="rId94" Type="http://schemas.openxmlformats.org/officeDocument/2006/relationships/customXml" Target="../ink/ink2236.xml"/><Relationship Id="rId148" Type="http://schemas.openxmlformats.org/officeDocument/2006/relationships/customXml" Target="../ink/ink2263.xml"/><Relationship Id="rId169" Type="http://schemas.openxmlformats.org/officeDocument/2006/relationships/image" Target="../media/image14010.png"/><Relationship Id="rId334" Type="http://schemas.openxmlformats.org/officeDocument/2006/relationships/customXml" Target="../ink/ink2356.xml"/><Relationship Id="rId355" Type="http://schemas.openxmlformats.org/officeDocument/2006/relationships/image" Target="../media/image14940.png"/><Relationship Id="rId376" Type="http://schemas.openxmlformats.org/officeDocument/2006/relationships/customXml" Target="../ink/ink2377.xml"/><Relationship Id="rId4" Type="http://schemas.openxmlformats.org/officeDocument/2006/relationships/customXml" Target="../ink/ink2191.xml"/><Relationship Id="rId180" Type="http://schemas.openxmlformats.org/officeDocument/2006/relationships/customXml" Target="../ink/ink2279.xml"/><Relationship Id="rId215" Type="http://schemas.openxmlformats.org/officeDocument/2006/relationships/image" Target="../media/image14240.png"/><Relationship Id="rId236" Type="http://schemas.openxmlformats.org/officeDocument/2006/relationships/customXml" Target="../ink/ink2307.xml"/><Relationship Id="rId257" Type="http://schemas.openxmlformats.org/officeDocument/2006/relationships/image" Target="../media/image14450.png"/><Relationship Id="rId278" Type="http://schemas.openxmlformats.org/officeDocument/2006/relationships/customXml" Target="../ink/ink2328.xml"/><Relationship Id="rId303" Type="http://schemas.openxmlformats.org/officeDocument/2006/relationships/image" Target="../media/image14680.png"/><Relationship Id="rId42" Type="http://schemas.openxmlformats.org/officeDocument/2006/relationships/customXml" Target="../ink/ink2210.xml"/><Relationship Id="rId84" Type="http://schemas.openxmlformats.org/officeDocument/2006/relationships/customXml" Target="../ink/ink2231.xml"/><Relationship Id="rId138" Type="http://schemas.openxmlformats.org/officeDocument/2006/relationships/customXml" Target="../ink/ink2258.xml"/><Relationship Id="rId345" Type="http://schemas.openxmlformats.org/officeDocument/2006/relationships/image" Target="../media/image14890.png"/><Relationship Id="rId191" Type="http://schemas.openxmlformats.org/officeDocument/2006/relationships/image" Target="../media/image14120.png"/><Relationship Id="rId205" Type="http://schemas.openxmlformats.org/officeDocument/2006/relationships/image" Target="../media/image14190.png"/><Relationship Id="rId247" Type="http://schemas.openxmlformats.org/officeDocument/2006/relationships/image" Target="../media/image14400.png"/><Relationship Id="rId107" Type="http://schemas.openxmlformats.org/officeDocument/2006/relationships/image" Target="../media/image13700.png"/><Relationship Id="rId289" Type="http://schemas.openxmlformats.org/officeDocument/2006/relationships/image" Target="../media/image14610.png"/><Relationship Id="rId11" Type="http://schemas.openxmlformats.org/officeDocument/2006/relationships/image" Target="../media/image13220.png"/><Relationship Id="rId53" Type="http://schemas.openxmlformats.org/officeDocument/2006/relationships/image" Target="../media/image13430.png"/><Relationship Id="rId149" Type="http://schemas.openxmlformats.org/officeDocument/2006/relationships/image" Target="../media/image13910.png"/><Relationship Id="rId314" Type="http://schemas.openxmlformats.org/officeDocument/2006/relationships/customXml" Target="../ink/ink2346.xml"/><Relationship Id="rId356" Type="http://schemas.openxmlformats.org/officeDocument/2006/relationships/customXml" Target="../ink/ink2367.xml"/><Relationship Id="rId95" Type="http://schemas.openxmlformats.org/officeDocument/2006/relationships/image" Target="../media/image13640.png"/><Relationship Id="rId160" Type="http://schemas.openxmlformats.org/officeDocument/2006/relationships/customXml" Target="../ink/ink2269.xml"/><Relationship Id="rId216" Type="http://schemas.openxmlformats.org/officeDocument/2006/relationships/customXml" Target="../ink/ink2297.xml"/><Relationship Id="rId258" Type="http://schemas.openxmlformats.org/officeDocument/2006/relationships/customXml" Target="../ink/ink2318.xml"/><Relationship Id="rId22" Type="http://schemas.openxmlformats.org/officeDocument/2006/relationships/customXml" Target="../ink/ink2200.xml"/><Relationship Id="rId64" Type="http://schemas.openxmlformats.org/officeDocument/2006/relationships/customXml" Target="../ink/ink2221.xml"/><Relationship Id="rId118" Type="http://schemas.openxmlformats.org/officeDocument/2006/relationships/customXml" Target="../ink/ink2248.xml"/><Relationship Id="rId325" Type="http://schemas.openxmlformats.org/officeDocument/2006/relationships/image" Target="../media/image14790.png"/><Relationship Id="rId367" Type="http://schemas.openxmlformats.org/officeDocument/2006/relationships/image" Target="../media/image15000.png"/><Relationship Id="rId171" Type="http://schemas.openxmlformats.org/officeDocument/2006/relationships/image" Target="../media/image14020.png"/><Relationship Id="rId227" Type="http://schemas.openxmlformats.org/officeDocument/2006/relationships/image" Target="../media/image14300.png"/><Relationship Id="rId269" Type="http://schemas.openxmlformats.org/officeDocument/2006/relationships/image" Target="../media/image14510.png"/><Relationship Id="rId33" Type="http://schemas.openxmlformats.org/officeDocument/2006/relationships/image" Target="../media/image13330.png"/><Relationship Id="rId129" Type="http://schemas.openxmlformats.org/officeDocument/2006/relationships/image" Target="../media/image13810.png"/><Relationship Id="rId280" Type="http://schemas.openxmlformats.org/officeDocument/2006/relationships/customXml" Target="../ink/ink2329.xml"/><Relationship Id="rId336" Type="http://schemas.openxmlformats.org/officeDocument/2006/relationships/customXml" Target="../ink/ink2357.xml"/><Relationship Id="rId75" Type="http://schemas.openxmlformats.org/officeDocument/2006/relationships/image" Target="../media/image13540.png"/><Relationship Id="rId140" Type="http://schemas.openxmlformats.org/officeDocument/2006/relationships/customXml" Target="../ink/ink2259.xml"/><Relationship Id="rId182" Type="http://schemas.openxmlformats.org/officeDocument/2006/relationships/customXml" Target="../ink/ink2280.xml"/><Relationship Id="rId378" Type="http://schemas.openxmlformats.org/officeDocument/2006/relationships/customXml" Target="../ink/ink2378.xml"/><Relationship Id="rId6" Type="http://schemas.openxmlformats.org/officeDocument/2006/relationships/customXml" Target="../ink/ink2192.xml"/><Relationship Id="rId238" Type="http://schemas.openxmlformats.org/officeDocument/2006/relationships/customXml" Target="../ink/ink2308.xml"/><Relationship Id="rId291" Type="http://schemas.openxmlformats.org/officeDocument/2006/relationships/image" Target="../media/image14620.png"/><Relationship Id="rId305" Type="http://schemas.openxmlformats.org/officeDocument/2006/relationships/image" Target="../media/image14690.png"/><Relationship Id="rId347" Type="http://schemas.openxmlformats.org/officeDocument/2006/relationships/image" Target="../media/image14900.png"/><Relationship Id="rId44" Type="http://schemas.openxmlformats.org/officeDocument/2006/relationships/customXml" Target="../ink/ink2211.xml"/><Relationship Id="rId86" Type="http://schemas.openxmlformats.org/officeDocument/2006/relationships/customXml" Target="../ink/ink2232.xml"/><Relationship Id="rId151" Type="http://schemas.openxmlformats.org/officeDocument/2006/relationships/image" Target="../media/image13920.png"/><Relationship Id="rId193" Type="http://schemas.openxmlformats.org/officeDocument/2006/relationships/image" Target="../media/image14130.png"/><Relationship Id="rId207" Type="http://schemas.openxmlformats.org/officeDocument/2006/relationships/image" Target="../media/image14200.png"/><Relationship Id="rId249" Type="http://schemas.openxmlformats.org/officeDocument/2006/relationships/image" Target="../media/image14410.png"/><Relationship Id="rId13" Type="http://schemas.openxmlformats.org/officeDocument/2006/relationships/image" Target="../media/image13230.png"/><Relationship Id="rId109" Type="http://schemas.openxmlformats.org/officeDocument/2006/relationships/image" Target="../media/image13710.png"/><Relationship Id="rId260" Type="http://schemas.openxmlformats.org/officeDocument/2006/relationships/customXml" Target="../ink/ink2319.xml"/><Relationship Id="rId316" Type="http://schemas.openxmlformats.org/officeDocument/2006/relationships/customXml" Target="../ink/ink2347.xml"/><Relationship Id="rId55" Type="http://schemas.openxmlformats.org/officeDocument/2006/relationships/image" Target="../media/image13440.png"/><Relationship Id="rId97" Type="http://schemas.openxmlformats.org/officeDocument/2006/relationships/image" Target="../media/image13650.png"/><Relationship Id="rId120" Type="http://schemas.openxmlformats.org/officeDocument/2006/relationships/customXml" Target="../ink/ink2249.xml"/><Relationship Id="rId358" Type="http://schemas.openxmlformats.org/officeDocument/2006/relationships/customXml" Target="../ink/ink2368.xml"/><Relationship Id="rId162" Type="http://schemas.openxmlformats.org/officeDocument/2006/relationships/customXml" Target="../ink/ink2270.xml"/><Relationship Id="rId218" Type="http://schemas.openxmlformats.org/officeDocument/2006/relationships/customXml" Target="../ink/ink2298.xml"/><Relationship Id="rId271" Type="http://schemas.openxmlformats.org/officeDocument/2006/relationships/image" Target="../media/image14520.png"/><Relationship Id="rId24" Type="http://schemas.openxmlformats.org/officeDocument/2006/relationships/customXml" Target="../ink/ink2201.xml"/><Relationship Id="rId66" Type="http://schemas.openxmlformats.org/officeDocument/2006/relationships/customXml" Target="../ink/ink2222.xml"/><Relationship Id="rId131" Type="http://schemas.openxmlformats.org/officeDocument/2006/relationships/image" Target="../media/image13820.png"/><Relationship Id="rId327" Type="http://schemas.openxmlformats.org/officeDocument/2006/relationships/image" Target="../media/image14800.png"/><Relationship Id="rId369" Type="http://schemas.openxmlformats.org/officeDocument/2006/relationships/image" Target="../media/image15010.png"/><Relationship Id="rId173" Type="http://schemas.openxmlformats.org/officeDocument/2006/relationships/image" Target="../media/image14030.png"/><Relationship Id="rId229" Type="http://schemas.openxmlformats.org/officeDocument/2006/relationships/image" Target="../media/image14310.png"/><Relationship Id="rId240" Type="http://schemas.openxmlformats.org/officeDocument/2006/relationships/customXml" Target="../ink/ink2309.xml"/><Relationship Id="rId35" Type="http://schemas.openxmlformats.org/officeDocument/2006/relationships/image" Target="../media/image13340.png"/><Relationship Id="rId77" Type="http://schemas.openxmlformats.org/officeDocument/2006/relationships/image" Target="../media/image13550.png"/><Relationship Id="rId100" Type="http://schemas.openxmlformats.org/officeDocument/2006/relationships/customXml" Target="../ink/ink2239.xml"/><Relationship Id="rId282" Type="http://schemas.openxmlformats.org/officeDocument/2006/relationships/customXml" Target="../ink/ink2330.xml"/><Relationship Id="rId338" Type="http://schemas.openxmlformats.org/officeDocument/2006/relationships/customXml" Target="../ink/ink2358.xml"/><Relationship Id="rId8" Type="http://schemas.openxmlformats.org/officeDocument/2006/relationships/customXml" Target="../ink/ink2193.xml"/><Relationship Id="rId142" Type="http://schemas.openxmlformats.org/officeDocument/2006/relationships/customXml" Target="../ink/ink2260.xml"/><Relationship Id="rId184" Type="http://schemas.openxmlformats.org/officeDocument/2006/relationships/customXml" Target="../ink/ink2281.xml"/><Relationship Id="rId251" Type="http://schemas.openxmlformats.org/officeDocument/2006/relationships/image" Target="../media/image14420.png"/><Relationship Id="rId46" Type="http://schemas.openxmlformats.org/officeDocument/2006/relationships/customXml" Target="../ink/ink2212.xml"/><Relationship Id="rId293" Type="http://schemas.openxmlformats.org/officeDocument/2006/relationships/image" Target="../media/image14630.png"/><Relationship Id="rId307" Type="http://schemas.openxmlformats.org/officeDocument/2006/relationships/image" Target="../media/image14700.png"/><Relationship Id="rId349" Type="http://schemas.openxmlformats.org/officeDocument/2006/relationships/image" Target="../media/image14910.png"/><Relationship Id="rId88" Type="http://schemas.openxmlformats.org/officeDocument/2006/relationships/customXml" Target="../ink/ink2233.xml"/><Relationship Id="rId111" Type="http://schemas.openxmlformats.org/officeDocument/2006/relationships/image" Target="../media/image13720.png"/><Relationship Id="rId153" Type="http://schemas.openxmlformats.org/officeDocument/2006/relationships/image" Target="../media/image13930.png"/><Relationship Id="rId195" Type="http://schemas.openxmlformats.org/officeDocument/2006/relationships/image" Target="../media/image14140.png"/><Relationship Id="rId209" Type="http://schemas.openxmlformats.org/officeDocument/2006/relationships/image" Target="../media/image14210.png"/><Relationship Id="rId360" Type="http://schemas.openxmlformats.org/officeDocument/2006/relationships/customXml" Target="../ink/ink2369.xml"/><Relationship Id="rId220" Type="http://schemas.openxmlformats.org/officeDocument/2006/relationships/customXml" Target="../ink/ink2299.xml"/><Relationship Id="rId15" Type="http://schemas.openxmlformats.org/officeDocument/2006/relationships/image" Target="../media/image13240.png"/><Relationship Id="rId57" Type="http://schemas.openxmlformats.org/officeDocument/2006/relationships/image" Target="../media/image13450.png"/><Relationship Id="rId262" Type="http://schemas.openxmlformats.org/officeDocument/2006/relationships/customXml" Target="../ink/ink2320.xml"/><Relationship Id="rId318" Type="http://schemas.openxmlformats.org/officeDocument/2006/relationships/customXml" Target="../ink/ink2348.xml"/><Relationship Id="rId99" Type="http://schemas.openxmlformats.org/officeDocument/2006/relationships/image" Target="../media/image13660.png"/><Relationship Id="rId122" Type="http://schemas.openxmlformats.org/officeDocument/2006/relationships/customXml" Target="../ink/ink2250.xml"/><Relationship Id="rId164" Type="http://schemas.openxmlformats.org/officeDocument/2006/relationships/customXml" Target="../ink/ink2271.xml"/><Relationship Id="rId371" Type="http://schemas.openxmlformats.org/officeDocument/2006/relationships/image" Target="../media/image1502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36.xml"/><Relationship Id="rId21" Type="http://schemas.openxmlformats.org/officeDocument/2006/relationships/customXml" Target="../ink/ink2388.xml"/><Relationship Id="rId42" Type="http://schemas.openxmlformats.org/officeDocument/2006/relationships/image" Target="../media/image15270.png"/><Relationship Id="rId63" Type="http://schemas.openxmlformats.org/officeDocument/2006/relationships/customXml" Target="../ink/ink2409.xml"/><Relationship Id="rId84" Type="http://schemas.openxmlformats.org/officeDocument/2006/relationships/image" Target="../media/image15480.png"/><Relationship Id="rId138" Type="http://schemas.openxmlformats.org/officeDocument/2006/relationships/image" Target="../media/image15750.png"/><Relationship Id="rId16" Type="http://schemas.openxmlformats.org/officeDocument/2006/relationships/image" Target="../media/image15140.png"/><Relationship Id="rId107" Type="http://schemas.openxmlformats.org/officeDocument/2006/relationships/customXml" Target="../ink/ink2431.xml"/><Relationship Id="rId11" Type="http://schemas.openxmlformats.org/officeDocument/2006/relationships/customXml" Target="../ink/ink2383.xml"/><Relationship Id="rId32" Type="http://schemas.openxmlformats.org/officeDocument/2006/relationships/image" Target="../media/image15220.png"/><Relationship Id="rId37" Type="http://schemas.openxmlformats.org/officeDocument/2006/relationships/customXml" Target="../ink/ink2396.xml"/><Relationship Id="rId53" Type="http://schemas.openxmlformats.org/officeDocument/2006/relationships/customXml" Target="../ink/ink2404.xml"/><Relationship Id="rId58" Type="http://schemas.openxmlformats.org/officeDocument/2006/relationships/image" Target="../media/image15350.png"/><Relationship Id="rId74" Type="http://schemas.openxmlformats.org/officeDocument/2006/relationships/image" Target="../media/image15430.png"/><Relationship Id="rId79" Type="http://schemas.openxmlformats.org/officeDocument/2006/relationships/customXml" Target="../ink/ink2417.xml"/><Relationship Id="rId102" Type="http://schemas.openxmlformats.org/officeDocument/2006/relationships/image" Target="../media/image15570.png"/><Relationship Id="rId123" Type="http://schemas.openxmlformats.org/officeDocument/2006/relationships/customXml" Target="../ink/ink2439.xml"/><Relationship Id="rId128" Type="http://schemas.openxmlformats.org/officeDocument/2006/relationships/image" Target="../media/image15700.png"/><Relationship Id="rId5" Type="http://schemas.openxmlformats.org/officeDocument/2006/relationships/customXml" Target="../ink/ink2380.xml"/><Relationship Id="rId90" Type="http://schemas.openxmlformats.org/officeDocument/2006/relationships/image" Target="../media/image15510.png"/><Relationship Id="rId95" Type="http://schemas.openxmlformats.org/officeDocument/2006/relationships/customXml" Target="../ink/ink2425.xml"/><Relationship Id="rId22" Type="http://schemas.openxmlformats.org/officeDocument/2006/relationships/image" Target="../media/image15170.png"/><Relationship Id="rId27" Type="http://schemas.openxmlformats.org/officeDocument/2006/relationships/customXml" Target="../ink/ink2391.xml"/><Relationship Id="rId43" Type="http://schemas.openxmlformats.org/officeDocument/2006/relationships/customXml" Target="../ink/ink2399.xml"/><Relationship Id="rId48" Type="http://schemas.openxmlformats.org/officeDocument/2006/relationships/image" Target="../media/image15300.png"/><Relationship Id="rId64" Type="http://schemas.openxmlformats.org/officeDocument/2006/relationships/image" Target="../media/image15380.png"/><Relationship Id="rId69" Type="http://schemas.openxmlformats.org/officeDocument/2006/relationships/customXml" Target="../ink/ink2412.xml"/><Relationship Id="rId113" Type="http://schemas.openxmlformats.org/officeDocument/2006/relationships/customXml" Target="../ink/ink2434.xml"/><Relationship Id="rId118" Type="http://schemas.openxmlformats.org/officeDocument/2006/relationships/image" Target="../media/image15650.png"/><Relationship Id="rId134" Type="http://schemas.openxmlformats.org/officeDocument/2006/relationships/image" Target="../media/image15730.png"/><Relationship Id="rId139" Type="http://schemas.openxmlformats.org/officeDocument/2006/relationships/customXml" Target="../ink/ink2447.xml"/><Relationship Id="rId80" Type="http://schemas.openxmlformats.org/officeDocument/2006/relationships/image" Target="../media/image15460.png"/><Relationship Id="rId85" Type="http://schemas.openxmlformats.org/officeDocument/2006/relationships/customXml" Target="../ink/ink2420.xml"/><Relationship Id="rId12" Type="http://schemas.openxmlformats.org/officeDocument/2006/relationships/image" Target="../media/image15120.png"/><Relationship Id="rId17" Type="http://schemas.openxmlformats.org/officeDocument/2006/relationships/customXml" Target="../ink/ink2386.xml"/><Relationship Id="rId33" Type="http://schemas.openxmlformats.org/officeDocument/2006/relationships/customXml" Target="../ink/ink2394.xml"/><Relationship Id="rId38" Type="http://schemas.openxmlformats.org/officeDocument/2006/relationships/image" Target="../media/image15250.png"/><Relationship Id="rId59" Type="http://schemas.openxmlformats.org/officeDocument/2006/relationships/customXml" Target="../ink/ink2407.xml"/><Relationship Id="rId103" Type="http://schemas.openxmlformats.org/officeDocument/2006/relationships/customXml" Target="../ink/ink2429.xml"/><Relationship Id="rId108" Type="http://schemas.openxmlformats.org/officeDocument/2006/relationships/image" Target="../media/image15600.png"/><Relationship Id="rId124" Type="http://schemas.openxmlformats.org/officeDocument/2006/relationships/image" Target="../media/image15680.png"/><Relationship Id="rId129" Type="http://schemas.openxmlformats.org/officeDocument/2006/relationships/customXml" Target="../ink/ink2442.xml"/><Relationship Id="rId54" Type="http://schemas.openxmlformats.org/officeDocument/2006/relationships/image" Target="../media/image15330.png"/><Relationship Id="rId70" Type="http://schemas.openxmlformats.org/officeDocument/2006/relationships/image" Target="../media/image15410.png"/><Relationship Id="rId75" Type="http://schemas.openxmlformats.org/officeDocument/2006/relationships/customXml" Target="../ink/ink2415.xml"/><Relationship Id="rId91" Type="http://schemas.openxmlformats.org/officeDocument/2006/relationships/customXml" Target="../ink/ink2423.xml"/><Relationship Id="rId96" Type="http://schemas.openxmlformats.org/officeDocument/2006/relationships/image" Target="../media/image15540.png"/><Relationship Id="rId140" Type="http://schemas.openxmlformats.org/officeDocument/2006/relationships/image" Target="../media/image157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90.png"/><Relationship Id="rId23" Type="http://schemas.openxmlformats.org/officeDocument/2006/relationships/customXml" Target="../ink/ink2389.xml"/><Relationship Id="rId28" Type="http://schemas.openxmlformats.org/officeDocument/2006/relationships/image" Target="../media/image15200.png"/><Relationship Id="rId49" Type="http://schemas.openxmlformats.org/officeDocument/2006/relationships/customXml" Target="../ink/ink2402.xml"/><Relationship Id="rId114" Type="http://schemas.openxmlformats.org/officeDocument/2006/relationships/image" Target="../media/image15630.png"/><Relationship Id="rId119" Type="http://schemas.openxmlformats.org/officeDocument/2006/relationships/customXml" Target="../ink/ink2437.xml"/><Relationship Id="rId44" Type="http://schemas.openxmlformats.org/officeDocument/2006/relationships/image" Target="../media/image15280.png"/><Relationship Id="rId60" Type="http://schemas.openxmlformats.org/officeDocument/2006/relationships/image" Target="../media/image15360.png"/><Relationship Id="rId65" Type="http://schemas.openxmlformats.org/officeDocument/2006/relationships/customXml" Target="../ink/ink2410.xml"/><Relationship Id="rId81" Type="http://schemas.openxmlformats.org/officeDocument/2006/relationships/customXml" Target="../ink/ink2418.xml"/><Relationship Id="rId86" Type="http://schemas.openxmlformats.org/officeDocument/2006/relationships/image" Target="../media/image15490.png"/><Relationship Id="rId130" Type="http://schemas.openxmlformats.org/officeDocument/2006/relationships/image" Target="../media/image15710.png"/><Relationship Id="rId135" Type="http://schemas.openxmlformats.org/officeDocument/2006/relationships/customXml" Target="../ink/ink2445.xml"/><Relationship Id="rId13" Type="http://schemas.openxmlformats.org/officeDocument/2006/relationships/customXml" Target="../ink/ink2384.xml"/><Relationship Id="rId18" Type="http://schemas.openxmlformats.org/officeDocument/2006/relationships/image" Target="../media/image15150.png"/><Relationship Id="rId39" Type="http://schemas.openxmlformats.org/officeDocument/2006/relationships/customXml" Target="../ink/ink2397.xml"/><Relationship Id="rId109" Type="http://schemas.openxmlformats.org/officeDocument/2006/relationships/customXml" Target="../ink/ink2432.xml"/><Relationship Id="rId34" Type="http://schemas.openxmlformats.org/officeDocument/2006/relationships/image" Target="../media/image15230.png"/><Relationship Id="rId50" Type="http://schemas.openxmlformats.org/officeDocument/2006/relationships/image" Target="../media/image15310.png"/><Relationship Id="rId55" Type="http://schemas.openxmlformats.org/officeDocument/2006/relationships/customXml" Target="../ink/ink2405.xml"/><Relationship Id="rId76" Type="http://schemas.openxmlformats.org/officeDocument/2006/relationships/image" Target="../media/image15440.png"/><Relationship Id="rId97" Type="http://schemas.openxmlformats.org/officeDocument/2006/relationships/customXml" Target="../ink/ink2426.xml"/><Relationship Id="rId104" Type="http://schemas.openxmlformats.org/officeDocument/2006/relationships/image" Target="../media/image15580.png"/><Relationship Id="rId120" Type="http://schemas.openxmlformats.org/officeDocument/2006/relationships/image" Target="../media/image15660.png"/><Relationship Id="rId125" Type="http://schemas.openxmlformats.org/officeDocument/2006/relationships/customXml" Target="../ink/ink2440.xml"/><Relationship Id="rId7" Type="http://schemas.openxmlformats.org/officeDocument/2006/relationships/customXml" Target="../ink/ink2381.xml"/><Relationship Id="rId71" Type="http://schemas.openxmlformats.org/officeDocument/2006/relationships/customXml" Target="../ink/ink2413.xml"/><Relationship Id="rId92" Type="http://schemas.openxmlformats.org/officeDocument/2006/relationships/image" Target="../media/image15520.png"/><Relationship Id="rId2" Type="http://schemas.openxmlformats.org/officeDocument/2006/relationships/image" Target="../media/image1858.png"/><Relationship Id="rId29" Type="http://schemas.openxmlformats.org/officeDocument/2006/relationships/customXml" Target="../ink/ink2392.xml"/><Relationship Id="rId24" Type="http://schemas.openxmlformats.org/officeDocument/2006/relationships/image" Target="../media/image15180.png"/><Relationship Id="rId40" Type="http://schemas.openxmlformats.org/officeDocument/2006/relationships/image" Target="../media/image15260.png"/><Relationship Id="rId45" Type="http://schemas.openxmlformats.org/officeDocument/2006/relationships/customXml" Target="../ink/ink2400.xml"/><Relationship Id="rId66" Type="http://schemas.openxmlformats.org/officeDocument/2006/relationships/image" Target="../media/image15390.png"/><Relationship Id="rId87" Type="http://schemas.openxmlformats.org/officeDocument/2006/relationships/customXml" Target="../ink/ink2421.xml"/><Relationship Id="rId110" Type="http://schemas.openxmlformats.org/officeDocument/2006/relationships/image" Target="../media/image15610.png"/><Relationship Id="rId115" Type="http://schemas.openxmlformats.org/officeDocument/2006/relationships/customXml" Target="../ink/ink2435.xml"/><Relationship Id="rId131" Type="http://schemas.openxmlformats.org/officeDocument/2006/relationships/customXml" Target="../ink/ink2443.xml"/><Relationship Id="rId136" Type="http://schemas.openxmlformats.org/officeDocument/2006/relationships/image" Target="../media/image15740.png"/><Relationship Id="rId61" Type="http://schemas.openxmlformats.org/officeDocument/2006/relationships/customXml" Target="../ink/ink2408.xml"/><Relationship Id="rId82" Type="http://schemas.openxmlformats.org/officeDocument/2006/relationships/image" Target="../media/image15470.png"/><Relationship Id="rId19" Type="http://schemas.openxmlformats.org/officeDocument/2006/relationships/customXml" Target="../ink/ink2387.xml"/><Relationship Id="rId14" Type="http://schemas.openxmlformats.org/officeDocument/2006/relationships/image" Target="../media/image15130.png"/><Relationship Id="rId30" Type="http://schemas.openxmlformats.org/officeDocument/2006/relationships/image" Target="../media/image15210.png"/><Relationship Id="rId35" Type="http://schemas.openxmlformats.org/officeDocument/2006/relationships/customXml" Target="../ink/ink2395.xml"/><Relationship Id="rId56" Type="http://schemas.openxmlformats.org/officeDocument/2006/relationships/image" Target="../media/image15340.png"/><Relationship Id="rId77" Type="http://schemas.openxmlformats.org/officeDocument/2006/relationships/customXml" Target="../ink/ink2416.xml"/><Relationship Id="rId100" Type="http://schemas.openxmlformats.org/officeDocument/2006/relationships/image" Target="../media/image15560.png"/><Relationship Id="rId105" Type="http://schemas.openxmlformats.org/officeDocument/2006/relationships/customXml" Target="../ink/ink2430.xml"/><Relationship Id="rId126" Type="http://schemas.openxmlformats.org/officeDocument/2006/relationships/image" Target="../media/image15690.png"/><Relationship Id="rId8" Type="http://schemas.openxmlformats.org/officeDocument/2006/relationships/image" Target="../media/image15100.png"/><Relationship Id="rId51" Type="http://schemas.openxmlformats.org/officeDocument/2006/relationships/customXml" Target="../ink/ink2403.xml"/><Relationship Id="rId72" Type="http://schemas.openxmlformats.org/officeDocument/2006/relationships/image" Target="../media/image15420.png"/><Relationship Id="rId93" Type="http://schemas.openxmlformats.org/officeDocument/2006/relationships/customXml" Target="../ink/ink2424.xml"/><Relationship Id="rId98" Type="http://schemas.openxmlformats.org/officeDocument/2006/relationships/image" Target="../media/image15550.png"/><Relationship Id="rId121" Type="http://schemas.openxmlformats.org/officeDocument/2006/relationships/customXml" Target="../ink/ink2438.xml"/><Relationship Id="rId3" Type="http://schemas.openxmlformats.org/officeDocument/2006/relationships/customXml" Target="../ink/ink2379.xml"/><Relationship Id="rId25" Type="http://schemas.openxmlformats.org/officeDocument/2006/relationships/customXml" Target="../ink/ink2390.xml"/><Relationship Id="rId46" Type="http://schemas.openxmlformats.org/officeDocument/2006/relationships/image" Target="../media/image15290.png"/><Relationship Id="rId67" Type="http://schemas.openxmlformats.org/officeDocument/2006/relationships/customXml" Target="../ink/ink2411.xml"/><Relationship Id="rId116" Type="http://schemas.openxmlformats.org/officeDocument/2006/relationships/image" Target="../media/image15640.png"/><Relationship Id="rId137" Type="http://schemas.openxmlformats.org/officeDocument/2006/relationships/customXml" Target="../ink/ink2446.xml"/><Relationship Id="rId20" Type="http://schemas.openxmlformats.org/officeDocument/2006/relationships/image" Target="../media/image15160.png"/><Relationship Id="rId41" Type="http://schemas.openxmlformats.org/officeDocument/2006/relationships/customXml" Target="../ink/ink2398.xml"/><Relationship Id="rId62" Type="http://schemas.openxmlformats.org/officeDocument/2006/relationships/image" Target="../media/image15370.png"/><Relationship Id="rId83" Type="http://schemas.openxmlformats.org/officeDocument/2006/relationships/customXml" Target="../ink/ink2419.xml"/><Relationship Id="rId88" Type="http://schemas.openxmlformats.org/officeDocument/2006/relationships/image" Target="../media/image15500.png"/><Relationship Id="rId111" Type="http://schemas.openxmlformats.org/officeDocument/2006/relationships/customXml" Target="../ink/ink2433.xml"/><Relationship Id="rId132" Type="http://schemas.openxmlformats.org/officeDocument/2006/relationships/image" Target="../media/image15720.png"/><Relationship Id="rId15" Type="http://schemas.openxmlformats.org/officeDocument/2006/relationships/customXml" Target="../ink/ink2385.xml"/><Relationship Id="rId36" Type="http://schemas.openxmlformats.org/officeDocument/2006/relationships/image" Target="../media/image15240.png"/><Relationship Id="rId57" Type="http://schemas.openxmlformats.org/officeDocument/2006/relationships/customXml" Target="../ink/ink2406.xml"/><Relationship Id="rId106" Type="http://schemas.openxmlformats.org/officeDocument/2006/relationships/image" Target="../media/image15590.png"/><Relationship Id="rId127" Type="http://schemas.openxmlformats.org/officeDocument/2006/relationships/customXml" Target="../ink/ink2441.xml"/><Relationship Id="rId10" Type="http://schemas.openxmlformats.org/officeDocument/2006/relationships/image" Target="../media/image15110.png"/><Relationship Id="rId31" Type="http://schemas.openxmlformats.org/officeDocument/2006/relationships/customXml" Target="../ink/ink2393.xml"/><Relationship Id="rId52" Type="http://schemas.openxmlformats.org/officeDocument/2006/relationships/image" Target="../media/image15320.png"/><Relationship Id="rId73" Type="http://schemas.openxmlformats.org/officeDocument/2006/relationships/customXml" Target="../ink/ink2414.xml"/><Relationship Id="rId78" Type="http://schemas.openxmlformats.org/officeDocument/2006/relationships/image" Target="../media/image15450.png"/><Relationship Id="rId94" Type="http://schemas.openxmlformats.org/officeDocument/2006/relationships/image" Target="../media/image15530.png"/><Relationship Id="rId99" Type="http://schemas.openxmlformats.org/officeDocument/2006/relationships/customXml" Target="../ink/ink2427.xml"/><Relationship Id="rId101" Type="http://schemas.openxmlformats.org/officeDocument/2006/relationships/customXml" Target="../ink/ink2428.xml"/><Relationship Id="rId122" Type="http://schemas.openxmlformats.org/officeDocument/2006/relationships/image" Target="../media/image15670.png"/><Relationship Id="rId4" Type="http://schemas.openxmlformats.org/officeDocument/2006/relationships/image" Target="../media/image15080.png"/><Relationship Id="rId9" Type="http://schemas.openxmlformats.org/officeDocument/2006/relationships/customXml" Target="../ink/ink2382.xml"/><Relationship Id="rId26" Type="http://schemas.openxmlformats.org/officeDocument/2006/relationships/image" Target="../media/image15190.png"/><Relationship Id="rId47" Type="http://schemas.openxmlformats.org/officeDocument/2006/relationships/customXml" Target="../ink/ink2401.xml"/><Relationship Id="rId68" Type="http://schemas.openxmlformats.org/officeDocument/2006/relationships/image" Target="../media/image15400.png"/><Relationship Id="rId89" Type="http://schemas.openxmlformats.org/officeDocument/2006/relationships/customXml" Target="../ink/ink2422.xml"/><Relationship Id="rId112" Type="http://schemas.openxmlformats.org/officeDocument/2006/relationships/image" Target="../media/image15620.png"/><Relationship Id="rId133" Type="http://schemas.openxmlformats.org/officeDocument/2006/relationships/customXml" Target="../ink/ink2444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40.png"/><Relationship Id="rId21" Type="http://schemas.openxmlformats.org/officeDocument/2006/relationships/image" Target="../media/image15860.png"/><Relationship Id="rId42" Type="http://schemas.openxmlformats.org/officeDocument/2006/relationships/customXml" Target="../ink/ink2468.xml"/><Relationship Id="rId63" Type="http://schemas.openxmlformats.org/officeDocument/2006/relationships/image" Target="../media/image16070.png"/><Relationship Id="rId84" Type="http://schemas.openxmlformats.org/officeDocument/2006/relationships/customXml" Target="../ink/ink2489.xml"/><Relationship Id="rId138" Type="http://schemas.openxmlformats.org/officeDocument/2006/relationships/customXml" Target="../ink/ink2516.xml"/><Relationship Id="rId16" Type="http://schemas.openxmlformats.org/officeDocument/2006/relationships/customXml" Target="../ink/ink2455.xml"/><Relationship Id="rId107" Type="http://schemas.openxmlformats.org/officeDocument/2006/relationships/image" Target="../media/image16290.png"/><Relationship Id="rId11" Type="http://schemas.openxmlformats.org/officeDocument/2006/relationships/image" Target="../media/image15810.png"/><Relationship Id="rId32" Type="http://schemas.openxmlformats.org/officeDocument/2006/relationships/customXml" Target="../ink/ink2463.xml"/><Relationship Id="rId37" Type="http://schemas.openxmlformats.org/officeDocument/2006/relationships/image" Target="../media/image15940.png"/><Relationship Id="rId53" Type="http://schemas.openxmlformats.org/officeDocument/2006/relationships/image" Target="../media/image16020.png"/><Relationship Id="rId58" Type="http://schemas.openxmlformats.org/officeDocument/2006/relationships/customXml" Target="../ink/ink2476.xml"/><Relationship Id="rId74" Type="http://schemas.openxmlformats.org/officeDocument/2006/relationships/customXml" Target="../ink/ink2484.xml"/><Relationship Id="rId79" Type="http://schemas.openxmlformats.org/officeDocument/2006/relationships/image" Target="../media/image16150.png"/><Relationship Id="rId102" Type="http://schemas.openxmlformats.org/officeDocument/2006/relationships/customXml" Target="../ink/ink2498.xml"/><Relationship Id="rId123" Type="http://schemas.openxmlformats.org/officeDocument/2006/relationships/image" Target="../media/image16370.png"/><Relationship Id="rId128" Type="http://schemas.openxmlformats.org/officeDocument/2006/relationships/customXml" Target="../ink/ink2511.xml"/><Relationship Id="rId5" Type="http://schemas.openxmlformats.org/officeDocument/2006/relationships/image" Target="../media/image15780.png"/><Relationship Id="rId90" Type="http://schemas.openxmlformats.org/officeDocument/2006/relationships/customXml" Target="../ink/ink2492.xml"/><Relationship Id="rId95" Type="http://schemas.openxmlformats.org/officeDocument/2006/relationships/image" Target="../media/image16230.png"/><Relationship Id="rId22" Type="http://schemas.openxmlformats.org/officeDocument/2006/relationships/customXml" Target="../ink/ink2458.xml"/><Relationship Id="rId27" Type="http://schemas.openxmlformats.org/officeDocument/2006/relationships/image" Target="../media/image15890.png"/><Relationship Id="rId43" Type="http://schemas.openxmlformats.org/officeDocument/2006/relationships/image" Target="../media/image15970.png"/><Relationship Id="rId48" Type="http://schemas.openxmlformats.org/officeDocument/2006/relationships/customXml" Target="../ink/ink2471.xml"/><Relationship Id="rId64" Type="http://schemas.openxmlformats.org/officeDocument/2006/relationships/customXml" Target="../ink/ink2479.xml"/><Relationship Id="rId69" Type="http://schemas.openxmlformats.org/officeDocument/2006/relationships/image" Target="../media/image16100.png"/><Relationship Id="rId113" Type="http://schemas.openxmlformats.org/officeDocument/2006/relationships/image" Target="../media/image16320.png"/><Relationship Id="rId118" Type="http://schemas.openxmlformats.org/officeDocument/2006/relationships/customXml" Target="../ink/ink2506.xml"/><Relationship Id="rId134" Type="http://schemas.openxmlformats.org/officeDocument/2006/relationships/customXml" Target="../ink/ink2514.xml"/><Relationship Id="rId139" Type="http://schemas.openxmlformats.org/officeDocument/2006/relationships/image" Target="../media/image16450.png"/><Relationship Id="rId80" Type="http://schemas.openxmlformats.org/officeDocument/2006/relationships/customXml" Target="../ink/ink2487.xml"/><Relationship Id="rId85" Type="http://schemas.openxmlformats.org/officeDocument/2006/relationships/image" Target="../media/image16180.png"/><Relationship Id="rId12" Type="http://schemas.openxmlformats.org/officeDocument/2006/relationships/customXml" Target="../ink/ink2453.xml"/><Relationship Id="rId17" Type="http://schemas.openxmlformats.org/officeDocument/2006/relationships/image" Target="../media/image15840.png"/><Relationship Id="rId33" Type="http://schemas.openxmlformats.org/officeDocument/2006/relationships/image" Target="../media/image15920.png"/><Relationship Id="rId38" Type="http://schemas.openxmlformats.org/officeDocument/2006/relationships/customXml" Target="../ink/ink2466.xml"/><Relationship Id="rId59" Type="http://schemas.openxmlformats.org/officeDocument/2006/relationships/image" Target="../media/image16050.png"/><Relationship Id="rId103" Type="http://schemas.openxmlformats.org/officeDocument/2006/relationships/image" Target="../media/image16270.png"/><Relationship Id="rId108" Type="http://schemas.openxmlformats.org/officeDocument/2006/relationships/customXml" Target="../ink/ink2501.xml"/><Relationship Id="rId124" Type="http://schemas.openxmlformats.org/officeDocument/2006/relationships/customXml" Target="../ink/ink2509.xml"/><Relationship Id="rId129" Type="http://schemas.openxmlformats.org/officeDocument/2006/relationships/image" Target="../media/image16400.png"/><Relationship Id="rId54" Type="http://schemas.openxmlformats.org/officeDocument/2006/relationships/customXml" Target="../ink/ink2474.xml"/><Relationship Id="rId70" Type="http://schemas.openxmlformats.org/officeDocument/2006/relationships/customXml" Target="../ink/ink2482.xml"/><Relationship Id="rId75" Type="http://schemas.openxmlformats.org/officeDocument/2006/relationships/image" Target="../media/image16130.png"/><Relationship Id="rId91" Type="http://schemas.openxmlformats.org/officeDocument/2006/relationships/image" Target="../media/image16210.png"/><Relationship Id="rId96" Type="http://schemas.openxmlformats.org/officeDocument/2006/relationships/customXml" Target="../ink/ink24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50.xml"/><Relationship Id="rId23" Type="http://schemas.openxmlformats.org/officeDocument/2006/relationships/image" Target="../media/image15870.png"/><Relationship Id="rId28" Type="http://schemas.openxmlformats.org/officeDocument/2006/relationships/customXml" Target="../ink/ink2461.xml"/><Relationship Id="rId49" Type="http://schemas.openxmlformats.org/officeDocument/2006/relationships/image" Target="../media/image16000.png"/><Relationship Id="rId114" Type="http://schemas.openxmlformats.org/officeDocument/2006/relationships/customXml" Target="../ink/ink2504.xml"/><Relationship Id="rId119" Type="http://schemas.openxmlformats.org/officeDocument/2006/relationships/image" Target="../media/image16350.png"/><Relationship Id="rId44" Type="http://schemas.openxmlformats.org/officeDocument/2006/relationships/customXml" Target="../ink/ink2469.xml"/><Relationship Id="rId60" Type="http://schemas.openxmlformats.org/officeDocument/2006/relationships/customXml" Target="../ink/ink2477.xml"/><Relationship Id="rId65" Type="http://schemas.openxmlformats.org/officeDocument/2006/relationships/image" Target="../media/image16080.png"/><Relationship Id="rId81" Type="http://schemas.openxmlformats.org/officeDocument/2006/relationships/image" Target="../media/image16160.png"/><Relationship Id="rId86" Type="http://schemas.openxmlformats.org/officeDocument/2006/relationships/customXml" Target="../ink/ink2490.xml"/><Relationship Id="rId130" Type="http://schemas.openxmlformats.org/officeDocument/2006/relationships/customXml" Target="../ink/ink2512.xml"/><Relationship Id="rId135" Type="http://schemas.openxmlformats.org/officeDocument/2006/relationships/image" Target="../media/image16430.png"/><Relationship Id="rId13" Type="http://schemas.openxmlformats.org/officeDocument/2006/relationships/image" Target="../media/image15820.png"/><Relationship Id="rId18" Type="http://schemas.openxmlformats.org/officeDocument/2006/relationships/customXml" Target="../ink/ink2456.xml"/><Relationship Id="rId39" Type="http://schemas.openxmlformats.org/officeDocument/2006/relationships/image" Target="../media/image15950.png"/><Relationship Id="rId109" Type="http://schemas.openxmlformats.org/officeDocument/2006/relationships/image" Target="../media/image16300.png"/><Relationship Id="rId34" Type="http://schemas.openxmlformats.org/officeDocument/2006/relationships/customXml" Target="../ink/ink2464.xml"/><Relationship Id="rId50" Type="http://schemas.openxmlformats.org/officeDocument/2006/relationships/customXml" Target="../ink/ink2472.xml"/><Relationship Id="rId55" Type="http://schemas.openxmlformats.org/officeDocument/2006/relationships/image" Target="../media/image16030.png"/><Relationship Id="rId76" Type="http://schemas.openxmlformats.org/officeDocument/2006/relationships/customXml" Target="../ink/ink2485.xml"/><Relationship Id="rId97" Type="http://schemas.openxmlformats.org/officeDocument/2006/relationships/image" Target="../media/image16240.png"/><Relationship Id="rId104" Type="http://schemas.openxmlformats.org/officeDocument/2006/relationships/customXml" Target="../ink/ink2499.xml"/><Relationship Id="rId120" Type="http://schemas.openxmlformats.org/officeDocument/2006/relationships/customXml" Target="../ink/ink2507.xml"/><Relationship Id="rId125" Type="http://schemas.openxmlformats.org/officeDocument/2006/relationships/image" Target="../media/image16380.png"/><Relationship Id="rId7" Type="http://schemas.openxmlformats.org/officeDocument/2006/relationships/image" Target="../media/image15790.png"/><Relationship Id="rId71" Type="http://schemas.openxmlformats.org/officeDocument/2006/relationships/image" Target="../media/image16110.png"/><Relationship Id="rId92" Type="http://schemas.openxmlformats.org/officeDocument/2006/relationships/customXml" Target="../ink/ink2493.xml"/><Relationship Id="rId2" Type="http://schemas.openxmlformats.org/officeDocument/2006/relationships/customXml" Target="../ink/ink2448.xml"/><Relationship Id="rId29" Type="http://schemas.openxmlformats.org/officeDocument/2006/relationships/image" Target="../media/image15900.png"/><Relationship Id="rId24" Type="http://schemas.openxmlformats.org/officeDocument/2006/relationships/customXml" Target="../ink/ink2459.xml"/><Relationship Id="rId40" Type="http://schemas.openxmlformats.org/officeDocument/2006/relationships/customXml" Target="../ink/ink2467.xml"/><Relationship Id="rId45" Type="http://schemas.openxmlformats.org/officeDocument/2006/relationships/image" Target="../media/image15980.png"/><Relationship Id="rId66" Type="http://schemas.openxmlformats.org/officeDocument/2006/relationships/customXml" Target="../ink/ink2480.xml"/><Relationship Id="rId87" Type="http://schemas.openxmlformats.org/officeDocument/2006/relationships/image" Target="../media/image16190.png"/><Relationship Id="rId110" Type="http://schemas.openxmlformats.org/officeDocument/2006/relationships/customXml" Target="../ink/ink2502.xml"/><Relationship Id="rId115" Type="http://schemas.openxmlformats.org/officeDocument/2006/relationships/image" Target="../media/image16330.png"/><Relationship Id="rId131" Type="http://schemas.openxmlformats.org/officeDocument/2006/relationships/image" Target="../media/image16410.png"/><Relationship Id="rId136" Type="http://schemas.openxmlformats.org/officeDocument/2006/relationships/customXml" Target="../ink/ink2515.xml"/><Relationship Id="rId61" Type="http://schemas.openxmlformats.org/officeDocument/2006/relationships/image" Target="../media/image16060.png"/><Relationship Id="rId82" Type="http://schemas.openxmlformats.org/officeDocument/2006/relationships/customXml" Target="../ink/ink2488.xml"/><Relationship Id="rId19" Type="http://schemas.openxmlformats.org/officeDocument/2006/relationships/image" Target="../media/image15850.png"/><Relationship Id="rId14" Type="http://schemas.openxmlformats.org/officeDocument/2006/relationships/customXml" Target="../ink/ink2454.xml"/><Relationship Id="rId30" Type="http://schemas.openxmlformats.org/officeDocument/2006/relationships/customXml" Target="../ink/ink2462.xml"/><Relationship Id="rId35" Type="http://schemas.openxmlformats.org/officeDocument/2006/relationships/image" Target="../media/image15930.png"/><Relationship Id="rId56" Type="http://schemas.openxmlformats.org/officeDocument/2006/relationships/customXml" Target="../ink/ink2475.xml"/><Relationship Id="rId77" Type="http://schemas.openxmlformats.org/officeDocument/2006/relationships/image" Target="../media/image16140.png"/><Relationship Id="rId100" Type="http://schemas.openxmlformats.org/officeDocument/2006/relationships/customXml" Target="../ink/ink2497.xml"/><Relationship Id="rId105" Type="http://schemas.openxmlformats.org/officeDocument/2006/relationships/image" Target="../media/image16280.png"/><Relationship Id="rId126" Type="http://schemas.openxmlformats.org/officeDocument/2006/relationships/customXml" Target="../ink/ink2510.xml"/><Relationship Id="rId8" Type="http://schemas.openxmlformats.org/officeDocument/2006/relationships/customXml" Target="../ink/ink2451.xml"/><Relationship Id="rId51" Type="http://schemas.openxmlformats.org/officeDocument/2006/relationships/image" Target="../media/image16010.png"/><Relationship Id="rId72" Type="http://schemas.openxmlformats.org/officeDocument/2006/relationships/customXml" Target="../ink/ink2483.xml"/><Relationship Id="rId93" Type="http://schemas.openxmlformats.org/officeDocument/2006/relationships/image" Target="../media/image16220.png"/><Relationship Id="rId98" Type="http://schemas.openxmlformats.org/officeDocument/2006/relationships/customXml" Target="../ink/ink2496.xml"/><Relationship Id="rId121" Type="http://schemas.openxmlformats.org/officeDocument/2006/relationships/image" Target="../media/image16360.png"/><Relationship Id="rId3" Type="http://schemas.openxmlformats.org/officeDocument/2006/relationships/image" Target="../media/image15770.png"/><Relationship Id="rId25" Type="http://schemas.openxmlformats.org/officeDocument/2006/relationships/image" Target="../media/image15880.png"/><Relationship Id="rId46" Type="http://schemas.openxmlformats.org/officeDocument/2006/relationships/customXml" Target="../ink/ink2470.xml"/><Relationship Id="rId67" Type="http://schemas.openxmlformats.org/officeDocument/2006/relationships/image" Target="../media/image16090.png"/><Relationship Id="rId116" Type="http://schemas.openxmlformats.org/officeDocument/2006/relationships/customXml" Target="../ink/ink2505.xml"/><Relationship Id="rId137" Type="http://schemas.openxmlformats.org/officeDocument/2006/relationships/image" Target="../media/image16440.png"/><Relationship Id="rId20" Type="http://schemas.openxmlformats.org/officeDocument/2006/relationships/customXml" Target="../ink/ink2457.xml"/><Relationship Id="rId41" Type="http://schemas.openxmlformats.org/officeDocument/2006/relationships/image" Target="../media/image15960.png"/><Relationship Id="rId62" Type="http://schemas.openxmlformats.org/officeDocument/2006/relationships/customXml" Target="../ink/ink2478.xml"/><Relationship Id="rId83" Type="http://schemas.openxmlformats.org/officeDocument/2006/relationships/image" Target="../media/image16170.png"/><Relationship Id="rId88" Type="http://schemas.openxmlformats.org/officeDocument/2006/relationships/customXml" Target="../ink/ink2491.xml"/><Relationship Id="rId111" Type="http://schemas.openxmlformats.org/officeDocument/2006/relationships/image" Target="../media/image16310.png"/><Relationship Id="rId132" Type="http://schemas.openxmlformats.org/officeDocument/2006/relationships/customXml" Target="../ink/ink2513.xml"/><Relationship Id="rId15" Type="http://schemas.openxmlformats.org/officeDocument/2006/relationships/image" Target="../media/image15830.png"/><Relationship Id="rId36" Type="http://schemas.openxmlformats.org/officeDocument/2006/relationships/customXml" Target="../ink/ink2465.xml"/><Relationship Id="rId57" Type="http://schemas.openxmlformats.org/officeDocument/2006/relationships/image" Target="../media/image16040.png"/><Relationship Id="rId106" Type="http://schemas.openxmlformats.org/officeDocument/2006/relationships/customXml" Target="../ink/ink2500.xml"/><Relationship Id="rId127" Type="http://schemas.openxmlformats.org/officeDocument/2006/relationships/image" Target="../media/image16390.png"/><Relationship Id="rId10" Type="http://schemas.openxmlformats.org/officeDocument/2006/relationships/customXml" Target="../ink/ink2452.xml"/><Relationship Id="rId31" Type="http://schemas.openxmlformats.org/officeDocument/2006/relationships/image" Target="../media/image15910.png"/><Relationship Id="rId52" Type="http://schemas.openxmlformats.org/officeDocument/2006/relationships/customXml" Target="../ink/ink2473.xml"/><Relationship Id="rId73" Type="http://schemas.openxmlformats.org/officeDocument/2006/relationships/image" Target="../media/image16120.png"/><Relationship Id="rId78" Type="http://schemas.openxmlformats.org/officeDocument/2006/relationships/customXml" Target="../ink/ink2486.xml"/><Relationship Id="rId94" Type="http://schemas.openxmlformats.org/officeDocument/2006/relationships/customXml" Target="../ink/ink2494.xml"/><Relationship Id="rId99" Type="http://schemas.openxmlformats.org/officeDocument/2006/relationships/image" Target="../media/image16250.png"/><Relationship Id="rId101" Type="http://schemas.openxmlformats.org/officeDocument/2006/relationships/image" Target="../media/image16260.png"/><Relationship Id="rId122" Type="http://schemas.openxmlformats.org/officeDocument/2006/relationships/customXml" Target="../ink/ink2508.xml"/><Relationship Id="rId4" Type="http://schemas.openxmlformats.org/officeDocument/2006/relationships/customXml" Target="../ink/ink2449.xml"/><Relationship Id="rId9" Type="http://schemas.openxmlformats.org/officeDocument/2006/relationships/image" Target="../media/image15800.png"/><Relationship Id="rId26" Type="http://schemas.openxmlformats.org/officeDocument/2006/relationships/customXml" Target="../ink/ink2460.xml"/><Relationship Id="rId47" Type="http://schemas.openxmlformats.org/officeDocument/2006/relationships/image" Target="../media/image15990.png"/><Relationship Id="rId68" Type="http://schemas.openxmlformats.org/officeDocument/2006/relationships/customXml" Target="../ink/ink2481.xml"/><Relationship Id="rId89" Type="http://schemas.openxmlformats.org/officeDocument/2006/relationships/image" Target="../media/image16200.png"/><Relationship Id="rId112" Type="http://schemas.openxmlformats.org/officeDocument/2006/relationships/customXml" Target="../ink/ink2503.xml"/><Relationship Id="rId133" Type="http://schemas.openxmlformats.org/officeDocument/2006/relationships/image" Target="../media/image1642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29.xml"/><Relationship Id="rId21" Type="http://schemas.openxmlformats.org/officeDocument/2006/relationships/image" Target="../media/image16550.png"/><Relationship Id="rId42" Type="http://schemas.openxmlformats.org/officeDocument/2006/relationships/customXml" Target="../ink/ink2537.xml"/><Relationship Id="rId47" Type="http://schemas.openxmlformats.org/officeDocument/2006/relationships/image" Target="../media/image16680.png"/><Relationship Id="rId63" Type="http://schemas.openxmlformats.org/officeDocument/2006/relationships/image" Target="../media/image16760.png"/><Relationship Id="rId68" Type="http://schemas.openxmlformats.org/officeDocument/2006/relationships/customXml" Target="../ink/ink2550.xml"/><Relationship Id="rId16" Type="http://schemas.openxmlformats.org/officeDocument/2006/relationships/customXml" Target="../ink/ink2524.xml"/><Relationship Id="rId11" Type="http://schemas.openxmlformats.org/officeDocument/2006/relationships/image" Target="../media/image16500.png"/><Relationship Id="rId32" Type="http://schemas.openxmlformats.org/officeDocument/2006/relationships/customXml" Target="../ink/ink2532.xml"/><Relationship Id="rId37" Type="http://schemas.openxmlformats.org/officeDocument/2006/relationships/image" Target="../media/image16630.png"/><Relationship Id="rId53" Type="http://schemas.openxmlformats.org/officeDocument/2006/relationships/image" Target="../media/image16710.png"/><Relationship Id="rId58" Type="http://schemas.openxmlformats.org/officeDocument/2006/relationships/customXml" Target="../ink/ink2545.xml"/><Relationship Id="rId74" Type="http://schemas.openxmlformats.org/officeDocument/2006/relationships/customXml" Target="../ink/ink2553.xml"/><Relationship Id="rId79" Type="http://schemas.openxmlformats.org/officeDocument/2006/relationships/image" Target="../media/image16840.png"/><Relationship Id="rId5" Type="http://schemas.openxmlformats.org/officeDocument/2006/relationships/image" Target="../media/image16470.png"/><Relationship Id="rId61" Type="http://schemas.openxmlformats.org/officeDocument/2006/relationships/image" Target="../media/image16750.png"/><Relationship Id="rId82" Type="http://schemas.openxmlformats.org/officeDocument/2006/relationships/customXml" Target="../ink/ink2557.xml"/><Relationship Id="rId19" Type="http://schemas.openxmlformats.org/officeDocument/2006/relationships/image" Target="../media/image16540.png"/><Relationship Id="rId14" Type="http://schemas.openxmlformats.org/officeDocument/2006/relationships/customXml" Target="../ink/ink2523.xml"/><Relationship Id="rId22" Type="http://schemas.openxmlformats.org/officeDocument/2006/relationships/customXml" Target="../ink/ink2527.xml"/><Relationship Id="rId27" Type="http://schemas.openxmlformats.org/officeDocument/2006/relationships/image" Target="../media/image16580.png"/><Relationship Id="rId30" Type="http://schemas.openxmlformats.org/officeDocument/2006/relationships/customXml" Target="../ink/ink2531.xml"/><Relationship Id="rId35" Type="http://schemas.openxmlformats.org/officeDocument/2006/relationships/image" Target="../media/image16620.png"/><Relationship Id="rId43" Type="http://schemas.openxmlformats.org/officeDocument/2006/relationships/image" Target="../media/image16660.png"/><Relationship Id="rId48" Type="http://schemas.openxmlformats.org/officeDocument/2006/relationships/customXml" Target="../ink/ink2540.xml"/><Relationship Id="rId56" Type="http://schemas.openxmlformats.org/officeDocument/2006/relationships/customXml" Target="../ink/ink2544.xml"/><Relationship Id="rId64" Type="http://schemas.openxmlformats.org/officeDocument/2006/relationships/customXml" Target="../ink/ink2548.xml"/><Relationship Id="rId69" Type="http://schemas.openxmlformats.org/officeDocument/2006/relationships/image" Target="../media/image16790.png"/><Relationship Id="rId77" Type="http://schemas.openxmlformats.org/officeDocument/2006/relationships/image" Target="../media/image16830.png"/><Relationship Id="rId8" Type="http://schemas.openxmlformats.org/officeDocument/2006/relationships/customXml" Target="../ink/ink2520.xml"/><Relationship Id="rId51" Type="http://schemas.openxmlformats.org/officeDocument/2006/relationships/image" Target="../media/image16700.png"/><Relationship Id="rId72" Type="http://schemas.openxmlformats.org/officeDocument/2006/relationships/customXml" Target="../ink/ink2552.xml"/><Relationship Id="rId80" Type="http://schemas.openxmlformats.org/officeDocument/2006/relationships/customXml" Target="../ink/ink2556.xml"/><Relationship Id="rId3" Type="http://schemas.openxmlformats.org/officeDocument/2006/relationships/image" Target="../media/image16460.png"/><Relationship Id="rId12" Type="http://schemas.openxmlformats.org/officeDocument/2006/relationships/customXml" Target="../ink/ink2522.xml"/><Relationship Id="rId17" Type="http://schemas.openxmlformats.org/officeDocument/2006/relationships/image" Target="../media/image16530.png"/><Relationship Id="rId25" Type="http://schemas.openxmlformats.org/officeDocument/2006/relationships/image" Target="../media/image16570.png"/><Relationship Id="rId33" Type="http://schemas.openxmlformats.org/officeDocument/2006/relationships/image" Target="../media/image16610.png"/><Relationship Id="rId38" Type="http://schemas.openxmlformats.org/officeDocument/2006/relationships/customXml" Target="../ink/ink2535.xml"/><Relationship Id="rId46" Type="http://schemas.openxmlformats.org/officeDocument/2006/relationships/customXml" Target="../ink/ink2539.xml"/><Relationship Id="rId59" Type="http://schemas.openxmlformats.org/officeDocument/2006/relationships/image" Target="../media/image16740.png"/><Relationship Id="rId67" Type="http://schemas.openxmlformats.org/officeDocument/2006/relationships/image" Target="../media/image16780.png"/><Relationship Id="rId20" Type="http://schemas.openxmlformats.org/officeDocument/2006/relationships/customXml" Target="../ink/ink2526.xml"/><Relationship Id="rId41" Type="http://schemas.openxmlformats.org/officeDocument/2006/relationships/image" Target="../media/image16650.png"/><Relationship Id="rId54" Type="http://schemas.openxmlformats.org/officeDocument/2006/relationships/customXml" Target="../ink/ink2543.xml"/><Relationship Id="rId62" Type="http://schemas.openxmlformats.org/officeDocument/2006/relationships/customXml" Target="../ink/ink2547.xml"/><Relationship Id="rId70" Type="http://schemas.openxmlformats.org/officeDocument/2006/relationships/customXml" Target="../ink/ink2551.xml"/><Relationship Id="rId75" Type="http://schemas.openxmlformats.org/officeDocument/2006/relationships/image" Target="../media/image16820.png"/><Relationship Id="rId83" Type="http://schemas.openxmlformats.org/officeDocument/2006/relationships/image" Target="../media/image168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9.xml"/><Relationship Id="rId15" Type="http://schemas.openxmlformats.org/officeDocument/2006/relationships/image" Target="../media/image16520.png"/><Relationship Id="rId23" Type="http://schemas.openxmlformats.org/officeDocument/2006/relationships/image" Target="../media/image16560.png"/><Relationship Id="rId28" Type="http://schemas.openxmlformats.org/officeDocument/2006/relationships/customXml" Target="../ink/ink2530.xml"/><Relationship Id="rId36" Type="http://schemas.openxmlformats.org/officeDocument/2006/relationships/customXml" Target="../ink/ink2534.xml"/><Relationship Id="rId49" Type="http://schemas.openxmlformats.org/officeDocument/2006/relationships/image" Target="../media/image16690.png"/><Relationship Id="rId57" Type="http://schemas.openxmlformats.org/officeDocument/2006/relationships/image" Target="../media/image16730.png"/><Relationship Id="rId10" Type="http://schemas.openxmlformats.org/officeDocument/2006/relationships/customXml" Target="../ink/ink2521.xml"/><Relationship Id="rId31" Type="http://schemas.openxmlformats.org/officeDocument/2006/relationships/image" Target="../media/image16600.png"/><Relationship Id="rId44" Type="http://schemas.openxmlformats.org/officeDocument/2006/relationships/customXml" Target="../ink/ink2538.xml"/><Relationship Id="rId52" Type="http://schemas.openxmlformats.org/officeDocument/2006/relationships/customXml" Target="../ink/ink2542.xml"/><Relationship Id="rId60" Type="http://schemas.openxmlformats.org/officeDocument/2006/relationships/customXml" Target="../ink/ink2546.xml"/><Relationship Id="rId65" Type="http://schemas.openxmlformats.org/officeDocument/2006/relationships/image" Target="../media/image16770.png"/><Relationship Id="rId73" Type="http://schemas.openxmlformats.org/officeDocument/2006/relationships/image" Target="../media/image16810.png"/><Relationship Id="rId78" Type="http://schemas.openxmlformats.org/officeDocument/2006/relationships/customXml" Target="../ink/ink2555.xml"/><Relationship Id="rId81" Type="http://schemas.openxmlformats.org/officeDocument/2006/relationships/image" Target="../media/image16850.png"/><Relationship Id="rId4" Type="http://schemas.openxmlformats.org/officeDocument/2006/relationships/customXml" Target="../ink/ink2518.xml"/><Relationship Id="rId9" Type="http://schemas.openxmlformats.org/officeDocument/2006/relationships/image" Target="../media/image16490.png"/><Relationship Id="rId13" Type="http://schemas.openxmlformats.org/officeDocument/2006/relationships/image" Target="../media/image16510.png"/><Relationship Id="rId18" Type="http://schemas.openxmlformats.org/officeDocument/2006/relationships/customXml" Target="../ink/ink2525.xml"/><Relationship Id="rId39" Type="http://schemas.openxmlformats.org/officeDocument/2006/relationships/image" Target="../media/image16640.png"/><Relationship Id="rId34" Type="http://schemas.openxmlformats.org/officeDocument/2006/relationships/customXml" Target="../ink/ink2533.xml"/><Relationship Id="rId50" Type="http://schemas.openxmlformats.org/officeDocument/2006/relationships/customXml" Target="../ink/ink2541.xml"/><Relationship Id="rId55" Type="http://schemas.openxmlformats.org/officeDocument/2006/relationships/image" Target="../media/image16720.png"/><Relationship Id="rId76" Type="http://schemas.openxmlformats.org/officeDocument/2006/relationships/customXml" Target="../ink/ink2554.xml"/><Relationship Id="rId7" Type="http://schemas.openxmlformats.org/officeDocument/2006/relationships/image" Target="../media/image16480.png"/><Relationship Id="rId71" Type="http://schemas.openxmlformats.org/officeDocument/2006/relationships/image" Target="../media/image16800.png"/><Relationship Id="rId2" Type="http://schemas.openxmlformats.org/officeDocument/2006/relationships/customXml" Target="../ink/ink2517.xml"/><Relationship Id="rId29" Type="http://schemas.openxmlformats.org/officeDocument/2006/relationships/image" Target="../media/image16590.png"/><Relationship Id="rId24" Type="http://schemas.openxmlformats.org/officeDocument/2006/relationships/customXml" Target="../ink/ink2528.xml"/><Relationship Id="rId40" Type="http://schemas.openxmlformats.org/officeDocument/2006/relationships/customXml" Target="../ink/ink2536.xml"/><Relationship Id="rId45" Type="http://schemas.openxmlformats.org/officeDocument/2006/relationships/image" Target="../media/image16670.png"/><Relationship Id="rId66" Type="http://schemas.openxmlformats.org/officeDocument/2006/relationships/customXml" Target="../ink/ink25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15.xml"/><Relationship Id="rId21" Type="http://schemas.openxmlformats.org/officeDocument/2006/relationships/customXml" Target="../ink/ink2567.xml"/><Relationship Id="rId42" Type="http://schemas.openxmlformats.org/officeDocument/2006/relationships/image" Target="../media/image17060.png"/><Relationship Id="rId63" Type="http://schemas.openxmlformats.org/officeDocument/2006/relationships/customXml" Target="../ink/ink2588.xml"/><Relationship Id="rId84" Type="http://schemas.openxmlformats.org/officeDocument/2006/relationships/image" Target="../media/image17270.png"/><Relationship Id="rId138" Type="http://schemas.openxmlformats.org/officeDocument/2006/relationships/image" Target="../media/image17540.png"/><Relationship Id="rId159" Type="http://schemas.openxmlformats.org/officeDocument/2006/relationships/image" Target="../media/image17640.png"/><Relationship Id="rId170" Type="http://schemas.openxmlformats.org/officeDocument/2006/relationships/customXml" Target="../ink/ink2642.xml"/><Relationship Id="rId191" Type="http://schemas.openxmlformats.org/officeDocument/2006/relationships/image" Target="../media/image17800.png"/><Relationship Id="rId205" Type="http://schemas.openxmlformats.org/officeDocument/2006/relationships/image" Target="../media/image17870.png"/><Relationship Id="rId226" Type="http://schemas.openxmlformats.org/officeDocument/2006/relationships/customXml" Target="../ink/ink2670.xml"/><Relationship Id="rId247" Type="http://schemas.openxmlformats.org/officeDocument/2006/relationships/image" Target="../media/image18080.png"/><Relationship Id="rId107" Type="http://schemas.openxmlformats.org/officeDocument/2006/relationships/customXml" Target="../ink/ink2610.xml"/><Relationship Id="rId11" Type="http://schemas.openxmlformats.org/officeDocument/2006/relationships/customXml" Target="../ink/ink2562.xml"/><Relationship Id="rId32" Type="http://schemas.openxmlformats.org/officeDocument/2006/relationships/image" Target="../media/image17010.png"/><Relationship Id="rId53" Type="http://schemas.openxmlformats.org/officeDocument/2006/relationships/customXml" Target="../ink/ink2583.xml"/><Relationship Id="rId74" Type="http://schemas.openxmlformats.org/officeDocument/2006/relationships/image" Target="../media/image17220.png"/><Relationship Id="rId128" Type="http://schemas.openxmlformats.org/officeDocument/2006/relationships/image" Target="../media/image17490.png"/><Relationship Id="rId149" Type="http://schemas.openxmlformats.org/officeDocument/2006/relationships/image" Target="../media/image17590.png"/><Relationship Id="rId5" Type="http://schemas.openxmlformats.org/officeDocument/2006/relationships/customXml" Target="../ink/ink2559.xml"/><Relationship Id="rId95" Type="http://schemas.openxmlformats.org/officeDocument/2006/relationships/customXml" Target="../ink/ink2604.xml"/><Relationship Id="rId160" Type="http://schemas.openxmlformats.org/officeDocument/2006/relationships/customXml" Target="../ink/ink2637.xml"/><Relationship Id="rId181" Type="http://schemas.openxmlformats.org/officeDocument/2006/relationships/image" Target="../media/image17750.png"/><Relationship Id="rId216" Type="http://schemas.openxmlformats.org/officeDocument/2006/relationships/customXml" Target="../ink/ink2665.xml"/><Relationship Id="rId237" Type="http://schemas.openxmlformats.org/officeDocument/2006/relationships/image" Target="../media/image18030.png"/><Relationship Id="rId22" Type="http://schemas.openxmlformats.org/officeDocument/2006/relationships/image" Target="../media/image16960.png"/><Relationship Id="rId43" Type="http://schemas.openxmlformats.org/officeDocument/2006/relationships/customXml" Target="../ink/ink2578.xml"/><Relationship Id="rId64" Type="http://schemas.openxmlformats.org/officeDocument/2006/relationships/image" Target="../media/image17170.png"/><Relationship Id="rId118" Type="http://schemas.openxmlformats.org/officeDocument/2006/relationships/image" Target="../media/image17440.png"/><Relationship Id="rId139" Type="http://schemas.openxmlformats.org/officeDocument/2006/relationships/customXml" Target="../ink/ink2626.xml"/><Relationship Id="rId85" Type="http://schemas.openxmlformats.org/officeDocument/2006/relationships/customXml" Target="../ink/ink2599.xml"/><Relationship Id="rId150" Type="http://schemas.openxmlformats.org/officeDocument/2006/relationships/customXml" Target="../ink/ink2632.xml"/><Relationship Id="rId171" Type="http://schemas.openxmlformats.org/officeDocument/2006/relationships/image" Target="../media/image17700.png"/><Relationship Id="rId192" Type="http://schemas.openxmlformats.org/officeDocument/2006/relationships/customXml" Target="../ink/ink2653.xml"/><Relationship Id="rId206" Type="http://schemas.openxmlformats.org/officeDocument/2006/relationships/customXml" Target="../ink/ink2660.xml"/><Relationship Id="rId227" Type="http://schemas.openxmlformats.org/officeDocument/2006/relationships/image" Target="../media/image17980.png"/><Relationship Id="rId248" Type="http://schemas.openxmlformats.org/officeDocument/2006/relationships/customXml" Target="../ink/ink2681.xml"/><Relationship Id="rId12" Type="http://schemas.openxmlformats.org/officeDocument/2006/relationships/image" Target="../media/image797.png"/><Relationship Id="rId33" Type="http://schemas.openxmlformats.org/officeDocument/2006/relationships/customXml" Target="../ink/ink2573.xml"/><Relationship Id="rId108" Type="http://schemas.openxmlformats.org/officeDocument/2006/relationships/image" Target="../media/image17390.png"/><Relationship Id="rId129" Type="http://schemas.openxmlformats.org/officeDocument/2006/relationships/customXml" Target="../ink/ink2621.xml"/><Relationship Id="rId54" Type="http://schemas.openxmlformats.org/officeDocument/2006/relationships/image" Target="../media/image17120.png"/><Relationship Id="rId75" Type="http://schemas.openxmlformats.org/officeDocument/2006/relationships/customXml" Target="../ink/ink2594.xml"/><Relationship Id="rId96" Type="http://schemas.openxmlformats.org/officeDocument/2006/relationships/image" Target="../media/image17330.png"/><Relationship Id="rId140" Type="http://schemas.openxmlformats.org/officeDocument/2006/relationships/image" Target="../media/image17550.png"/><Relationship Id="rId161" Type="http://schemas.openxmlformats.org/officeDocument/2006/relationships/image" Target="../media/image17650.png"/><Relationship Id="rId182" Type="http://schemas.openxmlformats.org/officeDocument/2006/relationships/customXml" Target="../ink/ink2648.xml"/><Relationship Id="rId217" Type="http://schemas.openxmlformats.org/officeDocument/2006/relationships/image" Target="../media/image17930.png"/><Relationship Id="rId6" Type="http://schemas.openxmlformats.org/officeDocument/2006/relationships/image" Target="../media/image16890.png"/><Relationship Id="rId238" Type="http://schemas.openxmlformats.org/officeDocument/2006/relationships/customXml" Target="../ink/ink2676.xml"/><Relationship Id="rId23" Type="http://schemas.openxmlformats.org/officeDocument/2006/relationships/customXml" Target="../ink/ink2568.xml"/><Relationship Id="rId119" Type="http://schemas.openxmlformats.org/officeDocument/2006/relationships/customXml" Target="../ink/ink2616.xml"/><Relationship Id="rId44" Type="http://schemas.openxmlformats.org/officeDocument/2006/relationships/image" Target="../media/image17070.png"/><Relationship Id="rId65" Type="http://schemas.openxmlformats.org/officeDocument/2006/relationships/customXml" Target="../ink/ink2589.xml"/><Relationship Id="rId86" Type="http://schemas.openxmlformats.org/officeDocument/2006/relationships/image" Target="../media/image17280.png"/><Relationship Id="rId130" Type="http://schemas.openxmlformats.org/officeDocument/2006/relationships/image" Target="../media/image17500.png"/><Relationship Id="rId151" Type="http://schemas.openxmlformats.org/officeDocument/2006/relationships/image" Target="../media/image17600.png"/><Relationship Id="rId172" Type="http://schemas.openxmlformats.org/officeDocument/2006/relationships/customXml" Target="../ink/ink2643.xml"/><Relationship Id="rId193" Type="http://schemas.openxmlformats.org/officeDocument/2006/relationships/image" Target="../media/image17810.png"/><Relationship Id="rId207" Type="http://schemas.openxmlformats.org/officeDocument/2006/relationships/image" Target="../media/image17880.png"/><Relationship Id="rId228" Type="http://schemas.openxmlformats.org/officeDocument/2006/relationships/customXml" Target="../ink/ink2671.xml"/><Relationship Id="rId249" Type="http://schemas.openxmlformats.org/officeDocument/2006/relationships/image" Target="../media/image18090.png"/><Relationship Id="rId13" Type="http://schemas.openxmlformats.org/officeDocument/2006/relationships/customXml" Target="../ink/ink2563.xml"/><Relationship Id="rId109" Type="http://schemas.openxmlformats.org/officeDocument/2006/relationships/customXml" Target="../ink/ink2611.xml"/><Relationship Id="rId34" Type="http://schemas.openxmlformats.org/officeDocument/2006/relationships/image" Target="../media/image17020.png"/><Relationship Id="rId55" Type="http://schemas.openxmlformats.org/officeDocument/2006/relationships/customXml" Target="../ink/ink2584.xml"/><Relationship Id="rId76" Type="http://schemas.openxmlformats.org/officeDocument/2006/relationships/image" Target="../media/image17230.png"/><Relationship Id="rId97" Type="http://schemas.openxmlformats.org/officeDocument/2006/relationships/customXml" Target="../ink/ink2605.xml"/><Relationship Id="rId120" Type="http://schemas.openxmlformats.org/officeDocument/2006/relationships/image" Target="../media/image17450.png"/><Relationship Id="rId141" Type="http://schemas.openxmlformats.org/officeDocument/2006/relationships/customXml" Target="../ink/ink2627.xml"/><Relationship Id="rId7" Type="http://schemas.openxmlformats.org/officeDocument/2006/relationships/customXml" Target="../ink/ink2560.xml"/><Relationship Id="rId162" Type="http://schemas.openxmlformats.org/officeDocument/2006/relationships/customXml" Target="../ink/ink2638.xml"/><Relationship Id="rId183" Type="http://schemas.openxmlformats.org/officeDocument/2006/relationships/image" Target="../media/image17760.png"/><Relationship Id="rId218" Type="http://schemas.openxmlformats.org/officeDocument/2006/relationships/customXml" Target="../ink/ink2666.xml"/><Relationship Id="rId239" Type="http://schemas.openxmlformats.org/officeDocument/2006/relationships/image" Target="../media/image18040.png"/><Relationship Id="rId24" Type="http://schemas.openxmlformats.org/officeDocument/2006/relationships/image" Target="../media/image16970.png"/><Relationship Id="rId45" Type="http://schemas.openxmlformats.org/officeDocument/2006/relationships/customXml" Target="../ink/ink2579.xml"/><Relationship Id="rId66" Type="http://schemas.openxmlformats.org/officeDocument/2006/relationships/image" Target="../media/image17180.png"/><Relationship Id="rId87" Type="http://schemas.openxmlformats.org/officeDocument/2006/relationships/customXml" Target="../ink/ink2600.xml"/><Relationship Id="rId110" Type="http://schemas.openxmlformats.org/officeDocument/2006/relationships/image" Target="../media/image17400.png"/><Relationship Id="rId131" Type="http://schemas.openxmlformats.org/officeDocument/2006/relationships/customXml" Target="../ink/ink2622.xml"/><Relationship Id="rId152" Type="http://schemas.openxmlformats.org/officeDocument/2006/relationships/customXml" Target="../ink/ink2633.xml"/><Relationship Id="rId173" Type="http://schemas.openxmlformats.org/officeDocument/2006/relationships/image" Target="../media/image17710.png"/><Relationship Id="rId194" Type="http://schemas.openxmlformats.org/officeDocument/2006/relationships/customXml" Target="../ink/ink2654.xml"/><Relationship Id="rId208" Type="http://schemas.openxmlformats.org/officeDocument/2006/relationships/customXml" Target="../ink/ink2661.xml"/><Relationship Id="rId229" Type="http://schemas.openxmlformats.org/officeDocument/2006/relationships/image" Target="../media/image17990.png"/><Relationship Id="rId240" Type="http://schemas.openxmlformats.org/officeDocument/2006/relationships/customXml" Target="../ink/ink2677.xml"/><Relationship Id="rId14" Type="http://schemas.openxmlformats.org/officeDocument/2006/relationships/image" Target="../media/image16920.png"/><Relationship Id="rId35" Type="http://schemas.openxmlformats.org/officeDocument/2006/relationships/customXml" Target="../ink/ink2574.xml"/><Relationship Id="rId56" Type="http://schemas.openxmlformats.org/officeDocument/2006/relationships/image" Target="../media/image17130.png"/><Relationship Id="rId77" Type="http://schemas.openxmlformats.org/officeDocument/2006/relationships/customXml" Target="../ink/ink2595.xml"/><Relationship Id="rId100" Type="http://schemas.openxmlformats.org/officeDocument/2006/relationships/image" Target="../media/image17350.png"/><Relationship Id="rId8" Type="http://schemas.openxmlformats.org/officeDocument/2006/relationships/image" Target="../media/image16900.png"/><Relationship Id="rId98" Type="http://schemas.openxmlformats.org/officeDocument/2006/relationships/image" Target="../media/image17340.png"/><Relationship Id="rId121" Type="http://schemas.openxmlformats.org/officeDocument/2006/relationships/customXml" Target="../ink/ink2617.xml"/><Relationship Id="rId142" Type="http://schemas.openxmlformats.org/officeDocument/2006/relationships/customXml" Target="../ink/ink2628.xml"/><Relationship Id="rId163" Type="http://schemas.openxmlformats.org/officeDocument/2006/relationships/image" Target="../media/image17660.png"/><Relationship Id="rId184" Type="http://schemas.openxmlformats.org/officeDocument/2006/relationships/customXml" Target="../ink/ink2649.xml"/><Relationship Id="rId219" Type="http://schemas.openxmlformats.org/officeDocument/2006/relationships/image" Target="../media/image17940.png"/><Relationship Id="rId230" Type="http://schemas.openxmlformats.org/officeDocument/2006/relationships/customXml" Target="../ink/ink2672.xml"/><Relationship Id="rId25" Type="http://schemas.openxmlformats.org/officeDocument/2006/relationships/customXml" Target="../ink/ink2569.xml"/><Relationship Id="rId46" Type="http://schemas.openxmlformats.org/officeDocument/2006/relationships/image" Target="../media/image17080.png"/><Relationship Id="rId67" Type="http://schemas.openxmlformats.org/officeDocument/2006/relationships/customXml" Target="../ink/ink2590.xml"/><Relationship Id="rId88" Type="http://schemas.openxmlformats.org/officeDocument/2006/relationships/image" Target="../media/image17290.png"/><Relationship Id="rId111" Type="http://schemas.openxmlformats.org/officeDocument/2006/relationships/customXml" Target="../ink/ink2612.xml"/><Relationship Id="rId132" Type="http://schemas.openxmlformats.org/officeDocument/2006/relationships/image" Target="../media/image17510.png"/><Relationship Id="rId153" Type="http://schemas.openxmlformats.org/officeDocument/2006/relationships/image" Target="../media/image17610.png"/><Relationship Id="rId174" Type="http://schemas.openxmlformats.org/officeDocument/2006/relationships/customXml" Target="../ink/ink2644.xml"/><Relationship Id="rId195" Type="http://schemas.openxmlformats.org/officeDocument/2006/relationships/image" Target="../media/image17820.png"/><Relationship Id="rId209" Type="http://schemas.openxmlformats.org/officeDocument/2006/relationships/image" Target="../media/image17890.png"/><Relationship Id="rId220" Type="http://schemas.openxmlformats.org/officeDocument/2006/relationships/customXml" Target="../ink/ink2667.xml"/><Relationship Id="rId241" Type="http://schemas.openxmlformats.org/officeDocument/2006/relationships/image" Target="../media/image18050.png"/><Relationship Id="rId15" Type="http://schemas.openxmlformats.org/officeDocument/2006/relationships/customXml" Target="../ink/ink2564.xml"/><Relationship Id="rId36" Type="http://schemas.openxmlformats.org/officeDocument/2006/relationships/image" Target="../media/image17030.png"/><Relationship Id="rId57" Type="http://schemas.openxmlformats.org/officeDocument/2006/relationships/customXml" Target="../ink/ink2585.xml"/><Relationship Id="rId78" Type="http://schemas.openxmlformats.org/officeDocument/2006/relationships/image" Target="../media/image17240.png"/><Relationship Id="rId99" Type="http://schemas.openxmlformats.org/officeDocument/2006/relationships/customXml" Target="../ink/ink2606.xml"/><Relationship Id="rId101" Type="http://schemas.openxmlformats.org/officeDocument/2006/relationships/customXml" Target="../ink/ink2607.xml"/><Relationship Id="rId122" Type="http://schemas.openxmlformats.org/officeDocument/2006/relationships/image" Target="../media/image17460.png"/><Relationship Id="rId143" Type="http://schemas.openxmlformats.org/officeDocument/2006/relationships/image" Target="../media/image17560.png"/><Relationship Id="rId164" Type="http://schemas.openxmlformats.org/officeDocument/2006/relationships/customXml" Target="../ink/ink2639.xml"/><Relationship Id="rId185" Type="http://schemas.openxmlformats.org/officeDocument/2006/relationships/image" Target="../media/image17770.png"/><Relationship Id="rId4" Type="http://schemas.openxmlformats.org/officeDocument/2006/relationships/image" Target="../media/image16880.png"/><Relationship Id="rId9" Type="http://schemas.openxmlformats.org/officeDocument/2006/relationships/customXml" Target="../ink/ink2561.xml"/><Relationship Id="rId180" Type="http://schemas.openxmlformats.org/officeDocument/2006/relationships/customXml" Target="../ink/ink2647.xml"/><Relationship Id="rId210" Type="http://schemas.openxmlformats.org/officeDocument/2006/relationships/customXml" Target="../ink/ink2662.xml"/><Relationship Id="rId215" Type="http://schemas.openxmlformats.org/officeDocument/2006/relationships/image" Target="../media/image17920.png"/><Relationship Id="rId236" Type="http://schemas.openxmlformats.org/officeDocument/2006/relationships/customXml" Target="../ink/ink2675.xml"/><Relationship Id="rId26" Type="http://schemas.openxmlformats.org/officeDocument/2006/relationships/image" Target="../media/image16980.png"/><Relationship Id="rId231" Type="http://schemas.openxmlformats.org/officeDocument/2006/relationships/image" Target="../media/image18000.png"/><Relationship Id="rId47" Type="http://schemas.openxmlformats.org/officeDocument/2006/relationships/customXml" Target="../ink/ink2580.xml"/><Relationship Id="rId68" Type="http://schemas.openxmlformats.org/officeDocument/2006/relationships/image" Target="../media/image17190.png"/><Relationship Id="rId89" Type="http://schemas.openxmlformats.org/officeDocument/2006/relationships/customXml" Target="../ink/ink2601.xml"/><Relationship Id="rId112" Type="http://schemas.openxmlformats.org/officeDocument/2006/relationships/image" Target="../media/image17410.png"/><Relationship Id="rId133" Type="http://schemas.openxmlformats.org/officeDocument/2006/relationships/customXml" Target="../ink/ink2623.xml"/><Relationship Id="rId154" Type="http://schemas.openxmlformats.org/officeDocument/2006/relationships/customXml" Target="../ink/ink2634.xml"/><Relationship Id="rId175" Type="http://schemas.openxmlformats.org/officeDocument/2006/relationships/image" Target="../media/image17720.png"/><Relationship Id="rId196" Type="http://schemas.openxmlformats.org/officeDocument/2006/relationships/customXml" Target="../ink/ink2655.xml"/><Relationship Id="rId200" Type="http://schemas.openxmlformats.org/officeDocument/2006/relationships/customXml" Target="../ink/ink2657.xml"/><Relationship Id="rId16" Type="http://schemas.openxmlformats.org/officeDocument/2006/relationships/image" Target="../media/image16930.png"/><Relationship Id="rId221" Type="http://schemas.openxmlformats.org/officeDocument/2006/relationships/image" Target="../media/image17950.png"/><Relationship Id="rId242" Type="http://schemas.openxmlformats.org/officeDocument/2006/relationships/customXml" Target="../ink/ink2678.xml"/><Relationship Id="rId37" Type="http://schemas.openxmlformats.org/officeDocument/2006/relationships/customXml" Target="../ink/ink2575.xml"/><Relationship Id="rId58" Type="http://schemas.openxmlformats.org/officeDocument/2006/relationships/image" Target="../media/image17140.png"/><Relationship Id="rId79" Type="http://schemas.openxmlformats.org/officeDocument/2006/relationships/customXml" Target="../ink/ink2596.xml"/><Relationship Id="rId102" Type="http://schemas.openxmlformats.org/officeDocument/2006/relationships/image" Target="../media/image17360.png"/><Relationship Id="rId123" Type="http://schemas.openxmlformats.org/officeDocument/2006/relationships/customXml" Target="../ink/ink2618.xml"/><Relationship Id="rId144" Type="http://schemas.openxmlformats.org/officeDocument/2006/relationships/customXml" Target="../ink/ink2629.xml"/><Relationship Id="rId90" Type="http://schemas.openxmlformats.org/officeDocument/2006/relationships/image" Target="../media/image17300.png"/><Relationship Id="rId165" Type="http://schemas.openxmlformats.org/officeDocument/2006/relationships/image" Target="../media/image17670.png"/><Relationship Id="rId186" Type="http://schemas.openxmlformats.org/officeDocument/2006/relationships/customXml" Target="../ink/ink2650.xml"/><Relationship Id="rId211" Type="http://schemas.openxmlformats.org/officeDocument/2006/relationships/image" Target="../media/image17900.png"/><Relationship Id="rId232" Type="http://schemas.openxmlformats.org/officeDocument/2006/relationships/customXml" Target="../ink/ink2673.xml"/><Relationship Id="rId27" Type="http://schemas.openxmlformats.org/officeDocument/2006/relationships/customXml" Target="../ink/ink2570.xml"/><Relationship Id="rId48" Type="http://schemas.openxmlformats.org/officeDocument/2006/relationships/image" Target="../media/image17090.png"/><Relationship Id="rId69" Type="http://schemas.openxmlformats.org/officeDocument/2006/relationships/customXml" Target="../ink/ink2591.xml"/><Relationship Id="rId113" Type="http://schemas.openxmlformats.org/officeDocument/2006/relationships/customXml" Target="../ink/ink2613.xml"/><Relationship Id="rId134" Type="http://schemas.openxmlformats.org/officeDocument/2006/relationships/image" Target="../media/image17520.png"/><Relationship Id="rId80" Type="http://schemas.openxmlformats.org/officeDocument/2006/relationships/image" Target="../media/image17250.png"/><Relationship Id="rId155" Type="http://schemas.openxmlformats.org/officeDocument/2006/relationships/image" Target="../media/image17620.png"/><Relationship Id="rId176" Type="http://schemas.openxmlformats.org/officeDocument/2006/relationships/customXml" Target="../ink/ink2645.xml"/><Relationship Id="rId197" Type="http://schemas.openxmlformats.org/officeDocument/2006/relationships/image" Target="../media/image17830.png"/><Relationship Id="rId201" Type="http://schemas.openxmlformats.org/officeDocument/2006/relationships/image" Target="../media/image17850.png"/><Relationship Id="rId222" Type="http://schemas.openxmlformats.org/officeDocument/2006/relationships/customXml" Target="../ink/ink2668.xml"/><Relationship Id="rId243" Type="http://schemas.openxmlformats.org/officeDocument/2006/relationships/image" Target="../media/image18060.png"/><Relationship Id="rId17" Type="http://schemas.openxmlformats.org/officeDocument/2006/relationships/customXml" Target="../ink/ink2565.xml"/><Relationship Id="rId38" Type="http://schemas.openxmlformats.org/officeDocument/2006/relationships/image" Target="../media/image17040.png"/><Relationship Id="rId59" Type="http://schemas.openxmlformats.org/officeDocument/2006/relationships/customXml" Target="../ink/ink2586.xml"/><Relationship Id="rId103" Type="http://schemas.openxmlformats.org/officeDocument/2006/relationships/customXml" Target="../ink/ink2608.xml"/><Relationship Id="rId124" Type="http://schemas.openxmlformats.org/officeDocument/2006/relationships/image" Target="../media/image17470.png"/><Relationship Id="rId70" Type="http://schemas.openxmlformats.org/officeDocument/2006/relationships/image" Target="../media/image17200.png"/><Relationship Id="rId91" Type="http://schemas.openxmlformats.org/officeDocument/2006/relationships/customXml" Target="../ink/ink2602.xml"/><Relationship Id="rId145" Type="http://schemas.openxmlformats.org/officeDocument/2006/relationships/image" Target="../media/image17570.png"/><Relationship Id="rId166" Type="http://schemas.openxmlformats.org/officeDocument/2006/relationships/customXml" Target="../ink/ink2640.xml"/><Relationship Id="rId187" Type="http://schemas.openxmlformats.org/officeDocument/2006/relationships/image" Target="../media/image177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63.xml"/><Relationship Id="rId233" Type="http://schemas.openxmlformats.org/officeDocument/2006/relationships/image" Target="../media/image18010.png"/><Relationship Id="rId28" Type="http://schemas.openxmlformats.org/officeDocument/2006/relationships/image" Target="../media/image16990.png"/><Relationship Id="rId49" Type="http://schemas.openxmlformats.org/officeDocument/2006/relationships/customXml" Target="../ink/ink2581.xml"/><Relationship Id="rId114" Type="http://schemas.openxmlformats.org/officeDocument/2006/relationships/image" Target="../media/image17420.png"/><Relationship Id="rId60" Type="http://schemas.openxmlformats.org/officeDocument/2006/relationships/image" Target="../media/image17150.png"/><Relationship Id="rId81" Type="http://schemas.openxmlformats.org/officeDocument/2006/relationships/customXml" Target="../ink/ink2597.xml"/><Relationship Id="rId135" Type="http://schemas.openxmlformats.org/officeDocument/2006/relationships/customXml" Target="../ink/ink2624.xml"/><Relationship Id="rId156" Type="http://schemas.openxmlformats.org/officeDocument/2006/relationships/customXml" Target="../ink/ink2635.xml"/><Relationship Id="rId177" Type="http://schemas.openxmlformats.org/officeDocument/2006/relationships/image" Target="../media/image17730.png"/><Relationship Id="rId198" Type="http://schemas.openxmlformats.org/officeDocument/2006/relationships/customXml" Target="../ink/ink2656.xml"/><Relationship Id="rId202" Type="http://schemas.openxmlformats.org/officeDocument/2006/relationships/customXml" Target="../ink/ink2658.xml"/><Relationship Id="rId223" Type="http://schemas.openxmlformats.org/officeDocument/2006/relationships/image" Target="../media/image17960.png"/><Relationship Id="rId244" Type="http://schemas.openxmlformats.org/officeDocument/2006/relationships/customXml" Target="../ink/ink2679.xml"/><Relationship Id="rId18" Type="http://schemas.openxmlformats.org/officeDocument/2006/relationships/image" Target="../media/image16940.png"/><Relationship Id="rId39" Type="http://schemas.openxmlformats.org/officeDocument/2006/relationships/customXml" Target="../ink/ink2576.xml"/><Relationship Id="rId50" Type="http://schemas.openxmlformats.org/officeDocument/2006/relationships/image" Target="../media/image17100.png"/><Relationship Id="rId104" Type="http://schemas.openxmlformats.org/officeDocument/2006/relationships/image" Target="../media/image17370.png"/><Relationship Id="rId125" Type="http://schemas.openxmlformats.org/officeDocument/2006/relationships/customXml" Target="../ink/ink2619.xml"/><Relationship Id="rId146" Type="http://schemas.openxmlformats.org/officeDocument/2006/relationships/customXml" Target="../ink/ink2630.xml"/><Relationship Id="rId167" Type="http://schemas.openxmlformats.org/officeDocument/2006/relationships/image" Target="../media/image17680.png"/><Relationship Id="rId188" Type="http://schemas.openxmlformats.org/officeDocument/2006/relationships/customXml" Target="../ink/ink2651.xml"/><Relationship Id="rId71" Type="http://schemas.openxmlformats.org/officeDocument/2006/relationships/customXml" Target="../ink/ink2592.xml"/><Relationship Id="rId92" Type="http://schemas.openxmlformats.org/officeDocument/2006/relationships/image" Target="../media/image17310.png"/><Relationship Id="rId213" Type="http://schemas.openxmlformats.org/officeDocument/2006/relationships/image" Target="../media/image17910.png"/><Relationship Id="rId234" Type="http://schemas.openxmlformats.org/officeDocument/2006/relationships/customXml" Target="../ink/ink2674.xml"/><Relationship Id="rId2" Type="http://schemas.openxmlformats.org/officeDocument/2006/relationships/image" Target="../media/image1859.png"/><Relationship Id="rId29" Type="http://schemas.openxmlformats.org/officeDocument/2006/relationships/customXml" Target="../ink/ink2571.xml"/><Relationship Id="rId40" Type="http://schemas.openxmlformats.org/officeDocument/2006/relationships/image" Target="../media/image17050.png"/><Relationship Id="rId115" Type="http://schemas.openxmlformats.org/officeDocument/2006/relationships/customXml" Target="../ink/ink2614.xml"/><Relationship Id="rId136" Type="http://schemas.openxmlformats.org/officeDocument/2006/relationships/image" Target="../media/image17530.png"/><Relationship Id="rId157" Type="http://schemas.openxmlformats.org/officeDocument/2006/relationships/image" Target="../media/image17630.png"/><Relationship Id="rId178" Type="http://schemas.openxmlformats.org/officeDocument/2006/relationships/customXml" Target="../ink/ink2646.xml"/><Relationship Id="rId61" Type="http://schemas.openxmlformats.org/officeDocument/2006/relationships/customXml" Target="../ink/ink2587.xml"/><Relationship Id="rId82" Type="http://schemas.openxmlformats.org/officeDocument/2006/relationships/image" Target="../media/image17260.png"/><Relationship Id="rId199" Type="http://schemas.openxmlformats.org/officeDocument/2006/relationships/image" Target="../media/image17840.png"/><Relationship Id="rId203" Type="http://schemas.openxmlformats.org/officeDocument/2006/relationships/image" Target="../media/image17860.png"/><Relationship Id="rId19" Type="http://schemas.openxmlformats.org/officeDocument/2006/relationships/customXml" Target="../ink/ink2566.xml"/><Relationship Id="rId224" Type="http://schemas.openxmlformats.org/officeDocument/2006/relationships/customXml" Target="../ink/ink2669.xml"/><Relationship Id="rId245" Type="http://schemas.openxmlformats.org/officeDocument/2006/relationships/image" Target="../media/image18070.png"/><Relationship Id="rId30" Type="http://schemas.openxmlformats.org/officeDocument/2006/relationships/image" Target="../media/image17000.png"/><Relationship Id="rId105" Type="http://schemas.openxmlformats.org/officeDocument/2006/relationships/customXml" Target="../ink/ink2609.xml"/><Relationship Id="rId126" Type="http://schemas.openxmlformats.org/officeDocument/2006/relationships/image" Target="../media/image17480.png"/><Relationship Id="rId147" Type="http://schemas.openxmlformats.org/officeDocument/2006/relationships/image" Target="../media/image17580.png"/><Relationship Id="rId168" Type="http://schemas.openxmlformats.org/officeDocument/2006/relationships/customXml" Target="../ink/ink2641.xml"/><Relationship Id="rId51" Type="http://schemas.openxmlformats.org/officeDocument/2006/relationships/customXml" Target="../ink/ink2582.xml"/><Relationship Id="rId72" Type="http://schemas.openxmlformats.org/officeDocument/2006/relationships/image" Target="../media/image17210.png"/><Relationship Id="rId93" Type="http://schemas.openxmlformats.org/officeDocument/2006/relationships/customXml" Target="../ink/ink2603.xml"/><Relationship Id="rId189" Type="http://schemas.openxmlformats.org/officeDocument/2006/relationships/image" Target="../media/image17790.png"/><Relationship Id="rId3" Type="http://schemas.openxmlformats.org/officeDocument/2006/relationships/customXml" Target="../ink/ink2558.xml"/><Relationship Id="rId214" Type="http://schemas.openxmlformats.org/officeDocument/2006/relationships/customXml" Target="../ink/ink2664.xml"/><Relationship Id="rId235" Type="http://schemas.openxmlformats.org/officeDocument/2006/relationships/image" Target="../media/image18020.png"/><Relationship Id="rId116" Type="http://schemas.openxmlformats.org/officeDocument/2006/relationships/image" Target="../media/image17430.png"/><Relationship Id="rId137" Type="http://schemas.openxmlformats.org/officeDocument/2006/relationships/customXml" Target="../ink/ink2625.xml"/><Relationship Id="rId158" Type="http://schemas.openxmlformats.org/officeDocument/2006/relationships/customXml" Target="../ink/ink2636.xml"/><Relationship Id="rId20" Type="http://schemas.openxmlformats.org/officeDocument/2006/relationships/image" Target="../media/image16950.png"/><Relationship Id="rId41" Type="http://schemas.openxmlformats.org/officeDocument/2006/relationships/customXml" Target="../ink/ink2577.xml"/><Relationship Id="rId62" Type="http://schemas.openxmlformats.org/officeDocument/2006/relationships/image" Target="../media/image17160.png"/><Relationship Id="rId83" Type="http://schemas.openxmlformats.org/officeDocument/2006/relationships/customXml" Target="../ink/ink2598.xml"/><Relationship Id="rId179" Type="http://schemas.openxmlformats.org/officeDocument/2006/relationships/image" Target="../media/image17740.png"/><Relationship Id="rId190" Type="http://schemas.openxmlformats.org/officeDocument/2006/relationships/customXml" Target="../ink/ink2652.xml"/><Relationship Id="rId204" Type="http://schemas.openxmlformats.org/officeDocument/2006/relationships/customXml" Target="../ink/ink2659.xml"/><Relationship Id="rId225" Type="http://schemas.openxmlformats.org/officeDocument/2006/relationships/image" Target="../media/image17970.png"/><Relationship Id="rId246" Type="http://schemas.openxmlformats.org/officeDocument/2006/relationships/customXml" Target="../ink/ink2680.xml"/><Relationship Id="rId106" Type="http://schemas.openxmlformats.org/officeDocument/2006/relationships/image" Target="../media/image17380.png"/><Relationship Id="rId127" Type="http://schemas.openxmlformats.org/officeDocument/2006/relationships/customXml" Target="../ink/ink2620.xml"/><Relationship Id="rId10" Type="http://schemas.openxmlformats.org/officeDocument/2006/relationships/image" Target="../media/image16910.png"/><Relationship Id="rId31" Type="http://schemas.openxmlformats.org/officeDocument/2006/relationships/customXml" Target="../ink/ink2572.xml"/><Relationship Id="rId52" Type="http://schemas.openxmlformats.org/officeDocument/2006/relationships/image" Target="../media/image17110.png"/><Relationship Id="rId73" Type="http://schemas.openxmlformats.org/officeDocument/2006/relationships/customXml" Target="../ink/ink2593.xml"/><Relationship Id="rId94" Type="http://schemas.openxmlformats.org/officeDocument/2006/relationships/image" Target="../media/image17320.png"/><Relationship Id="rId148" Type="http://schemas.openxmlformats.org/officeDocument/2006/relationships/customXml" Target="../ink/ink2631.xml"/><Relationship Id="rId169" Type="http://schemas.openxmlformats.org/officeDocument/2006/relationships/image" Target="../media/image17690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7.png"/><Relationship Id="rId299" Type="http://schemas.openxmlformats.org/officeDocument/2006/relationships/image" Target="../media/image1958.png"/><Relationship Id="rId21" Type="http://schemas.openxmlformats.org/officeDocument/2006/relationships/image" Target="../media/image18190.png"/><Relationship Id="rId63" Type="http://schemas.openxmlformats.org/officeDocument/2006/relationships/image" Target="../media/image18400.png"/><Relationship Id="rId159" Type="http://schemas.openxmlformats.org/officeDocument/2006/relationships/image" Target="../media/image1888.png"/><Relationship Id="rId324" Type="http://schemas.openxmlformats.org/officeDocument/2006/relationships/customXml" Target="../ink/ink2843.xml"/><Relationship Id="rId170" Type="http://schemas.openxmlformats.org/officeDocument/2006/relationships/customXml" Target="../ink/ink2766.xml"/><Relationship Id="rId226" Type="http://schemas.openxmlformats.org/officeDocument/2006/relationships/customXml" Target="../ink/ink2794.xml"/><Relationship Id="rId268" Type="http://schemas.openxmlformats.org/officeDocument/2006/relationships/customXml" Target="../ink/ink2815.xml"/><Relationship Id="rId32" Type="http://schemas.openxmlformats.org/officeDocument/2006/relationships/customXml" Target="../ink/ink2697.xml"/><Relationship Id="rId74" Type="http://schemas.openxmlformats.org/officeDocument/2006/relationships/customXml" Target="../ink/ink2718.xml"/><Relationship Id="rId128" Type="http://schemas.openxmlformats.org/officeDocument/2006/relationships/customXml" Target="../ink/ink2745.xml"/><Relationship Id="rId335" Type="http://schemas.openxmlformats.org/officeDocument/2006/relationships/image" Target="../media/image1976.png"/><Relationship Id="rId5" Type="http://schemas.openxmlformats.org/officeDocument/2006/relationships/image" Target="../media/image18110.png"/><Relationship Id="rId181" Type="http://schemas.openxmlformats.org/officeDocument/2006/relationships/image" Target="../media/image1899.png"/><Relationship Id="rId237" Type="http://schemas.openxmlformats.org/officeDocument/2006/relationships/image" Target="../media/image1927.png"/><Relationship Id="rId279" Type="http://schemas.openxmlformats.org/officeDocument/2006/relationships/image" Target="../media/image1948.png"/><Relationship Id="rId43" Type="http://schemas.openxmlformats.org/officeDocument/2006/relationships/image" Target="../media/image18300.png"/><Relationship Id="rId139" Type="http://schemas.openxmlformats.org/officeDocument/2006/relationships/image" Target="../media/image1878.png"/><Relationship Id="rId290" Type="http://schemas.openxmlformats.org/officeDocument/2006/relationships/customXml" Target="../ink/ink2826.xml"/><Relationship Id="rId304" Type="http://schemas.openxmlformats.org/officeDocument/2006/relationships/customXml" Target="../ink/ink2833.xml"/><Relationship Id="rId346" Type="http://schemas.openxmlformats.org/officeDocument/2006/relationships/customXml" Target="../ink/ink2854.xml"/><Relationship Id="rId85" Type="http://schemas.openxmlformats.org/officeDocument/2006/relationships/image" Target="../media/image18510.png"/><Relationship Id="rId150" Type="http://schemas.openxmlformats.org/officeDocument/2006/relationships/customXml" Target="../ink/ink2756.xml"/><Relationship Id="rId192" Type="http://schemas.openxmlformats.org/officeDocument/2006/relationships/customXml" Target="../ink/ink2777.xml"/><Relationship Id="rId206" Type="http://schemas.openxmlformats.org/officeDocument/2006/relationships/customXml" Target="../ink/ink2784.xml"/><Relationship Id="rId248" Type="http://schemas.openxmlformats.org/officeDocument/2006/relationships/customXml" Target="../ink/ink2805.xml"/><Relationship Id="rId12" Type="http://schemas.openxmlformats.org/officeDocument/2006/relationships/customXml" Target="../ink/ink2687.xml"/><Relationship Id="rId108" Type="http://schemas.openxmlformats.org/officeDocument/2006/relationships/customXml" Target="../ink/ink2735.xml"/><Relationship Id="rId315" Type="http://schemas.openxmlformats.org/officeDocument/2006/relationships/image" Target="../media/image1966.png"/><Relationship Id="rId357" Type="http://schemas.openxmlformats.org/officeDocument/2006/relationships/image" Target="../media/image1987.png"/><Relationship Id="rId54" Type="http://schemas.openxmlformats.org/officeDocument/2006/relationships/customXml" Target="../ink/ink2708.xml"/><Relationship Id="rId96" Type="http://schemas.openxmlformats.org/officeDocument/2006/relationships/customXml" Target="../ink/ink2729.xml"/><Relationship Id="rId161" Type="http://schemas.openxmlformats.org/officeDocument/2006/relationships/image" Target="../media/image1889.png"/><Relationship Id="rId217" Type="http://schemas.openxmlformats.org/officeDocument/2006/relationships/image" Target="../media/image1917.png"/><Relationship Id="rId259" Type="http://schemas.openxmlformats.org/officeDocument/2006/relationships/image" Target="../media/image1938.png"/><Relationship Id="rId23" Type="http://schemas.openxmlformats.org/officeDocument/2006/relationships/image" Target="../media/image18200.png"/><Relationship Id="rId119" Type="http://schemas.openxmlformats.org/officeDocument/2006/relationships/image" Target="../media/image1868.png"/><Relationship Id="rId270" Type="http://schemas.openxmlformats.org/officeDocument/2006/relationships/customXml" Target="../ink/ink2816.xml"/><Relationship Id="rId326" Type="http://schemas.openxmlformats.org/officeDocument/2006/relationships/customXml" Target="../ink/ink2844.xml"/><Relationship Id="rId65" Type="http://schemas.openxmlformats.org/officeDocument/2006/relationships/image" Target="../media/image18410.png"/><Relationship Id="rId130" Type="http://schemas.openxmlformats.org/officeDocument/2006/relationships/customXml" Target="../ink/ink2746.xml"/><Relationship Id="rId172" Type="http://schemas.openxmlformats.org/officeDocument/2006/relationships/customXml" Target="../ink/ink2767.xml"/><Relationship Id="rId228" Type="http://schemas.openxmlformats.org/officeDocument/2006/relationships/customXml" Target="../ink/ink2795.xml"/><Relationship Id="rId281" Type="http://schemas.openxmlformats.org/officeDocument/2006/relationships/image" Target="../media/image1949.png"/><Relationship Id="rId337" Type="http://schemas.openxmlformats.org/officeDocument/2006/relationships/image" Target="../media/image1977.png"/><Relationship Id="rId34" Type="http://schemas.openxmlformats.org/officeDocument/2006/relationships/customXml" Target="../ink/ink2698.xml"/><Relationship Id="rId76" Type="http://schemas.openxmlformats.org/officeDocument/2006/relationships/customXml" Target="../ink/ink2719.xml"/><Relationship Id="rId141" Type="http://schemas.openxmlformats.org/officeDocument/2006/relationships/image" Target="../media/image1879.png"/><Relationship Id="rId7" Type="http://schemas.openxmlformats.org/officeDocument/2006/relationships/image" Target="../media/image18120.png"/><Relationship Id="rId183" Type="http://schemas.openxmlformats.org/officeDocument/2006/relationships/image" Target="../media/image1900.png"/><Relationship Id="rId239" Type="http://schemas.openxmlformats.org/officeDocument/2006/relationships/image" Target="../media/image1928.png"/><Relationship Id="rId250" Type="http://schemas.openxmlformats.org/officeDocument/2006/relationships/customXml" Target="../ink/ink2806.xml"/><Relationship Id="rId292" Type="http://schemas.openxmlformats.org/officeDocument/2006/relationships/customXml" Target="../ink/ink2827.xml"/><Relationship Id="rId306" Type="http://schemas.openxmlformats.org/officeDocument/2006/relationships/customXml" Target="../ink/ink2834.xml"/><Relationship Id="rId45" Type="http://schemas.openxmlformats.org/officeDocument/2006/relationships/image" Target="../media/image18310.png"/><Relationship Id="rId87" Type="http://schemas.openxmlformats.org/officeDocument/2006/relationships/image" Target="../media/image18520.png"/><Relationship Id="rId110" Type="http://schemas.openxmlformats.org/officeDocument/2006/relationships/customXml" Target="../ink/ink2736.xml"/><Relationship Id="rId348" Type="http://schemas.openxmlformats.org/officeDocument/2006/relationships/customXml" Target="../ink/ink2855.xml"/><Relationship Id="rId152" Type="http://schemas.openxmlformats.org/officeDocument/2006/relationships/customXml" Target="../ink/ink2757.xml"/><Relationship Id="rId194" Type="http://schemas.openxmlformats.org/officeDocument/2006/relationships/customXml" Target="../ink/ink2778.xml"/><Relationship Id="rId208" Type="http://schemas.openxmlformats.org/officeDocument/2006/relationships/customXml" Target="../ink/ink2785.xml"/><Relationship Id="rId261" Type="http://schemas.openxmlformats.org/officeDocument/2006/relationships/image" Target="../media/image1939.png"/><Relationship Id="rId14" Type="http://schemas.openxmlformats.org/officeDocument/2006/relationships/customXml" Target="../ink/ink2688.xml"/><Relationship Id="rId56" Type="http://schemas.openxmlformats.org/officeDocument/2006/relationships/customXml" Target="../ink/ink2709.xml"/><Relationship Id="rId317" Type="http://schemas.openxmlformats.org/officeDocument/2006/relationships/image" Target="../media/image1967.png"/><Relationship Id="rId359" Type="http://schemas.openxmlformats.org/officeDocument/2006/relationships/image" Target="../media/image1988.png"/><Relationship Id="rId98" Type="http://schemas.openxmlformats.org/officeDocument/2006/relationships/customXml" Target="../ink/ink2730.xml"/><Relationship Id="rId121" Type="http://schemas.openxmlformats.org/officeDocument/2006/relationships/image" Target="../media/image1869.png"/><Relationship Id="rId163" Type="http://schemas.openxmlformats.org/officeDocument/2006/relationships/image" Target="../media/image1890.png"/><Relationship Id="rId219" Type="http://schemas.openxmlformats.org/officeDocument/2006/relationships/image" Target="../media/image1918.png"/><Relationship Id="rId230" Type="http://schemas.openxmlformats.org/officeDocument/2006/relationships/customXml" Target="../ink/ink2796.xml"/><Relationship Id="rId25" Type="http://schemas.openxmlformats.org/officeDocument/2006/relationships/image" Target="../media/image18210.png"/><Relationship Id="rId67" Type="http://schemas.openxmlformats.org/officeDocument/2006/relationships/image" Target="../media/image18420.png"/><Relationship Id="rId272" Type="http://schemas.openxmlformats.org/officeDocument/2006/relationships/customXml" Target="../ink/ink2817.xml"/><Relationship Id="rId328" Type="http://schemas.openxmlformats.org/officeDocument/2006/relationships/customXml" Target="../ink/ink2845.xml"/><Relationship Id="rId88" Type="http://schemas.openxmlformats.org/officeDocument/2006/relationships/customXml" Target="../ink/ink2725.xml"/><Relationship Id="rId111" Type="http://schemas.openxmlformats.org/officeDocument/2006/relationships/image" Target="../media/image1864.png"/><Relationship Id="rId132" Type="http://schemas.openxmlformats.org/officeDocument/2006/relationships/customXml" Target="../ink/ink2747.xml"/><Relationship Id="rId153" Type="http://schemas.openxmlformats.org/officeDocument/2006/relationships/image" Target="../media/image1885.png"/><Relationship Id="rId174" Type="http://schemas.openxmlformats.org/officeDocument/2006/relationships/customXml" Target="../ink/ink2768.xml"/><Relationship Id="rId195" Type="http://schemas.openxmlformats.org/officeDocument/2006/relationships/image" Target="../media/image1906.png"/><Relationship Id="rId209" Type="http://schemas.openxmlformats.org/officeDocument/2006/relationships/image" Target="../media/image1913.png"/><Relationship Id="rId360" Type="http://schemas.openxmlformats.org/officeDocument/2006/relationships/customXml" Target="../ink/ink2861.xml"/><Relationship Id="rId220" Type="http://schemas.openxmlformats.org/officeDocument/2006/relationships/customXml" Target="../ink/ink2791.xml"/><Relationship Id="rId241" Type="http://schemas.openxmlformats.org/officeDocument/2006/relationships/image" Target="../media/image1929.png"/><Relationship Id="rId15" Type="http://schemas.openxmlformats.org/officeDocument/2006/relationships/image" Target="../media/image18160.png"/><Relationship Id="rId36" Type="http://schemas.openxmlformats.org/officeDocument/2006/relationships/customXml" Target="../ink/ink2699.xml"/><Relationship Id="rId57" Type="http://schemas.openxmlformats.org/officeDocument/2006/relationships/image" Target="../media/image18370.png"/><Relationship Id="rId262" Type="http://schemas.openxmlformats.org/officeDocument/2006/relationships/customXml" Target="../ink/ink2812.xml"/><Relationship Id="rId283" Type="http://schemas.openxmlformats.org/officeDocument/2006/relationships/image" Target="../media/image1950.png"/><Relationship Id="rId318" Type="http://schemas.openxmlformats.org/officeDocument/2006/relationships/customXml" Target="../ink/ink2840.xml"/><Relationship Id="rId339" Type="http://schemas.openxmlformats.org/officeDocument/2006/relationships/image" Target="../media/image1978.png"/><Relationship Id="rId78" Type="http://schemas.openxmlformats.org/officeDocument/2006/relationships/customXml" Target="../ink/ink2720.xml"/><Relationship Id="rId99" Type="http://schemas.openxmlformats.org/officeDocument/2006/relationships/image" Target="../media/image18580.png"/><Relationship Id="rId101" Type="http://schemas.openxmlformats.org/officeDocument/2006/relationships/image" Target="../media/image18590.png"/><Relationship Id="rId122" Type="http://schemas.openxmlformats.org/officeDocument/2006/relationships/customXml" Target="../ink/ink2742.xml"/><Relationship Id="rId143" Type="http://schemas.openxmlformats.org/officeDocument/2006/relationships/image" Target="../media/image1880.png"/><Relationship Id="rId164" Type="http://schemas.openxmlformats.org/officeDocument/2006/relationships/customXml" Target="../ink/ink2763.xml"/><Relationship Id="rId185" Type="http://schemas.openxmlformats.org/officeDocument/2006/relationships/image" Target="../media/image1901.png"/><Relationship Id="rId350" Type="http://schemas.openxmlformats.org/officeDocument/2006/relationships/customXml" Target="../ink/ink2856.xml"/><Relationship Id="rId9" Type="http://schemas.openxmlformats.org/officeDocument/2006/relationships/image" Target="../media/image18130.png"/><Relationship Id="rId210" Type="http://schemas.openxmlformats.org/officeDocument/2006/relationships/customXml" Target="../ink/ink2786.xml"/><Relationship Id="rId26" Type="http://schemas.openxmlformats.org/officeDocument/2006/relationships/customXml" Target="../ink/ink2694.xml"/><Relationship Id="rId231" Type="http://schemas.openxmlformats.org/officeDocument/2006/relationships/image" Target="../media/image1924.png"/><Relationship Id="rId252" Type="http://schemas.openxmlformats.org/officeDocument/2006/relationships/customXml" Target="../ink/ink2807.xml"/><Relationship Id="rId273" Type="http://schemas.openxmlformats.org/officeDocument/2006/relationships/image" Target="../media/image1945.png"/><Relationship Id="rId294" Type="http://schemas.openxmlformats.org/officeDocument/2006/relationships/customXml" Target="../ink/ink2828.xml"/><Relationship Id="rId308" Type="http://schemas.openxmlformats.org/officeDocument/2006/relationships/customXml" Target="../ink/ink2835.xml"/><Relationship Id="rId329" Type="http://schemas.openxmlformats.org/officeDocument/2006/relationships/image" Target="../media/image1973.png"/><Relationship Id="rId47" Type="http://schemas.openxmlformats.org/officeDocument/2006/relationships/image" Target="../media/image18320.png"/><Relationship Id="rId68" Type="http://schemas.openxmlformats.org/officeDocument/2006/relationships/customXml" Target="../ink/ink2715.xml"/><Relationship Id="rId89" Type="http://schemas.openxmlformats.org/officeDocument/2006/relationships/image" Target="../media/image18530.png"/><Relationship Id="rId112" Type="http://schemas.openxmlformats.org/officeDocument/2006/relationships/customXml" Target="../ink/ink2737.xml"/><Relationship Id="rId133" Type="http://schemas.openxmlformats.org/officeDocument/2006/relationships/image" Target="../media/image1875.png"/><Relationship Id="rId154" Type="http://schemas.openxmlformats.org/officeDocument/2006/relationships/customXml" Target="../ink/ink2758.xml"/><Relationship Id="rId175" Type="http://schemas.openxmlformats.org/officeDocument/2006/relationships/image" Target="../media/image1896.png"/><Relationship Id="rId340" Type="http://schemas.openxmlformats.org/officeDocument/2006/relationships/customXml" Target="../ink/ink2851.xml"/><Relationship Id="rId361" Type="http://schemas.openxmlformats.org/officeDocument/2006/relationships/image" Target="../media/image1989.png"/><Relationship Id="rId196" Type="http://schemas.openxmlformats.org/officeDocument/2006/relationships/customXml" Target="../ink/ink2779.xml"/><Relationship Id="rId200" Type="http://schemas.openxmlformats.org/officeDocument/2006/relationships/customXml" Target="../ink/ink2781.xml"/><Relationship Id="rId16" Type="http://schemas.openxmlformats.org/officeDocument/2006/relationships/customXml" Target="../ink/ink2689.xml"/><Relationship Id="rId221" Type="http://schemas.openxmlformats.org/officeDocument/2006/relationships/image" Target="../media/image1919.png"/><Relationship Id="rId242" Type="http://schemas.openxmlformats.org/officeDocument/2006/relationships/customXml" Target="../ink/ink2802.xml"/><Relationship Id="rId263" Type="http://schemas.openxmlformats.org/officeDocument/2006/relationships/image" Target="../media/image1940.png"/><Relationship Id="rId284" Type="http://schemas.openxmlformats.org/officeDocument/2006/relationships/customXml" Target="../ink/ink2823.xml"/><Relationship Id="rId319" Type="http://schemas.openxmlformats.org/officeDocument/2006/relationships/image" Target="../media/image1968.png"/><Relationship Id="rId37" Type="http://schemas.openxmlformats.org/officeDocument/2006/relationships/image" Target="../media/image18270.png"/><Relationship Id="rId58" Type="http://schemas.openxmlformats.org/officeDocument/2006/relationships/customXml" Target="../ink/ink2710.xml"/><Relationship Id="rId79" Type="http://schemas.openxmlformats.org/officeDocument/2006/relationships/image" Target="../media/image18480.png"/><Relationship Id="rId102" Type="http://schemas.openxmlformats.org/officeDocument/2006/relationships/customXml" Target="../ink/ink2732.xml"/><Relationship Id="rId123" Type="http://schemas.openxmlformats.org/officeDocument/2006/relationships/image" Target="../media/image1870.png"/><Relationship Id="rId144" Type="http://schemas.openxmlformats.org/officeDocument/2006/relationships/customXml" Target="../ink/ink2753.xml"/><Relationship Id="rId330" Type="http://schemas.openxmlformats.org/officeDocument/2006/relationships/customXml" Target="../ink/ink2846.xml"/><Relationship Id="rId90" Type="http://schemas.openxmlformats.org/officeDocument/2006/relationships/customXml" Target="../ink/ink2726.xml"/><Relationship Id="rId165" Type="http://schemas.openxmlformats.org/officeDocument/2006/relationships/image" Target="../media/image1891.png"/><Relationship Id="rId186" Type="http://schemas.openxmlformats.org/officeDocument/2006/relationships/customXml" Target="../ink/ink2774.xml"/><Relationship Id="rId351" Type="http://schemas.openxmlformats.org/officeDocument/2006/relationships/image" Target="../media/image1984.png"/><Relationship Id="rId211" Type="http://schemas.openxmlformats.org/officeDocument/2006/relationships/image" Target="../media/image1914.png"/><Relationship Id="rId232" Type="http://schemas.openxmlformats.org/officeDocument/2006/relationships/customXml" Target="../ink/ink2797.xml"/><Relationship Id="rId253" Type="http://schemas.openxmlformats.org/officeDocument/2006/relationships/image" Target="../media/image1935.png"/><Relationship Id="rId274" Type="http://schemas.openxmlformats.org/officeDocument/2006/relationships/customXml" Target="../ink/ink2818.xml"/><Relationship Id="rId295" Type="http://schemas.openxmlformats.org/officeDocument/2006/relationships/image" Target="../media/image1956.png"/><Relationship Id="rId309" Type="http://schemas.openxmlformats.org/officeDocument/2006/relationships/image" Target="../media/image1963.png"/><Relationship Id="rId27" Type="http://schemas.openxmlformats.org/officeDocument/2006/relationships/image" Target="../media/image18220.png"/><Relationship Id="rId48" Type="http://schemas.openxmlformats.org/officeDocument/2006/relationships/customXml" Target="../ink/ink2705.xml"/><Relationship Id="rId69" Type="http://schemas.openxmlformats.org/officeDocument/2006/relationships/image" Target="../media/image18430.png"/><Relationship Id="rId113" Type="http://schemas.openxmlformats.org/officeDocument/2006/relationships/image" Target="../media/image1865.png"/><Relationship Id="rId134" Type="http://schemas.openxmlformats.org/officeDocument/2006/relationships/customXml" Target="../ink/ink2748.xml"/><Relationship Id="rId320" Type="http://schemas.openxmlformats.org/officeDocument/2006/relationships/customXml" Target="../ink/ink2841.xml"/><Relationship Id="rId80" Type="http://schemas.openxmlformats.org/officeDocument/2006/relationships/customXml" Target="../ink/ink2721.xml"/><Relationship Id="rId155" Type="http://schemas.openxmlformats.org/officeDocument/2006/relationships/image" Target="../media/image1886.png"/><Relationship Id="rId176" Type="http://schemas.openxmlformats.org/officeDocument/2006/relationships/customXml" Target="../ink/ink2769.xml"/><Relationship Id="rId197" Type="http://schemas.openxmlformats.org/officeDocument/2006/relationships/image" Target="../media/image1907.png"/><Relationship Id="rId341" Type="http://schemas.openxmlformats.org/officeDocument/2006/relationships/image" Target="../media/image1979.png"/><Relationship Id="rId201" Type="http://schemas.openxmlformats.org/officeDocument/2006/relationships/image" Target="../media/image1909.png"/><Relationship Id="rId222" Type="http://schemas.openxmlformats.org/officeDocument/2006/relationships/customXml" Target="../ink/ink2792.xml"/><Relationship Id="rId243" Type="http://schemas.openxmlformats.org/officeDocument/2006/relationships/image" Target="../media/image1930.png"/><Relationship Id="rId264" Type="http://schemas.openxmlformats.org/officeDocument/2006/relationships/customXml" Target="../ink/ink2813.xml"/><Relationship Id="rId285" Type="http://schemas.openxmlformats.org/officeDocument/2006/relationships/image" Target="../media/image1951.png"/><Relationship Id="rId17" Type="http://schemas.openxmlformats.org/officeDocument/2006/relationships/image" Target="../media/image18170.png"/><Relationship Id="rId38" Type="http://schemas.openxmlformats.org/officeDocument/2006/relationships/customXml" Target="../ink/ink2700.xml"/><Relationship Id="rId59" Type="http://schemas.openxmlformats.org/officeDocument/2006/relationships/image" Target="../media/image18380.png"/><Relationship Id="rId103" Type="http://schemas.openxmlformats.org/officeDocument/2006/relationships/image" Target="../media/image1860.png"/><Relationship Id="rId124" Type="http://schemas.openxmlformats.org/officeDocument/2006/relationships/customXml" Target="../ink/ink2743.xml"/><Relationship Id="rId310" Type="http://schemas.openxmlformats.org/officeDocument/2006/relationships/customXml" Target="../ink/ink2836.xml"/><Relationship Id="rId70" Type="http://schemas.openxmlformats.org/officeDocument/2006/relationships/customXml" Target="../ink/ink2716.xml"/><Relationship Id="rId91" Type="http://schemas.openxmlformats.org/officeDocument/2006/relationships/image" Target="../media/image18540.png"/><Relationship Id="rId145" Type="http://schemas.openxmlformats.org/officeDocument/2006/relationships/image" Target="../media/image1881.png"/><Relationship Id="rId166" Type="http://schemas.openxmlformats.org/officeDocument/2006/relationships/customXml" Target="../ink/ink2764.xml"/><Relationship Id="rId187" Type="http://schemas.openxmlformats.org/officeDocument/2006/relationships/image" Target="../media/image1902.png"/><Relationship Id="rId331" Type="http://schemas.openxmlformats.org/officeDocument/2006/relationships/image" Target="../media/image1974.png"/><Relationship Id="rId352" Type="http://schemas.openxmlformats.org/officeDocument/2006/relationships/customXml" Target="../ink/ink285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87.xml"/><Relationship Id="rId233" Type="http://schemas.openxmlformats.org/officeDocument/2006/relationships/image" Target="../media/image1925.png"/><Relationship Id="rId254" Type="http://schemas.openxmlformats.org/officeDocument/2006/relationships/customXml" Target="../ink/ink2808.xml"/><Relationship Id="rId28" Type="http://schemas.openxmlformats.org/officeDocument/2006/relationships/customXml" Target="../ink/ink2695.xml"/><Relationship Id="rId49" Type="http://schemas.openxmlformats.org/officeDocument/2006/relationships/image" Target="../media/image18330.png"/><Relationship Id="rId114" Type="http://schemas.openxmlformats.org/officeDocument/2006/relationships/customXml" Target="../ink/ink2738.xml"/><Relationship Id="rId275" Type="http://schemas.openxmlformats.org/officeDocument/2006/relationships/image" Target="../media/image1946.png"/><Relationship Id="rId296" Type="http://schemas.openxmlformats.org/officeDocument/2006/relationships/customXml" Target="../ink/ink2829.xml"/><Relationship Id="rId300" Type="http://schemas.openxmlformats.org/officeDocument/2006/relationships/customXml" Target="../ink/ink2831.xml"/><Relationship Id="rId60" Type="http://schemas.openxmlformats.org/officeDocument/2006/relationships/customXml" Target="../ink/ink2711.xml"/><Relationship Id="rId81" Type="http://schemas.openxmlformats.org/officeDocument/2006/relationships/image" Target="../media/image18490.png"/><Relationship Id="rId135" Type="http://schemas.openxmlformats.org/officeDocument/2006/relationships/image" Target="../media/image1876.png"/><Relationship Id="rId156" Type="http://schemas.openxmlformats.org/officeDocument/2006/relationships/customXml" Target="../ink/ink2759.xml"/><Relationship Id="rId177" Type="http://schemas.openxmlformats.org/officeDocument/2006/relationships/image" Target="../media/image1897.png"/><Relationship Id="rId198" Type="http://schemas.openxmlformats.org/officeDocument/2006/relationships/customXml" Target="../ink/ink2780.xml"/><Relationship Id="rId321" Type="http://schemas.openxmlformats.org/officeDocument/2006/relationships/image" Target="../media/image1969.png"/><Relationship Id="rId342" Type="http://schemas.openxmlformats.org/officeDocument/2006/relationships/customXml" Target="../ink/ink2852.xml"/><Relationship Id="rId202" Type="http://schemas.openxmlformats.org/officeDocument/2006/relationships/customXml" Target="../ink/ink2782.xml"/><Relationship Id="rId223" Type="http://schemas.openxmlformats.org/officeDocument/2006/relationships/image" Target="../media/image1920.png"/><Relationship Id="rId244" Type="http://schemas.openxmlformats.org/officeDocument/2006/relationships/customXml" Target="../ink/ink2803.xml"/><Relationship Id="rId18" Type="http://schemas.openxmlformats.org/officeDocument/2006/relationships/customXml" Target="../ink/ink2690.xml"/><Relationship Id="rId39" Type="http://schemas.openxmlformats.org/officeDocument/2006/relationships/image" Target="../media/image18280.png"/><Relationship Id="rId265" Type="http://schemas.openxmlformats.org/officeDocument/2006/relationships/image" Target="../media/image1941.png"/><Relationship Id="rId286" Type="http://schemas.openxmlformats.org/officeDocument/2006/relationships/customXml" Target="../ink/ink2824.xml"/><Relationship Id="rId50" Type="http://schemas.openxmlformats.org/officeDocument/2006/relationships/customXml" Target="../ink/ink2706.xml"/><Relationship Id="rId104" Type="http://schemas.openxmlformats.org/officeDocument/2006/relationships/customXml" Target="../ink/ink2733.xml"/><Relationship Id="rId125" Type="http://schemas.openxmlformats.org/officeDocument/2006/relationships/image" Target="../media/image1871.png"/><Relationship Id="rId146" Type="http://schemas.openxmlformats.org/officeDocument/2006/relationships/customXml" Target="../ink/ink2754.xml"/><Relationship Id="rId167" Type="http://schemas.openxmlformats.org/officeDocument/2006/relationships/image" Target="../media/image1892.png"/><Relationship Id="rId188" Type="http://schemas.openxmlformats.org/officeDocument/2006/relationships/customXml" Target="../ink/ink2775.xml"/><Relationship Id="rId311" Type="http://schemas.openxmlformats.org/officeDocument/2006/relationships/image" Target="../media/image1964.png"/><Relationship Id="rId332" Type="http://schemas.openxmlformats.org/officeDocument/2006/relationships/customXml" Target="../ink/ink2847.xml"/><Relationship Id="rId353" Type="http://schemas.openxmlformats.org/officeDocument/2006/relationships/image" Target="../media/image1985.png"/><Relationship Id="rId71" Type="http://schemas.openxmlformats.org/officeDocument/2006/relationships/image" Target="../media/image18440.png"/><Relationship Id="rId92" Type="http://schemas.openxmlformats.org/officeDocument/2006/relationships/customXml" Target="../ink/ink2727.xml"/><Relationship Id="rId213" Type="http://schemas.openxmlformats.org/officeDocument/2006/relationships/image" Target="../media/image1915.png"/><Relationship Id="rId234" Type="http://schemas.openxmlformats.org/officeDocument/2006/relationships/customXml" Target="../ink/ink2798.xml"/><Relationship Id="rId2" Type="http://schemas.openxmlformats.org/officeDocument/2006/relationships/customXml" Target="../ink/ink2682.xml"/><Relationship Id="rId29" Type="http://schemas.openxmlformats.org/officeDocument/2006/relationships/image" Target="../media/image18230.png"/><Relationship Id="rId255" Type="http://schemas.openxmlformats.org/officeDocument/2006/relationships/image" Target="../media/image1936.png"/><Relationship Id="rId276" Type="http://schemas.openxmlformats.org/officeDocument/2006/relationships/customXml" Target="../ink/ink2819.xml"/><Relationship Id="rId297" Type="http://schemas.openxmlformats.org/officeDocument/2006/relationships/image" Target="../media/image1957.png"/><Relationship Id="rId40" Type="http://schemas.openxmlformats.org/officeDocument/2006/relationships/customXml" Target="../ink/ink2701.xml"/><Relationship Id="rId115" Type="http://schemas.openxmlformats.org/officeDocument/2006/relationships/image" Target="../media/image1866.png"/><Relationship Id="rId136" Type="http://schemas.openxmlformats.org/officeDocument/2006/relationships/customXml" Target="../ink/ink2749.xml"/><Relationship Id="rId157" Type="http://schemas.openxmlformats.org/officeDocument/2006/relationships/image" Target="../media/image1887.png"/><Relationship Id="rId178" Type="http://schemas.openxmlformats.org/officeDocument/2006/relationships/customXml" Target="../ink/ink2770.xml"/><Relationship Id="rId301" Type="http://schemas.openxmlformats.org/officeDocument/2006/relationships/image" Target="../media/image1959.png"/><Relationship Id="rId322" Type="http://schemas.openxmlformats.org/officeDocument/2006/relationships/customXml" Target="../ink/ink2842.xml"/><Relationship Id="rId343" Type="http://schemas.openxmlformats.org/officeDocument/2006/relationships/image" Target="../media/image1980.png"/><Relationship Id="rId61" Type="http://schemas.openxmlformats.org/officeDocument/2006/relationships/image" Target="../media/image18390.png"/><Relationship Id="rId82" Type="http://schemas.openxmlformats.org/officeDocument/2006/relationships/customXml" Target="../ink/ink2722.xml"/><Relationship Id="rId199" Type="http://schemas.openxmlformats.org/officeDocument/2006/relationships/image" Target="../media/image1908.png"/><Relationship Id="rId203" Type="http://schemas.openxmlformats.org/officeDocument/2006/relationships/image" Target="../media/image1910.png"/><Relationship Id="rId19" Type="http://schemas.openxmlformats.org/officeDocument/2006/relationships/image" Target="../media/image18180.png"/><Relationship Id="rId224" Type="http://schemas.openxmlformats.org/officeDocument/2006/relationships/customXml" Target="../ink/ink2793.xml"/><Relationship Id="rId245" Type="http://schemas.openxmlformats.org/officeDocument/2006/relationships/image" Target="../media/image1931.png"/><Relationship Id="rId266" Type="http://schemas.openxmlformats.org/officeDocument/2006/relationships/customXml" Target="../ink/ink2814.xml"/><Relationship Id="rId287" Type="http://schemas.openxmlformats.org/officeDocument/2006/relationships/image" Target="../media/image1952.png"/><Relationship Id="rId30" Type="http://schemas.openxmlformats.org/officeDocument/2006/relationships/customXml" Target="../ink/ink2696.xml"/><Relationship Id="rId105" Type="http://schemas.openxmlformats.org/officeDocument/2006/relationships/image" Target="../media/image1861.png"/><Relationship Id="rId126" Type="http://schemas.openxmlformats.org/officeDocument/2006/relationships/customXml" Target="../ink/ink2744.xml"/><Relationship Id="rId147" Type="http://schemas.openxmlformats.org/officeDocument/2006/relationships/image" Target="../media/image1882.png"/><Relationship Id="rId168" Type="http://schemas.openxmlformats.org/officeDocument/2006/relationships/customXml" Target="../ink/ink2765.xml"/><Relationship Id="rId312" Type="http://schemas.openxmlformats.org/officeDocument/2006/relationships/customXml" Target="../ink/ink2837.xml"/><Relationship Id="rId333" Type="http://schemas.openxmlformats.org/officeDocument/2006/relationships/image" Target="../media/image1975.png"/><Relationship Id="rId354" Type="http://schemas.openxmlformats.org/officeDocument/2006/relationships/customXml" Target="../ink/ink2858.xml"/><Relationship Id="rId51" Type="http://schemas.openxmlformats.org/officeDocument/2006/relationships/image" Target="../media/image18340.png"/><Relationship Id="rId72" Type="http://schemas.openxmlformats.org/officeDocument/2006/relationships/customXml" Target="../ink/ink2717.xml"/><Relationship Id="rId93" Type="http://schemas.openxmlformats.org/officeDocument/2006/relationships/image" Target="../media/image18550.png"/><Relationship Id="rId189" Type="http://schemas.openxmlformats.org/officeDocument/2006/relationships/image" Target="../media/image1903.png"/><Relationship Id="rId3" Type="http://schemas.openxmlformats.org/officeDocument/2006/relationships/image" Target="../media/image18100.png"/><Relationship Id="rId214" Type="http://schemas.openxmlformats.org/officeDocument/2006/relationships/customXml" Target="../ink/ink2788.xml"/><Relationship Id="rId235" Type="http://schemas.openxmlformats.org/officeDocument/2006/relationships/image" Target="../media/image1926.png"/><Relationship Id="rId256" Type="http://schemas.openxmlformats.org/officeDocument/2006/relationships/customXml" Target="../ink/ink2809.xml"/><Relationship Id="rId277" Type="http://schemas.openxmlformats.org/officeDocument/2006/relationships/image" Target="../media/image1947.png"/><Relationship Id="rId298" Type="http://schemas.openxmlformats.org/officeDocument/2006/relationships/customXml" Target="../ink/ink2830.xml"/><Relationship Id="rId116" Type="http://schemas.openxmlformats.org/officeDocument/2006/relationships/customXml" Target="../ink/ink2739.xml"/><Relationship Id="rId137" Type="http://schemas.openxmlformats.org/officeDocument/2006/relationships/image" Target="../media/image1877.png"/><Relationship Id="rId158" Type="http://schemas.openxmlformats.org/officeDocument/2006/relationships/customXml" Target="../ink/ink2760.xml"/><Relationship Id="rId302" Type="http://schemas.openxmlformats.org/officeDocument/2006/relationships/customXml" Target="../ink/ink2832.xml"/><Relationship Id="rId323" Type="http://schemas.openxmlformats.org/officeDocument/2006/relationships/image" Target="../media/image1970.png"/><Relationship Id="rId344" Type="http://schemas.openxmlformats.org/officeDocument/2006/relationships/customXml" Target="../ink/ink2853.xml"/><Relationship Id="rId20" Type="http://schemas.openxmlformats.org/officeDocument/2006/relationships/customXml" Target="../ink/ink2691.xml"/><Relationship Id="rId41" Type="http://schemas.openxmlformats.org/officeDocument/2006/relationships/image" Target="../media/image18290.png"/><Relationship Id="rId62" Type="http://schemas.openxmlformats.org/officeDocument/2006/relationships/customXml" Target="../ink/ink2712.xml"/><Relationship Id="rId83" Type="http://schemas.openxmlformats.org/officeDocument/2006/relationships/image" Target="../media/image18500.png"/><Relationship Id="rId179" Type="http://schemas.openxmlformats.org/officeDocument/2006/relationships/image" Target="../media/image1898.png"/><Relationship Id="rId190" Type="http://schemas.openxmlformats.org/officeDocument/2006/relationships/customXml" Target="../ink/ink2776.xml"/><Relationship Id="rId204" Type="http://schemas.openxmlformats.org/officeDocument/2006/relationships/customXml" Target="../ink/ink2783.xml"/><Relationship Id="rId225" Type="http://schemas.openxmlformats.org/officeDocument/2006/relationships/image" Target="../media/image1921.png"/><Relationship Id="rId246" Type="http://schemas.openxmlformats.org/officeDocument/2006/relationships/customXml" Target="../ink/ink2804.xml"/><Relationship Id="rId267" Type="http://schemas.openxmlformats.org/officeDocument/2006/relationships/image" Target="../media/image1942.png"/><Relationship Id="rId288" Type="http://schemas.openxmlformats.org/officeDocument/2006/relationships/customXml" Target="../ink/ink2825.xml"/><Relationship Id="rId106" Type="http://schemas.openxmlformats.org/officeDocument/2006/relationships/customXml" Target="../ink/ink2734.xml"/><Relationship Id="rId127" Type="http://schemas.openxmlformats.org/officeDocument/2006/relationships/image" Target="../media/image1872.png"/><Relationship Id="rId313" Type="http://schemas.openxmlformats.org/officeDocument/2006/relationships/image" Target="../media/image1965.png"/><Relationship Id="rId10" Type="http://schemas.openxmlformats.org/officeDocument/2006/relationships/customXml" Target="../ink/ink2686.xml"/><Relationship Id="rId31" Type="http://schemas.openxmlformats.org/officeDocument/2006/relationships/image" Target="../media/image18240.png"/><Relationship Id="rId52" Type="http://schemas.openxmlformats.org/officeDocument/2006/relationships/customXml" Target="../ink/ink2707.xml"/><Relationship Id="rId73" Type="http://schemas.openxmlformats.org/officeDocument/2006/relationships/image" Target="../media/image18450.png"/><Relationship Id="rId94" Type="http://schemas.openxmlformats.org/officeDocument/2006/relationships/customXml" Target="../ink/ink2728.xml"/><Relationship Id="rId148" Type="http://schemas.openxmlformats.org/officeDocument/2006/relationships/customXml" Target="../ink/ink2755.xml"/><Relationship Id="rId169" Type="http://schemas.openxmlformats.org/officeDocument/2006/relationships/image" Target="../media/image1893.png"/><Relationship Id="rId334" Type="http://schemas.openxmlformats.org/officeDocument/2006/relationships/customXml" Target="../ink/ink2848.xml"/><Relationship Id="rId355" Type="http://schemas.openxmlformats.org/officeDocument/2006/relationships/image" Target="../media/image1986.png"/><Relationship Id="rId4" Type="http://schemas.openxmlformats.org/officeDocument/2006/relationships/customXml" Target="../ink/ink2683.xml"/><Relationship Id="rId180" Type="http://schemas.openxmlformats.org/officeDocument/2006/relationships/customXml" Target="../ink/ink2771.xml"/><Relationship Id="rId215" Type="http://schemas.openxmlformats.org/officeDocument/2006/relationships/image" Target="../media/image1916.png"/><Relationship Id="rId236" Type="http://schemas.openxmlformats.org/officeDocument/2006/relationships/customXml" Target="../ink/ink2799.xml"/><Relationship Id="rId257" Type="http://schemas.openxmlformats.org/officeDocument/2006/relationships/image" Target="../media/image1937.png"/><Relationship Id="rId278" Type="http://schemas.openxmlformats.org/officeDocument/2006/relationships/customXml" Target="../ink/ink2820.xml"/><Relationship Id="rId303" Type="http://schemas.openxmlformats.org/officeDocument/2006/relationships/image" Target="../media/image1960.png"/><Relationship Id="rId42" Type="http://schemas.openxmlformats.org/officeDocument/2006/relationships/customXml" Target="../ink/ink2702.xml"/><Relationship Id="rId84" Type="http://schemas.openxmlformats.org/officeDocument/2006/relationships/customXml" Target="../ink/ink2723.xml"/><Relationship Id="rId138" Type="http://schemas.openxmlformats.org/officeDocument/2006/relationships/customXml" Target="../ink/ink2750.xml"/><Relationship Id="rId345" Type="http://schemas.openxmlformats.org/officeDocument/2006/relationships/image" Target="../media/image1981.png"/><Relationship Id="rId191" Type="http://schemas.openxmlformats.org/officeDocument/2006/relationships/image" Target="../media/image1904.png"/><Relationship Id="rId205" Type="http://schemas.openxmlformats.org/officeDocument/2006/relationships/image" Target="../media/image1911.png"/><Relationship Id="rId247" Type="http://schemas.openxmlformats.org/officeDocument/2006/relationships/image" Target="../media/image1932.png"/><Relationship Id="rId107" Type="http://schemas.openxmlformats.org/officeDocument/2006/relationships/image" Target="../media/image1862.png"/><Relationship Id="rId289" Type="http://schemas.openxmlformats.org/officeDocument/2006/relationships/image" Target="../media/image1953.png"/><Relationship Id="rId11" Type="http://schemas.openxmlformats.org/officeDocument/2006/relationships/image" Target="../media/image18140.png"/><Relationship Id="rId53" Type="http://schemas.openxmlformats.org/officeDocument/2006/relationships/image" Target="../media/image18350.png"/><Relationship Id="rId149" Type="http://schemas.openxmlformats.org/officeDocument/2006/relationships/image" Target="../media/image1883.png"/><Relationship Id="rId314" Type="http://schemas.openxmlformats.org/officeDocument/2006/relationships/customXml" Target="../ink/ink2838.xml"/><Relationship Id="rId356" Type="http://schemas.openxmlformats.org/officeDocument/2006/relationships/customXml" Target="../ink/ink2859.xml"/><Relationship Id="rId95" Type="http://schemas.openxmlformats.org/officeDocument/2006/relationships/image" Target="../media/image18560.png"/><Relationship Id="rId160" Type="http://schemas.openxmlformats.org/officeDocument/2006/relationships/customXml" Target="../ink/ink2761.xml"/><Relationship Id="rId216" Type="http://schemas.openxmlformats.org/officeDocument/2006/relationships/customXml" Target="../ink/ink2789.xml"/><Relationship Id="rId258" Type="http://schemas.openxmlformats.org/officeDocument/2006/relationships/customXml" Target="../ink/ink2810.xml"/><Relationship Id="rId22" Type="http://schemas.openxmlformats.org/officeDocument/2006/relationships/customXml" Target="../ink/ink2692.xml"/><Relationship Id="rId64" Type="http://schemas.openxmlformats.org/officeDocument/2006/relationships/customXml" Target="../ink/ink2713.xml"/><Relationship Id="rId118" Type="http://schemas.openxmlformats.org/officeDocument/2006/relationships/customXml" Target="../ink/ink2740.xml"/><Relationship Id="rId325" Type="http://schemas.openxmlformats.org/officeDocument/2006/relationships/image" Target="../media/image1971.png"/><Relationship Id="rId171" Type="http://schemas.openxmlformats.org/officeDocument/2006/relationships/image" Target="../media/image1894.png"/><Relationship Id="rId227" Type="http://schemas.openxmlformats.org/officeDocument/2006/relationships/image" Target="../media/image1922.png"/><Relationship Id="rId269" Type="http://schemas.openxmlformats.org/officeDocument/2006/relationships/image" Target="../media/image1943.png"/><Relationship Id="rId33" Type="http://schemas.openxmlformats.org/officeDocument/2006/relationships/image" Target="../media/image18250.png"/><Relationship Id="rId129" Type="http://schemas.openxmlformats.org/officeDocument/2006/relationships/image" Target="../media/image1873.png"/><Relationship Id="rId280" Type="http://schemas.openxmlformats.org/officeDocument/2006/relationships/customXml" Target="../ink/ink2821.xml"/><Relationship Id="rId336" Type="http://schemas.openxmlformats.org/officeDocument/2006/relationships/customXml" Target="../ink/ink2849.xml"/><Relationship Id="rId75" Type="http://schemas.openxmlformats.org/officeDocument/2006/relationships/image" Target="../media/image18460.png"/><Relationship Id="rId140" Type="http://schemas.openxmlformats.org/officeDocument/2006/relationships/customXml" Target="../ink/ink2751.xml"/><Relationship Id="rId182" Type="http://schemas.openxmlformats.org/officeDocument/2006/relationships/customXml" Target="../ink/ink2772.xml"/><Relationship Id="rId6" Type="http://schemas.openxmlformats.org/officeDocument/2006/relationships/customXml" Target="../ink/ink2684.xml"/><Relationship Id="rId238" Type="http://schemas.openxmlformats.org/officeDocument/2006/relationships/customXml" Target="../ink/ink2800.xml"/><Relationship Id="rId291" Type="http://schemas.openxmlformats.org/officeDocument/2006/relationships/image" Target="../media/image1954.png"/><Relationship Id="rId305" Type="http://schemas.openxmlformats.org/officeDocument/2006/relationships/image" Target="../media/image1961.png"/><Relationship Id="rId347" Type="http://schemas.openxmlformats.org/officeDocument/2006/relationships/image" Target="../media/image1982.png"/><Relationship Id="rId44" Type="http://schemas.openxmlformats.org/officeDocument/2006/relationships/customXml" Target="../ink/ink2703.xml"/><Relationship Id="rId86" Type="http://schemas.openxmlformats.org/officeDocument/2006/relationships/customXml" Target="../ink/ink2724.xml"/><Relationship Id="rId151" Type="http://schemas.openxmlformats.org/officeDocument/2006/relationships/image" Target="../media/image1884.png"/><Relationship Id="rId193" Type="http://schemas.openxmlformats.org/officeDocument/2006/relationships/image" Target="../media/image1905.png"/><Relationship Id="rId207" Type="http://schemas.openxmlformats.org/officeDocument/2006/relationships/image" Target="../media/image1912.png"/><Relationship Id="rId249" Type="http://schemas.openxmlformats.org/officeDocument/2006/relationships/image" Target="../media/image1933.png"/><Relationship Id="rId13" Type="http://schemas.openxmlformats.org/officeDocument/2006/relationships/image" Target="../media/image18150.png"/><Relationship Id="rId109" Type="http://schemas.openxmlformats.org/officeDocument/2006/relationships/image" Target="../media/image1863.png"/><Relationship Id="rId260" Type="http://schemas.openxmlformats.org/officeDocument/2006/relationships/customXml" Target="../ink/ink2811.xml"/><Relationship Id="rId316" Type="http://schemas.openxmlformats.org/officeDocument/2006/relationships/customXml" Target="../ink/ink2839.xml"/><Relationship Id="rId55" Type="http://schemas.openxmlformats.org/officeDocument/2006/relationships/image" Target="../media/image18360.png"/><Relationship Id="rId97" Type="http://schemas.openxmlformats.org/officeDocument/2006/relationships/image" Target="../media/image18570.png"/><Relationship Id="rId120" Type="http://schemas.openxmlformats.org/officeDocument/2006/relationships/customXml" Target="../ink/ink2741.xml"/><Relationship Id="rId358" Type="http://schemas.openxmlformats.org/officeDocument/2006/relationships/customXml" Target="../ink/ink2860.xml"/><Relationship Id="rId162" Type="http://schemas.openxmlformats.org/officeDocument/2006/relationships/customXml" Target="../ink/ink2762.xml"/><Relationship Id="rId218" Type="http://schemas.openxmlformats.org/officeDocument/2006/relationships/customXml" Target="../ink/ink2790.xml"/><Relationship Id="rId271" Type="http://schemas.openxmlformats.org/officeDocument/2006/relationships/image" Target="../media/image1944.png"/><Relationship Id="rId24" Type="http://schemas.openxmlformats.org/officeDocument/2006/relationships/customXml" Target="../ink/ink2693.xml"/><Relationship Id="rId66" Type="http://schemas.openxmlformats.org/officeDocument/2006/relationships/customXml" Target="../ink/ink2714.xml"/><Relationship Id="rId131" Type="http://schemas.openxmlformats.org/officeDocument/2006/relationships/image" Target="../media/image1874.png"/><Relationship Id="rId327" Type="http://schemas.openxmlformats.org/officeDocument/2006/relationships/image" Target="../media/image1972.png"/><Relationship Id="rId173" Type="http://schemas.openxmlformats.org/officeDocument/2006/relationships/image" Target="../media/image1895.png"/><Relationship Id="rId229" Type="http://schemas.openxmlformats.org/officeDocument/2006/relationships/image" Target="../media/image1923.png"/><Relationship Id="rId240" Type="http://schemas.openxmlformats.org/officeDocument/2006/relationships/customXml" Target="../ink/ink2801.xml"/><Relationship Id="rId35" Type="http://schemas.openxmlformats.org/officeDocument/2006/relationships/image" Target="../media/image18260.png"/><Relationship Id="rId77" Type="http://schemas.openxmlformats.org/officeDocument/2006/relationships/image" Target="../media/image18470.png"/><Relationship Id="rId100" Type="http://schemas.openxmlformats.org/officeDocument/2006/relationships/customXml" Target="../ink/ink2731.xml"/><Relationship Id="rId282" Type="http://schemas.openxmlformats.org/officeDocument/2006/relationships/customXml" Target="../ink/ink2822.xml"/><Relationship Id="rId338" Type="http://schemas.openxmlformats.org/officeDocument/2006/relationships/customXml" Target="../ink/ink2850.xml"/><Relationship Id="rId8" Type="http://schemas.openxmlformats.org/officeDocument/2006/relationships/customXml" Target="../ink/ink2685.xml"/><Relationship Id="rId142" Type="http://schemas.openxmlformats.org/officeDocument/2006/relationships/customXml" Target="../ink/ink2752.xml"/><Relationship Id="rId184" Type="http://schemas.openxmlformats.org/officeDocument/2006/relationships/customXml" Target="../ink/ink2773.xml"/><Relationship Id="rId251" Type="http://schemas.openxmlformats.org/officeDocument/2006/relationships/image" Target="../media/image1934.png"/><Relationship Id="rId46" Type="http://schemas.openxmlformats.org/officeDocument/2006/relationships/customXml" Target="../ink/ink2704.xml"/><Relationship Id="rId293" Type="http://schemas.openxmlformats.org/officeDocument/2006/relationships/image" Target="../media/image1955.png"/><Relationship Id="rId307" Type="http://schemas.openxmlformats.org/officeDocument/2006/relationships/image" Target="../media/image1962.png"/><Relationship Id="rId349" Type="http://schemas.openxmlformats.org/officeDocument/2006/relationships/image" Target="../media/image1983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47.png"/><Relationship Id="rId671" Type="http://schemas.openxmlformats.org/officeDocument/2006/relationships/image" Target="../media/image2323.png"/><Relationship Id="rId769" Type="http://schemas.openxmlformats.org/officeDocument/2006/relationships/image" Target="../media/image2372.png"/><Relationship Id="rId21" Type="http://schemas.openxmlformats.org/officeDocument/2006/relationships/image" Target="../media/image1999.png"/><Relationship Id="rId324" Type="http://schemas.openxmlformats.org/officeDocument/2006/relationships/customXml" Target="../ink/ink3023.xml"/><Relationship Id="rId531" Type="http://schemas.openxmlformats.org/officeDocument/2006/relationships/image" Target="../media/image2254.png"/><Relationship Id="rId629" Type="http://schemas.openxmlformats.org/officeDocument/2006/relationships/image" Target="../media/image2303.png"/><Relationship Id="rId170" Type="http://schemas.openxmlformats.org/officeDocument/2006/relationships/customXml" Target="../ink/ink2946.xml"/><Relationship Id="rId268" Type="http://schemas.openxmlformats.org/officeDocument/2006/relationships/customXml" Target="../ink/ink2995.xml"/><Relationship Id="rId475" Type="http://schemas.openxmlformats.org/officeDocument/2006/relationships/image" Target="../media/image2226.png"/><Relationship Id="rId682" Type="http://schemas.openxmlformats.org/officeDocument/2006/relationships/customXml" Target="../ink/ink3202.xml"/><Relationship Id="rId32" Type="http://schemas.openxmlformats.org/officeDocument/2006/relationships/customXml" Target="../ink/ink2877.xml"/><Relationship Id="rId128" Type="http://schemas.openxmlformats.org/officeDocument/2006/relationships/customXml" Target="../ink/ink2925.xml"/><Relationship Id="rId335" Type="http://schemas.openxmlformats.org/officeDocument/2006/relationships/image" Target="../media/image2156.png"/><Relationship Id="rId542" Type="http://schemas.openxmlformats.org/officeDocument/2006/relationships/customXml" Target="../ink/ink3132.xml"/><Relationship Id="rId181" Type="http://schemas.openxmlformats.org/officeDocument/2006/relationships/image" Target="../media/image2079.png"/><Relationship Id="rId402" Type="http://schemas.openxmlformats.org/officeDocument/2006/relationships/customXml" Target="../ink/ink3062.xml"/><Relationship Id="rId279" Type="http://schemas.openxmlformats.org/officeDocument/2006/relationships/image" Target="../media/image2128.png"/><Relationship Id="rId486" Type="http://schemas.openxmlformats.org/officeDocument/2006/relationships/customXml" Target="../ink/ink3104.xml"/><Relationship Id="rId693" Type="http://schemas.openxmlformats.org/officeDocument/2006/relationships/image" Target="../media/image2334.png"/><Relationship Id="rId707" Type="http://schemas.openxmlformats.org/officeDocument/2006/relationships/image" Target="../media/image2341.png"/><Relationship Id="rId43" Type="http://schemas.openxmlformats.org/officeDocument/2006/relationships/image" Target="../media/image2010.png"/><Relationship Id="rId139" Type="http://schemas.openxmlformats.org/officeDocument/2006/relationships/image" Target="../media/image2058.png"/><Relationship Id="rId346" Type="http://schemas.openxmlformats.org/officeDocument/2006/relationships/customXml" Target="../ink/ink3034.xml"/><Relationship Id="rId553" Type="http://schemas.openxmlformats.org/officeDocument/2006/relationships/image" Target="../media/image2265.png"/><Relationship Id="rId760" Type="http://schemas.openxmlformats.org/officeDocument/2006/relationships/customXml" Target="../ink/ink3241.xml"/><Relationship Id="rId192" Type="http://schemas.openxmlformats.org/officeDocument/2006/relationships/customXml" Target="../ink/ink2957.xml"/><Relationship Id="rId206" Type="http://schemas.openxmlformats.org/officeDocument/2006/relationships/customXml" Target="../ink/ink2964.xml"/><Relationship Id="rId413" Type="http://schemas.openxmlformats.org/officeDocument/2006/relationships/image" Target="../media/image2195.png"/><Relationship Id="rId497" Type="http://schemas.openxmlformats.org/officeDocument/2006/relationships/image" Target="../media/image2237.png"/><Relationship Id="rId620" Type="http://schemas.openxmlformats.org/officeDocument/2006/relationships/customXml" Target="../ink/ink3171.xml"/><Relationship Id="rId718" Type="http://schemas.openxmlformats.org/officeDocument/2006/relationships/customXml" Target="../ink/ink3220.xml"/><Relationship Id="rId357" Type="http://schemas.openxmlformats.org/officeDocument/2006/relationships/image" Target="../media/image2167.png"/><Relationship Id="rId54" Type="http://schemas.openxmlformats.org/officeDocument/2006/relationships/customXml" Target="../ink/ink2888.xml"/><Relationship Id="rId217" Type="http://schemas.openxmlformats.org/officeDocument/2006/relationships/image" Target="../media/image2097.png"/><Relationship Id="rId564" Type="http://schemas.openxmlformats.org/officeDocument/2006/relationships/customXml" Target="../ink/ink3143.xml"/><Relationship Id="rId771" Type="http://schemas.openxmlformats.org/officeDocument/2006/relationships/image" Target="../media/image2373.png"/><Relationship Id="rId424" Type="http://schemas.openxmlformats.org/officeDocument/2006/relationships/customXml" Target="../ink/ink3073.xml"/><Relationship Id="rId631" Type="http://schemas.openxmlformats.org/officeDocument/2006/relationships/image" Target="../media/image2304.png"/><Relationship Id="rId729" Type="http://schemas.openxmlformats.org/officeDocument/2006/relationships/image" Target="../media/image2352.png"/><Relationship Id="rId270" Type="http://schemas.openxmlformats.org/officeDocument/2006/relationships/customXml" Target="../ink/ink2996.xml"/><Relationship Id="rId65" Type="http://schemas.openxmlformats.org/officeDocument/2006/relationships/image" Target="../media/image2021.png"/><Relationship Id="rId130" Type="http://schemas.openxmlformats.org/officeDocument/2006/relationships/customXml" Target="../ink/ink2926.xml"/><Relationship Id="rId368" Type="http://schemas.openxmlformats.org/officeDocument/2006/relationships/customXml" Target="../ink/ink3045.xml"/><Relationship Id="rId575" Type="http://schemas.openxmlformats.org/officeDocument/2006/relationships/image" Target="../media/image2276.png"/><Relationship Id="rId782" Type="http://schemas.openxmlformats.org/officeDocument/2006/relationships/customXml" Target="../ink/ink3252.xml"/><Relationship Id="rId228" Type="http://schemas.openxmlformats.org/officeDocument/2006/relationships/customXml" Target="../ink/ink2975.xml"/><Relationship Id="rId435" Type="http://schemas.openxmlformats.org/officeDocument/2006/relationships/image" Target="../media/image2206.png"/><Relationship Id="rId642" Type="http://schemas.openxmlformats.org/officeDocument/2006/relationships/customXml" Target="../ink/ink3182.xml"/><Relationship Id="rId281" Type="http://schemas.openxmlformats.org/officeDocument/2006/relationships/image" Target="../media/image2129.png"/><Relationship Id="rId502" Type="http://schemas.openxmlformats.org/officeDocument/2006/relationships/customXml" Target="../ink/ink3112.xml"/><Relationship Id="rId76" Type="http://schemas.openxmlformats.org/officeDocument/2006/relationships/customXml" Target="../ink/ink2899.xml"/><Relationship Id="rId141" Type="http://schemas.openxmlformats.org/officeDocument/2006/relationships/image" Target="../media/image2059.png"/><Relationship Id="rId379" Type="http://schemas.openxmlformats.org/officeDocument/2006/relationships/image" Target="../media/image2178.png"/><Relationship Id="rId586" Type="http://schemas.openxmlformats.org/officeDocument/2006/relationships/customXml" Target="../ink/ink3154.xml"/><Relationship Id="rId793" Type="http://schemas.openxmlformats.org/officeDocument/2006/relationships/image" Target="../media/image2384.png"/><Relationship Id="rId807" Type="http://schemas.openxmlformats.org/officeDocument/2006/relationships/image" Target="../media/image2391.png"/><Relationship Id="rId7" Type="http://schemas.openxmlformats.org/officeDocument/2006/relationships/image" Target="../media/image1992.png"/><Relationship Id="rId239" Type="http://schemas.openxmlformats.org/officeDocument/2006/relationships/image" Target="../media/image2108.png"/><Relationship Id="rId446" Type="http://schemas.openxmlformats.org/officeDocument/2006/relationships/customXml" Target="../ink/ink3084.xml"/><Relationship Id="rId653" Type="http://schemas.openxmlformats.org/officeDocument/2006/relationships/image" Target="../media/image2314.png"/><Relationship Id="rId292" Type="http://schemas.openxmlformats.org/officeDocument/2006/relationships/customXml" Target="../ink/ink3007.xml"/><Relationship Id="rId306" Type="http://schemas.openxmlformats.org/officeDocument/2006/relationships/customXml" Target="../ink/ink3014.xml"/><Relationship Id="rId87" Type="http://schemas.openxmlformats.org/officeDocument/2006/relationships/image" Target="../media/image2032.png"/><Relationship Id="rId513" Type="http://schemas.openxmlformats.org/officeDocument/2006/relationships/image" Target="../media/image2245.png"/><Relationship Id="rId597" Type="http://schemas.openxmlformats.org/officeDocument/2006/relationships/image" Target="../media/image2287.png"/><Relationship Id="rId720" Type="http://schemas.openxmlformats.org/officeDocument/2006/relationships/customXml" Target="../ink/ink3221.xml"/><Relationship Id="rId818" Type="http://schemas.openxmlformats.org/officeDocument/2006/relationships/customXml" Target="../ink/ink3270.xml"/><Relationship Id="rId152" Type="http://schemas.openxmlformats.org/officeDocument/2006/relationships/customXml" Target="../ink/ink2937.xml"/><Relationship Id="rId457" Type="http://schemas.openxmlformats.org/officeDocument/2006/relationships/image" Target="../media/image2217.png"/><Relationship Id="rId664" Type="http://schemas.openxmlformats.org/officeDocument/2006/relationships/customXml" Target="../ink/ink3193.xml"/><Relationship Id="rId14" Type="http://schemas.openxmlformats.org/officeDocument/2006/relationships/customXml" Target="../ink/ink2868.xml"/><Relationship Id="rId317" Type="http://schemas.openxmlformats.org/officeDocument/2006/relationships/image" Target="../media/image2147.png"/><Relationship Id="rId524" Type="http://schemas.openxmlformats.org/officeDocument/2006/relationships/customXml" Target="../ink/ink3123.xml"/><Relationship Id="rId731" Type="http://schemas.openxmlformats.org/officeDocument/2006/relationships/image" Target="../media/image2353.png"/><Relationship Id="rId98" Type="http://schemas.openxmlformats.org/officeDocument/2006/relationships/customXml" Target="../ink/ink2910.xml"/><Relationship Id="rId163" Type="http://schemas.openxmlformats.org/officeDocument/2006/relationships/image" Target="../media/image2070.png"/><Relationship Id="rId370" Type="http://schemas.openxmlformats.org/officeDocument/2006/relationships/customXml" Target="../ink/ink3046.xml"/><Relationship Id="rId230" Type="http://schemas.openxmlformats.org/officeDocument/2006/relationships/customXml" Target="../ink/ink2976.xml"/><Relationship Id="rId468" Type="http://schemas.openxmlformats.org/officeDocument/2006/relationships/customXml" Target="../ink/ink3095.xml"/><Relationship Id="rId675" Type="http://schemas.openxmlformats.org/officeDocument/2006/relationships/image" Target="../media/image2325.png"/><Relationship Id="rId25" Type="http://schemas.openxmlformats.org/officeDocument/2006/relationships/image" Target="../media/image2001.png"/><Relationship Id="rId328" Type="http://schemas.openxmlformats.org/officeDocument/2006/relationships/customXml" Target="../ink/ink3025.xml"/><Relationship Id="rId535" Type="http://schemas.openxmlformats.org/officeDocument/2006/relationships/image" Target="../media/image2256.png"/><Relationship Id="rId742" Type="http://schemas.openxmlformats.org/officeDocument/2006/relationships/customXml" Target="../ink/ink3232.xml"/><Relationship Id="rId174" Type="http://schemas.openxmlformats.org/officeDocument/2006/relationships/customXml" Target="../ink/ink2948.xml"/><Relationship Id="rId381" Type="http://schemas.openxmlformats.org/officeDocument/2006/relationships/image" Target="../media/image2179.png"/><Relationship Id="rId602" Type="http://schemas.openxmlformats.org/officeDocument/2006/relationships/customXml" Target="../ink/ink3162.xml"/><Relationship Id="rId241" Type="http://schemas.openxmlformats.org/officeDocument/2006/relationships/image" Target="../media/image2109.png"/><Relationship Id="rId479" Type="http://schemas.openxmlformats.org/officeDocument/2006/relationships/image" Target="../media/image2228.png"/><Relationship Id="rId686" Type="http://schemas.openxmlformats.org/officeDocument/2006/relationships/customXml" Target="../ink/ink3204.xml"/><Relationship Id="rId36" Type="http://schemas.openxmlformats.org/officeDocument/2006/relationships/customXml" Target="../ink/ink2879.xml"/><Relationship Id="rId339" Type="http://schemas.openxmlformats.org/officeDocument/2006/relationships/image" Target="../media/image2158.png"/><Relationship Id="rId546" Type="http://schemas.openxmlformats.org/officeDocument/2006/relationships/customXml" Target="../ink/ink3134.xml"/><Relationship Id="rId753" Type="http://schemas.openxmlformats.org/officeDocument/2006/relationships/image" Target="../media/image2364.png"/><Relationship Id="rId101" Type="http://schemas.openxmlformats.org/officeDocument/2006/relationships/image" Target="../media/image2039.png"/><Relationship Id="rId185" Type="http://schemas.openxmlformats.org/officeDocument/2006/relationships/image" Target="../media/image2081.png"/><Relationship Id="rId406" Type="http://schemas.openxmlformats.org/officeDocument/2006/relationships/customXml" Target="../ink/ink3064.xml"/><Relationship Id="rId392" Type="http://schemas.openxmlformats.org/officeDocument/2006/relationships/customXml" Target="../ink/ink3057.xml"/><Relationship Id="rId613" Type="http://schemas.openxmlformats.org/officeDocument/2006/relationships/image" Target="../media/image2295.png"/><Relationship Id="rId697" Type="http://schemas.openxmlformats.org/officeDocument/2006/relationships/image" Target="../media/image2336.png"/><Relationship Id="rId820" Type="http://schemas.openxmlformats.org/officeDocument/2006/relationships/customXml" Target="../ink/ink3271.xml"/><Relationship Id="rId252" Type="http://schemas.openxmlformats.org/officeDocument/2006/relationships/customXml" Target="../ink/ink2987.xml"/><Relationship Id="rId47" Type="http://schemas.openxmlformats.org/officeDocument/2006/relationships/image" Target="../media/image2012.png"/><Relationship Id="rId112" Type="http://schemas.openxmlformats.org/officeDocument/2006/relationships/customXml" Target="../ink/ink2917.xml"/><Relationship Id="rId557" Type="http://schemas.openxmlformats.org/officeDocument/2006/relationships/image" Target="../media/image2267.png"/><Relationship Id="rId764" Type="http://schemas.openxmlformats.org/officeDocument/2006/relationships/customXml" Target="../ink/ink3243.xml"/><Relationship Id="rId196" Type="http://schemas.openxmlformats.org/officeDocument/2006/relationships/customXml" Target="../ink/ink2959.xml"/><Relationship Id="rId417" Type="http://schemas.openxmlformats.org/officeDocument/2006/relationships/image" Target="../media/image2197.png"/><Relationship Id="rId624" Type="http://schemas.openxmlformats.org/officeDocument/2006/relationships/customXml" Target="../ink/ink3173.xml"/><Relationship Id="rId263" Type="http://schemas.openxmlformats.org/officeDocument/2006/relationships/image" Target="../media/image2120.png"/><Relationship Id="rId470" Type="http://schemas.openxmlformats.org/officeDocument/2006/relationships/customXml" Target="../ink/ink3096.xml"/><Relationship Id="rId58" Type="http://schemas.openxmlformats.org/officeDocument/2006/relationships/customXml" Target="../ink/ink2890.xml"/><Relationship Id="rId123" Type="http://schemas.openxmlformats.org/officeDocument/2006/relationships/image" Target="../media/image2050.png"/><Relationship Id="rId330" Type="http://schemas.openxmlformats.org/officeDocument/2006/relationships/customXml" Target="../ink/ink3026.xml"/><Relationship Id="rId568" Type="http://schemas.openxmlformats.org/officeDocument/2006/relationships/customXml" Target="../ink/ink3145.xml"/><Relationship Id="rId775" Type="http://schemas.openxmlformats.org/officeDocument/2006/relationships/image" Target="../media/image2375.png"/><Relationship Id="rId428" Type="http://schemas.openxmlformats.org/officeDocument/2006/relationships/customXml" Target="../ink/ink3075.xml"/><Relationship Id="rId635" Type="http://schemas.openxmlformats.org/officeDocument/2006/relationships/image" Target="../media/image2306.png"/><Relationship Id="rId274" Type="http://schemas.openxmlformats.org/officeDocument/2006/relationships/customXml" Target="../ink/ink2998.xml"/><Relationship Id="rId481" Type="http://schemas.openxmlformats.org/officeDocument/2006/relationships/image" Target="../media/image2229.png"/><Relationship Id="rId702" Type="http://schemas.openxmlformats.org/officeDocument/2006/relationships/customXml" Target="../ink/ink3212.xml"/><Relationship Id="rId69" Type="http://schemas.openxmlformats.org/officeDocument/2006/relationships/image" Target="../media/image2023.png"/><Relationship Id="rId134" Type="http://schemas.openxmlformats.org/officeDocument/2006/relationships/customXml" Target="../ink/ink2928.xml"/><Relationship Id="rId579" Type="http://schemas.openxmlformats.org/officeDocument/2006/relationships/image" Target="../media/image2278.png"/><Relationship Id="rId786" Type="http://schemas.openxmlformats.org/officeDocument/2006/relationships/customXml" Target="../ink/ink3254.xml"/><Relationship Id="rId341" Type="http://schemas.openxmlformats.org/officeDocument/2006/relationships/image" Target="../media/image2159.png"/><Relationship Id="rId439" Type="http://schemas.openxmlformats.org/officeDocument/2006/relationships/image" Target="../media/image2208.png"/><Relationship Id="rId646" Type="http://schemas.openxmlformats.org/officeDocument/2006/relationships/customXml" Target="../ink/ink3184.xml"/><Relationship Id="rId201" Type="http://schemas.openxmlformats.org/officeDocument/2006/relationships/image" Target="../media/image2089.png"/><Relationship Id="rId285" Type="http://schemas.openxmlformats.org/officeDocument/2006/relationships/image" Target="../media/image2131.png"/><Relationship Id="rId506" Type="http://schemas.openxmlformats.org/officeDocument/2006/relationships/customXml" Target="../ink/ink3114.xml"/><Relationship Id="rId492" Type="http://schemas.openxmlformats.org/officeDocument/2006/relationships/customXml" Target="../ink/ink3107.xml"/><Relationship Id="rId713" Type="http://schemas.openxmlformats.org/officeDocument/2006/relationships/image" Target="../media/image2344.png"/><Relationship Id="rId797" Type="http://schemas.openxmlformats.org/officeDocument/2006/relationships/image" Target="../media/image2386.png"/><Relationship Id="rId145" Type="http://schemas.openxmlformats.org/officeDocument/2006/relationships/image" Target="../media/image2061.png"/><Relationship Id="rId352" Type="http://schemas.openxmlformats.org/officeDocument/2006/relationships/customXml" Target="../ink/ink3037.xml"/><Relationship Id="rId212" Type="http://schemas.openxmlformats.org/officeDocument/2006/relationships/customXml" Target="../ink/ink2967.xml"/><Relationship Id="rId657" Type="http://schemas.openxmlformats.org/officeDocument/2006/relationships/image" Target="../media/image2316.png"/><Relationship Id="rId296" Type="http://schemas.openxmlformats.org/officeDocument/2006/relationships/customXml" Target="../ink/ink3009.xml"/><Relationship Id="rId517" Type="http://schemas.openxmlformats.org/officeDocument/2006/relationships/image" Target="../media/image2247.png"/><Relationship Id="rId724" Type="http://schemas.openxmlformats.org/officeDocument/2006/relationships/customXml" Target="../ink/ink3223.xml"/><Relationship Id="rId60" Type="http://schemas.openxmlformats.org/officeDocument/2006/relationships/customXml" Target="../ink/ink2891.xml"/><Relationship Id="rId156" Type="http://schemas.openxmlformats.org/officeDocument/2006/relationships/customXml" Target="../ink/ink2939.xml"/><Relationship Id="rId363" Type="http://schemas.openxmlformats.org/officeDocument/2006/relationships/image" Target="../media/image2170.png"/><Relationship Id="rId570" Type="http://schemas.openxmlformats.org/officeDocument/2006/relationships/customXml" Target="../ink/ink3146.xml"/><Relationship Id="rId223" Type="http://schemas.openxmlformats.org/officeDocument/2006/relationships/image" Target="../media/image2100.png"/><Relationship Id="rId430" Type="http://schemas.openxmlformats.org/officeDocument/2006/relationships/customXml" Target="../ink/ink3076.xml"/><Relationship Id="rId668" Type="http://schemas.openxmlformats.org/officeDocument/2006/relationships/customXml" Target="../ink/ink3195.xml"/><Relationship Id="rId18" Type="http://schemas.openxmlformats.org/officeDocument/2006/relationships/customXml" Target="../ink/ink2870.xml"/><Relationship Id="rId528" Type="http://schemas.openxmlformats.org/officeDocument/2006/relationships/customXml" Target="../ink/ink3125.xml"/><Relationship Id="rId735" Type="http://schemas.openxmlformats.org/officeDocument/2006/relationships/image" Target="../media/image2355.png"/><Relationship Id="rId167" Type="http://schemas.openxmlformats.org/officeDocument/2006/relationships/image" Target="../media/image2072.png"/><Relationship Id="rId374" Type="http://schemas.openxmlformats.org/officeDocument/2006/relationships/customXml" Target="../ink/ink3048.xml"/><Relationship Id="rId581" Type="http://schemas.openxmlformats.org/officeDocument/2006/relationships/image" Target="../media/image2279.png"/><Relationship Id="rId71" Type="http://schemas.openxmlformats.org/officeDocument/2006/relationships/image" Target="../media/image2024.png"/><Relationship Id="rId234" Type="http://schemas.openxmlformats.org/officeDocument/2006/relationships/customXml" Target="../ink/ink2978.xml"/><Relationship Id="rId679" Type="http://schemas.openxmlformats.org/officeDocument/2006/relationships/image" Target="../media/image2327.png"/><Relationship Id="rId802" Type="http://schemas.openxmlformats.org/officeDocument/2006/relationships/customXml" Target="../ink/ink3262.xml"/><Relationship Id="rId2" Type="http://schemas.openxmlformats.org/officeDocument/2006/relationships/customXml" Target="../ink/ink2862.xml"/><Relationship Id="rId29" Type="http://schemas.openxmlformats.org/officeDocument/2006/relationships/image" Target="../media/image2003.png"/><Relationship Id="rId441" Type="http://schemas.openxmlformats.org/officeDocument/2006/relationships/image" Target="../media/image2209.png"/><Relationship Id="rId539" Type="http://schemas.openxmlformats.org/officeDocument/2006/relationships/image" Target="../media/image2258.png"/><Relationship Id="rId746" Type="http://schemas.openxmlformats.org/officeDocument/2006/relationships/customXml" Target="../ink/ink3234.xml"/><Relationship Id="rId178" Type="http://schemas.openxmlformats.org/officeDocument/2006/relationships/customXml" Target="../ink/ink2950.xml"/><Relationship Id="rId301" Type="http://schemas.openxmlformats.org/officeDocument/2006/relationships/image" Target="../media/image2139.png"/><Relationship Id="rId82" Type="http://schemas.openxmlformats.org/officeDocument/2006/relationships/customXml" Target="../ink/ink2902.xml"/><Relationship Id="rId385" Type="http://schemas.openxmlformats.org/officeDocument/2006/relationships/image" Target="../media/image2181.png"/><Relationship Id="rId592" Type="http://schemas.openxmlformats.org/officeDocument/2006/relationships/customXml" Target="../ink/ink3157.xml"/><Relationship Id="rId606" Type="http://schemas.openxmlformats.org/officeDocument/2006/relationships/customXml" Target="../ink/ink3164.xml"/><Relationship Id="rId813" Type="http://schemas.openxmlformats.org/officeDocument/2006/relationships/image" Target="../media/image2394.png"/><Relationship Id="rId245" Type="http://schemas.openxmlformats.org/officeDocument/2006/relationships/image" Target="../media/image2111.png"/><Relationship Id="rId452" Type="http://schemas.openxmlformats.org/officeDocument/2006/relationships/customXml" Target="../ink/ink3087.xml"/><Relationship Id="rId105" Type="http://schemas.openxmlformats.org/officeDocument/2006/relationships/image" Target="../media/image2041.png"/><Relationship Id="rId312" Type="http://schemas.openxmlformats.org/officeDocument/2006/relationships/customXml" Target="../ink/ink3017.xml"/><Relationship Id="rId757" Type="http://schemas.openxmlformats.org/officeDocument/2006/relationships/image" Target="../media/image2366.png"/><Relationship Id="rId93" Type="http://schemas.openxmlformats.org/officeDocument/2006/relationships/image" Target="../media/image2035.png"/><Relationship Id="rId189" Type="http://schemas.openxmlformats.org/officeDocument/2006/relationships/image" Target="../media/image2083.png"/><Relationship Id="rId396" Type="http://schemas.openxmlformats.org/officeDocument/2006/relationships/customXml" Target="../ink/ink3059.xml"/><Relationship Id="rId617" Type="http://schemas.openxmlformats.org/officeDocument/2006/relationships/image" Target="../media/image2297.png"/><Relationship Id="rId824" Type="http://schemas.openxmlformats.org/officeDocument/2006/relationships/customXml" Target="../ink/ink3273.xml"/><Relationship Id="rId256" Type="http://schemas.openxmlformats.org/officeDocument/2006/relationships/customXml" Target="../ink/ink2989.xml"/><Relationship Id="rId463" Type="http://schemas.openxmlformats.org/officeDocument/2006/relationships/image" Target="../media/image2220.png"/><Relationship Id="rId670" Type="http://schemas.openxmlformats.org/officeDocument/2006/relationships/customXml" Target="../ink/ink3196.xml"/><Relationship Id="rId116" Type="http://schemas.openxmlformats.org/officeDocument/2006/relationships/customXml" Target="../ink/ink2919.xml"/><Relationship Id="rId323" Type="http://schemas.openxmlformats.org/officeDocument/2006/relationships/image" Target="../media/image2150.png"/><Relationship Id="rId530" Type="http://schemas.openxmlformats.org/officeDocument/2006/relationships/customXml" Target="../ink/ink3126.xml"/><Relationship Id="rId768" Type="http://schemas.openxmlformats.org/officeDocument/2006/relationships/customXml" Target="../ink/ink3245.xml"/><Relationship Id="rId20" Type="http://schemas.openxmlformats.org/officeDocument/2006/relationships/customXml" Target="../ink/ink2871.xml"/><Relationship Id="rId628" Type="http://schemas.openxmlformats.org/officeDocument/2006/relationships/customXml" Target="../ink/ink3175.xml"/><Relationship Id="rId267" Type="http://schemas.openxmlformats.org/officeDocument/2006/relationships/image" Target="../media/image2122.png"/><Relationship Id="rId474" Type="http://schemas.openxmlformats.org/officeDocument/2006/relationships/customXml" Target="../ink/ink3098.xml"/><Relationship Id="rId127" Type="http://schemas.openxmlformats.org/officeDocument/2006/relationships/image" Target="../media/image2052.png"/><Relationship Id="rId681" Type="http://schemas.openxmlformats.org/officeDocument/2006/relationships/image" Target="../media/image2328.png"/><Relationship Id="rId779" Type="http://schemas.openxmlformats.org/officeDocument/2006/relationships/image" Target="../media/image2377.png"/><Relationship Id="rId31" Type="http://schemas.openxmlformats.org/officeDocument/2006/relationships/image" Target="../media/image2004.png"/><Relationship Id="rId334" Type="http://schemas.openxmlformats.org/officeDocument/2006/relationships/customXml" Target="../ink/ink3028.xml"/><Relationship Id="rId541" Type="http://schemas.openxmlformats.org/officeDocument/2006/relationships/image" Target="../media/image2259.png"/><Relationship Id="rId639" Type="http://schemas.openxmlformats.org/officeDocument/2006/relationships/image" Target="../media/image2308.png"/><Relationship Id="rId180" Type="http://schemas.openxmlformats.org/officeDocument/2006/relationships/customXml" Target="../ink/ink2951.xml"/><Relationship Id="rId278" Type="http://schemas.openxmlformats.org/officeDocument/2006/relationships/customXml" Target="../ink/ink3000.xml"/><Relationship Id="rId401" Type="http://schemas.openxmlformats.org/officeDocument/2006/relationships/image" Target="../media/image2189.png"/><Relationship Id="rId485" Type="http://schemas.openxmlformats.org/officeDocument/2006/relationships/image" Target="../media/image2231.png"/><Relationship Id="rId692" Type="http://schemas.openxmlformats.org/officeDocument/2006/relationships/customXml" Target="../ink/ink3207.xml"/><Relationship Id="rId706" Type="http://schemas.openxmlformats.org/officeDocument/2006/relationships/customXml" Target="../ink/ink3214.xml"/><Relationship Id="rId42" Type="http://schemas.openxmlformats.org/officeDocument/2006/relationships/customXml" Target="../ink/ink2882.xml"/><Relationship Id="rId138" Type="http://schemas.openxmlformats.org/officeDocument/2006/relationships/customXml" Target="../ink/ink2930.xml"/><Relationship Id="rId345" Type="http://schemas.openxmlformats.org/officeDocument/2006/relationships/image" Target="../media/image2161.png"/><Relationship Id="rId552" Type="http://schemas.openxmlformats.org/officeDocument/2006/relationships/customXml" Target="../ink/ink3137.xml"/><Relationship Id="rId191" Type="http://schemas.openxmlformats.org/officeDocument/2006/relationships/image" Target="../media/image2084.png"/><Relationship Id="rId205" Type="http://schemas.openxmlformats.org/officeDocument/2006/relationships/image" Target="../media/image2091.png"/><Relationship Id="rId412" Type="http://schemas.openxmlformats.org/officeDocument/2006/relationships/customXml" Target="../ink/ink3067.xml"/><Relationship Id="rId289" Type="http://schemas.openxmlformats.org/officeDocument/2006/relationships/image" Target="../media/image2133.png"/><Relationship Id="rId496" Type="http://schemas.openxmlformats.org/officeDocument/2006/relationships/customXml" Target="../ink/ink3109.xml"/><Relationship Id="rId717" Type="http://schemas.openxmlformats.org/officeDocument/2006/relationships/image" Target="../media/image2346.png"/><Relationship Id="rId53" Type="http://schemas.openxmlformats.org/officeDocument/2006/relationships/image" Target="../media/image2015.png"/><Relationship Id="rId149" Type="http://schemas.openxmlformats.org/officeDocument/2006/relationships/image" Target="../media/image2063.png"/><Relationship Id="rId356" Type="http://schemas.openxmlformats.org/officeDocument/2006/relationships/customXml" Target="../ink/ink3039.xml"/><Relationship Id="rId563" Type="http://schemas.openxmlformats.org/officeDocument/2006/relationships/image" Target="../media/image2270.png"/><Relationship Id="rId770" Type="http://schemas.openxmlformats.org/officeDocument/2006/relationships/customXml" Target="../ink/ink3246.xml"/><Relationship Id="rId216" Type="http://schemas.openxmlformats.org/officeDocument/2006/relationships/customXml" Target="../ink/ink2969.xml"/><Relationship Id="rId423" Type="http://schemas.openxmlformats.org/officeDocument/2006/relationships/image" Target="../media/image2200.png"/><Relationship Id="rId630" Type="http://schemas.openxmlformats.org/officeDocument/2006/relationships/customXml" Target="../ink/ink3176.xml"/><Relationship Id="rId728" Type="http://schemas.openxmlformats.org/officeDocument/2006/relationships/customXml" Target="../ink/ink3225.xml"/><Relationship Id="rId64" Type="http://schemas.openxmlformats.org/officeDocument/2006/relationships/customXml" Target="../ink/ink2893.xml"/><Relationship Id="rId367" Type="http://schemas.openxmlformats.org/officeDocument/2006/relationships/image" Target="../media/image2172.png"/><Relationship Id="rId574" Type="http://schemas.openxmlformats.org/officeDocument/2006/relationships/customXml" Target="../ink/ink3148.xml"/><Relationship Id="rId227" Type="http://schemas.openxmlformats.org/officeDocument/2006/relationships/image" Target="../media/image2102.png"/><Relationship Id="rId781" Type="http://schemas.openxmlformats.org/officeDocument/2006/relationships/image" Target="../media/image2378.png"/><Relationship Id="rId434" Type="http://schemas.openxmlformats.org/officeDocument/2006/relationships/customXml" Target="../ink/ink3078.xml"/><Relationship Id="rId641" Type="http://schemas.openxmlformats.org/officeDocument/2006/relationships/image" Target="../media/image2309.png"/><Relationship Id="rId739" Type="http://schemas.openxmlformats.org/officeDocument/2006/relationships/image" Target="../media/image2357.png"/><Relationship Id="rId280" Type="http://schemas.openxmlformats.org/officeDocument/2006/relationships/customXml" Target="../ink/ink3001.xml"/><Relationship Id="rId501" Type="http://schemas.openxmlformats.org/officeDocument/2006/relationships/image" Target="../media/image2239.png"/><Relationship Id="rId75" Type="http://schemas.openxmlformats.org/officeDocument/2006/relationships/image" Target="../media/image2026.png"/><Relationship Id="rId140" Type="http://schemas.openxmlformats.org/officeDocument/2006/relationships/customXml" Target="../ink/ink2931.xml"/><Relationship Id="rId378" Type="http://schemas.openxmlformats.org/officeDocument/2006/relationships/customXml" Target="../ink/ink3050.xml"/><Relationship Id="rId585" Type="http://schemas.openxmlformats.org/officeDocument/2006/relationships/image" Target="../media/image2281.png"/><Relationship Id="rId792" Type="http://schemas.openxmlformats.org/officeDocument/2006/relationships/customXml" Target="../ink/ink3257.xml"/><Relationship Id="rId806" Type="http://schemas.openxmlformats.org/officeDocument/2006/relationships/customXml" Target="../ink/ink3264.xml"/><Relationship Id="rId6" Type="http://schemas.openxmlformats.org/officeDocument/2006/relationships/customXml" Target="../ink/ink2864.xml"/><Relationship Id="rId238" Type="http://schemas.openxmlformats.org/officeDocument/2006/relationships/customXml" Target="../ink/ink2980.xml"/><Relationship Id="rId445" Type="http://schemas.openxmlformats.org/officeDocument/2006/relationships/image" Target="../media/image2211.png"/><Relationship Id="rId652" Type="http://schemas.openxmlformats.org/officeDocument/2006/relationships/customXml" Target="../ink/ink3187.xml"/><Relationship Id="rId291" Type="http://schemas.openxmlformats.org/officeDocument/2006/relationships/image" Target="../media/image2134.png"/><Relationship Id="rId305" Type="http://schemas.openxmlformats.org/officeDocument/2006/relationships/image" Target="../media/image2141.png"/><Relationship Id="rId512" Type="http://schemas.openxmlformats.org/officeDocument/2006/relationships/customXml" Target="../ink/ink3117.xml"/><Relationship Id="rId86" Type="http://schemas.openxmlformats.org/officeDocument/2006/relationships/customXml" Target="../ink/ink2904.xml"/><Relationship Id="rId151" Type="http://schemas.openxmlformats.org/officeDocument/2006/relationships/image" Target="../media/image2064.png"/><Relationship Id="rId389" Type="http://schemas.openxmlformats.org/officeDocument/2006/relationships/image" Target="../media/image2183.png"/><Relationship Id="rId596" Type="http://schemas.openxmlformats.org/officeDocument/2006/relationships/customXml" Target="../ink/ink3159.xml"/><Relationship Id="rId817" Type="http://schemas.openxmlformats.org/officeDocument/2006/relationships/image" Target="../media/image2396.png"/><Relationship Id="rId193" Type="http://schemas.openxmlformats.org/officeDocument/2006/relationships/image" Target="../media/image2085.png"/><Relationship Id="rId207" Type="http://schemas.openxmlformats.org/officeDocument/2006/relationships/image" Target="../media/image2092.png"/><Relationship Id="rId249" Type="http://schemas.openxmlformats.org/officeDocument/2006/relationships/image" Target="../media/image2113.png"/><Relationship Id="rId414" Type="http://schemas.openxmlformats.org/officeDocument/2006/relationships/customXml" Target="../ink/ink3068.xml"/><Relationship Id="rId456" Type="http://schemas.openxmlformats.org/officeDocument/2006/relationships/customXml" Target="../ink/ink3089.xml"/><Relationship Id="rId498" Type="http://schemas.openxmlformats.org/officeDocument/2006/relationships/customXml" Target="../ink/ink3110.xml"/><Relationship Id="rId621" Type="http://schemas.openxmlformats.org/officeDocument/2006/relationships/image" Target="../media/image2299.png"/><Relationship Id="rId663" Type="http://schemas.openxmlformats.org/officeDocument/2006/relationships/image" Target="../media/image2319.png"/><Relationship Id="rId13" Type="http://schemas.openxmlformats.org/officeDocument/2006/relationships/image" Target="../media/image1995.png"/><Relationship Id="rId109" Type="http://schemas.openxmlformats.org/officeDocument/2006/relationships/image" Target="../media/image2043.png"/><Relationship Id="rId260" Type="http://schemas.openxmlformats.org/officeDocument/2006/relationships/customXml" Target="../ink/ink2991.xml"/><Relationship Id="rId316" Type="http://schemas.openxmlformats.org/officeDocument/2006/relationships/customXml" Target="../ink/ink3019.xml"/><Relationship Id="rId523" Type="http://schemas.openxmlformats.org/officeDocument/2006/relationships/image" Target="../media/image2250.png"/><Relationship Id="rId719" Type="http://schemas.openxmlformats.org/officeDocument/2006/relationships/image" Target="../media/image2347.png"/><Relationship Id="rId55" Type="http://schemas.openxmlformats.org/officeDocument/2006/relationships/image" Target="../media/image2016.png"/><Relationship Id="rId97" Type="http://schemas.openxmlformats.org/officeDocument/2006/relationships/image" Target="../media/image2037.png"/><Relationship Id="rId120" Type="http://schemas.openxmlformats.org/officeDocument/2006/relationships/customXml" Target="../ink/ink2921.xml"/><Relationship Id="rId358" Type="http://schemas.openxmlformats.org/officeDocument/2006/relationships/customXml" Target="../ink/ink3040.xml"/><Relationship Id="rId565" Type="http://schemas.openxmlformats.org/officeDocument/2006/relationships/image" Target="../media/image2271.png"/><Relationship Id="rId730" Type="http://schemas.openxmlformats.org/officeDocument/2006/relationships/customXml" Target="../ink/ink3226.xml"/><Relationship Id="rId772" Type="http://schemas.openxmlformats.org/officeDocument/2006/relationships/customXml" Target="../ink/ink3247.xml"/><Relationship Id="rId162" Type="http://schemas.openxmlformats.org/officeDocument/2006/relationships/customXml" Target="../ink/ink2942.xml"/><Relationship Id="rId218" Type="http://schemas.openxmlformats.org/officeDocument/2006/relationships/customXml" Target="../ink/ink2970.xml"/><Relationship Id="rId425" Type="http://schemas.openxmlformats.org/officeDocument/2006/relationships/image" Target="../media/image2201.png"/><Relationship Id="rId467" Type="http://schemas.openxmlformats.org/officeDocument/2006/relationships/image" Target="../media/image2222.png"/><Relationship Id="rId632" Type="http://schemas.openxmlformats.org/officeDocument/2006/relationships/customXml" Target="../ink/ink3177.xml"/><Relationship Id="rId271" Type="http://schemas.openxmlformats.org/officeDocument/2006/relationships/image" Target="../media/image2124.png"/><Relationship Id="rId674" Type="http://schemas.openxmlformats.org/officeDocument/2006/relationships/customXml" Target="../ink/ink3198.xml"/><Relationship Id="rId24" Type="http://schemas.openxmlformats.org/officeDocument/2006/relationships/customXml" Target="../ink/ink2873.xml"/><Relationship Id="rId66" Type="http://schemas.openxmlformats.org/officeDocument/2006/relationships/customXml" Target="../ink/ink2894.xml"/><Relationship Id="rId131" Type="http://schemas.openxmlformats.org/officeDocument/2006/relationships/image" Target="../media/image2054.png"/><Relationship Id="rId327" Type="http://schemas.openxmlformats.org/officeDocument/2006/relationships/image" Target="../media/image2152.png"/><Relationship Id="rId369" Type="http://schemas.openxmlformats.org/officeDocument/2006/relationships/image" Target="../media/image2173.png"/><Relationship Id="rId534" Type="http://schemas.openxmlformats.org/officeDocument/2006/relationships/customXml" Target="../ink/ink3128.xml"/><Relationship Id="rId576" Type="http://schemas.openxmlformats.org/officeDocument/2006/relationships/customXml" Target="../ink/ink3149.xml"/><Relationship Id="rId741" Type="http://schemas.openxmlformats.org/officeDocument/2006/relationships/image" Target="../media/image2358.png"/><Relationship Id="rId783" Type="http://schemas.openxmlformats.org/officeDocument/2006/relationships/image" Target="../media/image2379.png"/><Relationship Id="rId173" Type="http://schemas.openxmlformats.org/officeDocument/2006/relationships/image" Target="../media/image2075.png"/><Relationship Id="rId229" Type="http://schemas.openxmlformats.org/officeDocument/2006/relationships/image" Target="../media/image2103.png"/><Relationship Id="rId380" Type="http://schemas.openxmlformats.org/officeDocument/2006/relationships/customXml" Target="../ink/ink3051.xml"/><Relationship Id="rId436" Type="http://schemas.openxmlformats.org/officeDocument/2006/relationships/customXml" Target="../ink/ink3079.xml"/><Relationship Id="rId601" Type="http://schemas.openxmlformats.org/officeDocument/2006/relationships/image" Target="../media/image2289.png"/><Relationship Id="rId643" Type="http://schemas.openxmlformats.org/officeDocument/2006/relationships/image" Target="../media/image841.png"/><Relationship Id="rId240" Type="http://schemas.openxmlformats.org/officeDocument/2006/relationships/customXml" Target="../ink/ink2981.xml"/><Relationship Id="rId478" Type="http://schemas.openxmlformats.org/officeDocument/2006/relationships/customXml" Target="../ink/ink3100.xml"/><Relationship Id="rId685" Type="http://schemas.openxmlformats.org/officeDocument/2006/relationships/image" Target="../media/image2330.png"/><Relationship Id="rId35" Type="http://schemas.openxmlformats.org/officeDocument/2006/relationships/image" Target="../media/image2006.png"/><Relationship Id="rId77" Type="http://schemas.openxmlformats.org/officeDocument/2006/relationships/image" Target="../media/image2027.png"/><Relationship Id="rId100" Type="http://schemas.openxmlformats.org/officeDocument/2006/relationships/customXml" Target="../ink/ink2911.xml"/><Relationship Id="rId282" Type="http://schemas.openxmlformats.org/officeDocument/2006/relationships/customXml" Target="../ink/ink3002.xml"/><Relationship Id="rId338" Type="http://schemas.openxmlformats.org/officeDocument/2006/relationships/customXml" Target="../ink/ink3030.xml"/><Relationship Id="rId503" Type="http://schemas.openxmlformats.org/officeDocument/2006/relationships/image" Target="../media/image2240.png"/><Relationship Id="rId545" Type="http://schemas.openxmlformats.org/officeDocument/2006/relationships/image" Target="../media/image2261.png"/><Relationship Id="rId587" Type="http://schemas.openxmlformats.org/officeDocument/2006/relationships/image" Target="../media/image2282.png"/><Relationship Id="rId710" Type="http://schemas.openxmlformats.org/officeDocument/2006/relationships/customXml" Target="../ink/ink3216.xml"/><Relationship Id="rId752" Type="http://schemas.openxmlformats.org/officeDocument/2006/relationships/customXml" Target="../ink/ink3237.xml"/><Relationship Id="rId808" Type="http://schemas.openxmlformats.org/officeDocument/2006/relationships/customXml" Target="../ink/ink3265.xml"/><Relationship Id="rId8" Type="http://schemas.openxmlformats.org/officeDocument/2006/relationships/customXml" Target="../ink/ink2865.xml"/><Relationship Id="rId142" Type="http://schemas.openxmlformats.org/officeDocument/2006/relationships/customXml" Target="../ink/ink2932.xml"/><Relationship Id="rId184" Type="http://schemas.openxmlformats.org/officeDocument/2006/relationships/customXml" Target="../ink/ink2953.xml"/><Relationship Id="rId391" Type="http://schemas.openxmlformats.org/officeDocument/2006/relationships/image" Target="../media/image2184.png"/><Relationship Id="rId405" Type="http://schemas.openxmlformats.org/officeDocument/2006/relationships/image" Target="../media/image2191.png"/><Relationship Id="rId447" Type="http://schemas.openxmlformats.org/officeDocument/2006/relationships/image" Target="../media/image2212.png"/><Relationship Id="rId612" Type="http://schemas.openxmlformats.org/officeDocument/2006/relationships/customXml" Target="../ink/ink3167.xml"/><Relationship Id="rId794" Type="http://schemas.openxmlformats.org/officeDocument/2006/relationships/customXml" Target="../ink/ink3258.xml"/><Relationship Id="rId251" Type="http://schemas.openxmlformats.org/officeDocument/2006/relationships/image" Target="../media/image2114.png"/><Relationship Id="rId489" Type="http://schemas.openxmlformats.org/officeDocument/2006/relationships/image" Target="../media/image2233.png"/><Relationship Id="rId654" Type="http://schemas.openxmlformats.org/officeDocument/2006/relationships/customXml" Target="../ink/ink3188.xml"/><Relationship Id="rId696" Type="http://schemas.openxmlformats.org/officeDocument/2006/relationships/customXml" Target="../ink/ink3209.xml"/><Relationship Id="rId46" Type="http://schemas.openxmlformats.org/officeDocument/2006/relationships/customXml" Target="../ink/ink2884.xml"/><Relationship Id="rId293" Type="http://schemas.openxmlformats.org/officeDocument/2006/relationships/image" Target="../media/image2135.png"/><Relationship Id="rId307" Type="http://schemas.openxmlformats.org/officeDocument/2006/relationships/image" Target="../media/image2142.png"/><Relationship Id="rId349" Type="http://schemas.openxmlformats.org/officeDocument/2006/relationships/image" Target="../media/image2163.png"/><Relationship Id="rId514" Type="http://schemas.openxmlformats.org/officeDocument/2006/relationships/customXml" Target="../ink/ink3118.xml"/><Relationship Id="rId556" Type="http://schemas.openxmlformats.org/officeDocument/2006/relationships/customXml" Target="../ink/ink3139.xml"/><Relationship Id="rId721" Type="http://schemas.openxmlformats.org/officeDocument/2006/relationships/image" Target="../media/image2348.png"/><Relationship Id="rId763" Type="http://schemas.openxmlformats.org/officeDocument/2006/relationships/image" Target="../media/image2369.png"/><Relationship Id="rId88" Type="http://schemas.openxmlformats.org/officeDocument/2006/relationships/customXml" Target="../ink/ink2905.xml"/><Relationship Id="rId111" Type="http://schemas.openxmlformats.org/officeDocument/2006/relationships/image" Target="../media/image2044.png"/><Relationship Id="rId153" Type="http://schemas.openxmlformats.org/officeDocument/2006/relationships/image" Target="../media/image2065.png"/><Relationship Id="rId195" Type="http://schemas.openxmlformats.org/officeDocument/2006/relationships/image" Target="../media/image2086.png"/><Relationship Id="rId209" Type="http://schemas.openxmlformats.org/officeDocument/2006/relationships/image" Target="../media/image2093.png"/><Relationship Id="rId360" Type="http://schemas.openxmlformats.org/officeDocument/2006/relationships/customXml" Target="../ink/ink3041.xml"/><Relationship Id="rId416" Type="http://schemas.openxmlformats.org/officeDocument/2006/relationships/customXml" Target="../ink/ink3069.xml"/><Relationship Id="rId598" Type="http://schemas.openxmlformats.org/officeDocument/2006/relationships/customXml" Target="../ink/ink3160.xml"/><Relationship Id="rId819" Type="http://schemas.openxmlformats.org/officeDocument/2006/relationships/image" Target="../media/image2397.png"/><Relationship Id="rId220" Type="http://schemas.openxmlformats.org/officeDocument/2006/relationships/customXml" Target="../ink/ink2971.xml"/><Relationship Id="rId458" Type="http://schemas.openxmlformats.org/officeDocument/2006/relationships/customXml" Target="../ink/ink3090.xml"/><Relationship Id="rId623" Type="http://schemas.openxmlformats.org/officeDocument/2006/relationships/image" Target="../media/image2300.png"/><Relationship Id="rId665" Type="http://schemas.openxmlformats.org/officeDocument/2006/relationships/image" Target="../media/image2320.png"/><Relationship Id="rId15" Type="http://schemas.openxmlformats.org/officeDocument/2006/relationships/image" Target="../media/image1996.png"/><Relationship Id="rId57" Type="http://schemas.openxmlformats.org/officeDocument/2006/relationships/image" Target="../media/image2017.png"/><Relationship Id="rId262" Type="http://schemas.openxmlformats.org/officeDocument/2006/relationships/customXml" Target="../ink/ink2992.xml"/><Relationship Id="rId318" Type="http://schemas.openxmlformats.org/officeDocument/2006/relationships/customXml" Target="../ink/ink3020.xml"/><Relationship Id="rId525" Type="http://schemas.openxmlformats.org/officeDocument/2006/relationships/image" Target="../media/image2251.png"/><Relationship Id="rId567" Type="http://schemas.openxmlformats.org/officeDocument/2006/relationships/image" Target="../media/image2272.png"/><Relationship Id="rId732" Type="http://schemas.openxmlformats.org/officeDocument/2006/relationships/customXml" Target="../ink/ink3227.xml"/><Relationship Id="rId99" Type="http://schemas.openxmlformats.org/officeDocument/2006/relationships/image" Target="../media/image2038.png"/><Relationship Id="rId122" Type="http://schemas.openxmlformats.org/officeDocument/2006/relationships/customXml" Target="../ink/ink2922.xml"/><Relationship Id="rId164" Type="http://schemas.openxmlformats.org/officeDocument/2006/relationships/customXml" Target="../ink/ink2943.xml"/><Relationship Id="rId371" Type="http://schemas.openxmlformats.org/officeDocument/2006/relationships/image" Target="../media/image2174.png"/><Relationship Id="rId774" Type="http://schemas.openxmlformats.org/officeDocument/2006/relationships/customXml" Target="../ink/ink3248.xml"/><Relationship Id="rId427" Type="http://schemas.openxmlformats.org/officeDocument/2006/relationships/image" Target="../media/image2202.png"/><Relationship Id="rId469" Type="http://schemas.openxmlformats.org/officeDocument/2006/relationships/image" Target="../media/image2223.png"/><Relationship Id="rId634" Type="http://schemas.openxmlformats.org/officeDocument/2006/relationships/customXml" Target="../ink/ink3178.xml"/><Relationship Id="rId676" Type="http://schemas.openxmlformats.org/officeDocument/2006/relationships/customXml" Target="../ink/ink3199.xml"/><Relationship Id="rId26" Type="http://schemas.openxmlformats.org/officeDocument/2006/relationships/customXml" Target="../ink/ink2874.xml"/><Relationship Id="rId231" Type="http://schemas.openxmlformats.org/officeDocument/2006/relationships/image" Target="../media/image2104.png"/><Relationship Id="rId273" Type="http://schemas.openxmlformats.org/officeDocument/2006/relationships/image" Target="../media/image2125.png"/><Relationship Id="rId329" Type="http://schemas.openxmlformats.org/officeDocument/2006/relationships/image" Target="../media/image2153.png"/><Relationship Id="rId480" Type="http://schemas.openxmlformats.org/officeDocument/2006/relationships/customXml" Target="../ink/ink3101.xml"/><Relationship Id="rId536" Type="http://schemas.openxmlformats.org/officeDocument/2006/relationships/customXml" Target="../ink/ink3129.xml"/><Relationship Id="rId701" Type="http://schemas.openxmlformats.org/officeDocument/2006/relationships/image" Target="../media/image2338.png"/><Relationship Id="rId68" Type="http://schemas.openxmlformats.org/officeDocument/2006/relationships/customXml" Target="../ink/ink2895.xml"/><Relationship Id="rId133" Type="http://schemas.openxmlformats.org/officeDocument/2006/relationships/image" Target="../media/image2055.png"/><Relationship Id="rId175" Type="http://schemas.openxmlformats.org/officeDocument/2006/relationships/image" Target="../media/image2076.png"/><Relationship Id="rId340" Type="http://schemas.openxmlformats.org/officeDocument/2006/relationships/customXml" Target="../ink/ink3031.xml"/><Relationship Id="rId578" Type="http://schemas.openxmlformats.org/officeDocument/2006/relationships/customXml" Target="../ink/ink3150.xml"/><Relationship Id="rId743" Type="http://schemas.openxmlformats.org/officeDocument/2006/relationships/image" Target="../media/image2359.png"/><Relationship Id="rId785" Type="http://schemas.openxmlformats.org/officeDocument/2006/relationships/image" Target="../media/image2380.png"/><Relationship Id="rId200" Type="http://schemas.openxmlformats.org/officeDocument/2006/relationships/customXml" Target="../ink/ink2961.xml"/><Relationship Id="rId382" Type="http://schemas.openxmlformats.org/officeDocument/2006/relationships/customXml" Target="../ink/ink3052.xml"/><Relationship Id="rId438" Type="http://schemas.openxmlformats.org/officeDocument/2006/relationships/customXml" Target="../ink/ink3080.xml"/><Relationship Id="rId603" Type="http://schemas.openxmlformats.org/officeDocument/2006/relationships/image" Target="../media/image2290.png"/><Relationship Id="rId645" Type="http://schemas.openxmlformats.org/officeDocument/2006/relationships/image" Target="../media/image2310.png"/><Relationship Id="rId687" Type="http://schemas.openxmlformats.org/officeDocument/2006/relationships/image" Target="../media/image2331.png"/><Relationship Id="rId810" Type="http://schemas.openxmlformats.org/officeDocument/2006/relationships/customXml" Target="../ink/ink3266.xml"/><Relationship Id="rId242" Type="http://schemas.openxmlformats.org/officeDocument/2006/relationships/customXml" Target="../ink/ink2982.xml"/><Relationship Id="rId284" Type="http://schemas.openxmlformats.org/officeDocument/2006/relationships/customXml" Target="../ink/ink3003.xml"/><Relationship Id="rId491" Type="http://schemas.openxmlformats.org/officeDocument/2006/relationships/image" Target="../media/image2234.png"/><Relationship Id="rId505" Type="http://schemas.openxmlformats.org/officeDocument/2006/relationships/image" Target="../media/image2241.png"/><Relationship Id="rId712" Type="http://schemas.openxmlformats.org/officeDocument/2006/relationships/customXml" Target="../ink/ink3217.xml"/><Relationship Id="rId37" Type="http://schemas.openxmlformats.org/officeDocument/2006/relationships/image" Target="../media/image2007.png"/><Relationship Id="rId79" Type="http://schemas.openxmlformats.org/officeDocument/2006/relationships/image" Target="../media/image2028.png"/><Relationship Id="rId102" Type="http://schemas.openxmlformats.org/officeDocument/2006/relationships/customXml" Target="../ink/ink2912.xml"/><Relationship Id="rId144" Type="http://schemas.openxmlformats.org/officeDocument/2006/relationships/customXml" Target="../ink/ink2933.xml"/><Relationship Id="rId547" Type="http://schemas.openxmlformats.org/officeDocument/2006/relationships/image" Target="../media/image2262.png"/><Relationship Id="rId589" Type="http://schemas.openxmlformats.org/officeDocument/2006/relationships/image" Target="../media/image2283.png"/><Relationship Id="rId754" Type="http://schemas.openxmlformats.org/officeDocument/2006/relationships/customXml" Target="../ink/ink3238.xml"/><Relationship Id="rId796" Type="http://schemas.openxmlformats.org/officeDocument/2006/relationships/customXml" Target="../ink/ink3259.xml"/><Relationship Id="rId90" Type="http://schemas.openxmlformats.org/officeDocument/2006/relationships/customXml" Target="../ink/ink2906.xml"/><Relationship Id="rId186" Type="http://schemas.openxmlformats.org/officeDocument/2006/relationships/customXml" Target="../ink/ink2954.xml"/><Relationship Id="rId351" Type="http://schemas.openxmlformats.org/officeDocument/2006/relationships/image" Target="../media/image2164.png"/><Relationship Id="rId393" Type="http://schemas.openxmlformats.org/officeDocument/2006/relationships/image" Target="../media/image2185.png"/><Relationship Id="rId407" Type="http://schemas.openxmlformats.org/officeDocument/2006/relationships/image" Target="../media/image2192.png"/><Relationship Id="rId449" Type="http://schemas.openxmlformats.org/officeDocument/2006/relationships/image" Target="../media/image2213.png"/><Relationship Id="rId614" Type="http://schemas.openxmlformats.org/officeDocument/2006/relationships/customXml" Target="../ink/ink3168.xml"/><Relationship Id="rId656" Type="http://schemas.openxmlformats.org/officeDocument/2006/relationships/customXml" Target="../ink/ink3189.xml"/><Relationship Id="rId821" Type="http://schemas.openxmlformats.org/officeDocument/2006/relationships/image" Target="../media/image2398.png"/><Relationship Id="rId211" Type="http://schemas.openxmlformats.org/officeDocument/2006/relationships/image" Target="../media/image2094.png"/><Relationship Id="rId253" Type="http://schemas.openxmlformats.org/officeDocument/2006/relationships/image" Target="../media/image2115.png"/><Relationship Id="rId295" Type="http://schemas.openxmlformats.org/officeDocument/2006/relationships/image" Target="../media/image2136.png"/><Relationship Id="rId309" Type="http://schemas.openxmlformats.org/officeDocument/2006/relationships/image" Target="../media/image2143.png"/><Relationship Id="rId460" Type="http://schemas.openxmlformats.org/officeDocument/2006/relationships/customXml" Target="../ink/ink3091.xml"/><Relationship Id="rId516" Type="http://schemas.openxmlformats.org/officeDocument/2006/relationships/customXml" Target="../ink/ink3119.xml"/><Relationship Id="rId698" Type="http://schemas.openxmlformats.org/officeDocument/2006/relationships/customXml" Target="../ink/ink3210.xml"/><Relationship Id="rId48" Type="http://schemas.openxmlformats.org/officeDocument/2006/relationships/customXml" Target="../ink/ink2885.xml"/><Relationship Id="rId113" Type="http://schemas.openxmlformats.org/officeDocument/2006/relationships/image" Target="../media/image2045.png"/><Relationship Id="rId320" Type="http://schemas.openxmlformats.org/officeDocument/2006/relationships/customXml" Target="../ink/ink3021.xml"/><Relationship Id="rId558" Type="http://schemas.openxmlformats.org/officeDocument/2006/relationships/customXml" Target="../ink/ink3140.xml"/><Relationship Id="rId723" Type="http://schemas.openxmlformats.org/officeDocument/2006/relationships/image" Target="../media/image2349.png"/><Relationship Id="rId765" Type="http://schemas.openxmlformats.org/officeDocument/2006/relationships/image" Target="../media/image2370.png"/><Relationship Id="rId155" Type="http://schemas.openxmlformats.org/officeDocument/2006/relationships/image" Target="../media/image2066.png"/><Relationship Id="rId197" Type="http://schemas.openxmlformats.org/officeDocument/2006/relationships/image" Target="../media/image2087.png"/><Relationship Id="rId362" Type="http://schemas.openxmlformats.org/officeDocument/2006/relationships/customXml" Target="../ink/ink3042.xml"/><Relationship Id="rId418" Type="http://schemas.openxmlformats.org/officeDocument/2006/relationships/customXml" Target="../ink/ink3070.xml"/><Relationship Id="rId625" Type="http://schemas.openxmlformats.org/officeDocument/2006/relationships/image" Target="../media/image2301.png"/><Relationship Id="rId222" Type="http://schemas.openxmlformats.org/officeDocument/2006/relationships/customXml" Target="../ink/ink2972.xml"/><Relationship Id="rId264" Type="http://schemas.openxmlformats.org/officeDocument/2006/relationships/customXml" Target="../ink/ink2993.xml"/><Relationship Id="rId471" Type="http://schemas.openxmlformats.org/officeDocument/2006/relationships/image" Target="../media/image2224.png"/><Relationship Id="rId667" Type="http://schemas.openxmlformats.org/officeDocument/2006/relationships/image" Target="../media/image2321.png"/><Relationship Id="rId17" Type="http://schemas.openxmlformats.org/officeDocument/2006/relationships/image" Target="../media/image1997.png"/><Relationship Id="rId59" Type="http://schemas.openxmlformats.org/officeDocument/2006/relationships/image" Target="../media/image2018.png"/><Relationship Id="rId124" Type="http://schemas.openxmlformats.org/officeDocument/2006/relationships/customXml" Target="../ink/ink2923.xml"/><Relationship Id="rId527" Type="http://schemas.openxmlformats.org/officeDocument/2006/relationships/image" Target="../media/image2252.png"/><Relationship Id="rId569" Type="http://schemas.openxmlformats.org/officeDocument/2006/relationships/image" Target="../media/image2273.png"/><Relationship Id="rId734" Type="http://schemas.openxmlformats.org/officeDocument/2006/relationships/customXml" Target="../ink/ink3228.xml"/><Relationship Id="rId776" Type="http://schemas.openxmlformats.org/officeDocument/2006/relationships/customXml" Target="../ink/ink3249.xml"/><Relationship Id="rId70" Type="http://schemas.openxmlformats.org/officeDocument/2006/relationships/customXml" Target="../ink/ink2896.xml"/><Relationship Id="rId166" Type="http://schemas.openxmlformats.org/officeDocument/2006/relationships/customXml" Target="../ink/ink2944.xml"/><Relationship Id="rId331" Type="http://schemas.openxmlformats.org/officeDocument/2006/relationships/image" Target="../media/image2154.png"/><Relationship Id="rId373" Type="http://schemas.openxmlformats.org/officeDocument/2006/relationships/image" Target="../media/image2175.png"/><Relationship Id="rId429" Type="http://schemas.openxmlformats.org/officeDocument/2006/relationships/image" Target="../media/image2203.png"/><Relationship Id="rId580" Type="http://schemas.openxmlformats.org/officeDocument/2006/relationships/customXml" Target="../ink/ink3151.xml"/><Relationship Id="rId636" Type="http://schemas.openxmlformats.org/officeDocument/2006/relationships/customXml" Target="../ink/ink3179.xml"/><Relationship Id="rId801" Type="http://schemas.openxmlformats.org/officeDocument/2006/relationships/image" Target="../media/image238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105.png"/><Relationship Id="rId440" Type="http://schemas.openxmlformats.org/officeDocument/2006/relationships/customXml" Target="../ink/ink3081.xml"/><Relationship Id="rId678" Type="http://schemas.openxmlformats.org/officeDocument/2006/relationships/customXml" Target="../ink/ink3200.xml"/><Relationship Id="rId28" Type="http://schemas.openxmlformats.org/officeDocument/2006/relationships/customXml" Target="../ink/ink2875.xml"/><Relationship Id="rId275" Type="http://schemas.openxmlformats.org/officeDocument/2006/relationships/image" Target="../media/image2126.png"/><Relationship Id="rId300" Type="http://schemas.openxmlformats.org/officeDocument/2006/relationships/customXml" Target="../ink/ink3011.xml"/><Relationship Id="rId482" Type="http://schemas.openxmlformats.org/officeDocument/2006/relationships/customXml" Target="../ink/ink3102.xml"/><Relationship Id="rId538" Type="http://schemas.openxmlformats.org/officeDocument/2006/relationships/customXml" Target="../ink/ink3130.xml"/><Relationship Id="rId703" Type="http://schemas.openxmlformats.org/officeDocument/2006/relationships/image" Target="../media/image2339.png"/><Relationship Id="rId745" Type="http://schemas.openxmlformats.org/officeDocument/2006/relationships/image" Target="../media/image2360.png"/><Relationship Id="rId81" Type="http://schemas.openxmlformats.org/officeDocument/2006/relationships/image" Target="../media/image2029.png"/><Relationship Id="rId135" Type="http://schemas.openxmlformats.org/officeDocument/2006/relationships/image" Target="../media/image2056.png"/><Relationship Id="rId177" Type="http://schemas.openxmlformats.org/officeDocument/2006/relationships/image" Target="../media/image2077.png"/><Relationship Id="rId342" Type="http://schemas.openxmlformats.org/officeDocument/2006/relationships/customXml" Target="../ink/ink3032.xml"/><Relationship Id="rId384" Type="http://schemas.openxmlformats.org/officeDocument/2006/relationships/customXml" Target="../ink/ink3053.xml"/><Relationship Id="rId591" Type="http://schemas.openxmlformats.org/officeDocument/2006/relationships/image" Target="../media/image2284.png"/><Relationship Id="rId605" Type="http://schemas.openxmlformats.org/officeDocument/2006/relationships/image" Target="../media/image2291.png"/><Relationship Id="rId787" Type="http://schemas.openxmlformats.org/officeDocument/2006/relationships/image" Target="../media/image2381.png"/><Relationship Id="rId812" Type="http://schemas.openxmlformats.org/officeDocument/2006/relationships/customXml" Target="../ink/ink3267.xml"/><Relationship Id="rId202" Type="http://schemas.openxmlformats.org/officeDocument/2006/relationships/customXml" Target="../ink/ink2962.xml"/><Relationship Id="rId244" Type="http://schemas.openxmlformats.org/officeDocument/2006/relationships/customXml" Target="../ink/ink2983.xml"/><Relationship Id="rId647" Type="http://schemas.openxmlformats.org/officeDocument/2006/relationships/image" Target="../media/image2311.png"/><Relationship Id="rId689" Type="http://schemas.openxmlformats.org/officeDocument/2006/relationships/image" Target="../media/image2332.png"/><Relationship Id="rId39" Type="http://schemas.openxmlformats.org/officeDocument/2006/relationships/image" Target="../media/image2008.png"/><Relationship Id="rId286" Type="http://schemas.openxmlformats.org/officeDocument/2006/relationships/customXml" Target="../ink/ink3004.xml"/><Relationship Id="rId451" Type="http://schemas.openxmlformats.org/officeDocument/2006/relationships/image" Target="../media/image2214.png"/><Relationship Id="rId493" Type="http://schemas.openxmlformats.org/officeDocument/2006/relationships/image" Target="../media/image2235.png"/><Relationship Id="rId507" Type="http://schemas.openxmlformats.org/officeDocument/2006/relationships/image" Target="../media/image2242.png"/><Relationship Id="rId549" Type="http://schemas.openxmlformats.org/officeDocument/2006/relationships/image" Target="../media/image2263.png"/><Relationship Id="rId714" Type="http://schemas.openxmlformats.org/officeDocument/2006/relationships/customXml" Target="../ink/ink3218.xml"/><Relationship Id="rId756" Type="http://schemas.openxmlformats.org/officeDocument/2006/relationships/customXml" Target="../ink/ink3239.xml"/><Relationship Id="rId50" Type="http://schemas.openxmlformats.org/officeDocument/2006/relationships/customXml" Target="../ink/ink2886.xml"/><Relationship Id="rId104" Type="http://schemas.openxmlformats.org/officeDocument/2006/relationships/customXml" Target="../ink/ink2913.xml"/><Relationship Id="rId146" Type="http://schemas.openxmlformats.org/officeDocument/2006/relationships/customXml" Target="../ink/ink2934.xml"/><Relationship Id="rId188" Type="http://schemas.openxmlformats.org/officeDocument/2006/relationships/customXml" Target="../ink/ink2955.xml"/><Relationship Id="rId311" Type="http://schemas.openxmlformats.org/officeDocument/2006/relationships/image" Target="../media/image2144.png"/><Relationship Id="rId353" Type="http://schemas.openxmlformats.org/officeDocument/2006/relationships/image" Target="../media/image2165.png"/><Relationship Id="rId395" Type="http://schemas.openxmlformats.org/officeDocument/2006/relationships/image" Target="../media/image2186.png"/><Relationship Id="rId409" Type="http://schemas.openxmlformats.org/officeDocument/2006/relationships/image" Target="../media/image2193.png"/><Relationship Id="rId560" Type="http://schemas.openxmlformats.org/officeDocument/2006/relationships/customXml" Target="../ink/ink3141.xml"/><Relationship Id="rId798" Type="http://schemas.openxmlformats.org/officeDocument/2006/relationships/customXml" Target="../ink/ink3260.xml"/><Relationship Id="rId92" Type="http://schemas.openxmlformats.org/officeDocument/2006/relationships/customXml" Target="../ink/ink2907.xml"/><Relationship Id="rId213" Type="http://schemas.openxmlformats.org/officeDocument/2006/relationships/image" Target="../media/image2095.png"/><Relationship Id="rId420" Type="http://schemas.openxmlformats.org/officeDocument/2006/relationships/customXml" Target="../ink/ink3071.xml"/><Relationship Id="rId616" Type="http://schemas.openxmlformats.org/officeDocument/2006/relationships/customXml" Target="../ink/ink3169.xml"/><Relationship Id="rId658" Type="http://schemas.openxmlformats.org/officeDocument/2006/relationships/customXml" Target="../ink/ink3190.xml"/><Relationship Id="rId823" Type="http://schemas.openxmlformats.org/officeDocument/2006/relationships/image" Target="../media/image2399.png"/><Relationship Id="rId255" Type="http://schemas.openxmlformats.org/officeDocument/2006/relationships/image" Target="../media/image2116.png"/><Relationship Id="rId297" Type="http://schemas.openxmlformats.org/officeDocument/2006/relationships/image" Target="../media/image2137.png"/><Relationship Id="rId462" Type="http://schemas.openxmlformats.org/officeDocument/2006/relationships/customXml" Target="../ink/ink3092.xml"/><Relationship Id="rId518" Type="http://schemas.openxmlformats.org/officeDocument/2006/relationships/customXml" Target="../ink/ink3120.xml"/><Relationship Id="rId725" Type="http://schemas.openxmlformats.org/officeDocument/2006/relationships/image" Target="../media/image2350.png"/><Relationship Id="rId115" Type="http://schemas.openxmlformats.org/officeDocument/2006/relationships/image" Target="../media/image2046.png"/><Relationship Id="rId157" Type="http://schemas.openxmlformats.org/officeDocument/2006/relationships/image" Target="../media/image2067.png"/><Relationship Id="rId322" Type="http://schemas.openxmlformats.org/officeDocument/2006/relationships/customXml" Target="../ink/ink3022.xml"/><Relationship Id="rId364" Type="http://schemas.openxmlformats.org/officeDocument/2006/relationships/customXml" Target="../ink/ink3043.xml"/><Relationship Id="rId767" Type="http://schemas.openxmlformats.org/officeDocument/2006/relationships/image" Target="../media/image2371.png"/><Relationship Id="rId61" Type="http://schemas.openxmlformats.org/officeDocument/2006/relationships/image" Target="../media/image2019.png"/><Relationship Id="rId199" Type="http://schemas.openxmlformats.org/officeDocument/2006/relationships/image" Target="../media/image2088.png"/><Relationship Id="rId571" Type="http://schemas.openxmlformats.org/officeDocument/2006/relationships/image" Target="../media/image2274.png"/><Relationship Id="rId627" Type="http://schemas.openxmlformats.org/officeDocument/2006/relationships/image" Target="../media/image2302.png"/><Relationship Id="rId669" Type="http://schemas.openxmlformats.org/officeDocument/2006/relationships/image" Target="../media/image2322.png"/><Relationship Id="rId19" Type="http://schemas.openxmlformats.org/officeDocument/2006/relationships/image" Target="../media/image1998.png"/><Relationship Id="rId224" Type="http://schemas.openxmlformats.org/officeDocument/2006/relationships/customXml" Target="../ink/ink2973.xml"/><Relationship Id="rId266" Type="http://schemas.openxmlformats.org/officeDocument/2006/relationships/customXml" Target="../ink/ink2994.xml"/><Relationship Id="rId431" Type="http://schemas.openxmlformats.org/officeDocument/2006/relationships/image" Target="../media/image2204.png"/><Relationship Id="rId473" Type="http://schemas.openxmlformats.org/officeDocument/2006/relationships/image" Target="../media/image2225.png"/><Relationship Id="rId529" Type="http://schemas.openxmlformats.org/officeDocument/2006/relationships/image" Target="../media/image2253.png"/><Relationship Id="rId680" Type="http://schemas.openxmlformats.org/officeDocument/2006/relationships/customXml" Target="../ink/ink3201.xml"/><Relationship Id="rId736" Type="http://schemas.openxmlformats.org/officeDocument/2006/relationships/customXml" Target="../ink/ink3229.xml"/><Relationship Id="rId30" Type="http://schemas.openxmlformats.org/officeDocument/2006/relationships/customXml" Target="../ink/ink2876.xml"/><Relationship Id="rId126" Type="http://schemas.openxmlformats.org/officeDocument/2006/relationships/customXml" Target="../ink/ink2924.xml"/><Relationship Id="rId168" Type="http://schemas.openxmlformats.org/officeDocument/2006/relationships/customXml" Target="../ink/ink2945.xml"/><Relationship Id="rId333" Type="http://schemas.openxmlformats.org/officeDocument/2006/relationships/image" Target="../media/image2155.png"/><Relationship Id="rId540" Type="http://schemas.openxmlformats.org/officeDocument/2006/relationships/customXml" Target="../ink/ink3131.xml"/><Relationship Id="rId778" Type="http://schemas.openxmlformats.org/officeDocument/2006/relationships/customXml" Target="../ink/ink3250.xml"/><Relationship Id="rId72" Type="http://schemas.openxmlformats.org/officeDocument/2006/relationships/customXml" Target="../ink/ink2897.xml"/><Relationship Id="rId375" Type="http://schemas.openxmlformats.org/officeDocument/2006/relationships/image" Target="../media/image2176.png"/><Relationship Id="rId582" Type="http://schemas.openxmlformats.org/officeDocument/2006/relationships/customXml" Target="../ink/ink3152.xml"/><Relationship Id="rId638" Type="http://schemas.openxmlformats.org/officeDocument/2006/relationships/customXml" Target="../ink/ink3180.xml"/><Relationship Id="rId803" Type="http://schemas.openxmlformats.org/officeDocument/2006/relationships/image" Target="../media/image2389.png"/><Relationship Id="rId3" Type="http://schemas.openxmlformats.org/officeDocument/2006/relationships/image" Target="../media/image1990.png"/><Relationship Id="rId235" Type="http://schemas.openxmlformats.org/officeDocument/2006/relationships/image" Target="../media/image2106.png"/><Relationship Id="rId277" Type="http://schemas.openxmlformats.org/officeDocument/2006/relationships/image" Target="../media/image2127.png"/><Relationship Id="rId400" Type="http://schemas.openxmlformats.org/officeDocument/2006/relationships/customXml" Target="../ink/ink3061.xml"/><Relationship Id="rId442" Type="http://schemas.openxmlformats.org/officeDocument/2006/relationships/customXml" Target="../ink/ink3082.xml"/><Relationship Id="rId484" Type="http://schemas.openxmlformats.org/officeDocument/2006/relationships/customXml" Target="../ink/ink3103.xml"/><Relationship Id="rId705" Type="http://schemas.openxmlformats.org/officeDocument/2006/relationships/image" Target="../media/image2340.png"/><Relationship Id="rId137" Type="http://schemas.openxmlformats.org/officeDocument/2006/relationships/image" Target="../media/image2057.png"/><Relationship Id="rId302" Type="http://schemas.openxmlformats.org/officeDocument/2006/relationships/customXml" Target="../ink/ink3012.xml"/><Relationship Id="rId344" Type="http://schemas.openxmlformats.org/officeDocument/2006/relationships/customXml" Target="../ink/ink3033.xml"/><Relationship Id="rId691" Type="http://schemas.openxmlformats.org/officeDocument/2006/relationships/image" Target="../media/image2333.png"/><Relationship Id="rId747" Type="http://schemas.openxmlformats.org/officeDocument/2006/relationships/image" Target="../media/image2361.png"/><Relationship Id="rId789" Type="http://schemas.openxmlformats.org/officeDocument/2006/relationships/image" Target="../media/image2382.png"/><Relationship Id="rId41" Type="http://schemas.openxmlformats.org/officeDocument/2006/relationships/image" Target="../media/image2009.png"/><Relationship Id="rId83" Type="http://schemas.openxmlformats.org/officeDocument/2006/relationships/image" Target="../media/image2030.png"/><Relationship Id="rId179" Type="http://schemas.openxmlformats.org/officeDocument/2006/relationships/image" Target="../media/image2078.png"/><Relationship Id="rId386" Type="http://schemas.openxmlformats.org/officeDocument/2006/relationships/customXml" Target="../ink/ink3054.xml"/><Relationship Id="rId551" Type="http://schemas.openxmlformats.org/officeDocument/2006/relationships/image" Target="../media/image2264.png"/><Relationship Id="rId593" Type="http://schemas.openxmlformats.org/officeDocument/2006/relationships/image" Target="../media/image2285.png"/><Relationship Id="rId607" Type="http://schemas.openxmlformats.org/officeDocument/2006/relationships/image" Target="../media/image2292.png"/><Relationship Id="rId649" Type="http://schemas.openxmlformats.org/officeDocument/2006/relationships/image" Target="../media/image2312.png"/><Relationship Id="rId814" Type="http://schemas.openxmlformats.org/officeDocument/2006/relationships/customXml" Target="../ink/ink3268.xml"/><Relationship Id="rId190" Type="http://schemas.openxmlformats.org/officeDocument/2006/relationships/customXml" Target="../ink/ink2956.xml"/><Relationship Id="rId204" Type="http://schemas.openxmlformats.org/officeDocument/2006/relationships/customXml" Target="../ink/ink2963.xml"/><Relationship Id="rId246" Type="http://schemas.openxmlformats.org/officeDocument/2006/relationships/customXml" Target="../ink/ink2984.xml"/><Relationship Id="rId288" Type="http://schemas.openxmlformats.org/officeDocument/2006/relationships/customXml" Target="../ink/ink3005.xml"/><Relationship Id="rId411" Type="http://schemas.openxmlformats.org/officeDocument/2006/relationships/image" Target="../media/image2194.png"/><Relationship Id="rId453" Type="http://schemas.openxmlformats.org/officeDocument/2006/relationships/image" Target="../media/image2215.png"/><Relationship Id="rId509" Type="http://schemas.openxmlformats.org/officeDocument/2006/relationships/image" Target="../media/image2243.png"/><Relationship Id="rId660" Type="http://schemas.openxmlformats.org/officeDocument/2006/relationships/customXml" Target="../ink/ink3191.xml"/><Relationship Id="rId106" Type="http://schemas.openxmlformats.org/officeDocument/2006/relationships/customXml" Target="../ink/ink2914.xml"/><Relationship Id="rId313" Type="http://schemas.openxmlformats.org/officeDocument/2006/relationships/image" Target="../media/image2145.png"/><Relationship Id="rId495" Type="http://schemas.openxmlformats.org/officeDocument/2006/relationships/image" Target="../media/image2236.png"/><Relationship Id="rId716" Type="http://schemas.openxmlformats.org/officeDocument/2006/relationships/customXml" Target="../ink/ink3219.xml"/><Relationship Id="rId758" Type="http://schemas.openxmlformats.org/officeDocument/2006/relationships/customXml" Target="../ink/ink3240.xml"/><Relationship Id="rId10" Type="http://schemas.openxmlformats.org/officeDocument/2006/relationships/customXml" Target="../ink/ink2866.xml"/><Relationship Id="rId52" Type="http://schemas.openxmlformats.org/officeDocument/2006/relationships/customXml" Target="../ink/ink2887.xml"/><Relationship Id="rId94" Type="http://schemas.openxmlformats.org/officeDocument/2006/relationships/customXml" Target="../ink/ink2908.xml"/><Relationship Id="rId148" Type="http://schemas.openxmlformats.org/officeDocument/2006/relationships/customXml" Target="../ink/ink2935.xml"/><Relationship Id="rId355" Type="http://schemas.openxmlformats.org/officeDocument/2006/relationships/image" Target="../media/image2166.png"/><Relationship Id="rId397" Type="http://schemas.openxmlformats.org/officeDocument/2006/relationships/image" Target="../media/image2187.png"/><Relationship Id="rId520" Type="http://schemas.openxmlformats.org/officeDocument/2006/relationships/customXml" Target="../ink/ink3121.xml"/><Relationship Id="rId562" Type="http://schemas.openxmlformats.org/officeDocument/2006/relationships/customXml" Target="../ink/ink3142.xml"/><Relationship Id="rId618" Type="http://schemas.openxmlformats.org/officeDocument/2006/relationships/customXml" Target="../ink/ink3170.xml"/><Relationship Id="rId825" Type="http://schemas.openxmlformats.org/officeDocument/2006/relationships/image" Target="../media/image2400.png"/><Relationship Id="rId215" Type="http://schemas.openxmlformats.org/officeDocument/2006/relationships/image" Target="../media/image2096.png"/><Relationship Id="rId257" Type="http://schemas.openxmlformats.org/officeDocument/2006/relationships/image" Target="../media/image2117.png"/><Relationship Id="rId422" Type="http://schemas.openxmlformats.org/officeDocument/2006/relationships/customXml" Target="../ink/ink3072.xml"/><Relationship Id="rId464" Type="http://schemas.openxmlformats.org/officeDocument/2006/relationships/customXml" Target="../ink/ink3093.xml"/><Relationship Id="rId299" Type="http://schemas.openxmlformats.org/officeDocument/2006/relationships/image" Target="../media/image2138.png"/><Relationship Id="rId727" Type="http://schemas.openxmlformats.org/officeDocument/2006/relationships/image" Target="../media/image2351.png"/><Relationship Id="rId63" Type="http://schemas.openxmlformats.org/officeDocument/2006/relationships/image" Target="../media/image2020.png"/><Relationship Id="rId159" Type="http://schemas.openxmlformats.org/officeDocument/2006/relationships/image" Target="../media/image2068.png"/><Relationship Id="rId366" Type="http://schemas.openxmlformats.org/officeDocument/2006/relationships/customXml" Target="../ink/ink3044.xml"/><Relationship Id="rId573" Type="http://schemas.openxmlformats.org/officeDocument/2006/relationships/image" Target="../media/image2275.png"/><Relationship Id="rId780" Type="http://schemas.openxmlformats.org/officeDocument/2006/relationships/customXml" Target="../ink/ink3251.xml"/><Relationship Id="rId226" Type="http://schemas.openxmlformats.org/officeDocument/2006/relationships/customXml" Target="../ink/ink2974.xml"/><Relationship Id="rId433" Type="http://schemas.openxmlformats.org/officeDocument/2006/relationships/image" Target="../media/image2205.png"/><Relationship Id="rId640" Type="http://schemas.openxmlformats.org/officeDocument/2006/relationships/customXml" Target="../ink/ink3181.xml"/><Relationship Id="rId738" Type="http://schemas.openxmlformats.org/officeDocument/2006/relationships/customXml" Target="../ink/ink3230.xml"/><Relationship Id="rId74" Type="http://schemas.openxmlformats.org/officeDocument/2006/relationships/customXml" Target="../ink/ink2898.xml"/><Relationship Id="rId377" Type="http://schemas.openxmlformats.org/officeDocument/2006/relationships/image" Target="../media/image2177.png"/><Relationship Id="rId500" Type="http://schemas.openxmlformats.org/officeDocument/2006/relationships/customXml" Target="../ink/ink3111.xml"/><Relationship Id="rId584" Type="http://schemas.openxmlformats.org/officeDocument/2006/relationships/customXml" Target="../ink/ink3153.xml"/><Relationship Id="rId805" Type="http://schemas.openxmlformats.org/officeDocument/2006/relationships/image" Target="../media/image2390.png"/><Relationship Id="rId5" Type="http://schemas.openxmlformats.org/officeDocument/2006/relationships/image" Target="../media/image1991.png"/><Relationship Id="rId237" Type="http://schemas.openxmlformats.org/officeDocument/2006/relationships/image" Target="../media/image2107.png"/><Relationship Id="rId791" Type="http://schemas.openxmlformats.org/officeDocument/2006/relationships/image" Target="../media/image2383.png"/><Relationship Id="rId444" Type="http://schemas.openxmlformats.org/officeDocument/2006/relationships/customXml" Target="../ink/ink3083.xml"/><Relationship Id="rId651" Type="http://schemas.openxmlformats.org/officeDocument/2006/relationships/image" Target="../media/image2313.png"/><Relationship Id="rId749" Type="http://schemas.openxmlformats.org/officeDocument/2006/relationships/image" Target="../media/image2362.png"/><Relationship Id="rId290" Type="http://schemas.openxmlformats.org/officeDocument/2006/relationships/customXml" Target="../ink/ink3006.xml"/><Relationship Id="rId304" Type="http://schemas.openxmlformats.org/officeDocument/2006/relationships/customXml" Target="../ink/ink3013.xml"/><Relationship Id="rId388" Type="http://schemas.openxmlformats.org/officeDocument/2006/relationships/customXml" Target="../ink/ink3055.xml"/><Relationship Id="rId511" Type="http://schemas.openxmlformats.org/officeDocument/2006/relationships/image" Target="../media/image2244.png"/><Relationship Id="rId609" Type="http://schemas.openxmlformats.org/officeDocument/2006/relationships/image" Target="../media/image2293.png"/><Relationship Id="rId85" Type="http://schemas.openxmlformats.org/officeDocument/2006/relationships/image" Target="../media/image2031.png"/><Relationship Id="rId150" Type="http://schemas.openxmlformats.org/officeDocument/2006/relationships/customXml" Target="../ink/ink2936.xml"/><Relationship Id="rId595" Type="http://schemas.openxmlformats.org/officeDocument/2006/relationships/image" Target="../media/image2286.png"/><Relationship Id="rId816" Type="http://schemas.openxmlformats.org/officeDocument/2006/relationships/customXml" Target="../ink/ink3269.xml"/><Relationship Id="rId248" Type="http://schemas.openxmlformats.org/officeDocument/2006/relationships/customXml" Target="../ink/ink2985.xml"/><Relationship Id="rId455" Type="http://schemas.openxmlformats.org/officeDocument/2006/relationships/image" Target="../media/image2216.png"/><Relationship Id="rId662" Type="http://schemas.openxmlformats.org/officeDocument/2006/relationships/customXml" Target="../ink/ink3192.xml"/><Relationship Id="rId12" Type="http://schemas.openxmlformats.org/officeDocument/2006/relationships/customXml" Target="../ink/ink2867.xml"/><Relationship Id="rId108" Type="http://schemas.openxmlformats.org/officeDocument/2006/relationships/customXml" Target="../ink/ink2915.xml"/><Relationship Id="rId315" Type="http://schemas.openxmlformats.org/officeDocument/2006/relationships/image" Target="../media/image2146.png"/><Relationship Id="rId522" Type="http://schemas.openxmlformats.org/officeDocument/2006/relationships/customXml" Target="../ink/ink3122.xml"/><Relationship Id="rId96" Type="http://schemas.openxmlformats.org/officeDocument/2006/relationships/customXml" Target="../ink/ink2909.xml"/><Relationship Id="rId161" Type="http://schemas.openxmlformats.org/officeDocument/2006/relationships/image" Target="../media/image2069.png"/><Relationship Id="rId399" Type="http://schemas.openxmlformats.org/officeDocument/2006/relationships/image" Target="../media/image2188.png"/><Relationship Id="rId827" Type="http://schemas.openxmlformats.org/officeDocument/2006/relationships/image" Target="../media/image2401.png"/><Relationship Id="rId259" Type="http://schemas.openxmlformats.org/officeDocument/2006/relationships/image" Target="../media/image2118.png"/><Relationship Id="rId466" Type="http://schemas.openxmlformats.org/officeDocument/2006/relationships/customXml" Target="../ink/ink3094.xml"/><Relationship Id="rId673" Type="http://schemas.openxmlformats.org/officeDocument/2006/relationships/image" Target="../media/image2324.png"/><Relationship Id="rId23" Type="http://schemas.openxmlformats.org/officeDocument/2006/relationships/image" Target="../media/image2000.png"/><Relationship Id="rId119" Type="http://schemas.openxmlformats.org/officeDocument/2006/relationships/image" Target="../media/image2048.png"/><Relationship Id="rId326" Type="http://schemas.openxmlformats.org/officeDocument/2006/relationships/customXml" Target="../ink/ink3024.xml"/><Relationship Id="rId533" Type="http://schemas.openxmlformats.org/officeDocument/2006/relationships/image" Target="../media/image2255.png"/><Relationship Id="rId740" Type="http://schemas.openxmlformats.org/officeDocument/2006/relationships/customXml" Target="../ink/ink3231.xml"/><Relationship Id="rId172" Type="http://schemas.openxmlformats.org/officeDocument/2006/relationships/customXml" Target="../ink/ink2947.xml"/><Relationship Id="rId477" Type="http://schemas.openxmlformats.org/officeDocument/2006/relationships/image" Target="../media/image2227.png"/><Relationship Id="rId600" Type="http://schemas.openxmlformats.org/officeDocument/2006/relationships/customXml" Target="../ink/ink3161.xml"/><Relationship Id="rId684" Type="http://schemas.openxmlformats.org/officeDocument/2006/relationships/customXml" Target="../ink/ink3203.xml"/><Relationship Id="rId337" Type="http://schemas.openxmlformats.org/officeDocument/2006/relationships/image" Target="../media/image2157.png"/><Relationship Id="rId34" Type="http://schemas.openxmlformats.org/officeDocument/2006/relationships/customXml" Target="../ink/ink2878.xml"/><Relationship Id="rId544" Type="http://schemas.openxmlformats.org/officeDocument/2006/relationships/customXml" Target="../ink/ink3133.xml"/><Relationship Id="rId751" Type="http://schemas.openxmlformats.org/officeDocument/2006/relationships/image" Target="../media/image2363.png"/><Relationship Id="rId183" Type="http://schemas.openxmlformats.org/officeDocument/2006/relationships/image" Target="../media/image2080.png"/><Relationship Id="rId390" Type="http://schemas.openxmlformats.org/officeDocument/2006/relationships/customXml" Target="../ink/ink3056.xml"/><Relationship Id="rId404" Type="http://schemas.openxmlformats.org/officeDocument/2006/relationships/customXml" Target="../ink/ink3063.xml"/><Relationship Id="rId611" Type="http://schemas.openxmlformats.org/officeDocument/2006/relationships/image" Target="../media/image2294.png"/><Relationship Id="rId250" Type="http://schemas.openxmlformats.org/officeDocument/2006/relationships/customXml" Target="../ink/ink2986.xml"/><Relationship Id="rId488" Type="http://schemas.openxmlformats.org/officeDocument/2006/relationships/customXml" Target="../ink/ink3105.xml"/><Relationship Id="rId695" Type="http://schemas.openxmlformats.org/officeDocument/2006/relationships/image" Target="../media/image2335.png"/><Relationship Id="rId709" Type="http://schemas.openxmlformats.org/officeDocument/2006/relationships/image" Target="../media/image2342.png"/><Relationship Id="rId45" Type="http://schemas.openxmlformats.org/officeDocument/2006/relationships/image" Target="../media/image2011.png"/><Relationship Id="rId110" Type="http://schemas.openxmlformats.org/officeDocument/2006/relationships/customXml" Target="../ink/ink2916.xml"/><Relationship Id="rId348" Type="http://schemas.openxmlformats.org/officeDocument/2006/relationships/customXml" Target="../ink/ink3035.xml"/><Relationship Id="rId555" Type="http://schemas.openxmlformats.org/officeDocument/2006/relationships/image" Target="../media/image2266.png"/><Relationship Id="rId762" Type="http://schemas.openxmlformats.org/officeDocument/2006/relationships/customXml" Target="../ink/ink3242.xml"/><Relationship Id="rId194" Type="http://schemas.openxmlformats.org/officeDocument/2006/relationships/customXml" Target="../ink/ink2958.xml"/><Relationship Id="rId208" Type="http://schemas.openxmlformats.org/officeDocument/2006/relationships/customXml" Target="../ink/ink2965.xml"/><Relationship Id="rId415" Type="http://schemas.openxmlformats.org/officeDocument/2006/relationships/image" Target="../media/image2196.png"/><Relationship Id="rId622" Type="http://schemas.openxmlformats.org/officeDocument/2006/relationships/customXml" Target="../ink/ink3172.xml"/><Relationship Id="rId261" Type="http://schemas.openxmlformats.org/officeDocument/2006/relationships/image" Target="../media/image2119.png"/><Relationship Id="rId499" Type="http://schemas.openxmlformats.org/officeDocument/2006/relationships/image" Target="../media/image2238.png"/><Relationship Id="rId56" Type="http://schemas.openxmlformats.org/officeDocument/2006/relationships/customXml" Target="../ink/ink2889.xml"/><Relationship Id="rId359" Type="http://schemas.openxmlformats.org/officeDocument/2006/relationships/image" Target="../media/image2168.png"/><Relationship Id="rId566" Type="http://schemas.openxmlformats.org/officeDocument/2006/relationships/customXml" Target="../ink/ink3144.xml"/><Relationship Id="rId773" Type="http://schemas.openxmlformats.org/officeDocument/2006/relationships/image" Target="../media/image2374.png"/><Relationship Id="rId121" Type="http://schemas.openxmlformats.org/officeDocument/2006/relationships/image" Target="../media/image2049.png"/><Relationship Id="rId219" Type="http://schemas.openxmlformats.org/officeDocument/2006/relationships/image" Target="../media/image2098.png"/><Relationship Id="rId426" Type="http://schemas.openxmlformats.org/officeDocument/2006/relationships/customXml" Target="../ink/ink3074.xml"/><Relationship Id="rId633" Type="http://schemas.openxmlformats.org/officeDocument/2006/relationships/image" Target="../media/image2305.png"/><Relationship Id="rId67" Type="http://schemas.openxmlformats.org/officeDocument/2006/relationships/image" Target="../media/image2022.png"/><Relationship Id="rId272" Type="http://schemas.openxmlformats.org/officeDocument/2006/relationships/customXml" Target="../ink/ink2997.xml"/><Relationship Id="rId577" Type="http://schemas.openxmlformats.org/officeDocument/2006/relationships/image" Target="../media/image2277.png"/><Relationship Id="rId700" Type="http://schemas.openxmlformats.org/officeDocument/2006/relationships/customXml" Target="../ink/ink3211.xml"/><Relationship Id="rId132" Type="http://schemas.openxmlformats.org/officeDocument/2006/relationships/customXml" Target="../ink/ink2927.xml"/><Relationship Id="rId784" Type="http://schemas.openxmlformats.org/officeDocument/2006/relationships/customXml" Target="../ink/ink3253.xml"/><Relationship Id="rId437" Type="http://schemas.openxmlformats.org/officeDocument/2006/relationships/image" Target="../media/image2207.png"/><Relationship Id="rId644" Type="http://schemas.openxmlformats.org/officeDocument/2006/relationships/customXml" Target="../ink/ink3183.xml"/><Relationship Id="rId283" Type="http://schemas.openxmlformats.org/officeDocument/2006/relationships/image" Target="../media/image2130.png"/><Relationship Id="rId490" Type="http://schemas.openxmlformats.org/officeDocument/2006/relationships/customXml" Target="../ink/ink3106.xml"/><Relationship Id="rId504" Type="http://schemas.openxmlformats.org/officeDocument/2006/relationships/customXml" Target="../ink/ink3113.xml"/><Relationship Id="rId711" Type="http://schemas.openxmlformats.org/officeDocument/2006/relationships/image" Target="../media/image2343.png"/><Relationship Id="rId78" Type="http://schemas.openxmlformats.org/officeDocument/2006/relationships/customXml" Target="../ink/ink2900.xml"/><Relationship Id="rId143" Type="http://schemas.openxmlformats.org/officeDocument/2006/relationships/image" Target="../media/image2060.png"/><Relationship Id="rId350" Type="http://schemas.openxmlformats.org/officeDocument/2006/relationships/customXml" Target="../ink/ink3036.xml"/><Relationship Id="rId588" Type="http://schemas.openxmlformats.org/officeDocument/2006/relationships/customXml" Target="../ink/ink3155.xml"/><Relationship Id="rId795" Type="http://schemas.openxmlformats.org/officeDocument/2006/relationships/image" Target="../media/image2385.png"/><Relationship Id="rId809" Type="http://schemas.openxmlformats.org/officeDocument/2006/relationships/image" Target="../media/image2392.png"/><Relationship Id="rId9" Type="http://schemas.openxmlformats.org/officeDocument/2006/relationships/image" Target="../media/image1993.png"/><Relationship Id="rId210" Type="http://schemas.openxmlformats.org/officeDocument/2006/relationships/customXml" Target="../ink/ink2966.xml"/><Relationship Id="rId448" Type="http://schemas.openxmlformats.org/officeDocument/2006/relationships/customXml" Target="../ink/ink3085.xml"/><Relationship Id="rId655" Type="http://schemas.openxmlformats.org/officeDocument/2006/relationships/image" Target="../media/image2315.png"/><Relationship Id="rId294" Type="http://schemas.openxmlformats.org/officeDocument/2006/relationships/customXml" Target="../ink/ink3008.xml"/><Relationship Id="rId308" Type="http://schemas.openxmlformats.org/officeDocument/2006/relationships/customXml" Target="../ink/ink3015.xml"/><Relationship Id="rId515" Type="http://schemas.openxmlformats.org/officeDocument/2006/relationships/image" Target="../media/image2246.png"/><Relationship Id="rId722" Type="http://schemas.openxmlformats.org/officeDocument/2006/relationships/customXml" Target="../ink/ink3222.xml"/><Relationship Id="rId89" Type="http://schemas.openxmlformats.org/officeDocument/2006/relationships/image" Target="../media/image2033.png"/><Relationship Id="rId154" Type="http://schemas.openxmlformats.org/officeDocument/2006/relationships/customXml" Target="../ink/ink2938.xml"/><Relationship Id="rId361" Type="http://schemas.openxmlformats.org/officeDocument/2006/relationships/image" Target="../media/image2169.png"/><Relationship Id="rId599" Type="http://schemas.openxmlformats.org/officeDocument/2006/relationships/image" Target="../media/image2288.png"/><Relationship Id="rId459" Type="http://schemas.openxmlformats.org/officeDocument/2006/relationships/image" Target="../media/image2218.png"/><Relationship Id="rId666" Type="http://schemas.openxmlformats.org/officeDocument/2006/relationships/customXml" Target="../ink/ink3194.xml"/><Relationship Id="rId16" Type="http://schemas.openxmlformats.org/officeDocument/2006/relationships/customXml" Target="../ink/ink2869.xml"/><Relationship Id="rId221" Type="http://schemas.openxmlformats.org/officeDocument/2006/relationships/image" Target="../media/image2099.png"/><Relationship Id="rId319" Type="http://schemas.openxmlformats.org/officeDocument/2006/relationships/image" Target="../media/image2148.png"/><Relationship Id="rId526" Type="http://schemas.openxmlformats.org/officeDocument/2006/relationships/customXml" Target="../ink/ink3124.xml"/><Relationship Id="rId733" Type="http://schemas.openxmlformats.org/officeDocument/2006/relationships/image" Target="../media/image2354.png"/><Relationship Id="rId165" Type="http://schemas.openxmlformats.org/officeDocument/2006/relationships/image" Target="../media/image2071.png"/><Relationship Id="rId372" Type="http://schemas.openxmlformats.org/officeDocument/2006/relationships/customXml" Target="../ink/ink3047.xml"/><Relationship Id="rId677" Type="http://schemas.openxmlformats.org/officeDocument/2006/relationships/image" Target="../media/image2326.png"/><Relationship Id="rId800" Type="http://schemas.openxmlformats.org/officeDocument/2006/relationships/customXml" Target="../ink/ink3261.xml"/><Relationship Id="rId232" Type="http://schemas.openxmlformats.org/officeDocument/2006/relationships/customXml" Target="../ink/ink2977.xml"/><Relationship Id="rId27" Type="http://schemas.openxmlformats.org/officeDocument/2006/relationships/image" Target="../media/image2002.png"/><Relationship Id="rId537" Type="http://schemas.openxmlformats.org/officeDocument/2006/relationships/image" Target="../media/image2257.png"/><Relationship Id="rId744" Type="http://schemas.openxmlformats.org/officeDocument/2006/relationships/customXml" Target="../ink/ink3233.xml"/><Relationship Id="rId80" Type="http://schemas.openxmlformats.org/officeDocument/2006/relationships/customXml" Target="../ink/ink2901.xml"/><Relationship Id="rId176" Type="http://schemas.openxmlformats.org/officeDocument/2006/relationships/customXml" Target="../ink/ink2949.xml"/><Relationship Id="rId383" Type="http://schemas.openxmlformats.org/officeDocument/2006/relationships/image" Target="../media/image2180.png"/><Relationship Id="rId590" Type="http://schemas.openxmlformats.org/officeDocument/2006/relationships/customXml" Target="../ink/ink3156.xml"/><Relationship Id="rId604" Type="http://schemas.openxmlformats.org/officeDocument/2006/relationships/customXml" Target="../ink/ink3163.xml"/><Relationship Id="rId811" Type="http://schemas.openxmlformats.org/officeDocument/2006/relationships/image" Target="../media/image2393.png"/><Relationship Id="rId243" Type="http://schemas.openxmlformats.org/officeDocument/2006/relationships/image" Target="../media/image2110.png"/><Relationship Id="rId450" Type="http://schemas.openxmlformats.org/officeDocument/2006/relationships/customXml" Target="../ink/ink3086.xml"/><Relationship Id="rId688" Type="http://schemas.openxmlformats.org/officeDocument/2006/relationships/customXml" Target="../ink/ink3205.xml"/><Relationship Id="rId38" Type="http://schemas.openxmlformats.org/officeDocument/2006/relationships/customXml" Target="../ink/ink2880.xml"/><Relationship Id="rId103" Type="http://schemas.openxmlformats.org/officeDocument/2006/relationships/image" Target="../media/image2040.png"/><Relationship Id="rId310" Type="http://schemas.openxmlformats.org/officeDocument/2006/relationships/customXml" Target="../ink/ink3016.xml"/><Relationship Id="rId548" Type="http://schemas.openxmlformats.org/officeDocument/2006/relationships/customXml" Target="../ink/ink3135.xml"/><Relationship Id="rId755" Type="http://schemas.openxmlformats.org/officeDocument/2006/relationships/image" Target="../media/image2365.png"/><Relationship Id="rId91" Type="http://schemas.openxmlformats.org/officeDocument/2006/relationships/image" Target="../media/image2034.png"/><Relationship Id="rId187" Type="http://schemas.openxmlformats.org/officeDocument/2006/relationships/image" Target="../media/image2082.png"/><Relationship Id="rId394" Type="http://schemas.openxmlformats.org/officeDocument/2006/relationships/customXml" Target="../ink/ink3058.xml"/><Relationship Id="rId408" Type="http://schemas.openxmlformats.org/officeDocument/2006/relationships/customXml" Target="../ink/ink3065.xml"/><Relationship Id="rId615" Type="http://schemas.openxmlformats.org/officeDocument/2006/relationships/image" Target="../media/image2296.png"/><Relationship Id="rId822" Type="http://schemas.openxmlformats.org/officeDocument/2006/relationships/customXml" Target="../ink/ink3272.xml"/><Relationship Id="rId254" Type="http://schemas.openxmlformats.org/officeDocument/2006/relationships/customXml" Target="../ink/ink2988.xml"/><Relationship Id="rId699" Type="http://schemas.openxmlformats.org/officeDocument/2006/relationships/image" Target="../media/image2337.png"/><Relationship Id="rId49" Type="http://schemas.openxmlformats.org/officeDocument/2006/relationships/image" Target="../media/image2013.png"/><Relationship Id="rId114" Type="http://schemas.openxmlformats.org/officeDocument/2006/relationships/customXml" Target="../ink/ink2918.xml"/><Relationship Id="rId461" Type="http://schemas.openxmlformats.org/officeDocument/2006/relationships/image" Target="../media/image2219.png"/><Relationship Id="rId559" Type="http://schemas.openxmlformats.org/officeDocument/2006/relationships/image" Target="../media/image2268.png"/><Relationship Id="rId766" Type="http://schemas.openxmlformats.org/officeDocument/2006/relationships/customXml" Target="../ink/ink3244.xml"/><Relationship Id="rId198" Type="http://schemas.openxmlformats.org/officeDocument/2006/relationships/customXml" Target="../ink/ink2960.xml"/><Relationship Id="rId321" Type="http://schemas.openxmlformats.org/officeDocument/2006/relationships/image" Target="../media/image2149.png"/><Relationship Id="rId419" Type="http://schemas.openxmlformats.org/officeDocument/2006/relationships/image" Target="../media/image2198.png"/><Relationship Id="rId626" Type="http://schemas.openxmlformats.org/officeDocument/2006/relationships/customXml" Target="../ink/ink3174.xml"/><Relationship Id="rId265" Type="http://schemas.openxmlformats.org/officeDocument/2006/relationships/image" Target="../media/image2121.png"/><Relationship Id="rId472" Type="http://schemas.openxmlformats.org/officeDocument/2006/relationships/customXml" Target="../ink/ink3097.xml"/><Relationship Id="rId125" Type="http://schemas.openxmlformats.org/officeDocument/2006/relationships/image" Target="../media/image2051.png"/><Relationship Id="rId332" Type="http://schemas.openxmlformats.org/officeDocument/2006/relationships/customXml" Target="../ink/ink3027.xml"/><Relationship Id="rId777" Type="http://schemas.openxmlformats.org/officeDocument/2006/relationships/image" Target="../media/image2376.png"/><Relationship Id="rId637" Type="http://schemas.openxmlformats.org/officeDocument/2006/relationships/image" Target="../media/image2307.png"/><Relationship Id="rId276" Type="http://schemas.openxmlformats.org/officeDocument/2006/relationships/customXml" Target="../ink/ink2999.xml"/><Relationship Id="rId483" Type="http://schemas.openxmlformats.org/officeDocument/2006/relationships/image" Target="../media/image2230.png"/><Relationship Id="rId690" Type="http://schemas.openxmlformats.org/officeDocument/2006/relationships/customXml" Target="../ink/ink3206.xml"/><Relationship Id="rId704" Type="http://schemas.openxmlformats.org/officeDocument/2006/relationships/customXml" Target="../ink/ink3213.xml"/><Relationship Id="rId40" Type="http://schemas.openxmlformats.org/officeDocument/2006/relationships/customXml" Target="../ink/ink2881.xml"/><Relationship Id="rId136" Type="http://schemas.openxmlformats.org/officeDocument/2006/relationships/customXml" Target="../ink/ink2929.xml"/><Relationship Id="rId343" Type="http://schemas.openxmlformats.org/officeDocument/2006/relationships/image" Target="../media/image2160.png"/><Relationship Id="rId550" Type="http://schemas.openxmlformats.org/officeDocument/2006/relationships/customXml" Target="../ink/ink3136.xml"/><Relationship Id="rId788" Type="http://schemas.openxmlformats.org/officeDocument/2006/relationships/customXml" Target="../ink/ink3255.xml"/><Relationship Id="rId203" Type="http://schemas.openxmlformats.org/officeDocument/2006/relationships/image" Target="../media/image2090.png"/><Relationship Id="rId648" Type="http://schemas.openxmlformats.org/officeDocument/2006/relationships/customXml" Target="../ink/ink3185.xml"/><Relationship Id="rId287" Type="http://schemas.openxmlformats.org/officeDocument/2006/relationships/image" Target="../media/image2132.png"/><Relationship Id="rId410" Type="http://schemas.openxmlformats.org/officeDocument/2006/relationships/customXml" Target="../ink/ink3066.xml"/><Relationship Id="rId494" Type="http://schemas.openxmlformats.org/officeDocument/2006/relationships/customXml" Target="../ink/ink3108.xml"/><Relationship Id="rId508" Type="http://schemas.openxmlformats.org/officeDocument/2006/relationships/customXml" Target="../ink/ink3115.xml"/><Relationship Id="rId715" Type="http://schemas.openxmlformats.org/officeDocument/2006/relationships/image" Target="../media/image2345.png"/><Relationship Id="rId147" Type="http://schemas.openxmlformats.org/officeDocument/2006/relationships/image" Target="../media/image2062.png"/><Relationship Id="rId354" Type="http://schemas.openxmlformats.org/officeDocument/2006/relationships/customXml" Target="../ink/ink3038.xml"/><Relationship Id="rId799" Type="http://schemas.openxmlformats.org/officeDocument/2006/relationships/image" Target="../media/image2387.png"/><Relationship Id="rId51" Type="http://schemas.openxmlformats.org/officeDocument/2006/relationships/image" Target="../media/image2014.png"/><Relationship Id="rId561" Type="http://schemas.openxmlformats.org/officeDocument/2006/relationships/image" Target="../media/image2269.png"/><Relationship Id="rId659" Type="http://schemas.openxmlformats.org/officeDocument/2006/relationships/image" Target="../media/image2317.png"/><Relationship Id="rId214" Type="http://schemas.openxmlformats.org/officeDocument/2006/relationships/customXml" Target="../ink/ink2968.xml"/><Relationship Id="rId298" Type="http://schemas.openxmlformats.org/officeDocument/2006/relationships/customXml" Target="../ink/ink3010.xml"/><Relationship Id="rId421" Type="http://schemas.openxmlformats.org/officeDocument/2006/relationships/image" Target="../media/image2199.png"/><Relationship Id="rId519" Type="http://schemas.openxmlformats.org/officeDocument/2006/relationships/image" Target="../media/image2248.png"/><Relationship Id="rId158" Type="http://schemas.openxmlformats.org/officeDocument/2006/relationships/customXml" Target="../ink/ink2940.xml"/><Relationship Id="rId726" Type="http://schemas.openxmlformats.org/officeDocument/2006/relationships/customXml" Target="../ink/ink3224.xml"/><Relationship Id="rId62" Type="http://schemas.openxmlformats.org/officeDocument/2006/relationships/customXml" Target="../ink/ink2892.xml"/><Relationship Id="rId365" Type="http://schemas.openxmlformats.org/officeDocument/2006/relationships/image" Target="../media/image2171.png"/><Relationship Id="rId572" Type="http://schemas.openxmlformats.org/officeDocument/2006/relationships/customXml" Target="../ink/ink3147.xml"/><Relationship Id="rId225" Type="http://schemas.openxmlformats.org/officeDocument/2006/relationships/image" Target="../media/image2101.png"/><Relationship Id="rId432" Type="http://schemas.openxmlformats.org/officeDocument/2006/relationships/customXml" Target="../ink/ink3077.xml"/><Relationship Id="rId737" Type="http://schemas.openxmlformats.org/officeDocument/2006/relationships/image" Target="../media/image2356.png"/><Relationship Id="rId73" Type="http://schemas.openxmlformats.org/officeDocument/2006/relationships/image" Target="../media/image2025.png"/><Relationship Id="rId169" Type="http://schemas.openxmlformats.org/officeDocument/2006/relationships/image" Target="../media/image2073.png"/><Relationship Id="rId376" Type="http://schemas.openxmlformats.org/officeDocument/2006/relationships/customXml" Target="../ink/ink3049.xml"/><Relationship Id="rId583" Type="http://schemas.openxmlformats.org/officeDocument/2006/relationships/image" Target="../media/image2280.png"/><Relationship Id="rId790" Type="http://schemas.openxmlformats.org/officeDocument/2006/relationships/customXml" Target="../ink/ink3256.xml"/><Relationship Id="rId804" Type="http://schemas.openxmlformats.org/officeDocument/2006/relationships/customXml" Target="../ink/ink3263.xml"/><Relationship Id="rId4" Type="http://schemas.openxmlformats.org/officeDocument/2006/relationships/customXml" Target="../ink/ink2863.xml"/><Relationship Id="rId236" Type="http://schemas.openxmlformats.org/officeDocument/2006/relationships/customXml" Target="../ink/ink2979.xml"/><Relationship Id="rId443" Type="http://schemas.openxmlformats.org/officeDocument/2006/relationships/image" Target="../media/image2210.png"/><Relationship Id="rId650" Type="http://schemas.openxmlformats.org/officeDocument/2006/relationships/customXml" Target="../ink/ink3186.xml"/><Relationship Id="rId303" Type="http://schemas.openxmlformats.org/officeDocument/2006/relationships/image" Target="../media/image2140.png"/><Relationship Id="rId748" Type="http://schemas.openxmlformats.org/officeDocument/2006/relationships/customXml" Target="../ink/ink3235.xml"/><Relationship Id="rId84" Type="http://schemas.openxmlformats.org/officeDocument/2006/relationships/customXml" Target="../ink/ink2903.xml"/><Relationship Id="rId387" Type="http://schemas.openxmlformats.org/officeDocument/2006/relationships/image" Target="../media/image2182.png"/><Relationship Id="rId510" Type="http://schemas.openxmlformats.org/officeDocument/2006/relationships/customXml" Target="../ink/ink3116.xml"/><Relationship Id="rId594" Type="http://schemas.openxmlformats.org/officeDocument/2006/relationships/customXml" Target="../ink/ink3158.xml"/><Relationship Id="rId608" Type="http://schemas.openxmlformats.org/officeDocument/2006/relationships/customXml" Target="../ink/ink3165.xml"/><Relationship Id="rId815" Type="http://schemas.openxmlformats.org/officeDocument/2006/relationships/image" Target="../media/image2395.png"/><Relationship Id="rId247" Type="http://schemas.openxmlformats.org/officeDocument/2006/relationships/image" Target="../media/image2112.png"/><Relationship Id="rId107" Type="http://schemas.openxmlformats.org/officeDocument/2006/relationships/image" Target="../media/image2042.png"/><Relationship Id="rId454" Type="http://schemas.openxmlformats.org/officeDocument/2006/relationships/customXml" Target="../ink/ink3088.xml"/><Relationship Id="rId661" Type="http://schemas.openxmlformats.org/officeDocument/2006/relationships/image" Target="../media/image2318.png"/><Relationship Id="rId759" Type="http://schemas.openxmlformats.org/officeDocument/2006/relationships/image" Target="../media/image2367.png"/><Relationship Id="rId11" Type="http://schemas.openxmlformats.org/officeDocument/2006/relationships/image" Target="../media/image1994.png"/><Relationship Id="rId314" Type="http://schemas.openxmlformats.org/officeDocument/2006/relationships/customXml" Target="../ink/ink3018.xml"/><Relationship Id="rId398" Type="http://schemas.openxmlformats.org/officeDocument/2006/relationships/customXml" Target="../ink/ink3060.xml"/><Relationship Id="rId521" Type="http://schemas.openxmlformats.org/officeDocument/2006/relationships/image" Target="../media/image2249.png"/><Relationship Id="rId619" Type="http://schemas.openxmlformats.org/officeDocument/2006/relationships/image" Target="../media/image2298.png"/><Relationship Id="rId95" Type="http://schemas.openxmlformats.org/officeDocument/2006/relationships/image" Target="../media/image2036.png"/><Relationship Id="rId160" Type="http://schemas.openxmlformats.org/officeDocument/2006/relationships/customXml" Target="../ink/ink2941.xml"/><Relationship Id="rId826" Type="http://schemas.openxmlformats.org/officeDocument/2006/relationships/customXml" Target="../ink/ink3274.xml"/><Relationship Id="rId258" Type="http://schemas.openxmlformats.org/officeDocument/2006/relationships/customXml" Target="../ink/ink2990.xml"/><Relationship Id="rId465" Type="http://schemas.openxmlformats.org/officeDocument/2006/relationships/image" Target="../media/image2221.png"/><Relationship Id="rId672" Type="http://schemas.openxmlformats.org/officeDocument/2006/relationships/customXml" Target="../ink/ink3197.xml"/><Relationship Id="rId22" Type="http://schemas.openxmlformats.org/officeDocument/2006/relationships/customXml" Target="../ink/ink2872.xml"/><Relationship Id="rId118" Type="http://schemas.openxmlformats.org/officeDocument/2006/relationships/customXml" Target="../ink/ink2920.xml"/><Relationship Id="rId325" Type="http://schemas.openxmlformats.org/officeDocument/2006/relationships/image" Target="../media/image2151.png"/><Relationship Id="rId532" Type="http://schemas.openxmlformats.org/officeDocument/2006/relationships/customXml" Target="../ink/ink3127.xml"/><Relationship Id="rId171" Type="http://schemas.openxmlformats.org/officeDocument/2006/relationships/image" Target="../media/image2074.png"/><Relationship Id="rId269" Type="http://schemas.openxmlformats.org/officeDocument/2006/relationships/image" Target="../media/image2123.png"/><Relationship Id="rId476" Type="http://schemas.openxmlformats.org/officeDocument/2006/relationships/customXml" Target="../ink/ink3099.xml"/><Relationship Id="rId683" Type="http://schemas.openxmlformats.org/officeDocument/2006/relationships/image" Target="../media/image2329.png"/><Relationship Id="rId33" Type="http://schemas.openxmlformats.org/officeDocument/2006/relationships/image" Target="../media/image2005.png"/><Relationship Id="rId129" Type="http://schemas.openxmlformats.org/officeDocument/2006/relationships/image" Target="../media/image2053.png"/><Relationship Id="rId336" Type="http://schemas.openxmlformats.org/officeDocument/2006/relationships/customXml" Target="../ink/ink3029.xml"/><Relationship Id="rId543" Type="http://schemas.openxmlformats.org/officeDocument/2006/relationships/image" Target="../media/image2260.png"/><Relationship Id="rId182" Type="http://schemas.openxmlformats.org/officeDocument/2006/relationships/customXml" Target="../ink/ink2952.xml"/><Relationship Id="rId403" Type="http://schemas.openxmlformats.org/officeDocument/2006/relationships/image" Target="../media/image2190.png"/><Relationship Id="rId750" Type="http://schemas.openxmlformats.org/officeDocument/2006/relationships/customXml" Target="../ink/ink3236.xml"/><Relationship Id="rId487" Type="http://schemas.openxmlformats.org/officeDocument/2006/relationships/image" Target="../media/image2232.png"/><Relationship Id="rId610" Type="http://schemas.openxmlformats.org/officeDocument/2006/relationships/customXml" Target="../ink/ink3166.xml"/><Relationship Id="rId694" Type="http://schemas.openxmlformats.org/officeDocument/2006/relationships/customXml" Target="../ink/ink3208.xml"/><Relationship Id="rId708" Type="http://schemas.openxmlformats.org/officeDocument/2006/relationships/customXml" Target="../ink/ink3215.xml"/><Relationship Id="rId347" Type="http://schemas.openxmlformats.org/officeDocument/2006/relationships/image" Target="../media/image2162.png"/><Relationship Id="rId44" Type="http://schemas.openxmlformats.org/officeDocument/2006/relationships/customXml" Target="../ink/ink2883.xml"/><Relationship Id="rId554" Type="http://schemas.openxmlformats.org/officeDocument/2006/relationships/customXml" Target="../ink/ink3138.xml"/><Relationship Id="rId761" Type="http://schemas.openxmlformats.org/officeDocument/2006/relationships/image" Target="../media/image236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9.png"/><Relationship Id="rId18" Type="http://schemas.openxmlformats.org/officeDocument/2006/relationships/customXml" Target="../ink/ink3283.xml"/><Relationship Id="rId26" Type="http://schemas.openxmlformats.org/officeDocument/2006/relationships/customXml" Target="../ink/ink3287.xml"/><Relationship Id="rId39" Type="http://schemas.openxmlformats.org/officeDocument/2006/relationships/image" Target="../media/image2422.png"/><Relationship Id="rId21" Type="http://schemas.openxmlformats.org/officeDocument/2006/relationships/image" Target="../media/image2413.png"/><Relationship Id="rId34" Type="http://schemas.openxmlformats.org/officeDocument/2006/relationships/customXml" Target="../ink/ink3291.xml"/><Relationship Id="rId42" Type="http://schemas.openxmlformats.org/officeDocument/2006/relationships/customXml" Target="../ink/ink3295.xml"/><Relationship Id="rId47" Type="http://schemas.openxmlformats.org/officeDocument/2006/relationships/image" Target="../media/image2426.png"/><Relationship Id="rId7" Type="http://schemas.openxmlformats.org/officeDocument/2006/relationships/image" Target="../media/image2406.png"/><Relationship Id="rId2" Type="http://schemas.openxmlformats.org/officeDocument/2006/relationships/customXml" Target="../ink/ink3275.xml"/><Relationship Id="rId16" Type="http://schemas.openxmlformats.org/officeDocument/2006/relationships/customXml" Target="../ink/ink3282.xml"/><Relationship Id="rId29" Type="http://schemas.openxmlformats.org/officeDocument/2006/relationships/image" Target="../media/image24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77.xml"/><Relationship Id="rId11" Type="http://schemas.openxmlformats.org/officeDocument/2006/relationships/image" Target="../media/image2408.png"/><Relationship Id="rId24" Type="http://schemas.openxmlformats.org/officeDocument/2006/relationships/customXml" Target="../ink/ink3286.xml"/><Relationship Id="rId32" Type="http://schemas.openxmlformats.org/officeDocument/2006/relationships/customXml" Target="../ink/ink3290.xml"/><Relationship Id="rId37" Type="http://schemas.openxmlformats.org/officeDocument/2006/relationships/image" Target="../media/image2421.png"/><Relationship Id="rId40" Type="http://schemas.openxmlformats.org/officeDocument/2006/relationships/customXml" Target="../ink/ink3294.xml"/><Relationship Id="rId45" Type="http://schemas.openxmlformats.org/officeDocument/2006/relationships/image" Target="../media/image2425.png"/><Relationship Id="rId5" Type="http://schemas.openxmlformats.org/officeDocument/2006/relationships/image" Target="../media/image2405.png"/><Relationship Id="rId15" Type="http://schemas.openxmlformats.org/officeDocument/2006/relationships/image" Target="../media/image2410.png"/><Relationship Id="rId23" Type="http://schemas.openxmlformats.org/officeDocument/2006/relationships/image" Target="../media/image2414.png"/><Relationship Id="rId28" Type="http://schemas.openxmlformats.org/officeDocument/2006/relationships/customXml" Target="../ink/ink3288.xml"/><Relationship Id="rId36" Type="http://schemas.openxmlformats.org/officeDocument/2006/relationships/customXml" Target="../ink/ink3292.xml"/><Relationship Id="rId10" Type="http://schemas.openxmlformats.org/officeDocument/2006/relationships/customXml" Target="../ink/ink3279.xml"/><Relationship Id="rId19" Type="http://schemas.openxmlformats.org/officeDocument/2006/relationships/image" Target="../media/image2412.png"/><Relationship Id="rId31" Type="http://schemas.openxmlformats.org/officeDocument/2006/relationships/image" Target="../media/image2418.png"/><Relationship Id="rId44" Type="http://schemas.openxmlformats.org/officeDocument/2006/relationships/customXml" Target="../ink/ink3296.xml"/><Relationship Id="rId4" Type="http://schemas.openxmlformats.org/officeDocument/2006/relationships/customXml" Target="../ink/ink3276.xml"/><Relationship Id="rId9" Type="http://schemas.openxmlformats.org/officeDocument/2006/relationships/image" Target="../media/image2407.png"/><Relationship Id="rId14" Type="http://schemas.openxmlformats.org/officeDocument/2006/relationships/customXml" Target="../ink/ink3281.xml"/><Relationship Id="rId22" Type="http://schemas.openxmlformats.org/officeDocument/2006/relationships/customXml" Target="../ink/ink3285.xml"/><Relationship Id="rId27" Type="http://schemas.openxmlformats.org/officeDocument/2006/relationships/image" Target="../media/image2416.png"/><Relationship Id="rId30" Type="http://schemas.openxmlformats.org/officeDocument/2006/relationships/customXml" Target="../ink/ink3289.xml"/><Relationship Id="rId35" Type="http://schemas.openxmlformats.org/officeDocument/2006/relationships/image" Target="../media/image2420.png"/><Relationship Id="rId43" Type="http://schemas.openxmlformats.org/officeDocument/2006/relationships/image" Target="../media/image2424.png"/><Relationship Id="rId8" Type="http://schemas.openxmlformats.org/officeDocument/2006/relationships/customXml" Target="../ink/ink3278.xml"/><Relationship Id="rId3" Type="http://schemas.openxmlformats.org/officeDocument/2006/relationships/image" Target="../media/image2404.png"/><Relationship Id="rId12" Type="http://schemas.openxmlformats.org/officeDocument/2006/relationships/customXml" Target="../ink/ink3280.xml"/><Relationship Id="rId17" Type="http://schemas.openxmlformats.org/officeDocument/2006/relationships/image" Target="../media/image2411.png"/><Relationship Id="rId25" Type="http://schemas.openxmlformats.org/officeDocument/2006/relationships/image" Target="../media/image2415.png"/><Relationship Id="rId33" Type="http://schemas.openxmlformats.org/officeDocument/2006/relationships/image" Target="../media/image2419.png"/><Relationship Id="rId38" Type="http://schemas.openxmlformats.org/officeDocument/2006/relationships/customXml" Target="../ink/ink3293.xml"/><Relationship Id="rId46" Type="http://schemas.openxmlformats.org/officeDocument/2006/relationships/customXml" Target="../ink/ink3297.xml"/><Relationship Id="rId20" Type="http://schemas.openxmlformats.org/officeDocument/2006/relationships/customXml" Target="../ink/ink3284.xml"/><Relationship Id="rId41" Type="http://schemas.openxmlformats.org/officeDocument/2006/relationships/image" Target="../media/image2423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84.png"/><Relationship Id="rId299" Type="http://schemas.openxmlformats.org/officeDocument/2006/relationships/image" Target="../media/image2575.png"/><Relationship Id="rId21" Type="http://schemas.openxmlformats.org/officeDocument/2006/relationships/image" Target="../media/image2436.png"/><Relationship Id="rId63" Type="http://schemas.openxmlformats.org/officeDocument/2006/relationships/image" Target="../media/image2457.png"/><Relationship Id="rId159" Type="http://schemas.openxmlformats.org/officeDocument/2006/relationships/image" Target="../media/image2505.png"/><Relationship Id="rId324" Type="http://schemas.openxmlformats.org/officeDocument/2006/relationships/customXml" Target="../ink/ink3459.xml"/><Relationship Id="rId366" Type="http://schemas.openxmlformats.org/officeDocument/2006/relationships/customXml" Target="../ink/ink3480.xml"/><Relationship Id="rId170" Type="http://schemas.openxmlformats.org/officeDocument/2006/relationships/customXml" Target="../ink/ink3382.xml"/><Relationship Id="rId226" Type="http://schemas.openxmlformats.org/officeDocument/2006/relationships/customXml" Target="../ink/ink3410.xml"/><Relationship Id="rId433" Type="http://schemas.openxmlformats.org/officeDocument/2006/relationships/image" Target="../media/image2642.png"/><Relationship Id="rId268" Type="http://schemas.openxmlformats.org/officeDocument/2006/relationships/customXml" Target="../ink/ink3431.xml"/><Relationship Id="rId32" Type="http://schemas.openxmlformats.org/officeDocument/2006/relationships/customXml" Target="../ink/ink3313.xml"/><Relationship Id="rId74" Type="http://schemas.openxmlformats.org/officeDocument/2006/relationships/customXml" Target="../ink/ink3334.xml"/><Relationship Id="rId128" Type="http://schemas.openxmlformats.org/officeDocument/2006/relationships/customXml" Target="../ink/ink3361.xml"/><Relationship Id="rId335" Type="http://schemas.openxmlformats.org/officeDocument/2006/relationships/image" Target="../media/image2593.png"/><Relationship Id="rId377" Type="http://schemas.openxmlformats.org/officeDocument/2006/relationships/image" Target="../media/image2614.png"/><Relationship Id="rId5" Type="http://schemas.openxmlformats.org/officeDocument/2006/relationships/image" Target="../media/image2428.png"/><Relationship Id="rId181" Type="http://schemas.openxmlformats.org/officeDocument/2006/relationships/image" Target="../media/image2516.png"/><Relationship Id="rId237" Type="http://schemas.openxmlformats.org/officeDocument/2006/relationships/image" Target="../media/image2544.png"/><Relationship Id="rId402" Type="http://schemas.openxmlformats.org/officeDocument/2006/relationships/customXml" Target="../ink/ink3498.xml"/><Relationship Id="rId279" Type="http://schemas.openxmlformats.org/officeDocument/2006/relationships/image" Target="../media/image2565.png"/><Relationship Id="rId444" Type="http://schemas.openxmlformats.org/officeDocument/2006/relationships/customXml" Target="../ink/ink3519.xml"/><Relationship Id="rId43" Type="http://schemas.openxmlformats.org/officeDocument/2006/relationships/image" Target="../media/image2447.png"/><Relationship Id="rId139" Type="http://schemas.openxmlformats.org/officeDocument/2006/relationships/image" Target="../media/image2495.png"/><Relationship Id="rId290" Type="http://schemas.openxmlformats.org/officeDocument/2006/relationships/customXml" Target="../ink/ink3442.xml"/><Relationship Id="rId304" Type="http://schemas.openxmlformats.org/officeDocument/2006/relationships/customXml" Target="../ink/ink3449.xml"/><Relationship Id="rId346" Type="http://schemas.openxmlformats.org/officeDocument/2006/relationships/customXml" Target="../ink/ink3470.xml"/><Relationship Id="rId388" Type="http://schemas.openxmlformats.org/officeDocument/2006/relationships/customXml" Target="../ink/ink3491.xml"/><Relationship Id="rId85" Type="http://schemas.openxmlformats.org/officeDocument/2006/relationships/image" Target="../media/image2468.png"/><Relationship Id="rId150" Type="http://schemas.openxmlformats.org/officeDocument/2006/relationships/customXml" Target="../ink/ink3372.xml"/><Relationship Id="rId192" Type="http://schemas.openxmlformats.org/officeDocument/2006/relationships/customXml" Target="../ink/ink3393.xml"/><Relationship Id="rId206" Type="http://schemas.openxmlformats.org/officeDocument/2006/relationships/customXml" Target="../ink/ink3400.xml"/><Relationship Id="rId413" Type="http://schemas.openxmlformats.org/officeDocument/2006/relationships/image" Target="../media/image2632.png"/><Relationship Id="rId248" Type="http://schemas.openxmlformats.org/officeDocument/2006/relationships/customXml" Target="../ink/ink3421.xml"/><Relationship Id="rId455" Type="http://schemas.openxmlformats.org/officeDocument/2006/relationships/image" Target="../media/image2653.png"/><Relationship Id="rId12" Type="http://schemas.openxmlformats.org/officeDocument/2006/relationships/customXml" Target="../ink/ink3303.xml"/><Relationship Id="rId108" Type="http://schemas.openxmlformats.org/officeDocument/2006/relationships/customXml" Target="../ink/ink3351.xml"/><Relationship Id="rId315" Type="http://schemas.openxmlformats.org/officeDocument/2006/relationships/image" Target="../media/image2583.png"/><Relationship Id="rId357" Type="http://schemas.openxmlformats.org/officeDocument/2006/relationships/image" Target="../media/image2604.png"/><Relationship Id="rId54" Type="http://schemas.openxmlformats.org/officeDocument/2006/relationships/customXml" Target="../ink/ink3324.xml"/><Relationship Id="rId96" Type="http://schemas.openxmlformats.org/officeDocument/2006/relationships/customXml" Target="../ink/ink3345.xml"/><Relationship Id="rId161" Type="http://schemas.openxmlformats.org/officeDocument/2006/relationships/image" Target="../media/image2506.png"/><Relationship Id="rId217" Type="http://schemas.openxmlformats.org/officeDocument/2006/relationships/image" Target="../media/image2534.png"/><Relationship Id="rId399" Type="http://schemas.openxmlformats.org/officeDocument/2006/relationships/image" Target="../media/image2625.png"/><Relationship Id="rId259" Type="http://schemas.openxmlformats.org/officeDocument/2006/relationships/image" Target="../media/image2555.png"/><Relationship Id="rId424" Type="http://schemas.openxmlformats.org/officeDocument/2006/relationships/customXml" Target="../ink/ink3509.xml"/><Relationship Id="rId23" Type="http://schemas.openxmlformats.org/officeDocument/2006/relationships/image" Target="../media/image2437.png"/><Relationship Id="rId119" Type="http://schemas.openxmlformats.org/officeDocument/2006/relationships/image" Target="../media/image2485.png"/><Relationship Id="rId270" Type="http://schemas.openxmlformats.org/officeDocument/2006/relationships/customXml" Target="../ink/ink3432.xml"/><Relationship Id="rId326" Type="http://schemas.openxmlformats.org/officeDocument/2006/relationships/customXml" Target="../ink/ink3460.xml"/><Relationship Id="rId65" Type="http://schemas.openxmlformats.org/officeDocument/2006/relationships/image" Target="../media/image2458.png"/><Relationship Id="rId130" Type="http://schemas.openxmlformats.org/officeDocument/2006/relationships/customXml" Target="../ink/ink3362.xml"/><Relationship Id="rId368" Type="http://schemas.openxmlformats.org/officeDocument/2006/relationships/customXml" Target="../ink/ink3481.xml"/><Relationship Id="rId172" Type="http://schemas.openxmlformats.org/officeDocument/2006/relationships/customXml" Target="../ink/ink3383.xml"/><Relationship Id="rId228" Type="http://schemas.openxmlformats.org/officeDocument/2006/relationships/customXml" Target="../ink/ink3411.xml"/><Relationship Id="rId435" Type="http://schemas.openxmlformats.org/officeDocument/2006/relationships/image" Target="../media/image2643.png"/><Relationship Id="rId281" Type="http://schemas.openxmlformats.org/officeDocument/2006/relationships/image" Target="../media/image2566.png"/><Relationship Id="rId337" Type="http://schemas.openxmlformats.org/officeDocument/2006/relationships/image" Target="../media/image2594.png"/><Relationship Id="rId34" Type="http://schemas.openxmlformats.org/officeDocument/2006/relationships/customXml" Target="../ink/ink3314.xml"/><Relationship Id="rId76" Type="http://schemas.openxmlformats.org/officeDocument/2006/relationships/customXml" Target="../ink/ink3335.xml"/><Relationship Id="rId141" Type="http://schemas.openxmlformats.org/officeDocument/2006/relationships/image" Target="../media/image2496.png"/><Relationship Id="rId379" Type="http://schemas.openxmlformats.org/officeDocument/2006/relationships/image" Target="../media/image2615.png"/><Relationship Id="rId7" Type="http://schemas.openxmlformats.org/officeDocument/2006/relationships/image" Target="../media/image2429.png"/><Relationship Id="rId183" Type="http://schemas.openxmlformats.org/officeDocument/2006/relationships/image" Target="../media/image2517.png"/><Relationship Id="rId239" Type="http://schemas.openxmlformats.org/officeDocument/2006/relationships/image" Target="../media/image2545.png"/><Relationship Id="rId390" Type="http://schemas.openxmlformats.org/officeDocument/2006/relationships/customXml" Target="../ink/ink3492.xml"/><Relationship Id="rId404" Type="http://schemas.openxmlformats.org/officeDocument/2006/relationships/customXml" Target="../ink/ink3499.xml"/><Relationship Id="rId446" Type="http://schemas.openxmlformats.org/officeDocument/2006/relationships/customXml" Target="../ink/ink3520.xml"/><Relationship Id="rId250" Type="http://schemas.openxmlformats.org/officeDocument/2006/relationships/customXml" Target="../ink/ink3422.xml"/><Relationship Id="rId292" Type="http://schemas.openxmlformats.org/officeDocument/2006/relationships/customXml" Target="../ink/ink3443.xml"/><Relationship Id="rId306" Type="http://schemas.openxmlformats.org/officeDocument/2006/relationships/customXml" Target="../ink/ink3450.xml"/><Relationship Id="rId45" Type="http://schemas.openxmlformats.org/officeDocument/2006/relationships/image" Target="../media/image2448.png"/><Relationship Id="rId87" Type="http://schemas.openxmlformats.org/officeDocument/2006/relationships/image" Target="../media/image2469.png"/><Relationship Id="rId110" Type="http://schemas.openxmlformats.org/officeDocument/2006/relationships/customXml" Target="../ink/ink3352.xml"/><Relationship Id="rId348" Type="http://schemas.openxmlformats.org/officeDocument/2006/relationships/customXml" Target="../ink/ink3471.xml"/><Relationship Id="rId152" Type="http://schemas.openxmlformats.org/officeDocument/2006/relationships/customXml" Target="../ink/ink3373.xml"/><Relationship Id="rId194" Type="http://schemas.openxmlformats.org/officeDocument/2006/relationships/customXml" Target="../ink/ink3394.xml"/><Relationship Id="rId208" Type="http://schemas.openxmlformats.org/officeDocument/2006/relationships/customXml" Target="../ink/ink3401.xml"/><Relationship Id="rId415" Type="http://schemas.openxmlformats.org/officeDocument/2006/relationships/image" Target="../media/image2633.png"/><Relationship Id="rId457" Type="http://schemas.openxmlformats.org/officeDocument/2006/relationships/image" Target="../media/image2654.png"/><Relationship Id="rId261" Type="http://schemas.openxmlformats.org/officeDocument/2006/relationships/image" Target="../media/image2556.png"/><Relationship Id="rId14" Type="http://schemas.openxmlformats.org/officeDocument/2006/relationships/customXml" Target="../ink/ink3304.xml"/><Relationship Id="rId56" Type="http://schemas.openxmlformats.org/officeDocument/2006/relationships/customXml" Target="../ink/ink3325.xml"/><Relationship Id="rId317" Type="http://schemas.openxmlformats.org/officeDocument/2006/relationships/image" Target="../media/image2584.png"/><Relationship Id="rId359" Type="http://schemas.openxmlformats.org/officeDocument/2006/relationships/image" Target="../media/image2605.png"/><Relationship Id="rId98" Type="http://schemas.openxmlformats.org/officeDocument/2006/relationships/customXml" Target="../ink/ink3346.xml"/><Relationship Id="rId121" Type="http://schemas.openxmlformats.org/officeDocument/2006/relationships/image" Target="../media/image2486.png"/><Relationship Id="rId163" Type="http://schemas.openxmlformats.org/officeDocument/2006/relationships/image" Target="../media/image2507.png"/><Relationship Id="rId219" Type="http://schemas.openxmlformats.org/officeDocument/2006/relationships/image" Target="../media/image2535.png"/><Relationship Id="rId370" Type="http://schemas.openxmlformats.org/officeDocument/2006/relationships/customXml" Target="../ink/ink3482.xml"/><Relationship Id="rId426" Type="http://schemas.openxmlformats.org/officeDocument/2006/relationships/customXml" Target="../ink/ink3510.xml"/><Relationship Id="rId230" Type="http://schemas.openxmlformats.org/officeDocument/2006/relationships/customXml" Target="../ink/ink3412.xml"/><Relationship Id="rId25" Type="http://schemas.openxmlformats.org/officeDocument/2006/relationships/image" Target="../media/image2438.png"/><Relationship Id="rId67" Type="http://schemas.openxmlformats.org/officeDocument/2006/relationships/image" Target="../media/image2459.png"/><Relationship Id="rId272" Type="http://schemas.openxmlformats.org/officeDocument/2006/relationships/customXml" Target="../ink/ink3433.xml"/><Relationship Id="rId328" Type="http://schemas.openxmlformats.org/officeDocument/2006/relationships/customXml" Target="../ink/ink3461.xml"/><Relationship Id="rId132" Type="http://schemas.openxmlformats.org/officeDocument/2006/relationships/customXml" Target="../ink/ink3363.xml"/><Relationship Id="rId174" Type="http://schemas.openxmlformats.org/officeDocument/2006/relationships/customXml" Target="../ink/ink3384.xml"/><Relationship Id="rId381" Type="http://schemas.openxmlformats.org/officeDocument/2006/relationships/image" Target="../media/image2616.png"/><Relationship Id="rId241" Type="http://schemas.openxmlformats.org/officeDocument/2006/relationships/image" Target="../media/image2546.png"/><Relationship Id="rId437" Type="http://schemas.openxmlformats.org/officeDocument/2006/relationships/image" Target="../media/image2644.png"/><Relationship Id="rId36" Type="http://schemas.openxmlformats.org/officeDocument/2006/relationships/customXml" Target="../ink/ink3315.xml"/><Relationship Id="rId283" Type="http://schemas.openxmlformats.org/officeDocument/2006/relationships/image" Target="../media/image2567.png"/><Relationship Id="rId339" Type="http://schemas.openxmlformats.org/officeDocument/2006/relationships/image" Target="../media/image2595.png"/><Relationship Id="rId78" Type="http://schemas.openxmlformats.org/officeDocument/2006/relationships/customXml" Target="../ink/ink3336.xml"/><Relationship Id="rId101" Type="http://schemas.openxmlformats.org/officeDocument/2006/relationships/image" Target="../media/image2476.png"/><Relationship Id="rId143" Type="http://schemas.openxmlformats.org/officeDocument/2006/relationships/image" Target="../media/image2497.png"/><Relationship Id="rId185" Type="http://schemas.openxmlformats.org/officeDocument/2006/relationships/image" Target="../media/image2518.png"/><Relationship Id="rId350" Type="http://schemas.openxmlformats.org/officeDocument/2006/relationships/customXml" Target="../ink/ink3472.xml"/><Relationship Id="rId406" Type="http://schemas.openxmlformats.org/officeDocument/2006/relationships/customXml" Target="../ink/ink3500.xml"/><Relationship Id="rId9" Type="http://schemas.openxmlformats.org/officeDocument/2006/relationships/image" Target="../media/image2430.png"/><Relationship Id="rId210" Type="http://schemas.openxmlformats.org/officeDocument/2006/relationships/customXml" Target="../ink/ink3402.xml"/><Relationship Id="rId392" Type="http://schemas.openxmlformats.org/officeDocument/2006/relationships/customXml" Target="../ink/ink3493.xml"/><Relationship Id="rId448" Type="http://schemas.openxmlformats.org/officeDocument/2006/relationships/customXml" Target="../ink/ink3521.xml"/><Relationship Id="rId252" Type="http://schemas.openxmlformats.org/officeDocument/2006/relationships/customXml" Target="../ink/ink3423.xml"/><Relationship Id="rId294" Type="http://schemas.openxmlformats.org/officeDocument/2006/relationships/customXml" Target="../ink/ink3444.xml"/><Relationship Id="rId308" Type="http://schemas.openxmlformats.org/officeDocument/2006/relationships/customXml" Target="../ink/ink3451.xml"/><Relationship Id="rId47" Type="http://schemas.openxmlformats.org/officeDocument/2006/relationships/image" Target="../media/image2449.png"/><Relationship Id="rId89" Type="http://schemas.openxmlformats.org/officeDocument/2006/relationships/image" Target="../media/image2470.png"/><Relationship Id="rId112" Type="http://schemas.openxmlformats.org/officeDocument/2006/relationships/customXml" Target="../ink/ink3353.xml"/><Relationship Id="rId154" Type="http://schemas.openxmlformats.org/officeDocument/2006/relationships/customXml" Target="../ink/ink3374.xml"/><Relationship Id="rId361" Type="http://schemas.openxmlformats.org/officeDocument/2006/relationships/image" Target="../media/image2606.png"/><Relationship Id="rId196" Type="http://schemas.openxmlformats.org/officeDocument/2006/relationships/customXml" Target="../ink/ink3395.xml"/><Relationship Id="rId417" Type="http://schemas.openxmlformats.org/officeDocument/2006/relationships/image" Target="../media/image2634.png"/><Relationship Id="rId16" Type="http://schemas.openxmlformats.org/officeDocument/2006/relationships/customXml" Target="../ink/ink3305.xml"/><Relationship Id="rId221" Type="http://schemas.openxmlformats.org/officeDocument/2006/relationships/image" Target="../media/image2536.png"/><Relationship Id="rId263" Type="http://schemas.openxmlformats.org/officeDocument/2006/relationships/image" Target="../media/image2557.png"/><Relationship Id="rId319" Type="http://schemas.openxmlformats.org/officeDocument/2006/relationships/image" Target="../media/image2585.png"/><Relationship Id="rId58" Type="http://schemas.openxmlformats.org/officeDocument/2006/relationships/customXml" Target="../ink/ink3326.xml"/><Relationship Id="rId123" Type="http://schemas.openxmlformats.org/officeDocument/2006/relationships/image" Target="../media/image2487.png"/><Relationship Id="rId330" Type="http://schemas.openxmlformats.org/officeDocument/2006/relationships/customXml" Target="../ink/ink3462.xml"/><Relationship Id="rId165" Type="http://schemas.openxmlformats.org/officeDocument/2006/relationships/image" Target="../media/image2508.png"/><Relationship Id="rId372" Type="http://schemas.openxmlformats.org/officeDocument/2006/relationships/customXml" Target="../ink/ink3483.xml"/><Relationship Id="rId428" Type="http://schemas.openxmlformats.org/officeDocument/2006/relationships/customXml" Target="../ink/ink3511.xml"/><Relationship Id="rId232" Type="http://schemas.openxmlformats.org/officeDocument/2006/relationships/customXml" Target="../ink/ink3413.xml"/><Relationship Id="rId274" Type="http://schemas.openxmlformats.org/officeDocument/2006/relationships/customXml" Target="../ink/ink3434.xml"/><Relationship Id="rId27" Type="http://schemas.openxmlformats.org/officeDocument/2006/relationships/image" Target="../media/image2439.png"/><Relationship Id="rId69" Type="http://schemas.openxmlformats.org/officeDocument/2006/relationships/image" Target="../media/image2460.png"/><Relationship Id="rId134" Type="http://schemas.openxmlformats.org/officeDocument/2006/relationships/customXml" Target="../ink/ink3364.xml"/><Relationship Id="rId80" Type="http://schemas.openxmlformats.org/officeDocument/2006/relationships/customXml" Target="../ink/ink3337.xml"/><Relationship Id="rId176" Type="http://schemas.openxmlformats.org/officeDocument/2006/relationships/customXml" Target="../ink/ink3385.xml"/><Relationship Id="rId341" Type="http://schemas.openxmlformats.org/officeDocument/2006/relationships/image" Target="../media/image2596.png"/><Relationship Id="rId383" Type="http://schemas.openxmlformats.org/officeDocument/2006/relationships/image" Target="../media/image2617.png"/><Relationship Id="rId439" Type="http://schemas.openxmlformats.org/officeDocument/2006/relationships/image" Target="../media/image2645.png"/><Relationship Id="rId201" Type="http://schemas.openxmlformats.org/officeDocument/2006/relationships/image" Target="../media/image2526.png"/><Relationship Id="rId243" Type="http://schemas.openxmlformats.org/officeDocument/2006/relationships/image" Target="../media/image2547.png"/><Relationship Id="rId285" Type="http://schemas.openxmlformats.org/officeDocument/2006/relationships/image" Target="../media/image2568.png"/><Relationship Id="rId450" Type="http://schemas.openxmlformats.org/officeDocument/2006/relationships/customXml" Target="../ink/ink3522.xml"/><Relationship Id="rId38" Type="http://schemas.openxmlformats.org/officeDocument/2006/relationships/customXml" Target="../ink/ink3316.xml"/><Relationship Id="rId103" Type="http://schemas.openxmlformats.org/officeDocument/2006/relationships/image" Target="../media/image2477.png"/><Relationship Id="rId310" Type="http://schemas.openxmlformats.org/officeDocument/2006/relationships/customXml" Target="../ink/ink3452.xml"/><Relationship Id="rId91" Type="http://schemas.openxmlformats.org/officeDocument/2006/relationships/image" Target="../media/image2471.png"/><Relationship Id="rId145" Type="http://schemas.openxmlformats.org/officeDocument/2006/relationships/image" Target="../media/image2498.png"/><Relationship Id="rId187" Type="http://schemas.openxmlformats.org/officeDocument/2006/relationships/image" Target="../media/image2519.png"/><Relationship Id="rId352" Type="http://schemas.openxmlformats.org/officeDocument/2006/relationships/customXml" Target="../ink/ink3473.xml"/><Relationship Id="rId394" Type="http://schemas.openxmlformats.org/officeDocument/2006/relationships/customXml" Target="../ink/ink3494.xml"/><Relationship Id="rId408" Type="http://schemas.openxmlformats.org/officeDocument/2006/relationships/customXml" Target="../ink/ink3501.xml"/><Relationship Id="rId212" Type="http://schemas.openxmlformats.org/officeDocument/2006/relationships/customXml" Target="../ink/ink3403.xml"/><Relationship Id="rId254" Type="http://schemas.openxmlformats.org/officeDocument/2006/relationships/customXml" Target="../ink/ink3424.xml"/><Relationship Id="rId49" Type="http://schemas.openxmlformats.org/officeDocument/2006/relationships/image" Target="../media/image2450.png"/><Relationship Id="rId114" Type="http://schemas.openxmlformats.org/officeDocument/2006/relationships/customXml" Target="../ink/ink3354.xml"/><Relationship Id="rId296" Type="http://schemas.openxmlformats.org/officeDocument/2006/relationships/customXml" Target="../ink/ink3445.xml"/><Relationship Id="rId60" Type="http://schemas.openxmlformats.org/officeDocument/2006/relationships/customXml" Target="../ink/ink3327.xml"/><Relationship Id="rId156" Type="http://schemas.openxmlformats.org/officeDocument/2006/relationships/customXml" Target="../ink/ink3375.xml"/><Relationship Id="rId198" Type="http://schemas.openxmlformats.org/officeDocument/2006/relationships/customXml" Target="../ink/ink3396.xml"/><Relationship Id="rId321" Type="http://schemas.openxmlformats.org/officeDocument/2006/relationships/image" Target="../media/image2586.png"/><Relationship Id="rId363" Type="http://schemas.openxmlformats.org/officeDocument/2006/relationships/image" Target="../media/image2607.png"/><Relationship Id="rId419" Type="http://schemas.openxmlformats.org/officeDocument/2006/relationships/image" Target="../media/image2635.png"/><Relationship Id="rId223" Type="http://schemas.openxmlformats.org/officeDocument/2006/relationships/image" Target="../media/image2537.png"/><Relationship Id="rId430" Type="http://schemas.openxmlformats.org/officeDocument/2006/relationships/customXml" Target="../ink/ink3512.xml"/><Relationship Id="rId18" Type="http://schemas.openxmlformats.org/officeDocument/2006/relationships/customXml" Target="../ink/ink3306.xml"/><Relationship Id="rId265" Type="http://schemas.openxmlformats.org/officeDocument/2006/relationships/image" Target="../media/image2558.png"/><Relationship Id="rId125" Type="http://schemas.openxmlformats.org/officeDocument/2006/relationships/image" Target="../media/image2488.png"/><Relationship Id="rId167" Type="http://schemas.openxmlformats.org/officeDocument/2006/relationships/image" Target="../media/image2509.png"/><Relationship Id="rId332" Type="http://schemas.openxmlformats.org/officeDocument/2006/relationships/customXml" Target="../ink/ink3463.xml"/><Relationship Id="rId374" Type="http://schemas.openxmlformats.org/officeDocument/2006/relationships/customXml" Target="../ink/ink3484.xml"/><Relationship Id="rId71" Type="http://schemas.openxmlformats.org/officeDocument/2006/relationships/image" Target="../media/image2461.png"/><Relationship Id="rId234" Type="http://schemas.openxmlformats.org/officeDocument/2006/relationships/customXml" Target="../ink/ink3414.xml"/><Relationship Id="rId2" Type="http://schemas.openxmlformats.org/officeDocument/2006/relationships/customXml" Target="../ink/ink3298.xml"/><Relationship Id="rId29" Type="http://schemas.openxmlformats.org/officeDocument/2006/relationships/image" Target="../media/image2440.png"/><Relationship Id="rId255" Type="http://schemas.openxmlformats.org/officeDocument/2006/relationships/image" Target="../media/image2553.png"/><Relationship Id="rId276" Type="http://schemas.openxmlformats.org/officeDocument/2006/relationships/customXml" Target="../ink/ink3435.xml"/><Relationship Id="rId297" Type="http://schemas.openxmlformats.org/officeDocument/2006/relationships/image" Target="../media/image2574.png"/><Relationship Id="rId441" Type="http://schemas.openxmlformats.org/officeDocument/2006/relationships/image" Target="../media/image2646.png"/><Relationship Id="rId40" Type="http://schemas.openxmlformats.org/officeDocument/2006/relationships/customXml" Target="../ink/ink3317.xml"/><Relationship Id="rId115" Type="http://schemas.openxmlformats.org/officeDocument/2006/relationships/image" Target="../media/image2483.png"/><Relationship Id="rId136" Type="http://schemas.openxmlformats.org/officeDocument/2006/relationships/customXml" Target="../ink/ink3365.xml"/><Relationship Id="rId157" Type="http://schemas.openxmlformats.org/officeDocument/2006/relationships/image" Target="../media/image2504.png"/><Relationship Id="rId178" Type="http://schemas.openxmlformats.org/officeDocument/2006/relationships/customXml" Target="../ink/ink3386.xml"/><Relationship Id="rId301" Type="http://schemas.openxmlformats.org/officeDocument/2006/relationships/image" Target="../media/image2576.png"/><Relationship Id="rId322" Type="http://schemas.openxmlformats.org/officeDocument/2006/relationships/customXml" Target="../ink/ink3458.xml"/><Relationship Id="rId343" Type="http://schemas.openxmlformats.org/officeDocument/2006/relationships/image" Target="../media/image2597.png"/><Relationship Id="rId364" Type="http://schemas.openxmlformats.org/officeDocument/2006/relationships/customXml" Target="../ink/ink3479.xml"/><Relationship Id="rId61" Type="http://schemas.openxmlformats.org/officeDocument/2006/relationships/image" Target="../media/image2456.png"/><Relationship Id="rId82" Type="http://schemas.openxmlformats.org/officeDocument/2006/relationships/customXml" Target="../ink/ink3338.xml"/><Relationship Id="rId199" Type="http://schemas.openxmlformats.org/officeDocument/2006/relationships/image" Target="../media/image2525.png"/><Relationship Id="rId203" Type="http://schemas.openxmlformats.org/officeDocument/2006/relationships/image" Target="../media/image2527.png"/><Relationship Id="rId385" Type="http://schemas.openxmlformats.org/officeDocument/2006/relationships/image" Target="../media/image2618.png"/><Relationship Id="rId19" Type="http://schemas.openxmlformats.org/officeDocument/2006/relationships/image" Target="../media/image2435.png"/><Relationship Id="rId224" Type="http://schemas.openxmlformats.org/officeDocument/2006/relationships/customXml" Target="../ink/ink3409.xml"/><Relationship Id="rId245" Type="http://schemas.openxmlformats.org/officeDocument/2006/relationships/image" Target="../media/image2548.png"/><Relationship Id="rId266" Type="http://schemas.openxmlformats.org/officeDocument/2006/relationships/customXml" Target="../ink/ink3430.xml"/><Relationship Id="rId287" Type="http://schemas.openxmlformats.org/officeDocument/2006/relationships/image" Target="../media/image2569.png"/><Relationship Id="rId410" Type="http://schemas.openxmlformats.org/officeDocument/2006/relationships/customXml" Target="../ink/ink3502.xml"/><Relationship Id="rId431" Type="http://schemas.openxmlformats.org/officeDocument/2006/relationships/image" Target="../media/image2641.png"/><Relationship Id="rId452" Type="http://schemas.openxmlformats.org/officeDocument/2006/relationships/customXml" Target="../ink/ink3523.xml"/><Relationship Id="rId30" Type="http://schemas.openxmlformats.org/officeDocument/2006/relationships/customXml" Target="../ink/ink3312.xml"/><Relationship Id="rId105" Type="http://schemas.openxmlformats.org/officeDocument/2006/relationships/image" Target="../media/image2478.png"/><Relationship Id="rId126" Type="http://schemas.openxmlformats.org/officeDocument/2006/relationships/customXml" Target="../ink/ink3360.xml"/><Relationship Id="rId147" Type="http://schemas.openxmlformats.org/officeDocument/2006/relationships/image" Target="../media/image2499.png"/><Relationship Id="rId168" Type="http://schemas.openxmlformats.org/officeDocument/2006/relationships/customXml" Target="../ink/ink3381.xml"/><Relationship Id="rId312" Type="http://schemas.openxmlformats.org/officeDocument/2006/relationships/customXml" Target="../ink/ink3453.xml"/><Relationship Id="rId333" Type="http://schemas.openxmlformats.org/officeDocument/2006/relationships/image" Target="../media/image2592.png"/><Relationship Id="rId354" Type="http://schemas.openxmlformats.org/officeDocument/2006/relationships/customXml" Target="../ink/ink3474.xml"/><Relationship Id="rId51" Type="http://schemas.openxmlformats.org/officeDocument/2006/relationships/image" Target="../media/image2451.png"/><Relationship Id="rId72" Type="http://schemas.openxmlformats.org/officeDocument/2006/relationships/customXml" Target="../ink/ink3333.xml"/><Relationship Id="rId93" Type="http://schemas.openxmlformats.org/officeDocument/2006/relationships/image" Target="../media/image2472.png"/><Relationship Id="rId189" Type="http://schemas.openxmlformats.org/officeDocument/2006/relationships/image" Target="../media/image2520.png"/><Relationship Id="rId375" Type="http://schemas.openxmlformats.org/officeDocument/2006/relationships/image" Target="../media/image2613.png"/><Relationship Id="rId396" Type="http://schemas.openxmlformats.org/officeDocument/2006/relationships/customXml" Target="../ink/ink3495.xml"/><Relationship Id="rId3" Type="http://schemas.openxmlformats.org/officeDocument/2006/relationships/image" Target="../media/image2427.png"/><Relationship Id="rId214" Type="http://schemas.openxmlformats.org/officeDocument/2006/relationships/customXml" Target="../ink/ink3404.xml"/><Relationship Id="rId235" Type="http://schemas.openxmlformats.org/officeDocument/2006/relationships/image" Target="../media/image2543.png"/><Relationship Id="rId256" Type="http://schemas.openxmlformats.org/officeDocument/2006/relationships/customXml" Target="../ink/ink3425.xml"/><Relationship Id="rId277" Type="http://schemas.openxmlformats.org/officeDocument/2006/relationships/image" Target="../media/image2564.png"/><Relationship Id="rId298" Type="http://schemas.openxmlformats.org/officeDocument/2006/relationships/customXml" Target="../ink/ink3446.xml"/><Relationship Id="rId400" Type="http://schemas.openxmlformats.org/officeDocument/2006/relationships/customXml" Target="../ink/ink3497.xml"/><Relationship Id="rId421" Type="http://schemas.openxmlformats.org/officeDocument/2006/relationships/image" Target="../media/image2636.png"/><Relationship Id="rId442" Type="http://schemas.openxmlformats.org/officeDocument/2006/relationships/customXml" Target="../ink/ink3518.xml"/><Relationship Id="rId116" Type="http://schemas.openxmlformats.org/officeDocument/2006/relationships/customXml" Target="../ink/ink3355.xml"/><Relationship Id="rId137" Type="http://schemas.openxmlformats.org/officeDocument/2006/relationships/image" Target="../media/image2494.png"/><Relationship Id="rId158" Type="http://schemas.openxmlformats.org/officeDocument/2006/relationships/customXml" Target="../ink/ink3376.xml"/><Relationship Id="rId302" Type="http://schemas.openxmlformats.org/officeDocument/2006/relationships/customXml" Target="../ink/ink3448.xml"/><Relationship Id="rId323" Type="http://schemas.openxmlformats.org/officeDocument/2006/relationships/image" Target="../media/image2587.png"/><Relationship Id="rId344" Type="http://schemas.openxmlformats.org/officeDocument/2006/relationships/customXml" Target="../ink/ink3469.xml"/><Relationship Id="rId20" Type="http://schemas.openxmlformats.org/officeDocument/2006/relationships/customXml" Target="../ink/ink3307.xml"/><Relationship Id="rId41" Type="http://schemas.openxmlformats.org/officeDocument/2006/relationships/image" Target="../media/image2446.png"/><Relationship Id="rId62" Type="http://schemas.openxmlformats.org/officeDocument/2006/relationships/customXml" Target="../ink/ink3328.xml"/><Relationship Id="rId83" Type="http://schemas.openxmlformats.org/officeDocument/2006/relationships/image" Target="../media/image2467.png"/><Relationship Id="rId179" Type="http://schemas.openxmlformats.org/officeDocument/2006/relationships/image" Target="../media/image2515.png"/><Relationship Id="rId365" Type="http://schemas.openxmlformats.org/officeDocument/2006/relationships/image" Target="../media/image2608.png"/><Relationship Id="rId386" Type="http://schemas.openxmlformats.org/officeDocument/2006/relationships/customXml" Target="../ink/ink3490.xml"/><Relationship Id="rId190" Type="http://schemas.openxmlformats.org/officeDocument/2006/relationships/customXml" Target="../ink/ink3392.xml"/><Relationship Id="rId204" Type="http://schemas.openxmlformats.org/officeDocument/2006/relationships/customXml" Target="../ink/ink3399.xml"/><Relationship Id="rId225" Type="http://schemas.openxmlformats.org/officeDocument/2006/relationships/image" Target="../media/image2538.png"/><Relationship Id="rId246" Type="http://schemas.openxmlformats.org/officeDocument/2006/relationships/customXml" Target="../ink/ink3420.xml"/><Relationship Id="rId267" Type="http://schemas.openxmlformats.org/officeDocument/2006/relationships/image" Target="../media/image2559.png"/><Relationship Id="rId288" Type="http://schemas.openxmlformats.org/officeDocument/2006/relationships/customXml" Target="../ink/ink3441.xml"/><Relationship Id="rId411" Type="http://schemas.openxmlformats.org/officeDocument/2006/relationships/image" Target="../media/image2631.png"/><Relationship Id="rId432" Type="http://schemas.openxmlformats.org/officeDocument/2006/relationships/customXml" Target="../ink/ink3513.xml"/><Relationship Id="rId453" Type="http://schemas.openxmlformats.org/officeDocument/2006/relationships/image" Target="../media/image2652.png"/><Relationship Id="rId106" Type="http://schemas.openxmlformats.org/officeDocument/2006/relationships/customXml" Target="../ink/ink3350.xml"/><Relationship Id="rId127" Type="http://schemas.openxmlformats.org/officeDocument/2006/relationships/image" Target="../media/image2489.png"/><Relationship Id="rId313" Type="http://schemas.openxmlformats.org/officeDocument/2006/relationships/image" Target="../media/image2582.png"/><Relationship Id="rId10" Type="http://schemas.openxmlformats.org/officeDocument/2006/relationships/customXml" Target="../ink/ink3302.xml"/><Relationship Id="rId31" Type="http://schemas.openxmlformats.org/officeDocument/2006/relationships/image" Target="../media/image2441.png"/><Relationship Id="rId52" Type="http://schemas.openxmlformats.org/officeDocument/2006/relationships/customXml" Target="../ink/ink3323.xml"/><Relationship Id="rId73" Type="http://schemas.openxmlformats.org/officeDocument/2006/relationships/image" Target="../media/image2462.png"/><Relationship Id="rId94" Type="http://schemas.openxmlformats.org/officeDocument/2006/relationships/customXml" Target="../ink/ink3344.xml"/><Relationship Id="rId148" Type="http://schemas.openxmlformats.org/officeDocument/2006/relationships/customXml" Target="../ink/ink3371.xml"/><Relationship Id="rId169" Type="http://schemas.openxmlformats.org/officeDocument/2006/relationships/image" Target="../media/image2510.png"/><Relationship Id="rId334" Type="http://schemas.openxmlformats.org/officeDocument/2006/relationships/customXml" Target="../ink/ink3464.xml"/><Relationship Id="rId355" Type="http://schemas.openxmlformats.org/officeDocument/2006/relationships/image" Target="../media/image2603.png"/><Relationship Id="rId376" Type="http://schemas.openxmlformats.org/officeDocument/2006/relationships/customXml" Target="../ink/ink3485.xml"/><Relationship Id="rId397" Type="http://schemas.openxmlformats.org/officeDocument/2006/relationships/image" Target="../media/image2624.png"/><Relationship Id="rId4" Type="http://schemas.openxmlformats.org/officeDocument/2006/relationships/customXml" Target="../ink/ink3299.xml"/><Relationship Id="rId180" Type="http://schemas.openxmlformats.org/officeDocument/2006/relationships/customXml" Target="../ink/ink3387.xml"/><Relationship Id="rId215" Type="http://schemas.openxmlformats.org/officeDocument/2006/relationships/image" Target="../media/image2533.png"/><Relationship Id="rId236" Type="http://schemas.openxmlformats.org/officeDocument/2006/relationships/customXml" Target="../ink/ink3415.xml"/><Relationship Id="rId257" Type="http://schemas.openxmlformats.org/officeDocument/2006/relationships/image" Target="../media/image2554.png"/><Relationship Id="rId278" Type="http://schemas.openxmlformats.org/officeDocument/2006/relationships/customXml" Target="../ink/ink3436.xml"/><Relationship Id="rId401" Type="http://schemas.openxmlformats.org/officeDocument/2006/relationships/image" Target="../media/image2626.png"/><Relationship Id="rId422" Type="http://schemas.openxmlformats.org/officeDocument/2006/relationships/customXml" Target="../ink/ink3508.xml"/><Relationship Id="rId443" Type="http://schemas.openxmlformats.org/officeDocument/2006/relationships/image" Target="../media/image2647.png"/><Relationship Id="rId303" Type="http://schemas.openxmlformats.org/officeDocument/2006/relationships/image" Target="../media/image2577.png"/><Relationship Id="rId42" Type="http://schemas.openxmlformats.org/officeDocument/2006/relationships/customXml" Target="../ink/ink3318.xml"/><Relationship Id="rId84" Type="http://schemas.openxmlformats.org/officeDocument/2006/relationships/customXml" Target="../ink/ink3339.xml"/><Relationship Id="rId138" Type="http://schemas.openxmlformats.org/officeDocument/2006/relationships/customXml" Target="../ink/ink3366.xml"/><Relationship Id="rId345" Type="http://schemas.openxmlformats.org/officeDocument/2006/relationships/image" Target="../media/image2598.png"/><Relationship Id="rId387" Type="http://schemas.openxmlformats.org/officeDocument/2006/relationships/image" Target="../media/image2619.png"/><Relationship Id="rId191" Type="http://schemas.openxmlformats.org/officeDocument/2006/relationships/image" Target="../media/image2521.png"/><Relationship Id="rId205" Type="http://schemas.openxmlformats.org/officeDocument/2006/relationships/image" Target="../media/image2528.png"/><Relationship Id="rId247" Type="http://schemas.openxmlformats.org/officeDocument/2006/relationships/image" Target="../media/image2549.png"/><Relationship Id="rId412" Type="http://schemas.openxmlformats.org/officeDocument/2006/relationships/customXml" Target="../ink/ink3503.xml"/><Relationship Id="rId107" Type="http://schemas.openxmlformats.org/officeDocument/2006/relationships/image" Target="../media/image2479.png"/><Relationship Id="rId289" Type="http://schemas.openxmlformats.org/officeDocument/2006/relationships/image" Target="../media/image2570.png"/><Relationship Id="rId454" Type="http://schemas.openxmlformats.org/officeDocument/2006/relationships/customXml" Target="../ink/ink3524.xml"/><Relationship Id="rId11" Type="http://schemas.openxmlformats.org/officeDocument/2006/relationships/image" Target="../media/image2431.png"/><Relationship Id="rId53" Type="http://schemas.openxmlformats.org/officeDocument/2006/relationships/image" Target="../media/image2452.png"/><Relationship Id="rId149" Type="http://schemas.openxmlformats.org/officeDocument/2006/relationships/image" Target="../media/image2500.png"/><Relationship Id="rId314" Type="http://schemas.openxmlformats.org/officeDocument/2006/relationships/customXml" Target="../ink/ink3454.xml"/><Relationship Id="rId356" Type="http://schemas.openxmlformats.org/officeDocument/2006/relationships/customXml" Target="../ink/ink3475.xml"/><Relationship Id="rId398" Type="http://schemas.openxmlformats.org/officeDocument/2006/relationships/customXml" Target="../ink/ink3496.xml"/><Relationship Id="rId95" Type="http://schemas.openxmlformats.org/officeDocument/2006/relationships/image" Target="../media/image2473.png"/><Relationship Id="rId160" Type="http://schemas.openxmlformats.org/officeDocument/2006/relationships/customXml" Target="../ink/ink3377.xml"/><Relationship Id="rId216" Type="http://schemas.openxmlformats.org/officeDocument/2006/relationships/customXml" Target="../ink/ink3405.xml"/><Relationship Id="rId423" Type="http://schemas.openxmlformats.org/officeDocument/2006/relationships/image" Target="../media/image2637.png"/><Relationship Id="rId258" Type="http://schemas.openxmlformats.org/officeDocument/2006/relationships/customXml" Target="../ink/ink3426.xml"/><Relationship Id="rId22" Type="http://schemas.openxmlformats.org/officeDocument/2006/relationships/customXml" Target="../ink/ink3308.xml"/><Relationship Id="rId64" Type="http://schemas.openxmlformats.org/officeDocument/2006/relationships/customXml" Target="../ink/ink3329.xml"/><Relationship Id="rId118" Type="http://schemas.openxmlformats.org/officeDocument/2006/relationships/customXml" Target="../ink/ink3356.xml"/><Relationship Id="rId325" Type="http://schemas.openxmlformats.org/officeDocument/2006/relationships/image" Target="../media/image2588.png"/><Relationship Id="rId367" Type="http://schemas.openxmlformats.org/officeDocument/2006/relationships/image" Target="../media/image2609.png"/><Relationship Id="rId171" Type="http://schemas.openxmlformats.org/officeDocument/2006/relationships/image" Target="../media/image2511.png"/><Relationship Id="rId227" Type="http://schemas.openxmlformats.org/officeDocument/2006/relationships/image" Target="../media/image2539.png"/><Relationship Id="rId269" Type="http://schemas.openxmlformats.org/officeDocument/2006/relationships/image" Target="../media/image2560.png"/><Relationship Id="rId434" Type="http://schemas.openxmlformats.org/officeDocument/2006/relationships/customXml" Target="../ink/ink3514.xml"/><Relationship Id="rId33" Type="http://schemas.openxmlformats.org/officeDocument/2006/relationships/image" Target="../media/image2442.png"/><Relationship Id="rId129" Type="http://schemas.openxmlformats.org/officeDocument/2006/relationships/image" Target="../media/image2490.png"/><Relationship Id="rId280" Type="http://schemas.openxmlformats.org/officeDocument/2006/relationships/customXml" Target="../ink/ink3437.xml"/><Relationship Id="rId336" Type="http://schemas.openxmlformats.org/officeDocument/2006/relationships/customXml" Target="../ink/ink3465.xml"/><Relationship Id="rId75" Type="http://schemas.openxmlformats.org/officeDocument/2006/relationships/image" Target="../media/image2463.png"/><Relationship Id="rId140" Type="http://schemas.openxmlformats.org/officeDocument/2006/relationships/customXml" Target="../ink/ink3367.xml"/><Relationship Id="rId182" Type="http://schemas.openxmlformats.org/officeDocument/2006/relationships/customXml" Target="../ink/ink3388.xml"/><Relationship Id="rId378" Type="http://schemas.openxmlformats.org/officeDocument/2006/relationships/customXml" Target="../ink/ink3486.xml"/><Relationship Id="rId403" Type="http://schemas.openxmlformats.org/officeDocument/2006/relationships/image" Target="../media/image2627.png"/><Relationship Id="rId6" Type="http://schemas.openxmlformats.org/officeDocument/2006/relationships/customXml" Target="../ink/ink3300.xml"/><Relationship Id="rId238" Type="http://schemas.openxmlformats.org/officeDocument/2006/relationships/customXml" Target="../ink/ink3416.xml"/><Relationship Id="rId445" Type="http://schemas.openxmlformats.org/officeDocument/2006/relationships/image" Target="../media/image2648.png"/><Relationship Id="rId291" Type="http://schemas.openxmlformats.org/officeDocument/2006/relationships/image" Target="../media/image2571.png"/><Relationship Id="rId305" Type="http://schemas.openxmlformats.org/officeDocument/2006/relationships/image" Target="../media/image2578.png"/><Relationship Id="rId347" Type="http://schemas.openxmlformats.org/officeDocument/2006/relationships/image" Target="../media/image2599.png"/><Relationship Id="rId44" Type="http://schemas.openxmlformats.org/officeDocument/2006/relationships/customXml" Target="../ink/ink3319.xml"/><Relationship Id="rId86" Type="http://schemas.openxmlformats.org/officeDocument/2006/relationships/customXml" Target="../ink/ink3340.xml"/><Relationship Id="rId151" Type="http://schemas.openxmlformats.org/officeDocument/2006/relationships/image" Target="../media/image2501.png"/><Relationship Id="rId389" Type="http://schemas.openxmlformats.org/officeDocument/2006/relationships/image" Target="../media/image2620.png"/><Relationship Id="rId193" Type="http://schemas.openxmlformats.org/officeDocument/2006/relationships/image" Target="../media/image2522.png"/><Relationship Id="rId207" Type="http://schemas.openxmlformats.org/officeDocument/2006/relationships/image" Target="../media/image2529.png"/><Relationship Id="rId249" Type="http://schemas.openxmlformats.org/officeDocument/2006/relationships/image" Target="../media/image2550.png"/><Relationship Id="rId414" Type="http://schemas.openxmlformats.org/officeDocument/2006/relationships/customXml" Target="../ink/ink3504.xml"/><Relationship Id="rId456" Type="http://schemas.openxmlformats.org/officeDocument/2006/relationships/customXml" Target="../ink/ink3525.xml"/><Relationship Id="rId13" Type="http://schemas.openxmlformats.org/officeDocument/2006/relationships/image" Target="../media/image2432.png"/><Relationship Id="rId109" Type="http://schemas.openxmlformats.org/officeDocument/2006/relationships/image" Target="../media/image2480.png"/><Relationship Id="rId260" Type="http://schemas.openxmlformats.org/officeDocument/2006/relationships/customXml" Target="../ink/ink3427.xml"/><Relationship Id="rId316" Type="http://schemas.openxmlformats.org/officeDocument/2006/relationships/customXml" Target="../ink/ink3455.xml"/><Relationship Id="rId55" Type="http://schemas.openxmlformats.org/officeDocument/2006/relationships/image" Target="../media/image2453.png"/><Relationship Id="rId97" Type="http://schemas.openxmlformats.org/officeDocument/2006/relationships/image" Target="../media/image2474.png"/><Relationship Id="rId120" Type="http://schemas.openxmlformats.org/officeDocument/2006/relationships/customXml" Target="../ink/ink3357.xml"/><Relationship Id="rId358" Type="http://schemas.openxmlformats.org/officeDocument/2006/relationships/customXml" Target="../ink/ink3476.xml"/><Relationship Id="rId162" Type="http://schemas.openxmlformats.org/officeDocument/2006/relationships/customXml" Target="../ink/ink3378.xml"/><Relationship Id="rId218" Type="http://schemas.openxmlformats.org/officeDocument/2006/relationships/customXml" Target="../ink/ink3406.xml"/><Relationship Id="rId425" Type="http://schemas.openxmlformats.org/officeDocument/2006/relationships/image" Target="../media/image2638.png"/><Relationship Id="rId271" Type="http://schemas.openxmlformats.org/officeDocument/2006/relationships/image" Target="../media/image2561.png"/><Relationship Id="rId24" Type="http://schemas.openxmlformats.org/officeDocument/2006/relationships/customXml" Target="../ink/ink3309.xml"/><Relationship Id="rId66" Type="http://schemas.openxmlformats.org/officeDocument/2006/relationships/customXml" Target="../ink/ink3330.xml"/><Relationship Id="rId131" Type="http://schemas.openxmlformats.org/officeDocument/2006/relationships/image" Target="../media/image2491.png"/><Relationship Id="rId327" Type="http://schemas.openxmlformats.org/officeDocument/2006/relationships/image" Target="../media/image2589.png"/><Relationship Id="rId369" Type="http://schemas.openxmlformats.org/officeDocument/2006/relationships/image" Target="../media/image2610.png"/><Relationship Id="rId173" Type="http://schemas.openxmlformats.org/officeDocument/2006/relationships/image" Target="../media/image2512.png"/><Relationship Id="rId229" Type="http://schemas.openxmlformats.org/officeDocument/2006/relationships/image" Target="../media/image2540.png"/><Relationship Id="rId380" Type="http://schemas.openxmlformats.org/officeDocument/2006/relationships/customXml" Target="../ink/ink3487.xml"/><Relationship Id="rId436" Type="http://schemas.openxmlformats.org/officeDocument/2006/relationships/customXml" Target="../ink/ink3515.xml"/><Relationship Id="rId240" Type="http://schemas.openxmlformats.org/officeDocument/2006/relationships/customXml" Target="../ink/ink3417.xml"/><Relationship Id="rId35" Type="http://schemas.openxmlformats.org/officeDocument/2006/relationships/image" Target="../media/image2443.png"/><Relationship Id="rId77" Type="http://schemas.openxmlformats.org/officeDocument/2006/relationships/image" Target="../media/image2464.png"/><Relationship Id="rId100" Type="http://schemas.openxmlformats.org/officeDocument/2006/relationships/customXml" Target="../ink/ink3347.xml"/><Relationship Id="rId282" Type="http://schemas.openxmlformats.org/officeDocument/2006/relationships/customXml" Target="../ink/ink3438.xml"/><Relationship Id="rId338" Type="http://schemas.openxmlformats.org/officeDocument/2006/relationships/customXml" Target="../ink/ink3466.xml"/><Relationship Id="rId8" Type="http://schemas.openxmlformats.org/officeDocument/2006/relationships/customXml" Target="../ink/ink3301.xml"/><Relationship Id="rId142" Type="http://schemas.openxmlformats.org/officeDocument/2006/relationships/customXml" Target="../ink/ink3368.xml"/><Relationship Id="rId184" Type="http://schemas.openxmlformats.org/officeDocument/2006/relationships/customXml" Target="../ink/ink3389.xml"/><Relationship Id="rId391" Type="http://schemas.openxmlformats.org/officeDocument/2006/relationships/image" Target="../media/image2621.png"/><Relationship Id="rId405" Type="http://schemas.openxmlformats.org/officeDocument/2006/relationships/image" Target="../media/image2628.png"/><Relationship Id="rId447" Type="http://schemas.openxmlformats.org/officeDocument/2006/relationships/image" Target="../media/image2649.png"/><Relationship Id="rId251" Type="http://schemas.openxmlformats.org/officeDocument/2006/relationships/image" Target="../media/image2551.png"/><Relationship Id="rId46" Type="http://schemas.openxmlformats.org/officeDocument/2006/relationships/customXml" Target="../ink/ink3320.xml"/><Relationship Id="rId293" Type="http://schemas.openxmlformats.org/officeDocument/2006/relationships/image" Target="../media/image2572.png"/><Relationship Id="rId307" Type="http://schemas.openxmlformats.org/officeDocument/2006/relationships/image" Target="../media/image2579.png"/><Relationship Id="rId349" Type="http://schemas.openxmlformats.org/officeDocument/2006/relationships/image" Target="../media/image2600.png"/><Relationship Id="rId88" Type="http://schemas.openxmlformats.org/officeDocument/2006/relationships/customXml" Target="../ink/ink3341.xml"/><Relationship Id="rId111" Type="http://schemas.openxmlformats.org/officeDocument/2006/relationships/image" Target="../media/image2481.png"/><Relationship Id="rId153" Type="http://schemas.openxmlformats.org/officeDocument/2006/relationships/image" Target="../media/image2502.png"/><Relationship Id="rId195" Type="http://schemas.openxmlformats.org/officeDocument/2006/relationships/image" Target="../media/image2523.png"/><Relationship Id="rId209" Type="http://schemas.openxmlformats.org/officeDocument/2006/relationships/image" Target="../media/image2530.png"/><Relationship Id="rId360" Type="http://schemas.openxmlformats.org/officeDocument/2006/relationships/customXml" Target="../ink/ink3477.xml"/><Relationship Id="rId416" Type="http://schemas.openxmlformats.org/officeDocument/2006/relationships/customXml" Target="../ink/ink3505.xml"/><Relationship Id="rId220" Type="http://schemas.openxmlformats.org/officeDocument/2006/relationships/customXml" Target="../ink/ink3407.xml"/><Relationship Id="rId15" Type="http://schemas.openxmlformats.org/officeDocument/2006/relationships/image" Target="../media/image2433.png"/><Relationship Id="rId57" Type="http://schemas.openxmlformats.org/officeDocument/2006/relationships/image" Target="../media/image2454.png"/><Relationship Id="rId262" Type="http://schemas.openxmlformats.org/officeDocument/2006/relationships/customXml" Target="../ink/ink3428.xml"/><Relationship Id="rId318" Type="http://schemas.openxmlformats.org/officeDocument/2006/relationships/customXml" Target="../ink/ink3456.xml"/><Relationship Id="rId99" Type="http://schemas.openxmlformats.org/officeDocument/2006/relationships/image" Target="../media/image2475.png"/><Relationship Id="rId122" Type="http://schemas.openxmlformats.org/officeDocument/2006/relationships/customXml" Target="../ink/ink3358.xml"/><Relationship Id="rId164" Type="http://schemas.openxmlformats.org/officeDocument/2006/relationships/customXml" Target="../ink/ink3379.xml"/><Relationship Id="rId371" Type="http://schemas.openxmlformats.org/officeDocument/2006/relationships/image" Target="../media/image2611.png"/><Relationship Id="rId427" Type="http://schemas.openxmlformats.org/officeDocument/2006/relationships/image" Target="../media/image2639.png"/><Relationship Id="rId26" Type="http://schemas.openxmlformats.org/officeDocument/2006/relationships/customXml" Target="../ink/ink3310.xml"/><Relationship Id="rId231" Type="http://schemas.openxmlformats.org/officeDocument/2006/relationships/image" Target="../media/image2541.png"/><Relationship Id="rId273" Type="http://schemas.openxmlformats.org/officeDocument/2006/relationships/image" Target="../media/image2562.png"/><Relationship Id="rId329" Type="http://schemas.openxmlformats.org/officeDocument/2006/relationships/image" Target="../media/image2590.png"/><Relationship Id="rId68" Type="http://schemas.openxmlformats.org/officeDocument/2006/relationships/customXml" Target="../ink/ink3331.xml"/><Relationship Id="rId133" Type="http://schemas.openxmlformats.org/officeDocument/2006/relationships/image" Target="../media/image2492.png"/><Relationship Id="rId175" Type="http://schemas.openxmlformats.org/officeDocument/2006/relationships/image" Target="../media/image2513.png"/><Relationship Id="rId340" Type="http://schemas.openxmlformats.org/officeDocument/2006/relationships/customXml" Target="../ink/ink3467.xml"/><Relationship Id="rId200" Type="http://schemas.openxmlformats.org/officeDocument/2006/relationships/customXml" Target="../ink/ink3397.xml"/><Relationship Id="rId382" Type="http://schemas.openxmlformats.org/officeDocument/2006/relationships/customXml" Target="../ink/ink3488.xml"/><Relationship Id="rId438" Type="http://schemas.openxmlformats.org/officeDocument/2006/relationships/customXml" Target="../ink/ink3516.xml"/><Relationship Id="rId242" Type="http://schemas.openxmlformats.org/officeDocument/2006/relationships/customXml" Target="../ink/ink3418.xml"/><Relationship Id="rId284" Type="http://schemas.openxmlformats.org/officeDocument/2006/relationships/customXml" Target="../ink/ink3439.xml"/><Relationship Id="rId37" Type="http://schemas.openxmlformats.org/officeDocument/2006/relationships/image" Target="../media/image2444.png"/><Relationship Id="rId79" Type="http://schemas.openxmlformats.org/officeDocument/2006/relationships/image" Target="../media/image2465.png"/><Relationship Id="rId102" Type="http://schemas.openxmlformats.org/officeDocument/2006/relationships/customXml" Target="../ink/ink3348.xml"/><Relationship Id="rId144" Type="http://schemas.openxmlformats.org/officeDocument/2006/relationships/customXml" Target="../ink/ink3369.xml"/><Relationship Id="rId90" Type="http://schemas.openxmlformats.org/officeDocument/2006/relationships/customXml" Target="../ink/ink3342.xml"/><Relationship Id="rId186" Type="http://schemas.openxmlformats.org/officeDocument/2006/relationships/customXml" Target="../ink/ink3390.xml"/><Relationship Id="rId351" Type="http://schemas.openxmlformats.org/officeDocument/2006/relationships/image" Target="../media/image2601.png"/><Relationship Id="rId393" Type="http://schemas.openxmlformats.org/officeDocument/2006/relationships/image" Target="../media/image2622.png"/><Relationship Id="rId407" Type="http://schemas.openxmlformats.org/officeDocument/2006/relationships/image" Target="../media/image2629.png"/><Relationship Id="rId449" Type="http://schemas.openxmlformats.org/officeDocument/2006/relationships/image" Target="../media/image2650.png"/><Relationship Id="rId211" Type="http://schemas.openxmlformats.org/officeDocument/2006/relationships/image" Target="../media/image2531.png"/><Relationship Id="rId253" Type="http://schemas.openxmlformats.org/officeDocument/2006/relationships/image" Target="../media/image2552.png"/><Relationship Id="rId295" Type="http://schemas.openxmlformats.org/officeDocument/2006/relationships/image" Target="../media/image2573.png"/><Relationship Id="rId309" Type="http://schemas.openxmlformats.org/officeDocument/2006/relationships/image" Target="../media/image2580.png"/><Relationship Id="rId48" Type="http://schemas.openxmlformats.org/officeDocument/2006/relationships/customXml" Target="../ink/ink3321.xml"/><Relationship Id="rId113" Type="http://schemas.openxmlformats.org/officeDocument/2006/relationships/image" Target="../media/image2482.png"/><Relationship Id="rId320" Type="http://schemas.openxmlformats.org/officeDocument/2006/relationships/customXml" Target="../ink/ink3457.xml"/><Relationship Id="rId155" Type="http://schemas.openxmlformats.org/officeDocument/2006/relationships/image" Target="../media/image2503.png"/><Relationship Id="rId197" Type="http://schemas.openxmlformats.org/officeDocument/2006/relationships/image" Target="../media/image2524.png"/><Relationship Id="rId362" Type="http://schemas.openxmlformats.org/officeDocument/2006/relationships/customXml" Target="../ink/ink3478.xml"/><Relationship Id="rId418" Type="http://schemas.openxmlformats.org/officeDocument/2006/relationships/customXml" Target="../ink/ink3506.xml"/><Relationship Id="rId222" Type="http://schemas.openxmlformats.org/officeDocument/2006/relationships/customXml" Target="../ink/ink3408.xml"/><Relationship Id="rId264" Type="http://schemas.openxmlformats.org/officeDocument/2006/relationships/customXml" Target="../ink/ink3429.xml"/><Relationship Id="rId17" Type="http://schemas.openxmlformats.org/officeDocument/2006/relationships/image" Target="../media/image2434.png"/><Relationship Id="rId59" Type="http://schemas.openxmlformats.org/officeDocument/2006/relationships/image" Target="../media/image2455.png"/><Relationship Id="rId124" Type="http://schemas.openxmlformats.org/officeDocument/2006/relationships/customXml" Target="../ink/ink3359.xml"/><Relationship Id="rId70" Type="http://schemas.openxmlformats.org/officeDocument/2006/relationships/customXml" Target="../ink/ink3332.xml"/><Relationship Id="rId166" Type="http://schemas.openxmlformats.org/officeDocument/2006/relationships/customXml" Target="../ink/ink3380.xml"/><Relationship Id="rId331" Type="http://schemas.openxmlformats.org/officeDocument/2006/relationships/image" Target="../media/image2591.png"/><Relationship Id="rId373" Type="http://schemas.openxmlformats.org/officeDocument/2006/relationships/image" Target="../media/image2612.png"/><Relationship Id="rId429" Type="http://schemas.openxmlformats.org/officeDocument/2006/relationships/image" Target="../media/image264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542.png"/><Relationship Id="rId440" Type="http://schemas.openxmlformats.org/officeDocument/2006/relationships/customXml" Target="../ink/ink3517.xml"/><Relationship Id="rId28" Type="http://schemas.openxmlformats.org/officeDocument/2006/relationships/customXml" Target="../ink/ink3311.xml"/><Relationship Id="rId275" Type="http://schemas.openxmlformats.org/officeDocument/2006/relationships/image" Target="../media/image2563.png"/><Relationship Id="rId300" Type="http://schemas.openxmlformats.org/officeDocument/2006/relationships/customXml" Target="../ink/ink3447.xml"/><Relationship Id="rId81" Type="http://schemas.openxmlformats.org/officeDocument/2006/relationships/image" Target="../media/image2466.png"/><Relationship Id="rId135" Type="http://schemas.openxmlformats.org/officeDocument/2006/relationships/image" Target="../media/image2493.png"/><Relationship Id="rId177" Type="http://schemas.openxmlformats.org/officeDocument/2006/relationships/image" Target="../media/image2514.png"/><Relationship Id="rId342" Type="http://schemas.openxmlformats.org/officeDocument/2006/relationships/customXml" Target="../ink/ink3468.xml"/><Relationship Id="rId384" Type="http://schemas.openxmlformats.org/officeDocument/2006/relationships/customXml" Target="../ink/ink3489.xml"/><Relationship Id="rId202" Type="http://schemas.openxmlformats.org/officeDocument/2006/relationships/customXml" Target="../ink/ink3398.xml"/><Relationship Id="rId244" Type="http://schemas.openxmlformats.org/officeDocument/2006/relationships/customXml" Target="../ink/ink3419.xml"/><Relationship Id="rId39" Type="http://schemas.openxmlformats.org/officeDocument/2006/relationships/image" Target="../media/image2445.png"/><Relationship Id="rId286" Type="http://schemas.openxmlformats.org/officeDocument/2006/relationships/customXml" Target="../ink/ink3440.xml"/><Relationship Id="rId451" Type="http://schemas.openxmlformats.org/officeDocument/2006/relationships/image" Target="../media/image2651.png"/><Relationship Id="rId50" Type="http://schemas.openxmlformats.org/officeDocument/2006/relationships/customXml" Target="../ink/ink3322.xml"/><Relationship Id="rId104" Type="http://schemas.openxmlformats.org/officeDocument/2006/relationships/customXml" Target="../ink/ink3349.xml"/><Relationship Id="rId146" Type="http://schemas.openxmlformats.org/officeDocument/2006/relationships/customXml" Target="../ink/ink3370.xml"/><Relationship Id="rId188" Type="http://schemas.openxmlformats.org/officeDocument/2006/relationships/customXml" Target="../ink/ink3391.xml"/><Relationship Id="rId311" Type="http://schemas.openxmlformats.org/officeDocument/2006/relationships/image" Target="../media/image2581.png"/><Relationship Id="rId353" Type="http://schemas.openxmlformats.org/officeDocument/2006/relationships/image" Target="../media/image2602.png"/><Relationship Id="rId395" Type="http://schemas.openxmlformats.org/officeDocument/2006/relationships/image" Target="../media/image2623.png"/><Relationship Id="rId409" Type="http://schemas.openxmlformats.org/officeDocument/2006/relationships/image" Target="../media/image2630.png"/><Relationship Id="rId92" Type="http://schemas.openxmlformats.org/officeDocument/2006/relationships/customXml" Target="../ink/ink3343.xml"/><Relationship Id="rId213" Type="http://schemas.openxmlformats.org/officeDocument/2006/relationships/image" Target="../media/image2532.png"/><Relationship Id="rId420" Type="http://schemas.openxmlformats.org/officeDocument/2006/relationships/customXml" Target="../ink/ink350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29.xml"/><Relationship Id="rId3" Type="http://schemas.openxmlformats.org/officeDocument/2006/relationships/image" Target="../media/image2656.png"/><Relationship Id="rId7" Type="http://schemas.openxmlformats.org/officeDocument/2006/relationships/image" Target="../media/image2658.png"/><Relationship Id="rId2" Type="http://schemas.openxmlformats.org/officeDocument/2006/relationships/customXml" Target="../ink/ink35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28.xml"/><Relationship Id="rId5" Type="http://schemas.openxmlformats.org/officeDocument/2006/relationships/image" Target="../media/image2657.png"/><Relationship Id="rId4" Type="http://schemas.openxmlformats.org/officeDocument/2006/relationships/customXml" Target="../ink/ink3527.xml"/><Relationship Id="rId9" Type="http://schemas.openxmlformats.org/officeDocument/2006/relationships/image" Target="../media/image265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7.png"/><Relationship Id="rId299" Type="http://schemas.openxmlformats.org/officeDocument/2006/relationships/image" Target="../media/image2808.png"/><Relationship Id="rId21" Type="http://schemas.openxmlformats.org/officeDocument/2006/relationships/image" Target="../media/image2669.png"/><Relationship Id="rId63" Type="http://schemas.openxmlformats.org/officeDocument/2006/relationships/image" Target="../media/image2690.png"/><Relationship Id="rId159" Type="http://schemas.openxmlformats.org/officeDocument/2006/relationships/image" Target="../media/image2738.png"/><Relationship Id="rId324" Type="http://schemas.openxmlformats.org/officeDocument/2006/relationships/customXml" Target="../ink/ink3691.xml"/><Relationship Id="rId366" Type="http://schemas.openxmlformats.org/officeDocument/2006/relationships/customXml" Target="../ink/ink3712.xml"/><Relationship Id="rId170" Type="http://schemas.openxmlformats.org/officeDocument/2006/relationships/customXml" Target="../ink/ink3614.xml"/><Relationship Id="rId226" Type="http://schemas.openxmlformats.org/officeDocument/2006/relationships/customXml" Target="../ink/ink3642.xml"/><Relationship Id="rId433" Type="http://schemas.openxmlformats.org/officeDocument/2006/relationships/image" Target="../media/image2875.png"/><Relationship Id="rId268" Type="http://schemas.openxmlformats.org/officeDocument/2006/relationships/customXml" Target="../ink/ink3663.xml"/><Relationship Id="rId475" Type="http://schemas.openxmlformats.org/officeDocument/2006/relationships/image" Target="../media/image2896.png"/><Relationship Id="rId32" Type="http://schemas.openxmlformats.org/officeDocument/2006/relationships/customXml" Target="../ink/ink3545.xml"/><Relationship Id="rId74" Type="http://schemas.openxmlformats.org/officeDocument/2006/relationships/customXml" Target="../ink/ink3566.xml"/><Relationship Id="rId128" Type="http://schemas.openxmlformats.org/officeDocument/2006/relationships/customXml" Target="../ink/ink3593.xml"/><Relationship Id="rId335" Type="http://schemas.openxmlformats.org/officeDocument/2006/relationships/image" Target="../media/image2826.png"/><Relationship Id="rId377" Type="http://schemas.openxmlformats.org/officeDocument/2006/relationships/image" Target="../media/image2847.png"/><Relationship Id="rId5" Type="http://schemas.openxmlformats.org/officeDocument/2006/relationships/image" Target="../media/image2661.png"/><Relationship Id="rId181" Type="http://schemas.openxmlformats.org/officeDocument/2006/relationships/image" Target="../media/image2749.png"/><Relationship Id="rId237" Type="http://schemas.openxmlformats.org/officeDocument/2006/relationships/image" Target="../media/image2777.png"/><Relationship Id="rId402" Type="http://schemas.openxmlformats.org/officeDocument/2006/relationships/customXml" Target="../ink/ink3730.xml"/><Relationship Id="rId279" Type="http://schemas.openxmlformats.org/officeDocument/2006/relationships/image" Target="../media/image2798.png"/><Relationship Id="rId444" Type="http://schemas.openxmlformats.org/officeDocument/2006/relationships/customXml" Target="../ink/ink3751.xml"/><Relationship Id="rId43" Type="http://schemas.openxmlformats.org/officeDocument/2006/relationships/image" Target="../media/image2680.png"/><Relationship Id="rId139" Type="http://schemas.openxmlformats.org/officeDocument/2006/relationships/image" Target="../media/image2728.png"/><Relationship Id="rId290" Type="http://schemas.openxmlformats.org/officeDocument/2006/relationships/customXml" Target="../ink/ink3674.xml"/><Relationship Id="rId304" Type="http://schemas.openxmlformats.org/officeDocument/2006/relationships/customXml" Target="../ink/ink3681.xml"/><Relationship Id="rId346" Type="http://schemas.openxmlformats.org/officeDocument/2006/relationships/customXml" Target="../ink/ink3702.xml"/><Relationship Id="rId388" Type="http://schemas.openxmlformats.org/officeDocument/2006/relationships/customXml" Target="../ink/ink3723.xml"/><Relationship Id="rId85" Type="http://schemas.openxmlformats.org/officeDocument/2006/relationships/image" Target="../media/image2701.png"/><Relationship Id="rId150" Type="http://schemas.openxmlformats.org/officeDocument/2006/relationships/customXml" Target="../ink/ink3604.xml"/><Relationship Id="rId192" Type="http://schemas.openxmlformats.org/officeDocument/2006/relationships/customXml" Target="../ink/ink3625.xml"/><Relationship Id="rId206" Type="http://schemas.openxmlformats.org/officeDocument/2006/relationships/customXml" Target="../ink/ink3632.xml"/><Relationship Id="rId413" Type="http://schemas.openxmlformats.org/officeDocument/2006/relationships/image" Target="../media/image2865.png"/><Relationship Id="rId248" Type="http://schemas.openxmlformats.org/officeDocument/2006/relationships/customXml" Target="../ink/ink3653.xml"/><Relationship Id="rId455" Type="http://schemas.openxmlformats.org/officeDocument/2006/relationships/image" Target="../media/image2886.png"/><Relationship Id="rId12" Type="http://schemas.openxmlformats.org/officeDocument/2006/relationships/customXml" Target="../ink/ink3535.xml"/><Relationship Id="rId108" Type="http://schemas.openxmlformats.org/officeDocument/2006/relationships/customXml" Target="../ink/ink3583.xml"/><Relationship Id="rId315" Type="http://schemas.openxmlformats.org/officeDocument/2006/relationships/image" Target="../media/image2816.png"/><Relationship Id="rId357" Type="http://schemas.openxmlformats.org/officeDocument/2006/relationships/image" Target="../media/image2837.png"/><Relationship Id="rId54" Type="http://schemas.openxmlformats.org/officeDocument/2006/relationships/customXml" Target="../ink/ink3556.xml"/><Relationship Id="rId96" Type="http://schemas.openxmlformats.org/officeDocument/2006/relationships/customXml" Target="../ink/ink3577.xml"/><Relationship Id="rId161" Type="http://schemas.openxmlformats.org/officeDocument/2006/relationships/image" Target="../media/image2739.png"/><Relationship Id="rId217" Type="http://schemas.openxmlformats.org/officeDocument/2006/relationships/image" Target="../media/image2767.png"/><Relationship Id="rId399" Type="http://schemas.openxmlformats.org/officeDocument/2006/relationships/image" Target="../media/image2858.png"/><Relationship Id="rId259" Type="http://schemas.openxmlformats.org/officeDocument/2006/relationships/image" Target="../media/image2788.png"/><Relationship Id="rId424" Type="http://schemas.openxmlformats.org/officeDocument/2006/relationships/customXml" Target="../ink/ink3741.xml"/><Relationship Id="rId466" Type="http://schemas.openxmlformats.org/officeDocument/2006/relationships/customXml" Target="../ink/ink3762.xml"/><Relationship Id="rId23" Type="http://schemas.openxmlformats.org/officeDocument/2006/relationships/image" Target="../media/image2670.png"/><Relationship Id="rId119" Type="http://schemas.openxmlformats.org/officeDocument/2006/relationships/image" Target="../media/image2718.png"/><Relationship Id="rId270" Type="http://schemas.openxmlformats.org/officeDocument/2006/relationships/customXml" Target="../ink/ink3664.xml"/><Relationship Id="rId326" Type="http://schemas.openxmlformats.org/officeDocument/2006/relationships/customXml" Target="../ink/ink3692.xml"/><Relationship Id="rId65" Type="http://schemas.openxmlformats.org/officeDocument/2006/relationships/image" Target="../media/image2691.png"/><Relationship Id="rId130" Type="http://schemas.openxmlformats.org/officeDocument/2006/relationships/customXml" Target="../ink/ink3594.xml"/><Relationship Id="rId368" Type="http://schemas.openxmlformats.org/officeDocument/2006/relationships/customXml" Target="../ink/ink3713.xml"/><Relationship Id="rId172" Type="http://schemas.openxmlformats.org/officeDocument/2006/relationships/customXml" Target="../ink/ink3615.xml"/><Relationship Id="rId228" Type="http://schemas.openxmlformats.org/officeDocument/2006/relationships/customXml" Target="../ink/ink3643.xml"/><Relationship Id="rId435" Type="http://schemas.openxmlformats.org/officeDocument/2006/relationships/image" Target="../media/image2876.png"/><Relationship Id="rId477" Type="http://schemas.openxmlformats.org/officeDocument/2006/relationships/image" Target="../media/image2897.png"/><Relationship Id="rId281" Type="http://schemas.openxmlformats.org/officeDocument/2006/relationships/image" Target="../media/image2799.png"/><Relationship Id="rId337" Type="http://schemas.openxmlformats.org/officeDocument/2006/relationships/image" Target="../media/image2827.png"/><Relationship Id="rId34" Type="http://schemas.openxmlformats.org/officeDocument/2006/relationships/customXml" Target="../ink/ink3546.xml"/><Relationship Id="rId76" Type="http://schemas.openxmlformats.org/officeDocument/2006/relationships/customXml" Target="../ink/ink3567.xml"/><Relationship Id="rId141" Type="http://schemas.openxmlformats.org/officeDocument/2006/relationships/image" Target="../media/image2729.png"/><Relationship Id="rId379" Type="http://schemas.openxmlformats.org/officeDocument/2006/relationships/image" Target="../media/image2848.png"/><Relationship Id="rId7" Type="http://schemas.openxmlformats.org/officeDocument/2006/relationships/image" Target="../media/image2662.png"/><Relationship Id="rId183" Type="http://schemas.openxmlformats.org/officeDocument/2006/relationships/image" Target="../media/image2750.png"/><Relationship Id="rId239" Type="http://schemas.openxmlformats.org/officeDocument/2006/relationships/image" Target="../media/image2778.png"/><Relationship Id="rId390" Type="http://schemas.openxmlformats.org/officeDocument/2006/relationships/customXml" Target="../ink/ink3724.xml"/><Relationship Id="rId404" Type="http://schemas.openxmlformats.org/officeDocument/2006/relationships/customXml" Target="../ink/ink3731.xml"/><Relationship Id="rId446" Type="http://schemas.openxmlformats.org/officeDocument/2006/relationships/customXml" Target="../ink/ink3752.xml"/><Relationship Id="rId250" Type="http://schemas.openxmlformats.org/officeDocument/2006/relationships/customXml" Target="../ink/ink3654.xml"/><Relationship Id="rId292" Type="http://schemas.openxmlformats.org/officeDocument/2006/relationships/customXml" Target="../ink/ink3675.xml"/><Relationship Id="rId306" Type="http://schemas.openxmlformats.org/officeDocument/2006/relationships/customXml" Target="../ink/ink3682.xml"/><Relationship Id="rId45" Type="http://schemas.openxmlformats.org/officeDocument/2006/relationships/image" Target="../media/image2681.png"/><Relationship Id="rId87" Type="http://schemas.openxmlformats.org/officeDocument/2006/relationships/image" Target="../media/image2702.png"/><Relationship Id="rId110" Type="http://schemas.openxmlformats.org/officeDocument/2006/relationships/customXml" Target="../ink/ink3584.xml"/><Relationship Id="rId348" Type="http://schemas.openxmlformats.org/officeDocument/2006/relationships/customXml" Target="../ink/ink3703.xml"/><Relationship Id="rId152" Type="http://schemas.openxmlformats.org/officeDocument/2006/relationships/customXml" Target="../ink/ink3605.xml"/><Relationship Id="rId194" Type="http://schemas.openxmlformats.org/officeDocument/2006/relationships/customXml" Target="../ink/ink3626.xml"/><Relationship Id="rId208" Type="http://schemas.openxmlformats.org/officeDocument/2006/relationships/customXml" Target="../ink/ink3633.xml"/><Relationship Id="rId415" Type="http://schemas.openxmlformats.org/officeDocument/2006/relationships/image" Target="../media/image2866.png"/><Relationship Id="rId457" Type="http://schemas.openxmlformats.org/officeDocument/2006/relationships/image" Target="../media/image2887.png"/><Relationship Id="rId261" Type="http://schemas.openxmlformats.org/officeDocument/2006/relationships/image" Target="../media/image2789.png"/><Relationship Id="rId14" Type="http://schemas.openxmlformats.org/officeDocument/2006/relationships/customXml" Target="../ink/ink3536.xml"/><Relationship Id="rId56" Type="http://schemas.openxmlformats.org/officeDocument/2006/relationships/customXml" Target="../ink/ink3557.xml"/><Relationship Id="rId317" Type="http://schemas.openxmlformats.org/officeDocument/2006/relationships/image" Target="../media/image2817.png"/><Relationship Id="rId359" Type="http://schemas.openxmlformats.org/officeDocument/2006/relationships/image" Target="../media/image2838.png"/><Relationship Id="rId98" Type="http://schemas.openxmlformats.org/officeDocument/2006/relationships/customXml" Target="../ink/ink3578.xml"/><Relationship Id="rId121" Type="http://schemas.openxmlformats.org/officeDocument/2006/relationships/image" Target="../media/image2719.png"/><Relationship Id="rId163" Type="http://schemas.openxmlformats.org/officeDocument/2006/relationships/image" Target="../media/image2740.png"/><Relationship Id="rId219" Type="http://schemas.openxmlformats.org/officeDocument/2006/relationships/image" Target="../media/image2768.png"/><Relationship Id="rId370" Type="http://schemas.openxmlformats.org/officeDocument/2006/relationships/customXml" Target="../ink/ink3714.xml"/><Relationship Id="rId426" Type="http://schemas.openxmlformats.org/officeDocument/2006/relationships/customXml" Target="../ink/ink3742.xml"/><Relationship Id="rId230" Type="http://schemas.openxmlformats.org/officeDocument/2006/relationships/customXml" Target="../ink/ink3644.xml"/><Relationship Id="rId468" Type="http://schemas.openxmlformats.org/officeDocument/2006/relationships/customXml" Target="../ink/ink3763.xml"/><Relationship Id="rId25" Type="http://schemas.openxmlformats.org/officeDocument/2006/relationships/image" Target="../media/image2671.png"/><Relationship Id="rId67" Type="http://schemas.openxmlformats.org/officeDocument/2006/relationships/image" Target="../media/image2692.png"/><Relationship Id="rId272" Type="http://schemas.openxmlformats.org/officeDocument/2006/relationships/customXml" Target="../ink/ink3665.xml"/><Relationship Id="rId328" Type="http://schemas.openxmlformats.org/officeDocument/2006/relationships/customXml" Target="../ink/ink3693.xml"/><Relationship Id="rId132" Type="http://schemas.openxmlformats.org/officeDocument/2006/relationships/customXml" Target="../ink/ink3595.xml"/><Relationship Id="rId174" Type="http://schemas.openxmlformats.org/officeDocument/2006/relationships/customXml" Target="../ink/ink3616.xml"/><Relationship Id="rId381" Type="http://schemas.openxmlformats.org/officeDocument/2006/relationships/image" Target="../media/image2849.png"/><Relationship Id="rId241" Type="http://schemas.openxmlformats.org/officeDocument/2006/relationships/image" Target="../media/image2779.png"/><Relationship Id="rId437" Type="http://schemas.openxmlformats.org/officeDocument/2006/relationships/image" Target="../media/image2877.png"/><Relationship Id="rId479" Type="http://schemas.openxmlformats.org/officeDocument/2006/relationships/image" Target="../media/image2898.png"/><Relationship Id="rId36" Type="http://schemas.openxmlformats.org/officeDocument/2006/relationships/customXml" Target="../ink/ink3547.xml"/><Relationship Id="rId283" Type="http://schemas.openxmlformats.org/officeDocument/2006/relationships/image" Target="../media/image2800.png"/><Relationship Id="rId339" Type="http://schemas.openxmlformats.org/officeDocument/2006/relationships/image" Target="../media/image2828.png"/><Relationship Id="rId78" Type="http://schemas.openxmlformats.org/officeDocument/2006/relationships/customXml" Target="../ink/ink3568.xml"/><Relationship Id="rId101" Type="http://schemas.openxmlformats.org/officeDocument/2006/relationships/image" Target="../media/image2709.png"/><Relationship Id="rId143" Type="http://schemas.openxmlformats.org/officeDocument/2006/relationships/image" Target="../media/image2730.png"/><Relationship Id="rId185" Type="http://schemas.openxmlformats.org/officeDocument/2006/relationships/image" Target="../media/image2751.png"/><Relationship Id="rId350" Type="http://schemas.openxmlformats.org/officeDocument/2006/relationships/customXml" Target="../ink/ink3704.xml"/><Relationship Id="rId406" Type="http://schemas.openxmlformats.org/officeDocument/2006/relationships/customXml" Target="../ink/ink3732.xml"/><Relationship Id="rId9" Type="http://schemas.openxmlformats.org/officeDocument/2006/relationships/image" Target="../media/image2663.png"/><Relationship Id="rId210" Type="http://schemas.openxmlformats.org/officeDocument/2006/relationships/customXml" Target="../ink/ink3634.xml"/><Relationship Id="rId392" Type="http://schemas.openxmlformats.org/officeDocument/2006/relationships/customXml" Target="../ink/ink3725.xml"/><Relationship Id="rId448" Type="http://schemas.openxmlformats.org/officeDocument/2006/relationships/customXml" Target="../ink/ink3753.xml"/><Relationship Id="rId252" Type="http://schemas.openxmlformats.org/officeDocument/2006/relationships/customXml" Target="../ink/ink3655.xml"/><Relationship Id="rId294" Type="http://schemas.openxmlformats.org/officeDocument/2006/relationships/customXml" Target="../ink/ink3676.xml"/><Relationship Id="rId308" Type="http://schemas.openxmlformats.org/officeDocument/2006/relationships/customXml" Target="../ink/ink3683.xml"/><Relationship Id="rId47" Type="http://schemas.openxmlformats.org/officeDocument/2006/relationships/image" Target="../media/image2682.png"/><Relationship Id="rId89" Type="http://schemas.openxmlformats.org/officeDocument/2006/relationships/image" Target="../media/image2703.png"/><Relationship Id="rId112" Type="http://schemas.openxmlformats.org/officeDocument/2006/relationships/customXml" Target="../ink/ink3585.xml"/><Relationship Id="rId154" Type="http://schemas.openxmlformats.org/officeDocument/2006/relationships/customXml" Target="../ink/ink3606.xml"/><Relationship Id="rId361" Type="http://schemas.openxmlformats.org/officeDocument/2006/relationships/image" Target="../media/image2839.png"/><Relationship Id="rId196" Type="http://schemas.openxmlformats.org/officeDocument/2006/relationships/customXml" Target="../ink/ink3627.xml"/><Relationship Id="rId417" Type="http://schemas.openxmlformats.org/officeDocument/2006/relationships/image" Target="../media/image2867.png"/><Relationship Id="rId459" Type="http://schemas.openxmlformats.org/officeDocument/2006/relationships/image" Target="../media/image2888.png"/><Relationship Id="rId16" Type="http://schemas.openxmlformats.org/officeDocument/2006/relationships/customXml" Target="../ink/ink3537.xml"/><Relationship Id="rId221" Type="http://schemas.openxmlformats.org/officeDocument/2006/relationships/image" Target="../media/image2769.png"/><Relationship Id="rId263" Type="http://schemas.openxmlformats.org/officeDocument/2006/relationships/image" Target="../media/image2790.png"/><Relationship Id="rId319" Type="http://schemas.openxmlformats.org/officeDocument/2006/relationships/image" Target="../media/image2818.png"/><Relationship Id="rId470" Type="http://schemas.openxmlformats.org/officeDocument/2006/relationships/customXml" Target="../ink/ink3764.xml"/><Relationship Id="rId58" Type="http://schemas.openxmlformats.org/officeDocument/2006/relationships/customXml" Target="../ink/ink3558.xml"/><Relationship Id="rId123" Type="http://schemas.openxmlformats.org/officeDocument/2006/relationships/image" Target="../media/image2720.png"/><Relationship Id="rId330" Type="http://schemas.openxmlformats.org/officeDocument/2006/relationships/customXml" Target="../ink/ink3694.xml"/><Relationship Id="rId165" Type="http://schemas.openxmlformats.org/officeDocument/2006/relationships/image" Target="../media/image2741.png"/><Relationship Id="rId372" Type="http://schemas.openxmlformats.org/officeDocument/2006/relationships/customXml" Target="../ink/ink3715.xml"/><Relationship Id="rId428" Type="http://schemas.openxmlformats.org/officeDocument/2006/relationships/customXml" Target="../ink/ink3743.xml"/><Relationship Id="rId232" Type="http://schemas.openxmlformats.org/officeDocument/2006/relationships/customXml" Target="../ink/ink3645.xml"/><Relationship Id="rId274" Type="http://schemas.openxmlformats.org/officeDocument/2006/relationships/customXml" Target="../ink/ink3666.xml"/><Relationship Id="rId481" Type="http://schemas.openxmlformats.org/officeDocument/2006/relationships/image" Target="../media/image2899.png"/><Relationship Id="rId27" Type="http://schemas.openxmlformats.org/officeDocument/2006/relationships/image" Target="../media/image2672.png"/><Relationship Id="rId69" Type="http://schemas.openxmlformats.org/officeDocument/2006/relationships/image" Target="../media/image2693.png"/><Relationship Id="rId134" Type="http://schemas.openxmlformats.org/officeDocument/2006/relationships/customXml" Target="../ink/ink3596.xml"/><Relationship Id="rId80" Type="http://schemas.openxmlformats.org/officeDocument/2006/relationships/customXml" Target="../ink/ink3569.xml"/><Relationship Id="rId176" Type="http://schemas.openxmlformats.org/officeDocument/2006/relationships/customXml" Target="../ink/ink3617.xml"/><Relationship Id="rId341" Type="http://schemas.openxmlformats.org/officeDocument/2006/relationships/image" Target="../media/image2829.png"/><Relationship Id="rId383" Type="http://schemas.openxmlformats.org/officeDocument/2006/relationships/image" Target="../media/image2850.png"/><Relationship Id="rId439" Type="http://schemas.openxmlformats.org/officeDocument/2006/relationships/image" Target="../media/image2878.png"/><Relationship Id="rId201" Type="http://schemas.openxmlformats.org/officeDocument/2006/relationships/image" Target="../media/image2759.png"/><Relationship Id="rId243" Type="http://schemas.openxmlformats.org/officeDocument/2006/relationships/image" Target="../media/image2780.png"/><Relationship Id="rId285" Type="http://schemas.openxmlformats.org/officeDocument/2006/relationships/image" Target="../media/image2801.png"/><Relationship Id="rId450" Type="http://schemas.openxmlformats.org/officeDocument/2006/relationships/customXml" Target="../ink/ink3754.xml"/><Relationship Id="rId38" Type="http://schemas.openxmlformats.org/officeDocument/2006/relationships/customXml" Target="../ink/ink3548.xml"/><Relationship Id="rId103" Type="http://schemas.openxmlformats.org/officeDocument/2006/relationships/image" Target="../media/image2710.png"/><Relationship Id="rId310" Type="http://schemas.openxmlformats.org/officeDocument/2006/relationships/customXml" Target="../ink/ink3684.xml"/><Relationship Id="rId91" Type="http://schemas.openxmlformats.org/officeDocument/2006/relationships/image" Target="../media/image2704.png"/><Relationship Id="rId145" Type="http://schemas.openxmlformats.org/officeDocument/2006/relationships/image" Target="../media/image2731.png"/><Relationship Id="rId187" Type="http://schemas.openxmlformats.org/officeDocument/2006/relationships/image" Target="../media/image2752.png"/><Relationship Id="rId352" Type="http://schemas.openxmlformats.org/officeDocument/2006/relationships/customXml" Target="../ink/ink3705.xml"/><Relationship Id="rId394" Type="http://schemas.openxmlformats.org/officeDocument/2006/relationships/customXml" Target="../ink/ink3726.xml"/><Relationship Id="rId408" Type="http://schemas.openxmlformats.org/officeDocument/2006/relationships/customXml" Target="../ink/ink3733.xml"/><Relationship Id="rId212" Type="http://schemas.openxmlformats.org/officeDocument/2006/relationships/customXml" Target="../ink/ink3635.xml"/><Relationship Id="rId254" Type="http://schemas.openxmlformats.org/officeDocument/2006/relationships/customXml" Target="../ink/ink3656.xml"/><Relationship Id="rId49" Type="http://schemas.openxmlformats.org/officeDocument/2006/relationships/image" Target="../media/image2683.png"/><Relationship Id="rId114" Type="http://schemas.openxmlformats.org/officeDocument/2006/relationships/customXml" Target="../ink/ink3586.xml"/><Relationship Id="rId296" Type="http://schemas.openxmlformats.org/officeDocument/2006/relationships/customXml" Target="../ink/ink3677.xml"/><Relationship Id="rId461" Type="http://schemas.openxmlformats.org/officeDocument/2006/relationships/image" Target="../media/image2889.png"/><Relationship Id="rId60" Type="http://schemas.openxmlformats.org/officeDocument/2006/relationships/customXml" Target="../ink/ink3559.xml"/><Relationship Id="rId156" Type="http://schemas.openxmlformats.org/officeDocument/2006/relationships/customXml" Target="../ink/ink3607.xml"/><Relationship Id="rId198" Type="http://schemas.openxmlformats.org/officeDocument/2006/relationships/customXml" Target="../ink/ink3628.xml"/><Relationship Id="rId321" Type="http://schemas.openxmlformats.org/officeDocument/2006/relationships/image" Target="../media/image2819.png"/><Relationship Id="rId363" Type="http://schemas.openxmlformats.org/officeDocument/2006/relationships/image" Target="../media/image2840.png"/><Relationship Id="rId419" Type="http://schemas.openxmlformats.org/officeDocument/2006/relationships/image" Target="../media/image2868.png"/><Relationship Id="rId223" Type="http://schemas.openxmlformats.org/officeDocument/2006/relationships/image" Target="../media/image2770.png"/><Relationship Id="rId430" Type="http://schemas.openxmlformats.org/officeDocument/2006/relationships/customXml" Target="../ink/ink3744.xml"/><Relationship Id="rId18" Type="http://schemas.openxmlformats.org/officeDocument/2006/relationships/customXml" Target="../ink/ink3538.xml"/><Relationship Id="rId265" Type="http://schemas.openxmlformats.org/officeDocument/2006/relationships/image" Target="../media/image2791.png"/><Relationship Id="rId472" Type="http://schemas.openxmlformats.org/officeDocument/2006/relationships/customXml" Target="../ink/ink3765.xml"/><Relationship Id="rId125" Type="http://schemas.openxmlformats.org/officeDocument/2006/relationships/image" Target="../media/image2721.png"/><Relationship Id="rId167" Type="http://schemas.openxmlformats.org/officeDocument/2006/relationships/image" Target="../media/image2742.png"/><Relationship Id="rId332" Type="http://schemas.openxmlformats.org/officeDocument/2006/relationships/customXml" Target="../ink/ink3695.xml"/><Relationship Id="rId374" Type="http://schemas.openxmlformats.org/officeDocument/2006/relationships/customXml" Target="../ink/ink3716.xml"/><Relationship Id="rId71" Type="http://schemas.openxmlformats.org/officeDocument/2006/relationships/image" Target="../media/image2694.png"/><Relationship Id="rId234" Type="http://schemas.openxmlformats.org/officeDocument/2006/relationships/customXml" Target="../ink/ink3646.xml"/><Relationship Id="rId2" Type="http://schemas.openxmlformats.org/officeDocument/2006/relationships/customXml" Target="../ink/ink3530.xml"/><Relationship Id="rId29" Type="http://schemas.openxmlformats.org/officeDocument/2006/relationships/image" Target="../media/image2673.png"/><Relationship Id="rId276" Type="http://schemas.openxmlformats.org/officeDocument/2006/relationships/customXml" Target="../ink/ink3667.xml"/><Relationship Id="rId441" Type="http://schemas.openxmlformats.org/officeDocument/2006/relationships/image" Target="../media/image2879.png"/><Relationship Id="rId40" Type="http://schemas.openxmlformats.org/officeDocument/2006/relationships/customXml" Target="../ink/ink3549.xml"/><Relationship Id="rId136" Type="http://schemas.openxmlformats.org/officeDocument/2006/relationships/customXml" Target="../ink/ink3597.xml"/><Relationship Id="rId178" Type="http://schemas.openxmlformats.org/officeDocument/2006/relationships/customXml" Target="../ink/ink3618.xml"/><Relationship Id="rId301" Type="http://schemas.openxmlformats.org/officeDocument/2006/relationships/image" Target="../media/image2809.png"/><Relationship Id="rId343" Type="http://schemas.openxmlformats.org/officeDocument/2006/relationships/image" Target="../media/image2830.png"/><Relationship Id="rId82" Type="http://schemas.openxmlformats.org/officeDocument/2006/relationships/customXml" Target="../ink/ink3570.xml"/><Relationship Id="rId203" Type="http://schemas.openxmlformats.org/officeDocument/2006/relationships/image" Target="../media/image2760.png"/><Relationship Id="rId385" Type="http://schemas.openxmlformats.org/officeDocument/2006/relationships/image" Target="../media/image2851.png"/><Relationship Id="rId245" Type="http://schemas.openxmlformats.org/officeDocument/2006/relationships/image" Target="../media/image2781.png"/><Relationship Id="rId287" Type="http://schemas.openxmlformats.org/officeDocument/2006/relationships/image" Target="../media/image2802.png"/><Relationship Id="rId410" Type="http://schemas.openxmlformats.org/officeDocument/2006/relationships/customXml" Target="../ink/ink3734.xml"/><Relationship Id="rId452" Type="http://schemas.openxmlformats.org/officeDocument/2006/relationships/customXml" Target="../ink/ink3755.xml"/><Relationship Id="rId105" Type="http://schemas.openxmlformats.org/officeDocument/2006/relationships/image" Target="../media/image2711.png"/><Relationship Id="rId147" Type="http://schemas.openxmlformats.org/officeDocument/2006/relationships/image" Target="../media/image2732.png"/><Relationship Id="rId312" Type="http://schemas.openxmlformats.org/officeDocument/2006/relationships/customXml" Target="../ink/ink3685.xml"/><Relationship Id="rId354" Type="http://schemas.openxmlformats.org/officeDocument/2006/relationships/customXml" Target="../ink/ink3706.xml"/><Relationship Id="rId51" Type="http://schemas.openxmlformats.org/officeDocument/2006/relationships/image" Target="../media/image2684.png"/><Relationship Id="rId93" Type="http://schemas.openxmlformats.org/officeDocument/2006/relationships/image" Target="../media/image2705.png"/><Relationship Id="rId189" Type="http://schemas.openxmlformats.org/officeDocument/2006/relationships/image" Target="../media/image2753.png"/><Relationship Id="rId396" Type="http://schemas.openxmlformats.org/officeDocument/2006/relationships/customXml" Target="../ink/ink3727.xml"/><Relationship Id="rId3" Type="http://schemas.openxmlformats.org/officeDocument/2006/relationships/image" Target="../media/image2660.png"/><Relationship Id="rId214" Type="http://schemas.openxmlformats.org/officeDocument/2006/relationships/customXml" Target="../ink/ink3636.xml"/><Relationship Id="rId235" Type="http://schemas.openxmlformats.org/officeDocument/2006/relationships/image" Target="../media/image2776.png"/><Relationship Id="rId256" Type="http://schemas.openxmlformats.org/officeDocument/2006/relationships/customXml" Target="../ink/ink3657.xml"/><Relationship Id="rId277" Type="http://schemas.openxmlformats.org/officeDocument/2006/relationships/image" Target="../media/image2797.png"/><Relationship Id="rId298" Type="http://schemas.openxmlformats.org/officeDocument/2006/relationships/customXml" Target="../ink/ink3678.xml"/><Relationship Id="rId400" Type="http://schemas.openxmlformats.org/officeDocument/2006/relationships/customXml" Target="../ink/ink3729.xml"/><Relationship Id="rId421" Type="http://schemas.openxmlformats.org/officeDocument/2006/relationships/image" Target="../media/image2869.png"/><Relationship Id="rId442" Type="http://schemas.openxmlformats.org/officeDocument/2006/relationships/customXml" Target="../ink/ink3750.xml"/><Relationship Id="rId463" Type="http://schemas.openxmlformats.org/officeDocument/2006/relationships/image" Target="../media/image2890.png"/><Relationship Id="rId116" Type="http://schemas.openxmlformats.org/officeDocument/2006/relationships/customXml" Target="../ink/ink3587.xml"/><Relationship Id="rId137" Type="http://schemas.openxmlformats.org/officeDocument/2006/relationships/image" Target="../media/image2727.png"/><Relationship Id="rId158" Type="http://schemas.openxmlformats.org/officeDocument/2006/relationships/customXml" Target="../ink/ink3608.xml"/><Relationship Id="rId302" Type="http://schemas.openxmlformats.org/officeDocument/2006/relationships/customXml" Target="../ink/ink3680.xml"/><Relationship Id="rId323" Type="http://schemas.openxmlformats.org/officeDocument/2006/relationships/image" Target="../media/image2820.png"/><Relationship Id="rId344" Type="http://schemas.openxmlformats.org/officeDocument/2006/relationships/customXml" Target="../ink/ink3701.xml"/><Relationship Id="rId20" Type="http://schemas.openxmlformats.org/officeDocument/2006/relationships/customXml" Target="../ink/ink3539.xml"/><Relationship Id="rId41" Type="http://schemas.openxmlformats.org/officeDocument/2006/relationships/image" Target="../media/image2679.png"/><Relationship Id="rId62" Type="http://schemas.openxmlformats.org/officeDocument/2006/relationships/customXml" Target="../ink/ink3560.xml"/><Relationship Id="rId83" Type="http://schemas.openxmlformats.org/officeDocument/2006/relationships/image" Target="../media/image2700.png"/><Relationship Id="rId179" Type="http://schemas.openxmlformats.org/officeDocument/2006/relationships/image" Target="../media/image2748.png"/><Relationship Id="rId365" Type="http://schemas.openxmlformats.org/officeDocument/2006/relationships/image" Target="../media/image2841.png"/><Relationship Id="rId386" Type="http://schemas.openxmlformats.org/officeDocument/2006/relationships/customXml" Target="../ink/ink3722.xml"/><Relationship Id="rId190" Type="http://schemas.openxmlformats.org/officeDocument/2006/relationships/customXml" Target="../ink/ink3624.xml"/><Relationship Id="rId204" Type="http://schemas.openxmlformats.org/officeDocument/2006/relationships/customXml" Target="../ink/ink3631.xml"/><Relationship Id="rId225" Type="http://schemas.openxmlformats.org/officeDocument/2006/relationships/image" Target="../media/image2771.png"/><Relationship Id="rId246" Type="http://schemas.openxmlformats.org/officeDocument/2006/relationships/customXml" Target="../ink/ink3652.xml"/><Relationship Id="rId267" Type="http://schemas.openxmlformats.org/officeDocument/2006/relationships/image" Target="../media/image2792.png"/><Relationship Id="rId288" Type="http://schemas.openxmlformats.org/officeDocument/2006/relationships/customXml" Target="../ink/ink3673.xml"/><Relationship Id="rId411" Type="http://schemas.openxmlformats.org/officeDocument/2006/relationships/image" Target="../media/image2864.png"/><Relationship Id="rId432" Type="http://schemas.openxmlformats.org/officeDocument/2006/relationships/customXml" Target="../ink/ink3745.xml"/><Relationship Id="rId453" Type="http://schemas.openxmlformats.org/officeDocument/2006/relationships/image" Target="../media/image2885.png"/><Relationship Id="rId474" Type="http://schemas.openxmlformats.org/officeDocument/2006/relationships/customXml" Target="../ink/ink3766.xml"/><Relationship Id="rId106" Type="http://schemas.openxmlformats.org/officeDocument/2006/relationships/customXml" Target="../ink/ink3582.xml"/><Relationship Id="rId127" Type="http://schemas.openxmlformats.org/officeDocument/2006/relationships/image" Target="../media/image2722.png"/><Relationship Id="rId313" Type="http://schemas.openxmlformats.org/officeDocument/2006/relationships/image" Target="../media/image2815.png"/><Relationship Id="rId10" Type="http://schemas.openxmlformats.org/officeDocument/2006/relationships/customXml" Target="../ink/ink3534.xml"/><Relationship Id="rId31" Type="http://schemas.openxmlformats.org/officeDocument/2006/relationships/image" Target="../media/image2674.png"/><Relationship Id="rId52" Type="http://schemas.openxmlformats.org/officeDocument/2006/relationships/customXml" Target="../ink/ink3555.xml"/><Relationship Id="rId73" Type="http://schemas.openxmlformats.org/officeDocument/2006/relationships/image" Target="../media/image2695.png"/><Relationship Id="rId94" Type="http://schemas.openxmlformats.org/officeDocument/2006/relationships/customXml" Target="../ink/ink3576.xml"/><Relationship Id="rId148" Type="http://schemas.openxmlformats.org/officeDocument/2006/relationships/customXml" Target="../ink/ink3603.xml"/><Relationship Id="rId169" Type="http://schemas.openxmlformats.org/officeDocument/2006/relationships/image" Target="../media/image2743.png"/><Relationship Id="rId334" Type="http://schemas.openxmlformats.org/officeDocument/2006/relationships/customXml" Target="../ink/ink3696.xml"/><Relationship Id="rId355" Type="http://schemas.openxmlformats.org/officeDocument/2006/relationships/image" Target="../media/image2836.png"/><Relationship Id="rId376" Type="http://schemas.openxmlformats.org/officeDocument/2006/relationships/customXml" Target="../ink/ink3717.xml"/><Relationship Id="rId397" Type="http://schemas.openxmlformats.org/officeDocument/2006/relationships/image" Target="../media/image2857.png"/><Relationship Id="rId4" Type="http://schemas.openxmlformats.org/officeDocument/2006/relationships/customXml" Target="../ink/ink3531.xml"/><Relationship Id="rId180" Type="http://schemas.openxmlformats.org/officeDocument/2006/relationships/customXml" Target="../ink/ink3619.xml"/><Relationship Id="rId215" Type="http://schemas.openxmlformats.org/officeDocument/2006/relationships/image" Target="../media/image2766.png"/><Relationship Id="rId236" Type="http://schemas.openxmlformats.org/officeDocument/2006/relationships/customXml" Target="../ink/ink3647.xml"/><Relationship Id="rId257" Type="http://schemas.openxmlformats.org/officeDocument/2006/relationships/image" Target="../media/image2787.png"/><Relationship Id="rId278" Type="http://schemas.openxmlformats.org/officeDocument/2006/relationships/customXml" Target="../ink/ink3668.xml"/><Relationship Id="rId401" Type="http://schemas.openxmlformats.org/officeDocument/2006/relationships/image" Target="../media/image2859.png"/><Relationship Id="rId422" Type="http://schemas.openxmlformats.org/officeDocument/2006/relationships/customXml" Target="../ink/ink3740.xml"/><Relationship Id="rId443" Type="http://schemas.openxmlformats.org/officeDocument/2006/relationships/image" Target="../media/image2880.png"/><Relationship Id="rId464" Type="http://schemas.openxmlformats.org/officeDocument/2006/relationships/customXml" Target="../ink/ink3761.xml"/><Relationship Id="rId303" Type="http://schemas.openxmlformats.org/officeDocument/2006/relationships/image" Target="../media/image2810.png"/><Relationship Id="rId42" Type="http://schemas.openxmlformats.org/officeDocument/2006/relationships/customXml" Target="../ink/ink3550.xml"/><Relationship Id="rId84" Type="http://schemas.openxmlformats.org/officeDocument/2006/relationships/customXml" Target="../ink/ink3571.xml"/><Relationship Id="rId138" Type="http://schemas.openxmlformats.org/officeDocument/2006/relationships/customXml" Target="../ink/ink3598.xml"/><Relationship Id="rId345" Type="http://schemas.openxmlformats.org/officeDocument/2006/relationships/image" Target="../media/image2831.png"/><Relationship Id="rId387" Type="http://schemas.openxmlformats.org/officeDocument/2006/relationships/image" Target="../media/image2852.png"/><Relationship Id="rId191" Type="http://schemas.openxmlformats.org/officeDocument/2006/relationships/image" Target="../media/image2754.png"/><Relationship Id="rId205" Type="http://schemas.openxmlformats.org/officeDocument/2006/relationships/image" Target="../media/image2761.png"/><Relationship Id="rId247" Type="http://schemas.openxmlformats.org/officeDocument/2006/relationships/image" Target="../media/image2782.png"/><Relationship Id="rId412" Type="http://schemas.openxmlformats.org/officeDocument/2006/relationships/customXml" Target="../ink/ink3735.xml"/><Relationship Id="rId107" Type="http://schemas.openxmlformats.org/officeDocument/2006/relationships/image" Target="../media/image2712.png"/><Relationship Id="rId289" Type="http://schemas.openxmlformats.org/officeDocument/2006/relationships/image" Target="../media/image2803.png"/><Relationship Id="rId454" Type="http://schemas.openxmlformats.org/officeDocument/2006/relationships/customXml" Target="../ink/ink3756.xml"/><Relationship Id="rId11" Type="http://schemas.openxmlformats.org/officeDocument/2006/relationships/image" Target="../media/image2664.png"/><Relationship Id="rId53" Type="http://schemas.openxmlformats.org/officeDocument/2006/relationships/image" Target="../media/image2685.png"/><Relationship Id="rId149" Type="http://schemas.openxmlformats.org/officeDocument/2006/relationships/image" Target="../media/image2733.png"/><Relationship Id="rId314" Type="http://schemas.openxmlformats.org/officeDocument/2006/relationships/customXml" Target="../ink/ink3686.xml"/><Relationship Id="rId356" Type="http://schemas.openxmlformats.org/officeDocument/2006/relationships/customXml" Target="../ink/ink3707.xml"/><Relationship Id="rId398" Type="http://schemas.openxmlformats.org/officeDocument/2006/relationships/customXml" Target="../ink/ink3728.xml"/><Relationship Id="rId95" Type="http://schemas.openxmlformats.org/officeDocument/2006/relationships/image" Target="../media/image2706.png"/><Relationship Id="rId160" Type="http://schemas.openxmlformats.org/officeDocument/2006/relationships/customXml" Target="../ink/ink3609.xml"/><Relationship Id="rId216" Type="http://schemas.openxmlformats.org/officeDocument/2006/relationships/customXml" Target="../ink/ink3637.xml"/><Relationship Id="rId423" Type="http://schemas.openxmlformats.org/officeDocument/2006/relationships/image" Target="../media/image2870.png"/><Relationship Id="rId258" Type="http://schemas.openxmlformats.org/officeDocument/2006/relationships/customXml" Target="../ink/ink3658.xml"/><Relationship Id="rId465" Type="http://schemas.openxmlformats.org/officeDocument/2006/relationships/image" Target="../media/image2891.png"/><Relationship Id="rId22" Type="http://schemas.openxmlformats.org/officeDocument/2006/relationships/customXml" Target="../ink/ink3540.xml"/><Relationship Id="rId64" Type="http://schemas.openxmlformats.org/officeDocument/2006/relationships/customXml" Target="../ink/ink3561.xml"/><Relationship Id="rId118" Type="http://schemas.openxmlformats.org/officeDocument/2006/relationships/customXml" Target="../ink/ink3588.xml"/><Relationship Id="rId325" Type="http://schemas.openxmlformats.org/officeDocument/2006/relationships/image" Target="../media/image2821.png"/><Relationship Id="rId367" Type="http://schemas.openxmlformats.org/officeDocument/2006/relationships/image" Target="../media/image2842.png"/><Relationship Id="rId171" Type="http://schemas.openxmlformats.org/officeDocument/2006/relationships/image" Target="../media/image2744.png"/><Relationship Id="rId227" Type="http://schemas.openxmlformats.org/officeDocument/2006/relationships/image" Target="../media/image2772.png"/><Relationship Id="rId269" Type="http://schemas.openxmlformats.org/officeDocument/2006/relationships/image" Target="../media/image2793.png"/><Relationship Id="rId434" Type="http://schemas.openxmlformats.org/officeDocument/2006/relationships/customXml" Target="../ink/ink3746.xml"/><Relationship Id="rId476" Type="http://schemas.openxmlformats.org/officeDocument/2006/relationships/customXml" Target="../ink/ink3767.xml"/><Relationship Id="rId33" Type="http://schemas.openxmlformats.org/officeDocument/2006/relationships/image" Target="../media/image2675.png"/><Relationship Id="rId129" Type="http://schemas.openxmlformats.org/officeDocument/2006/relationships/image" Target="../media/image2723.png"/><Relationship Id="rId280" Type="http://schemas.openxmlformats.org/officeDocument/2006/relationships/customXml" Target="../ink/ink3669.xml"/><Relationship Id="rId336" Type="http://schemas.openxmlformats.org/officeDocument/2006/relationships/customXml" Target="../ink/ink3697.xml"/><Relationship Id="rId75" Type="http://schemas.openxmlformats.org/officeDocument/2006/relationships/image" Target="../media/image2696.png"/><Relationship Id="rId140" Type="http://schemas.openxmlformats.org/officeDocument/2006/relationships/customXml" Target="../ink/ink3599.xml"/><Relationship Id="rId182" Type="http://schemas.openxmlformats.org/officeDocument/2006/relationships/customXml" Target="../ink/ink3620.xml"/><Relationship Id="rId378" Type="http://schemas.openxmlformats.org/officeDocument/2006/relationships/customXml" Target="../ink/ink3718.xml"/><Relationship Id="rId403" Type="http://schemas.openxmlformats.org/officeDocument/2006/relationships/image" Target="../media/image2860.png"/><Relationship Id="rId6" Type="http://schemas.openxmlformats.org/officeDocument/2006/relationships/customXml" Target="../ink/ink3532.xml"/><Relationship Id="rId238" Type="http://schemas.openxmlformats.org/officeDocument/2006/relationships/customXml" Target="../ink/ink3648.xml"/><Relationship Id="rId445" Type="http://schemas.openxmlformats.org/officeDocument/2006/relationships/image" Target="../media/image2881.png"/><Relationship Id="rId291" Type="http://schemas.openxmlformats.org/officeDocument/2006/relationships/image" Target="../media/image2804.png"/><Relationship Id="rId305" Type="http://schemas.openxmlformats.org/officeDocument/2006/relationships/image" Target="../media/image2811.png"/><Relationship Id="rId347" Type="http://schemas.openxmlformats.org/officeDocument/2006/relationships/image" Target="../media/image2832.png"/><Relationship Id="rId44" Type="http://schemas.openxmlformats.org/officeDocument/2006/relationships/customXml" Target="../ink/ink3551.xml"/><Relationship Id="rId86" Type="http://schemas.openxmlformats.org/officeDocument/2006/relationships/customXml" Target="../ink/ink3572.xml"/><Relationship Id="rId151" Type="http://schemas.openxmlformats.org/officeDocument/2006/relationships/image" Target="../media/image2734.png"/><Relationship Id="rId389" Type="http://schemas.openxmlformats.org/officeDocument/2006/relationships/image" Target="../media/image2853.png"/><Relationship Id="rId193" Type="http://schemas.openxmlformats.org/officeDocument/2006/relationships/image" Target="../media/image2755.png"/><Relationship Id="rId207" Type="http://schemas.openxmlformats.org/officeDocument/2006/relationships/image" Target="../media/image2762.png"/><Relationship Id="rId249" Type="http://schemas.openxmlformats.org/officeDocument/2006/relationships/image" Target="../media/image2783.png"/><Relationship Id="rId414" Type="http://schemas.openxmlformats.org/officeDocument/2006/relationships/customXml" Target="../ink/ink3736.xml"/><Relationship Id="rId456" Type="http://schemas.openxmlformats.org/officeDocument/2006/relationships/customXml" Target="../ink/ink3757.xml"/><Relationship Id="rId13" Type="http://schemas.openxmlformats.org/officeDocument/2006/relationships/image" Target="../media/image2665.png"/><Relationship Id="rId109" Type="http://schemas.openxmlformats.org/officeDocument/2006/relationships/image" Target="../media/image2713.png"/><Relationship Id="rId260" Type="http://schemas.openxmlformats.org/officeDocument/2006/relationships/customXml" Target="../ink/ink3659.xml"/><Relationship Id="rId316" Type="http://schemas.openxmlformats.org/officeDocument/2006/relationships/customXml" Target="../ink/ink3687.xml"/><Relationship Id="rId55" Type="http://schemas.openxmlformats.org/officeDocument/2006/relationships/image" Target="../media/image2686.png"/><Relationship Id="rId97" Type="http://schemas.openxmlformats.org/officeDocument/2006/relationships/image" Target="../media/image2707.png"/><Relationship Id="rId120" Type="http://schemas.openxmlformats.org/officeDocument/2006/relationships/customXml" Target="../ink/ink3589.xml"/><Relationship Id="rId358" Type="http://schemas.openxmlformats.org/officeDocument/2006/relationships/customXml" Target="../ink/ink3708.xml"/><Relationship Id="rId162" Type="http://schemas.openxmlformats.org/officeDocument/2006/relationships/customXml" Target="../ink/ink3610.xml"/><Relationship Id="rId218" Type="http://schemas.openxmlformats.org/officeDocument/2006/relationships/customXml" Target="../ink/ink3638.xml"/><Relationship Id="rId425" Type="http://schemas.openxmlformats.org/officeDocument/2006/relationships/image" Target="../media/image2871.png"/><Relationship Id="rId467" Type="http://schemas.openxmlformats.org/officeDocument/2006/relationships/image" Target="../media/image2892.png"/><Relationship Id="rId271" Type="http://schemas.openxmlformats.org/officeDocument/2006/relationships/image" Target="../media/image2794.png"/><Relationship Id="rId24" Type="http://schemas.openxmlformats.org/officeDocument/2006/relationships/customXml" Target="../ink/ink3541.xml"/><Relationship Id="rId66" Type="http://schemas.openxmlformats.org/officeDocument/2006/relationships/customXml" Target="../ink/ink3562.xml"/><Relationship Id="rId131" Type="http://schemas.openxmlformats.org/officeDocument/2006/relationships/image" Target="../media/image2724.png"/><Relationship Id="rId327" Type="http://schemas.openxmlformats.org/officeDocument/2006/relationships/image" Target="../media/image2822.png"/><Relationship Id="rId369" Type="http://schemas.openxmlformats.org/officeDocument/2006/relationships/image" Target="../media/image2843.png"/><Relationship Id="rId173" Type="http://schemas.openxmlformats.org/officeDocument/2006/relationships/image" Target="../media/image2745.png"/><Relationship Id="rId229" Type="http://schemas.openxmlformats.org/officeDocument/2006/relationships/image" Target="../media/image2773.png"/><Relationship Id="rId380" Type="http://schemas.openxmlformats.org/officeDocument/2006/relationships/customXml" Target="../ink/ink3719.xml"/><Relationship Id="rId436" Type="http://schemas.openxmlformats.org/officeDocument/2006/relationships/customXml" Target="../ink/ink3747.xml"/><Relationship Id="rId240" Type="http://schemas.openxmlformats.org/officeDocument/2006/relationships/customXml" Target="../ink/ink3649.xml"/><Relationship Id="rId478" Type="http://schemas.openxmlformats.org/officeDocument/2006/relationships/customXml" Target="../ink/ink3768.xml"/><Relationship Id="rId35" Type="http://schemas.openxmlformats.org/officeDocument/2006/relationships/image" Target="../media/image2676.png"/><Relationship Id="rId77" Type="http://schemas.openxmlformats.org/officeDocument/2006/relationships/image" Target="../media/image2697.png"/><Relationship Id="rId100" Type="http://schemas.openxmlformats.org/officeDocument/2006/relationships/customXml" Target="../ink/ink3579.xml"/><Relationship Id="rId282" Type="http://schemas.openxmlformats.org/officeDocument/2006/relationships/customXml" Target="../ink/ink3670.xml"/><Relationship Id="rId338" Type="http://schemas.openxmlformats.org/officeDocument/2006/relationships/customXml" Target="../ink/ink3698.xml"/><Relationship Id="rId8" Type="http://schemas.openxmlformats.org/officeDocument/2006/relationships/customXml" Target="../ink/ink3533.xml"/><Relationship Id="rId142" Type="http://schemas.openxmlformats.org/officeDocument/2006/relationships/customXml" Target="../ink/ink3600.xml"/><Relationship Id="rId184" Type="http://schemas.openxmlformats.org/officeDocument/2006/relationships/customXml" Target="../ink/ink3621.xml"/><Relationship Id="rId391" Type="http://schemas.openxmlformats.org/officeDocument/2006/relationships/image" Target="../media/image2854.png"/><Relationship Id="rId405" Type="http://schemas.openxmlformats.org/officeDocument/2006/relationships/image" Target="../media/image2861.png"/><Relationship Id="rId447" Type="http://schemas.openxmlformats.org/officeDocument/2006/relationships/image" Target="../media/image2882.png"/><Relationship Id="rId251" Type="http://schemas.openxmlformats.org/officeDocument/2006/relationships/image" Target="../media/image2784.png"/><Relationship Id="rId46" Type="http://schemas.openxmlformats.org/officeDocument/2006/relationships/customXml" Target="../ink/ink3552.xml"/><Relationship Id="rId293" Type="http://schemas.openxmlformats.org/officeDocument/2006/relationships/image" Target="../media/image2805.png"/><Relationship Id="rId307" Type="http://schemas.openxmlformats.org/officeDocument/2006/relationships/image" Target="../media/image2812.png"/><Relationship Id="rId349" Type="http://schemas.openxmlformats.org/officeDocument/2006/relationships/image" Target="../media/image2833.png"/><Relationship Id="rId88" Type="http://schemas.openxmlformats.org/officeDocument/2006/relationships/customXml" Target="../ink/ink3573.xml"/><Relationship Id="rId111" Type="http://schemas.openxmlformats.org/officeDocument/2006/relationships/image" Target="../media/image2714.png"/><Relationship Id="rId153" Type="http://schemas.openxmlformats.org/officeDocument/2006/relationships/image" Target="../media/image2735.png"/><Relationship Id="rId195" Type="http://schemas.openxmlformats.org/officeDocument/2006/relationships/image" Target="../media/image2756.png"/><Relationship Id="rId209" Type="http://schemas.openxmlformats.org/officeDocument/2006/relationships/image" Target="../media/image2763.png"/><Relationship Id="rId360" Type="http://schemas.openxmlformats.org/officeDocument/2006/relationships/customXml" Target="../ink/ink3709.xml"/><Relationship Id="rId416" Type="http://schemas.openxmlformats.org/officeDocument/2006/relationships/customXml" Target="../ink/ink3737.xml"/><Relationship Id="rId220" Type="http://schemas.openxmlformats.org/officeDocument/2006/relationships/customXml" Target="../ink/ink3639.xml"/><Relationship Id="rId458" Type="http://schemas.openxmlformats.org/officeDocument/2006/relationships/customXml" Target="../ink/ink3758.xml"/><Relationship Id="rId15" Type="http://schemas.openxmlformats.org/officeDocument/2006/relationships/image" Target="../media/image2666.png"/><Relationship Id="rId57" Type="http://schemas.openxmlformats.org/officeDocument/2006/relationships/image" Target="../media/image2687.png"/><Relationship Id="rId262" Type="http://schemas.openxmlformats.org/officeDocument/2006/relationships/customXml" Target="../ink/ink3660.xml"/><Relationship Id="rId318" Type="http://schemas.openxmlformats.org/officeDocument/2006/relationships/customXml" Target="../ink/ink3688.xml"/><Relationship Id="rId99" Type="http://schemas.openxmlformats.org/officeDocument/2006/relationships/image" Target="../media/image2708.png"/><Relationship Id="rId122" Type="http://schemas.openxmlformats.org/officeDocument/2006/relationships/customXml" Target="../ink/ink3590.xml"/><Relationship Id="rId164" Type="http://schemas.openxmlformats.org/officeDocument/2006/relationships/customXml" Target="../ink/ink3611.xml"/><Relationship Id="rId371" Type="http://schemas.openxmlformats.org/officeDocument/2006/relationships/image" Target="../media/image2844.png"/><Relationship Id="rId427" Type="http://schemas.openxmlformats.org/officeDocument/2006/relationships/image" Target="../media/image2872.png"/><Relationship Id="rId469" Type="http://schemas.openxmlformats.org/officeDocument/2006/relationships/image" Target="../media/image2893.png"/><Relationship Id="rId26" Type="http://schemas.openxmlformats.org/officeDocument/2006/relationships/customXml" Target="../ink/ink3542.xml"/><Relationship Id="rId231" Type="http://schemas.openxmlformats.org/officeDocument/2006/relationships/image" Target="../media/image2774.png"/><Relationship Id="rId273" Type="http://schemas.openxmlformats.org/officeDocument/2006/relationships/image" Target="../media/image2795.png"/><Relationship Id="rId329" Type="http://schemas.openxmlformats.org/officeDocument/2006/relationships/image" Target="../media/image2823.png"/><Relationship Id="rId480" Type="http://schemas.openxmlformats.org/officeDocument/2006/relationships/customXml" Target="../ink/ink3769.xml"/><Relationship Id="rId68" Type="http://schemas.openxmlformats.org/officeDocument/2006/relationships/customXml" Target="../ink/ink3563.xml"/><Relationship Id="rId133" Type="http://schemas.openxmlformats.org/officeDocument/2006/relationships/image" Target="../media/image2725.png"/><Relationship Id="rId175" Type="http://schemas.openxmlformats.org/officeDocument/2006/relationships/image" Target="../media/image2746.png"/><Relationship Id="rId340" Type="http://schemas.openxmlformats.org/officeDocument/2006/relationships/customXml" Target="../ink/ink3699.xml"/><Relationship Id="rId200" Type="http://schemas.openxmlformats.org/officeDocument/2006/relationships/customXml" Target="../ink/ink3629.xml"/><Relationship Id="rId382" Type="http://schemas.openxmlformats.org/officeDocument/2006/relationships/customXml" Target="../ink/ink3720.xml"/><Relationship Id="rId438" Type="http://schemas.openxmlformats.org/officeDocument/2006/relationships/customXml" Target="../ink/ink3748.xml"/><Relationship Id="rId242" Type="http://schemas.openxmlformats.org/officeDocument/2006/relationships/customXml" Target="../ink/ink3650.xml"/><Relationship Id="rId284" Type="http://schemas.openxmlformats.org/officeDocument/2006/relationships/customXml" Target="../ink/ink3671.xml"/><Relationship Id="rId37" Type="http://schemas.openxmlformats.org/officeDocument/2006/relationships/image" Target="../media/image2677.png"/><Relationship Id="rId79" Type="http://schemas.openxmlformats.org/officeDocument/2006/relationships/image" Target="../media/image2698.png"/><Relationship Id="rId102" Type="http://schemas.openxmlformats.org/officeDocument/2006/relationships/customXml" Target="../ink/ink3580.xml"/><Relationship Id="rId144" Type="http://schemas.openxmlformats.org/officeDocument/2006/relationships/customXml" Target="../ink/ink3601.xml"/><Relationship Id="rId90" Type="http://schemas.openxmlformats.org/officeDocument/2006/relationships/customXml" Target="../ink/ink3574.xml"/><Relationship Id="rId186" Type="http://schemas.openxmlformats.org/officeDocument/2006/relationships/customXml" Target="../ink/ink3622.xml"/><Relationship Id="rId351" Type="http://schemas.openxmlformats.org/officeDocument/2006/relationships/image" Target="../media/image2834.png"/><Relationship Id="rId393" Type="http://schemas.openxmlformats.org/officeDocument/2006/relationships/image" Target="../media/image2855.png"/><Relationship Id="rId407" Type="http://schemas.openxmlformats.org/officeDocument/2006/relationships/image" Target="../media/image2862.png"/><Relationship Id="rId449" Type="http://schemas.openxmlformats.org/officeDocument/2006/relationships/image" Target="../media/image2883.png"/><Relationship Id="rId211" Type="http://schemas.openxmlformats.org/officeDocument/2006/relationships/image" Target="../media/image2764.png"/><Relationship Id="rId253" Type="http://schemas.openxmlformats.org/officeDocument/2006/relationships/image" Target="../media/image2785.png"/><Relationship Id="rId295" Type="http://schemas.openxmlformats.org/officeDocument/2006/relationships/image" Target="../media/image2806.png"/><Relationship Id="rId309" Type="http://schemas.openxmlformats.org/officeDocument/2006/relationships/image" Target="../media/image2813.png"/><Relationship Id="rId460" Type="http://schemas.openxmlformats.org/officeDocument/2006/relationships/customXml" Target="../ink/ink3759.xml"/><Relationship Id="rId48" Type="http://schemas.openxmlformats.org/officeDocument/2006/relationships/customXml" Target="../ink/ink3553.xml"/><Relationship Id="rId113" Type="http://schemas.openxmlformats.org/officeDocument/2006/relationships/image" Target="../media/image2715.png"/><Relationship Id="rId320" Type="http://schemas.openxmlformats.org/officeDocument/2006/relationships/customXml" Target="../ink/ink3689.xml"/><Relationship Id="rId155" Type="http://schemas.openxmlformats.org/officeDocument/2006/relationships/image" Target="../media/image2736.png"/><Relationship Id="rId197" Type="http://schemas.openxmlformats.org/officeDocument/2006/relationships/image" Target="../media/image2757.png"/><Relationship Id="rId362" Type="http://schemas.openxmlformats.org/officeDocument/2006/relationships/customXml" Target="../ink/ink3710.xml"/><Relationship Id="rId418" Type="http://schemas.openxmlformats.org/officeDocument/2006/relationships/customXml" Target="../ink/ink3738.xml"/><Relationship Id="rId222" Type="http://schemas.openxmlformats.org/officeDocument/2006/relationships/customXml" Target="../ink/ink3640.xml"/><Relationship Id="rId264" Type="http://schemas.openxmlformats.org/officeDocument/2006/relationships/customXml" Target="../ink/ink3661.xml"/><Relationship Id="rId471" Type="http://schemas.openxmlformats.org/officeDocument/2006/relationships/image" Target="../media/image2894.png"/><Relationship Id="rId17" Type="http://schemas.openxmlformats.org/officeDocument/2006/relationships/image" Target="../media/image2667.png"/><Relationship Id="rId59" Type="http://schemas.openxmlformats.org/officeDocument/2006/relationships/image" Target="../media/image2688.png"/><Relationship Id="rId124" Type="http://schemas.openxmlformats.org/officeDocument/2006/relationships/customXml" Target="../ink/ink3591.xml"/><Relationship Id="rId70" Type="http://schemas.openxmlformats.org/officeDocument/2006/relationships/customXml" Target="../ink/ink3564.xml"/><Relationship Id="rId166" Type="http://schemas.openxmlformats.org/officeDocument/2006/relationships/customXml" Target="../ink/ink3612.xml"/><Relationship Id="rId331" Type="http://schemas.openxmlformats.org/officeDocument/2006/relationships/image" Target="../media/image2824.png"/><Relationship Id="rId373" Type="http://schemas.openxmlformats.org/officeDocument/2006/relationships/image" Target="../media/image2845.png"/><Relationship Id="rId429" Type="http://schemas.openxmlformats.org/officeDocument/2006/relationships/image" Target="../media/image287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775.png"/><Relationship Id="rId440" Type="http://schemas.openxmlformats.org/officeDocument/2006/relationships/customXml" Target="../ink/ink3749.xml"/><Relationship Id="rId28" Type="http://schemas.openxmlformats.org/officeDocument/2006/relationships/customXml" Target="../ink/ink3543.xml"/><Relationship Id="rId275" Type="http://schemas.openxmlformats.org/officeDocument/2006/relationships/image" Target="../media/image2796.png"/><Relationship Id="rId300" Type="http://schemas.openxmlformats.org/officeDocument/2006/relationships/customXml" Target="../ink/ink3679.xml"/><Relationship Id="rId81" Type="http://schemas.openxmlformats.org/officeDocument/2006/relationships/image" Target="../media/image2699.png"/><Relationship Id="rId135" Type="http://schemas.openxmlformats.org/officeDocument/2006/relationships/image" Target="../media/image2726.png"/><Relationship Id="rId177" Type="http://schemas.openxmlformats.org/officeDocument/2006/relationships/image" Target="../media/image2747.png"/><Relationship Id="rId342" Type="http://schemas.openxmlformats.org/officeDocument/2006/relationships/customXml" Target="../ink/ink3700.xml"/><Relationship Id="rId384" Type="http://schemas.openxmlformats.org/officeDocument/2006/relationships/customXml" Target="../ink/ink3721.xml"/><Relationship Id="rId202" Type="http://schemas.openxmlformats.org/officeDocument/2006/relationships/customXml" Target="../ink/ink3630.xml"/><Relationship Id="rId244" Type="http://schemas.openxmlformats.org/officeDocument/2006/relationships/customXml" Target="../ink/ink3651.xml"/><Relationship Id="rId39" Type="http://schemas.openxmlformats.org/officeDocument/2006/relationships/image" Target="../media/image2678.png"/><Relationship Id="rId286" Type="http://schemas.openxmlformats.org/officeDocument/2006/relationships/customXml" Target="../ink/ink3672.xml"/><Relationship Id="rId451" Type="http://schemas.openxmlformats.org/officeDocument/2006/relationships/image" Target="../media/image2884.png"/><Relationship Id="rId50" Type="http://schemas.openxmlformats.org/officeDocument/2006/relationships/customXml" Target="../ink/ink3554.xml"/><Relationship Id="rId104" Type="http://schemas.openxmlformats.org/officeDocument/2006/relationships/customXml" Target="../ink/ink3581.xml"/><Relationship Id="rId146" Type="http://schemas.openxmlformats.org/officeDocument/2006/relationships/customXml" Target="../ink/ink3602.xml"/><Relationship Id="rId188" Type="http://schemas.openxmlformats.org/officeDocument/2006/relationships/customXml" Target="../ink/ink3623.xml"/><Relationship Id="rId311" Type="http://schemas.openxmlformats.org/officeDocument/2006/relationships/image" Target="../media/image2814.png"/><Relationship Id="rId353" Type="http://schemas.openxmlformats.org/officeDocument/2006/relationships/image" Target="../media/image2835.png"/><Relationship Id="rId395" Type="http://schemas.openxmlformats.org/officeDocument/2006/relationships/image" Target="../media/image2856.png"/><Relationship Id="rId409" Type="http://schemas.openxmlformats.org/officeDocument/2006/relationships/image" Target="../media/image2863.png"/><Relationship Id="rId92" Type="http://schemas.openxmlformats.org/officeDocument/2006/relationships/customXml" Target="../ink/ink3575.xml"/><Relationship Id="rId213" Type="http://schemas.openxmlformats.org/officeDocument/2006/relationships/image" Target="../media/image2765.png"/><Relationship Id="rId420" Type="http://schemas.openxmlformats.org/officeDocument/2006/relationships/customXml" Target="../ink/ink3739.xml"/><Relationship Id="rId255" Type="http://schemas.openxmlformats.org/officeDocument/2006/relationships/image" Target="../media/image2786.png"/><Relationship Id="rId297" Type="http://schemas.openxmlformats.org/officeDocument/2006/relationships/image" Target="../media/image2807.png"/><Relationship Id="rId462" Type="http://schemas.openxmlformats.org/officeDocument/2006/relationships/customXml" Target="../ink/ink3760.xml"/><Relationship Id="rId115" Type="http://schemas.openxmlformats.org/officeDocument/2006/relationships/image" Target="../media/image2716.png"/><Relationship Id="rId157" Type="http://schemas.openxmlformats.org/officeDocument/2006/relationships/image" Target="../media/image2737.png"/><Relationship Id="rId322" Type="http://schemas.openxmlformats.org/officeDocument/2006/relationships/customXml" Target="../ink/ink3690.xml"/><Relationship Id="rId364" Type="http://schemas.openxmlformats.org/officeDocument/2006/relationships/customXml" Target="../ink/ink3711.xml"/><Relationship Id="rId61" Type="http://schemas.openxmlformats.org/officeDocument/2006/relationships/image" Target="../media/image2689.png"/><Relationship Id="rId199" Type="http://schemas.openxmlformats.org/officeDocument/2006/relationships/image" Target="../media/image2758.png"/><Relationship Id="rId19" Type="http://schemas.openxmlformats.org/officeDocument/2006/relationships/image" Target="../media/image2668.png"/><Relationship Id="rId224" Type="http://schemas.openxmlformats.org/officeDocument/2006/relationships/customXml" Target="../ink/ink3641.xml"/><Relationship Id="rId266" Type="http://schemas.openxmlformats.org/officeDocument/2006/relationships/customXml" Target="../ink/ink3662.xml"/><Relationship Id="rId431" Type="http://schemas.openxmlformats.org/officeDocument/2006/relationships/image" Target="../media/image2874.png"/><Relationship Id="rId473" Type="http://schemas.openxmlformats.org/officeDocument/2006/relationships/image" Target="../media/image2895.png"/><Relationship Id="rId30" Type="http://schemas.openxmlformats.org/officeDocument/2006/relationships/customXml" Target="../ink/ink3544.xml"/><Relationship Id="rId126" Type="http://schemas.openxmlformats.org/officeDocument/2006/relationships/customXml" Target="../ink/ink3592.xml"/><Relationship Id="rId168" Type="http://schemas.openxmlformats.org/officeDocument/2006/relationships/customXml" Target="../ink/ink3613.xml"/><Relationship Id="rId333" Type="http://schemas.openxmlformats.org/officeDocument/2006/relationships/image" Target="../media/image2825.png"/><Relationship Id="rId72" Type="http://schemas.openxmlformats.org/officeDocument/2006/relationships/customXml" Target="../ink/ink3565.xml"/><Relationship Id="rId375" Type="http://schemas.openxmlformats.org/officeDocument/2006/relationships/image" Target="../media/image2846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57.png"/><Relationship Id="rId671" Type="http://schemas.openxmlformats.org/officeDocument/2006/relationships/customXml" Target="../ink/ink4107.xml"/><Relationship Id="rId769" Type="http://schemas.openxmlformats.org/officeDocument/2006/relationships/customXml" Target="../ink/ink4157.xml"/><Relationship Id="rId21" Type="http://schemas.openxmlformats.org/officeDocument/2006/relationships/image" Target="../media/image2909.png"/><Relationship Id="rId324" Type="http://schemas.openxmlformats.org/officeDocument/2006/relationships/customXml" Target="../ink/ink3932.xml"/><Relationship Id="rId531" Type="http://schemas.openxmlformats.org/officeDocument/2006/relationships/image" Target="../media/image3162.png"/><Relationship Id="rId629" Type="http://schemas.openxmlformats.org/officeDocument/2006/relationships/image" Target="../media/image3211.png"/><Relationship Id="rId170" Type="http://schemas.openxmlformats.org/officeDocument/2006/relationships/image" Target="../media/image2983.png"/><Relationship Id="rId836" Type="http://schemas.openxmlformats.org/officeDocument/2006/relationships/image" Target="../media/image3313.png"/><Relationship Id="rId268" Type="http://schemas.openxmlformats.org/officeDocument/2006/relationships/customXml" Target="../ink/ink3904.xml"/><Relationship Id="rId475" Type="http://schemas.openxmlformats.org/officeDocument/2006/relationships/image" Target="../media/image3135.png"/><Relationship Id="rId682" Type="http://schemas.openxmlformats.org/officeDocument/2006/relationships/image" Target="../media/image3237.png"/><Relationship Id="rId32" Type="http://schemas.openxmlformats.org/officeDocument/2006/relationships/customXml" Target="../ink/ink3785.xml"/><Relationship Id="rId128" Type="http://schemas.openxmlformats.org/officeDocument/2006/relationships/customXml" Target="../ink/ink3833.xml"/><Relationship Id="rId335" Type="http://schemas.openxmlformats.org/officeDocument/2006/relationships/image" Target="../media/image3065.png"/><Relationship Id="rId542" Type="http://schemas.openxmlformats.org/officeDocument/2006/relationships/customXml" Target="../ink/ink4042.xml"/><Relationship Id="rId181" Type="http://schemas.openxmlformats.org/officeDocument/2006/relationships/customXml" Target="../ink/ink3860.xml"/><Relationship Id="rId402" Type="http://schemas.openxmlformats.org/officeDocument/2006/relationships/customXml" Target="../ink/ink3971.xml"/><Relationship Id="rId847" Type="http://schemas.openxmlformats.org/officeDocument/2006/relationships/customXml" Target="../ink/ink4196.xml"/><Relationship Id="rId279" Type="http://schemas.openxmlformats.org/officeDocument/2006/relationships/image" Target="../media/image3037.png"/><Relationship Id="rId486" Type="http://schemas.openxmlformats.org/officeDocument/2006/relationships/customXml" Target="../ink/ink4013.xml"/><Relationship Id="rId693" Type="http://schemas.openxmlformats.org/officeDocument/2006/relationships/customXml" Target="../ink/ink4118.xml"/><Relationship Id="rId707" Type="http://schemas.openxmlformats.org/officeDocument/2006/relationships/customXml" Target="../ink/ink4125.xml"/><Relationship Id="rId43" Type="http://schemas.openxmlformats.org/officeDocument/2006/relationships/image" Target="../media/image2920.png"/><Relationship Id="rId139" Type="http://schemas.openxmlformats.org/officeDocument/2006/relationships/customXml" Target="../ink/ink3839.xml"/><Relationship Id="rId346" Type="http://schemas.openxmlformats.org/officeDocument/2006/relationships/customXml" Target="../ink/ink3943.xml"/><Relationship Id="rId553" Type="http://schemas.openxmlformats.org/officeDocument/2006/relationships/image" Target="../media/image3173.png"/><Relationship Id="rId760" Type="http://schemas.openxmlformats.org/officeDocument/2006/relationships/image" Target="../media/image3275.png"/><Relationship Id="rId192" Type="http://schemas.openxmlformats.org/officeDocument/2006/relationships/image" Target="../media/image2994.png"/><Relationship Id="rId206" Type="http://schemas.openxmlformats.org/officeDocument/2006/relationships/image" Target="../media/image3001.png"/><Relationship Id="rId413" Type="http://schemas.openxmlformats.org/officeDocument/2006/relationships/image" Target="../media/image3104.png"/><Relationship Id="rId858" Type="http://schemas.openxmlformats.org/officeDocument/2006/relationships/image" Target="../media/image3324.png"/><Relationship Id="rId497" Type="http://schemas.openxmlformats.org/officeDocument/2006/relationships/image" Target="../media/image3146.png"/><Relationship Id="rId620" Type="http://schemas.openxmlformats.org/officeDocument/2006/relationships/customXml" Target="../ink/ink4081.xml"/><Relationship Id="rId718" Type="http://schemas.openxmlformats.org/officeDocument/2006/relationships/image" Target="../media/image3255.png"/><Relationship Id="rId357" Type="http://schemas.openxmlformats.org/officeDocument/2006/relationships/image" Target="../media/image3076.png"/><Relationship Id="rId54" Type="http://schemas.openxmlformats.org/officeDocument/2006/relationships/customXml" Target="../ink/ink3796.xml"/><Relationship Id="rId217" Type="http://schemas.openxmlformats.org/officeDocument/2006/relationships/image" Target="../media/image3006.png"/><Relationship Id="rId564" Type="http://schemas.openxmlformats.org/officeDocument/2006/relationships/customXml" Target="../ink/ink4053.xml"/><Relationship Id="rId771" Type="http://schemas.openxmlformats.org/officeDocument/2006/relationships/customXml" Target="../ink/ink4158.xml"/><Relationship Id="rId869" Type="http://schemas.openxmlformats.org/officeDocument/2006/relationships/image" Target="../media/image3329.png"/><Relationship Id="rId424" Type="http://schemas.openxmlformats.org/officeDocument/2006/relationships/customXml" Target="../ink/ink3982.xml"/><Relationship Id="rId631" Type="http://schemas.openxmlformats.org/officeDocument/2006/relationships/image" Target="../media/image3212.png"/><Relationship Id="rId729" Type="http://schemas.openxmlformats.org/officeDocument/2006/relationships/customXml" Target="../ink/ink4136.xml"/><Relationship Id="rId270" Type="http://schemas.openxmlformats.org/officeDocument/2006/relationships/customXml" Target="../ink/ink3905.xml"/><Relationship Id="rId65" Type="http://schemas.openxmlformats.org/officeDocument/2006/relationships/image" Target="../media/image2931.png"/><Relationship Id="rId130" Type="http://schemas.openxmlformats.org/officeDocument/2006/relationships/customXml" Target="../ink/ink3834.xml"/><Relationship Id="rId368" Type="http://schemas.openxmlformats.org/officeDocument/2006/relationships/customXml" Target="../ink/ink3954.xml"/><Relationship Id="rId575" Type="http://schemas.openxmlformats.org/officeDocument/2006/relationships/image" Target="../media/image3184.png"/><Relationship Id="rId782" Type="http://schemas.openxmlformats.org/officeDocument/2006/relationships/image" Target="../media/image3286.png"/><Relationship Id="rId228" Type="http://schemas.openxmlformats.org/officeDocument/2006/relationships/customXml" Target="../ink/ink3884.xml"/><Relationship Id="rId435" Type="http://schemas.openxmlformats.org/officeDocument/2006/relationships/image" Target="../media/image3115.png"/><Relationship Id="rId642" Type="http://schemas.openxmlformats.org/officeDocument/2006/relationships/customXml" Target="../ink/ink4092.xml"/><Relationship Id="rId281" Type="http://schemas.openxmlformats.org/officeDocument/2006/relationships/image" Target="../media/image3038.png"/><Relationship Id="rId502" Type="http://schemas.openxmlformats.org/officeDocument/2006/relationships/customXml" Target="../ink/ink4021.xml"/><Relationship Id="rId76" Type="http://schemas.openxmlformats.org/officeDocument/2006/relationships/customXml" Target="../ink/ink3807.xml"/><Relationship Id="rId141" Type="http://schemas.openxmlformats.org/officeDocument/2006/relationships/customXml" Target="../ink/ink3840.xml"/><Relationship Id="rId379" Type="http://schemas.openxmlformats.org/officeDocument/2006/relationships/image" Target="../media/image3087.png"/><Relationship Id="rId586" Type="http://schemas.openxmlformats.org/officeDocument/2006/relationships/customXml" Target="../ink/ink4064.xml"/><Relationship Id="rId793" Type="http://schemas.openxmlformats.org/officeDocument/2006/relationships/customXml" Target="../ink/ink4169.xml"/><Relationship Id="rId807" Type="http://schemas.openxmlformats.org/officeDocument/2006/relationships/customXml" Target="../ink/ink4176.xml"/><Relationship Id="rId7" Type="http://schemas.openxmlformats.org/officeDocument/2006/relationships/image" Target="../media/image2902.png"/><Relationship Id="rId239" Type="http://schemas.openxmlformats.org/officeDocument/2006/relationships/image" Target="../media/image3017.png"/><Relationship Id="rId446" Type="http://schemas.openxmlformats.org/officeDocument/2006/relationships/customXml" Target="../ink/ink3993.xml"/><Relationship Id="rId653" Type="http://schemas.openxmlformats.org/officeDocument/2006/relationships/customXml" Target="../ink/ink4098.xml"/><Relationship Id="rId292" Type="http://schemas.openxmlformats.org/officeDocument/2006/relationships/customXml" Target="../ink/ink3916.xml"/><Relationship Id="rId306" Type="http://schemas.openxmlformats.org/officeDocument/2006/relationships/customXml" Target="../ink/ink3923.xml"/><Relationship Id="rId860" Type="http://schemas.openxmlformats.org/officeDocument/2006/relationships/image" Target="../media/image3325.png"/><Relationship Id="rId87" Type="http://schemas.openxmlformats.org/officeDocument/2006/relationships/image" Target="../media/image2942.png"/><Relationship Id="rId513" Type="http://schemas.openxmlformats.org/officeDocument/2006/relationships/image" Target="../media/image3154.png"/><Relationship Id="rId597" Type="http://schemas.openxmlformats.org/officeDocument/2006/relationships/image" Target="../media/image3195.png"/><Relationship Id="rId720" Type="http://schemas.openxmlformats.org/officeDocument/2006/relationships/image" Target="../media/image3256.png"/><Relationship Id="rId818" Type="http://schemas.openxmlformats.org/officeDocument/2006/relationships/image" Target="../media/image3304.png"/><Relationship Id="rId152" Type="http://schemas.openxmlformats.org/officeDocument/2006/relationships/image" Target="../media/image2974.png"/><Relationship Id="rId457" Type="http://schemas.openxmlformats.org/officeDocument/2006/relationships/image" Target="../media/image3126.png"/><Relationship Id="rId664" Type="http://schemas.openxmlformats.org/officeDocument/2006/relationships/image" Target="../media/image3228.png"/><Relationship Id="rId871" Type="http://schemas.openxmlformats.org/officeDocument/2006/relationships/image" Target="../media/image3330.png"/><Relationship Id="rId14" Type="http://schemas.openxmlformats.org/officeDocument/2006/relationships/customXml" Target="../ink/ink3776.xml"/><Relationship Id="rId317" Type="http://schemas.openxmlformats.org/officeDocument/2006/relationships/image" Target="../media/image3056.png"/><Relationship Id="rId524" Type="http://schemas.openxmlformats.org/officeDocument/2006/relationships/image" Target="../media/image3159.png"/><Relationship Id="rId731" Type="http://schemas.openxmlformats.org/officeDocument/2006/relationships/customXml" Target="../ink/ink4137.xml"/><Relationship Id="rId98" Type="http://schemas.openxmlformats.org/officeDocument/2006/relationships/customXml" Target="../ink/ink3818.xml"/><Relationship Id="rId163" Type="http://schemas.openxmlformats.org/officeDocument/2006/relationships/customXml" Target="../ink/ink3851.xml"/><Relationship Id="rId370" Type="http://schemas.openxmlformats.org/officeDocument/2006/relationships/customXml" Target="../ink/ink3955.xml"/><Relationship Id="rId829" Type="http://schemas.openxmlformats.org/officeDocument/2006/relationships/customXml" Target="../ink/ink4187.xml"/><Relationship Id="rId230" Type="http://schemas.openxmlformats.org/officeDocument/2006/relationships/customXml" Target="../ink/ink3885.xml"/><Relationship Id="rId468" Type="http://schemas.openxmlformats.org/officeDocument/2006/relationships/customXml" Target="../ink/ink4004.xml"/><Relationship Id="rId675" Type="http://schemas.openxmlformats.org/officeDocument/2006/relationships/customXml" Target="../ink/ink4109.xml"/><Relationship Id="rId25" Type="http://schemas.openxmlformats.org/officeDocument/2006/relationships/image" Target="../media/image2911.png"/><Relationship Id="rId328" Type="http://schemas.openxmlformats.org/officeDocument/2006/relationships/customXml" Target="../ink/ink3934.xml"/><Relationship Id="rId535" Type="http://schemas.openxmlformats.org/officeDocument/2006/relationships/image" Target="../media/image3164.png"/><Relationship Id="rId742" Type="http://schemas.openxmlformats.org/officeDocument/2006/relationships/image" Target="../media/image3266.png"/><Relationship Id="rId174" Type="http://schemas.openxmlformats.org/officeDocument/2006/relationships/image" Target="../media/image2985.png"/><Relationship Id="rId381" Type="http://schemas.openxmlformats.org/officeDocument/2006/relationships/image" Target="../media/image3088.png"/><Relationship Id="rId602" Type="http://schemas.openxmlformats.org/officeDocument/2006/relationships/customXml" Target="../ink/ink4072.xml"/><Relationship Id="rId241" Type="http://schemas.openxmlformats.org/officeDocument/2006/relationships/image" Target="../media/image3018.png"/><Relationship Id="rId479" Type="http://schemas.openxmlformats.org/officeDocument/2006/relationships/image" Target="../media/image3137.png"/><Relationship Id="rId686" Type="http://schemas.openxmlformats.org/officeDocument/2006/relationships/image" Target="../media/image3239.png"/><Relationship Id="rId36" Type="http://schemas.openxmlformats.org/officeDocument/2006/relationships/customXml" Target="../ink/ink3787.xml"/><Relationship Id="rId339" Type="http://schemas.openxmlformats.org/officeDocument/2006/relationships/image" Target="../media/image3067.png"/><Relationship Id="rId546" Type="http://schemas.openxmlformats.org/officeDocument/2006/relationships/customXml" Target="../ink/ink4044.xml"/><Relationship Id="rId753" Type="http://schemas.openxmlformats.org/officeDocument/2006/relationships/customXml" Target="../ink/ink4149.xml"/><Relationship Id="rId101" Type="http://schemas.openxmlformats.org/officeDocument/2006/relationships/image" Target="../media/image2949.png"/><Relationship Id="rId185" Type="http://schemas.openxmlformats.org/officeDocument/2006/relationships/customXml" Target="../ink/ink3862.xml"/><Relationship Id="rId406" Type="http://schemas.openxmlformats.org/officeDocument/2006/relationships/customXml" Target="../ink/ink3973.xml"/><Relationship Id="rId392" Type="http://schemas.openxmlformats.org/officeDocument/2006/relationships/customXml" Target="../ink/ink3966.xml"/><Relationship Id="rId613" Type="http://schemas.openxmlformats.org/officeDocument/2006/relationships/image" Target="../media/image3203.png"/><Relationship Id="rId697" Type="http://schemas.openxmlformats.org/officeDocument/2006/relationships/customXml" Target="../ink/ink4120.xml"/><Relationship Id="rId820" Type="http://schemas.openxmlformats.org/officeDocument/2006/relationships/image" Target="../media/image3305.png"/><Relationship Id="rId252" Type="http://schemas.openxmlformats.org/officeDocument/2006/relationships/customXml" Target="../ink/ink3896.xml"/><Relationship Id="rId47" Type="http://schemas.openxmlformats.org/officeDocument/2006/relationships/image" Target="../media/image2922.png"/><Relationship Id="rId112" Type="http://schemas.openxmlformats.org/officeDocument/2006/relationships/customXml" Target="../ink/ink3825.xml"/><Relationship Id="rId557" Type="http://schemas.openxmlformats.org/officeDocument/2006/relationships/image" Target="../media/image3175.png"/><Relationship Id="rId764" Type="http://schemas.openxmlformats.org/officeDocument/2006/relationships/image" Target="../media/image3277.png"/><Relationship Id="rId196" Type="http://schemas.openxmlformats.org/officeDocument/2006/relationships/image" Target="../media/image2996.png"/><Relationship Id="rId417" Type="http://schemas.openxmlformats.org/officeDocument/2006/relationships/image" Target="../media/image3106.png"/><Relationship Id="rId624" Type="http://schemas.openxmlformats.org/officeDocument/2006/relationships/customXml" Target="../ink/ink4083.xml"/><Relationship Id="rId831" Type="http://schemas.openxmlformats.org/officeDocument/2006/relationships/customXml" Target="../ink/ink4188.xml"/><Relationship Id="rId263" Type="http://schemas.openxmlformats.org/officeDocument/2006/relationships/image" Target="../media/image3029.png"/><Relationship Id="rId470" Type="http://schemas.openxmlformats.org/officeDocument/2006/relationships/customXml" Target="../ink/ink4005.xml"/><Relationship Id="rId58" Type="http://schemas.openxmlformats.org/officeDocument/2006/relationships/customXml" Target="../ink/ink3798.xml"/><Relationship Id="rId123" Type="http://schemas.openxmlformats.org/officeDocument/2006/relationships/image" Target="../media/image2960.png"/><Relationship Id="rId330" Type="http://schemas.openxmlformats.org/officeDocument/2006/relationships/customXml" Target="../ink/ink3935.xml"/><Relationship Id="rId568" Type="http://schemas.openxmlformats.org/officeDocument/2006/relationships/customXml" Target="../ink/ink4055.xml"/><Relationship Id="rId775" Type="http://schemas.openxmlformats.org/officeDocument/2006/relationships/customXml" Target="../ink/ink4160.xml"/><Relationship Id="rId428" Type="http://schemas.openxmlformats.org/officeDocument/2006/relationships/customXml" Target="../ink/ink3984.xml"/><Relationship Id="rId635" Type="http://schemas.openxmlformats.org/officeDocument/2006/relationships/image" Target="../media/image3214.png"/><Relationship Id="rId842" Type="http://schemas.openxmlformats.org/officeDocument/2006/relationships/image" Target="../media/image3316.png"/><Relationship Id="rId274" Type="http://schemas.openxmlformats.org/officeDocument/2006/relationships/customXml" Target="../ink/ink3907.xml"/><Relationship Id="rId481" Type="http://schemas.openxmlformats.org/officeDocument/2006/relationships/image" Target="../media/image3138.png"/><Relationship Id="rId702" Type="http://schemas.openxmlformats.org/officeDocument/2006/relationships/image" Target="../media/image3247.png"/><Relationship Id="rId69" Type="http://schemas.openxmlformats.org/officeDocument/2006/relationships/image" Target="../media/image2933.png"/><Relationship Id="rId134" Type="http://schemas.openxmlformats.org/officeDocument/2006/relationships/customXml" Target="../ink/ink3836.xml"/><Relationship Id="rId579" Type="http://schemas.openxmlformats.org/officeDocument/2006/relationships/image" Target="../media/image3186.png"/><Relationship Id="rId786" Type="http://schemas.openxmlformats.org/officeDocument/2006/relationships/image" Target="../media/image3288.png"/><Relationship Id="rId341" Type="http://schemas.openxmlformats.org/officeDocument/2006/relationships/image" Target="../media/image3068.png"/><Relationship Id="rId439" Type="http://schemas.openxmlformats.org/officeDocument/2006/relationships/image" Target="../media/image3117.png"/><Relationship Id="rId646" Type="http://schemas.openxmlformats.org/officeDocument/2006/relationships/customXml" Target="../ink/ink4094.xml"/><Relationship Id="rId201" Type="http://schemas.openxmlformats.org/officeDocument/2006/relationships/customXml" Target="../ink/ink3870.xml"/><Relationship Id="rId285" Type="http://schemas.openxmlformats.org/officeDocument/2006/relationships/image" Target="../media/image3040.png"/><Relationship Id="rId506" Type="http://schemas.openxmlformats.org/officeDocument/2006/relationships/customXml" Target="../ink/ink4023.xml"/><Relationship Id="rId853" Type="http://schemas.openxmlformats.org/officeDocument/2006/relationships/customXml" Target="../ink/ink4199.xml"/><Relationship Id="rId492" Type="http://schemas.openxmlformats.org/officeDocument/2006/relationships/customXml" Target="../ink/ink4016.xml"/><Relationship Id="rId713" Type="http://schemas.openxmlformats.org/officeDocument/2006/relationships/customXml" Target="../ink/ink4128.xml"/><Relationship Id="rId797" Type="http://schemas.openxmlformats.org/officeDocument/2006/relationships/customXml" Target="../ink/ink4171.xml"/><Relationship Id="rId145" Type="http://schemas.openxmlformats.org/officeDocument/2006/relationships/customXml" Target="../ink/ink3842.xml"/><Relationship Id="rId352" Type="http://schemas.openxmlformats.org/officeDocument/2006/relationships/customXml" Target="../ink/ink3946.xml"/><Relationship Id="rId212" Type="http://schemas.openxmlformats.org/officeDocument/2006/relationships/customXml" Target="../ink/ink3876.xml"/><Relationship Id="rId657" Type="http://schemas.openxmlformats.org/officeDocument/2006/relationships/customXml" Target="../ink/ink4100.xml"/><Relationship Id="rId864" Type="http://schemas.openxmlformats.org/officeDocument/2006/relationships/image" Target="../media/image3327.png"/><Relationship Id="rId296" Type="http://schemas.openxmlformats.org/officeDocument/2006/relationships/customXml" Target="../ink/ink3918.xml"/><Relationship Id="rId517" Type="http://schemas.openxmlformats.org/officeDocument/2006/relationships/image" Target="../media/image3156.png"/><Relationship Id="rId724" Type="http://schemas.openxmlformats.org/officeDocument/2006/relationships/image" Target="../media/image3258.png"/><Relationship Id="rId60" Type="http://schemas.openxmlformats.org/officeDocument/2006/relationships/customXml" Target="../ink/ink3799.xml"/><Relationship Id="rId156" Type="http://schemas.openxmlformats.org/officeDocument/2006/relationships/image" Target="../media/image2976.png"/><Relationship Id="rId363" Type="http://schemas.openxmlformats.org/officeDocument/2006/relationships/image" Target="../media/image3079.png"/><Relationship Id="rId570" Type="http://schemas.openxmlformats.org/officeDocument/2006/relationships/customXml" Target="../ink/ink4056.xml"/><Relationship Id="rId223" Type="http://schemas.openxmlformats.org/officeDocument/2006/relationships/image" Target="../media/image3009.png"/><Relationship Id="rId430" Type="http://schemas.openxmlformats.org/officeDocument/2006/relationships/customXml" Target="../ink/ink3985.xml"/><Relationship Id="rId668" Type="http://schemas.openxmlformats.org/officeDocument/2006/relationships/image" Target="../media/image3230.png"/><Relationship Id="rId875" Type="http://schemas.openxmlformats.org/officeDocument/2006/relationships/image" Target="../media/image3332.png"/><Relationship Id="rId18" Type="http://schemas.openxmlformats.org/officeDocument/2006/relationships/customXml" Target="../ink/ink3778.xml"/><Relationship Id="rId528" Type="http://schemas.openxmlformats.org/officeDocument/2006/relationships/customXml" Target="../ink/ink4035.xml"/><Relationship Id="rId735" Type="http://schemas.openxmlformats.org/officeDocument/2006/relationships/image" Target="../media/image3263.png"/><Relationship Id="rId167" Type="http://schemas.openxmlformats.org/officeDocument/2006/relationships/customXml" Target="../ink/ink3853.xml"/><Relationship Id="rId374" Type="http://schemas.openxmlformats.org/officeDocument/2006/relationships/customXml" Target="../ink/ink3957.xml"/><Relationship Id="rId581" Type="http://schemas.openxmlformats.org/officeDocument/2006/relationships/image" Target="../media/image3187.png"/><Relationship Id="rId71" Type="http://schemas.openxmlformats.org/officeDocument/2006/relationships/image" Target="../media/image2934.png"/><Relationship Id="rId234" Type="http://schemas.openxmlformats.org/officeDocument/2006/relationships/customXml" Target="../ink/ink3887.xml"/><Relationship Id="rId679" Type="http://schemas.openxmlformats.org/officeDocument/2006/relationships/customXml" Target="../ink/ink4111.xml"/><Relationship Id="rId802" Type="http://schemas.openxmlformats.org/officeDocument/2006/relationships/image" Target="../media/image3296.png"/><Relationship Id="rId2" Type="http://schemas.openxmlformats.org/officeDocument/2006/relationships/customXml" Target="../ink/ink3770.xml"/><Relationship Id="rId29" Type="http://schemas.openxmlformats.org/officeDocument/2006/relationships/image" Target="../media/image2913.png"/><Relationship Id="rId441" Type="http://schemas.openxmlformats.org/officeDocument/2006/relationships/image" Target="../media/image3118.png"/><Relationship Id="rId539" Type="http://schemas.openxmlformats.org/officeDocument/2006/relationships/image" Target="../media/image3166.png"/><Relationship Id="rId746" Type="http://schemas.openxmlformats.org/officeDocument/2006/relationships/image" Target="../media/image3268.png"/><Relationship Id="rId178" Type="http://schemas.openxmlformats.org/officeDocument/2006/relationships/image" Target="../media/image2987.png"/><Relationship Id="rId301" Type="http://schemas.openxmlformats.org/officeDocument/2006/relationships/image" Target="../media/image3048.png"/><Relationship Id="rId82" Type="http://schemas.openxmlformats.org/officeDocument/2006/relationships/customXml" Target="../ink/ink3810.xml"/><Relationship Id="rId385" Type="http://schemas.openxmlformats.org/officeDocument/2006/relationships/image" Target="../media/image3090.png"/><Relationship Id="rId592" Type="http://schemas.openxmlformats.org/officeDocument/2006/relationships/customXml" Target="../ink/ink4067.xml"/><Relationship Id="rId606" Type="http://schemas.openxmlformats.org/officeDocument/2006/relationships/customXml" Target="../ink/ink4074.xml"/><Relationship Id="rId813" Type="http://schemas.openxmlformats.org/officeDocument/2006/relationships/customXml" Target="../ink/ink4179.xml"/><Relationship Id="rId245" Type="http://schemas.openxmlformats.org/officeDocument/2006/relationships/image" Target="../media/image3020.png"/><Relationship Id="rId452" Type="http://schemas.openxmlformats.org/officeDocument/2006/relationships/customXml" Target="../ink/ink3996.xml"/><Relationship Id="rId105" Type="http://schemas.openxmlformats.org/officeDocument/2006/relationships/image" Target="../media/image2951.png"/><Relationship Id="rId312" Type="http://schemas.openxmlformats.org/officeDocument/2006/relationships/customXml" Target="../ink/ink3926.xml"/><Relationship Id="rId757" Type="http://schemas.openxmlformats.org/officeDocument/2006/relationships/customXml" Target="../ink/ink4151.xml"/><Relationship Id="rId93" Type="http://schemas.openxmlformats.org/officeDocument/2006/relationships/image" Target="../media/image2945.png"/><Relationship Id="rId189" Type="http://schemas.openxmlformats.org/officeDocument/2006/relationships/customXml" Target="../ink/ink3864.xml"/><Relationship Id="rId396" Type="http://schemas.openxmlformats.org/officeDocument/2006/relationships/customXml" Target="../ink/ink3968.xml"/><Relationship Id="rId617" Type="http://schemas.openxmlformats.org/officeDocument/2006/relationships/image" Target="../media/image3205.png"/><Relationship Id="rId824" Type="http://schemas.openxmlformats.org/officeDocument/2006/relationships/image" Target="../media/image3307.png"/><Relationship Id="rId256" Type="http://schemas.openxmlformats.org/officeDocument/2006/relationships/customXml" Target="../ink/ink3898.xml"/><Relationship Id="rId463" Type="http://schemas.openxmlformats.org/officeDocument/2006/relationships/image" Target="../media/image3129.png"/><Relationship Id="rId670" Type="http://schemas.openxmlformats.org/officeDocument/2006/relationships/image" Target="../media/image3231.png"/><Relationship Id="rId116" Type="http://schemas.openxmlformats.org/officeDocument/2006/relationships/customXml" Target="../ink/ink3827.xml"/><Relationship Id="rId323" Type="http://schemas.openxmlformats.org/officeDocument/2006/relationships/image" Target="../media/image3059.png"/><Relationship Id="rId530" Type="http://schemas.openxmlformats.org/officeDocument/2006/relationships/customXml" Target="../ink/ink4036.xml"/><Relationship Id="rId768" Type="http://schemas.openxmlformats.org/officeDocument/2006/relationships/image" Target="../media/image3279.png"/><Relationship Id="rId20" Type="http://schemas.openxmlformats.org/officeDocument/2006/relationships/customXml" Target="../ink/ink3779.xml"/><Relationship Id="rId628" Type="http://schemas.openxmlformats.org/officeDocument/2006/relationships/customXml" Target="../ink/ink4085.xml"/><Relationship Id="rId835" Type="http://schemas.openxmlformats.org/officeDocument/2006/relationships/customXml" Target="../ink/ink4190.xml"/><Relationship Id="rId267" Type="http://schemas.openxmlformats.org/officeDocument/2006/relationships/image" Target="../media/image3031.png"/><Relationship Id="rId474" Type="http://schemas.openxmlformats.org/officeDocument/2006/relationships/customXml" Target="../ink/ink4007.xml"/><Relationship Id="rId127" Type="http://schemas.openxmlformats.org/officeDocument/2006/relationships/image" Target="../media/image2962.png"/><Relationship Id="rId681" Type="http://schemas.openxmlformats.org/officeDocument/2006/relationships/customXml" Target="../ink/ink4112.xml"/><Relationship Id="rId779" Type="http://schemas.openxmlformats.org/officeDocument/2006/relationships/customXml" Target="../ink/ink4162.xml"/><Relationship Id="rId31" Type="http://schemas.openxmlformats.org/officeDocument/2006/relationships/image" Target="../media/image2914.png"/><Relationship Id="rId334" Type="http://schemas.openxmlformats.org/officeDocument/2006/relationships/customXml" Target="../ink/ink3937.xml"/><Relationship Id="rId541" Type="http://schemas.openxmlformats.org/officeDocument/2006/relationships/image" Target="../media/image3167.png"/><Relationship Id="rId639" Type="http://schemas.openxmlformats.org/officeDocument/2006/relationships/image" Target="../media/image3216.png"/><Relationship Id="rId180" Type="http://schemas.openxmlformats.org/officeDocument/2006/relationships/image" Target="../media/image2988.png"/><Relationship Id="rId278" Type="http://schemas.openxmlformats.org/officeDocument/2006/relationships/customXml" Target="../ink/ink3909.xml"/><Relationship Id="rId401" Type="http://schemas.openxmlformats.org/officeDocument/2006/relationships/image" Target="../media/image3098.png"/><Relationship Id="rId846" Type="http://schemas.openxmlformats.org/officeDocument/2006/relationships/image" Target="../media/image3318.png"/><Relationship Id="rId485" Type="http://schemas.openxmlformats.org/officeDocument/2006/relationships/image" Target="../media/image3140.png"/><Relationship Id="rId692" Type="http://schemas.openxmlformats.org/officeDocument/2006/relationships/image" Target="../media/image3242.png"/><Relationship Id="rId706" Type="http://schemas.openxmlformats.org/officeDocument/2006/relationships/image" Target="../media/image3249.png"/><Relationship Id="rId42" Type="http://schemas.openxmlformats.org/officeDocument/2006/relationships/customXml" Target="../ink/ink3790.xml"/><Relationship Id="rId138" Type="http://schemas.openxmlformats.org/officeDocument/2006/relationships/image" Target="../media/image2967.png"/><Relationship Id="rId345" Type="http://schemas.openxmlformats.org/officeDocument/2006/relationships/image" Target="../media/image3070.png"/><Relationship Id="rId552" Type="http://schemas.openxmlformats.org/officeDocument/2006/relationships/customXml" Target="../ink/ink4047.xml"/><Relationship Id="rId191" Type="http://schemas.openxmlformats.org/officeDocument/2006/relationships/customXml" Target="../ink/ink3865.xml"/><Relationship Id="rId205" Type="http://schemas.openxmlformats.org/officeDocument/2006/relationships/customXml" Target="../ink/ink3872.xml"/><Relationship Id="rId412" Type="http://schemas.openxmlformats.org/officeDocument/2006/relationships/customXml" Target="../ink/ink3976.xml"/><Relationship Id="rId857" Type="http://schemas.openxmlformats.org/officeDocument/2006/relationships/customXml" Target="../ink/ink4201.xml"/><Relationship Id="rId289" Type="http://schemas.openxmlformats.org/officeDocument/2006/relationships/image" Target="../media/image3042.png"/><Relationship Id="rId496" Type="http://schemas.openxmlformats.org/officeDocument/2006/relationships/customXml" Target="../ink/ink4018.xml"/><Relationship Id="rId717" Type="http://schemas.openxmlformats.org/officeDocument/2006/relationships/customXml" Target="../ink/ink4130.xml"/><Relationship Id="rId53" Type="http://schemas.openxmlformats.org/officeDocument/2006/relationships/image" Target="../media/image2925.png"/><Relationship Id="rId149" Type="http://schemas.openxmlformats.org/officeDocument/2006/relationships/customXml" Target="../ink/ink3844.xml"/><Relationship Id="rId356" Type="http://schemas.openxmlformats.org/officeDocument/2006/relationships/customXml" Target="../ink/ink3948.xml"/><Relationship Id="rId563" Type="http://schemas.openxmlformats.org/officeDocument/2006/relationships/image" Target="../media/image3178.png"/><Relationship Id="rId770" Type="http://schemas.openxmlformats.org/officeDocument/2006/relationships/image" Target="../media/image3280.png"/><Relationship Id="rId216" Type="http://schemas.openxmlformats.org/officeDocument/2006/relationships/customXml" Target="../ink/ink3878.xml"/><Relationship Id="rId423" Type="http://schemas.openxmlformats.org/officeDocument/2006/relationships/image" Target="../media/image3109.png"/><Relationship Id="rId868" Type="http://schemas.openxmlformats.org/officeDocument/2006/relationships/customXml" Target="../ink/ink4207.xml"/><Relationship Id="rId630" Type="http://schemas.openxmlformats.org/officeDocument/2006/relationships/customXml" Target="../ink/ink4086.xml"/><Relationship Id="rId728" Type="http://schemas.openxmlformats.org/officeDocument/2006/relationships/image" Target="../media/image3260.png"/><Relationship Id="rId64" Type="http://schemas.openxmlformats.org/officeDocument/2006/relationships/customXml" Target="../ink/ink3801.xml"/><Relationship Id="rId367" Type="http://schemas.openxmlformats.org/officeDocument/2006/relationships/image" Target="../media/image3081.png"/><Relationship Id="rId574" Type="http://schemas.openxmlformats.org/officeDocument/2006/relationships/customXml" Target="../ink/ink4058.xml"/><Relationship Id="rId227" Type="http://schemas.openxmlformats.org/officeDocument/2006/relationships/image" Target="../media/image3011.png"/><Relationship Id="rId781" Type="http://schemas.openxmlformats.org/officeDocument/2006/relationships/customXml" Target="../ink/ink4163.xml"/><Relationship Id="rId434" Type="http://schemas.openxmlformats.org/officeDocument/2006/relationships/customXml" Target="../ink/ink3987.xml"/><Relationship Id="rId641" Type="http://schemas.openxmlformats.org/officeDocument/2006/relationships/image" Target="../media/image3217.png"/><Relationship Id="rId739" Type="http://schemas.openxmlformats.org/officeDocument/2006/relationships/customXml" Target="../ink/ink4142.xml"/><Relationship Id="rId280" Type="http://schemas.openxmlformats.org/officeDocument/2006/relationships/customXml" Target="../ink/ink3910.xml"/><Relationship Id="rId501" Type="http://schemas.openxmlformats.org/officeDocument/2006/relationships/image" Target="../media/image3148.png"/><Relationship Id="rId75" Type="http://schemas.openxmlformats.org/officeDocument/2006/relationships/image" Target="../media/image2936.png"/><Relationship Id="rId140" Type="http://schemas.openxmlformats.org/officeDocument/2006/relationships/image" Target="../media/image2968.png"/><Relationship Id="rId378" Type="http://schemas.openxmlformats.org/officeDocument/2006/relationships/customXml" Target="../ink/ink3959.xml"/><Relationship Id="rId585" Type="http://schemas.openxmlformats.org/officeDocument/2006/relationships/image" Target="../media/image3189.png"/><Relationship Id="rId792" Type="http://schemas.openxmlformats.org/officeDocument/2006/relationships/image" Target="../media/image3291.png"/><Relationship Id="rId806" Type="http://schemas.openxmlformats.org/officeDocument/2006/relationships/image" Target="../media/image3298.png"/><Relationship Id="rId6" Type="http://schemas.openxmlformats.org/officeDocument/2006/relationships/customXml" Target="../ink/ink3772.xml"/><Relationship Id="rId238" Type="http://schemas.openxmlformats.org/officeDocument/2006/relationships/customXml" Target="../ink/ink3889.xml"/><Relationship Id="rId445" Type="http://schemas.openxmlformats.org/officeDocument/2006/relationships/image" Target="../media/image3120.png"/><Relationship Id="rId652" Type="http://schemas.openxmlformats.org/officeDocument/2006/relationships/image" Target="../media/image3222.png"/><Relationship Id="rId291" Type="http://schemas.openxmlformats.org/officeDocument/2006/relationships/image" Target="../media/image3043.png"/><Relationship Id="rId305" Type="http://schemas.openxmlformats.org/officeDocument/2006/relationships/image" Target="../media/image3050.png"/><Relationship Id="rId512" Type="http://schemas.openxmlformats.org/officeDocument/2006/relationships/customXml" Target="../ink/ink4026.xml"/><Relationship Id="rId86" Type="http://schemas.openxmlformats.org/officeDocument/2006/relationships/customXml" Target="../ink/ink3812.xml"/><Relationship Id="rId151" Type="http://schemas.openxmlformats.org/officeDocument/2006/relationships/customXml" Target="../ink/ink3845.xml"/><Relationship Id="rId389" Type="http://schemas.openxmlformats.org/officeDocument/2006/relationships/image" Target="../media/image3092.png"/><Relationship Id="rId596" Type="http://schemas.openxmlformats.org/officeDocument/2006/relationships/customXml" Target="../ink/ink4069.xml"/><Relationship Id="rId817" Type="http://schemas.openxmlformats.org/officeDocument/2006/relationships/customXml" Target="../ink/ink4181.xml"/><Relationship Id="rId249" Type="http://schemas.openxmlformats.org/officeDocument/2006/relationships/image" Target="../media/image3022.png"/><Relationship Id="rId456" Type="http://schemas.openxmlformats.org/officeDocument/2006/relationships/customXml" Target="../ink/ink3998.xml"/><Relationship Id="rId663" Type="http://schemas.openxmlformats.org/officeDocument/2006/relationships/customXml" Target="../ink/ink4103.xml"/><Relationship Id="rId870" Type="http://schemas.openxmlformats.org/officeDocument/2006/relationships/customXml" Target="../ink/ink4208.xml"/><Relationship Id="rId13" Type="http://schemas.openxmlformats.org/officeDocument/2006/relationships/image" Target="../media/image2905.png"/><Relationship Id="rId109" Type="http://schemas.openxmlformats.org/officeDocument/2006/relationships/image" Target="../media/image2953.png"/><Relationship Id="rId316" Type="http://schemas.openxmlformats.org/officeDocument/2006/relationships/customXml" Target="../ink/ink3928.xml"/><Relationship Id="rId523" Type="http://schemas.openxmlformats.org/officeDocument/2006/relationships/customXml" Target="../ink/ink4032.xml"/><Relationship Id="rId97" Type="http://schemas.openxmlformats.org/officeDocument/2006/relationships/image" Target="../media/image2947.png"/><Relationship Id="rId730" Type="http://schemas.openxmlformats.org/officeDocument/2006/relationships/image" Target="../media/image3261.png"/><Relationship Id="rId828" Type="http://schemas.openxmlformats.org/officeDocument/2006/relationships/image" Target="../media/image3309.png"/><Relationship Id="rId162" Type="http://schemas.openxmlformats.org/officeDocument/2006/relationships/image" Target="../media/image2979.png"/><Relationship Id="rId467" Type="http://schemas.openxmlformats.org/officeDocument/2006/relationships/image" Target="../media/image3131.png"/><Relationship Id="rId674" Type="http://schemas.openxmlformats.org/officeDocument/2006/relationships/image" Target="../media/image3233.png"/><Relationship Id="rId24" Type="http://schemas.openxmlformats.org/officeDocument/2006/relationships/customXml" Target="../ink/ink3781.xml"/><Relationship Id="rId327" Type="http://schemas.openxmlformats.org/officeDocument/2006/relationships/image" Target="../media/image3061.png"/><Relationship Id="rId534" Type="http://schemas.openxmlformats.org/officeDocument/2006/relationships/customXml" Target="../ink/ink4038.xml"/><Relationship Id="rId741" Type="http://schemas.openxmlformats.org/officeDocument/2006/relationships/customXml" Target="../ink/ink4143.xml"/><Relationship Id="rId839" Type="http://schemas.openxmlformats.org/officeDocument/2006/relationships/customXml" Target="../ink/ink4192.xml"/><Relationship Id="rId173" Type="http://schemas.openxmlformats.org/officeDocument/2006/relationships/customXml" Target="../ink/ink3856.xml"/><Relationship Id="rId380" Type="http://schemas.openxmlformats.org/officeDocument/2006/relationships/customXml" Target="../ink/ink3960.xml"/><Relationship Id="rId601" Type="http://schemas.openxmlformats.org/officeDocument/2006/relationships/image" Target="../media/image3197.png"/><Relationship Id="rId240" Type="http://schemas.openxmlformats.org/officeDocument/2006/relationships/customXml" Target="../ink/ink3890.xml"/><Relationship Id="rId478" Type="http://schemas.openxmlformats.org/officeDocument/2006/relationships/customXml" Target="../ink/ink4009.xml"/><Relationship Id="rId685" Type="http://schemas.openxmlformats.org/officeDocument/2006/relationships/customXml" Target="../ink/ink4114.xml"/><Relationship Id="rId35" Type="http://schemas.openxmlformats.org/officeDocument/2006/relationships/image" Target="../media/image2916.png"/><Relationship Id="rId100" Type="http://schemas.openxmlformats.org/officeDocument/2006/relationships/customXml" Target="../ink/ink3819.xml"/><Relationship Id="rId338" Type="http://schemas.openxmlformats.org/officeDocument/2006/relationships/customXml" Target="../ink/ink3939.xml"/><Relationship Id="rId545" Type="http://schemas.openxmlformats.org/officeDocument/2006/relationships/image" Target="../media/image3169.png"/><Relationship Id="rId752" Type="http://schemas.openxmlformats.org/officeDocument/2006/relationships/image" Target="../media/image3271.png"/><Relationship Id="rId184" Type="http://schemas.openxmlformats.org/officeDocument/2006/relationships/image" Target="../media/image2990.png"/><Relationship Id="rId391" Type="http://schemas.openxmlformats.org/officeDocument/2006/relationships/image" Target="../media/image3093.png"/><Relationship Id="rId405" Type="http://schemas.openxmlformats.org/officeDocument/2006/relationships/image" Target="../media/image3100.png"/><Relationship Id="rId612" Type="http://schemas.openxmlformats.org/officeDocument/2006/relationships/customXml" Target="../ink/ink4077.xml"/><Relationship Id="rId251" Type="http://schemas.openxmlformats.org/officeDocument/2006/relationships/image" Target="../media/image3023.png"/><Relationship Id="rId489" Type="http://schemas.openxmlformats.org/officeDocument/2006/relationships/image" Target="../media/image3142.png"/><Relationship Id="rId696" Type="http://schemas.openxmlformats.org/officeDocument/2006/relationships/image" Target="../media/image3244.png"/><Relationship Id="rId46" Type="http://schemas.openxmlformats.org/officeDocument/2006/relationships/customXml" Target="../ink/ink3792.xml"/><Relationship Id="rId349" Type="http://schemas.openxmlformats.org/officeDocument/2006/relationships/image" Target="../media/image3072.png"/><Relationship Id="rId556" Type="http://schemas.openxmlformats.org/officeDocument/2006/relationships/customXml" Target="../ink/ink4049.xml"/><Relationship Id="rId763" Type="http://schemas.openxmlformats.org/officeDocument/2006/relationships/customXml" Target="../ink/ink4154.xml"/><Relationship Id="rId88" Type="http://schemas.openxmlformats.org/officeDocument/2006/relationships/customXml" Target="../ink/ink3813.xml"/><Relationship Id="rId111" Type="http://schemas.openxmlformats.org/officeDocument/2006/relationships/image" Target="../media/image2954.png"/><Relationship Id="rId153" Type="http://schemas.openxmlformats.org/officeDocument/2006/relationships/customXml" Target="../ink/ink3846.xml"/><Relationship Id="rId195" Type="http://schemas.openxmlformats.org/officeDocument/2006/relationships/customXml" Target="../ink/ink3867.xml"/><Relationship Id="rId209" Type="http://schemas.openxmlformats.org/officeDocument/2006/relationships/customXml" Target="../ink/ink3874.xml"/><Relationship Id="rId360" Type="http://schemas.openxmlformats.org/officeDocument/2006/relationships/customXml" Target="../ink/ink3950.xml"/><Relationship Id="rId416" Type="http://schemas.openxmlformats.org/officeDocument/2006/relationships/customXml" Target="../ink/ink3978.xml"/><Relationship Id="rId598" Type="http://schemas.openxmlformats.org/officeDocument/2006/relationships/customXml" Target="../ink/ink4070.xml"/><Relationship Id="rId819" Type="http://schemas.openxmlformats.org/officeDocument/2006/relationships/customXml" Target="../ink/ink4182.xml"/><Relationship Id="rId220" Type="http://schemas.openxmlformats.org/officeDocument/2006/relationships/customXml" Target="../ink/ink3880.xml"/><Relationship Id="rId458" Type="http://schemas.openxmlformats.org/officeDocument/2006/relationships/customXml" Target="../ink/ink3999.xml"/><Relationship Id="rId623" Type="http://schemas.openxmlformats.org/officeDocument/2006/relationships/image" Target="../media/image3208.png"/><Relationship Id="rId665" Type="http://schemas.openxmlformats.org/officeDocument/2006/relationships/customXml" Target="../ink/ink4104.xml"/><Relationship Id="rId830" Type="http://schemas.openxmlformats.org/officeDocument/2006/relationships/image" Target="../media/image3310.png"/><Relationship Id="rId872" Type="http://schemas.openxmlformats.org/officeDocument/2006/relationships/customXml" Target="../ink/ink4209.xml"/><Relationship Id="rId15" Type="http://schemas.openxmlformats.org/officeDocument/2006/relationships/image" Target="../media/image2906.png"/><Relationship Id="rId57" Type="http://schemas.openxmlformats.org/officeDocument/2006/relationships/image" Target="../media/image2927.png"/><Relationship Id="rId262" Type="http://schemas.openxmlformats.org/officeDocument/2006/relationships/customXml" Target="../ink/ink3901.xml"/><Relationship Id="rId318" Type="http://schemas.openxmlformats.org/officeDocument/2006/relationships/customXml" Target="../ink/ink3929.xml"/><Relationship Id="rId525" Type="http://schemas.openxmlformats.org/officeDocument/2006/relationships/customXml" Target="../ink/ink4033.xml"/><Relationship Id="rId567" Type="http://schemas.openxmlformats.org/officeDocument/2006/relationships/image" Target="../media/image3180.png"/><Relationship Id="rId732" Type="http://schemas.openxmlformats.org/officeDocument/2006/relationships/customXml" Target="../ink/ink4138.xml"/><Relationship Id="rId99" Type="http://schemas.openxmlformats.org/officeDocument/2006/relationships/image" Target="../media/image2948.png"/><Relationship Id="rId122" Type="http://schemas.openxmlformats.org/officeDocument/2006/relationships/customXml" Target="../ink/ink3830.xml"/><Relationship Id="rId164" Type="http://schemas.openxmlformats.org/officeDocument/2006/relationships/image" Target="../media/image2980.png"/><Relationship Id="rId371" Type="http://schemas.openxmlformats.org/officeDocument/2006/relationships/image" Target="../media/image3083.png"/><Relationship Id="rId774" Type="http://schemas.openxmlformats.org/officeDocument/2006/relationships/image" Target="../media/image3282.png"/><Relationship Id="rId427" Type="http://schemas.openxmlformats.org/officeDocument/2006/relationships/image" Target="../media/image3111.png"/><Relationship Id="rId469" Type="http://schemas.openxmlformats.org/officeDocument/2006/relationships/image" Target="../media/image3132.png"/><Relationship Id="rId634" Type="http://schemas.openxmlformats.org/officeDocument/2006/relationships/customXml" Target="../ink/ink4088.xml"/><Relationship Id="rId676" Type="http://schemas.openxmlformats.org/officeDocument/2006/relationships/image" Target="../media/image3234.png"/><Relationship Id="rId841" Type="http://schemas.openxmlformats.org/officeDocument/2006/relationships/customXml" Target="../ink/ink4193.xml"/><Relationship Id="rId26" Type="http://schemas.openxmlformats.org/officeDocument/2006/relationships/customXml" Target="../ink/ink3782.xml"/><Relationship Id="rId231" Type="http://schemas.openxmlformats.org/officeDocument/2006/relationships/image" Target="../media/image3013.png"/><Relationship Id="rId273" Type="http://schemas.openxmlformats.org/officeDocument/2006/relationships/image" Target="../media/image3034.png"/><Relationship Id="rId329" Type="http://schemas.openxmlformats.org/officeDocument/2006/relationships/image" Target="../media/image3062.png"/><Relationship Id="rId480" Type="http://schemas.openxmlformats.org/officeDocument/2006/relationships/customXml" Target="../ink/ink4010.xml"/><Relationship Id="rId536" Type="http://schemas.openxmlformats.org/officeDocument/2006/relationships/customXml" Target="../ink/ink4039.xml"/><Relationship Id="rId701" Type="http://schemas.openxmlformats.org/officeDocument/2006/relationships/customXml" Target="../ink/ink4122.xml"/><Relationship Id="rId68" Type="http://schemas.openxmlformats.org/officeDocument/2006/relationships/customXml" Target="../ink/ink3803.xml"/><Relationship Id="rId133" Type="http://schemas.openxmlformats.org/officeDocument/2006/relationships/image" Target="../media/image2965.png"/><Relationship Id="rId175" Type="http://schemas.openxmlformats.org/officeDocument/2006/relationships/customXml" Target="../ink/ink3857.xml"/><Relationship Id="rId340" Type="http://schemas.openxmlformats.org/officeDocument/2006/relationships/customXml" Target="../ink/ink3940.xml"/><Relationship Id="rId578" Type="http://schemas.openxmlformats.org/officeDocument/2006/relationships/customXml" Target="../ink/ink4060.xml"/><Relationship Id="rId743" Type="http://schemas.openxmlformats.org/officeDocument/2006/relationships/customXml" Target="../ink/ink4144.xml"/><Relationship Id="rId785" Type="http://schemas.openxmlformats.org/officeDocument/2006/relationships/customXml" Target="../ink/ink4165.xml"/><Relationship Id="rId200" Type="http://schemas.openxmlformats.org/officeDocument/2006/relationships/image" Target="../media/image2998.png"/><Relationship Id="rId382" Type="http://schemas.openxmlformats.org/officeDocument/2006/relationships/customXml" Target="../ink/ink3961.xml"/><Relationship Id="rId438" Type="http://schemas.openxmlformats.org/officeDocument/2006/relationships/customXml" Target="../ink/ink3989.xml"/><Relationship Id="rId603" Type="http://schemas.openxmlformats.org/officeDocument/2006/relationships/image" Target="../media/image3198.png"/><Relationship Id="rId645" Type="http://schemas.openxmlformats.org/officeDocument/2006/relationships/image" Target="../media/image3219.png"/><Relationship Id="rId687" Type="http://schemas.openxmlformats.org/officeDocument/2006/relationships/customXml" Target="../ink/ink4115.xml"/><Relationship Id="rId810" Type="http://schemas.openxmlformats.org/officeDocument/2006/relationships/image" Target="../media/image3300.png"/><Relationship Id="rId852" Type="http://schemas.openxmlformats.org/officeDocument/2006/relationships/image" Target="../media/image3321.png"/><Relationship Id="rId242" Type="http://schemas.openxmlformats.org/officeDocument/2006/relationships/customXml" Target="../ink/ink3891.xml"/><Relationship Id="rId284" Type="http://schemas.openxmlformats.org/officeDocument/2006/relationships/customXml" Target="../ink/ink3912.xml"/><Relationship Id="rId491" Type="http://schemas.openxmlformats.org/officeDocument/2006/relationships/image" Target="../media/image3143.png"/><Relationship Id="rId505" Type="http://schemas.openxmlformats.org/officeDocument/2006/relationships/image" Target="../media/image3150.png"/><Relationship Id="rId712" Type="http://schemas.openxmlformats.org/officeDocument/2006/relationships/image" Target="../media/image3252.png"/><Relationship Id="rId37" Type="http://schemas.openxmlformats.org/officeDocument/2006/relationships/image" Target="../media/image2917.png"/><Relationship Id="rId79" Type="http://schemas.openxmlformats.org/officeDocument/2006/relationships/image" Target="../media/image2938.png"/><Relationship Id="rId102" Type="http://schemas.openxmlformats.org/officeDocument/2006/relationships/customXml" Target="../ink/ink3820.xml"/><Relationship Id="rId144" Type="http://schemas.openxmlformats.org/officeDocument/2006/relationships/image" Target="../media/image2970.png"/><Relationship Id="rId547" Type="http://schemas.openxmlformats.org/officeDocument/2006/relationships/image" Target="../media/image3170.png"/><Relationship Id="rId589" Type="http://schemas.openxmlformats.org/officeDocument/2006/relationships/image" Target="../media/image3191.png"/><Relationship Id="rId754" Type="http://schemas.openxmlformats.org/officeDocument/2006/relationships/image" Target="../media/image3272.png"/><Relationship Id="rId796" Type="http://schemas.openxmlformats.org/officeDocument/2006/relationships/image" Target="../media/image3293.png"/><Relationship Id="rId90" Type="http://schemas.openxmlformats.org/officeDocument/2006/relationships/customXml" Target="../ink/ink3814.xml"/><Relationship Id="rId186" Type="http://schemas.openxmlformats.org/officeDocument/2006/relationships/image" Target="../media/image2991.png"/><Relationship Id="rId351" Type="http://schemas.openxmlformats.org/officeDocument/2006/relationships/image" Target="../media/image3073.png"/><Relationship Id="rId393" Type="http://schemas.openxmlformats.org/officeDocument/2006/relationships/image" Target="../media/image3094.png"/><Relationship Id="rId407" Type="http://schemas.openxmlformats.org/officeDocument/2006/relationships/image" Target="../media/image3101.png"/><Relationship Id="rId449" Type="http://schemas.openxmlformats.org/officeDocument/2006/relationships/image" Target="../media/image3122.png"/><Relationship Id="rId614" Type="http://schemas.openxmlformats.org/officeDocument/2006/relationships/customXml" Target="../ink/ink4078.xml"/><Relationship Id="rId656" Type="http://schemas.openxmlformats.org/officeDocument/2006/relationships/image" Target="../media/image3224.png"/><Relationship Id="rId821" Type="http://schemas.openxmlformats.org/officeDocument/2006/relationships/customXml" Target="../ink/ink4183.xml"/><Relationship Id="rId863" Type="http://schemas.openxmlformats.org/officeDocument/2006/relationships/customXml" Target="../ink/ink4204.xml"/><Relationship Id="rId211" Type="http://schemas.openxmlformats.org/officeDocument/2006/relationships/image" Target="../media/image3003.png"/><Relationship Id="rId253" Type="http://schemas.openxmlformats.org/officeDocument/2006/relationships/image" Target="../media/image3024.png"/><Relationship Id="rId295" Type="http://schemas.openxmlformats.org/officeDocument/2006/relationships/image" Target="../media/image3045.png"/><Relationship Id="rId309" Type="http://schemas.openxmlformats.org/officeDocument/2006/relationships/image" Target="../media/image3052.png"/><Relationship Id="rId460" Type="http://schemas.openxmlformats.org/officeDocument/2006/relationships/customXml" Target="../ink/ink4000.xml"/><Relationship Id="rId516" Type="http://schemas.openxmlformats.org/officeDocument/2006/relationships/customXml" Target="../ink/ink4028.xml"/><Relationship Id="rId698" Type="http://schemas.openxmlformats.org/officeDocument/2006/relationships/image" Target="../media/image3245.png"/><Relationship Id="rId48" Type="http://schemas.openxmlformats.org/officeDocument/2006/relationships/customXml" Target="../ink/ink3793.xml"/><Relationship Id="rId113" Type="http://schemas.openxmlformats.org/officeDocument/2006/relationships/image" Target="../media/image2955.png"/><Relationship Id="rId320" Type="http://schemas.openxmlformats.org/officeDocument/2006/relationships/customXml" Target="../ink/ink3930.xml"/><Relationship Id="rId558" Type="http://schemas.openxmlformats.org/officeDocument/2006/relationships/customXml" Target="../ink/ink4050.xml"/><Relationship Id="rId723" Type="http://schemas.openxmlformats.org/officeDocument/2006/relationships/customXml" Target="../ink/ink4133.xml"/><Relationship Id="rId765" Type="http://schemas.openxmlformats.org/officeDocument/2006/relationships/customXml" Target="../ink/ink4155.xml"/><Relationship Id="rId155" Type="http://schemas.openxmlformats.org/officeDocument/2006/relationships/customXml" Target="../ink/ink3847.xml"/><Relationship Id="rId197" Type="http://schemas.openxmlformats.org/officeDocument/2006/relationships/customXml" Target="../ink/ink3868.xml"/><Relationship Id="rId362" Type="http://schemas.openxmlformats.org/officeDocument/2006/relationships/customXml" Target="../ink/ink3951.xml"/><Relationship Id="rId418" Type="http://schemas.openxmlformats.org/officeDocument/2006/relationships/customXml" Target="../ink/ink3979.xml"/><Relationship Id="rId625" Type="http://schemas.openxmlformats.org/officeDocument/2006/relationships/image" Target="../media/image3209.png"/><Relationship Id="rId832" Type="http://schemas.openxmlformats.org/officeDocument/2006/relationships/image" Target="../media/image3311.png"/><Relationship Id="rId222" Type="http://schemas.openxmlformats.org/officeDocument/2006/relationships/customXml" Target="../ink/ink3881.xml"/><Relationship Id="rId264" Type="http://schemas.openxmlformats.org/officeDocument/2006/relationships/customXml" Target="../ink/ink3902.xml"/><Relationship Id="rId471" Type="http://schemas.openxmlformats.org/officeDocument/2006/relationships/image" Target="../media/image3133.png"/><Relationship Id="rId667" Type="http://schemas.openxmlformats.org/officeDocument/2006/relationships/customXml" Target="../ink/ink4105.xml"/><Relationship Id="rId874" Type="http://schemas.openxmlformats.org/officeDocument/2006/relationships/customXml" Target="../ink/ink4210.xml"/><Relationship Id="rId17" Type="http://schemas.openxmlformats.org/officeDocument/2006/relationships/image" Target="../media/image2907.png"/><Relationship Id="rId59" Type="http://schemas.openxmlformats.org/officeDocument/2006/relationships/image" Target="../media/image2928.png"/><Relationship Id="rId124" Type="http://schemas.openxmlformats.org/officeDocument/2006/relationships/customXml" Target="../ink/ink3831.xml"/><Relationship Id="rId527" Type="http://schemas.openxmlformats.org/officeDocument/2006/relationships/customXml" Target="../ink/ink4034.xml"/><Relationship Id="rId569" Type="http://schemas.openxmlformats.org/officeDocument/2006/relationships/image" Target="../media/image3181.png"/><Relationship Id="rId734" Type="http://schemas.openxmlformats.org/officeDocument/2006/relationships/customXml" Target="../ink/ink4139.xml"/><Relationship Id="rId776" Type="http://schemas.openxmlformats.org/officeDocument/2006/relationships/image" Target="../media/image3283.png"/><Relationship Id="rId70" Type="http://schemas.openxmlformats.org/officeDocument/2006/relationships/customXml" Target="../ink/ink3804.xml"/><Relationship Id="rId166" Type="http://schemas.openxmlformats.org/officeDocument/2006/relationships/image" Target="../media/image2981.png"/><Relationship Id="rId331" Type="http://schemas.openxmlformats.org/officeDocument/2006/relationships/image" Target="../media/image3063.png"/><Relationship Id="rId373" Type="http://schemas.openxmlformats.org/officeDocument/2006/relationships/image" Target="../media/image3084.png"/><Relationship Id="rId429" Type="http://schemas.openxmlformats.org/officeDocument/2006/relationships/image" Target="../media/image3112.png"/><Relationship Id="rId580" Type="http://schemas.openxmlformats.org/officeDocument/2006/relationships/customXml" Target="../ink/ink4061.xml"/><Relationship Id="rId636" Type="http://schemas.openxmlformats.org/officeDocument/2006/relationships/customXml" Target="../ink/ink4089.xml"/><Relationship Id="rId801" Type="http://schemas.openxmlformats.org/officeDocument/2006/relationships/customXml" Target="../ink/ink417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014.png"/><Relationship Id="rId440" Type="http://schemas.openxmlformats.org/officeDocument/2006/relationships/customXml" Target="../ink/ink3990.xml"/><Relationship Id="rId678" Type="http://schemas.openxmlformats.org/officeDocument/2006/relationships/image" Target="../media/image3235.png"/><Relationship Id="rId843" Type="http://schemas.openxmlformats.org/officeDocument/2006/relationships/customXml" Target="../ink/ink4194.xml"/><Relationship Id="rId28" Type="http://schemas.openxmlformats.org/officeDocument/2006/relationships/customXml" Target="../ink/ink3783.xml"/><Relationship Id="rId275" Type="http://schemas.openxmlformats.org/officeDocument/2006/relationships/image" Target="../media/image3035.png"/><Relationship Id="rId300" Type="http://schemas.openxmlformats.org/officeDocument/2006/relationships/customXml" Target="../ink/ink3920.xml"/><Relationship Id="rId482" Type="http://schemas.openxmlformats.org/officeDocument/2006/relationships/customXml" Target="../ink/ink4011.xml"/><Relationship Id="rId538" Type="http://schemas.openxmlformats.org/officeDocument/2006/relationships/customXml" Target="../ink/ink4040.xml"/><Relationship Id="rId703" Type="http://schemas.openxmlformats.org/officeDocument/2006/relationships/customXml" Target="../ink/ink4123.xml"/><Relationship Id="rId745" Type="http://schemas.openxmlformats.org/officeDocument/2006/relationships/customXml" Target="../ink/ink4145.xml"/><Relationship Id="rId81" Type="http://schemas.openxmlformats.org/officeDocument/2006/relationships/image" Target="../media/image2939.png"/><Relationship Id="rId135" Type="http://schemas.openxmlformats.org/officeDocument/2006/relationships/customXml" Target="../ink/ink3837.xml"/><Relationship Id="rId177" Type="http://schemas.openxmlformats.org/officeDocument/2006/relationships/customXml" Target="../ink/ink3858.xml"/><Relationship Id="rId342" Type="http://schemas.openxmlformats.org/officeDocument/2006/relationships/customXml" Target="../ink/ink3941.xml"/><Relationship Id="rId384" Type="http://schemas.openxmlformats.org/officeDocument/2006/relationships/customXml" Target="../ink/ink3962.xml"/><Relationship Id="rId591" Type="http://schemas.openxmlformats.org/officeDocument/2006/relationships/image" Target="../media/image3192.png"/><Relationship Id="rId605" Type="http://schemas.openxmlformats.org/officeDocument/2006/relationships/image" Target="../media/image3199.png"/><Relationship Id="rId787" Type="http://schemas.openxmlformats.org/officeDocument/2006/relationships/customXml" Target="../ink/ink4166.xml"/><Relationship Id="rId812" Type="http://schemas.openxmlformats.org/officeDocument/2006/relationships/image" Target="../media/image3301.png"/><Relationship Id="rId202" Type="http://schemas.openxmlformats.org/officeDocument/2006/relationships/image" Target="../media/image2999.png"/><Relationship Id="rId244" Type="http://schemas.openxmlformats.org/officeDocument/2006/relationships/customXml" Target="../ink/ink3892.xml"/><Relationship Id="rId647" Type="http://schemas.openxmlformats.org/officeDocument/2006/relationships/image" Target="../media/image3220.png"/><Relationship Id="rId689" Type="http://schemas.openxmlformats.org/officeDocument/2006/relationships/customXml" Target="../ink/ink4116.xml"/><Relationship Id="rId854" Type="http://schemas.openxmlformats.org/officeDocument/2006/relationships/image" Target="../media/image3322.png"/><Relationship Id="rId39" Type="http://schemas.openxmlformats.org/officeDocument/2006/relationships/image" Target="../media/image2918.png"/><Relationship Id="rId286" Type="http://schemas.openxmlformats.org/officeDocument/2006/relationships/customXml" Target="../ink/ink3913.xml"/><Relationship Id="rId451" Type="http://schemas.openxmlformats.org/officeDocument/2006/relationships/image" Target="../media/image3123.png"/><Relationship Id="rId493" Type="http://schemas.openxmlformats.org/officeDocument/2006/relationships/image" Target="../media/image3144.png"/><Relationship Id="rId507" Type="http://schemas.openxmlformats.org/officeDocument/2006/relationships/image" Target="../media/image3151.png"/><Relationship Id="rId549" Type="http://schemas.openxmlformats.org/officeDocument/2006/relationships/image" Target="../media/image3171.png"/><Relationship Id="rId714" Type="http://schemas.openxmlformats.org/officeDocument/2006/relationships/image" Target="../media/image3253.png"/><Relationship Id="rId756" Type="http://schemas.openxmlformats.org/officeDocument/2006/relationships/image" Target="../media/image3273.png"/><Relationship Id="rId50" Type="http://schemas.openxmlformats.org/officeDocument/2006/relationships/customXml" Target="../ink/ink3794.xml"/><Relationship Id="rId104" Type="http://schemas.openxmlformats.org/officeDocument/2006/relationships/customXml" Target="../ink/ink3821.xml"/><Relationship Id="rId146" Type="http://schemas.openxmlformats.org/officeDocument/2006/relationships/image" Target="../media/image2971.png"/><Relationship Id="rId188" Type="http://schemas.openxmlformats.org/officeDocument/2006/relationships/image" Target="../media/image2992.png"/><Relationship Id="rId311" Type="http://schemas.openxmlformats.org/officeDocument/2006/relationships/image" Target="../media/image3053.png"/><Relationship Id="rId353" Type="http://schemas.openxmlformats.org/officeDocument/2006/relationships/image" Target="../media/image3074.png"/><Relationship Id="rId395" Type="http://schemas.openxmlformats.org/officeDocument/2006/relationships/image" Target="../media/image3095.png"/><Relationship Id="rId409" Type="http://schemas.openxmlformats.org/officeDocument/2006/relationships/image" Target="../media/image3102.png"/><Relationship Id="rId560" Type="http://schemas.openxmlformats.org/officeDocument/2006/relationships/customXml" Target="../ink/ink4051.xml"/><Relationship Id="rId798" Type="http://schemas.openxmlformats.org/officeDocument/2006/relationships/image" Target="../media/image3294.png"/><Relationship Id="rId92" Type="http://schemas.openxmlformats.org/officeDocument/2006/relationships/customXml" Target="../ink/ink3815.xml"/><Relationship Id="rId213" Type="http://schemas.openxmlformats.org/officeDocument/2006/relationships/image" Target="../media/image3004.png"/><Relationship Id="rId420" Type="http://schemas.openxmlformats.org/officeDocument/2006/relationships/customXml" Target="../ink/ink3980.xml"/><Relationship Id="rId616" Type="http://schemas.openxmlformats.org/officeDocument/2006/relationships/customXml" Target="../ink/ink4079.xml"/><Relationship Id="rId658" Type="http://schemas.openxmlformats.org/officeDocument/2006/relationships/image" Target="../media/image3225.png"/><Relationship Id="rId823" Type="http://schemas.openxmlformats.org/officeDocument/2006/relationships/customXml" Target="../ink/ink4184.xml"/><Relationship Id="rId865" Type="http://schemas.openxmlformats.org/officeDocument/2006/relationships/customXml" Target="../ink/ink4205.xml"/><Relationship Id="rId255" Type="http://schemas.openxmlformats.org/officeDocument/2006/relationships/image" Target="../media/image3025.png"/><Relationship Id="rId297" Type="http://schemas.openxmlformats.org/officeDocument/2006/relationships/image" Target="../media/image3046.png"/><Relationship Id="rId462" Type="http://schemas.openxmlformats.org/officeDocument/2006/relationships/customXml" Target="../ink/ink4001.xml"/><Relationship Id="rId518" Type="http://schemas.openxmlformats.org/officeDocument/2006/relationships/customXml" Target="../ink/ink4029.xml"/><Relationship Id="rId725" Type="http://schemas.openxmlformats.org/officeDocument/2006/relationships/customXml" Target="../ink/ink4134.xml"/><Relationship Id="rId115" Type="http://schemas.openxmlformats.org/officeDocument/2006/relationships/image" Target="../media/image2956.png"/><Relationship Id="rId157" Type="http://schemas.openxmlformats.org/officeDocument/2006/relationships/customXml" Target="../ink/ink3848.xml"/><Relationship Id="rId322" Type="http://schemas.openxmlformats.org/officeDocument/2006/relationships/customXml" Target="../ink/ink3931.xml"/><Relationship Id="rId364" Type="http://schemas.openxmlformats.org/officeDocument/2006/relationships/customXml" Target="../ink/ink3952.xml"/><Relationship Id="rId767" Type="http://schemas.openxmlformats.org/officeDocument/2006/relationships/customXml" Target="../ink/ink4156.xml"/><Relationship Id="rId61" Type="http://schemas.openxmlformats.org/officeDocument/2006/relationships/image" Target="../media/image2929.png"/><Relationship Id="rId199" Type="http://schemas.openxmlformats.org/officeDocument/2006/relationships/customXml" Target="../ink/ink3869.xml"/><Relationship Id="rId571" Type="http://schemas.openxmlformats.org/officeDocument/2006/relationships/image" Target="../media/image3182.png"/><Relationship Id="rId627" Type="http://schemas.openxmlformats.org/officeDocument/2006/relationships/image" Target="../media/image3210.png"/><Relationship Id="rId669" Type="http://schemas.openxmlformats.org/officeDocument/2006/relationships/customXml" Target="../ink/ink4106.xml"/><Relationship Id="rId834" Type="http://schemas.openxmlformats.org/officeDocument/2006/relationships/image" Target="../media/image3312.png"/><Relationship Id="rId19" Type="http://schemas.openxmlformats.org/officeDocument/2006/relationships/image" Target="../media/image2908.png"/><Relationship Id="rId224" Type="http://schemas.openxmlformats.org/officeDocument/2006/relationships/customXml" Target="../ink/ink3882.xml"/><Relationship Id="rId266" Type="http://schemas.openxmlformats.org/officeDocument/2006/relationships/customXml" Target="../ink/ink3903.xml"/><Relationship Id="rId431" Type="http://schemas.openxmlformats.org/officeDocument/2006/relationships/image" Target="../media/image3113.png"/><Relationship Id="rId473" Type="http://schemas.openxmlformats.org/officeDocument/2006/relationships/image" Target="../media/image3134.png"/><Relationship Id="rId529" Type="http://schemas.openxmlformats.org/officeDocument/2006/relationships/image" Target="../media/image3161.png"/><Relationship Id="rId680" Type="http://schemas.openxmlformats.org/officeDocument/2006/relationships/image" Target="../media/image3236.png"/><Relationship Id="rId736" Type="http://schemas.openxmlformats.org/officeDocument/2006/relationships/customXml" Target="../ink/ink4140.xml"/><Relationship Id="rId30" Type="http://schemas.openxmlformats.org/officeDocument/2006/relationships/customXml" Target="../ink/ink3784.xml"/><Relationship Id="rId126" Type="http://schemas.openxmlformats.org/officeDocument/2006/relationships/customXml" Target="../ink/ink3832.xml"/><Relationship Id="rId168" Type="http://schemas.openxmlformats.org/officeDocument/2006/relationships/image" Target="../media/image2982.png"/><Relationship Id="rId333" Type="http://schemas.openxmlformats.org/officeDocument/2006/relationships/image" Target="../media/image3064.png"/><Relationship Id="rId540" Type="http://schemas.openxmlformats.org/officeDocument/2006/relationships/customXml" Target="../ink/ink4041.xml"/><Relationship Id="rId778" Type="http://schemas.openxmlformats.org/officeDocument/2006/relationships/image" Target="../media/image3284.png"/><Relationship Id="rId72" Type="http://schemas.openxmlformats.org/officeDocument/2006/relationships/customXml" Target="../ink/ink3805.xml"/><Relationship Id="rId375" Type="http://schemas.openxmlformats.org/officeDocument/2006/relationships/image" Target="../media/image3085.png"/><Relationship Id="rId582" Type="http://schemas.openxmlformats.org/officeDocument/2006/relationships/customXml" Target="../ink/ink4062.xml"/><Relationship Id="rId638" Type="http://schemas.openxmlformats.org/officeDocument/2006/relationships/customXml" Target="../ink/ink4090.xml"/><Relationship Id="rId803" Type="http://schemas.openxmlformats.org/officeDocument/2006/relationships/customXml" Target="../ink/ink4174.xml"/><Relationship Id="rId845" Type="http://schemas.openxmlformats.org/officeDocument/2006/relationships/customXml" Target="../ink/ink4195.xml"/><Relationship Id="rId3" Type="http://schemas.openxmlformats.org/officeDocument/2006/relationships/image" Target="../media/image2900.png"/><Relationship Id="rId235" Type="http://schemas.openxmlformats.org/officeDocument/2006/relationships/image" Target="../media/image3015.png"/><Relationship Id="rId277" Type="http://schemas.openxmlformats.org/officeDocument/2006/relationships/image" Target="../media/image3036.png"/><Relationship Id="rId400" Type="http://schemas.openxmlformats.org/officeDocument/2006/relationships/customXml" Target="../ink/ink3970.xml"/><Relationship Id="rId442" Type="http://schemas.openxmlformats.org/officeDocument/2006/relationships/customXml" Target="../ink/ink3991.xml"/><Relationship Id="rId484" Type="http://schemas.openxmlformats.org/officeDocument/2006/relationships/customXml" Target="../ink/ink4012.xml"/><Relationship Id="rId705" Type="http://schemas.openxmlformats.org/officeDocument/2006/relationships/customXml" Target="../ink/ink4124.xml"/><Relationship Id="rId137" Type="http://schemas.openxmlformats.org/officeDocument/2006/relationships/customXml" Target="../ink/ink3838.xml"/><Relationship Id="rId302" Type="http://schemas.openxmlformats.org/officeDocument/2006/relationships/customXml" Target="../ink/ink3921.xml"/><Relationship Id="rId344" Type="http://schemas.openxmlformats.org/officeDocument/2006/relationships/customXml" Target="../ink/ink3942.xml"/><Relationship Id="rId691" Type="http://schemas.openxmlformats.org/officeDocument/2006/relationships/customXml" Target="../ink/ink4117.xml"/><Relationship Id="rId747" Type="http://schemas.openxmlformats.org/officeDocument/2006/relationships/customXml" Target="../ink/ink4146.xml"/><Relationship Id="rId789" Type="http://schemas.openxmlformats.org/officeDocument/2006/relationships/customXml" Target="../ink/ink4167.xml"/><Relationship Id="rId41" Type="http://schemas.openxmlformats.org/officeDocument/2006/relationships/image" Target="../media/image2919.png"/><Relationship Id="rId83" Type="http://schemas.openxmlformats.org/officeDocument/2006/relationships/image" Target="../media/image2940.png"/><Relationship Id="rId179" Type="http://schemas.openxmlformats.org/officeDocument/2006/relationships/customXml" Target="../ink/ink3859.xml"/><Relationship Id="rId386" Type="http://schemas.openxmlformats.org/officeDocument/2006/relationships/customXml" Target="../ink/ink3963.xml"/><Relationship Id="rId551" Type="http://schemas.openxmlformats.org/officeDocument/2006/relationships/image" Target="../media/image3172.png"/><Relationship Id="rId593" Type="http://schemas.openxmlformats.org/officeDocument/2006/relationships/image" Target="../media/image3193.png"/><Relationship Id="rId607" Type="http://schemas.openxmlformats.org/officeDocument/2006/relationships/image" Target="../media/image3200.png"/><Relationship Id="rId649" Type="http://schemas.openxmlformats.org/officeDocument/2006/relationships/image" Target="../media/image3221.png"/><Relationship Id="rId814" Type="http://schemas.openxmlformats.org/officeDocument/2006/relationships/image" Target="../media/image3302.png"/><Relationship Id="rId856" Type="http://schemas.openxmlformats.org/officeDocument/2006/relationships/image" Target="../media/image3323.png"/><Relationship Id="rId190" Type="http://schemas.openxmlformats.org/officeDocument/2006/relationships/image" Target="../media/image2993.png"/><Relationship Id="rId204" Type="http://schemas.openxmlformats.org/officeDocument/2006/relationships/image" Target="../media/image3000.png"/><Relationship Id="rId246" Type="http://schemas.openxmlformats.org/officeDocument/2006/relationships/customXml" Target="../ink/ink3893.xml"/><Relationship Id="rId288" Type="http://schemas.openxmlformats.org/officeDocument/2006/relationships/customXml" Target="../ink/ink3914.xml"/><Relationship Id="rId411" Type="http://schemas.openxmlformats.org/officeDocument/2006/relationships/image" Target="../media/image3103.png"/><Relationship Id="rId453" Type="http://schemas.openxmlformats.org/officeDocument/2006/relationships/image" Target="../media/image3124.png"/><Relationship Id="rId509" Type="http://schemas.openxmlformats.org/officeDocument/2006/relationships/image" Target="../media/image3152.png"/><Relationship Id="rId660" Type="http://schemas.openxmlformats.org/officeDocument/2006/relationships/image" Target="../media/image3226.png"/><Relationship Id="rId106" Type="http://schemas.openxmlformats.org/officeDocument/2006/relationships/customXml" Target="../ink/ink3822.xml"/><Relationship Id="rId313" Type="http://schemas.openxmlformats.org/officeDocument/2006/relationships/image" Target="../media/image3054.png"/><Relationship Id="rId495" Type="http://schemas.openxmlformats.org/officeDocument/2006/relationships/image" Target="../media/image3145.png"/><Relationship Id="rId716" Type="http://schemas.openxmlformats.org/officeDocument/2006/relationships/image" Target="../media/image3254.png"/><Relationship Id="rId758" Type="http://schemas.openxmlformats.org/officeDocument/2006/relationships/image" Target="../media/image3274.png"/><Relationship Id="rId10" Type="http://schemas.openxmlformats.org/officeDocument/2006/relationships/customXml" Target="../ink/ink3774.xml"/><Relationship Id="rId52" Type="http://schemas.openxmlformats.org/officeDocument/2006/relationships/customXml" Target="../ink/ink3795.xml"/><Relationship Id="rId94" Type="http://schemas.openxmlformats.org/officeDocument/2006/relationships/customXml" Target="../ink/ink3816.xml"/><Relationship Id="rId148" Type="http://schemas.openxmlformats.org/officeDocument/2006/relationships/image" Target="../media/image2972.png"/><Relationship Id="rId355" Type="http://schemas.openxmlformats.org/officeDocument/2006/relationships/image" Target="../media/image3075.png"/><Relationship Id="rId397" Type="http://schemas.openxmlformats.org/officeDocument/2006/relationships/image" Target="../media/image3096.png"/><Relationship Id="rId520" Type="http://schemas.openxmlformats.org/officeDocument/2006/relationships/customXml" Target="../ink/ink4030.xml"/><Relationship Id="rId562" Type="http://schemas.openxmlformats.org/officeDocument/2006/relationships/customXml" Target="../ink/ink4052.xml"/><Relationship Id="rId618" Type="http://schemas.openxmlformats.org/officeDocument/2006/relationships/customXml" Target="../ink/ink4080.xml"/><Relationship Id="rId825" Type="http://schemas.openxmlformats.org/officeDocument/2006/relationships/customXml" Target="../ink/ink4185.xml"/><Relationship Id="rId215" Type="http://schemas.openxmlformats.org/officeDocument/2006/relationships/image" Target="../media/image3005.png"/><Relationship Id="rId257" Type="http://schemas.openxmlformats.org/officeDocument/2006/relationships/image" Target="../media/image3026.png"/><Relationship Id="rId422" Type="http://schemas.openxmlformats.org/officeDocument/2006/relationships/customXml" Target="../ink/ink3981.xml"/><Relationship Id="rId464" Type="http://schemas.openxmlformats.org/officeDocument/2006/relationships/customXml" Target="../ink/ink4002.xml"/><Relationship Id="rId867" Type="http://schemas.openxmlformats.org/officeDocument/2006/relationships/customXml" Target="../ink/ink4206.xml"/><Relationship Id="rId299" Type="http://schemas.openxmlformats.org/officeDocument/2006/relationships/image" Target="../media/image3047.png"/><Relationship Id="rId727" Type="http://schemas.openxmlformats.org/officeDocument/2006/relationships/customXml" Target="../ink/ink4135.xml"/><Relationship Id="rId63" Type="http://schemas.openxmlformats.org/officeDocument/2006/relationships/image" Target="../media/image2930.png"/><Relationship Id="rId159" Type="http://schemas.openxmlformats.org/officeDocument/2006/relationships/customXml" Target="../ink/ink3849.xml"/><Relationship Id="rId366" Type="http://schemas.openxmlformats.org/officeDocument/2006/relationships/customXml" Target="../ink/ink3953.xml"/><Relationship Id="rId573" Type="http://schemas.openxmlformats.org/officeDocument/2006/relationships/image" Target="../media/image3183.png"/><Relationship Id="rId780" Type="http://schemas.openxmlformats.org/officeDocument/2006/relationships/image" Target="../media/image3285.png"/><Relationship Id="rId226" Type="http://schemas.openxmlformats.org/officeDocument/2006/relationships/customXml" Target="../ink/ink3883.xml"/><Relationship Id="rId433" Type="http://schemas.openxmlformats.org/officeDocument/2006/relationships/image" Target="../media/image3114.png"/><Relationship Id="rId640" Type="http://schemas.openxmlformats.org/officeDocument/2006/relationships/customXml" Target="../ink/ink4091.xml"/><Relationship Id="rId738" Type="http://schemas.openxmlformats.org/officeDocument/2006/relationships/image" Target="../media/image3264.png"/><Relationship Id="rId74" Type="http://schemas.openxmlformats.org/officeDocument/2006/relationships/customXml" Target="../ink/ink3806.xml"/><Relationship Id="rId377" Type="http://schemas.openxmlformats.org/officeDocument/2006/relationships/image" Target="../media/image3086.png"/><Relationship Id="rId500" Type="http://schemas.openxmlformats.org/officeDocument/2006/relationships/customXml" Target="../ink/ink4020.xml"/><Relationship Id="rId584" Type="http://schemas.openxmlformats.org/officeDocument/2006/relationships/customXml" Target="../ink/ink4063.xml"/><Relationship Id="rId805" Type="http://schemas.openxmlformats.org/officeDocument/2006/relationships/customXml" Target="../ink/ink4175.xml"/><Relationship Id="rId5" Type="http://schemas.openxmlformats.org/officeDocument/2006/relationships/image" Target="../media/image2901.png"/><Relationship Id="rId237" Type="http://schemas.openxmlformats.org/officeDocument/2006/relationships/image" Target="../media/image3016.png"/><Relationship Id="rId791" Type="http://schemas.openxmlformats.org/officeDocument/2006/relationships/customXml" Target="../ink/ink4168.xml"/><Relationship Id="rId444" Type="http://schemas.openxmlformats.org/officeDocument/2006/relationships/customXml" Target="../ink/ink3992.xml"/><Relationship Id="rId651" Type="http://schemas.openxmlformats.org/officeDocument/2006/relationships/customXml" Target="../ink/ink4097.xml"/><Relationship Id="rId749" Type="http://schemas.openxmlformats.org/officeDocument/2006/relationships/customXml" Target="../ink/ink4147.xml"/><Relationship Id="rId290" Type="http://schemas.openxmlformats.org/officeDocument/2006/relationships/customXml" Target="../ink/ink3915.xml"/><Relationship Id="rId304" Type="http://schemas.openxmlformats.org/officeDocument/2006/relationships/customXml" Target="../ink/ink3922.xml"/><Relationship Id="rId388" Type="http://schemas.openxmlformats.org/officeDocument/2006/relationships/customXml" Target="../ink/ink3964.xml"/><Relationship Id="rId511" Type="http://schemas.openxmlformats.org/officeDocument/2006/relationships/image" Target="../media/image3153.png"/><Relationship Id="rId609" Type="http://schemas.openxmlformats.org/officeDocument/2006/relationships/image" Target="../media/image3201.png"/><Relationship Id="rId85" Type="http://schemas.openxmlformats.org/officeDocument/2006/relationships/image" Target="../media/image2941.png"/><Relationship Id="rId150" Type="http://schemas.openxmlformats.org/officeDocument/2006/relationships/image" Target="../media/image2973.png"/><Relationship Id="rId595" Type="http://schemas.openxmlformats.org/officeDocument/2006/relationships/image" Target="../media/image3194.png"/><Relationship Id="rId816" Type="http://schemas.openxmlformats.org/officeDocument/2006/relationships/image" Target="../media/image3303.png"/><Relationship Id="rId248" Type="http://schemas.openxmlformats.org/officeDocument/2006/relationships/customXml" Target="../ink/ink3894.xml"/><Relationship Id="rId455" Type="http://schemas.openxmlformats.org/officeDocument/2006/relationships/image" Target="../media/image3125.png"/><Relationship Id="rId662" Type="http://schemas.openxmlformats.org/officeDocument/2006/relationships/image" Target="../media/image3227.png"/><Relationship Id="rId12" Type="http://schemas.openxmlformats.org/officeDocument/2006/relationships/customXml" Target="../ink/ink3775.xml"/><Relationship Id="rId108" Type="http://schemas.openxmlformats.org/officeDocument/2006/relationships/customXml" Target="../ink/ink3823.xml"/><Relationship Id="rId315" Type="http://schemas.openxmlformats.org/officeDocument/2006/relationships/image" Target="../media/image3055.png"/><Relationship Id="rId522" Type="http://schemas.openxmlformats.org/officeDocument/2006/relationships/customXml" Target="../ink/ink4031.xml"/><Relationship Id="rId96" Type="http://schemas.openxmlformats.org/officeDocument/2006/relationships/customXml" Target="../ink/ink3817.xml"/><Relationship Id="rId161" Type="http://schemas.openxmlformats.org/officeDocument/2006/relationships/customXml" Target="../ink/ink3850.xml"/><Relationship Id="rId399" Type="http://schemas.openxmlformats.org/officeDocument/2006/relationships/image" Target="../media/image3097.png"/><Relationship Id="rId827" Type="http://schemas.openxmlformats.org/officeDocument/2006/relationships/customXml" Target="../ink/ink4186.xml"/><Relationship Id="rId259" Type="http://schemas.openxmlformats.org/officeDocument/2006/relationships/image" Target="../media/image3027.png"/><Relationship Id="rId466" Type="http://schemas.openxmlformats.org/officeDocument/2006/relationships/customXml" Target="../ink/ink4003.xml"/><Relationship Id="rId673" Type="http://schemas.openxmlformats.org/officeDocument/2006/relationships/customXml" Target="../ink/ink4108.xml"/><Relationship Id="rId23" Type="http://schemas.openxmlformats.org/officeDocument/2006/relationships/image" Target="../media/image2910.png"/><Relationship Id="rId119" Type="http://schemas.openxmlformats.org/officeDocument/2006/relationships/image" Target="../media/image2958.png"/><Relationship Id="rId326" Type="http://schemas.openxmlformats.org/officeDocument/2006/relationships/customXml" Target="../ink/ink3933.xml"/><Relationship Id="rId533" Type="http://schemas.openxmlformats.org/officeDocument/2006/relationships/image" Target="../media/image3163.png"/><Relationship Id="rId740" Type="http://schemas.openxmlformats.org/officeDocument/2006/relationships/image" Target="../media/image3265.png"/><Relationship Id="rId838" Type="http://schemas.openxmlformats.org/officeDocument/2006/relationships/image" Target="../media/image3314.png"/><Relationship Id="rId172" Type="http://schemas.openxmlformats.org/officeDocument/2006/relationships/image" Target="../media/image2984.png"/><Relationship Id="rId477" Type="http://schemas.openxmlformats.org/officeDocument/2006/relationships/image" Target="../media/image3136.png"/><Relationship Id="rId600" Type="http://schemas.openxmlformats.org/officeDocument/2006/relationships/customXml" Target="../ink/ink4071.xml"/><Relationship Id="rId684" Type="http://schemas.openxmlformats.org/officeDocument/2006/relationships/image" Target="../media/image3238.png"/><Relationship Id="rId337" Type="http://schemas.openxmlformats.org/officeDocument/2006/relationships/image" Target="../media/image3066.png"/><Relationship Id="rId34" Type="http://schemas.openxmlformats.org/officeDocument/2006/relationships/customXml" Target="../ink/ink3786.xml"/><Relationship Id="rId544" Type="http://schemas.openxmlformats.org/officeDocument/2006/relationships/customXml" Target="../ink/ink4043.xml"/><Relationship Id="rId751" Type="http://schemas.openxmlformats.org/officeDocument/2006/relationships/customXml" Target="../ink/ink4148.xml"/><Relationship Id="rId849" Type="http://schemas.openxmlformats.org/officeDocument/2006/relationships/customXml" Target="../ink/ink4197.xml"/><Relationship Id="rId183" Type="http://schemas.openxmlformats.org/officeDocument/2006/relationships/customXml" Target="../ink/ink3861.xml"/><Relationship Id="rId390" Type="http://schemas.openxmlformats.org/officeDocument/2006/relationships/customXml" Target="../ink/ink3965.xml"/><Relationship Id="rId404" Type="http://schemas.openxmlformats.org/officeDocument/2006/relationships/customXml" Target="../ink/ink3972.xml"/><Relationship Id="rId611" Type="http://schemas.openxmlformats.org/officeDocument/2006/relationships/image" Target="../media/image3202.png"/><Relationship Id="rId250" Type="http://schemas.openxmlformats.org/officeDocument/2006/relationships/customXml" Target="../ink/ink3895.xml"/><Relationship Id="rId488" Type="http://schemas.openxmlformats.org/officeDocument/2006/relationships/customXml" Target="../ink/ink4014.xml"/><Relationship Id="rId695" Type="http://schemas.openxmlformats.org/officeDocument/2006/relationships/customXml" Target="../ink/ink4119.xml"/><Relationship Id="rId709" Type="http://schemas.openxmlformats.org/officeDocument/2006/relationships/customXml" Target="../ink/ink4126.xml"/><Relationship Id="rId45" Type="http://schemas.openxmlformats.org/officeDocument/2006/relationships/image" Target="../media/image2921.png"/><Relationship Id="rId110" Type="http://schemas.openxmlformats.org/officeDocument/2006/relationships/customXml" Target="../ink/ink3824.xml"/><Relationship Id="rId348" Type="http://schemas.openxmlformats.org/officeDocument/2006/relationships/customXml" Target="../ink/ink3944.xml"/><Relationship Id="rId555" Type="http://schemas.openxmlformats.org/officeDocument/2006/relationships/image" Target="../media/image3174.png"/><Relationship Id="rId762" Type="http://schemas.openxmlformats.org/officeDocument/2006/relationships/image" Target="../media/image3276.png"/><Relationship Id="rId194" Type="http://schemas.openxmlformats.org/officeDocument/2006/relationships/image" Target="../media/image2995.png"/><Relationship Id="rId208" Type="http://schemas.openxmlformats.org/officeDocument/2006/relationships/image" Target="../media/image3002.png"/><Relationship Id="rId415" Type="http://schemas.openxmlformats.org/officeDocument/2006/relationships/image" Target="../media/image3105.png"/><Relationship Id="rId622" Type="http://schemas.openxmlformats.org/officeDocument/2006/relationships/customXml" Target="../ink/ink4082.xml"/><Relationship Id="rId261" Type="http://schemas.openxmlformats.org/officeDocument/2006/relationships/image" Target="../media/image3028.png"/><Relationship Id="rId499" Type="http://schemas.openxmlformats.org/officeDocument/2006/relationships/image" Target="../media/image3147.png"/><Relationship Id="rId56" Type="http://schemas.openxmlformats.org/officeDocument/2006/relationships/customXml" Target="../ink/ink3797.xml"/><Relationship Id="rId359" Type="http://schemas.openxmlformats.org/officeDocument/2006/relationships/image" Target="../media/image3077.png"/><Relationship Id="rId566" Type="http://schemas.openxmlformats.org/officeDocument/2006/relationships/customXml" Target="../ink/ink4054.xml"/><Relationship Id="rId773" Type="http://schemas.openxmlformats.org/officeDocument/2006/relationships/customXml" Target="../ink/ink4159.xml"/><Relationship Id="rId121" Type="http://schemas.openxmlformats.org/officeDocument/2006/relationships/image" Target="../media/image2959.png"/><Relationship Id="rId219" Type="http://schemas.openxmlformats.org/officeDocument/2006/relationships/image" Target="../media/image3007.png"/><Relationship Id="rId426" Type="http://schemas.openxmlformats.org/officeDocument/2006/relationships/customXml" Target="../ink/ink3983.xml"/><Relationship Id="rId633" Type="http://schemas.openxmlformats.org/officeDocument/2006/relationships/image" Target="../media/image3213.png"/><Relationship Id="rId840" Type="http://schemas.openxmlformats.org/officeDocument/2006/relationships/image" Target="../media/image3315.png"/><Relationship Id="rId67" Type="http://schemas.openxmlformats.org/officeDocument/2006/relationships/image" Target="../media/image2932.png"/><Relationship Id="rId272" Type="http://schemas.openxmlformats.org/officeDocument/2006/relationships/customXml" Target="../ink/ink3906.xml"/><Relationship Id="rId577" Type="http://schemas.openxmlformats.org/officeDocument/2006/relationships/image" Target="../media/image3185.png"/><Relationship Id="rId700" Type="http://schemas.openxmlformats.org/officeDocument/2006/relationships/image" Target="../media/image3246.png"/><Relationship Id="rId132" Type="http://schemas.openxmlformats.org/officeDocument/2006/relationships/customXml" Target="../ink/ink3835.xml"/><Relationship Id="rId784" Type="http://schemas.openxmlformats.org/officeDocument/2006/relationships/image" Target="../media/image3287.png"/><Relationship Id="rId437" Type="http://schemas.openxmlformats.org/officeDocument/2006/relationships/image" Target="../media/image3116.png"/><Relationship Id="rId644" Type="http://schemas.openxmlformats.org/officeDocument/2006/relationships/customXml" Target="../ink/ink4093.xml"/><Relationship Id="rId851" Type="http://schemas.openxmlformats.org/officeDocument/2006/relationships/customXml" Target="../ink/ink4198.xml"/><Relationship Id="rId283" Type="http://schemas.openxmlformats.org/officeDocument/2006/relationships/image" Target="../media/image3039.png"/><Relationship Id="rId490" Type="http://schemas.openxmlformats.org/officeDocument/2006/relationships/customXml" Target="../ink/ink4015.xml"/><Relationship Id="rId504" Type="http://schemas.openxmlformats.org/officeDocument/2006/relationships/customXml" Target="../ink/ink4022.xml"/><Relationship Id="rId711" Type="http://schemas.openxmlformats.org/officeDocument/2006/relationships/customXml" Target="../ink/ink4127.xml"/><Relationship Id="rId78" Type="http://schemas.openxmlformats.org/officeDocument/2006/relationships/customXml" Target="../ink/ink3808.xml"/><Relationship Id="rId143" Type="http://schemas.openxmlformats.org/officeDocument/2006/relationships/customXml" Target="../ink/ink3841.xml"/><Relationship Id="rId350" Type="http://schemas.openxmlformats.org/officeDocument/2006/relationships/customXml" Target="../ink/ink3945.xml"/><Relationship Id="rId588" Type="http://schemas.openxmlformats.org/officeDocument/2006/relationships/customXml" Target="../ink/ink4065.xml"/><Relationship Id="rId795" Type="http://schemas.openxmlformats.org/officeDocument/2006/relationships/customXml" Target="../ink/ink4170.xml"/><Relationship Id="rId809" Type="http://schemas.openxmlformats.org/officeDocument/2006/relationships/customXml" Target="../ink/ink4177.xml"/><Relationship Id="rId9" Type="http://schemas.openxmlformats.org/officeDocument/2006/relationships/image" Target="../media/image2903.png"/><Relationship Id="rId210" Type="http://schemas.openxmlformats.org/officeDocument/2006/relationships/customXml" Target="../ink/ink3875.xml"/><Relationship Id="rId448" Type="http://schemas.openxmlformats.org/officeDocument/2006/relationships/customXml" Target="../ink/ink3994.xml"/><Relationship Id="rId655" Type="http://schemas.openxmlformats.org/officeDocument/2006/relationships/customXml" Target="../ink/ink4099.xml"/><Relationship Id="rId862" Type="http://schemas.openxmlformats.org/officeDocument/2006/relationships/image" Target="../media/image3326.png"/><Relationship Id="rId294" Type="http://schemas.openxmlformats.org/officeDocument/2006/relationships/customXml" Target="../ink/ink3917.xml"/><Relationship Id="rId308" Type="http://schemas.openxmlformats.org/officeDocument/2006/relationships/customXml" Target="../ink/ink3924.xml"/><Relationship Id="rId515" Type="http://schemas.openxmlformats.org/officeDocument/2006/relationships/image" Target="../media/image3155.png"/><Relationship Id="rId722" Type="http://schemas.openxmlformats.org/officeDocument/2006/relationships/image" Target="../media/image3257.png"/><Relationship Id="rId89" Type="http://schemas.openxmlformats.org/officeDocument/2006/relationships/image" Target="../media/image2943.png"/><Relationship Id="rId154" Type="http://schemas.openxmlformats.org/officeDocument/2006/relationships/image" Target="../media/image2975.png"/><Relationship Id="rId361" Type="http://schemas.openxmlformats.org/officeDocument/2006/relationships/image" Target="../media/image3078.png"/><Relationship Id="rId599" Type="http://schemas.openxmlformats.org/officeDocument/2006/relationships/image" Target="../media/image3196.png"/><Relationship Id="rId459" Type="http://schemas.openxmlformats.org/officeDocument/2006/relationships/image" Target="../media/image3127.png"/><Relationship Id="rId666" Type="http://schemas.openxmlformats.org/officeDocument/2006/relationships/image" Target="../media/image3229.png"/><Relationship Id="rId873" Type="http://schemas.openxmlformats.org/officeDocument/2006/relationships/image" Target="../media/image3331.png"/><Relationship Id="rId16" Type="http://schemas.openxmlformats.org/officeDocument/2006/relationships/customXml" Target="../ink/ink3777.xml"/><Relationship Id="rId221" Type="http://schemas.openxmlformats.org/officeDocument/2006/relationships/image" Target="../media/image3008.png"/><Relationship Id="rId319" Type="http://schemas.openxmlformats.org/officeDocument/2006/relationships/image" Target="../media/image3057.png"/><Relationship Id="rId526" Type="http://schemas.openxmlformats.org/officeDocument/2006/relationships/image" Target="../media/image3160.png"/><Relationship Id="rId733" Type="http://schemas.openxmlformats.org/officeDocument/2006/relationships/image" Target="../media/image3262.png"/><Relationship Id="rId165" Type="http://schemas.openxmlformats.org/officeDocument/2006/relationships/customXml" Target="../ink/ink3852.xml"/><Relationship Id="rId372" Type="http://schemas.openxmlformats.org/officeDocument/2006/relationships/customXml" Target="../ink/ink3956.xml"/><Relationship Id="rId677" Type="http://schemas.openxmlformats.org/officeDocument/2006/relationships/customXml" Target="../ink/ink4110.xml"/><Relationship Id="rId800" Type="http://schemas.openxmlformats.org/officeDocument/2006/relationships/image" Target="../media/image3295.png"/><Relationship Id="rId232" Type="http://schemas.openxmlformats.org/officeDocument/2006/relationships/customXml" Target="../ink/ink3886.xml"/><Relationship Id="rId27" Type="http://schemas.openxmlformats.org/officeDocument/2006/relationships/image" Target="../media/image2912.png"/><Relationship Id="rId537" Type="http://schemas.openxmlformats.org/officeDocument/2006/relationships/image" Target="../media/image3165.png"/><Relationship Id="rId744" Type="http://schemas.openxmlformats.org/officeDocument/2006/relationships/image" Target="../media/image3267.png"/><Relationship Id="rId80" Type="http://schemas.openxmlformats.org/officeDocument/2006/relationships/customXml" Target="../ink/ink3809.xml"/><Relationship Id="rId176" Type="http://schemas.openxmlformats.org/officeDocument/2006/relationships/image" Target="../media/image2986.png"/><Relationship Id="rId383" Type="http://schemas.openxmlformats.org/officeDocument/2006/relationships/image" Target="../media/image3089.png"/><Relationship Id="rId590" Type="http://schemas.openxmlformats.org/officeDocument/2006/relationships/customXml" Target="../ink/ink4066.xml"/><Relationship Id="rId604" Type="http://schemas.openxmlformats.org/officeDocument/2006/relationships/customXml" Target="../ink/ink4073.xml"/><Relationship Id="rId811" Type="http://schemas.openxmlformats.org/officeDocument/2006/relationships/customXml" Target="../ink/ink4178.xml"/><Relationship Id="rId243" Type="http://schemas.openxmlformats.org/officeDocument/2006/relationships/image" Target="../media/image3019.png"/><Relationship Id="rId450" Type="http://schemas.openxmlformats.org/officeDocument/2006/relationships/customXml" Target="../ink/ink3995.xml"/><Relationship Id="rId688" Type="http://schemas.openxmlformats.org/officeDocument/2006/relationships/image" Target="../media/image3240.png"/><Relationship Id="rId38" Type="http://schemas.openxmlformats.org/officeDocument/2006/relationships/customXml" Target="../ink/ink3788.xml"/><Relationship Id="rId103" Type="http://schemas.openxmlformats.org/officeDocument/2006/relationships/image" Target="../media/image2950.png"/><Relationship Id="rId310" Type="http://schemas.openxmlformats.org/officeDocument/2006/relationships/customXml" Target="../ink/ink3925.xml"/><Relationship Id="rId548" Type="http://schemas.openxmlformats.org/officeDocument/2006/relationships/customXml" Target="../ink/ink4045.xml"/><Relationship Id="rId755" Type="http://schemas.openxmlformats.org/officeDocument/2006/relationships/customXml" Target="../ink/ink4150.xml"/><Relationship Id="rId91" Type="http://schemas.openxmlformats.org/officeDocument/2006/relationships/image" Target="../media/image2944.png"/><Relationship Id="rId187" Type="http://schemas.openxmlformats.org/officeDocument/2006/relationships/customXml" Target="../ink/ink3863.xml"/><Relationship Id="rId394" Type="http://schemas.openxmlformats.org/officeDocument/2006/relationships/customXml" Target="../ink/ink3967.xml"/><Relationship Id="rId408" Type="http://schemas.openxmlformats.org/officeDocument/2006/relationships/customXml" Target="../ink/ink3974.xml"/><Relationship Id="rId615" Type="http://schemas.openxmlformats.org/officeDocument/2006/relationships/image" Target="../media/image3204.png"/><Relationship Id="rId822" Type="http://schemas.openxmlformats.org/officeDocument/2006/relationships/image" Target="../media/image3306.png"/><Relationship Id="rId254" Type="http://schemas.openxmlformats.org/officeDocument/2006/relationships/customXml" Target="../ink/ink3897.xml"/><Relationship Id="rId699" Type="http://schemas.openxmlformats.org/officeDocument/2006/relationships/customXml" Target="../ink/ink4121.xml"/><Relationship Id="rId49" Type="http://schemas.openxmlformats.org/officeDocument/2006/relationships/image" Target="../media/image2923.png"/><Relationship Id="rId114" Type="http://schemas.openxmlformats.org/officeDocument/2006/relationships/customXml" Target="../ink/ink3826.xml"/><Relationship Id="rId461" Type="http://schemas.openxmlformats.org/officeDocument/2006/relationships/image" Target="../media/image3128.png"/><Relationship Id="rId559" Type="http://schemas.openxmlformats.org/officeDocument/2006/relationships/image" Target="../media/image3176.png"/><Relationship Id="rId766" Type="http://schemas.openxmlformats.org/officeDocument/2006/relationships/image" Target="../media/image3278.png"/><Relationship Id="rId198" Type="http://schemas.openxmlformats.org/officeDocument/2006/relationships/image" Target="../media/image2997.png"/><Relationship Id="rId321" Type="http://schemas.openxmlformats.org/officeDocument/2006/relationships/image" Target="../media/image3058.png"/><Relationship Id="rId419" Type="http://schemas.openxmlformats.org/officeDocument/2006/relationships/image" Target="../media/image3107.png"/><Relationship Id="rId626" Type="http://schemas.openxmlformats.org/officeDocument/2006/relationships/customXml" Target="../ink/ink4084.xml"/><Relationship Id="rId833" Type="http://schemas.openxmlformats.org/officeDocument/2006/relationships/customXml" Target="../ink/ink4189.xml"/><Relationship Id="rId265" Type="http://schemas.openxmlformats.org/officeDocument/2006/relationships/image" Target="../media/image3030.png"/><Relationship Id="rId472" Type="http://schemas.openxmlformats.org/officeDocument/2006/relationships/customXml" Target="../ink/ink4006.xml"/><Relationship Id="rId125" Type="http://schemas.openxmlformats.org/officeDocument/2006/relationships/image" Target="../media/image2961.png"/><Relationship Id="rId332" Type="http://schemas.openxmlformats.org/officeDocument/2006/relationships/customXml" Target="../ink/ink3936.xml"/><Relationship Id="rId777" Type="http://schemas.openxmlformats.org/officeDocument/2006/relationships/customXml" Target="../ink/ink4161.xml"/><Relationship Id="rId637" Type="http://schemas.openxmlformats.org/officeDocument/2006/relationships/image" Target="../media/image3215.png"/><Relationship Id="rId844" Type="http://schemas.openxmlformats.org/officeDocument/2006/relationships/image" Target="../media/image3317.png"/><Relationship Id="rId276" Type="http://schemas.openxmlformats.org/officeDocument/2006/relationships/customXml" Target="../ink/ink3908.xml"/><Relationship Id="rId483" Type="http://schemas.openxmlformats.org/officeDocument/2006/relationships/image" Target="../media/image3139.png"/><Relationship Id="rId690" Type="http://schemas.openxmlformats.org/officeDocument/2006/relationships/image" Target="../media/image3241.png"/><Relationship Id="rId704" Type="http://schemas.openxmlformats.org/officeDocument/2006/relationships/image" Target="../media/image3248.png"/><Relationship Id="rId40" Type="http://schemas.openxmlformats.org/officeDocument/2006/relationships/customXml" Target="../ink/ink3789.xml"/><Relationship Id="rId136" Type="http://schemas.openxmlformats.org/officeDocument/2006/relationships/image" Target="../media/image2966.png"/><Relationship Id="rId343" Type="http://schemas.openxmlformats.org/officeDocument/2006/relationships/image" Target="../media/image3069.png"/><Relationship Id="rId550" Type="http://schemas.openxmlformats.org/officeDocument/2006/relationships/customXml" Target="../ink/ink4046.xml"/><Relationship Id="rId788" Type="http://schemas.openxmlformats.org/officeDocument/2006/relationships/image" Target="../media/image3289.png"/><Relationship Id="rId203" Type="http://schemas.openxmlformats.org/officeDocument/2006/relationships/customXml" Target="../ink/ink3871.xml"/><Relationship Id="rId648" Type="http://schemas.openxmlformats.org/officeDocument/2006/relationships/customXml" Target="../ink/ink4095.xml"/><Relationship Id="rId855" Type="http://schemas.openxmlformats.org/officeDocument/2006/relationships/customXml" Target="../ink/ink4200.xml"/><Relationship Id="rId287" Type="http://schemas.openxmlformats.org/officeDocument/2006/relationships/image" Target="../media/image3041.png"/><Relationship Id="rId410" Type="http://schemas.openxmlformats.org/officeDocument/2006/relationships/customXml" Target="../ink/ink3975.xml"/><Relationship Id="rId494" Type="http://schemas.openxmlformats.org/officeDocument/2006/relationships/customXml" Target="../ink/ink4017.xml"/><Relationship Id="rId508" Type="http://schemas.openxmlformats.org/officeDocument/2006/relationships/customXml" Target="../ink/ink4024.xml"/><Relationship Id="rId715" Type="http://schemas.openxmlformats.org/officeDocument/2006/relationships/customXml" Target="../ink/ink4129.xml"/><Relationship Id="rId147" Type="http://schemas.openxmlformats.org/officeDocument/2006/relationships/customXml" Target="../ink/ink3843.xml"/><Relationship Id="rId354" Type="http://schemas.openxmlformats.org/officeDocument/2006/relationships/customXml" Target="../ink/ink3947.xml"/><Relationship Id="rId799" Type="http://schemas.openxmlformats.org/officeDocument/2006/relationships/customXml" Target="../ink/ink4172.xml"/><Relationship Id="rId51" Type="http://schemas.openxmlformats.org/officeDocument/2006/relationships/image" Target="../media/image2924.png"/><Relationship Id="rId561" Type="http://schemas.openxmlformats.org/officeDocument/2006/relationships/image" Target="../media/image3177.png"/><Relationship Id="rId659" Type="http://schemas.openxmlformats.org/officeDocument/2006/relationships/customXml" Target="../ink/ink4101.xml"/><Relationship Id="rId866" Type="http://schemas.openxmlformats.org/officeDocument/2006/relationships/image" Target="../media/image3328.png"/><Relationship Id="rId214" Type="http://schemas.openxmlformats.org/officeDocument/2006/relationships/customXml" Target="../ink/ink3877.xml"/><Relationship Id="rId298" Type="http://schemas.openxmlformats.org/officeDocument/2006/relationships/customXml" Target="../ink/ink3919.xml"/><Relationship Id="rId421" Type="http://schemas.openxmlformats.org/officeDocument/2006/relationships/image" Target="../media/image3108.png"/><Relationship Id="rId519" Type="http://schemas.openxmlformats.org/officeDocument/2006/relationships/image" Target="../media/image3157.png"/><Relationship Id="rId158" Type="http://schemas.openxmlformats.org/officeDocument/2006/relationships/image" Target="../media/image2977.png"/><Relationship Id="rId726" Type="http://schemas.openxmlformats.org/officeDocument/2006/relationships/image" Target="../media/image3259.png"/><Relationship Id="rId62" Type="http://schemas.openxmlformats.org/officeDocument/2006/relationships/customXml" Target="../ink/ink3800.xml"/><Relationship Id="rId365" Type="http://schemas.openxmlformats.org/officeDocument/2006/relationships/image" Target="../media/image3080.png"/><Relationship Id="rId572" Type="http://schemas.openxmlformats.org/officeDocument/2006/relationships/customXml" Target="../ink/ink4057.xml"/><Relationship Id="rId225" Type="http://schemas.openxmlformats.org/officeDocument/2006/relationships/image" Target="../media/image3010.png"/><Relationship Id="rId432" Type="http://schemas.openxmlformats.org/officeDocument/2006/relationships/customXml" Target="../ink/ink3986.xml"/><Relationship Id="rId737" Type="http://schemas.openxmlformats.org/officeDocument/2006/relationships/customXml" Target="../ink/ink4141.xml"/><Relationship Id="rId73" Type="http://schemas.openxmlformats.org/officeDocument/2006/relationships/image" Target="../media/image2935.png"/><Relationship Id="rId169" Type="http://schemas.openxmlformats.org/officeDocument/2006/relationships/customXml" Target="../ink/ink3854.xml"/><Relationship Id="rId376" Type="http://schemas.openxmlformats.org/officeDocument/2006/relationships/customXml" Target="../ink/ink3958.xml"/><Relationship Id="rId583" Type="http://schemas.openxmlformats.org/officeDocument/2006/relationships/image" Target="../media/image3188.png"/><Relationship Id="rId790" Type="http://schemas.openxmlformats.org/officeDocument/2006/relationships/image" Target="../media/image3290.png"/><Relationship Id="rId804" Type="http://schemas.openxmlformats.org/officeDocument/2006/relationships/image" Target="../media/image3297.png"/><Relationship Id="rId4" Type="http://schemas.openxmlformats.org/officeDocument/2006/relationships/customXml" Target="../ink/ink3771.xml"/><Relationship Id="rId236" Type="http://schemas.openxmlformats.org/officeDocument/2006/relationships/customXml" Target="../ink/ink3888.xml"/><Relationship Id="rId443" Type="http://schemas.openxmlformats.org/officeDocument/2006/relationships/image" Target="../media/image3119.png"/><Relationship Id="rId650" Type="http://schemas.openxmlformats.org/officeDocument/2006/relationships/customXml" Target="../ink/ink4096.xml"/><Relationship Id="rId303" Type="http://schemas.openxmlformats.org/officeDocument/2006/relationships/image" Target="../media/image3049.png"/><Relationship Id="rId748" Type="http://schemas.openxmlformats.org/officeDocument/2006/relationships/image" Target="../media/image3269.png"/><Relationship Id="rId84" Type="http://schemas.openxmlformats.org/officeDocument/2006/relationships/customXml" Target="../ink/ink3811.xml"/><Relationship Id="rId387" Type="http://schemas.openxmlformats.org/officeDocument/2006/relationships/image" Target="../media/image3091.png"/><Relationship Id="rId510" Type="http://schemas.openxmlformats.org/officeDocument/2006/relationships/customXml" Target="../ink/ink4025.xml"/><Relationship Id="rId594" Type="http://schemas.openxmlformats.org/officeDocument/2006/relationships/customXml" Target="../ink/ink4068.xml"/><Relationship Id="rId608" Type="http://schemas.openxmlformats.org/officeDocument/2006/relationships/customXml" Target="../ink/ink4075.xml"/><Relationship Id="rId815" Type="http://schemas.openxmlformats.org/officeDocument/2006/relationships/customXml" Target="../ink/ink4180.xml"/><Relationship Id="rId247" Type="http://schemas.openxmlformats.org/officeDocument/2006/relationships/image" Target="../media/image3021.png"/><Relationship Id="rId107" Type="http://schemas.openxmlformats.org/officeDocument/2006/relationships/image" Target="../media/image2952.png"/><Relationship Id="rId454" Type="http://schemas.openxmlformats.org/officeDocument/2006/relationships/customXml" Target="../ink/ink3997.xml"/><Relationship Id="rId661" Type="http://schemas.openxmlformats.org/officeDocument/2006/relationships/customXml" Target="../ink/ink4102.xml"/><Relationship Id="rId759" Type="http://schemas.openxmlformats.org/officeDocument/2006/relationships/customXml" Target="../ink/ink4152.xml"/><Relationship Id="rId11" Type="http://schemas.openxmlformats.org/officeDocument/2006/relationships/image" Target="../media/image2904.png"/><Relationship Id="rId314" Type="http://schemas.openxmlformats.org/officeDocument/2006/relationships/customXml" Target="../ink/ink3927.xml"/><Relationship Id="rId398" Type="http://schemas.openxmlformats.org/officeDocument/2006/relationships/customXml" Target="../ink/ink3969.xml"/><Relationship Id="rId521" Type="http://schemas.openxmlformats.org/officeDocument/2006/relationships/image" Target="../media/image3158.png"/><Relationship Id="rId619" Type="http://schemas.openxmlformats.org/officeDocument/2006/relationships/image" Target="../media/image3206.png"/><Relationship Id="rId95" Type="http://schemas.openxmlformats.org/officeDocument/2006/relationships/image" Target="../media/image2946.png"/><Relationship Id="rId160" Type="http://schemas.openxmlformats.org/officeDocument/2006/relationships/image" Target="../media/image2978.png"/><Relationship Id="rId826" Type="http://schemas.openxmlformats.org/officeDocument/2006/relationships/image" Target="../media/image3308.png"/><Relationship Id="rId258" Type="http://schemas.openxmlformats.org/officeDocument/2006/relationships/customXml" Target="../ink/ink3899.xml"/><Relationship Id="rId465" Type="http://schemas.openxmlformats.org/officeDocument/2006/relationships/image" Target="../media/image3130.png"/><Relationship Id="rId672" Type="http://schemas.openxmlformats.org/officeDocument/2006/relationships/image" Target="../media/image3232.png"/><Relationship Id="rId22" Type="http://schemas.openxmlformats.org/officeDocument/2006/relationships/customXml" Target="../ink/ink3780.xml"/><Relationship Id="rId118" Type="http://schemas.openxmlformats.org/officeDocument/2006/relationships/customXml" Target="../ink/ink3828.xml"/><Relationship Id="rId325" Type="http://schemas.openxmlformats.org/officeDocument/2006/relationships/image" Target="../media/image3060.png"/><Relationship Id="rId532" Type="http://schemas.openxmlformats.org/officeDocument/2006/relationships/customXml" Target="../ink/ink4037.xml"/><Relationship Id="rId171" Type="http://schemas.openxmlformats.org/officeDocument/2006/relationships/customXml" Target="../ink/ink3855.xml"/><Relationship Id="rId837" Type="http://schemas.openxmlformats.org/officeDocument/2006/relationships/customXml" Target="../ink/ink4191.xml"/><Relationship Id="rId269" Type="http://schemas.openxmlformats.org/officeDocument/2006/relationships/image" Target="../media/image3032.png"/><Relationship Id="rId476" Type="http://schemas.openxmlformats.org/officeDocument/2006/relationships/customXml" Target="../ink/ink4008.xml"/><Relationship Id="rId683" Type="http://schemas.openxmlformats.org/officeDocument/2006/relationships/customXml" Target="../ink/ink4113.xml"/><Relationship Id="rId33" Type="http://schemas.openxmlformats.org/officeDocument/2006/relationships/image" Target="../media/image2915.png"/><Relationship Id="rId129" Type="http://schemas.openxmlformats.org/officeDocument/2006/relationships/image" Target="../media/image2963.png"/><Relationship Id="rId336" Type="http://schemas.openxmlformats.org/officeDocument/2006/relationships/customXml" Target="../ink/ink3938.xml"/><Relationship Id="rId543" Type="http://schemas.openxmlformats.org/officeDocument/2006/relationships/image" Target="../media/image3168.png"/><Relationship Id="rId182" Type="http://schemas.openxmlformats.org/officeDocument/2006/relationships/image" Target="../media/image2989.png"/><Relationship Id="rId403" Type="http://schemas.openxmlformats.org/officeDocument/2006/relationships/image" Target="../media/image3099.png"/><Relationship Id="rId750" Type="http://schemas.openxmlformats.org/officeDocument/2006/relationships/image" Target="../media/image3270.png"/><Relationship Id="rId848" Type="http://schemas.openxmlformats.org/officeDocument/2006/relationships/image" Target="../media/image3319.png"/><Relationship Id="rId487" Type="http://schemas.openxmlformats.org/officeDocument/2006/relationships/image" Target="../media/image3141.png"/><Relationship Id="rId610" Type="http://schemas.openxmlformats.org/officeDocument/2006/relationships/customXml" Target="../ink/ink4076.xml"/><Relationship Id="rId694" Type="http://schemas.openxmlformats.org/officeDocument/2006/relationships/image" Target="../media/image3243.png"/><Relationship Id="rId708" Type="http://schemas.openxmlformats.org/officeDocument/2006/relationships/image" Target="../media/image3250.png"/><Relationship Id="rId347" Type="http://schemas.openxmlformats.org/officeDocument/2006/relationships/image" Target="../media/image3071.png"/><Relationship Id="rId44" Type="http://schemas.openxmlformats.org/officeDocument/2006/relationships/customXml" Target="../ink/ink3791.xml"/><Relationship Id="rId554" Type="http://schemas.openxmlformats.org/officeDocument/2006/relationships/customXml" Target="../ink/ink4048.xml"/><Relationship Id="rId761" Type="http://schemas.openxmlformats.org/officeDocument/2006/relationships/customXml" Target="../ink/ink4153.xml"/><Relationship Id="rId859" Type="http://schemas.openxmlformats.org/officeDocument/2006/relationships/customXml" Target="../ink/ink4202.xml"/><Relationship Id="rId193" Type="http://schemas.openxmlformats.org/officeDocument/2006/relationships/customXml" Target="../ink/ink3866.xml"/><Relationship Id="rId207" Type="http://schemas.openxmlformats.org/officeDocument/2006/relationships/customXml" Target="../ink/ink3873.xml"/><Relationship Id="rId414" Type="http://schemas.openxmlformats.org/officeDocument/2006/relationships/customXml" Target="../ink/ink3977.xml"/><Relationship Id="rId498" Type="http://schemas.openxmlformats.org/officeDocument/2006/relationships/customXml" Target="../ink/ink4019.xml"/><Relationship Id="rId621" Type="http://schemas.openxmlformats.org/officeDocument/2006/relationships/image" Target="../media/image3207.png"/><Relationship Id="rId260" Type="http://schemas.openxmlformats.org/officeDocument/2006/relationships/customXml" Target="../ink/ink3900.xml"/><Relationship Id="rId719" Type="http://schemas.openxmlformats.org/officeDocument/2006/relationships/customXml" Target="../ink/ink4131.xml"/><Relationship Id="rId55" Type="http://schemas.openxmlformats.org/officeDocument/2006/relationships/image" Target="../media/image2926.png"/><Relationship Id="rId120" Type="http://schemas.openxmlformats.org/officeDocument/2006/relationships/customXml" Target="../ink/ink3829.xml"/><Relationship Id="rId358" Type="http://schemas.openxmlformats.org/officeDocument/2006/relationships/customXml" Target="../ink/ink3949.xml"/><Relationship Id="rId565" Type="http://schemas.openxmlformats.org/officeDocument/2006/relationships/image" Target="../media/image3179.png"/><Relationship Id="rId772" Type="http://schemas.openxmlformats.org/officeDocument/2006/relationships/image" Target="../media/image3281.png"/><Relationship Id="rId218" Type="http://schemas.openxmlformats.org/officeDocument/2006/relationships/customXml" Target="../ink/ink3879.xml"/><Relationship Id="rId425" Type="http://schemas.openxmlformats.org/officeDocument/2006/relationships/image" Target="../media/image3110.png"/><Relationship Id="rId632" Type="http://schemas.openxmlformats.org/officeDocument/2006/relationships/customXml" Target="../ink/ink4087.xml"/><Relationship Id="rId271" Type="http://schemas.openxmlformats.org/officeDocument/2006/relationships/image" Target="../media/image3033.png"/><Relationship Id="rId66" Type="http://schemas.openxmlformats.org/officeDocument/2006/relationships/customXml" Target="../ink/ink3802.xml"/><Relationship Id="rId131" Type="http://schemas.openxmlformats.org/officeDocument/2006/relationships/image" Target="../media/image2964.png"/><Relationship Id="rId369" Type="http://schemas.openxmlformats.org/officeDocument/2006/relationships/image" Target="../media/image3082.png"/><Relationship Id="rId576" Type="http://schemas.openxmlformats.org/officeDocument/2006/relationships/customXml" Target="../ink/ink4059.xml"/><Relationship Id="rId783" Type="http://schemas.openxmlformats.org/officeDocument/2006/relationships/customXml" Target="../ink/ink4164.xml"/><Relationship Id="rId229" Type="http://schemas.openxmlformats.org/officeDocument/2006/relationships/image" Target="../media/image3012.png"/><Relationship Id="rId436" Type="http://schemas.openxmlformats.org/officeDocument/2006/relationships/customXml" Target="../ink/ink3988.xml"/><Relationship Id="rId643" Type="http://schemas.openxmlformats.org/officeDocument/2006/relationships/image" Target="../media/image3218.png"/><Relationship Id="rId850" Type="http://schemas.openxmlformats.org/officeDocument/2006/relationships/image" Target="../media/image3320.png"/><Relationship Id="rId77" Type="http://schemas.openxmlformats.org/officeDocument/2006/relationships/image" Target="../media/image2937.png"/><Relationship Id="rId282" Type="http://schemas.openxmlformats.org/officeDocument/2006/relationships/customXml" Target="../ink/ink3911.xml"/><Relationship Id="rId503" Type="http://schemas.openxmlformats.org/officeDocument/2006/relationships/image" Target="../media/image3149.png"/><Relationship Id="rId587" Type="http://schemas.openxmlformats.org/officeDocument/2006/relationships/image" Target="../media/image3190.png"/><Relationship Id="rId710" Type="http://schemas.openxmlformats.org/officeDocument/2006/relationships/image" Target="../media/image3251.png"/><Relationship Id="rId808" Type="http://schemas.openxmlformats.org/officeDocument/2006/relationships/image" Target="../media/image3299.png"/><Relationship Id="rId8" Type="http://schemas.openxmlformats.org/officeDocument/2006/relationships/customXml" Target="../ink/ink3773.xml"/><Relationship Id="rId142" Type="http://schemas.openxmlformats.org/officeDocument/2006/relationships/image" Target="../media/image2969.png"/><Relationship Id="rId447" Type="http://schemas.openxmlformats.org/officeDocument/2006/relationships/image" Target="../media/image3121.png"/><Relationship Id="rId794" Type="http://schemas.openxmlformats.org/officeDocument/2006/relationships/image" Target="../media/image3292.png"/><Relationship Id="rId654" Type="http://schemas.openxmlformats.org/officeDocument/2006/relationships/image" Target="../media/image3223.png"/><Relationship Id="rId861" Type="http://schemas.openxmlformats.org/officeDocument/2006/relationships/customXml" Target="../ink/ink4203.xml"/><Relationship Id="rId293" Type="http://schemas.openxmlformats.org/officeDocument/2006/relationships/image" Target="../media/image3044.png"/><Relationship Id="rId307" Type="http://schemas.openxmlformats.org/officeDocument/2006/relationships/image" Target="../media/image3051.png"/><Relationship Id="rId514" Type="http://schemas.openxmlformats.org/officeDocument/2006/relationships/customXml" Target="../ink/ink4027.xml"/><Relationship Id="rId721" Type="http://schemas.openxmlformats.org/officeDocument/2006/relationships/customXml" Target="../ink/ink41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4.png"/><Relationship Id="rId2" Type="http://schemas.openxmlformats.org/officeDocument/2006/relationships/image" Target="../media/image33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6.png"/><Relationship Id="rId2" Type="http://schemas.openxmlformats.org/officeDocument/2006/relationships/image" Target="../media/image33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10-01-26, 10-06-26, 10-13-26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14:cNvPr>
              <p14:cNvContentPartPr/>
              <p14:nvPr/>
            </p14:nvContentPartPr>
            <p14:xfrm>
              <a:off x="5928982" y="1668776"/>
              <a:ext cx="590040" cy="43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982" y="1659776"/>
                <a:ext cx="607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14:cNvPr>
              <p14:cNvContentPartPr/>
              <p14:nvPr/>
            </p14:nvContentPartPr>
            <p14:xfrm>
              <a:off x="7899982" y="4026416"/>
              <a:ext cx="62280" cy="214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0982" y="4017776"/>
                <a:ext cx="7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14:cNvPr>
              <p14:cNvContentPartPr/>
              <p14:nvPr/>
            </p14:nvContentPartPr>
            <p14:xfrm>
              <a:off x="7915822" y="4141256"/>
              <a:ext cx="106920" cy="2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6822" y="4132256"/>
                <a:ext cx="124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14:cNvPr>
              <p14:cNvContentPartPr/>
              <p14:nvPr/>
            </p14:nvContentPartPr>
            <p14:xfrm>
              <a:off x="7985662" y="4013456"/>
              <a:ext cx="82800" cy="218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6662" y="4004816"/>
                <a:ext cx="100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14:cNvPr>
              <p14:cNvContentPartPr/>
              <p14:nvPr/>
            </p14:nvContentPartPr>
            <p14:xfrm>
              <a:off x="8080702" y="3928496"/>
              <a:ext cx="111960" cy="312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1702" y="3919856"/>
                <a:ext cx="129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14:cNvPr>
              <p14:cNvContentPartPr/>
              <p14:nvPr/>
            </p14:nvContentPartPr>
            <p14:xfrm>
              <a:off x="8240182" y="4093376"/>
              <a:ext cx="178920" cy="171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31182" y="4084376"/>
                <a:ext cx="196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14:cNvPr>
              <p14:cNvContentPartPr/>
              <p14:nvPr/>
            </p14:nvContentPartPr>
            <p14:xfrm>
              <a:off x="8360782" y="3987176"/>
              <a:ext cx="84600" cy="201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142" y="3978176"/>
                <a:ext cx="102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14:cNvPr>
              <p14:cNvContentPartPr/>
              <p14:nvPr/>
            </p14:nvContentPartPr>
            <p14:xfrm>
              <a:off x="8351782" y="3838136"/>
              <a:ext cx="360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782" y="3829496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14:cNvPr>
              <p14:cNvContentPartPr/>
              <p14:nvPr/>
            </p14:nvContentPartPr>
            <p14:xfrm>
              <a:off x="8426302" y="3907256"/>
              <a:ext cx="187920" cy="11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7302" y="3898256"/>
                <a:ext cx="20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14:cNvPr>
              <p14:cNvContentPartPr/>
              <p14:nvPr/>
            </p14:nvContentPartPr>
            <p14:xfrm>
              <a:off x="8686582" y="3928496"/>
              <a:ext cx="118800" cy="319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7942" y="3919856"/>
                <a:ext cx="136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14:cNvPr>
              <p14:cNvContentPartPr/>
              <p14:nvPr/>
            </p14:nvContentPartPr>
            <p14:xfrm>
              <a:off x="9316582" y="4297856"/>
              <a:ext cx="114480" cy="66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7582" y="4289216"/>
                <a:ext cx="1321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F459DCC-BE9D-5F91-63E8-69E2F1BC4C53}"/>
              </a:ext>
            </a:extLst>
          </p:cNvPr>
          <p:cNvGrpSpPr/>
          <p:nvPr/>
        </p:nvGrpSpPr>
        <p:grpSpPr>
          <a:xfrm>
            <a:off x="8978902" y="3815816"/>
            <a:ext cx="2141640" cy="394200"/>
            <a:chOff x="8978902" y="3815816"/>
            <a:chExt cx="214164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14:cNvPr>
                <p14:cNvContentPartPr/>
                <p14:nvPr/>
              </p14:nvContentPartPr>
              <p14:xfrm>
                <a:off x="8990422" y="4133336"/>
                <a:ext cx="111240" cy="1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1782" y="4124696"/>
                  <a:ext cx="12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14:cNvPr>
                <p14:cNvContentPartPr/>
                <p14:nvPr/>
              </p14:nvContentPartPr>
              <p14:xfrm>
                <a:off x="8978902" y="4065656"/>
                <a:ext cx="91080" cy="1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69902" y="4057016"/>
                  <a:ext cx="10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14:cNvPr>
                <p14:cNvContentPartPr/>
                <p14:nvPr/>
              </p14:nvContentPartPr>
              <p14:xfrm>
                <a:off x="9230182" y="3965576"/>
                <a:ext cx="308880" cy="221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21182" y="3956936"/>
                  <a:ext cx="326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14:cNvPr>
                <p14:cNvContentPartPr/>
                <p14:nvPr/>
              </p14:nvContentPartPr>
              <p14:xfrm>
                <a:off x="9696742" y="3970976"/>
                <a:ext cx="132840" cy="215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7742" y="3962336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14:cNvPr>
                <p14:cNvContentPartPr/>
                <p14:nvPr/>
              </p14:nvContentPartPr>
              <p14:xfrm>
                <a:off x="9892942" y="3950456"/>
                <a:ext cx="81720" cy="24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83942" y="3941816"/>
                  <a:ext cx="9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14:cNvPr>
                <p14:cNvContentPartPr/>
                <p14:nvPr/>
              </p14:nvContentPartPr>
              <p14:xfrm>
                <a:off x="10004902" y="4093376"/>
                <a:ext cx="113400" cy="74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62" y="4084376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14:cNvPr>
                <p14:cNvContentPartPr/>
                <p14:nvPr/>
              </p14:nvContentPartPr>
              <p14:xfrm>
                <a:off x="10116862" y="3949736"/>
                <a:ext cx="115560" cy="26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07862" y="3941096"/>
                  <a:ext cx="133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14:cNvPr>
                <p14:cNvContentPartPr/>
                <p14:nvPr/>
              </p14:nvContentPartPr>
              <p14:xfrm>
                <a:off x="10329262" y="4063136"/>
                <a:ext cx="196920" cy="13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0622" y="4054136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14:cNvPr>
                <p14:cNvContentPartPr/>
                <p14:nvPr/>
              </p14:nvContentPartPr>
              <p14:xfrm>
                <a:off x="10449142" y="3965936"/>
                <a:ext cx="9864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40142" y="3956936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14:cNvPr>
                <p14:cNvContentPartPr/>
                <p14:nvPr/>
              </p14:nvContentPartPr>
              <p14:xfrm>
                <a:off x="10600702" y="3933896"/>
                <a:ext cx="7524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91702" y="3924896"/>
                  <a:ext cx="92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14:cNvPr>
                <p14:cNvContentPartPr/>
                <p14:nvPr/>
              </p14:nvContentPartPr>
              <p14:xfrm>
                <a:off x="10589902" y="3815816"/>
                <a:ext cx="504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0902" y="3806816"/>
                  <a:ext cx="22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14:cNvPr>
                <p14:cNvContentPartPr/>
                <p14:nvPr/>
              </p14:nvContentPartPr>
              <p14:xfrm>
                <a:off x="10690702" y="3873776"/>
                <a:ext cx="139680" cy="8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82062" y="3864776"/>
                  <a:ext cx="157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14:cNvPr>
                <p14:cNvContentPartPr/>
                <p14:nvPr/>
              </p14:nvContentPartPr>
              <p14:xfrm>
                <a:off x="10919302" y="3896816"/>
                <a:ext cx="201240" cy="7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0662" y="3887816"/>
                  <a:ext cx="218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14:cNvPr>
                <p14:cNvContentPartPr/>
                <p14:nvPr/>
              </p14:nvContentPartPr>
              <p14:xfrm>
                <a:off x="10930102" y="3891056"/>
                <a:ext cx="111600" cy="47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21102" y="3882056"/>
                  <a:ext cx="12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14:cNvPr>
              <p14:cNvContentPartPr/>
              <p14:nvPr/>
            </p14:nvContentPartPr>
            <p14:xfrm>
              <a:off x="7745542" y="4611776"/>
              <a:ext cx="91080" cy="216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6902" y="4603136"/>
                <a:ext cx="108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14:cNvPr>
              <p14:cNvContentPartPr/>
              <p14:nvPr/>
            </p14:nvContentPartPr>
            <p14:xfrm>
              <a:off x="7751302" y="4747136"/>
              <a:ext cx="90720" cy="11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42662" y="4738136"/>
                <a:ext cx="108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14:cNvPr>
              <p14:cNvContentPartPr/>
              <p14:nvPr/>
            </p14:nvContentPartPr>
            <p14:xfrm>
              <a:off x="7921222" y="4763336"/>
              <a:ext cx="1080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12222" y="4754336"/>
                <a:ext cx="28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14:cNvPr>
              <p14:cNvContentPartPr/>
              <p14:nvPr/>
            </p14:nvContentPartPr>
            <p14:xfrm>
              <a:off x="7883782" y="4662536"/>
              <a:ext cx="3600" cy="10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75142" y="4653536"/>
                <a:ext cx="21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14:cNvPr>
              <p14:cNvContentPartPr/>
              <p14:nvPr/>
            </p14:nvContentPartPr>
            <p14:xfrm>
              <a:off x="7995382" y="4714016"/>
              <a:ext cx="345600" cy="80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6742" y="4705376"/>
                <a:ext cx="363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14:cNvPr>
              <p14:cNvContentPartPr/>
              <p14:nvPr/>
            </p14:nvContentPartPr>
            <p14:xfrm>
              <a:off x="8416222" y="4577216"/>
              <a:ext cx="116640" cy="257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7222" y="4568216"/>
                <a:ext cx="134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14:cNvPr>
              <p14:cNvContentPartPr/>
              <p14:nvPr/>
            </p14:nvContentPartPr>
            <p14:xfrm>
              <a:off x="8553382" y="4691696"/>
              <a:ext cx="186480" cy="122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382" y="4682696"/>
                <a:ext cx="204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14:cNvPr>
              <p14:cNvContentPartPr/>
              <p14:nvPr/>
            </p14:nvContentPartPr>
            <p14:xfrm>
              <a:off x="8767942" y="4672976"/>
              <a:ext cx="50040" cy="118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59302" y="4663976"/>
                <a:ext cx="67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14:cNvPr>
              <p14:cNvContentPartPr/>
              <p14:nvPr/>
            </p14:nvContentPartPr>
            <p14:xfrm>
              <a:off x="8872342" y="4715456"/>
              <a:ext cx="76680" cy="75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63702" y="4706456"/>
                <a:ext cx="94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14:cNvPr>
              <p14:cNvContentPartPr/>
              <p14:nvPr/>
            </p14:nvContentPartPr>
            <p14:xfrm>
              <a:off x="9005542" y="4694216"/>
              <a:ext cx="240120" cy="105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96902" y="4685216"/>
                <a:ext cx="2577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14:cNvPr>
              <p14:cNvContentPartPr/>
              <p14:nvPr/>
            </p14:nvContentPartPr>
            <p14:xfrm>
              <a:off x="9339622" y="4694576"/>
              <a:ext cx="176040" cy="86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330622" y="4685576"/>
                <a:ext cx="193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14:cNvPr>
              <p14:cNvContentPartPr/>
              <p14:nvPr/>
            </p14:nvContentPartPr>
            <p14:xfrm>
              <a:off x="9779542" y="4678376"/>
              <a:ext cx="71280" cy="80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70902" y="4669376"/>
                <a:ext cx="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14:cNvPr>
              <p14:cNvContentPartPr/>
              <p14:nvPr/>
            </p14:nvContentPartPr>
            <p14:xfrm>
              <a:off x="9889702" y="4688816"/>
              <a:ext cx="84240" cy="52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80702" y="4679816"/>
                <a:ext cx="1018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14:cNvPr>
              <p14:cNvContentPartPr/>
              <p14:nvPr/>
            </p14:nvContentPartPr>
            <p14:xfrm>
              <a:off x="10015702" y="4704656"/>
              <a:ext cx="159120" cy="73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6702" y="4696016"/>
                <a:ext cx="176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14:cNvPr>
              <p14:cNvContentPartPr/>
              <p14:nvPr/>
            </p14:nvContentPartPr>
            <p14:xfrm>
              <a:off x="10185262" y="4637696"/>
              <a:ext cx="75600" cy="12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76262" y="4628696"/>
                <a:ext cx="93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14:cNvPr>
              <p14:cNvContentPartPr/>
              <p14:nvPr/>
            </p14:nvContentPartPr>
            <p14:xfrm>
              <a:off x="10293622" y="4666496"/>
              <a:ext cx="157680" cy="680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84982" y="4657496"/>
                <a:ext cx="17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14:cNvPr>
              <p14:cNvContentPartPr/>
              <p14:nvPr/>
            </p14:nvContentPartPr>
            <p14:xfrm>
              <a:off x="10508902" y="4677656"/>
              <a:ext cx="181440" cy="47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99902" y="4669016"/>
                <a:ext cx="199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14:cNvPr>
              <p14:cNvContentPartPr/>
              <p14:nvPr/>
            </p14:nvContentPartPr>
            <p14:xfrm>
              <a:off x="10749382" y="4683416"/>
              <a:ext cx="18360" cy="45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40382" y="4674776"/>
                <a:ext cx="360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14:cNvPr>
              <p14:cNvContentPartPr/>
              <p14:nvPr/>
            </p14:nvContentPartPr>
            <p14:xfrm>
              <a:off x="10717342" y="4561016"/>
              <a:ext cx="1440" cy="2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08702" y="4552376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14:cNvPr>
              <p14:cNvContentPartPr/>
              <p14:nvPr/>
            </p14:nvContentPartPr>
            <p14:xfrm>
              <a:off x="10802662" y="4648136"/>
              <a:ext cx="159480" cy="78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93662" y="4639136"/>
                <a:ext cx="17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14:cNvPr>
              <p14:cNvContentPartPr/>
              <p14:nvPr/>
            </p14:nvContentPartPr>
            <p14:xfrm>
              <a:off x="10981942" y="4635536"/>
              <a:ext cx="107280" cy="282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3302" y="4626896"/>
                <a:ext cx="1249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14:cNvPr>
              <p14:cNvContentPartPr/>
              <p14:nvPr/>
            </p14:nvContentPartPr>
            <p14:xfrm>
              <a:off x="10196062" y="4979336"/>
              <a:ext cx="212760" cy="110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87422" y="4970336"/>
                <a:ext cx="230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14:cNvPr>
              <p14:cNvContentPartPr/>
              <p14:nvPr/>
            </p14:nvContentPartPr>
            <p14:xfrm>
              <a:off x="10444102" y="4883576"/>
              <a:ext cx="192960" cy="199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35462" y="4874936"/>
                <a:ext cx="210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14:cNvPr>
              <p14:cNvContentPartPr/>
              <p14:nvPr/>
            </p14:nvContentPartPr>
            <p14:xfrm>
              <a:off x="10738942" y="5023616"/>
              <a:ext cx="9612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29942" y="501497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14:cNvPr>
              <p14:cNvContentPartPr/>
              <p14:nvPr/>
            </p14:nvContentPartPr>
            <p14:xfrm>
              <a:off x="10855222" y="4832456"/>
              <a:ext cx="235800" cy="2502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46582" y="4823456"/>
                <a:ext cx="253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14:cNvPr>
              <p14:cNvContentPartPr/>
              <p14:nvPr/>
            </p14:nvContentPartPr>
            <p14:xfrm>
              <a:off x="11004622" y="4927856"/>
              <a:ext cx="6840" cy="90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5622" y="4919216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14:cNvPr>
              <p14:cNvContentPartPr/>
              <p14:nvPr/>
            </p14:nvContentPartPr>
            <p14:xfrm>
              <a:off x="11168062" y="4843256"/>
              <a:ext cx="107280" cy="281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59422" y="4834616"/>
                <a:ext cx="12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14:cNvPr>
              <p14:cNvContentPartPr/>
              <p14:nvPr/>
            </p14:nvContentPartPr>
            <p14:xfrm>
              <a:off x="11148982" y="4990496"/>
              <a:ext cx="121680" cy="28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0342" y="4981856"/>
                <a:ext cx="139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14:cNvPr>
              <p14:cNvContentPartPr/>
              <p14:nvPr/>
            </p14:nvContentPartPr>
            <p14:xfrm>
              <a:off x="11291902" y="4952336"/>
              <a:ext cx="127080" cy="921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83262" y="4943336"/>
                <a:ext cx="14472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14416F-41FA-CB59-38DF-173E695E090E}"/>
              </a:ext>
            </a:extLst>
          </p:cNvPr>
          <p:cNvGrpSpPr/>
          <p:nvPr/>
        </p:nvGrpSpPr>
        <p:grpSpPr>
          <a:xfrm>
            <a:off x="7781902" y="4901576"/>
            <a:ext cx="2152080" cy="667080"/>
            <a:chOff x="7781902" y="4901576"/>
            <a:chExt cx="215208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14:cNvPr>
                <p14:cNvContentPartPr/>
                <p14:nvPr/>
              </p14:nvContentPartPr>
              <p14:xfrm>
                <a:off x="7800262" y="4932536"/>
                <a:ext cx="81360" cy="18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1622" y="4923536"/>
                  <a:ext cx="9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14:cNvPr>
                <p14:cNvContentPartPr/>
                <p14:nvPr/>
              </p14:nvContentPartPr>
              <p14:xfrm>
                <a:off x="7781902" y="5039456"/>
                <a:ext cx="107640" cy="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3262" y="5030816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14:cNvPr>
                <p14:cNvContentPartPr/>
                <p14:nvPr/>
              </p14:nvContentPartPr>
              <p14:xfrm>
                <a:off x="7926622" y="5038736"/>
                <a:ext cx="117720" cy="7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7622" y="5030096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14:cNvPr>
                <p14:cNvContentPartPr/>
                <p14:nvPr/>
              </p14:nvContentPartPr>
              <p14:xfrm>
                <a:off x="8250982" y="5022536"/>
                <a:ext cx="100080" cy="76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1982" y="5013896"/>
                  <a:ext cx="117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14:cNvPr>
                <p14:cNvContentPartPr/>
                <p14:nvPr/>
              </p14:nvContentPartPr>
              <p14:xfrm>
                <a:off x="8371582" y="5028296"/>
                <a:ext cx="77040" cy="71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62582" y="5019296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14:cNvPr>
                <p14:cNvContentPartPr/>
                <p14:nvPr/>
              </p14:nvContentPartPr>
              <p14:xfrm>
                <a:off x="8495062" y="5044856"/>
                <a:ext cx="21096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86422" y="5036216"/>
                  <a:ext cx="22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14:cNvPr>
                <p14:cNvContentPartPr/>
                <p14:nvPr/>
              </p14:nvContentPartPr>
              <p14:xfrm>
                <a:off x="8797462" y="5016776"/>
                <a:ext cx="80640" cy="18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88822" y="5008136"/>
                  <a:ext cx="98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14:cNvPr>
                <p14:cNvContentPartPr/>
                <p14:nvPr/>
              </p14:nvContentPartPr>
              <p14:xfrm>
                <a:off x="8931022" y="5029016"/>
                <a:ext cx="134640" cy="66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2382" y="5020376"/>
                  <a:ext cx="152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14:cNvPr>
                <p14:cNvContentPartPr/>
                <p14:nvPr/>
              </p14:nvContentPartPr>
              <p14:xfrm>
                <a:off x="9080062" y="4901576"/>
                <a:ext cx="103680" cy="17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1062" y="4892576"/>
                  <a:ext cx="12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14:cNvPr>
                <p14:cNvContentPartPr/>
                <p14:nvPr/>
              </p14:nvContentPartPr>
              <p14:xfrm>
                <a:off x="9062782" y="4996976"/>
                <a:ext cx="102600" cy="1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54142" y="4988336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14:cNvPr>
                <p14:cNvContentPartPr/>
                <p14:nvPr/>
              </p14:nvContentPartPr>
              <p14:xfrm>
                <a:off x="9214342" y="4992296"/>
                <a:ext cx="99720" cy="106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5342" y="4983296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14:cNvPr>
                <p14:cNvContentPartPr/>
                <p14:nvPr/>
              </p14:nvContentPartPr>
              <p14:xfrm>
                <a:off x="9641662" y="4917776"/>
                <a:ext cx="108720" cy="255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32662" y="4909136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14:cNvPr>
                <p14:cNvContentPartPr/>
                <p14:nvPr/>
              </p14:nvContentPartPr>
              <p14:xfrm>
                <a:off x="9643462" y="5045936"/>
                <a:ext cx="79920" cy="4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4822" y="5037296"/>
                  <a:ext cx="97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14:cNvPr>
                <p14:cNvContentPartPr/>
                <p14:nvPr/>
              </p14:nvContentPartPr>
              <p14:xfrm>
                <a:off x="9784942" y="5021816"/>
                <a:ext cx="71280" cy="72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5942" y="5012816"/>
                  <a:ext cx="88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14:cNvPr>
                <p14:cNvContentPartPr/>
                <p14:nvPr/>
              </p14:nvContentPartPr>
              <p14:xfrm>
                <a:off x="9903742" y="4991576"/>
                <a:ext cx="30240" cy="75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4742" y="498257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14:cNvPr>
                <p14:cNvContentPartPr/>
                <p14:nvPr/>
              </p14:nvContentPartPr>
              <p14:xfrm>
                <a:off x="7847782" y="5368856"/>
                <a:ext cx="393480" cy="8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9142" y="5359856"/>
                  <a:ext cx="411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14:cNvPr>
                <p14:cNvContentPartPr/>
                <p14:nvPr/>
              </p14:nvContentPartPr>
              <p14:xfrm>
                <a:off x="8259982" y="5258336"/>
                <a:ext cx="82800" cy="19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1342" y="5249336"/>
                  <a:ext cx="10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14:cNvPr>
                <p14:cNvContentPartPr/>
                <p14:nvPr/>
              </p14:nvContentPartPr>
              <p14:xfrm>
                <a:off x="8431342" y="5390456"/>
                <a:ext cx="9720" cy="3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2702" y="538181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14:cNvPr>
                <p14:cNvContentPartPr/>
                <p14:nvPr/>
              </p14:nvContentPartPr>
              <p14:xfrm>
                <a:off x="8378422" y="5289656"/>
                <a:ext cx="2160" cy="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69422" y="5280656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14:cNvPr>
                <p14:cNvContentPartPr/>
                <p14:nvPr/>
              </p14:nvContentPartPr>
              <p14:xfrm>
                <a:off x="8515222" y="5362736"/>
                <a:ext cx="81360" cy="51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6582" y="5354096"/>
                  <a:ext cx="9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14:cNvPr>
                <p14:cNvContentPartPr/>
                <p14:nvPr/>
              </p14:nvContentPartPr>
              <p14:xfrm>
                <a:off x="8807182" y="5341496"/>
                <a:ext cx="119160" cy="123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8542" y="5332496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14:cNvPr>
                <p14:cNvContentPartPr/>
                <p14:nvPr/>
              </p14:nvContentPartPr>
              <p14:xfrm>
                <a:off x="8527102" y="5364176"/>
                <a:ext cx="3564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18462" y="5355176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14:cNvPr>
                <p14:cNvContentPartPr/>
                <p14:nvPr/>
              </p14:nvContentPartPr>
              <p14:xfrm>
                <a:off x="8952262" y="5374616"/>
                <a:ext cx="37800" cy="54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43622" y="5365616"/>
                  <a:ext cx="5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14:cNvPr>
                <p14:cNvContentPartPr/>
                <p14:nvPr/>
              </p14:nvContentPartPr>
              <p14:xfrm>
                <a:off x="8952262" y="5280656"/>
                <a:ext cx="360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3622" y="5272016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14:cNvPr>
                <p14:cNvContentPartPr/>
                <p14:nvPr/>
              </p14:nvContentPartPr>
              <p14:xfrm>
                <a:off x="9045862" y="5363096"/>
                <a:ext cx="117720" cy="205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6862" y="5354456"/>
                  <a:ext cx="13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14:cNvPr>
                <p14:cNvContentPartPr/>
                <p14:nvPr/>
              </p14:nvContentPartPr>
              <p14:xfrm>
                <a:off x="9165022" y="5401256"/>
                <a:ext cx="123840" cy="6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382" y="5392256"/>
                  <a:ext cx="14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14:cNvPr>
                <p14:cNvContentPartPr/>
                <p14:nvPr/>
              </p14:nvContentPartPr>
              <p14:xfrm>
                <a:off x="9373462" y="5245016"/>
                <a:ext cx="163800" cy="23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64462" y="5236016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14:cNvPr>
                <p14:cNvContentPartPr/>
                <p14:nvPr/>
              </p14:nvContentPartPr>
              <p14:xfrm>
                <a:off x="9595942" y="5330336"/>
                <a:ext cx="637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7302" y="5321696"/>
                  <a:ext cx="81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D87A3E-C552-C6B8-0240-6F4185EFEA2F}"/>
              </a:ext>
            </a:extLst>
          </p:cNvPr>
          <p:cNvGrpSpPr/>
          <p:nvPr/>
        </p:nvGrpSpPr>
        <p:grpSpPr>
          <a:xfrm>
            <a:off x="711862" y="5360216"/>
            <a:ext cx="689400" cy="238320"/>
            <a:chOff x="711862" y="5360216"/>
            <a:chExt cx="68940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14:cNvPr>
                <p14:cNvContentPartPr/>
                <p14:nvPr/>
              </p14:nvContentPartPr>
              <p14:xfrm>
                <a:off x="711862" y="5380376"/>
                <a:ext cx="209160" cy="21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222" y="5371376"/>
                  <a:ext cx="226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14:cNvPr>
                <p14:cNvContentPartPr/>
                <p14:nvPr/>
              </p14:nvContentPartPr>
              <p14:xfrm>
                <a:off x="987982" y="5459936"/>
                <a:ext cx="123480" cy="128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9342" y="5451296"/>
                  <a:ext cx="14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14:cNvPr>
                <p14:cNvContentPartPr/>
                <p14:nvPr/>
              </p14:nvContentPartPr>
              <p14:xfrm>
                <a:off x="1136302" y="5479736"/>
                <a:ext cx="127800" cy="118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7302" y="5470736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14:cNvPr>
                <p14:cNvContentPartPr/>
                <p14:nvPr/>
              </p14:nvContentPartPr>
              <p14:xfrm>
                <a:off x="1303342" y="5360216"/>
                <a:ext cx="97920" cy="231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94342" y="5351576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2722769-2E3F-81E4-A820-7D3FA9D979E1}"/>
              </a:ext>
            </a:extLst>
          </p:cNvPr>
          <p:cNvGrpSpPr/>
          <p:nvPr/>
        </p:nvGrpSpPr>
        <p:grpSpPr>
          <a:xfrm>
            <a:off x="1610782" y="5364176"/>
            <a:ext cx="260640" cy="235440"/>
            <a:chOff x="1610782" y="5364176"/>
            <a:chExt cx="26064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14:cNvPr>
                <p14:cNvContentPartPr/>
                <p14:nvPr/>
              </p14:nvContentPartPr>
              <p14:xfrm>
                <a:off x="1626622" y="5364176"/>
                <a:ext cx="138600" cy="235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7622" y="535553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14:cNvPr>
                <p14:cNvContentPartPr/>
                <p14:nvPr/>
              </p14:nvContentPartPr>
              <p14:xfrm>
                <a:off x="1610782" y="5466776"/>
                <a:ext cx="138240" cy="25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02142" y="5458136"/>
                  <a:ext cx="15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14:cNvPr>
                <p14:cNvContentPartPr/>
                <p14:nvPr/>
              </p14:nvContentPartPr>
              <p14:xfrm>
                <a:off x="1763782" y="5506736"/>
                <a:ext cx="107640" cy="8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142" y="5497736"/>
                  <a:ext cx="125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334DCA9-B1A6-6271-C041-21322B99CA80}"/>
              </a:ext>
            </a:extLst>
          </p:cNvPr>
          <p:cNvGrpSpPr/>
          <p:nvPr/>
        </p:nvGrpSpPr>
        <p:grpSpPr>
          <a:xfrm>
            <a:off x="2046742" y="5278136"/>
            <a:ext cx="1817640" cy="453960"/>
            <a:chOff x="2046742" y="5278136"/>
            <a:chExt cx="181764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14:cNvPr>
                <p14:cNvContentPartPr/>
                <p14:nvPr/>
              </p14:nvContentPartPr>
              <p14:xfrm>
                <a:off x="2046742" y="5374616"/>
                <a:ext cx="138600" cy="192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7742" y="5365616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14:cNvPr>
                <p14:cNvContentPartPr/>
                <p14:nvPr/>
              </p14:nvContentPartPr>
              <p14:xfrm>
                <a:off x="2219902" y="5407736"/>
                <a:ext cx="239400" cy="154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902" y="5398736"/>
                  <a:ext cx="257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14:cNvPr>
                <p14:cNvContentPartPr/>
                <p14:nvPr/>
              </p14:nvContentPartPr>
              <p14:xfrm>
                <a:off x="2468302" y="5459576"/>
                <a:ext cx="109800" cy="100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9662" y="5450936"/>
                  <a:ext cx="127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14:cNvPr>
                <p14:cNvContentPartPr/>
                <p14:nvPr/>
              </p14:nvContentPartPr>
              <p14:xfrm>
                <a:off x="2573062" y="5337536"/>
                <a:ext cx="63720" cy="20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062" y="5328536"/>
                  <a:ext cx="81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14:cNvPr>
                <p14:cNvContentPartPr/>
                <p14:nvPr/>
              </p14:nvContentPartPr>
              <p14:xfrm>
                <a:off x="2615542" y="5449136"/>
                <a:ext cx="128880" cy="7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06542" y="5440136"/>
                  <a:ext cx="146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14:cNvPr>
                <p14:cNvContentPartPr/>
                <p14:nvPr/>
              </p14:nvContentPartPr>
              <p14:xfrm>
                <a:off x="2753782" y="5454176"/>
                <a:ext cx="4680" cy="1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4782" y="5445536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14:cNvPr>
                <p14:cNvContentPartPr/>
                <p14:nvPr/>
              </p14:nvContentPartPr>
              <p14:xfrm>
                <a:off x="2761702" y="5460656"/>
                <a:ext cx="8532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52702" y="5451656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14:cNvPr>
                <p14:cNvContentPartPr/>
                <p14:nvPr/>
              </p14:nvContentPartPr>
              <p14:xfrm>
                <a:off x="2918302" y="5477216"/>
                <a:ext cx="130320" cy="56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09302" y="5468576"/>
                  <a:ext cx="14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14:cNvPr>
                <p14:cNvContentPartPr/>
                <p14:nvPr/>
              </p14:nvContentPartPr>
              <p14:xfrm>
                <a:off x="3050422" y="5421056"/>
                <a:ext cx="123840" cy="251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422" y="5412416"/>
                  <a:ext cx="141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14:cNvPr>
                <p14:cNvContentPartPr/>
                <p14:nvPr/>
              </p14:nvContentPartPr>
              <p14:xfrm>
                <a:off x="3327262" y="5278136"/>
                <a:ext cx="123120" cy="255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8622" y="5269496"/>
                  <a:ext cx="140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14:cNvPr>
                <p14:cNvContentPartPr/>
                <p14:nvPr/>
              </p14:nvContentPartPr>
              <p14:xfrm>
                <a:off x="3485302" y="5439416"/>
                <a:ext cx="108000" cy="10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76302" y="5430776"/>
                  <a:ext cx="125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14:cNvPr>
                <p14:cNvContentPartPr/>
                <p14:nvPr/>
              </p14:nvContentPartPr>
              <p14:xfrm>
                <a:off x="3614902" y="5480816"/>
                <a:ext cx="128520" cy="4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05902" y="5471816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14:cNvPr>
                <p14:cNvContentPartPr/>
                <p14:nvPr/>
              </p14:nvContentPartPr>
              <p14:xfrm>
                <a:off x="3784102" y="5475416"/>
                <a:ext cx="80280" cy="256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5462" y="5466776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AECBE-2B7D-C977-7ABE-1A14AE8AD16E}"/>
              </a:ext>
            </a:extLst>
          </p:cNvPr>
          <p:cNvGrpSpPr/>
          <p:nvPr/>
        </p:nvGrpSpPr>
        <p:grpSpPr>
          <a:xfrm>
            <a:off x="4040062" y="5332136"/>
            <a:ext cx="704880" cy="319320"/>
            <a:chOff x="4040062" y="5332136"/>
            <a:chExt cx="7048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14:cNvPr>
                <p14:cNvContentPartPr/>
                <p14:nvPr/>
              </p14:nvContentPartPr>
              <p14:xfrm>
                <a:off x="4056262" y="5491616"/>
                <a:ext cx="475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7262" y="5482616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14:cNvPr>
                <p14:cNvContentPartPr/>
                <p14:nvPr/>
              </p14:nvContentPartPr>
              <p14:xfrm>
                <a:off x="4040062" y="5385056"/>
                <a:ext cx="14760" cy="2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1422" y="5376416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14:cNvPr>
                <p14:cNvContentPartPr/>
                <p14:nvPr/>
              </p14:nvContentPartPr>
              <p14:xfrm>
                <a:off x="4119982" y="5491616"/>
                <a:ext cx="10224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0982" y="5482616"/>
                  <a:ext cx="11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14:cNvPr>
                <p14:cNvContentPartPr/>
                <p14:nvPr/>
              </p14:nvContentPartPr>
              <p14:xfrm>
                <a:off x="4301422" y="5450216"/>
                <a:ext cx="78120" cy="20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92422" y="5441216"/>
                  <a:ext cx="95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14:cNvPr>
                <p14:cNvContentPartPr/>
                <p14:nvPr/>
              </p14:nvContentPartPr>
              <p14:xfrm>
                <a:off x="4454782" y="5507456"/>
                <a:ext cx="849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6142" y="5498816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14:cNvPr>
                <p14:cNvContentPartPr/>
                <p14:nvPr/>
              </p14:nvContentPartPr>
              <p14:xfrm>
                <a:off x="4518502" y="5332136"/>
                <a:ext cx="85320" cy="18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09862" y="5323496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14:cNvPr>
                <p14:cNvContentPartPr/>
                <p14:nvPr/>
              </p14:nvContentPartPr>
              <p14:xfrm>
                <a:off x="4509142" y="5436176"/>
                <a:ext cx="89640" cy="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00502" y="5427176"/>
                  <a:ext cx="10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14:cNvPr>
                <p14:cNvContentPartPr/>
                <p14:nvPr/>
              </p14:nvContentPartPr>
              <p14:xfrm>
                <a:off x="4685542" y="5430416"/>
                <a:ext cx="59400" cy="115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76902" y="54217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17C21B-3BDD-139B-C83E-3344366A65BA}"/>
              </a:ext>
            </a:extLst>
          </p:cNvPr>
          <p:cNvGrpSpPr/>
          <p:nvPr/>
        </p:nvGrpSpPr>
        <p:grpSpPr>
          <a:xfrm>
            <a:off x="4997302" y="5326736"/>
            <a:ext cx="458280" cy="216000"/>
            <a:chOff x="4997302" y="5326736"/>
            <a:chExt cx="458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14:cNvPr>
                <p14:cNvContentPartPr/>
                <p14:nvPr/>
              </p14:nvContentPartPr>
              <p14:xfrm>
                <a:off x="5002342" y="5459576"/>
                <a:ext cx="20880" cy="69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93702" y="5450936"/>
                  <a:ext cx="38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14:cNvPr>
                <p14:cNvContentPartPr/>
                <p14:nvPr/>
              </p14:nvContentPartPr>
              <p14:xfrm>
                <a:off x="4997302" y="5342576"/>
                <a:ext cx="6840" cy="21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302" y="5333936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14:cNvPr>
                <p14:cNvContentPartPr/>
                <p14:nvPr/>
              </p14:nvContentPartPr>
              <p14:xfrm>
                <a:off x="5061022" y="5454176"/>
                <a:ext cx="103680" cy="47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022" y="5445536"/>
                  <a:ext cx="12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14:cNvPr>
                <p14:cNvContentPartPr/>
                <p14:nvPr/>
              </p14:nvContentPartPr>
              <p14:xfrm>
                <a:off x="5215102" y="5326736"/>
                <a:ext cx="92160" cy="216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06102" y="5317736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14:cNvPr>
                <p14:cNvContentPartPr/>
                <p14:nvPr/>
              </p14:nvContentPartPr>
              <p14:xfrm>
                <a:off x="5209702" y="5446256"/>
                <a:ext cx="101520" cy="24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0702" y="5437616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14:cNvPr>
                <p14:cNvContentPartPr/>
                <p14:nvPr/>
              </p14:nvContentPartPr>
              <p14:xfrm>
                <a:off x="5354422" y="5459936"/>
                <a:ext cx="101160" cy="64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45422" y="5451296"/>
                  <a:ext cx="118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C7824C0-541C-15A4-A221-829B07622437}"/>
              </a:ext>
            </a:extLst>
          </p:cNvPr>
          <p:cNvGrpSpPr/>
          <p:nvPr/>
        </p:nvGrpSpPr>
        <p:grpSpPr>
          <a:xfrm>
            <a:off x="5629822" y="5257616"/>
            <a:ext cx="700200" cy="246600"/>
            <a:chOff x="5629822" y="5257616"/>
            <a:chExt cx="7002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14:cNvPr>
                <p14:cNvContentPartPr/>
                <p14:nvPr/>
              </p14:nvContentPartPr>
              <p14:xfrm>
                <a:off x="5629822" y="5305496"/>
                <a:ext cx="127440" cy="19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20822" y="5296496"/>
                  <a:ext cx="14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14:cNvPr>
                <p14:cNvContentPartPr/>
                <p14:nvPr/>
              </p14:nvContentPartPr>
              <p14:xfrm>
                <a:off x="5725582" y="5305496"/>
                <a:ext cx="88560" cy="192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16582" y="5296496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14:cNvPr>
                <p14:cNvContentPartPr/>
                <p14:nvPr/>
              </p14:nvContentPartPr>
              <p14:xfrm>
                <a:off x="5867062" y="5406296"/>
                <a:ext cx="77760" cy="88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58422" y="5397656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14:cNvPr>
                <p14:cNvContentPartPr/>
                <p14:nvPr/>
              </p14:nvContentPartPr>
              <p14:xfrm>
                <a:off x="5993782" y="5395856"/>
                <a:ext cx="101880" cy="102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4782" y="538685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14:cNvPr>
                <p14:cNvContentPartPr/>
                <p14:nvPr/>
              </p14:nvContentPartPr>
              <p14:xfrm>
                <a:off x="6023302" y="5257616"/>
                <a:ext cx="99360" cy="226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4302" y="5248976"/>
                  <a:ext cx="11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14:cNvPr>
                <p14:cNvContentPartPr/>
                <p14:nvPr/>
              </p14:nvContentPartPr>
              <p14:xfrm>
                <a:off x="6096742" y="5385056"/>
                <a:ext cx="110160" cy="86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8102" y="5376416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14:cNvPr>
                <p14:cNvContentPartPr/>
                <p14:nvPr/>
              </p14:nvContentPartPr>
              <p14:xfrm>
                <a:off x="6253702" y="5359496"/>
                <a:ext cx="76320" cy="135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44702" y="5350496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1F0AE5-4666-8368-D989-73FF20C53591}"/>
              </a:ext>
            </a:extLst>
          </p:cNvPr>
          <p:cNvGrpSpPr/>
          <p:nvPr/>
        </p:nvGrpSpPr>
        <p:grpSpPr>
          <a:xfrm>
            <a:off x="770542" y="6004616"/>
            <a:ext cx="456120" cy="222120"/>
            <a:chOff x="770542" y="6004616"/>
            <a:chExt cx="45612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14:cNvPr>
                <p14:cNvContentPartPr/>
                <p14:nvPr/>
              </p14:nvContentPartPr>
              <p14:xfrm>
                <a:off x="781342" y="6023336"/>
                <a:ext cx="97560" cy="203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342" y="6014336"/>
                  <a:ext cx="115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14:cNvPr>
                <p14:cNvContentPartPr/>
                <p14:nvPr/>
              </p14:nvContentPartPr>
              <p14:xfrm>
                <a:off x="770542" y="6004616"/>
                <a:ext cx="131400" cy="24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902" y="5995976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14:cNvPr>
                <p14:cNvContentPartPr/>
                <p14:nvPr/>
              </p14:nvContentPartPr>
              <p14:xfrm>
                <a:off x="807982" y="6113696"/>
                <a:ext cx="13392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8982" y="6104696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14:cNvPr>
                <p14:cNvContentPartPr/>
                <p14:nvPr/>
              </p14:nvContentPartPr>
              <p14:xfrm>
                <a:off x="968182" y="6070856"/>
                <a:ext cx="258480" cy="155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9542" y="6061856"/>
                  <a:ext cx="276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A4FD9E6-FCA2-AC7E-579F-E69D67D10F50}"/>
              </a:ext>
            </a:extLst>
          </p:cNvPr>
          <p:cNvGrpSpPr/>
          <p:nvPr/>
        </p:nvGrpSpPr>
        <p:grpSpPr>
          <a:xfrm>
            <a:off x="1496662" y="5966096"/>
            <a:ext cx="1706400" cy="371880"/>
            <a:chOff x="1496662" y="5966096"/>
            <a:chExt cx="170640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14:cNvPr>
                <p14:cNvContentPartPr/>
                <p14:nvPr/>
              </p14:nvContentPartPr>
              <p14:xfrm>
                <a:off x="1496662" y="5966096"/>
                <a:ext cx="149400" cy="317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88022" y="5957456"/>
                  <a:ext cx="167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14:cNvPr>
                <p14:cNvContentPartPr/>
                <p14:nvPr/>
              </p14:nvContentPartPr>
              <p14:xfrm>
                <a:off x="1498102" y="6176696"/>
                <a:ext cx="112680" cy="16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89462" y="616769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14:cNvPr>
                <p14:cNvContentPartPr/>
                <p14:nvPr/>
              </p14:nvContentPartPr>
              <p14:xfrm>
                <a:off x="1656502" y="6086696"/>
                <a:ext cx="219600" cy="99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7862" y="6078056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14:cNvPr>
                <p14:cNvContentPartPr/>
                <p14:nvPr/>
              </p14:nvContentPartPr>
              <p14:xfrm>
                <a:off x="1905982" y="6118736"/>
                <a:ext cx="143280" cy="219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96982" y="6110096"/>
                  <a:ext cx="16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14:cNvPr>
                <p14:cNvContentPartPr/>
                <p14:nvPr/>
              </p14:nvContentPartPr>
              <p14:xfrm>
                <a:off x="2210542" y="6010016"/>
                <a:ext cx="136800" cy="18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01902" y="6001376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14:cNvPr>
                <p14:cNvContentPartPr/>
                <p14:nvPr/>
              </p14:nvContentPartPr>
              <p14:xfrm>
                <a:off x="2393062" y="6093896"/>
                <a:ext cx="95040" cy="90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84062" y="6084896"/>
                  <a:ext cx="112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14:cNvPr>
                <p14:cNvContentPartPr/>
                <p14:nvPr/>
              </p14:nvContentPartPr>
              <p14:xfrm>
                <a:off x="2525182" y="6102536"/>
                <a:ext cx="249480" cy="63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16182" y="6093536"/>
                  <a:ext cx="26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14:cNvPr>
                <p14:cNvContentPartPr/>
                <p14:nvPr/>
              </p14:nvContentPartPr>
              <p14:xfrm>
                <a:off x="2877622" y="6118736"/>
                <a:ext cx="99000" cy="69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68622" y="611009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14:cNvPr>
                <p14:cNvContentPartPr/>
                <p14:nvPr/>
              </p14:nvContentPartPr>
              <p14:xfrm>
                <a:off x="3008662" y="6124136"/>
                <a:ext cx="48600" cy="66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00022" y="6115496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14:cNvPr>
                <p14:cNvContentPartPr/>
                <p14:nvPr/>
              </p14:nvContentPartPr>
              <p14:xfrm>
                <a:off x="3003622" y="6017936"/>
                <a:ext cx="6840" cy="15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94622" y="6008936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14:cNvPr>
                <p14:cNvContentPartPr/>
                <p14:nvPr/>
              </p14:nvContentPartPr>
              <p14:xfrm>
                <a:off x="3109822" y="6128096"/>
                <a:ext cx="93240" cy="43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01182" y="6119456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5F217AE-2ECF-DB95-FE87-62B90660ACC8}"/>
              </a:ext>
            </a:extLst>
          </p:cNvPr>
          <p:cNvGrpSpPr/>
          <p:nvPr/>
        </p:nvGrpSpPr>
        <p:grpSpPr>
          <a:xfrm>
            <a:off x="3451822" y="5991296"/>
            <a:ext cx="1312200" cy="345960"/>
            <a:chOff x="3451822" y="5991296"/>
            <a:chExt cx="131220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14:cNvPr>
                <p14:cNvContentPartPr/>
                <p14:nvPr/>
              </p14:nvContentPartPr>
              <p14:xfrm>
                <a:off x="3451822" y="6101816"/>
                <a:ext cx="102240" cy="235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43182" y="6092816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14:cNvPr>
                <p14:cNvContentPartPr/>
                <p14:nvPr/>
              </p14:nvContentPartPr>
              <p14:xfrm>
                <a:off x="3576742" y="6082736"/>
                <a:ext cx="54720" cy="96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68102" y="6073736"/>
                  <a:ext cx="7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14:cNvPr>
                <p14:cNvContentPartPr/>
                <p14:nvPr/>
              </p14:nvContentPartPr>
              <p14:xfrm>
                <a:off x="3756742" y="6096416"/>
                <a:ext cx="93240" cy="92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48102" y="6087776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14:cNvPr>
                <p14:cNvContentPartPr/>
                <p14:nvPr/>
              </p14:nvContentPartPr>
              <p14:xfrm>
                <a:off x="3920542" y="6072296"/>
                <a:ext cx="175680" cy="116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11902" y="6063296"/>
                  <a:ext cx="19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14:cNvPr>
                <p14:cNvContentPartPr/>
                <p14:nvPr/>
              </p14:nvContentPartPr>
              <p14:xfrm>
                <a:off x="4146982" y="6074456"/>
                <a:ext cx="60840" cy="88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37982" y="6065456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14:cNvPr>
                <p14:cNvContentPartPr/>
                <p14:nvPr/>
              </p14:nvContentPartPr>
              <p14:xfrm>
                <a:off x="4182982" y="6030896"/>
                <a:ext cx="126000" cy="12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74342" y="602189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14:cNvPr>
                <p14:cNvContentPartPr/>
                <p14:nvPr/>
              </p14:nvContentPartPr>
              <p14:xfrm>
                <a:off x="4396462" y="6070856"/>
                <a:ext cx="33840" cy="68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87462" y="6062216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14:cNvPr>
                <p14:cNvContentPartPr/>
                <p14:nvPr/>
              </p14:nvContentPartPr>
              <p14:xfrm>
                <a:off x="4369822" y="5991296"/>
                <a:ext cx="28440" cy="35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60822" y="5982296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14:cNvPr>
                <p14:cNvContentPartPr/>
                <p14:nvPr/>
              </p14:nvContentPartPr>
              <p14:xfrm>
                <a:off x="4497262" y="6094616"/>
                <a:ext cx="99360" cy="28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8622" y="6085976"/>
                  <a:ext cx="11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14:cNvPr>
                <p14:cNvContentPartPr/>
                <p14:nvPr/>
              </p14:nvContentPartPr>
              <p14:xfrm>
                <a:off x="4667182" y="6080936"/>
                <a:ext cx="96840" cy="247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58542" y="6071936"/>
                  <a:ext cx="1144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C32D21E-847D-3DCA-376A-F28F50F528CD}"/>
              </a:ext>
            </a:extLst>
          </p:cNvPr>
          <p:cNvGrpSpPr/>
          <p:nvPr/>
        </p:nvGrpSpPr>
        <p:grpSpPr>
          <a:xfrm>
            <a:off x="5050222" y="6028736"/>
            <a:ext cx="425520" cy="155160"/>
            <a:chOff x="5050222" y="6028736"/>
            <a:chExt cx="4255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14:cNvPr>
                <p14:cNvContentPartPr/>
                <p14:nvPr/>
              </p14:nvContentPartPr>
              <p14:xfrm>
                <a:off x="5050222" y="6062576"/>
                <a:ext cx="230400" cy="108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41582" y="6053936"/>
                  <a:ext cx="248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14:cNvPr>
                <p14:cNvContentPartPr/>
                <p14:nvPr/>
              </p14:nvContentPartPr>
              <p14:xfrm>
                <a:off x="5330302" y="6028736"/>
                <a:ext cx="145440" cy="155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1662" y="6019736"/>
                  <a:ext cx="163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FE4B621-63E8-D7E9-53A4-8C37C50250BE}"/>
              </a:ext>
            </a:extLst>
          </p:cNvPr>
          <p:cNvGrpSpPr/>
          <p:nvPr/>
        </p:nvGrpSpPr>
        <p:grpSpPr>
          <a:xfrm>
            <a:off x="5640262" y="5875736"/>
            <a:ext cx="600840" cy="281880"/>
            <a:chOff x="5640262" y="5875736"/>
            <a:chExt cx="60084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14:cNvPr>
                <p14:cNvContentPartPr/>
                <p14:nvPr/>
              </p14:nvContentPartPr>
              <p14:xfrm>
                <a:off x="5640262" y="6022976"/>
                <a:ext cx="484560" cy="134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1622" y="6013976"/>
                  <a:ext cx="50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14:cNvPr>
                <p14:cNvContentPartPr/>
                <p14:nvPr/>
              </p14:nvContentPartPr>
              <p14:xfrm>
                <a:off x="6106822" y="5875736"/>
                <a:ext cx="134280" cy="255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97822" y="5866736"/>
                  <a:ext cx="151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E29000E-4E7A-DB45-D633-60299319CF7E}"/>
              </a:ext>
            </a:extLst>
          </p:cNvPr>
          <p:cNvGrpSpPr/>
          <p:nvPr/>
        </p:nvGrpSpPr>
        <p:grpSpPr>
          <a:xfrm>
            <a:off x="3083182" y="6389816"/>
            <a:ext cx="986400" cy="213480"/>
            <a:chOff x="3083182" y="6389816"/>
            <a:chExt cx="986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14:cNvPr>
                <p14:cNvContentPartPr/>
                <p14:nvPr/>
              </p14:nvContentPartPr>
              <p14:xfrm>
                <a:off x="3112342" y="6410336"/>
                <a:ext cx="90720" cy="192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03702" y="6401336"/>
                  <a:ext cx="108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14:cNvPr>
                <p14:cNvContentPartPr/>
                <p14:nvPr/>
              </p14:nvContentPartPr>
              <p14:xfrm>
                <a:off x="3083182" y="6512216"/>
                <a:ext cx="112320" cy="16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74182" y="6503576"/>
                  <a:ext cx="12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14:cNvPr>
                <p14:cNvContentPartPr/>
                <p14:nvPr/>
              </p14:nvContentPartPr>
              <p14:xfrm>
                <a:off x="3217102" y="6527696"/>
                <a:ext cx="135720" cy="4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8462" y="6518696"/>
                  <a:ext cx="153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14:cNvPr>
                <p14:cNvContentPartPr/>
                <p14:nvPr/>
              </p14:nvContentPartPr>
              <p14:xfrm>
                <a:off x="3482062" y="6389816"/>
                <a:ext cx="100080" cy="210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73062" y="6381176"/>
                  <a:ext cx="117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14:cNvPr>
                <p14:cNvContentPartPr/>
                <p14:nvPr/>
              </p14:nvContentPartPr>
              <p14:xfrm>
                <a:off x="3478462" y="6490616"/>
                <a:ext cx="104760" cy="11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9822" y="6481976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14:cNvPr>
                <p14:cNvContentPartPr/>
                <p14:nvPr/>
              </p14:nvContentPartPr>
              <p14:xfrm>
                <a:off x="3597982" y="6496376"/>
                <a:ext cx="154800" cy="88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88982" y="6487376"/>
                  <a:ext cx="17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14:cNvPr>
                <p14:cNvContentPartPr/>
                <p14:nvPr/>
              </p14:nvContentPartPr>
              <p14:xfrm>
                <a:off x="3753142" y="6400616"/>
                <a:ext cx="70200" cy="174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44142" y="6391976"/>
                  <a:ext cx="8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14:cNvPr>
                <p14:cNvContentPartPr/>
                <p14:nvPr/>
              </p14:nvContentPartPr>
              <p14:xfrm>
                <a:off x="3822622" y="6471176"/>
                <a:ext cx="246960" cy="89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13622" y="6462536"/>
                  <a:ext cx="264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0ABDDCB-9BD8-9989-2981-A442F6BC628D}"/>
              </a:ext>
            </a:extLst>
          </p:cNvPr>
          <p:cNvGrpSpPr/>
          <p:nvPr/>
        </p:nvGrpSpPr>
        <p:grpSpPr>
          <a:xfrm>
            <a:off x="4257142" y="6317456"/>
            <a:ext cx="1128600" cy="253440"/>
            <a:chOff x="4257142" y="6317456"/>
            <a:chExt cx="11286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14:cNvPr>
                <p14:cNvContentPartPr/>
                <p14:nvPr/>
              </p14:nvContentPartPr>
              <p14:xfrm>
                <a:off x="4257142" y="6370376"/>
                <a:ext cx="163800" cy="174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8502" y="6361736"/>
                  <a:ext cx="181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14:cNvPr>
                <p14:cNvContentPartPr/>
                <p14:nvPr/>
              </p14:nvContentPartPr>
              <p14:xfrm>
                <a:off x="4449382" y="6443096"/>
                <a:ext cx="63000" cy="97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40742" y="6434456"/>
                  <a:ext cx="80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14:cNvPr>
                <p14:cNvContentPartPr/>
                <p14:nvPr/>
              </p14:nvContentPartPr>
              <p14:xfrm>
                <a:off x="4444342" y="6352736"/>
                <a:ext cx="100080" cy="48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35342" y="6343736"/>
                  <a:ext cx="11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14:cNvPr>
                <p14:cNvContentPartPr/>
                <p14:nvPr/>
              </p14:nvContentPartPr>
              <p14:xfrm>
                <a:off x="4449382" y="6445256"/>
                <a:ext cx="61920" cy="14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0742" y="6436616"/>
                  <a:ext cx="79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14:cNvPr>
                <p14:cNvContentPartPr/>
                <p14:nvPr/>
              </p14:nvContentPartPr>
              <p14:xfrm>
                <a:off x="4614262" y="6416456"/>
                <a:ext cx="56520" cy="106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05622" y="640781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14:cNvPr>
                <p14:cNvContentPartPr/>
                <p14:nvPr/>
              </p14:nvContentPartPr>
              <p14:xfrm>
                <a:off x="4582582" y="6393416"/>
                <a:ext cx="85320" cy="24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73942" y="6384416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14:cNvPr>
                <p14:cNvContentPartPr/>
                <p14:nvPr/>
              </p14:nvContentPartPr>
              <p14:xfrm>
                <a:off x="4773742" y="6317456"/>
                <a:ext cx="78840" cy="253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65102" y="6308816"/>
                  <a:ext cx="9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14:cNvPr>
                <p14:cNvContentPartPr/>
                <p14:nvPr/>
              </p14:nvContentPartPr>
              <p14:xfrm>
                <a:off x="4880302" y="6432656"/>
                <a:ext cx="73080" cy="123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71302" y="642365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14:cNvPr>
                <p14:cNvContentPartPr/>
                <p14:nvPr/>
              </p14:nvContentPartPr>
              <p14:xfrm>
                <a:off x="4885342" y="6405296"/>
                <a:ext cx="101880" cy="11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76702" y="6396656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14:cNvPr>
                <p14:cNvContentPartPr/>
                <p14:nvPr/>
              </p14:nvContentPartPr>
              <p14:xfrm>
                <a:off x="4917382" y="6469376"/>
                <a:ext cx="42480" cy="16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08382" y="6460376"/>
                  <a:ext cx="6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14:cNvPr>
                <p14:cNvContentPartPr/>
                <p14:nvPr/>
              </p14:nvContentPartPr>
              <p14:xfrm>
                <a:off x="5076862" y="6416456"/>
                <a:ext cx="33840" cy="116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8222" y="6407816"/>
                  <a:ext cx="5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14:cNvPr>
                <p14:cNvContentPartPr/>
                <p14:nvPr/>
              </p14:nvContentPartPr>
              <p14:xfrm>
                <a:off x="5055622" y="6372536"/>
                <a:ext cx="80640" cy="33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46622" y="6363896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14:cNvPr>
                <p14:cNvContentPartPr/>
                <p14:nvPr/>
              </p14:nvContentPartPr>
              <p14:xfrm>
                <a:off x="5087662" y="6458936"/>
                <a:ext cx="62280" cy="16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78662" y="6449936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14:cNvPr>
                <p14:cNvContentPartPr/>
                <p14:nvPr/>
              </p14:nvContentPartPr>
              <p14:xfrm>
                <a:off x="5310862" y="6437696"/>
                <a:ext cx="39960" cy="111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01862" y="6429056"/>
                  <a:ext cx="5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14:cNvPr>
                <p14:cNvContentPartPr/>
                <p14:nvPr/>
              </p14:nvContentPartPr>
              <p14:xfrm>
                <a:off x="5194582" y="6373976"/>
                <a:ext cx="191160" cy="32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185582" y="6364976"/>
                  <a:ext cx="2088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B1181F-7E01-592C-B1D3-4AF12D897386}"/>
              </a:ext>
            </a:extLst>
          </p:cNvPr>
          <p:cNvGrpSpPr/>
          <p:nvPr/>
        </p:nvGrpSpPr>
        <p:grpSpPr>
          <a:xfrm>
            <a:off x="5720182" y="6262376"/>
            <a:ext cx="1141920" cy="370440"/>
            <a:chOff x="5720182" y="6262376"/>
            <a:chExt cx="114192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14:cNvPr>
                <p14:cNvContentPartPr/>
                <p14:nvPr/>
              </p14:nvContentPartPr>
              <p14:xfrm>
                <a:off x="5720182" y="6443096"/>
                <a:ext cx="123120" cy="76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11542" y="6434456"/>
                  <a:ext cx="140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14:cNvPr>
                <p14:cNvContentPartPr/>
                <p14:nvPr/>
              </p14:nvContentPartPr>
              <p14:xfrm>
                <a:off x="5883262" y="6330056"/>
                <a:ext cx="87840" cy="302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4622" y="6321056"/>
                  <a:ext cx="105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14:cNvPr>
                <p14:cNvContentPartPr/>
                <p14:nvPr/>
              </p14:nvContentPartPr>
              <p14:xfrm>
                <a:off x="5879662" y="6506456"/>
                <a:ext cx="85320" cy="22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70662" y="6497456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14:cNvPr>
                <p14:cNvContentPartPr/>
                <p14:nvPr/>
              </p14:nvContentPartPr>
              <p14:xfrm>
                <a:off x="6124102" y="6310256"/>
                <a:ext cx="123120" cy="181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15462" y="6301256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14:cNvPr>
                <p14:cNvContentPartPr/>
                <p14:nvPr/>
              </p14:nvContentPartPr>
              <p14:xfrm>
                <a:off x="6230662" y="6310256"/>
                <a:ext cx="93600" cy="17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62" y="6301256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14:cNvPr>
                <p14:cNvContentPartPr/>
                <p14:nvPr/>
              </p14:nvContentPartPr>
              <p14:xfrm>
                <a:off x="6360982" y="6379016"/>
                <a:ext cx="81720" cy="69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351982" y="6370376"/>
                  <a:ext cx="99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14:cNvPr>
                <p14:cNvContentPartPr/>
                <p14:nvPr/>
              </p14:nvContentPartPr>
              <p14:xfrm>
                <a:off x="6499942" y="6384776"/>
                <a:ext cx="93240" cy="91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90942" y="6375776"/>
                  <a:ext cx="110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14:cNvPr>
                <p14:cNvContentPartPr/>
                <p14:nvPr/>
              </p14:nvContentPartPr>
              <p14:xfrm>
                <a:off x="6554662" y="6262376"/>
                <a:ext cx="83880" cy="200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46022" y="6253736"/>
                  <a:ext cx="101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14:cNvPr>
                <p14:cNvContentPartPr/>
                <p14:nvPr/>
              </p14:nvContentPartPr>
              <p14:xfrm>
                <a:off x="6646822" y="6379376"/>
                <a:ext cx="109440" cy="70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38182" y="6370376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14:cNvPr>
                <p14:cNvContentPartPr/>
                <p14:nvPr/>
              </p14:nvContentPartPr>
              <p14:xfrm>
                <a:off x="6771382" y="6352736"/>
                <a:ext cx="90720" cy="128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62382" y="6344096"/>
                  <a:ext cx="1083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5DA608E-8FDF-1EC5-BBF3-708E713976ED}"/>
              </a:ext>
            </a:extLst>
          </p:cNvPr>
          <p:cNvGrpSpPr/>
          <p:nvPr/>
        </p:nvGrpSpPr>
        <p:grpSpPr>
          <a:xfrm>
            <a:off x="5166862" y="4480376"/>
            <a:ext cx="2186280" cy="1067400"/>
            <a:chOff x="5166862" y="4480376"/>
            <a:chExt cx="2186280" cy="10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14:cNvPr>
                <p14:cNvContentPartPr/>
                <p14:nvPr/>
              </p14:nvContentPartPr>
              <p14:xfrm>
                <a:off x="5709382" y="5071496"/>
                <a:ext cx="78480" cy="101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00742" y="5062856"/>
                  <a:ext cx="96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14:cNvPr>
                <p14:cNvContentPartPr/>
                <p14:nvPr/>
              </p14:nvContentPartPr>
              <p14:xfrm>
                <a:off x="5166862" y="4865576"/>
                <a:ext cx="80640" cy="10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158222" y="4856936"/>
                  <a:ext cx="98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14:cNvPr>
                <p14:cNvContentPartPr/>
                <p14:nvPr/>
              </p14:nvContentPartPr>
              <p14:xfrm>
                <a:off x="5294302" y="4812296"/>
                <a:ext cx="275760" cy="116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5302" y="4803296"/>
                  <a:ext cx="293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14:cNvPr>
                <p14:cNvContentPartPr/>
                <p14:nvPr/>
              </p14:nvContentPartPr>
              <p14:xfrm>
                <a:off x="5566102" y="4706456"/>
                <a:ext cx="102960" cy="182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7102" y="4697456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14:cNvPr>
                <p14:cNvContentPartPr/>
                <p14:nvPr/>
              </p14:nvContentPartPr>
              <p14:xfrm>
                <a:off x="5746822" y="4693496"/>
                <a:ext cx="113040" cy="173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7822" y="4684856"/>
                  <a:ext cx="13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14:cNvPr>
                <p14:cNvContentPartPr/>
                <p14:nvPr/>
              </p14:nvContentPartPr>
              <p14:xfrm>
                <a:off x="5773462" y="4770896"/>
                <a:ext cx="101160" cy="266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4822" y="4762256"/>
                  <a:ext cx="11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14:cNvPr>
                <p14:cNvContentPartPr/>
                <p14:nvPr/>
              </p14:nvContentPartPr>
              <p14:xfrm>
                <a:off x="5926822" y="4746776"/>
                <a:ext cx="129600" cy="86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17822" y="4737776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14:cNvPr>
                <p14:cNvContentPartPr/>
                <p14:nvPr/>
              </p14:nvContentPartPr>
              <p14:xfrm>
                <a:off x="6163702" y="4676216"/>
                <a:ext cx="98280" cy="178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54702" y="4667576"/>
                  <a:ext cx="115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14:cNvPr>
                <p14:cNvContentPartPr/>
                <p14:nvPr/>
              </p14:nvContentPartPr>
              <p14:xfrm>
                <a:off x="6262342" y="4599896"/>
                <a:ext cx="192600" cy="143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53342" y="4591256"/>
                  <a:ext cx="210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14:cNvPr>
                <p14:cNvContentPartPr/>
                <p14:nvPr/>
              </p14:nvContentPartPr>
              <p14:xfrm>
                <a:off x="6481942" y="4569296"/>
                <a:ext cx="217440" cy="99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72942" y="4560296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14:cNvPr>
                <p14:cNvContentPartPr/>
                <p14:nvPr/>
              </p14:nvContentPartPr>
              <p14:xfrm>
                <a:off x="6775702" y="4524296"/>
                <a:ext cx="70920" cy="104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67062" y="4515656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14:cNvPr>
                <p14:cNvContentPartPr/>
                <p14:nvPr/>
              </p14:nvContentPartPr>
              <p14:xfrm>
                <a:off x="6890902" y="4519616"/>
                <a:ext cx="158760" cy="84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82262" y="4510616"/>
                  <a:ext cx="17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14:cNvPr>
                <p14:cNvContentPartPr/>
                <p14:nvPr/>
              </p14:nvContentPartPr>
              <p14:xfrm>
                <a:off x="6884422" y="4480376"/>
                <a:ext cx="73440" cy="51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875422" y="4471376"/>
                  <a:ext cx="9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14:cNvPr>
                <p14:cNvContentPartPr/>
                <p14:nvPr/>
              </p14:nvContentPartPr>
              <p14:xfrm>
                <a:off x="5980462" y="4996976"/>
                <a:ext cx="191160" cy="56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71822" y="4987976"/>
                  <a:ext cx="20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14:cNvPr>
                <p14:cNvContentPartPr/>
                <p14:nvPr/>
              </p14:nvContentPartPr>
              <p14:xfrm>
                <a:off x="6183142" y="4908056"/>
                <a:ext cx="123120" cy="1069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74142" y="4899056"/>
                  <a:ext cx="140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14:cNvPr>
                <p14:cNvContentPartPr/>
                <p14:nvPr/>
              </p14:nvContentPartPr>
              <p14:xfrm>
                <a:off x="6299782" y="4907336"/>
                <a:ext cx="170280" cy="55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90782" y="4898696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14:cNvPr>
                <p14:cNvContentPartPr/>
                <p14:nvPr/>
              </p14:nvContentPartPr>
              <p14:xfrm>
                <a:off x="6533062" y="4863416"/>
                <a:ext cx="73800" cy="49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24062" y="4854416"/>
                  <a:ext cx="9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14:cNvPr>
                <p14:cNvContentPartPr/>
                <p14:nvPr/>
              </p14:nvContentPartPr>
              <p14:xfrm>
                <a:off x="6608302" y="4788896"/>
                <a:ext cx="68400" cy="86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99662" y="4779896"/>
                  <a:ext cx="86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14:cNvPr>
                <p14:cNvContentPartPr/>
                <p14:nvPr/>
              </p14:nvContentPartPr>
              <p14:xfrm>
                <a:off x="6730342" y="4800416"/>
                <a:ext cx="127440" cy="187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1342" y="4791776"/>
                  <a:ext cx="145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14:cNvPr>
                <p14:cNvContentPartPr/>
                <p14:nvPr/>
              </p14:nvContentPartPr>
              <p14:xfrm>
                <a:off x="6378262" y="5082296"/>
                <a:ext cx="146880" cy="221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369262" y="5073656"/>
                  <a:ext cx="164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14:cNvPr>
                <p14:cNvContentPartPr/>
                <p14:nvPr/>
              </p14:nvContentPartPr>
              <p14:xfrm>
                <a:off x="6416062" y="5206856"/>
                <a:ext cx="75240" cy="23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407062" y="5197856"/>
                  <a:ext cx="9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14:cNvPr>
                <p14:cNvContentPartPr/>
                <p14:nvPr/>
              </p14:nvContentPartPr>
              <p14:xfrm>
                <a:off x="6520462" y="5140256"/>
                <a:ext cx="120240" cy="97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11462" y="5131616"/>
                  <a:ext cx="13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14:cNvPr>
                <p14:cNvContentPartPr/>
                <p14:nvPr/>
              </p14:nvContentPartPr>
              <p14:xfrm>
                <a:off x="6624142" y="5102816"/>
                <a:ext cx="59040" cy="102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15502" y="5094176"/>
                  <a:ext cx="76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14:cNvPr>
                <p14:cNvContentPartPr/>
                <p14:nvPr/>
              </p14:nvContentPartPr>
              <p14:xfrm>
                <a:off x="6557182" y="5343656"/>
                <a:ext cx="114840" cy="204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48542" y="5334656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14:cNvPr>
                <p14:cNvContentPartPr/>
                <p14:nvPr/>
              </p14:nvContentPartPr>
              <p14:xfrm>
                <a:off x="6559702" y="5466056"/>
                <a:ext cx="91440" cy="15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50702" y="5457416"/>
                  <a:ext cx="10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14:cNvPr>
                <p14:cNvContentPartPr/>
                <p14:nvPr/>
              </p14:nvContentPartPr>
              <p14:xfrm>
                <a:off x="6703702" y="5464976"/>
                <a:ext cx="25560" cy="29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94702" y="5455976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14:cNvPr>
                <p14:cNvContentPartPr/>
                <p14:nvPr/>
              </p14:nvContentPartPr>
              <p14:xfrm>
                <a:off x="6645022" y="5332136"/>
                <a:ext cx="360" cy="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636382" y="532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14:cNvPr>
                <p14:cNvContentPartPr/>
                <p14:nvPr/>
              </p14:nvContentPartPr>
              <p14:xfrm>
                <a:off x="6719182" y="5281016"/>
                <a:ext cx="138240" cy="165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10542" y="5272376"/>
                  <a:ext cx="155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14:cNvPr>
                <p14:cNvContentPartPr/>
                <p14:nvPr/>
              </p14:nvContentPartPr>
              <p14:xfrm>
                <a:off x="6820702" y="5263016"/>
                <a:ext cx="92880" cy="155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11702" y="5254016"/>
                  <a:ext cx="110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14:cNvPr>
                <p14:cNvContentPartPr/>
                <p14:nvPr/>
              </p14:nvContentPartPr>
              <p14:xfrm>
                <a:off x="6868582" y="5269856"/>
                <a:ext cx="185040" cy="115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59582" y="5261216"/>
                  <a:ext cx="202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14:cNvPr>
                <p14:cNvContentPartPr/>
                <p14:nvPr/>
              </p14:nvContentPartPr>
              <p14:xfrm>
                <a:off x="7113022" y="5310896"/>
                <a:ext cx="47520" cy="72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04022" y="5301896"/>
                  <a:ext cx="65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14:cNvPr>
                <p14:cNvContentPartPr/>
                <p14:nvPr/>
              </p14:nvContentPartPr>
              <p14:xfrm>
                <a:off x="7065142" y="5204336"/>
                <a:ext cx="34560" cy="36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56502" y="5195696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14:cNvPr>
                <p14:cNvContentPartPr/>
                <p14:nvPr/>
              </p14:nvContentPartPr>
              <p14:xfrm>
                <a:off x="7150102" y="5269856"/>
                <a:ext cx="72720" cy="25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1462" y="5261216"/>
                  <a:ext cx="90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14:cNvPr>
                <p14:cNvContentPartPr/>
                <p14:nvPr/>
              </p14:nvContentPartPr>
              <p14:xfrm>
                <a:off x="7261702" y="5223056"/>
                <a:ext cx="91440" cy="203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53062" y="5214416"/>
                  <a:ext cx="1090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F8ED0AF-5B54-68B4-CE2B-EFE0EDC92A90}"/>
              </a:ext>
            </a:extLst>
          </p:cNvPr>
          <p:cNvGrpSpPr/>
          <p:nvPr/>
        </p:nvGrpSpPr>
        <p:grpSpPr>
          <a:xfrm>
            <a:off x="7150102" y="5873936"/>
            <a:ext cx="644760" cy="240480"/>
            <a:chOff x="7150102" y="5873936"/>
            <a:chExt cx="6447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14:cNvPr>
                <p14:cNvContentPartPr/>
                <p14:nvPr/>
              </p14:nvContentPartPr>
              <p14:xfrm>
                <a:off x="7290862" y="5969336"/>
                <a:ext cx="21600" cy="126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81862" y="5960696"/>
                  <a:ext cx="3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14:cNvPr>
                <p14:cNvContentPartPr/>
                <p14:nvPr/>
              </p14:nvContentPartPr>
              <p14:xfrm>
                <a:off x="7150102" y="5873936"/>
                <a:ext cx="315360" cy="24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141462" y="5864936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14:cNvPr>
                <p14:cNvContentPartPr/>
                <p14:nvPr/>
              </p14:nvContentPartPr>
              <p14:xfrm>
                <a:off x="7490302" y="5974736"/>
                <a:ext cx="51840" cy="113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1662" y="5966096"/>
                  <a:ext cx="6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14:cNvPr>
                <p14:cNvContentPartPr/>
                <p14:nvPr/>
              </p14:nvContentPartPr>
              <p14:xfrm>
                <a:off x="7479862" y="5886896"/>
                <a:ext cx="130680" cy="41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70862" y="5877896"/>
                  <a:ext cx="14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14:cNvPr>
                <p14:cNvContentPartPr/>
                <p14:nvPr/>
              </p14:nvContentPartPr>
              <p14:xfrm>
                <a:off x="7506502" y="5983376"/>
                <a:ext cx="86760" cy="13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7502" y="5974736"/>
                  <a:ext cx="104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14:cNvPr>
                <p14:cNvContentPartPr/>
                <p14:nvPr/>
              </p14:nvContentPartPr>
              <p14:xfrm>
                <a:off x="7697662" y="5959256"/>
                <a:ext cx="52200" cy="103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89022" y="595061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14:cNvPr>
                <p14:cNvContentPartPr/>
                <p14:nvPr/>
              </p14:nvContentPartPr>
              <p14:xfrm>
                <a:off x="7608022" y="5919656"/>
                <a:ext cx="1868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99022" y="5911016"/>
                  <a:ext cx="204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6158855-81E4-60A0-20A5-973D149C415B}"/>
              </a:ext>
            </a:extLst>
          </p:cNvPr>
          <p:cNvGrpSpPr/>
          <p:nvPr/>
        </p:nvGrpSpPr>
        <p:grpSpPr>
          <a:xfrm>
            <a:off x="8096542" y="5672336"/>
            <a:ext cx="2909880" cy="553680"/>
            <a:chOff x="8096542" y="5672336"/>
            <a:chExt cx="290988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14:cNvPr>
                <p14:cNvContentPartPr/>
                <p14:nvPr/>
              </p14:nvContentPartPr>
              <p14:xfrm>
                <a:off x="8096542" y="5895536"/>
                <a:ext cx="52560" cy="189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87542" y="5886896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14:cNvPr>
                <p14:cNvContentPartPr/>
                <p14:nvPr/>
              </p14:nvContentPartPr>
              <p14:xfrm>
                <a:off x="8128582" y="6034856"/>
                <a:ext cx="81720" cy="9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19582" y="6026216"/>
                  <a:ext cx="99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14:cNvPr>
                <p14:cNvContentPartPr/>
                <p14:nvPr/>
              </p14:nvContentPartPr>
              <p14:xfrm>
                <a:off x="8192302" y="5932616"/>
                <a:ext cx="71640" cy="171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83302" y="5923976"/>
                  <a:ext cx="89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14:cNvPr>
                <p14:cNvContentPartPr/>
                <p14:nvPr/>
              </p14:nvContentPartPr>
              <p14:xfrm>
                <a:off x="8266822" y="5833256"/>
                <a:ext cx="134280" cy="275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58182" y="5824616"/>
                  <a:ext cx="15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14:cNvPr>
                <p14:cNvContentPartPr/>
                <p14:nvPr/>
              </p14:nvContentPartPr>
              <p14:xfrm>
                <a:off x="8394262" y="5883296"/>
                <a:ext cx="61560" cy="148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5262" y="5874656"/>
                  <a:ext cx="79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14:cNvPr>
                <p14:cNvContentPartPr/>
                <p14:nvPr/>
              </p14:nvContentPartPr>
              <p14:xfrm>
                <a:off x="8452582" y="5975456"/>
                <a:ext cx="117360" cy="52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3942" y="5966456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14:cNvPr>
                <p14:cNvContentPartPr/>
                <p14:nvPr/>
              </p14:nvContentPartPr>
              <p14:xfrm>
                <a:off x="8500462" y="5795816"/>
                <a:ext cx="181440" cy="3031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491822" y="5787176"/>
                  <a:ext cx="199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14:cNvPr>
                <p14:cNvContentPartPr/>
                <p14:nvPr/>
              </p14:nvContentPartPr>
              <p14:xfrm>
                <a:off x="8463382" y="5964656"/>
                <a:ext cx="10800" cy="20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54382" y="5956016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14:cNvPr>
                <p14:cNvContentPartPr/>
                <p14:nvPr/>
              </p14:nvContentPartPr>
              <p14:xfrm>
                <a:off x="8803942" y="5988416"/>
                <a:ext cx="74520" cy="14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94942" y="5979416"/>
                  <a:ext cx="9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14:cNvPr>
                <p14:cNvContentPartPr/>
                <p14:nvPr/>
              </p14:nvContentPartPr>
              <p14:xfrm>
                <a:off x="8750662" y="5921816"/>
                <a:ext cx="10116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42022" y="5913176"/>
                  <a:ext cx="11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14:cNvPr>
                <p14:cNvContentPartPr/>
                <p14:nvPr/>
              </p14:nvContentPartPr>
              <p14:xfrm>
                <a:off x="9021382" y="5847656"/>
                <a:ext cx="77040" cy="205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2742" y="5839016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14:cNvPr>
                <p14:cNvContentPartPr/>
                <p14:nvPr/>
              </p14:nvContentPartPr>
              <p14:xfrm>
                <a:off x="9058822" y="5940896"/>
                <a:ext cx="91800" cy="19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049822" y="5931896"/>
                  <a:ext cx="10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14:cNvPr>
                <p14:cNvContentPartPr/>
                <p14:nvPr/>
              </p14:nvContentPartPr>
              <p14:xfrm>
                <a:off x="9106702" y="5853056"/>
                <a:ext cx="76680" cy="153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97702" y="5844056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14:cNvPr>
                <p14:cNvContentPartPr/>
                <p14:nvPr/>
              </p14:nvContentPartPr>
              <p14:xfrm>
                <a:off x="9239182" y="5767736"/>
                <a:ext cx="57960" cy="256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230542" y="5759096"/>
                  <a:ext cx="75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14:cNvPr>
                <p14:cNvContentPartPr/>
                <p14:nvPr/>
              </p14:nvContentPartPr>
              <p14:xfrm>
                <a:off x="9334582" y="5900216"/>
                <a:ext cx="115200" cy="118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25582" y="5891576"/>
                  <a:ext cx="132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14:cNvPr>
                <p14:cNvContentPartPr/>
                <p14:nvPr/>
              </p14:nvContentPartPr>
              <p14:xfrm>
                <a:off x="9462742" y="5805176"/>
                <a:ext cx="59040" cy="158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4102" y="5796536"/>
                  <a:ext cx="76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14:cNvPr>
                <p14:cNvContentPartPr/>
                <p14:nvPr/>
              </p14:nvContentPartPr>
              <p14:xfrm>
                <a:off x="9420262" y="5672336"/>
                <a:ext cx="26640" cy="30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411622" y="5663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14:cNvPr>
                <p14:cNvContentPartPr/>
                <p14:nvPr/>
              </p14:nvContentPartPr>
              <p14:xfrm>
                <a:off x="9547702" y="5745416"/>
                <a:ext cx="159840" cy="77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539062" y="5736416"/>
                  <a:ext cx="177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14:cNvPr>
                <p14:cNvContentPartPr/>
                <p14:nvPr/>
              </p14:nvContentPartPr>
              <p14:xfrm>
                <a:off x="9776302" y="5730656"/>
                <a:ext cx="102240" cy="27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767662" y="5721656"/>
                  <a:ext cx="119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14:cNvPr>
                <p14:cNvContentPartPr/>
                <p14:nvPr/>
              </p14:nvContentPartPr>
              <p14:xfrm>
                <a:off x="9967822" y="5750096"/>
                <a:ext cx="62280" cy="354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959182" y="5741456"/>
                  <a:ext cx="79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14:cNvPr>
                <p14:cNvContentPartPr/>
                <p14:nvPr/>
              </p14:nvContentPartPr>
              <p14:xfrm>
                <a:off x="10148542" y="6006776"/>
                <a:ext cx="149040" cy="687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139902" y="5997776"/>
                  <a:ext cx="16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14:cNvPr>
                <p14:cNvContentPartPr/>
                <p14:nvPr/>
              </p14:nvContentPartPr>
              <p14:xfrm>
                <a:off x="10153942" y="6001736"/>
                <a:ext cx="3600" cy="30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144942" y="5993096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14:cNvPr>
                <p14:cNvContentPartPr/>
                <p14:nvPr/>
              </p14:nvContentPartPr>
              <p14:xfrm>
                <a:off x="10414582" y="6049616"/>
                <a:ext cx="58680" cy="5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05582" y="6040976"/>
                  <a:ext cx="7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14:cNvPr>
                <p14:cNvContentPartPr/>
                <p14:nvPr/>
              </p14:nvContentPartPr>
              <p14:xfrm>
                <a:off x="10383262" y="5999576"/>
                <a:ext cx="68760" cy="7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74262" y="5990936"/>
                  <a:ext cx="8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14:cNvPr>
                <p14:cNvContentPartPr/>
                <p14:nvPr/>
              </p14:nvContentPartPr>
              <p14:xfrm>
                <a:off x="10574062" y="5836856"/>
                <a:ext cx="132840" cy="92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565062" y="5828216"/>
                  <a:ext cx="150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14:cNvPr>
                <p14:cNvContentPartPr/>
                <p14:nvPr/>
              </p14:nvContentPartPr>
              <p14:xfrm>
                <a:off x="10728142" y="5853056"/>
                <a:ext cx="4824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19142" y="5844056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14:cNvPr>
                <p14:cNvContentPartPr/>
                <p14:nvPr/>
              </p14:nvContentPartPr>
              <p14:xfrm>
                <a:off x="10781062" y="5863856"/>
                <a:ext cx="28080" cy="51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72422" y="5854856"/>
                  <a:ext cx="45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14:cNvPr>
                <p14:cNvContentPartPr/>
                <p14:nvPr/>
              </p14:nvContentPartPr>
              <p14:xfrm>
                <a:off x="10684942" y="5809496"/>
                <a:ext cx="107280" cy="15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76302" y="5800856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14:cNvPr>
                <p14:cNvContentPartPr/>
                <p14:nvPr/>
              </p14:nvContentPartPr>
              <p14:xfrm>
                <a:off x="10855582" y="5762696"/>
                <a:ext cx="67680" cy="150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846942" y="5753696"/>
                  <a:ext cx="85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14:cNvPr>
                <p14:cNvContentPartPr/>
                <p14:nvPr/>
              </p14:nvContentPartPr>
              <p14:xfrm>
                <a:off x="10914262" y="5835776"/>
                <a:ext cx="92160" cy="60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905622" y="5826776"/>
                  <a:ext cx="109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14:cNvPr>
                <p14:cNvContentPartPr/>
                <p14:nvPr/>
              </p14:nvContentPartPr>
              <p14:xfrm>
                <a:off x="10580182" y="6022976"/>
                <a:ext cx="381960" cy="27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571542" y="6014336"/>
                  <a:ext cx="39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14:cNvPr>
                <p14:cNvContentPartPr/>
                <p14:nvPr/>
              </p14:nvContentPartPr>
              <p14:xfrm>
                <a:off x="10749022" y="6125936"/>
                <a:ext cx="177480" cy="100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740022" y="6117296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ADAB4C8-E5CF-D6A3-E69E-5AAEC9D83524}"/>
              </a:ext>
            </a:extLst>
          </p:cNvPr>
          <p:cNvGrpSpPr/>
          <p:nvPr/>
        </p:nvGrpSpPr>
        <p:grpSpPr>
          <a:xfrm>
            <a:off x="7668142" y="6432656"/>
            <a:ext cx="279720" cy="163800"/>
            <a:chOff x="7668142" y="6432656"/>
            <a:chExt cx="27972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14:cNvPr>
                <p14:cNvContentPartPr/>
                <p14:nvPr/>
              </p14:nvContentPartPr>
              <p14:xfrm>
                <a:off x="7668142" y="6432656"/>
                <a:ext cx="159120" cy="163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59142" y="6423656"/>
                  <a:ext cx="176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14:cNvPr>
                <p14:cNvContentPartPr/>
                <p14:nvPr/>
              </p14:nvContentPartPr>
              <p14:xfrm>
                <a:off x="7919062" y="6485576"/>
                <a:ext cx="7920" cy="14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10062" y="6476936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14:cNvPr>
                <p14:cNvContentPartPr/>
                <p14:nvPr/>
              </p14:nvContentPartPr>
              <p14:xfrm>
                <a:off x="7947502" y="6544256"/>
                <a:ext cx="360" cy="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38862" y="653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04CA7BF-0A1F-B5E2-9309-035DCE06F432}"/>
              </a:ext>
            </a:extLst>
          </p:cNvPr>
          <p:cNvGrpSpPr/>
          <p:nvPr/>
        </p:nvGrpSpPr>
        <p:grpSpPr>
          <a:xfrm>
            <a:off x="8121382" y="6352736"/>
            <a:ext cx="669240" cy="224640"/>
            <a:chOff x="8121382" y="6352736"/>
            <a:chExt cx="6692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14:cNvPr>
                <p14:cNvContentPartPr/>
                <p14:nvPr/>
              </p14:nvContentPartPr>
              <p14:xfrm>
                <a:off x="8121382" y="6400616"/>
                <a:ext cx="132840" cy="176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112742" y="6391976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14:cNvPr>
                <p14:cNvContentPartPr/>
                <p14:nvPr/>
              </p14:nvContentPartPr>
              <p14:xfrm>
                <a:off x="8277262" y="6395216"/>
                <a:ext cx="54720" cy="1530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68622" y="6386576"/>
                  <a:ext cx="72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14:cNvPr>
                <p14:cNvContentPartPr/>
                <p14:nvPr/>
              </p14:nvContentPartPr>
              <p14:xfrm>
                <a:off x="8399662" y="6480536"/>
                <a:ext cx="79200" cy="65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390662" y="6471536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14:cNvPr>
                <p14:cNvContentPartPr/>
                <p14:nvPr/>
              </p14:nvContentPartPr>
              <p14:xfrm>
                <a:off x="8547262" y="6485576"/>
                <a:ext cx="86040" cy="75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38262" y="6476936"/>
                  <a:ext cx="103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14:cNvPr>
                <p14:cNvContentPartPr/>
                <p14:nvPr/>
              </p14:nvContentPartPr>
              <p14:xfrm>
                <a:off x="8612062" y="6352736"/>
                <a:ext cx="68760" cy="188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603422" y="6344096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14:cNvPr>
                <p14:cNvContentPartPr/>
                <p14:nvPr/>
              </p14:nvContentPartPr>
              <p14:xfrm>
                <a:off x="8691622" y="6464336"/>
                <a:ext cx="99000" cy="86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82982" y="6455696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36C73E-CADC-FF1A-FE18-7DC56E1563CB}"/>
              </a:ext>
            </a:extLst>
          </p:cNvPr>
          <p:cNvGrpSpPr/>
          <p:nvPr/>
        </p:nvGrpSpPr>
        <p:grpSpPr>
          <a:xfrm>
            <a:off x="8988982" y="6317096"/>
            <a:ext cx="888480" cy="371160"/>
            <a:chOff x="8988982" y="6317096"/>
            <a:chExt cx="88848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14:cNvPr>
                <p14:cNvContentPartPr/>
                <p14:nvPr/>
              </p14:nvContentPartPr>
              <p14:xfrm>
                <a:off x="8988982" y="6352736"/>
                <a:ext cx="415800" cy="223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979982" y="6343736"/>
                  <a:ext cx="43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14:cNvPr>
                <p14:cNvContentPartPr/>
                <p14:nvPr/>
              </p14:nvContentPartPr>
              <p14:xfrm>
                <a:off x="9425302" y="6484496"/>
                <a:ext cx="96480" cy="203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16302" y="6475856"/>
                  <a:ext cx="11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14:cNvPr>
                <p14:cNvContentPartPr/>
                <p14:nvPr/>
              </p14:nvContentPartPr>
              <p14:xfrm>
                <a:off x="9550942" y="6317096"/>
                <a:ext cx="326520" cy="217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541942" y="6308096"/>
                  <a:ext cx="3441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80F8235C-17FF-7BF8-F645-87D9E79EE943}"/>
              </a:ext>
            </a:extLst>
          </p:cNvPr>
          <p:cNvGrpSpPr/>
          <p:nvPr/>
        </p:nvGrpSpPr>
        <p:grpSpPr>
          <a:xfrm>
            <a:off x="7704142" y="476456"/>
            <a:ext cx="1956960" cy="391680"/>
            <a:chOff x="7704142" y="476456"/>
            <a:chExt cx="19569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14:cNvPr>
                <p14:cNvContentPartPr/>
                <p14:nvPr/>
              </p14:nvContentPartPr>
              <p14:xfrm>
                <a:off x="7704142" y="572576"/>
                <a:ext cx="124920" cy="135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95502" y="563936"/>
                  <a:ext cx="14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14:cNvPr>
                <p14:cNvContentPartPr/>
                <p14:nvPr/>
              </p14:nvContentPartPr>
              <p14:xfrm>
                <a:off x="7844182" y="621536"/>
                <a:ext cx="140400" cy="540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35182" y="612896"/>
                  <a:ext cx="15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14:cNvPr>
                <p14:cNvContentPartPr/>
                <p14:nvPr/>
              </p14:nvContentPartPr>
              <p14:xfrm>
                <a:off x="8006182" y="632336"/>
                <a:ext cx="201960" cy="42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997182" y="623336"/>
                  <a:ext cx="21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14:cNvPr>
                <p14:cNvContentPartPr/>
                <p14:nvPr/>
              </p14:nvContentPartPr>
              <p14:xfrm>
                <a:off x="8260702" y="610016"/>
                <a:ext cx="91080" cy="2052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252062" y="601376"/>
                  <a:ext cx="108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14:cNvPr>
                <p14:cNvContentPartPr/>
                <p14:nvPr/>
              </p14:nvContentPartPr>
              <p14:xfrm>
                <a:off x="8340622" y="476456"/>
                <a:ext cx="186480" cy="236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31622" y="467456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14:cNvPr>
                <p14:cNvContentPartPr/>
                <p14:nvPr/>
              </p14:nvContentPartPr>
              <p14:xfrm>
                <a:off x="8463382" y="499496"/>
                <a:ext cx="10440" cy="450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454382" y="490856"/>
                  <a:ext cx="2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14:cNvPr>
                <p14:cNvContentPartPr/>
                <p14:nvPr/>
              </p14:nvContentPartPr>
              <p14:xfrm>
                <a:off x="8559142" y="617936"/>
                <a:ext cx="143280" cy="464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550142" y="609296"/>
                  <a:ext cx="160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14:cNvPr>
                <p14:cNvContentPartPr/>
                <p14:nvPr/>
              </p14:nvContentPartPr>
              <p14:xfrm>
                <a:off x="8723302" y="599576"/>
                <a:ext cx="143280" cy="2685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714662" y="590576"/>
                  <a:ext cx="160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14:cNvPr>
                <p14:cNvContentPartPr/>
                <p14:nvPr/>
              </p14:nvContentPartPr>
              <p14:xfrm>
                <a:off x="9017782" y="499856"/>
                <a:ext cx="141480" cy="159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08782" y="490856"/>
                  <a:ext cx="159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14:cNvPr>
                <p14:cNvContentPartPr/>
                <p14:nvPr/>
              </p14:nvContentPartPr>
              <p14:xfrm>
                <a:off x="9282022" y="568616"/>
                <a:ext cx="29160" cy="889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273382" y="559976"/>
                  <a:ext cx="4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14:cNvPr>
                <p14:cNvContentPartPr/>
                <p14:nvPr/>
              </p14:nvContentPartPr>
              <p14:xfrm>
                <a:off x="9144142" y="509576"/>
                <a:ext cx="154080" cy="16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135502" y="500576"/>
                  <a:ext cx="171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14:cNvPr>
                <p14:cNvContentPartPr/>
                <p14:nvPr/>
              </p14:nvContentPartPr>
              <p14:xfrm>
                <a:off x="9414862" y="568616"/>
                <a:ext cx="37080" cy="97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406222" y="559976"/>
                  <a:ext cx="54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14:cNvPr>
                <p14:cNvContentPartPr/>
                <p14:nvPr/>
              </p14:nvContentPartPr>
              <p14:xfrm>
                <a:off x="9388222" y="494456"/>
                <a:ext cx="88920" cy="57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379582" y="48545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14:cNvPr>
                <p14:cNvContentPartPr/>
                <p14:nvPr/>
              </p14:nvContentPartPr>
              <p14:xfrm>
                <a:off x="9414862" y="567896"/>
                <a:ext cx="86040" cy="27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06222" y="558896"/>
                  <a:ext cx="10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14:cNvPr>
                <p14:cNvContentPartPr/>
                <p14:nvPr/>
              </p14:nvContentPartPr>
              <p14:xfrm>
                <a:off x="9622222" y="531536"/>
                <a:ext cx="38880" cy="113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13582" y="522536"/>
                  <a:ext cx="5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14:cNvPr>
                <p14:cNvContentPartPr/>
                <p14:nvPr/>
              </p14:nvContentPartPr>
              <p14:xfrm>
                <a:off x="9550582" y="483656"/>
                <a:ext cx="104040" cy="22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541942" y="474656"/>
                  <a:ext cx="121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1ED6B6F-428B-2DD8-9411-93A6A5172A7C}"/>
              </a:ext>
            </a:extLst>
          </p:cNvPr>
          <p:cNvGrpSpPr/>
          <p:nvPr/>
        </p:nvGrpSpPr>
        <p:grpSpPr>
          <a:xfrm>
            <a:off x="9861622" y="442616"/>
            <a:ext cx="1647720" cy="338040"/>
            <a:chOff x="9861622" y="442616"/>
            <a:chExt cx="164772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14:cNvPr>
                <p14:cNvContentPartPr/>
                <p14:nvPr/>
              </p14:nvContentPartPr>
              <p14:xfrm>
                <a:off x="9888262" y="574016"/>
                <a:ext cx="39960" cy="550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79262" y="565016"/>
                  <a:ext cx="57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14:cNvPr>
                <p14:cNvContentPartPr/>
                <p14:nvPr/>
              </p14:nvContentPartPr>
              <p14:xfrm>
                <a:off x="9861622" y="487616"/>
                <a:ext cx="360" cy="3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852622" y="47897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14:cNvPr>
                <p14:cNvContentPartPr/>
                <p14:nvPr/>
              </p14:nvContentPartPr>
              <p14:xfrm>
                <a:off x="9978622" y="558176"/>
                <a:ext cx="182880" cy="741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969622" y="549176"/>
                  <a:ext cx="20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14:cNvPr>
                <p14:cNvContentPartPr/>
                <p14:nvPr/>
              </p14:nvContentPartPr>
              <p14:xfrm>
                <a:off x="10267702" y="442616"/>
                <a:ext cx="146880" cy="338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59062" y="433616"/>
                  <a:ext cx="164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14:cNvPr>
                <p14:cNvContentPartPr/>
                <p14:nvPr/>
              </p14:nvContentPartPr>
              <p14:xfrm>
                <a:off x="10271302" y="616856"/>
                <a:ext cx="122040" cy="370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262662" y="608216"/>
                  <a:ext cx="139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14:cNvPr>
                <p14:cNvContentPartPr/>
                <p14:nvPr/>
              </p14:nvContentPartPr>
              <p14:xfrm>
                <a:off x="10397302" y="540536"/>
                <a:ext cx="197640" cy="9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388302" y="531896"/>
                  <a:ext cx="21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14:cNvPr>
                <p14:cNvContentPartPr/>
                <p14:nvPr/>
              </p14:nvContentPartPr>
              <p14:xfrm>
                <a:off x="10652182" y="520736"/>
                <a:ext cx="113040" cy="221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643542" y="512096"/>
                  <a:ext cx="13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14:cNvPr>
                <p14:cNvContentPartPr/>
                <p14:nvPr/>
              </p14:nvContentPartPr>
              <p14:xfrm>
                <a:off x="10536622" y="526136"/>
                <a:ext cx="50760" cy="43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527982" y="51713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14:cNvPr>
                <p14:cNvContentPartPr/>
                <p14:nvPr/>
              </p14:nvContentPartPr>
              <p14:xfrm>
                <a:off x="10823902" y="516416"/>
                <a:ext cx="356400" cy="89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814902" y="507776"/>
                  <a:ext cx="374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14:cNvPr>
                <p14:cNvContentPartPr/>
                <p14:nvPr/>
              </p14:nvContentPartPr>
              <p14:xfrm>
                <a:off x="11260222" y="515336"/>
                <a:ext cx="249120" cy="26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51222" y="506696"/>
                  <a:ext cx="266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0E676F08-158D-D2C3-47D8-A789BAB241A6}"/>
              </a:ext>
            </a:extLst>
          </p:cNvPr>
          <p:cNvGrpSpPr/>
          <p:nvPr/>
        </p:nvGrpSpPr>
        <p:grpSpPr>
          <a:xfrm>
            <a:off x="9501622" y="795056"/>
            <a:ext cx="960480" cy="182880"/>
            <a:chOff x="9501622" y="795056"/>
            <a:chExt cx="9604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14:cNvPr>
                <p14:cNvContentPartPr/>
                <p14:nvPr/>
              </p14:nvContentPartPr>
              <p14:xfrm>
                <a:off x="9501622" y="795056"/>
                <a:ext cx="140400" cy="1738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492982" y="786416"/>
                  <a:ext cx="158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14:cNvPr>
                <p14:cNvContentPartPr/>
                <p14:nvPr/>
              </p14:nvContentPartPr>
              <p14:xfrm>
                <a:off x="9690262" y="898376"/>
                <a:ext cx="85320" cy="795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681622" y="889736"/>
                  <a:ext cx="102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14:cNvPr>
                <p14:cNvContentPartPr/>
                <p14:nvPr/>
              </p14:nvContentPartPr>
              <p14:xfrm>
                <a:off x="9802942" y="878936"/>
                <a:ext cx="285120" cy="691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94302" y="869936"/>
                  <a:ext cx="302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14:cNvPr>
                <p14:cNvContentPartPr/>
                <p14:nvPr/>
              </p14:nvContentPartPr>
              <p14:xfrm>
                <a:off x="10132702" y="882176"/>
                <a:ext cx="87480" cy="720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124062" y="873536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14:cNvPr>
                <p14:cNvContentPartPr/>
                <p14:nvPr/>
              </p14:nvContentPartPr>
              <p14:xfrm>
                <a:off x="10270942" y="903416"/>
                <a:ext cx="54360" cy="655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261942" y="894776"/>
                  <a:ext cx="72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14:cNvPr>
                <p14:cNvContentPartPr/>
                <p14:nvPr/>
              </p14:nvContentPartPr>
              <p14:xfrm>
                <a:off x="10255102" y="802616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246102" y="793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14:cNvPr>
                <p14:cNvContentPartPr/>
                <p14:nvPr/>
              </p14:nvContentPartPr>
              <p14:xfrm>
                <a:off x="10340062" y="903416"/>
                <a:ext cx="122040" cy="47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331062" y="894776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14:cNvPr>
                <p14:cNvContentPartPr/>
                <p14:nvPr/>
              </p14:nvContentPartPr>
              <p14:xfrm>
                <a:off x="9569302" y="925016"/>
                <a:ext cx="360" cy="1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560302" y="91601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353FCC1-984E-A2D6-DDF1-A06556686F46}"/>
              </a:ext>
            </a:extLst>
          </p:cNvPr>
          <p:cNvGrpSpPr/>
          <p:nvPr/>
        </p:nvGrpSpPr>
        <p:grpSpPr>
          <a:xfrm>
            <a:off x="11151142" y="749696"/>
            <a:ext cx="736560" cy="5123160"/>
            <a:chOff x="11151142" y="749696"/>
            <a:chExt cx="736560" cy="51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14:cNvPr>
                <p14:cNvContentPartPr/>
                <p14:nvPr/>
              </p14:nvContentPartPr>
              <p14:xfrm>
                <a:off x="11158342" y="749696"/>
                <a:ext cx="729360" cy="5078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149702" y="740696"/>
                  <a:ext cx="747000" cy="50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14:cNvPr>
                <p14:cNvContentPartPr/>
                <p14:nvPr/>
              </p14:nvContentPartPr>
              <p14:xfrm>
                <a:off x="11151142" y="5682776"/>
                <a:ext cx="126360" cy="1900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142502" y="5674136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14:cNvPr>
              <p14:cNvContentPartPr/>
              <p14:nvPr/>
            </p14:nvContentPartPr>
            <p14:xfrm>
              <a:off x="4778782" y="6639656"/>
              <a:ext cx="575640" cy="691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4769782" y="6630656"/>
                <a:ext cx="593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14:cNvPr>
              <p14:cNvContentPartPr/>
              <p14:nvPr/>
            </p14:nvContentPartPr>
            <p14:xfrm>
              <a:off x="3201622" y="1700456"/>
              <a:ext cx="741600" cy="5400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3192982" y="1691816"/>
                <a:ext cx="7592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14:cNvPr>
              <p14:cNvContentPartPr/>
              <p14:nvPr/>
            </p14:nvContentPartPr>
            <p14:xfrm>
              <a:off x="2314222" y="2418296"/>
              <a:ext cx="1921320" cy="432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2305582" y="2409656"/>
                <a:ext cx="1938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9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14:cNvPr>
              <p14:cNvContentPartPr/>
              <p14:nvPr/>
            </p14:nvContentPartPr>
            <p14:xfrm>
              <a:off x="6034462" y="2446016"/>
              <a:ext cx="722520" cy="5256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6025822" y="2437376"/>
                <a:ext cx="740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14:cNvPr>
              <p14:cNvContentPartPr/>
              <p14:nvPr/>
            </p14:nvContentPartPr>
            <p14:xfrm>
              <a:off x="885022" y="2718896"/>
              <a:ext cx="1112400" cy="29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876382" y="2710256"/>
                <a:ext cx="1130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14:cNvPr>
              <p14:cNvContentPartPr/>
              <p14:nvPr/>
            </p14:nvContentPartPr>
            <p14:xfrm>
              <a:off x="1956382" y="3141176"/>
              <a:ext cx="2254320" cy="5976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947742" y="3132176"/>
                <a:ext cx="2271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14:cNvPr>
              <p14:cNvContentPartPr/>
              <p14:nvPr/>
            </p14:nvContentPartPr>
            <p14:xfrm>
              <a:off x="3754582" y="3853976"/>
              <a:ext cx="1223280" cy="374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3745942" y="3845336"/>
                <a:ext cx="1240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14:cNvPr>
              <p14:cNvContentPartPr/>
              <p14:nvPr/>
            </p14:nvContentPartPr>
            <p14:xfrm>
              <a:off x="5792902" y="3843176"/>
              <a:ext cx="1099440" cy="2772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5784262" y="3834176"/>
                <a:ext cx="1117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650FF394-9D9E-27E9-5FC0-8BADA4F1DDAA}"/>
              </a:ext>
            </a:extLst>
          </p:cNvPr>
          <p:cNvGrpSpPr/>
          <p:nvPr/>
        </p:nvGrpSpPr>
        <p:grpSpPr>
          <a:xfrm>
            <a:off x="3907222" y="3365456"/>
            <a:ext cx="589680" cy="132480"/>
            <a:chOff x="3907222" y="3365456"/>
            <a:chExt cx="58968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14:cNvPr>
                <p14:cNvContentPartPr/>
                <p14:nvPr/>
              </p14:nvContentPartPr>
              <p14:xfrm>
                <a:off x="3907222" y="3411536"/>
                <a:ext cx="148680" cy="864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98222" y="3402536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14:cNvPr>
                <p14:cNvContentPartPr/>
                <p14:nvPr/>
              </p14:nvContentPartPr>
              <p14:xfrm>
                <a:off x="4135822" y="3381656"/>
                <a:ext cx="111960" cy="87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27182" y="3373016"/>
                  <a:ext cx="12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14:cNvPr>
                <p14:cNvContentPartPr/>
                <p14:nvPr/>
              </p14:nvContentPartPr>
              <p14:xfrm>
                <a:off x="4321582" y="3365456"/>
                <a:ext cx="175320" cy="1119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312942" y="3356816"/>
                  <a:ext cx="19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976D94D-6404-46D1-0561-69DD159AC518}"/>
              </a:ext>
            </a:extLst>
          </p:cNvPr>
          <p:cNvGrpSpPr/>
          <p:nvPr/>
        </p:nvGrpSpPr>
        <p:grpSpPr>
          <a:xfrm>
            <a:off x="5772382" y="3346376"/>
            <a:ext cx="442800" cy="155880"/>
            <a:chOff x="5772382" y="3346376"/>
            <a:chExt cx="4428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14:cNvPr>
                <p14:cNvContentPartPr/>
                <p14:nvPr/>
              </p14:nvContentPartPr>
              <p14:xfrm>
                <a:off x="5772382" y="3395696"/>
                <a:ext cx="135360" cy="103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763382" y="3386696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14:cNvPr>
                <p14:cNvContentPartPr/>
                <p14:nvPr/>
              </p14:nvContentPartPr>
              <p14:xfrm>
                <a:off x="5959222" y="3396056"/>
                <a:ext cx="11880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950582" y="3387416"/>
                  <a:ext cx="136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14:cNvPr>
                <p14:cNvContentPartPr/>
                <p14:nvPr/>
              </p14:nvContentPartPr>
              <p14:xfrm>
                <a:off x="6087382" y="3346376"/>
                <a:ext cx="127800" cy="155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78742" y="3337376"/>
                  <a:ext cx="145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F18C9ED-412A-8CFB-3274-6D93E8231209}"/>
              </a:ext>
            </a:extLst>
          </p:cNvPr>
          <p:cNvGrpSpPr/>
          <p:nvPr/>
        </p:nvGrpSpPr>
        <p:grpSpPr>
          <a:xfrm>
            <a:off x="2058262" y="4582256"/>
            <a:ext cx="2358360" cy="64800"/>
            <a:chOff x="2058262" y="4582256"/>
            <a:chExt cx="2358360" cy="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14:cNvPr>
                <p14:cNvContentPartPr/>
                <p14:nvPr/>
              </p14:nvContentPartPr>
              <p14:xfrm>
                <a:off x="2058262" y="4582256"/>
                <a:ext cx="588600" cy="334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049262" y="4573256"/>
                  <a:ext cx="606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14:cNvPr>
                <p14:cNvContentPartPr/>
                <p14:nvPr/>
              </p14:nvContentPartPr>
              <p14:xfrm>
                <a:off x="2546422" y="4587656"/>
                <a:ext cx="1870200" cy="594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37422" y="4579016"/>
                  <a:ext cx="18878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14:cNvPr>
              <p14:cNvContentPartPr/>
              <p14:nvPr/>
            </p14:nvContentPartPr>
            <p14:xfrm>
              <a:off x="3349942" y="4922456"/>
              <a:ext cx="1338120" cy="5184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3340942" y="4913816"/>
                <a:ext cx="1355760" cy="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CFA2-6BE5-5338-2724-A6ADDCDC63E4}"/>
              </a:ext>
            </a:extLst>
          </p:cNvPr>
          <p:cNvGrpSpPr/>
          <p:nvPr/>
        </p:nvGrpSpPr>
        <p:grpSpPr>
          <a:xfrm>
            <a:off x="8319022" y="1456016"/>
            <a:ext cx="606960" cy="225360"/>
            <a:chOff x="8319022" y="1456016"/>
            <a:chExt cx="60696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14:cNvPr>
                <p14:cNvContentPartPr/>
                <p14:nvPr/>
              </p14:nvContentPartPr>
              <p14:xfrm>
                <a:off x="8319022" y="1456016"/>
                <a:ext cx="160920" cy="225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10382" y="1447376"/>
                  <a:ext cx="178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14:cNvPr>
                <p14:cNvContentPartPr/>
                <p14:nvPr/>
              </p14:nvContentPartPr>
              <p14:xfrm>
                <a:off x="8590822" y="1520096"/>
                <a:ext cx="69120" cy="14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2182" y="1511456"/>
                  <a:ext cx="86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14:cNvPr>
                <p14:cNvContentPartPr/>
                <p14:nvPr/>
              </p14:nvContentPartPr>
              <p14:xfrm>
                <a:off x="8580382" y="1461776"/>
                <a:ext cx="92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1382" y="1452776"/>
                  <a:ext cx="109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14:cNvPr>
                <p14:cNvContentPartPr/>
                <p14:nvPr/>
              </p14:nvContentPartPr>
              <p14:xfrm>
                <a:off x="8617462" y="1556456"/>
                <a:ext cx="9540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8822" y="1547816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14:cNvPr>
                <p14:cNvContentPartPr/>
                <p14:nvPr/>
              </p14:nvContentPartPr>
              <p14:xfrm>
                <a:off x="8870542" y="1520096"/>
                <a:ext cx="52560" cy="119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1542" y="1511456"/>
                  <a:ext cx="7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14:cNvPr>
                <p14:cNvContentPartPr/>
                <p14:nvPr/>
              </p14:nvContentPartPr>
              <p14:xfrm>
                <a:off x="8735182" y="1503176"/>
                <a:ext cx="190800" cy="1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6542" y="1494536"/>
                  <a:ext cx="208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0EC3C0-A6DB-AB30-03CB-EF26A4C09559}"/>
              </a:ext>
            </a:extLst>
          </p:cNvPr>
          <p:cNvGrpSpPr/>
          <p:nvPr/>
        </p:nvGrpSpPr>
        <p:grpSpPr>
          <a:xfrm>
            <a:off x="988702" y="3827696"/>
            <a:ext cx="1079280" cy="350640"/>
            <a:chOff x="988702" y="3827696"/>
            <a:chExt cx="10792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14:cNvPr>
                <p14:cNvContentPartPr/>
                <p14:nvPr/>
              </p14:nvContentPartPr>
              <p14:xfrm>
                <a:off x="988702" y="3891416"/>
                <a:ext cx="258120" cy="278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702" y="3882416"/>
                  <a:ext cx="27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14:cNvPr>
                <p14:cNvContentPartPr/>
                <p14:nvPr/>
              </p14:nvContentPartPr>
              <p14:xfrm>
                <a:off x="1054582" y="3887816"/>
                <a:ext cx="99000" cy="290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42" y="3879176"/>
                  <a:ext cx="116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14:cNvPr>
                <p14:cNvContentPartPr/>
                <p14:nvPr/>
              </p14:nvContentPartPr>
              <p14:xfrm>
                <a:off x="1277422" y="3827696"/>
                <a:ext cx="144000" cy="330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422" y="3818696"/>
                  <a:ext cx="16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14:cNvPr>
                <p14:cNvContentPartPr/>
                <p14:nvPr/>
              </p14:nvContentPartPr>
              <p14:xfrm>
                <a:off x="1443742" y="3887816"/>
                <a:ext cx="65880" cy="216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742" y="3879176"/>
                  <a:ext cx="8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14:cNvPr>
                <p14:cNvContentPartPr/>
                <p14:nvPr/>
              </p14:nvContentPartPr>
              <p14:xfrm>
                <a:off x="1516462" y="3997616"/>
                <a:ext cx="133560" cy="7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822" y="3988976"/>
                  <a:ext cx="151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14:cNvPr>
                <p14:cNvContentPartPr/>
                <p14:nvPr/>
              </p14:nvContentPartPr>
              <p14:xfrm>
                <a:off x="1615822" y="3855056"/>
                <a:ext cx="158400" cy="30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07182" y="3846416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14:cNvPr>
                <p14:cNvContentPartPr/>
                <p14:nvPr/>
              </p14:nvContentPartPr>
              <p14:xfrm>
                <a:off x="1939462" y="4042976"/>
                <a:ext cx="128520" cy="2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0822" y="403397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14:cNvPr>
                <p14:cNvContentPartPr/>
                <p14:nvPr/>
              </p14:nvContentPartPr>
              <p14:xfrm>
                <a:off x="1934782" y="4008416"/>
                <a:ext cx="10152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6142" y="3999416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14:cNvPr>
              <p14:cNvContentPartPr/>
              <p14:nvPr/>
            </p14:nvContentPartPr>
            <p14:xfrm>
              <a:off x="2265982" y="3859016"/>
              <a:ext cx="370440" cy="225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6982" y="3850376"/>
                <a:ext cx="388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88DE470-00A5-0736-1BED-D9D7F76322E3}"/>
              </a:ext>
            </a:extLst>
          </p:cNvPr>
          <p:cNvGrpSpPr/>
          <p:nvPr/>
        </p:nvGrpSpPr>
        <p:grpSpPr>
          <a:xfrm>
            <a:off x="2223142" y="4215776"/>
            <a:ext cx="494280" cy="93960"/>
            <a:chOff x="2223142" y="4215776"/>
            <a:chExt cx="49428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14:cNvPr>
                <p14:cNvContentPartPr/>
                <p14:nvPr/>
              </p14:nvContentPartPr>
              <p14:xfrm>
                <a:off x="2223142" y="4244936"/>
                <a:ext cx="144720" cy="64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4142" y="4236296"/>
                  <a:ext cx="162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14:cNvPr>
                <p14:cNvContentPartPr/>
                <p14:nvPr/>
              </p14:nvContentPartPr>
              <p14:xfrm>
                <a:off x="2444182" y="4278776"/>
                <a:ext cx="86400" cy="1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5542" y="4269776"/>
                  <a:ext cx="104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14:cNvPr>
                <p14:cNvContentPartPr/>
                <p14:nvPr/>
              </p14:nvContentPartPr>
              <p14:xfrm>
                <a:off x="2424742" y="4235936"/>
                <a:ext cx="90000" cy="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16102" y="4226936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14:cNvPr>
                <p14:cNvContentPartPr/>
                <p14:nvPr/>
              </p14:nvContentPartPr>
              <p14:xfrm>
                <a:off x="2597902" y="4215776"/>
                <a:ext cx="119520" cy="85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9262" y="4207136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C3F55B-D867-D68D-5D57-2F1B35B0A11D}"/>
              </a:ext>
            </a:extLst>
          </p:cNvPr>
          <p:cNvGrpSpPr/>
          <p:nvPr/>
        </p:nvGrpSpPr>
        <p:grpSpPr>
          <a:xfrm>
            <a:off x="2235382" y="3630776"/>
            <a:ext cx="415800" cy="140040"/>
            <a:chOff x="2235382" y="3630776"/>
            <a:chExt cx="41580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14:cNvPr>
                <p14:cNvContentPartPr/>
                <p14:nvPr/>
              </p14:nvContentPartPr>
              <p14:xfrm>
                <a:off x="2235382" y="3641576"/>
                <a:ext cx="13176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6742" y="3632936"/>
                  <a:ext cx="149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14:cNvPr>
                <p14:cNvContentPartPr/>
                <p14:nvPr/>
              </p14:nvContentPartPr>
              <p14:xfrm>
                <a:off x="2435182" y="3699176"/>
                <a:ext cx="95760" cy="2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6182" y="3690536"/>
                  <a:ext cx="113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14:cNvPr>
                <p14:cNvContentPartPr/>
                <p14:nvPr/>
              </p14:nvContentPartPr>
              <p14:xfrm>
                <a:off x="2609782" y="3630776"/>
                <a:ext cx="41400" cy="9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0782" y="362213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8F7ED-B070-51C1-7394-7BC66CF53D9A}"/>
              </a:ext>
            </a:extLst>
          </p:cNvPr>
          <p:cNvGrpSpPr/>
          <p:nvPr/>
        </p:nvGrpSpPr>
        <p:grpSpPr>
          <a:xfrm>
            <a:off x="2874742" y="3519176"/>
            <a:ext cx="2076480" cy="559440"/>
            <a:chOff x="2874742" y="3519176"/>
            <a:chExt cx="207648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14:cNvPr>
                <p14:cNvContentPartPr/>
                <p14:nvPr/>
              </p14:nvContentPartPr>
              <p14:xfrm>
                <a:off x="2874742" y="3911216"/>
                <a:ext cx="154440" cy="11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6102" y="3902216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14:cNvPr>
                <p14:cNvContentPartPr/>
                <p14:nvPr/>
              </p14:nvContentPartPr>
              <p14:xfrm>
                <a:off x="2939902" y="3923096"/>
                <a:ext cx="53280" cy="11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262" y="3914456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14:cNvPr>
                <p14:cNvContentPartPr/>
                <p14:nvPr/>
              </p14:nvContentPartPr>
              <p14:xfrm>
                <a:off x="3007222" y="3794576"/>
                <a:ext cx="171360" cy="28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8582" y="3785576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14:cNvPr>
                <p14:cNvContentPartPr/>
                <p14:nvPr/>
              </p14:nvContentPartPr>
              <p14:xfrm>
                <a:off x="3189022" y="3928496"/>
                <a:ext cx="168840" cy="6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0022" y="3919856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14:cNvPr>
                <p14:cNvContentPartPr/>
                <p14:nvPr/>
              </p14:nvContentPartPr>
              <p14:xfrm>
                <a:off x="3301342" y="3802136"/>
                <a:ext cx="191880" cy="254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2342" y="3793496"/>
                  <a:ext cx="209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14:cNvPr>
                <p14:cNvContentPartPr/>
                <p14:nvPr/>
              </p14:nvContentPartPr>
              <p14:xfrm>
                <a:off x="3599062" y="3902216"/>
                <a:ext cx="150840" cy="12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0062" y="3893216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14:cNvPr>
                <p14:cNvContentPartPr/>
                <p14:nvPr/>
              </p14:nvContentPartPr>
              <p14:xfrm>
                <a:off x="3689782" y="3742376"/>
                <a:ext cx="14904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80782" y="373337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14:cNvPr>
                <p14:cNvContentPartPr/>
                <p14:nvPr/>
              </p14:nvContentPartPr>
              <p14:xfrm>
                <a:off x="3902182" y="3715736"/>
                <a:ext cx="10260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3182" y="3707096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14:cNvPr>
                <p14:cNvContentPartPr/>
                <p14:nvPr/>
              </p14:nvContentPartPr>
              <p14:xfrm>
                <a:off x="3875542" y="3604136"/>
                <a:ext cx="6840" cy="3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6542" y="3595496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14:cNvPr>
                <p14:cNvContentPartPr/>
                <p14:nvPr/>
              </p14:nvContentPartPr>
              <p14:xfrm>
                <a:off x="4018822" y="3625736"/>
                <a:ext cx="100440" cy="10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182" y="3617096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14:cNvPr>
                <p14:cNvContentPartPr/>
                <p14:nvPr/>
              </p14:nvContentPartPr>
              <p14:xfrm>
                <a:off x="4173262" y="3662816"/>
                <a:ext cx="58320" cy="58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64262" y="3653816"/>
                  <a:ext cx="75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14:cNvPr>
                <p14:cNvContentPartPr/>
                <p14:nvPr/>
              </p14:nvContentPartPr>
              <p14:xfrm>
                <a:off x="4242382" y="3641576"/>
                <a:ext cx="54360" cy="81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382" y="3632576"/>
                  <a:ext cx="72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14:cNvPr>
                <p14:cNvContentPartPr/>
                <p14:nvPr/>
              </p14:nvContentPartPr>
              <p14:xfrm>
                <a:off x="4130782" y="3593336"/>
                <a:ext cx="138600" cy="1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1782" y="3584336"/>
                  <a:ext cx="156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14:cNvPr>
                <p14:cNvContentPartPr/>
                <p14:nvPr/>
              </p14:nvContentPartPr>
              <p14:xfrm>
                <a:off x="4332742" y="3567056"/>
                <a:ext cx="74520" cy="16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3742" y="3558056"/>
                  <a:ext cx="92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14:cNvPr>
                <p14:cNvContentPartPr/>
                <p14:nvPr/>
              </p14:nvContentPartPr>
              <p14:xfrm>
                <a:off x="4390702" y="3652016"/>
                <a:ext cx="12276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702" y="3643376"/>
                  <a:ext cx="14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14:cNvPr>
                <p14:cNvContentPartPr/>
                <p14:nvPr/>
              </p14:nvContentPartPr>
              <p14:xfrm>
                <a:off x="4485742" y="3627896"/>
                <a:ext cx="134280" cy="7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6742" y="3618896"/>
                  <a:ext cx="151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14:cNvPr>
                <p14:cNvContentPartPr/>
                <p14:nvPr/>
              </p14:nvContentPartPr>
              <p14:xfrm>
                <a:off x="4689502" y="3519176"/>
                <a:ext cx="79560" cy="28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0502" y="3510176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14:cNvPr>
                <p14:cNvContentPartPr/>
                <p14:nvPr/>
              </p14:nvContentPartPr>
              <p14:xfrm>
                <a:off x="4764022" y="3617456"/>
                <a:ext cx="187200" cy="152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5022" y="3608456"/>
                  <a:ext cx="204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496F197-D58D-506F-298E-AF6AB8213886}"/>
              </a:ext>
            </a:extLst>
          </p:cNvPr>
          <p:cNvGrpSpPr/>
          <p:nvPr/>
        </p:nvGrpSpPr>
        <p:grpSpPr>
          <a:xfrm>
            <a:off x="5432542" y="3761456"/>
            <a:ext cx="2133360" cy="339480"/>
            <a:chOff x="5432542" y="3761456"/>
            <a:chExt cx="21333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14:cNvPr>
                <p14:cNvContentPartPr/>
                <p14:nvPr/>
              </p14:nvContentPartPr>
              <p14:xfrm>
                <a:off x="5432542" y="3761456"/>
                <a:ext cx="59400" cy="27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3902" y="3752816"/>
                  <a:ext cx="77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14:cNvPr>
                <p14:cNvContentPartPr/>
                <p14:nvPr/>
              </p14:nvContentPartPr>
              <p14:xfrm>
                <a:off x="5483662" y="3912656"/>
                <a:ext cx="129960" cy="8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74662" y="3903656"/>
                  <a:ext cx="14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14:cNvPr>
                <p14:cNvContentPartPr/>
                <p14:nvPr/>
              </p14:nvContentPartPr>
              <p14:xfrm>
                <a:off x="5731702" y="3970256"/>
                <a:ext cx="9540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22702" y="396161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14:cNvPr>
                <p14:cNvContentPartPr/>
                <p14:nvPr/>
              </p14:nvContentPartPr>
              <p14:xfrm>
                <a:off x="5720542" y="3905456"/>
                <a:ext cx="101160" cy="18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542" y="3896816"/>
                  <a:ext cx="11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14:cNvPr>
                <p14:cNvContentPartPr/>
                <p14:nvPr/>
              </p14:nvContentPartPr>
              <p14:xfrm>
                <a:off x="5942302" y="3861896"/>
                <a:ext cx="13932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3302" y="38532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14:cNvPr>
                <p14:cNvContentPartPr/>
                <p14:nvPr/>
              </p14:nvContentPartPr>
              <p14:xfrm>
                <a:off x="6119062" y="4035056"/>
                <a:ext cx="58680" cy="5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0062" y="4026056"/>
                  <a:ext cx="76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14:cNvPr>
                <p14:cNvContentPartPr/>
                <p14:nvPr/>
              </p14:nvContentPartPr>
              <p14:xfrm>
                <a:off x="6268822" y="3866936"/>
                <a:ext cx="23760" cy="101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0182" y="3857936"/>
                  <a:ext cx="4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14:cNvPr>
                <p14:cNvContentPartPr/>
                <p14:nvPr/>
              </p14:nvContentPartPr>
              <p14:xfrm>
                <a:off x="6355222" y="4018856"/>
                <a:ext cx="56520" cy="54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6582" y="4010216"/>
                  <a:ext cx="7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14:cNvPr>
                <p14:cNvContentPartPr/>
                <p14:nvPr/>
              </p14:nvContentPartPr>
              <p14:xfrm>
                <a:off x="6533422" y="3975296"/>
                <a:ext cx="15480" cy="6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24782" y="3966296"/>
                  <a:ext cx="3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14:cNvPr>
                <p14:cNvContentPartPr/>
                <p14:nvPr/>
              </p14:nvContentPartPr>
              <p14:xfrm>
                <a:off x="6639982" y="3970976"/>
                <a:ext cx="795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0982" y="396197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14:cNvPr>
                <p14:cNvContentPartPr/>
                <p14:nvPr/>
              </p14:nvContentPartPr>
              <p14:xfrm>
                <a:off x="6842302" y="4008416"/>
                <a:ext cx="79560" cy="92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3662" y="3999416"/>
                  <a:ext cx="97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14:cNvPr>
                <p14:cNvContentPartPr/>
                <p14:nvPr/>
              </p14:nvContentPartPr>
              <p14:xfrm>
                <a:off x="7059382" y="3830936"/>
                <a:ext cx="182880" cy="14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50742" y="3822296"/>
                  <a:ext cx="20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14:cNvPr>
                <p14:cNvContentPartPr/>
                <p14:nvPr/>
              </p14:nvContentPartPr>
              <p14:xfrm>
                <a:off x="7317502" y="3906176"/>
                <a:ext cx="120240" cy="22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8502" y="3897176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14:cNvPr>
                <p14:cNvContentPartPr/>
                <p14:nvPr/>
              </p14:nvContentPartPr>
              <p14:xfrm>
                <a:off x="7506502" y="3805376"/>
                <a:ext cx="59400" cy="154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97502" y="3796736"/>
                  <a:ext cx="77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3C5FB0-114A-F909-0968-F010A9EB6723}"/>
              </a:ext>
            </a:extLst>
          </p:cNvPr>
          <p:cNvGrpSpPr/>
          <p:nvPr/>
        </p:nvGrpSpPr>
        <p:grpSpPr>
          <a:xfrm>
            <a:off x="8468782" y="3839216"/>
            <a:ext cx="750960" cy="245520"/>
            <a:chOff x="8468782" y="3839216"/>
            <a:chExt cx="750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14:cNvPr>
                <p14:cNvContentPartPr/>
                <p14:nvPr/>
              </p14:nvContentPartPr>
              <p14:xfrm>
                <a:off x="8582902" y="3904016"/>
                <a:ext cx="50760" cy="159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4262" y="3895376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14:cNvPr>
                <p14:cNvContentPartPr/>
                <p14:nvPr/>
              </p14:nvContentPartPr>
              <p14:xfrm>
                <a:off x="8468782" y="3839216"/>
                <a:ext cx="297360" cy="24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9782" y="3830576"/>
                  <a:ext cx="31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14:cNvPr>
                <p14:cNvContentPartPr/>
                <p14:nvPr/>
              </p14:nvContentPartPr>
              <p14:xfrm>
                <a:off x="8819422" y="3933896"/>
                <a:ext cx="75600" cy="14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0782" y="3924896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14:cNvPr>
                <p14:cNvContentPartPr/>
                <p14:nvPr/>
              </p14:nvContentPartPr>
              <p14:xfrm>
                <a:off x="8824822" y="3862616"/>
                <a:ext cx="140400" cy="50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6182" y="3853976"/>
                  <a:ext cx="15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14:cNvPr>
                <p14:cNvContentPartPr/>
                <p14:nvPr/>
              </p14:nvContentPartPr>
              <p14:xfrm>
                <a:off x="8830222" y="3965936"/>
                <a:ext cx="107280" cy="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1222" y="395693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14:cNvPr>
                <p14:cNvContentPartPr/>
                <p14:nvPr/>
              </p14:nvContentPartPr>
              <p14:xfrm>
                <a:off x="9106702" y="3920936"/>
                <a:ext cx="52920" cy="124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7702" y="3912296"/>
                  <a:ext cx="7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14:cNvPr>
                <p14:cNvContentPartPr/>
                <p14:nvPr/>
              </p14:nvContentPartPr>
              <p14:xfrm>
                <a:off x="9024262" y="3874856"/>
                <a:ext cx="195480" cy="2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5262" y="386621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B689360-EE08-A63C-D8A1-3A9B99902DF4}"/>
              </a:ext>
            </a:extLst>
          </p:cNvPr>
          <p:cNvGrpSpPr/>
          <p:nvPr/>
        </p:nvGrpSpPr>
        <p:grpSpPr>
          <a:xfrm>
            <a:off x="8295622" y="4216496"/>
            <a:ext cx="2033280" cy="361080"/>
            <a:chOff x="8295622" y="4216496"/>
            <a:chExt cx="20332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14:cNvPr>
                <p14:cNvContentPartPr/>
                <p14:nvPr/>
              </p14:nvContentPartPr>
              <p14:xfrm>
                <a:off x="8295622" y="4242416"/>
                <a:ext cx="178920" cy="21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6622" y="4233416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14:cNvPr>
                <p14:cNvContentPartPr/>
                <p14:nvPr/>
              </p14:nvContentPartPr>
              <p14:xfrm>
                <a:off x="8495062" y="4242056"/>
                <a:ext cx="74520" cy="18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6422" y="4233416"/>
                  <a:ext cx="92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14:cNvPr>
                <p14:cNvContentPartPr/>
                <p14:nvPr/>
              </p14:nvContentPartPr>
              <p14:xfrm>
                <a:off x="8617822" y="4369496"/>
                <a:ext cx="117360" cy="6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08822" y="4360496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14:cNvPr>
                <p14:cNvContentPartPr/>
                <p14:nvPr/>
              </p14:nvContentPartPr>
              <p14:xfrm>
                <a:off x="8766502" y="4380296"/>
                <a:ext cx="121320" cy="64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7862" y="4371656"/>
                  <a:ext cx="13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14:cNvPr>
                <p14:cNvContentPartPr/>
                <p14:nvPr/>
              </p14:nvContentPartPr>
              <p14:xfrm>
                <a:off x="8867302" y="4263656"/>
                <a:ext cx="47160" cy="149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8662" y="4254656"/>
                  <a:ext cx="64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14:cNvPr>
                <p14:cNvContentPartPr/>
                <p14:nvPr/>
              </p14:nvContentPartPr>
              <p14:xfrm>
                <a:off x="8947582" y="4343216"/>
                <a:ext cx="84600" cy="8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8582" y="4334576"/>
                  <a:ext cx="102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14:cNvPr>
                <p14:cNvContentPartPr/>
                <p14:nvPr/>
              </p14:nvContentPartPr>
              <p14:xfrm>
                <a:off x="9065302" y="4229816"/>
                <a:ext cx="399240" cy="23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6302" y="4220816"/>
                  <a:ext cx="41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14:cNvPr>
                <p14:cNvContentPartPr/>
                <p14:nvPr/>
              </p14:nvContentPartPr>
              <p14:xfrm>
                <a:off x="9552022" y="4409456"/>
                <a:ext cx="113760" cy="168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3022" y="4400816"/>
                  <a:ext cx="13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14:cNvPr>
                <p14:cNvContentPartPr/>
                <p14:nvPr/>
              </p14:nvContentPartPr>
              <p14:xfrm>
                <a:off x="9693862" y="4257896"/>
                <a:ext cx="39240" cy="16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4862" y="424925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14:cNvPr>
                <p14:cNvContentPartPr/>
                <p14:nvPr/>
              </p14:nvContentPartPr>
              <p14:xfrm>
                <a:off x="9648862" y="4216496"/>
                <a:ext cx="303120" cy="21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40222" y="4207856"/>
                  <a:ext cx="32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14:cNvPr>
                <p14:cNvContentPartPr/>
                <p14:nvPr/>
              </p14:nvContentPartPr>
              <p14:xfrm>
                <a:off x="10107142" y="4258976"/>
                <a:ext cx="221760" cy="18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8142" y="4249976"/>
                  <a:ext cx="2394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7104383-CA1C-2F83-73FA-7E329AA6ACCC}"/>
              </a:ext>
            </a:extLst>
          </p:cNvPr>
          <p:cNvGrpSpPr/>
          <p:nvPr/>
        </p:nvGrpSpPr>
        <p:grpSpPr>
          <a:xfrm>
            <a:off x="744262" y="465656"/>
            <a:ext cx="909360" cy="221040"/>
            <a:chOff x="744262" y="465656"/>
            <a:chExt cx="90936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14:cNvPr>
                <p14:cNvContentPartPr/>
                <p14:nvPr/>
              </p14:nvContentPartPr>
              <p14:xfrm>
                <a:off x="802582" y="483656"/>
                <a:ext cx="62640" cy="20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582" y="474656"/>
                  <a:ext cx="80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14:cNvPr>
                <p14:cNvContentPartPr/>
                <p14:nvPr/>
              </p14:nvContentPartPr>
              <p14:xfrm>
                <a:off x="744262" y="465656"/>
                <a:ext cx="230760" cy="210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262" y="457016"/>
                  <a:ext cx="248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14:cNvPr>
                <p14:cNvContentPartPr/>
                <p14:nvPr/>
              </p14:nvContentPartPr>
              <p14:xfrm>
                <a:off x="1100302" y="520736"/>
                <a:ext cx="60840" cy="114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302" y="512096"/>
                  <a:ext cx="78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14:cNvPr>
                <p14:cNvContentPartPr/>
                <p14:nvPr/>
              </p14:nvContentPartPr>
              <p14:xfrm>
                <a:off x="916702" y="489056"/>
                <a:ext cx="306360" cy="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7702" y="480056"/>
                  <a:ext cx="324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14:cNvPr>
                <p14:cNvContentPartPr/>
                <p14:nvPr/>
              </p14:nvContentPartPr>
              <p14:xfrm>
                <a:off x="1313062" y="520736"/>
                <a:ext cx="5508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4062" y="512096"/>
                  <a:ext cx="72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14:cNvPr>
                <p14:cNvContentPartPr/>
                <p14:nvPr/>
              </p14:nvContentPartPr>
              <p14:xfrm>
                <a:off x="1296862" y="466376"/>
                <a:ext cx="112320" cy="2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8222" y="457736"/>
                  <a:ext cx="129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14:cNvPr>
                <p14:cNvContentPartPr/>
                <p14:nvPr/>
              </p14:nvContentPartPr>
              <p14:xfrm>
                <a:off x="1318102" y="553136"/>
                <a:ext cx="91080" cy="10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9462" y="544136"/>
                  <a:ext cx="10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14:cNvPr>
                <p14:cNvContentPartPr/>
                <p14:nvPr/>
              </p14:nvContentPartPr>
              <p14:xfrm>
                <a:off x="1568302" y="515336"/>
                <a:ext cx="5976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59302" y="506696"/>
                  <a:ext cx="7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14:cNvPr>
                <p14:cNvContentPartPr/>
                <p14:nvPr/>
              </p14:nvContentPartPr>
              <p14:xfrm>
                <a:off x="1435462" y="477896"/>
                <a:ext cx="218160" cy="1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26462" y="468896"/>
                  <a:ext cx="2358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14:cNvPr>
              <p14:cNvContentPartPr/>
              <p14:nvPr/>
            </p14:nvContentPartPr>
            <p14:xfrm>
              <a:off x="1884022" y="516056"/>
              <a:ext cx="428040" cy="9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75382" y="507056"/>
                <a:ext cx="44568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DA4C365-56C7-9B59-F449-C6147841097D}"/>
              </a:ext>
            </a:extLst>
          </p:cNvPr>
          <p:cNvGrpSpPr/>
          <p:nvPr/>
        </p:nvGrpSpPr>
        <p:grpSpPr>
          <a:xfrm>
            <a:off x="2624902" y="418136"/>
            <a:ext cx="661680" cy="233280"/>
            <a:chOff x="2624902" y="418136"/>
            <a:chExt cx="6616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14:cNvPr>
                <p14:cNvContentPartPr/>
                <p14:nvPr/>
              </p14:nvContentPartPr>
              <p14:xfrm>
                <a:off x="2624902" y="447296"/>
                <a:ext cx="216000" cy="20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6262" y="438296"/>
                  <a:ext cx="233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14:cNvPr>
                <p14:cNvContentPartPr/>
                <p14:nvPr/>
              </p14:nvContentPartPr>
              <p14:xfrm>
                <a:off x="2913262" y="483656"/>
                <a:ext cx="61920" cy="128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04262" y="474656"/>
                  <a:ext cx="79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14:cNvPr>
                <p14:cNvContentPartPr/>
                <p14:nvPr/>
              </p14:nvContentPartPr>
              <p14:xfrm>
                <a:off x="2881222" y="418136"/>
                <a:ext cx="133920" cy="4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72582" y="409136"/>
                  <a:ext cx="151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14:cNvPr>
                <p14:cNvContentPartPr/>
                <p14:nvPr/>
              </p14:nvContentPartPr>
              <p14:xfrm>
                <a:off x="2944942" y="514616"/>
                <a:ext cx="82800" cy="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36302" y="505616"/>
                  <a:ext cx="100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14:cNvPr>
                <p14:cNvContentPartPr/>
                <p14:nvPr/>
              </p14:nvContentPartPr>
              <p14:xfrm>
                <a:off x="3205582" y="472856"/>
                <a:ext cx="63360" cy="12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6582" y="464216"/>
                  <a:ext cx="81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14:cNvPr>
                <p14:cNvContentPartPr/>
                <p14:nvPr/>
              </p14:nvContentPartPr>
              <p14:xfrm>
                <a:off x="3115222" y="426416"/>
                <a:ext cx="17136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06222" y="417416"/>
                  <a:ext cx="1890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C8FD68-062E-EDE4-F307-44481651476D}"/>
              </a:ext>
            </a:extLst>
          </p:cNvPr>
          <p:cNvGrpSpPr/>
          <p:nvPr/>
        </p:nvGrpSpPr>
        <p:grpSpPr>
          <a:xfrm>
            <a:off x="837862" y="1123016"/>
            <a:ext cx="1102680" cy="470880"/>
            <a:chOff x="837862" y="1123016"/>
            <a:chExt cx="11026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14:cNvPr>
                <p14:cNvContentPartPr/>
                <p14:nvPr/>
              </p14:nvContentPartPr>
              <p14:xfrm>
                <a:off x="837862" y="1296536"/>
                <a:ext cx="214560" cy="25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222" y="1287896"/>
                  <a:ext cx="232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14:cNvPr>
                <p14:cNvContentPartPr/>
                <p14:nvPr/>
              </p14:nvContentPartPr>
              <p14:xfrm>
                <a:off x="894022" y="1302296"/>
                <a:ext cx="74160" cy="27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022" y="1293296"/>
                  <a:ext cx="91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14:cNvPr>
                <p14:cNvContentPartPr/>
                <p14:nvPr/>
              </p14:nvContentPartPr>
              <p14:xfrm>
                <a:off x="1095622" y="1250456"/>
                <a:ext cx="126360" cy="343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6982" y="1241456"/>
                  <a:ext cx="144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14:cNvPr>
                <p14:cNvContentPartPr/>
                <p14:nvPr/>
              </p14:nvContentPartPr>
              <p14:xfrm>
                <a:off x="1238542" y="1430816"/>
                <a:ext cx="178560" cy="11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9542" y="1422176"/>
                  <a:ext cx="196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14:cNvPr>
                <p14:cNvContentPartPr/>
                <p14:nvPr/>
              </p14:nvContentPartPr>
              <p14:xfrm>
                <a:off x="1414222" y="1275656"/>
                <a:ext cx="101520" cy="20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05222" y="1267016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14:cNvPr>
                <p14:cNvContentPartPr/>
                <p14:nvPr/>
              </p14:nvContentPartPr>
              <p14:xfrm>
                <a:off x="1381462" y="1123016"/>
                <a:ext cx="8640" cy="15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72462" y="111401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14:cNvPr>
                <p14:cNvContentPartPr/>
                <p14:nvPr/>
              </p14:nvContentPartPr>
              <p14:xfrm>
                <a:off x="1530862" y="1169816"/>
                <a:ext cx="166320" cy="9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22222" y="1161176"/>
                  <a:ext cx="183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14:cNvPr>
                <p14:cNvContentPartPr/>
                <p14:nvPr/>
              </p14:nvContentPartPr>
              <p14:xfrm>
                <a:off x="1801222" y="1215536"/>
                <a:ext cx="139320" cy="32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92582" y="1206536"/>
                  <a:ext cx="15696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A9C8AD-5377-F87D-6A54-A2417DB7F442}"/>
              </a:ext>
            </a:extLst>
          </p:cNvPr>
          <p:cNvGrpSpPr/>
          <p:nvPr/>
        </p:nvGrpSpPr>
        <p:grpSpPr>
          <a:xfrm>
            <a:off x="2170942" y="1354496"/>
            <a:ext cx="173880" cy="87120"/>
            <a:chOff x="2170942" y="1354496"/>
            <a:chExt cx="17388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14:cNvPr>
                <p14:cNvContentPartPr/>
                <p14:nvPr/>
              </p14:nvContentPartPr>
              <p14:xfrm>
                <a:off x="2200462" y="1420016"/>
                <a:ext cx="144360" cy="21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91462" y="1411376"/>
                  <a:ext cx="162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14:cNvPr>
                <p14:cNvContentPartPr/>
                <p14:nvPr/>
              </p14:nvContentPartPr>
              <p14:xfrm>
                <a:off x="2170942" y="1354496"/>
                <a:ext cx="141840" cy="2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2302" y="1345856"/>
                  <a:ext cx="1594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14:cNvPr>
              <p14:cNvContentPartPr/>
              <p14:nvPr/>
            </p14:nvContentPartPr>
            <p14:xfrm>
              <a:off x="2619142" y="1254056"/>
              <a:ext cx="371160" cy="267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10502" y="1245056"/>
                <a:ext cx="38880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22054F8-795A-DF2B-2680-63E6965B9ECB}"/>
              </a:ext>
            </a:extLst>
          </p:cNvPr>
          <p:cNvGrpSpPr/>
          <p:nvPr/>
        </p:nvGrpSpPr>
        <p:grpSpPr>
          <a:xfrm>
            <a:off x="2573062" y="1610096"/>
            <a:ext cx="731880" cy="134640"/>
            <a:chOff x="2573062" y="1610096"/>
            <a:chExt cx="73188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14:cNvPr>
                <p14:cNvContentPartPr/>
                <p14:nvPr/>
              </p14:nvContentPartPr>
              <p14:xfrm>
                <a:off x="2573062" y="1682456"/>
                <a:ext cx="123840" cy="62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64062" y="1673816"/>
                  <a:ext cx="141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14:cNvPr>
                <p14:cNvContentPartPr/>
                <p14:nvPr/>
              </p14:nvContentPartPr>
              <p14:xfrm>
                <a:off x="2796622" y="1727456"/>
                <a:ext cx="47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87982" y="1718816"/>
                  <a:ext cx="6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14:cNvPr>
                <p14:cNvContentPartPr/>
                <p14:nvPr/>
              </p14:nvContentPartPr>
              <p14:xfrm>
                <a:off x="2777182" y="1669136"/>
                <a:ext cx="72360" cy="11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68542" y="1660136"/>
                  <a:ext cx="90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14:cNvPr>
                <p14:cNvContentPartPr/>
                <p14:nvPr/>
              </p14:nvContentPartPr>
              <p14:xfrm>
                <a:off x="2945662" y="1684976"/>
                <a:ext cx="100800" cy="1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36662" y="1676336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14:cNvPr>
                <p14:cNvContentPartPr/>
                <p14:nvPr/>
              </p14:nvContentPartPr>
              <p14:xfrm>
                <a:off x="3125302" y="1610096"/>
                <a:ext cx="179640" cy="11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16302" y="1601456"/>
                  <a:ext cx="19728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14:cNvPr>
              <p14:cNvContentPartPr/>
              <p14:nvPr/>
            </p14:nvContentPartPr>
            <p14:xfrm>
              <a:off x="2689342" y="1087376"/>
              <a:ext cx="197640" cy="91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80702" y="1078376"/>
                <a:ext cx="21528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6B6A981-585F-4DAC-E4DD-9931BB8815C7}"/>
              </a:ext>
            </a:extLst>
          </p:cNvPr>
          <p:cNvGrpSpPr/>
          <p:nvPr/>
        </p:nvGrpSpPr>
        <p:grpSpPr>
          <a:xfrm>
            <a:off x="3321862" y="968936"/>
            <a:ext cx="1663920" cy="450000"/>
            <a:chOff x="3321862" y="968936"/>
            <a:chExt cx="166392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14:cNvPr>
                <p14:cNvContentPartPr/>
                <p14:nvPr/>
              </p14:nvContentPartPr>
              <p14:xfrm>
                <a:off x="3321862" y="1296896"/>
                <a:ext cx="161640" cy="104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12862" y="1288256"/>
                  <a:ext cx="179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14:cNvPr>
                <p14:cNvContentPartPr/>
                <p14:nvPr/>
              </p14:nvContentPartPr>
              <p14:xfrm>
                <a:off x="3376582" y="1302296"/>
                <a:ext cx="57960" cy="95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67582" y="1293656"/>
                  <a:ext cx="75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14:cNvPr>
                <p14:cNvContentPartPr/>
                <p14:nvPr/>
              </p14:nvContentPartPr>
              <p14:xfrm>
                <a:off x="3498262" y="1156136"/>
                <a:ext cx="128160" cy="258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89262" y="1147136"/>
                  <a:ext cx="145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14:cNvPr>
                <p14:cNvContentPartPr/>
                <p14:nvPr/>
              </p14:nvContentPartPr>
              <p14:xfrm>
                <a:off x="3636142" y="1281056"/>
                <a:ext cx="150840" cy="6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27502" y="1272056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14:cNvPr>
                <p14:cNvContentPartPr/>
                <p14:nvPr/>
              </p14:nvContentPartPr>
              <p14:xfrm>
                <a:off x="3731902" y="1127696"/>
                <a:ext cx="16524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2902" y="1119056"/>
                  <a:ext cx="182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14:cNvPr>
                <p14:cNvContentPartPr/>
                <p14:nvPr/>
              </p14:nvContentPartPr>
              <p14:xfrm>
                <a:off x="4072102" y="1285016"/>
                <a:ext cx="223200" cy="11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3102" y="1276376"/>
                  <a:ext cx="240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14:cNvPr>
                <p14:cNvContentPartPr/>
                <p14:nvPr/>
              </p14:nvContentPartPr>
              <p14:xfrm>
                <a:off x="4199542" y="1169096"/>
                <a:ext cx="13356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90542" y="1160456"/>
                  <a:ext cx="151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14:cNvPr>
                <p14:cNvContentPartPr/>
                <p14:nvPr/>
              </p14:nvContentPartPr>
              <p14:xfrm>
                <a:off x="4362982" y="1132016"/>
                <a:ext cx="143640" cy="22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4342" y="1123376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14:cNvPr>
                <p14:cNvContentPartPr/>
                <p14:nvPr/>
              </p14:nvContentPartPr>
              <p14:xfrm>
                <a:off x="4327342" y="968936"/>
                <a:ext cx="11160" cy="15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18342" y="959936"/>
                  <a:ext cx="28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14:cNvPr>
                <p14:cNvContentPartPr/>
                <p14:nvPr/>
              </p14:nvContentPartPr>
              <p14:xfrm>
                <a:off x="4505902" y="1030496"/>
                <a:ext cx="215640" cy="10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96902" y="1021496"/>
                  <a:ext cx="23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14:cNvPr>
                <p14:cNvContentPartPr/>
                <p14:nvPr/>
              </p14:nvContentPartPr>
              <p14:xfrm>
                <a:off x="4784542" y="1047056"/>
                <a:ext cx="201240" cy="76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75542" y="1038416"/>
                  <a:ext cx="2188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4CAFA20-DF08-F537-9D7C-9AAD3DD272D7}"/>
              </a:ext>
            </a:extLst>
          </p:cNvPr>
          <p:cNvGrpSpPr/>
          <p:nvPr/>
        </p:nvGrpSpPr>
        <p:grpSpPr>
          <a:xfrm>
            <a:off x="5714782" y="1209056"/>
            <a:ext cx="925560" cy="233280"/>
            <a:chOff x="5714782" y="1209056"/>
            <a:chExt cx="92556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14:cNvPr>
                <p14:cNvContentPartPr/>
                <p14:nvPr/>
              </p14:nvContentPartPr>
              <p14:xfrm>
                <a:off x="5810182" y="1275656"/>
                <a:ext cx="43920" cy="159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01542" y="1267016"/>
                  <a:ext cx="61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14:cNvPr>
                <p14:cNvContentPartPr/>
                <p14:nvPr/>
              </p14:nvContentPartPr>
              <p14:xfrm>
                <a:off x="5714782" y="1209056"/>
                <a:ext cx="245880" cy="23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6142" y="1200056"/>
                  <a:ext cx="263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14:cNvPr>
                <p14:cNvContentPartPr/>
                <p14:nvPr/>
              </p14:nvContentPartPr>
              <p14:xfrm>
                <a:off x="6169822" y="1296896"/>
                <a:ext cx="35640" cy="116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0822" y="1288256"/>
                  <a:ext cx="53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14:cNvPr>
                <p14:cNvContentPartPr/>
                <p14:nvPr/>
              </p14:nvContentPartPr>
              <p14:xfrm>
                <a:off x="5997742" y="1264856"/>
                <a:ext cx="238680" cy="20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88742" y="1256216"/>
                  <a:ext cx="256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14:cNvPr>
                <p14:cNvContentPartPr/>
                <p14:nvPr/>
              </p14:nvContentPartPr>
              <p14:xfrm>
                <a:off x="6373942" y="1302296"/>
                <a:ext cx="33840" cy="117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65302" y="1293656"/>
                  <a:ext cx="51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14:cNvPr>
                <p14:cNvContentPartPr/>
                <p14:nvPr/>
              </p14:nvContentPartPr>
              <p14:xfrm>
                <a:off x="6331462" y="1229216"/>
                <a:ext cx="99720" cy="30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22822" y="1220216"/>
                  <a:ext cx="117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14:cNvPr>
                <p14:cNvContentPartPr/>
                <p14:nvPr/>
              </p14:nvContentPartPr>
              <p14:xfrm>
                <a:off x="6363502" y="1318136"/>
                <a:ext cx="87840" cy="1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54502" y="1309136"/>
                  <a:ext cx="10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14:cNvPr>
                <p14:cNvContentPartPr/>
                <p14:nvPr/>
              </p14:nvContentPartPr>
              <p14:xfrm>
                <a:off x="6565462" y="1275656"/>
                <a:ext cx="52920" cy="123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56462" y="1267016"/>
                  <a:ext cx="7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14:cNvPr>
                <p14:cNvContentPartPr/>
                <p14:nvPr/>
              </p14:nvContentPartPr>
              <p14:xfrm>
                <a:off x="6520822" y="1228856"/>
                <a:ext cx="119520" cy="1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12182" y="1220216"/>
                  <a:ext cx="1371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9DDE05-A4E8-6384-6B82-DFA7BAAF6935}"/>
              </a:ext>
            </a:extLst>
          </p:cNvPr>
          <p:cNvGrpSpPr/>
          <p:nvPr/>
        </p:nvGrpSpPr>
        <p:grpSpPr>
          <a:xfrm>
            <a:off x="937942" y="2136056"/>
            <a:ext cx="1207440" cy="372240"/>
            <a:chOff x="937942" y="2136056"/>
            <a:chExt cx="120744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14:cNvPr>
                <p14:cNvContentPartPr/>
                <p14:nvPr/>
              </p14:nvContentPartPr>
              <p14:xfrm>
                <a:off x="937942" y="2216696"/>
                <a:ext cx="199080" cy="197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8942" y="2207696"/>
                  <a:ext cx="216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14:cNvPr>
                <p14:cNvContentPartPr/>
                <p14:nvPr/>
              </p14:nvContentPartPr>
              <p14:xfrm>
                <a:off x="1177342" y="2322176"/>
                <a:ext cx="18144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8342" y="2313536"/>
                  <a:ext cx="19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14:cNvPr>
                <p14:cNvContentPartPr/>
                <p14:nvPr/>
              </p14:nvContentPartPr>
              <p14:xfrm>
                <a:off x="1392622" y="2339096"/>
                <a:ext cx="191160" cy="37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83982" y="2330096"/>
                  <a:ext cx="208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14:cNvPr>
                <p14:cNvContentPartPr/>
                <p14:nvPr/>
              </p14:nvContentPartPr>
              <p14:xfrm>
                <a:off x="1656862" y="2291216"/>
                <a:ext cx="116280" cy="217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48222" y="2282216"/>
                  <a:ext cx="133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14:cNvPr>
                <p14:cNvContentPartPr/>
                <p14:nvPr/>
              </p14:nvContentPartPr>
              <p14:xfrm>
                <a:off x="1785382" y="2136056"/>
                <a:ext cx="360000" cy="22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76742" y="2127056"/>
                  <a:ext cx="3776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B41CE4-F4A6-BAFB-7288-B014E0C4C283}"/>
              </a:ext>
            </a:extLst>
          </p:cNvPr>
          <p:cNvGrpSpPr/>
          <p:nvPr/>
        </p:nvGrpSpPr>
        <p:grpSpPr>
          <a:xfrm>
            <a:off x="2339062" y="2107616"/>
            <a:ext cx="1108800" cy="384840"/>
            <a:chOff x="2339062" y="2107616"/>
            <a:chExt cx="110880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14:cNvPr>
                <p14:cNvContentPartPr/>
                <p14:nvPr/>
              </p14:nvContentPartPr>
              <p14:xfrm>
                <a:off x="2381542" y="2301656"/>
                <a:ext cx="58680" cy="69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72542" y="2293016"/>
                  <a:ext cx="76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14:cNvPr>
                <p14:cNvContentPartPr/>
                <p14:nvPr/>
              </p14:nvContentPartPr>
              <p14:xfrm>
                <a:off x="2339062" y="2179256"/>
                <a:ext cx="20880" cy="47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30062" y="2170256"/>
                  <a:ext cx="38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14:cNvPr>
                <p14:cNvContentPartPr/>
                <p14:nvPr/>
              </p14:nvContentPartPr>
              <p14:xfrm>
                <a:off x="2471902" y="2300936"/>
                <a:ext cx="205200" cy="6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62902" y="2292296"/>
                  <a:ext cx="222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14:cNvPr>
                <p14:cNvContentPartPr/>
                <p14:nvPr/>
              </p14:nvContentPartPr>
              <p14:xfrm>
                <a:off x="2852422" y="2107616"/>
                <a:ext cx="148320" cy="348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43782" y="2098616"/>
                  <a:ext cx="1659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14:cNvPr>
                <p14:cNvContentPartPr/>
                <p14:nvPr/>
              </p14:nvContentPartPr>
              <p14:xfrm>
                <a:off x="2872222" y="2322176"/>
                <a:ext cx="1051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63222" y="2313176"/>
                  <a:ext cx="122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14:cNvPr>
                <p14:cNvContentPartPr/>
                <p14:nvPr/>
              </p14:nvContentPartPr>
              <p14:xfrm>
                <a:off x="3011902" y="2219216"/>
                <a:ext cx="241200" cy="132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03262" y="2210216"/>
                  <a:ext cx="258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14:cNvPr>
                <p14:cNvContentPartPr/>
                <p14:nvPr/>
              </p14:nvContentPartPr>
              <p14:xfrm>
                <a:off x="3327622" y="2211296"/>
                <a:ext cx="120240" cy="281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18982" y="2202656"/>
                  <a:ext cx="1378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B7B2922-FA07-653E-CC6E-BCA5A04E4536}"/>
              </a:ext>
            </a:extLst>
          </p:cNvPr>
          <p:cNvGrpSpPr/>
          <p:nvPr/>
        </p:nvGrpSpPr>
        <p:grpSpPr>
          <a:xfrm>
            <a:off x="3666382" y="2050736"/>
            <a:ext cx="1092960" cy="225720"/>
            <a:chOff x="3666382" y="2050736"/>
            <a:chExt cx="10929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14:cNvPr>
                <p14:cNvContentPartPr/>
                <p14:nvPr/>
              </p14:nvContentPartPr>
              <p14:xfrm>
                <a:off x="3666382" y="2050736"/>
                <a:ext cx="106200" cy="22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57382" y="2041736"/>
                  <a:ext cx="123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14:cNvPr>
                <p14:cNvContentPartPr/>
                <p14:nvPr/>
              </p14:nvContentPartPr>
              <p14:xfrm>
                <a:off x="3832702" y="2190416"/>
                <a:ext cx="118080" cy="86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3702" y="2181416"/>
                  <a:ext cx="13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14:cNvPr>
                <p14:cNvContentPartPr/>
                <p14:nvPr/>
              </p14:nvContentPartPr>
              <p14:xfrm>
                <a:off x="4024222" y="2200856"/>
                <a:ext cx="262440" cy="63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15582" y="2191856"/>
                  <a:ext cx="280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14:cNvPr>
                <p14:cNvContentPartPr/>
                <p14:nvPr/>
              </p14:nvContentPartPr>
              <p14:xfrm>
                <a:off x="4336342" y="2186096"/>
                <a:ext cx="91800" cy="7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27702" y="2177456"/>
                  <a:ext cx="109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14:cNvPr>
                <p14:cNvContentPartPr/>
                <p14:nvPr/>
              </p14:nvContentPartPr>
              <p14:xfrm>
                <a:off x="4534702" y="2195456"/>
                <a:ext cx="32400" cy="74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25702" y="2186456"/>
                  <a:ext cx="50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14:cNvPr>
                <p14:cNvContentPartPr/>
                <p14:nvPr/>
              </p14:nvContentPartPr>
              <p14:xfrm>
                <a:off x="4508062" y="2081696"/>
                <a:ext cx="16920" cy="2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062" y="2073056"/>
                  <a:ext cx="34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14:cNvPr>
                <p14:cNvContentPartPr/>
                <p14:nvPr/>
              </p14:nvContentPartPr>
              <p14:xfrm>
                <a:off x="4625062" y="2194376"/>
                <a:ext cx="134280" cy="5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16062" y="2185736"/>
                  <a:ext cx="15192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14:cNvPr>
              <p14:cNvContentPartPr/>
              <p14:nvPr/>
            </p14:nvContentPartPr>
            <p14:xfrm>
              <a:off x="5560342" y="2182496"/>
              <a:ext cx="277920" cy="140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51702" y="2173496"/>
                <a:ext cx="295560" cy="1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4FEF1FD-95B2-4F08-942F-8E6210E93523}"/>
              </a:ext>
            </a:extLst>
          </p:cNvPr>
          <p:cNvGrpSpPr/>
          <p:nvPr/>
        </p:nvGrpSpPr>
        <p:grpSpPr>
          <a:xfrm>
            <a:off x="6070462" y="2185376"/>
            <a:ext cx="330480" cy="110520"/>
            <a:chOff x="6070462" y="2185376"/>
            <a:chExt cx="3304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14:cNvPr>
                <p14:cNvContentPartPr/>
                <p14:nvPr/>
              </p14:nvContentPartPr>
              <p14:xfrm>
                <a:off x="6070462" y="2258816"/>
                <a:ext cx="254160" cy="1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61822" y="2250176"/>
                  <a:ext cx="27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14:cNvPr>
                <p14:cNvContentPartPr/>
                <p14:nvPr/>
              </p14:nvContentPartPr>
              <p14:xfrm>
                <a:off x="6237862" y="2185376"/>
                <a:ext cx="163080" cy="109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28862" y="2176376"/>
                  <a:ext cx="180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14:cNvPr>
                <p14:cNvContentPartPr/>
                <p14:nvPr/>
              </p14:nvContentPartPr>
              <p14:xfrm>
                <a:off x="6263062" y="2248736"/>
                <a:ext cx="63720" cy="47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54422" y="2239736"/>
                  <a:ext cx="8136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EE24B-32F8-F006-3941-22B489D2ACF9}"/>
              </a:ext>
            </a:extLst>
          </p:cNvPr>
          <p:cNvGrpSpPr/>
          <p:nvPr/>
        </p:nvGrpSpPr>
        <p:grpSpPr>
          <a:xfrm>
            <a:off x="6597502" y="1937336"/>
            <a:ext cx="641160" cy="191880"/>
            <a:chOff x="6597502" y="1937336"/>
            <a:chExt cx="64116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14:cNvPr>
                <p14:cNvContentPartPr/>
                <p14:nvPr/>
              </p14:nvContentPartPr>
              <p14:xfrm>
                <a:off x="6597502" y="2014736"/>
                <a:ext cx="221760" cy="11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8502" y="2005736"/>
                  <a:ext cx="23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14:cNvPr>
                <p14:cNvContentPartPr/>
                <p14:nvPr/>
              </p14:nvContentPartPr>
              <p14:xfrm>
                <a:off x="6884422" y="2025176"/>
                <a:ext cx="16560" cy="68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75422" y="2016536"/>
                  <a:ext cx="34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14:cNvPr>
                <p14:cNvContentPartPr/>
                <p14:nvPr/>
              </p14:nvContentPartPr>
              <p14:xfrm>
                <a:off x="6926902" y="2020136"/>
                <a:ext cx="47160" cy="8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18262" y="2011136"/>
                  <a:ext cx="6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14:cNvPr>
                <p14:cNvContentPartPr/>
                <p14:nvPr/>
              </p14:nvContentPartPr>
              <p14:xfrm>
                <a:off x="6799822" y="1983776"/>
                <a:ext cx="169920" cy="17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90822" y="1975136"/>
                  <a:ext cx="18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14:cNvPr>
                <p14:cNvContentPartPr/>
                <p14:nvPr/>
              </p14:nvContentPartPr>
              <p14:xfrm>
                <a:off x="7043902" y="1937336"/>
                <a:ext cx="65160" cy="156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34902" y="1928336"/>
                  <a:ext cx="82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14:cNvPr>
                <p14:cNvContentPartPr/>
                <p14:nvPr/>
              </p14:nvContentPartPr>
              <p14:xfrm>
                <a:off x="7107622" y="2020136"/>
                <a:ext cx="131040" cy="59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98982" y="2011136"/>
                  <a:ext cx="1486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83CD762-4F78-74D1-DEFE-3EDA9B4D7D83}"/>
              </a:ext>
            </a:extLst>
          </p:cNvPr>
          <p:cNvGrpSpPr/>
          <p:nvPr/>
        </p:nvGrpSpPr>
        <p:grpSpPr>
          <a:xfrm>
            <a:off x="6666982" y="2237576"/>
            <a:ext cx="547200" cy="16920"/>
            <a:chOff x="6666982" y="2237576"/>
            <a:chExt cx="547200" cy="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14:cNvPr>
                <p14:cNvContentPartPr/>
                <p14:nvPr/>
              </p14:nvContentPartPr>
              <p14:xfrm>
                <a:off x="6879022" y="2237576"/>
                <a:ext cx="8316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0382" y="2228576"/>
                  <a:ext cx="100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14:cNvPr>
                <p14:cNvContentPartPr/>
                <p14:nvPr/>
              </p14:nvContentPartPr>
              <p14:xfrm>
                <a:off x="6666982" y="2239016"/>
                <a:ext cx="547200" cy="15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58342" y="2230016"/>
                  <a:ext cx="564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14:cNvPr>
              <p14:cNvContentPartPr/>
              <p14:nvPr/>
            </p14:nvContentPartPr>
            <p14:xfrm>
              <a:off x="6876502" y="2360336"/>
              <a:ext cx="195480" cy="1796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67502" y="2351696"/>
                <a:ext cx="2131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0B87B44-86B0-A3C6-98D1-C4EFE211D6D8}"/>
              </a:ext>
            </a:extLst>
          </p:cNvPr>
          <p:cNvGrpSpPr/>
          <p:nvPr/>
        </p:nvGrpSpPr>
        <p:grpSpPr>
          <a:xfrm>
            <a:off x="8436382" y="1744016"/>
            <a:ext cx="1155240" cy="642960"/>
            <a:chOff x="8436382" y="1744016"/>
            <a:chExt cx="115524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14:cNvPr>
                <p14:cNvContentPartPr/>
                <p14:nvPr/>
              </p14:nvContentPartPr>
              <p14:xfrm>
                <a:off x="8436382" y="2236496"/>
                <a:ext cx="203760" cy="150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27742" y="2227856"/>
                  <a:ext cx="221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14:cNvPr>
                <p14:cNvContentPartPr/>
                <p14:nvPr/>
              </p14:nvContentPartPr>
              <p14:xfrm>
                <a:off x="8643742" y="1998176"/>
                <a:ext cx="115920" cy="240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35102" y="1989176"/>
                  <a:ext cx="133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14:cNvPr>
                <p14:cNvContentPartPr/>
                <p14:nvPr/>
              </p14:nvContentPartPr>
              <p14:xfrm>
                <a:off x="8662462" y="1871096"/>
                <a:ext cx="8280" cy="19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53822" y="1862456"/>
                  <a:ext cx="25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14:cNvPr>
                <p14:cNvContentPartPr/>
                <p14:nvPr/>
              </p14:nvContentPartPr>
              <p14:xfrm>
                <a:off x="8798182" y="1854896"/>
                <a:ext cx="160560" cy="118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89542" y="1845896"/>
                  <a:ext cx="178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14:cNvPr>
                <p14:cNvContentPartPr/>
                <p14:nvPr/>
              </p14:nvContentPartPr>
              <p14:xfrm>
                <a:off x="8989702" y="1881896"/>
                <a:ext cx="51120" cy="90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0702" y="1872896"/>
                  <a:ext cx="68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14:cNvPr>
                <p14:cNvContentPartPr/>
                <p14:nvPr/>
              </p14:nvContentPartPr>
              <p14:xfrm>
                <a:off x="9032182" y="1881896"/>
                <a:ext cx="69120" cy="82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23182" y="1872896"/>
                  <a:ext cx="8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14:cNvPr>
                <p14:cNvContentPartPr/>
                <p14:nvPr/>
              </p14:nvContentPartPr>
              <p14:xfrm>
                <a:off x="8915542" y="1802336"/>
                <a:ext cx="154440" cy="3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06542" y="1793336"/>
                  <a:ext cx="172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14:cNvPr>
                <p14:cNvContentPartPr/>
                <p14:nvPr/>
              </p14:nvContentPartPr>
              <p14:xfrm>
                <a:off x="9106702" y="1754096"/>
                <a:ext cx="104040" cy="205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97702" y="1745456"/>
                  <a:ext cx="121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14:cNvPr>
                <p14:cNvContentPartPr/>
                <p14:nvPr/>
              </p14:nvContentPartPr>
              <p14:xfrm>
                <a:off x="9186262" y="1860656"/>
                <a:ext cx="117720" cy="73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77262" y="1851656"/>
                  <a:ext cx="135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14:cNvPr>
                <p14:cNvContentPartPr/>
                <p14:nvPr/>
              </p14:nvContentPartPr>
              <p14:xfrm>
                <a:off x="9289222" y="1744016"/>
                <a:ext cx="121320" cy="29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80222" y="1735376"/>
                  <a:ext cx="138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14:cNvPr>
                <p14:cNvContentPartPr/>
                <p14:nvPr/>
              </p14:nvContentPartPr>
              <p14:xfrm>
                <a:off x="9429982" y="1917176"/>
                <a:ext cx="161640" cy="125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1342" y="1908536"/>
                  <a:ext cx="1792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590DBE0-33C9-16D5-6653-4FC4F86811E0}"/>
              </a:ext>
            </a:extLst>
          </p:cNvPr>
          <p:cNvGrpSpPr/>
          <p:nvPr/>
        </p:nvGrpSpPr>
        <p:grpSpPr>
          <a:xfrm>
            <a:off x="7679302" y="2212376"/>
            <a:ext cx="401760" cy="138240"/>
            <a:chOff x="7679302" y="2212376"/>
            <a:chExt cx="4017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14:cNvPr>
                <p14:cNvContentPartPr/>
                <p14:nvPr/>
              </p14:nvContentPartPr>
              <p14:xfrm>
                <a:off x="7679302" y="2284736"/>
                <a:ext cx="311400" cy="6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70302" y="2276096"/>
                  <a:ext cx="329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14:cNvPr>
                <p14:cNvContentPartPr/>
                <p14:nvPr/>
              </p14:nvContentPartPr>
              <p14:xfrm>
                <a:off x="7933822" y="2212376"/>
                <a:ext cx="147240" cy="138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24822" y="2203376"/>
                  <a:ext cx="164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F0A5AAE-72D5-33B1-CD3A-FD40E85DA7B5}"/>
              </a:ext>
            </a:extLst>
          </p:cNvPr>
          <p:cNvGrpSpPr/>
          <p:nvPr/>
        </p:nvGrpSpPr>
        <p:grpSpPr>
          <a:xfrm>
            <a:off x="9744262" y="2088536"/>
            <a:ext cx="711720" cy="272160"/>
            <a:chOff x="9744262" y="2088536"/>
            <a:chExt cx="7117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14:cNvPr>
                <p14:cNvContentPartPr/>
                <p14:nvPr/>
              </p14:nvContentPartPr>
              <p14:xfrm>
                <a:off x="9744262" y="2088536"/>
                <a:ext cx="202680" cy="272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35622" y="2079896"/>
                  <a:ext cx="22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14:cNvPr>
                <p14:cNvContentPartPr/>
                <p14:nvPr/>
              </p14:nvContentPartPr>
              <p14:xfrm>
                <a:off x="9950542" y="2229296"/>
                <a:ext cx="167040" cy="99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41902" y="2220296"/>
                  <a:ext cx="184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14:cNvPr>
                <p14:cNvContentPartPr/>
                <p14:nvPr/>
              </p14:nvContentPartPr>
              <p14:xfrm>
                <a:off x="10125502" y="2191856"/>
                <a:ext cx="84600" cy="132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16862" y="2183216"/>
                  <a:ext cx="102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14:cNvPr>
                <p14:cNvContentPartPr/>
                <p14:nvPr/>
              </p14:nvContentPartPr>
              <p14:xfrm>
                <a:off x="10299382" y="2275016"/>
                <a:ext cx="3960" cy="37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90742" y="2266376"/>
                  <a:ext cx="2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14:cNvPr>
                <p14:cNvContentPartPr/>
                <p14:nvPr/>
              </p14:nvContentPartPr>
              <p14:xfrm>
                <a:off x="10260142" y="2147936"/>
                <a:ext cx="5760" cy="26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51502" y="2138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14:cNvPr>
                <p14:cNvContentPartPr/>
                <p14:nvPr/>
              </p14:nvContentPartPr>
              <p14:xfrm>
                <a:off x="10355182" y="2197976"/>
                <a:ext cx="100800" cy="120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42" y="2189336"/>
                  <a:ext cx="1184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918E30E-EC12-0BE0-5E72-3B4BC5B71B22}"/>
              </a:ext>
            </a:extLst>
          </p:cNvPr>
          <p:cNvGrpSpPr/>
          <p:nvPr/>
        </p:nvGrpSpPr>
        <p:grpSpPr>
          <a:xfrm>
            <a:off x="9695662" y="2548976"/>
            <a:ext cx="1451520" cy="363960"/>
            <a:chOff x="9695662" y="2548976"/>
            <a:chExt cx="14515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14:cNvPr>
                <p14:cNvContentPartPr/>
                <p14:nvPr/>
              </p14:nvContentPartPr>
              <p14:xfrm>
                <a:off x="9720142" y="2548976"/>
                <a:ext cx="97920" cy="335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11502" y="2540336"/>
                  <a:ext cx="115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14:cNvPr>
                <p14:cNvContentPartPr/>
                <p14:nvPr/>
              </p14:nvContentPartPr>
              <p14:xfrm>
                <a:off x="9695662" y="2742656"/>
                <a:ext cx="134280" cy="32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86662" y="2734016"/>
                  <a:ext cx="151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14:cNvPr>
                <p14:cNvContentPartPr/>
                <p14:nvPr/>
              </p14:nvContentPartPr>
              <p14:xfrm>
                <a:off x="9871342" y="2675336"/>
                <a:ext cx="213480" cy="109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62702" y="2666336"/>
                  <a:ext cx="231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14:cNvPr>
                <p14:cNvContentPartPr/>
                <p14:nvPr/>
              </p14:nvContentPartPr>
              <p14:xfrm>
                <a:off x="10115422" y="2689736"/>
                <a:ext cx="126720" cy="22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06422" y="2681096"/>
                  <a:ext cx="144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14:cNvPr>
                <p14:cNvContentPartPr/>
                <p14:nvPr/>
              </p14:nvContentPartPr>
              <p14:xfrm>
                <a:off x="10228462" y="2688656"/>
                <a:ext cx="145080" cy="8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19462" y="2679656"/>
                  <a:ext cx="162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14:cNvPr>
                <p14:cNvContentPartPr/>
                <p14:nvPr/>
              </p14:nvContentPartPr>
              <p14:xfrm>
                <a:off x="10393342" y="2656256"/>
                <a:ext cx="234000" cy="113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84702" y="2647616"/>
                  <a:ext cx="251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14:cNvPr>
                <p14:cNvContentPartPr/>
                <p14:nvPr/>
              </p14:nvContentPartPr>
              <p14:xfrm>
                <a:off x="10587382" y="2726816"/>
                <a:ext cx="113760" cy="43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78742" y="2717816"/>
                  <a:ext cx="131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14:cNvPr>
                <p14:cNvContentPartPr/>
                <p14:nvPr/>
              </p14:nvContentPartPr>
              <p14:xfrm>
                <a:off x="10717342" y="2669936"/>
                <a:ext cx="194400" cy="100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8342" y="2660936"/>
                  <a:ext cx="212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14:cNvPr>
                <p14:cNvContentPartPr/>
                <p14:nvPr/>
              </p14:nvContentPartPr>
              <p14:xfrm>
                <a:off x="10828942" y="2551496"/>
                <a:ext cx="182160" cy="201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20302" y="2542856"/>
                  <a:ext cx="199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14:cNvPr>
                <p14:cNvContentPartPr/>
                <p14:nvPr/>
              </p14:nvContentPartPr>
              <p14:xfrm>
                <a:off x="11043862" y="2578136"/>
                <a:ext cx="103320" cy="182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34862" y="2569496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EDC477-D646-942A-589E-805A973125B8}"/>
              </a:ext>
            </a:extLst>
          </p:cNvPr>
          <p:cNvGrpSpPr/>
          <p:nvPr/>
        </p:nvGrpSpPr>
        <p:grpSpPr>
          <a:xfrm>
            <a:off x="9138382" y="3003656"/>
            <a:ext cx="989280" cy="283680"/>
            <a:chOff x="9138382" y="3003656"/>
            <a:chExt cx="9892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14:cNvPr>
                <p14:cNvContentPartPr/>
                <p14:nvPr/>
              </p14:nvContentPartPr>
              <p14:xfrm>
                <a:off x="9163942" y="3205616"/>
                <a:ext cx="26640" cy="64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54942" y="3196616"/>
                  <a:ext cx="44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14:cNvPr>
                <p14:cNvContentPartPr/>
                <p14:nvPr/>
              </p14:nvContentPartPr>
              <p14:xfrm>
                <a:off x="9138382" y="3077816"/>
                <a:ext cx="16920" cy="29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29742" y="3069176"/>
                  <a:ext cx="34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14:cNvPr>
                <p14:cNvContentPartPr/>
                <p14:nvPr/>
              </p14:nvContentPartPr>
              <p14:xfrm>
                <a:off x="9260782" y="3209576"/>
                <a:ext cx="159840" cy="38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51782" y="3200936"/>
                  <a:ext cx="177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14:cNvPr>
                <p14:cNvContentPartPr/>
                <p14:nvPr/>
              </p14:nvContentPartPr>
              <p14:xfrm>
                <a:off x="9400102" y="3153416"/>
                <a:ext cx="119520" cy="133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91462" y="3144776"/>
                  <a:ext cx="137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14:cNvPr>
                <p14:cNvContentPartPr/>
                <p14:nvPr/>
              </p14:nvContentPartPr>
              <p14:xfrm>
                <a:off x="9526462" y="3035336"/>
                <a:ext cx="271080" cy="240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517822" y="3026696"/>
                  <a:ext cx="288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14:cNvPr>
                <p14:cNvContentPartPr/>
                <p14:nvPr/>
              </p14:nvContentPartPr>
              <p14:xfrm>
                <a:off x="9827782" y="3166736"/>
                <a:ext cx="143280" cy="82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18782" y="3157736"/>
                  <a:ext cx="160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14:cNvPr>
                <p14:cNvContentPartPr/>
                <p14:nvPr/>
              </p14:nvContentPartPr>
              <p14:xfrm>
                <a:off x="10035862" y="3003656"/>
                <a:ext cx="91800" cy="212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26862" y="2994656"/>
                  <a:ext cx="1094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8EC544C-3A62-D539-8DC5-8FF03996858E}"/>
              </a:ext>
            </a:extLst>
          </p:cNvPr>
          <p:cNvGrpSpPr/>
          <p:nvPr/>
        </p:nvGrpSpPr>
        <p:grpSpPr>
          <a:xfrm>
            <a:off x="10332142" y="2969096"/>
            <a:ext cx="220320" cy="378360"/>
            <a:chOff x="10332142" y="2969096"/>
            <a:chExt cx="2203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14:cNvPr>
                <p14:cNvContentPartPr/>
                <p14:nvPr/>
              </p14:nvContentPartPr>
              <p14:xfrm>
                <a:off x="10332142" y="3141896"/>
                <a:ext cx="88920" cy="65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23502" y="313289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14:cNvPr>
                <p14:cNvContentPartPr/>
                <p14:nvPr/>
              </p14:nvContentPartPr>
              <p14:xfrm>
                <a:off x="10427902" y="2969096"/>
                <a:ext cx="124560" cy="378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19262" y="2960456"/>
                  <a:ext cx="14220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C48D1B7-14AF-B994-AF20-9A2264083540}"/>
              </a:ext>
            </a:extLst>
          </p:cNvPr>
          <p:cNvGrpSpPr/>
          <p:nvPr/>
        </p:nvGrpSpPr>
        <p:grpSpPr>
          <a:xfrm>
            <a:off x="10802302" y="2899256"/>
            <a:ext cx="400320" cy="369360"/>
            <a:chOff x="10802302" y="2899256"/>
            <a:chExt cx="40032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14:cNvPr>
                <p14:cNvContentPartPr/>
                <p14:nvPr/>
              </p14:nvContentPartPr>
              <p14:xfrm>
                <a:off x="10802302" y="3103376"/>
                <a:ext cx="171720" cy="165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93302" y="3094736"/>
                  <a:ext cx="189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14:cNvPr>
                <p14:cNvContentPartPr/>
                <p14:nvPr/>
              </p14:nvContentPartPr>
              <p14:xfrm>
                <a:off x="10935502" y="3024896"/>
                <a:ext cx="87840" cy="17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26502" y="3015896"/>
                  <a:ext cx="105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14:cNvPr>
                <p14:cNvContentPartPr/>
                <p14:nvPr/>
              </p14:nvContentPartPr>
              <p14:xfrm>
                <a:off x="10914262" y="2899256"/>
                <a:ext cx="16560" cy="2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905262" y="2890616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14:cNvPr>
                <p14:cNvContentPartPr/>
                <p14:nvPr/>
              </p14:nvContentPartPr>
              <p14:xfrm>
                <a:off x="11034862" y="2943176"/>
                <a:ext cx="167760" cy="9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025862" y="2934176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0DD63D5-3359-05D5-484E-F2DA209BD919}"/>
              </a:ext>
            </a:extLst>
          </p:cNvPr>
          <p:cNvGrpSpPr/>
          <p:nvPr/>
        </p:nvGrpSpPr>
        <p:grpSpPr>
          <a:xfrm>
            <a:off x="843622" y="2770376"/>
            <a:ext cx="857520" cy="373320"/>
            <a:chOff x="843622" y="2770376"/>
            <a:chExt cx="85752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14:cNvPr>
                <p14:cNvContentPartPr/>
                <p14:nvPr/>
              </p14:nvContentPartPr>
              <p14:xfrm>
                <a:off x="843622" y="2874776"/>
                <a:ext cx="150480" cy="146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4982" y="2866136"/>
                  <a:ext cx="16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14:cNvPr>
                <p14:cNvContentPartPr/>
                <p14:nvPr/>
              </p14:nvContentPartPr>
              <p14:xfrm>
                <a:off x="1028662" y="2955776"/>
                <a:ext cx="20520" cy="52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0022" y="2946776"/>
                  <a:ext cx="38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14:cNvPr>
                <p14:cNvContentPartPr/>
                <p14:nvPr/>
              </p14:nvContentPartPr>
              <p14:xfrm>
                <a:off x="1007422" y="2857856"/>
                <a:ext cx="31320" cy="42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8782" y="2849216"/>
                  <a:ext cx="48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14:cNvPr>
                <p14:cNvContentPartPr/>
                <p14:nvPr/>
              </p14:nvContentPartPr>
              <p14:xfrm>
                <a:off x="1142782" y="2924456"/>
                <a:ext cx="122760" cy="219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3782" y="2915456"/>
                  <a:ext cx="140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14:cNvPr>
                <p14:cNvContentPartPr/>
                <p14:nvPr/>
              </p14:nvContentPartPr>
              <p14:xfrm>
                <a:off x="1296142" y="2977016"/>
                <a:ext cx="117720" cy="33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87142" y="2968016"/>
                  <a:ext cx="135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14:cNvPr>
                <p14:cNvContentPartPr/>
                <p14:nvPr/>
              </p14:nvContentPartPr>
              <p14:xfrm>
                <a:off x="1481902" y="2770376"/>
                <a:ext cx="219240" cy="243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73262" y="2761376"/>
                  <a:ext cx="23688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2B3620A-C4B6-E611-92FD-FF4F0DA9896F}"/>
              </a:ext>
            </a:extLst>
          </p:cNvPr>
          <p:cNvGrpSpPr/>
          <p:nvPr/>
        </p:nvGrpSpPr>
        <p:grpSpPr>
          <a:xfrm>
            <a:off x="1966822" y="2777576"/>
            <a:ext cx="577440" cy="258840"/>
            <a:chOff x="1966822" y="2777576"/>
            <a:chExt cx="57744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14:cNvPr>
                <p14:cNvContentPartPr/>
                <p14:nvPr/>
              </p14:nvContentPartPr>
              <p14:xfrm>
                <a:off x="1966822" y="2872976"/>
                <a:ext cx="189720" cy="138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57822" y="2864336"/>
                  <a:ext cx="207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14:cNvPr>
                <p14:cNvContentPartPr/>
                <p14:nvPr/>
              </p14:nvContentPartPr>
              <p14:xfrm>
                <a:off x="2037382" y="2902496"/>
                <a:ext cx="52200" cy="99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028742" y="2893856"/>
                  <a:ext cx="6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14:cNvPr>
                <p14:cNvContentPartPr/>
                <p14:nvPr/>
              </p14:nvContentPartPr>
              <p14:xfrm>
                <a:off x="2154022" y="2780456"/>
                <a:ext cx="106920" cy="255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145382" y="2771456"/>
                  <a:ext cx="124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14:cNvPr>
                <p14:cNvContentPartPr/>
                <p14:nvPr/>
              </p14:nvContentPartPr>
              <p14:xfrm>
                <a:off x="2290822" y="2926256"/>
                <a:ext cx="135360" cy="56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282182" y="2917616"/>
                  <a:ext cx="153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14:cNvPr>
                <p14:cNvContentPartPr/>
                <p14:nvPr/>
              </p14:nvContentPartPr>
              <p14:xfrm>
                <a:off x="2381542" y="2777576"/>
                <a:ext cx="162720" cy="25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372542" y="2768936"/>
                  <a:ext cx="1803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7488383-3895-23FF-4CFE-F88FCA95EF2C}"/>
              </a:ext>
            </a:extLst>
          </p:cNvPr>
          <p:cNvGrpSpPr/>
          <p:nvPr/>
        </p:nvGrpSpPr>
        <p:grpSpPr>
          <a:xfrm>
            <a:off x="2831182" y="2689736"/>
            <a:ext cx="1852560" cy="357480"/>
            <a:chOff x="2831182" y="2689736"/>
            <a:chExt cx="18525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14:cNvPr>
                <p14:cNvContentPartPr/>
                <p14:nvPr/>
              </p14:nvContentPartPr>
              <p14:xfrm>
                <a:off x="2831182" y="2906816"/>
                <a:ext cx="145440" cy="108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22542" y="2898176"/>
                  <a:ext cx="163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14:cNvPr>
                <p14:cNvContentPartPr/>
                <p14:nvPr/>
              </p14:nvContentPartPr>
              <p14:xfrm>
                <a:off x="2987422" y="2907176"/>
                <a:ext cx="102960" cy="86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978782" y="2898536"/>
                  <a:ext cx="120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14:cNvPr>
                <p14:cNvContentPartPr/>
                <p14:nvPr/>
              </p14:nvContentPartPr>
              <p14:xfrm>
                <a:off x="3164182" y="2914736"/>
                <a:ext cx="153000" cy="100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155182" y="2906096"/>
                  <a:ext cx="170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14:cNvPr>
                <p14:cNvContentPartPr/>
                <p14:nvPr/>
              </p14:nvContentPartPr>
              <p14:xfrm>
                <a:off x="3370462" y="2944976"/>
                <a:ext cx="19080" cy="47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61462" y="2936336"/>
                  <a:ext cx="36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14:cNvPr>
                <p14:cNvContentPartPr/>
                <p14:nvPr/>
              </p14:nvContentPartPr>
              <p14:xfrm>
                <a:off x="3301342" y="2790896"/>
                <a:ext cx="3600" cy="9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92342" y="278189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14:cNvPr>
                <p14:cNvContentPartPr/>
                <p14:nvPr/>
              </p14:nvContentPartPr>
              <p14:xfrm>
                <a:off x="3444622" y="2742656"/>
                <a:ext cx="113040" cy="234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35622" y="2734016"/>
                  <a:ext cx="130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14:cNvPr>
                <p14:cNvContentPartPr/>
                <p14:nvPr/>
              </p14:nvContentPartPr>
              <p14:xfrm>
                <a:off x="3613822" y="2881256"/>
                <a:ext cx="103680" cy="90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05182" y="2872256"/>
                  <a:ext cx="121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14:cNvPr>
                <p14:cNvContentPartPr/>
                <p14:nvPr/>
              </p14:nvContentPartPr>
              <p14:xfrm>
                <a:off x="3741622" y="2767136"/>
                <a:ext cx="128520" cy="179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2982" y="2758496"/>
                  <a:ext cx="146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14:cNvPr>
                <p14:cNvContentPartPr/>
                <p14:nvPr/>
              </p14:nvContentPartPr>
              <p14:xfrm>
                <a:off x="3891022" y="2689736"/>
                <a:ext cx="282600" cy="261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82382" y="2680736"/>
                  <a:ext cx="300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14:cNvPr>
                <p14:cNvContentPartPr/>
                <p14:nvPr/>
              </p14:nvContentPartPr>
              <p14:xfrm>
                <a:off x="4326262" y="2701976"/>
                <a:ext cx="144360" cy="345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317262" y="2692976"/>
                  <a:ext cx="162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14:cNvPr>
                <p14:cNvContentPartPr/>
                <p14:nvPr/>
              </p14:nvContentPartPr>
              <p14:xfrm>
                <a:off x="4367662" y="2924816"/>
                <a:ext cx="92880" cy="36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59022" y="2916176"/>
                  <a:ext cx="110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14:cNvPr>
                <p14:cNvContentPartPr/>
                <p14:nvPr/>
              </p14:nvContentPartPr>
              <p14:xfrm>
                <a:off x="4485022" y="2869736"/>
                <a:ext cx="72000" cy="9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476022" y="2861096"/>
                  <a:ext cx="89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14:cNvPr>
                <p14:cNvContentPartPr/>
                <p14:nvPr/>
              </p14:nvContentPartPr>
              <p14:xfrm>
                <a:off x="4613902" y="2818256"/>
                <a:ext cx="69840" cy="142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605262" y="2809616"/>
                  <a:ext cx="874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1813369-4704-5C70-0FE9-74AA2E2E68F4}"/>
              </a:ext>
            </a:extLst>
          </p:cNvPr>
          <p:cNvGrpSpPr/>
          <p:nvPr/>
        </p:nvGrpSpPr>
        <p:grpSpPr>
          <a:xfrm>
            <a:off x="5043382" y="2713136"/>
            <a:ext cx="1428120" cy="241920"/>
            <a:chOff x="5043382" y="2713136"/>
            <a:chExt cx="14281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14:cNvPr>
                <p14:cNvContentPartPr/>
                <p14:nvPr/>
              </p14:nvContentPartPr>
              <p14:xfrm>
                <a:off x="5043382" y="2765696"/>
                <a:ext cx="146520" cy="168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34742" y="2757056"/>
                  <a:ext cx="164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14:cNvPr>
                <p14:cNvContentPartPr/>
                <p14:nvPr/>
              </p14:nvContentPartPr>
              <p14:xfrm>
                <a:off x="5313382" y="2789096"/>
                <a:ext cx="193680" cy="112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04742" y="2780456"/>
                  <a:ext cx="211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14:cNvPr>
                <p14:cNvContentPartPr/>
                <p14:nvPr/>
              </p14:nvContentPartPr>
              <p14:xfrm>
                <a:off x="5326702" y="2902496"/>
                <a:ext cx="111960" cy="32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18062" y="2893856"/>
                  <a:ext cx="12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14:cNvPr>
                <p14:cNvContentPartPr/>
                <p14:nvPr/>
              </p14:nvContentPartPr>
              <p14:xfrm>
                <a:off x="5613982" y="2819336"/>
                <a:ext cx="172440" cy="11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04982" y="2810336"/>
                  <a:ext cx="19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14:cNvPr>
                <p14:cNvContentPartPr/>
                <p14:nvPr/>
              </p14:nvContentPartPr>
              <p14:xfrm>
                <a:off x="5909182" y="2779736"/>
                <a:ext cx="168120" cy="112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900182" y="2770736"/>
                  <a:ext cx="185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14:cNvPr>
                <p14:cNvContentPartPr/>
                <p14:nvPr/>
              </p14:nvContentPartPr>
              <p14:xfrm>
                <a:off x="6203302" y="2713136"/>
                <a:ext cx="268200" cy="241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94662" y="2704136"/>
                  <a:ext cx="28584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14:cNvPr>
              <p14:cNvContentPartPr/>
              <p14:nvPr/>
            </p14:nvContentPartPr>
            <p14:xfrm>
              <a:off x="1562182" y="3763616"/>
              <a:ext cx="415800" cy="2624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553182" y="3754616"/>
                <a:ext cx="4334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F064AA1-2F37-797E-4694-FC697E559F37}"/>
              </a:ext>
            </a:extLst>
          </p:cNvPr>
          <p:cNvGrpSpPr/>
          <p:nvPr/>
        </p:nvGrpSpPr>
        <p:grpSpPr>
          <a:xfrm>
            <a:off x="1483342" y="4155656"/>
            <a:ext cx="483480" cy="128880"/>
            <a:chOff x="1483342" y="4155656"/>
            <a:chExt cx="48348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14:cNvPr>
                <p14:cNvContentPartPr/>
                <p14:nvPr/>
              </p14:nvContentPartPr>
              <p14:xfrm>
                <a:off x="1483342" y="4195256"/>
                <a:ext cx="128520" cy="89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74702" y="4186616"/>
                  <a:ext cx="146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14:cNvPr>
                <p14:cNvContentPartPr/>
                <p14:nvPr/>
              </p14:nvContentPartPr>
              <p14:xfrm>
                <a:off x="1706542" y="4241696"/>
                <a:ext cx="58680" cy="16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97542" y="4232696"/>
                  <a:ext cx="76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14:cNvPr>
                <p14:cNvContentPartPr/>
                <p14:nvPr/>
              </p14:nvContentPartPr>
              <p14:xfrm>
                <a:off x="1699342" y="4187336"/>
                <a:ext cx="65880" cy="12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690702" y="4178336"/>
                  <a:ext cx="83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14:cNvPr>
                <p14:cNvContentPartPr/>
                <p14:nvPr/>
              </p14:nvContentPartPr>
              <p14:xfrm>
                <a:off x="1853422" y="4155656"/>
                <a:ext cx="113400" cy="114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44782" y="414701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5839A56-45E0-FD3F-D70B-D4CC0A1EF7A9}"/>
              </a:ext>
            </a:extLst>
          </p:cNvPr>
          <p:cNvGrpSpPr/>
          <p:nvPr/>
        </p:nvGrpSpPr>
        <p:grpSpPr>
          <a:xfrm>
            <a:off x="1553542" y="3492176"/>
            <a:ext cx="434160" cy="148320"/>
            <a:chOff x="1553542" y="3492176"/>
            <a:chExt cx="4341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14:cNvPr>
                <p14:cNvContentPartPr/>
                <p14:nvPr/>
              </p14:nvContentPartPr>
              <p14:xfrm>
                <a:off x="1553542" y="3515216"/>
                <a:ext cx="148680" cy="125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544542" y="3506216"/>
                  <a:ext cx="166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14:cNvPr>
                <p14:cNvContentPartPr/>
                <p14:nvPr/>
              </p14:nvContentPartPr>
              <p14:xfrm>
                <a:off x="1770622" y="3566696"/>
                <a:ext cx="84960" cy="5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761622" y="355805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14:cNvPr>
                <p14:cNvContentPartPr/>
                <p14:nvPr/>
              </p14:nvContentPartPr>
              <p14:xfrm>
                <a:off x="1945222" y="3492176"/>
                <a:ext cx="42480" cy="127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36582" y="3483176"/>
                  <a:ext cx="60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B10D614-B3E3-FBCA-12EE-773320EC0E59}"/>
              </a:ext>
            </a:extLst>
          </p:cNvPr>
          <p:cNvGrpSpPr/>
          <p:nvPr/>
        </p:nvGrpSpPr>
        <p:grpSpPr>
          <a:xfrm>
            <a:off x="2226382" y="3701696"/>
            <a:ext cx="626400" cy="276480"/>
            <a:chOff x="2226382" y="3701696"/>
            <a:chExt cx="62640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14:cNvPr>
                <p14:cNvContentPartPr/>
                <p14:nvPr/>
              </p14:nvContentPartPr>
              <p14:xfrm>
                <a:off x="2226382" y="3835616"/>
                <a:ext cx="145080" cy="93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217382" y="3826616"/>
                  <a:ext cx="162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14:cNvPr>
                <p14:cNvContentPartPr/>
                <p14:nvPr/>
              </p14:nvContentPartPr>
              <p14:xfrm>
                <a:off x="2292262" y="3853976"/>
                <a:ext cx="63000" cy="110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83622" y="3845336"/>
                  <a:ext cx="80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14:cNvPr>
                <p14:cNvContentPartPr/>
                <p14:nvPr/>
              </p14:nvContentPartPr>
              <p14:xfrm>
                <a:off x="2435182" y="3701696"/>
                <a:ext cx="108720" cy="276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26542" y="3692696"/>
                  <a:ext cx="126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14:cNvPr>
                <p14:cNvContentPartPr/>
                <p14:nvPr/>
              </p14:nvContentPartPr>
              <p14:xfrm>
                <a:off x="2557222" y="3831656"/>
                <a:ext cx="145440" cy="68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48222" y="3822656"/>
                  <a:ext cx="163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14:cNvPr>
                <p14:cNvContentPartPr/>
                <p14:nvPr/>
              </p14:nvContentPartPr>
              <p14:xfrm>
                <a:off x="2705902" y="3710696"/>
                <a:ext cx="146880" cy="262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96902" y="3701696"/>
                  <a:ext cx="1645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425AD80-B27E-48B5-4866-A3C99EC4D43B}"/>
              </a:ext>
            </a:extLst>
          </p:cNvPr>
          <p:cNvGrpSpPr/>
          <p:nvPr/>
        </p:nvGrpSpPr>
        <p:grpSpPr>
          <a:xfrm>
            <a:off x="3040702" y="3343856"/>
            <a:ext cx="1227240" cy="574920"/>
            <a:chOff x="3040702" y="3343856"/>
            <a:chExt cx="122724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14:cNvPr>
                <p14:cNvContentPartPr/>
                <p14:nvPr/>
              </p14:nvContentPartPr>
              <p14:xfrm>
                <a:off x="3040702" y="3800696"/>
                <a:ext cx="188640" cy="118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032062" y="3791696"/>
                  <a:ext cx="206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14:cNvPr>
                <p14:cNvContentPartPr/>
                <p14:nvPr/>
              </p14:nvContentPartPr>
              <p14:xfrm>
                <a:off x="3159142" y="3634016"/>
                <a:ext cx="126360" cy="1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50502" y="3625016"/>
                  <a:ext cx="14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14:cNvPr>
                <p14:cNvContentPartPr/>
                <p14:nvPr/>
              </p14:nvContentPartPr>
              <p14:xfrm>
                <a:off x="3386662" y="3577496"/>
                <a:ext cx="106560" cy="198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377662" y="3568856"/>
                  <a:ext cx="124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14:cNvPr>
                <p14:cNvContentPartPr/>
                <p14:nvPr/>
              </p14:nvContentPartPr>
              <p14:xfrm>
                <a:off x="3315022" y="3439976"/>
                <a:ext cx="7920" cy="122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06022" y="3431336"/>
                  <a:ext cx="25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14:cNvPr>
                <p14:cNvContentPartPr/>
                <p14:nvPr/>
              </p14:nvContentPartPr>
              <p14:xfrm>
                <a:off x="3455422" y="3438176"/>
                <a:ext cx="117000" cy="986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46422" y="3429176"/>
                  <a:ext cx="134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14:cNvPr>
                <p14:cNvContentPartPr/>
                <p14:nvPr/>
              </p14:nvContentPartPr>
              <p14:xfrm>
                <a:off x="3592582" y="3455456"/>
                <a:ext cx="38880" cy="60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83582" y="3446456"/>
                  <a:ext cx="5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14:cNvPr>
                <p14:cNvContentPartPr/>
                <p14:nvPr/>
              </p14:nvContentPartPr>
              <p14:xfrm>
                <a:off x="3636142" y="3434216"/>
                <a:ext cx="49680" cy="76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627502" y="3425216"/>
                  <a:ext cx="67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14:cNvPr>
                <p14:cNvContentPartPr/>
                <p14:nvPr/>
              </p14:nvContentPartPr>
              <p14:xfrm>
                <a:off x="3520222" y="3408656"/>
                <a:ext cx="148320" cy="100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11582" y="3399656"/>
                  <a:ext cx="165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14:cNvPr>
                <p14:cNvContentPartPr/>
                <p14:nvPr/>
              </p14:nvContentPartPr>
              <p14:xfrm>
                <a:off x="3704182" y="3343856"/>
                <a:ext cx="67680" cy="146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695542" y="3334856"/>
                  <a:ext cx="85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14:cNvPr>
                <p14:cNvContentPartPr/>
                <p14:nvPr/>
              </p14:nvContentPartPr>
              <p14:xfrm>
                <a:off x="3772942" y="3418016"/>
                <a:ext cx="131760" cy="72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763942" y="3409376"/>
                  <a:ext cx="149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14:cNvPr>
                <p14:cNvContentPartPr/>
                <p14:nvPr/>
              </p14:nvContentPartPr>
              <p14:xfrm>
                <a:off x="3493222" y="3587936"/>
                <a:ext cx="302760" cy="22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84582" y="3578936"/>
                  <a:ext cx="320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14:cNvPr>
                <p14:cNvContentPartPr/>
                <p14:nvPr/>
              </p14:nvContentPartPr>
              <p14:xfrm>
                <a:off x="3636142" y="3660296"/>
                <a:ext cx="171000" cy="8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27142" y="3651296"/>
                  <a:ext cx="188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14:cNvPr>
                <p14:cNvContentPartPr/>
                <p14:nvPr/>
              </p14:nvContentPartPr>
              <p14:xfrm>
                <a:off x="4000102" y="3574256"/>
                <a:ext cx="3240" cy="3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91102" y="3565616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14:cNvPr>
                <p14:cNvContentPartPr/>
                <p14:nvPr/>
              </p14:nvContentPartPr>
              <p14:xfrm>
                <a:off x="4118902" y="3530336"/>
                <a:ext cx="149040" cy="73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109902" y="352169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14:cNvPr>
                <p14:cNvContentPartPr/>
                <p14:nvPr/>
              </p14:nvContentPartPr>
              <p14:xfrm>
                <a:off x="3768982" y="3667496"/>
                <a:ext cx="30240" cy="53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60342" y="3658496"/>
                  <a:ext cx="478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CEB6A7C-F11E-0FE9-6FB2-834D95B2A8E8}"/>
              </a:ext>
            </a:extLst>
          </p:cNvPr>
          <p:cNvGrpSpPr/>
          <p:nvPr/>
        </p:nvGrpSpPr>
        <p:grpSpPr>
          <a:xfrm>
            <a:off x="4508422" y="3514136"/>
            <a:ext cx="1021680" cy="396000"/>
            <a:chOff x="4508422" y="3514136"/>
            <a:chExt cx="10216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14:cNvPr>
                <p14:cNvContentPartPr/>
                <p14:nvPr/>
              </p14:nvContentPartPr>
              <p14:xfrm>
                <a:off x="4518862" y="3827696"/>
                <a:ext cx="145800" cy="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10222" y="3818696"/>
                  <a:ext cx="163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14:cNvPr>
                <p14:cNvContentPartPr/>
                <p14:nvPr/>
              </p14:nvContentPartPr>
              <p14:xfrm>
                <a:off x="4508422" y="3752456"/>
                <a:ext cx="138240" cy="22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99422" y="37438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14:cNvPr>
                <p14:cNvContentPartPr/>
                <p14:nvPr/>
              </p14:nvContentPartPr>
              <p14:xfrm>
                <a:off x="4809742" y="3607736"/>
                <a:ext cx="241560" cy="3024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00742" y="3599096"/>
                  <a:ext cx="2592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14:cNvPr>
                <p14:cNvContentPartPr/>
                <p14:nvPr/>
              </p14:nvContentPartPr>
              <p14:xfrm>
                <a:off x="4854022" y="3613856"/>
                <a:ext cx="115920" cy="277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5382" y="3605216"/>
                  <a:ext cx="133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14:cNvPr>
                <p14:cNvContentPartPr/>
                <p14:nvPr/>
              </p14:nvContentPartPr>
              <p14:xfrm>
                <a:off x="5083342" y="3514136"/>
                <a:ext cx="142200" cy="371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74702" y="3505136"/>
                  <a:ext cx="159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14:cNvPr>
                <p14:cNvContentPartPr/>
                <p14:nvPr/>
              </p14:nvContentPartPr>
              <p14:xfrm>
                <a:off x="5252182" y="3599096"/>
                <a:ext cx="37440" cy="219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243542" y="3590456"/>
                  <a:ext cx="55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14:cNvPr>
                <p14:cNvContentPartPr/>
                <p14:nvPr/>
              </p14:nvContentPartPr>
              <p14:xfrm>
                <a:off x="5289622" y="3715736"/>
                <a:ext cx="127080" cy="86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80622" y="3707096"/>
                  <a:ext cx="144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14:cNvPr>
                <p14:cNvContentPartPr/>
                <p14:nvPr/>
              </p14:nvContentPartPr>
              <p14:xfrm>
                <a:off x="5347942" y="3560576"/>
                <a:ext cx="182160" cy="328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339302" y="3551576"/>
                  <a:ext cx="19980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519AAD9-75F4-19CC-999E-D3B3508B2D86}"/>
              </a:ext>
            </a:extLst>
          </p:cNvPr>
          <p:cNvGrpSpPr/>
          <p:nvPr/>
        </p:nvGrpSpPr>
        <p:grpSpPr>
          <a:xfrm>
            <a:off x="6581302" y="3572096"/>
            <a:ext cx="750240" cy="251280"/>
            <a:chOff x="6581302" y="3572096"/>
            <a:chExt cx="7502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14:cNvPr>
                <p14:cNvContentPartPr/>
                <p14:nvPr/>
              </p14:nvContentPartPr>
              <p14:xfrm>
                <a:off x="6666262" y="3640496"/>
                <a:ext cx="36360" cy="156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657622" y="3631856"/>
                  <a:ext cx="54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14:cNvPr>
                <p14:cNvContentPartPr/>
                <p14:nvPr/>
              </p14:nvContentPartPr>
              <p14:xfrm>
                <a:off x="6581302" y="3592256"/>
                <a:ext cx="236160" cy="2311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72662" y="3583256"/>
                  <a:ext cx="253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14:cNvPr>
                <p14:cNvContentPartPr/>
                <p14:nvPr/>
              </p14:nvContentPartPr>
              <p14:xfrm>
                <a:off x="6926902" y="3652016"/>
                <a:ext cx="61560" cy="146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18262" y="3643376"/>
                  <a:ext cx="7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14:cNvPr>
                <p14:cNvContentPartPr/>
                <p14:nvPr/>
              </p14:nvContentPartPr>
              <p14:xfrm>
                <a:off x="6915022" y="3572096"/>
                <a:ext cx="89280" cy="64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906382" y="3563096"/>
                  <a:ext cx="106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14:cNvPr>
                <p14:cNvContentPartPr/>
                <p14:nvPr/>
              </p14:nvContentPartPr>
              <p14:xfrm>
                <a:off x="6921502" y="3673256"/>
                <a:ext cx="127440" cy="5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912862" y="3664616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14:cNvPr>
                <p14:cNvContentPartPr/>
                <p14:nvPr/>
              </p14:nvContentPartPr>
              <p14:xfrm>
                <a:off x="7219222" y="3625376"/>
                <a:ext cx="56880" cy="13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210582" y="3616736"/>
                  <a:ext cx="74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14:cNvPr>
                <p14:cNvContentPartPr/>
                <p14:nvPr/>
              </p14:nvContentPartPr>
              <p14:xfrm>
                <a:off x="7111582" y="3591536"/>
                <a:ext cx="219960" cy="34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02582" y="3582896"/>
                  <a:ext cx="2376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635D8D4E-9055-43D3-8D2B-CE4678021F6E}"/>
              </a:ext>
            </a:extLst>
          </p:cNvPr>
          <p:cNvGrpSpPr/>
          <p:nvPr/>
        </p:nvGrpSpPr>
        <p:grpSpPr>
          <a:xfrm>
            <a:off x="7656262" y="3500816"/>
            <a:ext cx="1575360" cy="384120"/>
            <a:chOff x="7656262" y="3500816"/>
            <a:chExt cx="157536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14:cNvPr>
                <p14:cNvContentPartPr/>
                <p14:nvPr/>
              </p14:nvContentPartPr>
              <p14:xfrm>
                <a:off x="7656262" y="3591536"/>
                <a:ext cx="148320" cy="204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647262" y="3582536"/>
                  <a:ext cx="165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14:cNvPr>
                <p14:cNvContentPartPr/>
                <p14:nvPr/>
              </p14:nvContentPartPr>
              <p14:xfrm>
                <a:off x="7814662" y="3614936"/>
                <a:ext cx="77400" cy="177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806022" y="3605936"/>
                  <a:ext cx="95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14:cNvPr>
                <p14:cNvContentPartPr/>
                <p14:nvPr/>
              </p14:nvContentPartPr>
              <p14:xfrm>
                <a:off x="7935622" y="3682616"/>
                <a:ext cx="108720" cy="109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26622" y="3673616"/>
                  <a:ext cx="126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14:cNvPr>
                <p14:cNvContentPartPr/>
                <p14:nvPr/>
              </p14:nvContentPartPr>
              <p14:xfrm>
                <a:off x="8096182" y="3710696"/>
                <a:ext cx="106560" cy="5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87542" y="3701696"/>
                  <a:ext cx="124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14:cNvPr>
                <p14:cNvContentPartPr/>
                <p14:nvPr/>
              </p14:nvContentPartPr>
              <p14:xfrm>
                <a:off x="8192302" y="3572456"/>
                <a:ext cx="91440" cy="232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83302" y="3563456"/>
                  <a:ext cx="109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14:cNvPr>
                <p14:cNvContentPartPr/>
                <p14:nvPr/>
              </p14:nvContentPartPr>
              <p14:xfrm>
                <a:off x="8298142" y="3694496"/>
                <a:ext cx="101520" cy="91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89142" y="3685856"/>
                  <a:ext cx="119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14:cNvPr>
                <p14:cNvContentPartPr/>
                <p14:nvPr/>
              </p14:nvContentPartPr>
              <p14:xfrm>
                <a:off x="8431702" y="3551216"/>
                <a:ext cx="339480" cy="239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22702" y="3542576"/>
                  <a:ext cx="357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14:cNvPr>
                <p14:cNvContentPartPr/>
                <p14:nvPr/>
              </p14:nvContentPartPr>
              <p14:xfrm>
                <a:off x="8838142" y="3710696"/>
                <a:ext cx="131760" cy="174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29142" y="3701696"/>
                  <a:ext cx="149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14:cNvPr>
                <p14:cNvContentPartPr/>
                <p14:nvPr/>
              </p14:nvContentPartPr>
              <p14:xfrm>
                <a:off x="8947222" y="3500816"/>
                <a:ext cx="284400" cy="244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38222" y="3491816"/>
                  <a:ext cx="302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14:cNvPr>
                <p14:cNvContentPartPr/>
                <p14:nvPr/>
              </p14:nvContentPartPr>
              <p14:xfrm>
                <a:off x="8904742" y="3726536"/>
                <a:ext cx="58680" cy="57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95742" y="3717536"/>
                  <a:ext cx="763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14:cNvPr>
              <p14:cNvContentPartPr/>
              <p14:nvPr/>
            </p14:nvContentPartPr>
            <p14:xfrm>
              <a:off x="9441502" y="3534656"/>
              <a:ext cx="198720" cy="1965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432862" y="3526016"/>
                <a:ext cx="2163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A12E55D-13F4-B602-FE36-6E4DB141F319}"/>
              </a:ext>
            </a:extLst>
          </p:cNvPr>
          <p:cNvGrpSpPr/>
          <p:nvPr/>
        </p:nvGrpSpPr>
        <p:grpSpPr>
          <a:xfrm>
            <a:off x="6071182" y="4086896"/>
            <a:ext cx="451080" cy="217800"/>
            <a:chOff x="6071182" y="4086896"/>
            <a:chExt cx="4510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14:cNvPr>
                <p14:cNvContentPartPr/>
                <p14:nvPr/>
              </p14:nvContentPartPr>
              <p14:xfrm>
                <a:off x="6341182" y="4086896"/>
                <a:ext cx="60120" cy="213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332182" y="4077896"/>
                  <a:ext cx="77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14:cNvPr>
                <p14:cNvContentPartPr/>
                <p14:nvPr/>
              </p14:nvContentPartPr>
              <p14:xfrm>
                <a:off x="6392662" y="4215776"/>
                <a:ext cx="129600" cy="65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83662" y="4206776"/>
                  <a:ext cx="147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14:cNvPr>
                <p14:cNvContentPartPr/>
                <p14:nvPr/>
              </p14:nvContentPartPr>
              <p14:xfrm>
                <a:off x="6079822" y="4166456"/>
                <a:ext cx="158760" cy="86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071182" y="4157816"/>
                  <a:ext cx="176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14:cNvPr>
                <p14:cNvContentPartPr/>
                <p14:nvPr/>
              </p14:nvContentPartPr>
              <p14:xfrm>
                <a:off x="6071182" y="4284896"/>
                <a:ext cx="99720" cy="19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062182" y="4275896"/>
                  <a:ext cx="1173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14:cNvPr>
              <p14:cNvContentPartPr/>
              <p14:nvPr/>
            </p14:nvContentPartPr>
            <p14:xfrm>
              <a:off x="5766262" y="4193816"/>
              <a:ext cx="109080" cy="1396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5757622" y="4185176"/>
                <a:ext cx="1267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DF5332B-EE55-8F02-19A4-EB8B633E883C}"/>
              </a:ext>
            </a:extLst>
          </p:cNvPr>
          <p:cNvGrpSpPr/>
          <p:nvPr/>
        </p:nvGrpSpPr>
        <p:grpSpPr>
          <a:xfrm>
            <a:off x="6648622" y="4062416"/>
            <a:ext cx="486360" cy="192600"/>
            <a:chOff x="6648622" y="4062416"/>
            <a:chExt cx="48636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14:cNvPr>
                <p14:cNvContentPartPr/>
                <p14:nvPr/>
              </p14:nvContentPartPr>
              <p14:xfrm>
                <a:off x="6648622" y="4149536"/>
                <a:ext cx="171720" cy="93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639622" y="4140896"/>
                  <a:ext cx="189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14:cNvPr>
                <p14:cNvContentPartPr/>
                <p14:nvPr/>
              </p14:nvContentPartPr>
              <p14:xfrm>
                <a:off x="6941662" y="4062416"/>
                <a:ext cx="193320" cy="192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32662" y="4053776"/>
                  <a:ext cx="21096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5F2A766-68FF-83BE-58C3-3CC162EC9FC3}"/>
              </a:ext>
            </a:extLst>
          </p:cNvPr>
          <p:cNvGrpSpPr/>
          <p:nvPr/>
        </p:nvGrpSpPr>
        <p:grpSpPr>
          <a:xfrm>
            <a:off x="1004542" y="4763336"/>
            <a:ext cx="956160" cy="158400"/>
            <a:chOff x="1004542" y="4763336"/>
            <a:chExt cx="95616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14:cNvPr>
                <p14:cNvContentPartPr/>
                <p14:nvPr/>
              </p14:nvContentPartPr>
              <p14:xfrm>
                <a:off x="1047022" y="4869536"/>
                <a:ext cx="37080" cy="52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38382" y="486053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14:cNvPr>
                <p14:cNvContentPartPr/>
                <p14:nvPr/>
              </p14:nvContentPartPr>
              <p14:xfrm>
                <a:off x="1004542" y="4763336"/>
                <a:ext cx="9360" cy="14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5902" y="4754336"/>
                  <a:ext cx="27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14:cNvPr>
                <p14:cNvContentPartPr/>
                <p14:nvPr/>
              </p14:nvContentPartPr>
              <p14:xfrm>
                <a:off x="1116142" y="4858736"/>
                <a:ext cx="129600" cy="543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07502" y="4850096"/>
                  <a:ext cx="14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14:cNvPr>
                <p14:cNvContentPartPr/>
                <p14:nvPr/>
              </p14:nvContentPartPr>
              <p14:xfrm>
                <a:off x="1302262" y="4791056"/>
                <a:ext cx="107640" cy="104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293622" y="478205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14:cNvPr>
                <p14:cNvContentPartPr/>
                <p14:nvPr/>
              </p14:nvContentPartPr>
              <p14:xfrm>
                <a:off x="1472542" y="4800416"/>
                <a:ext cx="165600" cy="918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463542" y="4791776"/>
                  <a:ext cx="183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14:cNvPr>
                <p14:cNvContentPartPr/>
                <p14:nvPr/>
              </p14:nvContentPartPr>
              <p14:xfrm>
                <a:off x="1669462" y="4768736"/>
                <a:ext cx="82800" cy="122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660462" y="4759736"/>
                  <a:ext cx="100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14:cNvPr>
                <p14:cNvContentPartPr/>
                <p14:nvPr/>
              </p14:nvContentPartPr>
              <p14:xfrm>
                <a:off x="1775302" y="4771976"/>
                <a:ext cx="185400" cy="1123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766662" y="4762976"/>
                  <a:ext cx="2030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F4F720CB-1553-B32C-FCDA-A624DE7F291C}"/>
              </a:ext>
            </a:extLst>
          </p:cNvPr>
          <p:cNvGrpSpPr/>
          <p:nvPr/>
        </p:nvGrpSpPr>
        <p:grpSpPr>
          <a:xfrm>
            <a:off x="2234302" y="4667936"/>
            <a:ext cx="626040" cy="213120"/>
            <a:chOff x="2234302" y="4667936"/>
            <a:chExt cx="62604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14:cNvPr>
                <p14:cNvContentPartPr/>
                <p14:nvPr/>
              </p14:nvContentPartPr>
              <p14:xfrm>
                <a:off x="2234302" y="4711136"/>
                <a:ext cx="210240" cy="169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25662" y="4702136"/>
                  <a:ext cx="227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14:cNvPr>
                <p14:cNvContentPartPr/>
                <p14:nvPr/>
              </p14:nvContentPartPr>
              <p14:xfrm>
                <a:off x="2503942" y="4757936"/>
                <a:ext cx="55080" cy="10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494942" y="4748936"/>
                  <a:ext cx="72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14:cNvPr>
                <p14:cNvContentPartPr/>
                <p14:nvPr/>
              </p14:nvContentPartPr>
              <p14:xfrm>
                <a:off x="2471902" y="4688456"/>
                <a:ext cx="144360" cy="43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462902" y="4679456"/>
                  <a:ext cx="162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14:cNvPr>
                <p14:cNvContentPartPr/>
                <p14:nvPr/>
              </p14:nvContentPartPr>
              <p14:xfrm>
                <a:off x="2530222" y="4767656"/>
                <a:ext cx="96120" cy="22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521582" y="4759016"/>
                  <a:ext cx="11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14:cNvPr>
                <p14:cNvContentPartPr/>
                <p14:nvPr/>
              </p14:nvContentPartPr>
              <p14:xfrm>
                <a:off x="2785462" y="4720856"/>
                <a:ext cx="63000" cy="1195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776822" y="4711856"/>
                  <a:ext cx="80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14:cNvPr>
                <p14:cNvContentPartPr/>
                <p14:nvPr/>
              </p14:nvContentPartPr>
              <p14:xfrm>
                <a:off x="2686822" y="4667936"/>
                <a:ext cx="173520" cy="21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677822" y="4658936"/>
                  <a:ext cx="19116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14:cNvPr>
              <p14:cNvContentPartPr/>
              <p14:nvPr/>
            </p14:nvContentPartPr>
            <p14:xfrm>
              <a:off x="2080222" y="5417456"/>
              <a:ext cx="485640" cy="3250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2071582" y="5408456"/>
                <a:ext cx="50328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1AD4BB4-39A3-DC7C-EC3B-63930F530B34}"/>
              </a:ext>
            </a:extLst>
          </p:cNvPr>
          <p:cNvGrpSpPr/>
          <p:nvPr/>
        </p:nvGrpSpPr>
        <p:grpSpPr>
          <a:xfrm>
            <a:off x="2094262" y="5855576"/>
            <a:ext cx="485280" cy="235440"/>
            <a:chOff x="2094262" y="5855576"/>
            <a:chExt cx="48528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14:cNvPr>
                <p14:cNvContentPartPr/>
                <p14:nvPr/>
              </p14:nvContentPartPr>
              <p14:xfrm>
                <a:off x="2094262" y="5855576"/>
                <a:ext cx="32760" cy="235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85262" y="5846936"/>
                  <a:ext cx="50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14:cNvPr>
                <p14:cNvContentPartPr/>
                <p14:nvPr/>
              </p14:nvContentPartPr>
              <p14:xfrm>
                <a:off x="2141782" y="5996696"/>
                <a:ext cx="122760" cy="58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133142" y="5987696"/>
                  <a:ext cx="140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14:cNvPr>
                <p14:cNvContentPartPr/>
                <p14:nvPr/>
              </p14:nvContentPartPr>
              <p14:xfrm>
                <a:off x="2314222" y="5997416"/>
                <a:ext cx="83520" cy="12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305222" y="5988776"/>
                  <a:ext cx="101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14:cNvPr>
                <p14:cNvContentPartPr/>
                <p14:nvPr/>
              </p14:nvContentPartPr>
              <p14:xfrm>
                <a:off x="2291902" y="5952776"/>
                <a:ext cx="95040" cy="97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283262" y="5944136"/>
                  <a:ext cx="11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14:cNvPr>
                <p14:cNvContentPartPr/>
                <p14:nvPr/>
              </p14:nvContentPartPr>
              <p14:xfrm>
                <a:off x="2460382" y="5922536"/>
                <a:ext cx="119160" cy="100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451382" y="5913536"/>
                  <a:ext cx="13680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2906C8D-9FE9-6B5F-499E-D70B516D0C47}"/>
              </a:ext>
            </a:extLst>
          </p:cNvPr>
          <p:cNvGrpSpPr/>
          <p:nvPr/>
        </p:nvGrpSpPr>
        <p:grpSpPr>
          <a:xfrm>
            <a:off x="2117662" y="5183096"/>
            <a:ext cx="415800" cy="149040"/>
            <a:chOff x="2117662" y="5183096"/>
            <a:chExt cx="41580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14:cNvPr>
                <p14:cNvContentPartPr/>
                <p14:nvPr/>
              </p14:nvContentPartPr>
              <p14:xfrm>
                <a:off x="2117662" y="5211176"/>
                <a:ext cx="169200" cy="120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108662" y="5202536"/>
                  <a:ext cx="186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14:cNvPr>
                <p14:cNvContentPartPr/>
                <p14:nvPr/>
              </p14:nvContentPartPr>
              <p14:xfrm>
                <a:off x="2345902" y="5252576"/>
                <a:ext cx="73080" cy="10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337262" y="5243576"/>
                  <a:ext cx="90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14:cNvPr>
                <p14:cNvContentPartPr/>
                <p14:nvPr/>
              </p14:nvContentPartPr>
              <p14:xfrm>
                <a:off x="2491702" y="5183096"/>
                <a:ext cx="41760" cy="106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82702" y="5174456"/>
                  <a:ext cx="594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8F87019-31FB-2A16-2169-EB85007D7DE9}"/>
              </a:ext>
            </a:extLst>
          </p:cNvPr>
          <p:cNvGrpSpPr/>
          <p:nvPr/>
        </p:nvGrpSpPr>
        <p:grpSpPr>
          <a:xfrm>
            <a:off x="2818582" y="5337176"/>
            <a:ext cx="985680" cy="349200"/>
            <a:chOff x="2818582" y="5337176"/>
            <a:chExt cx="9856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14:cNvPr>
                <p14:cNvContentPartPr/>
                <p14:nvPr/>
              </p14:nvContentPartPr>
              <p14:xfrm>
                <a:off x="2818582" y="5412416"/>
                <a:ext cx="195840" cy="2505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09582" y="5403416"/>
                  <a:ext cx="213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14:cNvPr>
                <p14:cNvContentPartPr/>
                <p14:nvPr/>
              </p14:nvContentPartPr>
              <p14:xfrm>
                <a:off x="2872582" y="5385416"/>
                <a:ext cx="77040" cy="2836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863942" y="5376416"/>
                  <a:ext cx="94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14:cNvPr>
                <p14:cNvContentPartPr/>
                <p14:nvPr/>
              </p14:nvContentPartPr>
              <p14:xfrm>
                <a:off x="3045382" y="5337176"/>
                <a:ext cx="163080" cy="349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036742" y="5328536"/>
                  <a:ext cx="180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14:cNvPr>
                <p14:cNvContentPartPr/>
                <p14:nvPr/>
              </p14:nvContentPartPr>
              <p14:xfrm>
                <a:off x="3199462" y="5418536"/>
                <a:ext cx="53280" cy="183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90822" y="5409536"/>
                  <a:ext cx="7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14:cNvPr>
                <p14:cNvContentPartPr/>
                <p14:nvPr/>
              </p14:nvContentPartPr>
              <p14:xfrm>
                <a:off x="3268222" y="5507456"/>
                <a:ext cx="113040" cy="802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259582" y="5498816"/>
                  <a:ext cx="130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14:cNvPr>
                <p14:cNvContentPartPr/>
                <p14:nvPr/>
              </p14:nvContentPartPr>
              <p14:xfrm>
                <a:off x="3322582" y="5350856"/>
                <a:ext cx="161280" cy="302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13582" y="5342216"/>
                  <a:ext cx="178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14:cNvPr>
                <p14:cNvContentPartPr/>
                <p14:nvPr/>
              </p14:nvContentPartPr>
              <p14:xfrm>
                <a:off x="3630742" y="5492336"/>
                <a:ext cx="173520" cy="126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622102" y="5483696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163F524-C81B-0F6A-FB4F-0D6E47F9A1D7}"/>
              </a:ext>
            </a:extLst>
          </p:cNvPr>
          <p:cNvGrpSpPr/>
          <p:nvPr/>
        </p:nvGrpSpPr>
        <p:grpSpPr>
          <a:xfrm>
            <a:off x="3726502" y="4991936"/>
            <a:ext cx="829800" cy="420840"/>
            <a:chOff x="3726502" y="4991936"/>
            <a:chExt cx="82980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14:cNvPr>
                <p14:cNvContentPartPr/>
                <p14:nvPr/>
              </p14:nvContentPartPr>
              <p14:xfrm>
                <a:off x="3806062" y="5246816"/>
                <a:ext cx="82080" cy="1659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97062" y="5238176"/>
                  <a:ext cx="99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14:cNvPr>
                <p14:cNvContentPartPr/>
                <p14:nvPr/>
              </p14:nvContentPartPr>
              <p14:xfrm>
                <a:off x="3726502" y="5108576"/>
                <a:ext cx="6840" cy="11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717862" y="509957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14:cNvPr>
                <p14:cNvContentPartPr/>
                <p14:nvPr/>
              </p14:nvContentPartPr>
              <p14:xfrm>
                <a:off x="3864742" y="5076176"/>
                <a:ext cx="160560" cy="114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856102" y="5067176"/>
                  <a:ext cx="178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14:cNvPr>
                <p14:cNvContentPartPr/>
                <p14:nvPr/>
              </p14:nvContentPartPr>
              <p14:xfrm>
                <a:off x="4040062" y="5119376"/>
                <a:ext cx="63720" cy="62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031422" y="5110736"/>
                  <a:ext cx="81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14:cNvPr>
                <p14:cNvContentPartPr/>
                <p14:nvPr/>
              </p14:nvContentPartPr>
              <p14:xfrm>
                <a:off x="4109182" y="5103536"/>
                <a:ext cx="43200" cy="69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100542" y="5094536"/>
                  <a:ext cx="60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14:cNvPr>
                <p14:cNvContentPartPr/>
                <p14:nvPr/>
              </p14:nvContentPartPr>
              <p14:xfrm>
                <a:off x="3995422" y="5050616"/>
                <a:ext cx="119520" cy="313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986782" y="5041616"/>
                  <a:ext cx="13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14:cNvPr>
                <p14:cNvContentPartPr/>
                <p14:nvPr/>
              </p14:nvContentPartPr>
              <p14:xfrm>
                <a:off x="4167862" y="4991936"/>
                <a:ext cx="86400" cy="178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158862" y="4982936"/>
                  <a:ext cx="104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14:cNvPr>
                <p14:cNvContentPartPr/>
                <p14:nvPr/>
              </p14:nvContentPartPr>
              <p14:xfrm>
                <a:off x="4243462" y="5071496"/>
                <a:ext cx="132480" cy="70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234462" y="5062856"/>
                  <a:ext cx="150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14:cNvPr>
                <p14:cNvContentPartPr/>
                <p14:nvPr/>
              </p14:nvContentPartPr>
              <p14:xfrm>
                <a:off x="4385662" y="5082296"/>
                <a:ext cx="170640" cy="720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377022" y="5073296"/>
                  <a:ext cx="188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14:cNvPr>
                <p14:cNvContentPartPr/>
                <p14:nvPr/>
              </p14:nvContentPartPr>
              <p14:xfrm>
                <a:off x="3976342" y="5255456"/>
                <a:ext cx="483480" cy="34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967702" y="5246816"/>
                  <a:ext cx="501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14:cNvPr>
                <p14:cNvContentPartPr/>
                <p14:nvPr/>
              </p14:nvContentPartPr>
              <p14:xfrm>
                <a:off x="4172182" y="5318456"/>
                <a:ext cx="135720" cy="88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163182" y="5309816"/>
                  <a:ext cx="1533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14:cNvPr>
              <p14:cNvContentPartPr/>
              <p14:nvPr/>
            </p14:nvContentPartPr>
            <p14:xfrm>
              <a:off x="1679902" y="5329976"/>
              <a:ext cx="54000" cy="1296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671262" y="5321336"/>
                <a:ext cx="71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14:cNvPr>
              <p14:cNvContentPartPr/>
              <p14:nvPr/>
            </p14:nvContentPartPr>
            <p14:xfrm>
              <a:off x="1584142" y="5571176"/>
              <a:ext cx="317880" cy="111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575142" y="5562536"/>
                <a:ext cx="335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14:cNvPr>
              <p14:cNvContentPartPr/>
              <p14:nvPr/>
            </p14:nvContentPartPr>
            <p14:xfrm>
              <a:off x="1607902" y="5714816"/>
              <a:ext cx="219960" cy="173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599262" y="5705816"/>
                <a:ext cx="23760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976D0FCA-784F-F989-BE1F-D320EC1AE957}"/>
              </a:ext>
            </a:extLst>
          </p:cNvPr>
          <p:cNvGrpSpPr/>
          <p:nvPr/>
        </p:nvGrpSpPr>
        <p:grpSpPr>
          <a:xfrm>
            <a:off x="4726222" y="5371016"/>
            <a:ext cx="929880" cy="297360"/>
            <a:chOff x="4726222" y="5371016"/>
            <a:chExt cx="92988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14:cNvPr>
                <p14:cNvContentPartPr/>
                <p14:nvPr/>
              </p14:nvContentPartPr>
              <p14:xfrm>
                <a:off x="4726222" y="5634536"/>
                <a:ext cx="117000" cy="3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17222" y="5625896"/>
                  <a:ext cx="134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14:cNvPr>
                <p14:cNvContentPartPr/>
                <p14:nvPr/>
              </p14:nvContentPartPr>
              <p14:xfrm>
                <a:off x="4734142" y="5572256"/>
                <a:ext cx="135720" cy="15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725142" y="5563616"/>
                  <a:ext cx="153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14:cNvPr>
                <p14:cNvContentPartPr/>
                <p14:nvPr/>
              </p14:nvContentPartPr>
              <p14:xfrm>
                <a:off x="5022862" y="5499176"/>
                <a:ext cx="179640" cy="127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013862" y="5490536"/>
                  <a:ext cx="197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14:cNvPr>
                <p14:cNvContentPartPr/>
                <p14:nvPr/>
              </p14:nvContentPartPr>
              <p14:xfrm>
                <a:off x="5072902" y="5514296"/>
                <a:ext cx="94680" cy="111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063902" y="5505656"/>
                  <a:ext cx="11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14:cNvPr>
                <p14:cNvContentPartPr/>
                <p14:nvPr/>
              </p14:nvContentPartPr>
              <p14:xfrm>
                <a:off x="5248582" y="5394776"/>
                <a:ext cx="142200" cy="273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239582" y="5386136"/>
                  <a:ext cx="159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14:cNvPr>
                <p14:cNvContentPartPr/>
                <p14:nvPr/>
              </p14:nvContentPartPr>
              <p14:xfrm>
                <a:off x="5377462" y="5495216"/>
                <a:ext cx="145440" cy="86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368462" y="5486576"/>
                  <a:ext cx="163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14:cNvPr>
                <p14:cNvContentPartPr/>
                <p14:nvPr/>
              </p14:nvContentPartPr>
              <p14:xfrm>
                <a:off x="5491582" y="5371016"/>
                <a:ext cx="164520" cy="271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482582" y="5362376"/>
                  <a:ext cx="1821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14:cNvPr>
              <p14:cNvContentPartPr/>
              <p14:nvPr/>
            </p14:nvContentPartPr>
            <p14:xfrm>
              <a:off x="7678582" y="4831376"/>
              <a:ext cx="3600" cy="172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669582" y="4822376"/>
                <a:ext cx="2124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AF07917-8705-2889-F395-DF3A710A35E4}"/>
              </a:ext>
            </a:extLst>
          </p:cNvPr>
          <p:cNvGrpSpPr/>
          <p:nvPr/>
        </p:nvGrpSpPr>
        <p:grpSpPr>
          <a:xfrm>
            <a:off x="7628182" y="4632656"/>
            <a:ext cx="1193760" cy="359280"/>
            <a:chOff x="7628182" y="4632656"/>
            <a:chExt cx="119376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14:cNvPr>
                <p14:cNvContentPartPr/>
                <p14:nvPr/>
              </p14:nvContentPartPr>
              <p14:xfrm>
                <a:off x="7628182" y="4799336"/>
                <a:ext cx="139320" cy="192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619542" y="4790696"/>
                  <a:ext cx="156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14:cNvPr>
                <p14:cNvContentPartPr/>
                <p14:nvPr/>
              </p14:nvContentPartPr>
              <p14:xfrm>
                <a:off x="7820062" y="4746776"/>
                <a:ext cx="227880" cy="144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811422" y="4738136"/>
                  <a:ext cx="245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14:cNvPr>
                <p14:cNvContentPartPr/>
                <p14:nvPr/>
              </p14:nvContentPartPr>
              <p14:xfrm>
                <a:off x="8128582" y="4811216"/>
                <a:ext cx="52920" cy="96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119582" y="4802216"/>
                  <a:ext cx="70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14:cNvPr>
                <p14:cNvContentPartPr/>
                <p14:nvPr/>
              </p14:nvContentPartPr>
              <p14:xfrm>
                <a:off x="8091142" y="4708976"/>
                <a:ext cx="25560" cy="21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082502" y="4699976"/>
                  <a:ext cx="43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14:cNvPr>
                <p14:cNvContentPartPr/>
                <p14:nvPr/>
              </p14:nvContentPartPr>
              <p14:xfrm>
                <a:off x="8229382" y="4795016"/>
                <a:ext cx="93240" cy="856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220742" y="4786376"/>
                  <a:ext cx="110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14:cNvPr>
                <p14:cNvContentPartPr/>
                <p14:nvPr/>
              </p14:nvContentPartPr>
              <p14:xfrm>
                <a:off x="8410822" y="4632656"/>
                <a:ext cx="121320" cy="2386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402182" y="4623656"/>
                  <a:ext cx="13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14:cNvPr>
                <p14:cNvContentPartPr/>
                <p14:nvPr/>
              </p14:nvContentPartPr>
              <p14:xfrm>
                <a:off x="8601622" y="4779176"/>
                <a:ext cx="26280" cy="716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592622" y="4770176"/>
                  <a:ext cx="4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14:cNvPr>
                <p14:cNvContentPartPr/>
                <p14:nvPr/>
              </p14:nvContentPartPr>
              <p14:xfrm>
                <a:off x="8564182" y="4662176"/>
                <a:ext cx="5760" cy="41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555542" y="4653536"/>
                  <a:ext cx="23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14:cNvPr>
                <p14:cNvContentPartPr/>
                <p14:nvPr/>
              </p14:nvContentPartPr>
              <p14:xfrm>
                <a:off x="8695222" y="4742096"/>
                <a:ext cx="126720" cy="1180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686222" y="4733456"/>
                  <a:ext cx="1443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53BA86A-4D26-5D49-0C3F-6F8E575ABFA7}"/>
              </a:ext>
            </a:extLst>
          </p:cNvPr>
          <p:cNvGrpSpPr/>
          <p:nvPr/>
        </p:nvGrpSpPr>
        <p:grpSpPr>
          <a:xfrm>
            <a:off x="9058822" y="4666136"/>
            <a:ext cx="287640" cy="167040"/>
            <a:chOff x="9058822" y="4666136"/>
            <a:chExt cx="28764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14:cNvPr>
                <p14:cNvContentPartPr/>
                <p14:nvPr/>
              </p14:nvContentPartPr>
              <p14:xfrm>
                <a:off x="9074662" y="4757936"/>
                <a:ext cx="37800" cy="752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065662" y="4748936"/>
                  <a:ext cx="55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14:cNvPr>
                <p14:cNvContentPartPr/>
                <p14:nvPr/>
              </p14:nvContentPartPr>
              <p14:xfrm>
                <a:off x="9058822" y="4666136"/>
                <a:ext cx="3600" cy="7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049822" y="4657136"/>
                  <a:ext cx="21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14:cNvPr>
                <p14:cNvContentPartPr/>
                <p14:nvPr/>
              </p14:nvContentPartPr>
              <p14:xfrm>
                <a:off x="9143782" y="4742096"/>
                <a:ext cx="202680" cy="86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135142" y="4733096"/>
                  <a:ext cx="2203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3D4AF710-9F05-87D3-7B3E-F67C613D75EA}"/>
              </a:ext>
            </a:extLst>
          </p:cNvPr>
          <p:cNvGrpSpPr/>
          <p:nvPr/>
        </p:nvGrpSpPr>
        <p:grpSpPr>
          <a:xfrm>
            <a:off x="9561742" y="4616096"/>
            <a:ext cx="234360" cy="225720"/>
            <a:chOff x="9561742" y="4616096"/>
            <a:chExt cx="2343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14:cNvPr>
                <p14:cNvContentPartPr/>
                <p14:nvPr/>
              </p14:nvContentPartPr>
              <p14:xfrm>
                <a:off x="9561742" y="4616096"/>
                <a:ext cx="98280" cy="225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553102" y="4607096"/>
                  <a:ext cx="115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14:cNvPr>
                <p14:cNvContentPartPr/>
                <p14:nvPr/>
              </p14:nvContentPartPr>
              <p14:xfrm>
                <a:off x="9658942" y="4726976"/>
                <a:ext cx="137160" cy="91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50302" y="4718336"/>
                  <a:ext cx="15480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65818D4-2088-023D-1FE0-A6663B9C7B49}"/>
              </a:ext>
            </a:extLst>
          </p:cNvPr>
          <p:cNvGrpSpPr/>
          <p:nvPr/>
        </p:nvGrpSpPr>
        <p:grpSpPr>
          <a:xfrm>
            <a:off x="10009942" y="4585496"/>
            <a:ext cx="529920" cy="231120"/>
            <a:chOff x="10009942" y="4585496"/>
            <a:chExt cx="52992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14:cNvPr>
                <p14:cNvContentPartPr/>
                <p14:nvPr/>
              </p14:nvContentPartPr>
              <p14:xfrm>
                <a:off x="10009942" y="4721936"/>
                <a:ext cx="345600" cy="94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000942" y="4713296"/>
                  <a:ext cx="363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14:cNvPr>
                <p14:cNvContentPartPr/>
                <p14:nvPr/>
              </p14:nvContentPartPr>
              <p14:xfrm>
                <a:off x="10429342" y="4585496"/>
                <a:ext cx="110520" cy="2214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20702" y="4576856"/>
                  <a:ext cx="12816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14:cNvPr>
              <p14:cNvContentPartPr/>
              <p14:nvPr/>
            </p14:nvContentPartPr>
            <p14:xfrm>
              <a:off x="10770622" y="4698176"/>
              <a:ext cx="186120" cy="7812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0761622" y="4689536"/>
                <a:ext cx="20376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41FD120D-AD8A-E459-A66A-9BE53DDC9355}"/>
              </a:ext>
            </a:extLst>
          </p:cNvPr>
          <p:cNvGrpSpPr/>
          <p:nvPr/>
        </p:nvGrpSpPr>
        <p:grpSpPr>
          <a:xfrm>
            <a:off x="7414342" y="5007416"/>
            <a:ext cx="4085640" cy="953640"/>
            <a:chOff x="7414342" y="5007416"/>
            <a:chExt cx="4085640" cy="9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14:cNvPr>
                <p14:cNvContentPartPr/>
                <p14:nvPr/>
              </p14:nvContentPartPr>
              <p14:xfrm>
                <a:off x="7724302" y="5223056"/>
                <a:ext cx="213120" cy="121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715662" y="5214056"/>
                  <a:ext cx="230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14:cNvPr>
                <p14:cNvContentPartPr/>
                <p14:nvPr/>
              </p14:nvContentPartPr>
              <p14:xfrm>
                <a:off x="8000782" y="5284256"/>
                <a:ext cx="9360" cy="284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92142" y="5275256"/>
                  <a:ext cx="27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14:cNvPr>
                <p14:cNvContentPartPr/>
                <p14:nvPr/>
              </p14:nvContentPartPr>
              <p14:xfrm>
                <a:off x="7931662" y="5124776"/>
                <a:ext cx="29520" cy="194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923022" y="511577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14:cNvPr>
                <p14:cNvContentPartPr/>
                <p14:nvPr/>
              </p14:nvContentPartPr>
              <p14:xfrm>
                <a:off x="8070982" y="5124776"/>
                <a:ext cx="68400" cy="18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061982" y="5115776"/>
                  <a:ext cx="86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14:cNvPr>
                <p14:cNvContentPartPr/>
                <p14:nvPr/>
              </p14:nvContentPartPr>
              <p14:xfrm>
                <a:off x="8048662" y="5077256"/>
                <a:ext cx="307440" cy="223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040022" y="5068616"/>
                  <a:ext cx="325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14:cNvPr>
                <p14:cNvContentPartPr/>
                <p14:nvPr/>
              </p14:nvContentPartPr>
              <p14:xfrm>
                <a:off x="8541502" y="5178056"/>
                <a:ext cx="384120" cy="249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532502" y="5169056"/>
                  <a:ext cx="401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14:cNvPr>
                <p14:cNvContentPartPr/>
                <p14:nvPr/>
              </p14:nvContentPartPr>
              <p14:xfrm>
                <a:off x="8989702" y="5209736"/>
                <a:ext cx="41040" cy="87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980702" y="5201096"/>
                  <a:ext cx="58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14:cNvPr>
                <p14:cNvContentPartPr/>
                <p14:nvPr/>
              </p14:nvContentPartPr>
              <p14:xfrm>
                <a:off x="8952262" y="5082296"/>
                <a:ext cx="4680" cy="183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943622" y="507329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14:cNvPr>
                <p14:cNvContentPartPr/>
                <p14:nvPr/>
              </p14:nvContentPartPr>
              <p14:xfrm>
                <a:off x="9113542" y="5162576"/>
                <a:ext cx="77760" cy="116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104542" y="5153576"/>
                  <a:ext cx="95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14:cNvPr>
                <p14:cNvContentPartPr/>
                <p14:nvPr/>
              </p14:nvContentPartPr>
              <p14:xfrm>
                <a:off x="9229102" y="5007416"/>
                <a:ext cx="127800" cy="2516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220102" y="4998416"/>
                  <a:ext cx="145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14:cNvPr>
                <p14:cNvContentPartPr/>
                <p14:nvPr/>
              </p14:nvContentPartPr>
              <p14:xfrm>
                <a:off x="9596662" y="5039816"/>
                <a:ext cx="280080" cy="2530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88022" y="5031176"/>
                  <a:ext cx="297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14:cNvPr>
                <p14:cNvContentPartPr/>
                <p14:nvPr/>
              </p14:nvContentPartPr>
              <p14:xfrm>
                <a:off x="7414342" y="5825336"/>
                <a:ext cx="142920" cy="1357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405702" y="5816336"/>
                  <a:ext cx="160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14:cNvPr>
                <p14:cNvContentPartPr/>
                <p14:nvPr/>
              </p14:nvContentPartPr>
              <p14:xfrm>
                <a:off x="7607302" y="5679536"/>
                <a:ext cx="83160" cy="1832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598302" y="5670536"/>
                  <a:ext cx="100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14:cNvPr>
                <p14:cNvContentPartPr/>
                <p14:nvPr/>
              </p14:nvContentPartPr>
              <p14:xfrm>
                <a:off x="7585342" y="5546336"/>
                <a:ext cx="1440" cy="20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576342" y="5537336"/>
                  <a:ext cx="19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14:cNvPr>
                <p14:cNvContentPartPr/>
                <p14:nvPr/>
              </p14:nvContentPartPr>
              <p14:xfrm>
                <a:off x="7681822" y="5575496"/>
                <a:ext cx="129240" cy="1144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7673182" y="5566856"/>
                  <a:ext cx="146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14:cNvPr>
                <p14:cNvContentPartPr/>
                <p14:nvPr/>
              </p14:nvContentPartPr>
              <p14:xfrm>
                <a:off x="7846702" y="5613656"/>
                <a:ext cx="41760" cy="658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837702" y="5605016"/>
                  <a:ext cx="59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14:cNvPr>
                <p14:cNvContentPartPr/>
                <p14:nvPr/>
              </p14:nvContentPartPr>
              <p14:xfrm>
                <a:off x="7899982" y="5629856"/>
                <a:ext cx="47880" cy="558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890982" y="5620856"/>
                  <a:ext cx="65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14:cNvPr>
                <p14:cNvContentPartPr/>
                <p14:nvPr/>
              </p14:nvContentPartPr>
              <p14:xfrm>
                <a:off x="7798822" y="5560016"/>
                <a:ext cx="122760" cy="27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789822" y="5551016"/>
                  <a:ext cx="140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14:cNvPr>
                <p14:cNvContentPartPr/>
                <p14:nvPr/>
              </p14:nvContentPartPr>
              <p14:xfrm>
                <a:off x="7990342" y="5512856"/>
                <a:ext cx="53640" cy="179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81342" y="5503856"/>
                  <a:ext cx="71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14:cNvPr>
                <p14:cNvContentPartPr/>
                <p14:nvPr/>
              </p14:nvContentPartPr>
              <p14:xfrm>
                <a:off x="8048302" y="5608616"/>
                <a:ext cx="75960" cy="59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039302" y="5599616"/>
                  <a:ext cx="93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14:cNvPr>
                <p14:cNvContentPartPr/>
                <p14:nvPr/>
              </p14:nvContentPartPr>
              <p14:xfrm>
                <a:off x="8196622" y="5502776"/>
                <a:ext cx="94320" cy="1810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187622" y="5493776"/>
                  <a:ext cx="111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14:cNvPr>
                <p14:cNvContentPartPr/>
                <p14:nvPr/>
              </p14:nvContentPartPr>
              <p14:xfrm>
                <a:off x="8295982" y="5568296"/>
                <a:ext cx="127080" cy="687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86982" y="5559656"/>
                  <a:ext cx="144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14:cNvPr>
                <p14:cNvContentPartPr/>
                <p14:nvPr/>
              </p14:nvContentPartPr>
              <p14:xfrm>
                <a:off x="8528902" y="5551736"/>
                <a:ext cx="43920" cy="86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520262" y="5543096"/>
                  <a:ext cx="61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14:cNvPr>
                <p14:cNvContentPartPr/>
                <p14:nvPr/>
              </p14:nvContentPartPr>
              <p14:xfrm>
                <a:off x="8468062" y="5576216"/>
                <a:ext cx="133920" cy="169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459422" y="5567216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14:cNvPr>
                <p14:cNvContentPartPr/>
                <p14:nvPr/>
              </p14:nvContentPartPr>
              <p14:xfrm>
                <a:off x="8641222" y="5492696"/>
                <a:ext cx="150840" cy="147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32222" y="5483696"/>
                  <a:ext cx="16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14:cNvPr>
                <p14:cNvContentPartPr/>
                <p14:nvPr/>
              </p14:nvContentPartPr>
              <p14:xfrm>
                <a:off x="8792782" y="5449136"/>
                <a:ext cx="106200" cy="1753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784142" y="5440136"/>
                  <a:ext cx="12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14:cNvPr>
                <p14:cNvContentPartPr/>
                <p14:nvPr/>
              </p14:nvContentPartPr>
              <p14:xfrm>
                <a:off x="8915542" y="5444816"/>
                <a:ext cx="150840" cy="2271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906902" y="5435816"/>
                  <a:ext cx="168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14:cNvPr>
                <p14:cNvContentPartPr/>
                <p14:nvPr/>
              </p14:nvContentPartPr>
              <p14:xfrm>
                <a:off x="9047662" y="5566136"/>
                <a:ext cx="135360" cy="140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039022" y="5557136"/>
                  <a:ext cx="153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14:cNvPr>
                <p14:cNvContentPartPr/>
                <p14:nvPr/>
              </p14:nvContentPartPr>
              <p14:xfrm>
                <a:off x="9409462" y="5836136"/>
                <a:ext cx="85320" cy="68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400822" y="5827136"/>
                  <a:ext cx="102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14:cNvPr>
                <p14:cNvContentPartPr/>
                <p14:nvPr/>
              </p14:nvContentPartPr>
              <p14:xfrm>
                <a:off x="9384982" y="5777456"/>
                <a:ext cx="83520" cy="17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376342" y="5768456"/>
                  <a:ext cx="101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14:cNvPr>
                <p14:cNvContentPartPr/>
                <p14:nvPr/>
              </p14:nvContentPartPr>
              <p14:xfrm>
                <a:off x="9627622" y="5777456"/>
                <a:ext cx="109080" cy="111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618982" y="5768456"/>
                  <a:ext cx="12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14:cNvPr>
                <p14:cNvContentPartPr/>
                <p14:nvPr/>
              </p14:nvContentPartPr>
              <p14:xfrm>
                <a:off x="9771982" y="5666936"/>
                <a:ext cx="57600" cy="148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762982" y="5658296"/>
                  <a:ext cx="75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14:cNvPr>
                <p14:cNvContentPartPr/>
                <p14:nvPr/>
              </p14:nvContentPartPr>
              <p14:xfrm>
                <a:off x="9741382" y="5572976"/>
                <a:ext cx="3600" cy="3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732382" y="556433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14:cNvPr>
                <p14:cNvContentPartPr/>
                <p14:nvPr/>
              </p14:nvContentPartPr>
              <p14:xfrm>
                <a:off x="9808342" y="5500256"/>
                <a:ext cx="113400" cy="114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799702" y="549125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14:cNvPr>
                <p14:cNvContentPartPr/>
                <p14:nvPr/>
              </p14:nvContentPartPr>
              <p14:xfrm>
                <a:off x="9946582" y="5546696"/>
                <a:ext cx="47160" cy="493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37582" y="5537696"/>
                  <a:ext cx="64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14:cNvPr>
                <p14:cNvContentPartPr/>
                <p14:nvPr/>
              </p14:nvContentPartPr>
              <p14:xfrm>
                <a:off x="9994462" y="5523296"/>
                <a:ext cx="64440" cy="85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985462" y="5514656"/>
                  <a:ext cx="8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14:cNvPr>
                <p14:cNvContentPartPr/>
                <p14:nvPr/>
              </p14:nvContentPartPr>
              <p14:xfrm>
                <a:off x="9924982" y="5482976"/>
                <a:ext cx="117720" cy="122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915982" y="5473976"/>
                  <a:ext cx="135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14:cNvPr>
                <p14:cNvContentPartPr/>
                <p14:nvPr/>
              </p14:nvContentPartPr>
              <p14:xfrm>
                <a:off x="10132342" y="5513576"/>
                <a:ext cx="133920" cy="67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123702" y="5504936"/>
                  <a:ext cx="151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14:cNvPr>
                <p14:cNvContentPartPr/>
                <p14:nvPr/>
              </p14:nvContentPartPr>
              <p14:xfrm>
                <a:off x="10100662" y="5427896"/>
                <a:ext cx="73080" cy="1432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092022" y="5418896"/>
                  <a:ext cx="90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14:cNvPr>
                <p14:cNvContentPartPr/>
                <p14:nvPr/>
              </p14:nvContentPartPr>
              <p14:xfrm>
                <a:off x="10165102" y="5492696"/>
                <a:ext cx="114480" cy="655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156462" y="5483696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14:cNvPr>
                <p14:cNvContentPartPr/>
                <p14:nvPr/>
              </p14:nvContentPartPr>
              <p14:xfrm>
                <a:off x="10286782" y="5483696"/>
                <a:ext cx="149400" cy="82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278142" y="5475056"/>
                  <a:ext cx="167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14:cNvPr>
                <p14:cNvContentPartPr/>
                <p14:nvPr/>
              </p14:nvContentPartPr>
              <p14:xfrm>
                <a:off x="9890422" y="5639936"/>
                <a:ext cx="455040" cy="223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881782" y="5630936"/>
                  <a:ext cx="47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14:cNvPr>
                <p14:cNvContentPartPr/>
                <p14:nvPr/>
              </p14:nvContentPartPr>
              <p14:xfrm>
                <a:off x="10053862" y="5688536"/>
                <a:ext cx="138240" cy="85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044862" y="5679896"/>
                  <a:ext cx="155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14:cNvPr>
                <p14:cNvContentPartPr/>
                <p14:nvPr/>
              </p14:nvContentPartPr>
              <p14:xfrm>
                <a:off x="10578022" y="5702936"/>
                <a:ext cx="139680" cy="1454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569022" y="5694296"/>
                  <a:ext cx="157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14:cNvPr>
                <p14:cNvContentPartPr/>
                <p14:nvPr/>
              </p14:nvContentPartPr>
              <p14:xfrm>
                <a:off x="10731022" y="5549936"/>
                <a:ext cx="84600" cy="1677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22022" y="5541296"/>
                  <a:ext cx="102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14:cNvPr>
                <p14:cNvContentPartPr/>
                <p14:nvPr/>
              </p14:nvContentPartPr>
              <p14:xfrm>
                <a:off x="10690702" y="5440136"/>
                <a:ext cx="4680" cy="3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682062" y="54314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14:cNvPr>
                <p14:cNvContentPartPr/>
                <p14:nvPr/>
              </p14:nvContentPartPr>
              <p14:xfrm>
                <a:off x="10841182" y="5395496"/>
                <a:ext cx="120600" cy="112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832542" y="5386496"/>
                  <a:ext cx="138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14:cNvPr>
                <p14:cNvContentPartPr/>
                <p14:nvPr/>
              </p14:nvContentPartPr>
              <p14:xfrm>
                <a:off x="10999222" y="5470376"/>
                <a:ext cx="36360" cy="482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0990222" y="5461376"/>
                  <a:ext cx="5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14:cNvPr>
                <p14:cNvContentPartPr/>
                <p14:nvPr/>
              </p14:nvContentPartPr>
              <p14:xfrm>
                <a:off x="11052502" y="5438336"/>
                <a:ext cx="45720" cy="738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043502" y="5429696"/>
                  <a:ext cx="63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14:cNvPr>
                <p14:cNvContentPartPr/>
                <p14:nvPr/>
              </p14:nvContentPartPr>
              <p14:xfrm>
                <a:off x="10977622" y="5395856"/>
                <a:ext cx="128160" cy="136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0968622" y="5387216"/>
                  <a:ext cx="145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14:cNvPr>
                <p14:cNvContentPartPr/>
                <p14:nvPr/>
              </p14:nvContentPartPr>
              <p14:xfrm>
                <a:off x="11142862" y="5332136"/>
                <a:ext cx="71280" cy="151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33862" y="5323136"/>
                  <a:ext cx="88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14:cNvPr>
                <p14:cNvContentPartPr/>
                <p14:nvPr/>
              </p14:nvContentPartPr>
              <p14:xfrm>
                <a:off x="11212702" y="5411696"/>
                <a:ext cx="90360" cy="543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203702" y="5403056"/>
                  <a:ext cx="108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14:cNvPr>
                <p14:cNvContentPartPr/>
                <p14:nvPr/>
              </p14:nvContentPartPr>
              <p14:xfrm>
                <a:off x="11328262" y="5322416"/>
                <a:ext cx="171720" cy="1306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319262" y="5313776"/>
                  <a:ext cx="189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14:cNvPr>
                <p14:cNvContentPartPr/>
                <p14:nvPr/>
              </p14:nvContentPartPr>
              <p14:xfrm>
                <a:off x="10903462" y="5539496"/>
                <a:ext cx="468360" cy="644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0894462" y="5530496"/>
                  <a:ext cx="486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14:cNvPr>
                <p14:cNvContentPartPr/>
                <p14:nvPr/>
              </p14:nvContentPartPr>
              <p14:xfrm>
                <a:off x="11102902" y="5625896"/>
                <a:ext cx="153720" cy="788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093902" y="5616896"/>
                  <a:ext cx="17136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14:cNvPr>
              <p14:cNvContentPartPr/>
              <p14:nvPr/>
            </p14:nvContentPartPr>
            <p14:xfrm>
              <a:off x="10446982" y="5842256"/>
              <a:ext cx="1050840" cy="17100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10437982" y="5833616"/>
                <a:ext cx="10684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14:cNvPr>
              <p14:cNvContentPartPr/>
              <p14:nvPr/>
            </p14:nvContentPartPr>
            <p14:xfrm>
              <a:off x="1440142" y="4215416"/>
              <a:ext cx="3920400" cy="17100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:cNvPr>
              <p:cNvPicPr/>
              <p:nvPr/>
            </p:nvPicPr>
            <p:blipFill>
              <a:blip r:embed="rId687"/>
              <a:stretch>
                <a:fillRect/>
              </a:stretch>
            </p:blipFill>
            <p:spPr>
              <a:xfrm>
                <a:off x="1431142" y="4206776"/>
                <a:ext cx="3938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14:cNvPr>
              <p14:cNvContentPartPr/>
              <p14:nvPr/>
            </p14:nvContentPartPr>
            <p14:xfrm>
              <a:off x="1556422" y="6092456"/>
              <a:ext cx="4080240" cy="8532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1547782" y="6083456"/>
                <a:ext cx="409788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80B156F0-F489-E47B-375F-6EE407DEAE1E}"/>
              </a:ext>
            </a:extLst>
          </p:cNvPr>
          <p:cNvGrpSpPr/>
          <p:nvPr/>
        </p:nvGrpSpPr>
        <p:grpSpPr>
          <a:xfrm>
            <a:off x="2508982" y="6403496"/>
            <a:ext cx="503280" cy="293760"/>
            <a:chOff x="2508982" y="6403496"/>
            <a:chExt cx="50328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14:cNvPr>
                <p14:cNvContentPartPr/>
                <p14:nvPr/>
              </p14:nvContentPartPr>
              <p14:xfrm>
                <a:off x="2508982" y="6403496"/>
                <a:ext cx="48240" cy="1954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500342" y="6394496"/>
                  <a:ext cx="65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14:cNvPr>
                <p14:cNvContentPartPr/>
                <p14:nvPr/>
              </p14:nvContentPartPr>
              <p14:xfrm>
                <a:off x="2586742" y="6527696"/>
                <a:ext cx="97560" cy="74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2578102" y="6519056"/>
                  <a:ext cx="115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14:cNvPr>
                <p14:cNvContentPartPr/>
                <p14:nvPr/>
              </p14:nvContentPartPr>
              <p14:xfrm>
                <a:off x="2773582" y="6629216"/>
                <a:ext cx="17640" cy="680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2764942" y="6620576"/>
                  <a:ext cx="35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14:cNvPr>
                <p14:cNvContentPartPr/>
                <p14:nvPr/>
              </p14:nvContentPartPr>
              <p14:xfrm>
                <a:off x="2881222" y="6517616"/>
                <a:ext cx="131040" cy="71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2872582" y="6508616"/>
                  <a:ext cx="14868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14:cNvPr>
              <p14:cNvContentPartPr/>
              <p14:nvPr/>
            </p14:nvContentPartPr>
            <p14:xfrm>
              <a:off x="3285142" y="6528056"/>
              <a:ext cx="37080" cy="5184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3276502" y="6519416"/>
                <a:ext cx="547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14:cNvPr>
              <p14:cNvContentPartPr/>
              <p14:nvPr/>
            </p14:nvContentPartPr>
            <p14:xfrm>
              <a:off x="3269302" y="6420776"/>
              <a:ext cx="2520" cy="936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3260662" y="6411776"/>
                <a:ext cx="20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2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14:cNvPr>
              <p14:cNvContentPartPr/>
              <p14:nvPr/>
            </p14:nvContentPartPr>
            <p14:xfrm>
              <a:off x="3343822" y="6523016"/>
              <a:ext cx="132480" cy="6336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3334822" y="6514016"/>
                <a:ext cx="150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4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14:cNvPr>
              <p14:cNvContentPartPr/>
              <p14:nvPr/>
            </p14:nvContentPartPr>
            <p14:xfrm>
              <a:off x="3550462" y="6367856"/>
              <a:ext cx="251280" cy="20448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3541462" y="6359216"/>
                <a:ext cx="268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6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14:cNvPr>
              <p14:cNvContentPartPr/>
              <p14:nvPr/>
            </p14:nvContentPartPr>
            <p14:xfrm>
              <a:off x="3790222" y="6458936"/>
              <a:ext cx="115560" cy="8316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3781582" y="6450296"/>
                <a:ext cx="133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8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14:cNvPr>
              <p14:cNvContentPartPr/>
              <p14:nvPr/>
            </p14:nvContentPartPr>
            <p14:xfrm>
              <a:off x="3808222" y="6475136"/>
              <a:ext cx="73080" cy="6912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3799222" y="6466136"/>
                <a:ext cx="90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0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14:cNvPr>
              <p14:cNvContentPartPr/>
              <p14:nvPr/>
            </p14:nvContentPartPr>
            <p14:xfrm>
              <a:off x="3954382" y="6463256"/>
              <a:ext cx="78480" cy="10800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3945382" y="6454256"/>
                <a:ext cx="96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2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14:cNvPr>
              <p14:cNvContentPartPr/>
              <p14:nvPr/>
            </p14:nvContentPartPr>
            <p14:xfrm>
              <a:off x="3998302" y="6432296"/>
              <a:ext cx="107280" cy="13140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3989302" y="6423296"/>
                <a:ext cx="1249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14:cNvPr>
              <p14:cNvContentPartPr/>
              <p14:nvPr/>
            </p14:nvContentPartPr>
            <p14:xfrm>
              <a:off x="4289902" y="6356696"/>
              <a:ext cx="311760" cy="21816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4280902" y="6348056"/>
                <a:ext cx="3294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14:cNvPr>
              <p14:cNvContentPartPr/>
              <p14:nvPr/>
            </p14:nvContentPartPr>
            <p14:xfrm>
              <a:off x="4646302" y="6456416"/>
              <a:ext cx="91440" cy="9864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:cNvPr>
              <p:cNvPicPr/>
              <p:nvPr/>
            </p:nvPicPr>
            <p:blipFill>
              <a:blip r:embed="rId717"/>
              <a:stretch>
                <a:fillRect/>
              </a:stretch>
            </p:blipFill>
            <p:spPr>
              <a:xfrm>
                <a:off x="4637302" y="6447776"/>
                <a:ext cx="109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14:cNvPr>
              <p14:cNvContentPartPr/>
              <p14:nvPr/>
            </p14:nvContentPartPr>
            <p14:xfrm>
              <a:off x="4781662" y="6440576"/>
              <a:ext cx="129240" cy="9288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:cNvPr>
              <p:cNvPicPr/>
              <p:nvPr/>
            </p:nvPicPr>
            <p:blipFill>
              <a:blip r:embed="rId719"/>
              <a:stretch>
                <a:fillRect/>
              </a:stretch>
            </p:blipFill>
            <p:spPr>
              <a:xfrm>
                <a:off x="4772662" y="6431936"/>
                <a:ext cx="146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14:cNvPr>
              <p14:cNvContentPartPr/>
              <p14:nvPr/>
            </p14:nvContentPartPr>
            <p14:xfrm>
              <a:off x="5124742" y="6342296"/>
              <a:ext cx="69840" cy="19764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5115742" y="6333296"/>
                <a:ext cx="874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14:cNvPr>
              <p14:cNvContentPartPr/>
              <p14:nvPr/>
            </p14:nvContentPartPr>
            <p14:xfrm>
              <a:off x="5113582" y="6451376"/>
              <a:ext cx="91080" cy="1152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5104582" y="6442736"/>
                <a:ext cx="108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14:cNvPr>
              <p14:cNvContentPartPr/>
              <p14:nvPr/>
            </p14:nvContentPartPr>
            <p14:xfrm>
              <a:off x="5239942" y="6452816"/>
              <a:ext cx="107640" cy="70200"/>
            </p14:xfrm>
          </p:contentPart>
        </mc:Choice>
        <mc:Fallback xmlns=""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:cNvPr>
              <p:cNvPicPr/>
              <p:nvPr/>
            </p:nvPicPr>
            <p:blipFill>
              <a:blip r:embed="rId725"/>
              <a:stretch>
                <a:fillRect/>
              </a:stretch>
            </p:blipFill>
            <p:spPr>
              <a:xfrm>
                <a:off x="5231302" y="6443816"/>
                <a:ext cx="1252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926D4C6-6DDE-33D1-71B8-B8AF7EA11610}"/>
              </a:ext>
            </a:extLst>
          </p:cNvPr>
          <p:cNvGrpSpPr/>
          <p:nvPr/>
        </p:nvGrpSpPr>
        <p:grpSpPr>
          <a:xfrm>
            <a:off x="5528662" y="6289016"/>
            <a:ext cx="1151640" cy="223200"/>
            <a:chOff x="5528662" y="6289016"/>
            <a:chExt cx="115164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14:cNvPr>
                <p14:cNvContentPartPr/>
                <p14:nvPr/>
              </p14:nvContentPartPr>
              <p14:xfrm>
                <a:off x="5528662" y="6358136"/>
                <a:ext cx="284760" cy="1501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520022" y="6349136"/>
                  <a:ext cx="30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14:cNvPr>
                <p14:cNvContentPartPr/>
                <p14:nvPr/>
              </p14:nvContentPartPr>
              <p14:xfrm>
                <a:off x="5927542" y="6289016"/>
                <a:ext cx="75960" cy="190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918542" y="6280016"/>
                  <a:ext cx="93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14:cNvPr>
                <p14:cNvContentPartPr/>
                <p14:nvPr/>
              </p14:nvContentPartPr>
              <p14:xfrm>
                <a:off x="5911342" y="6410696"/>
                <a:ext cx="122760" cy="230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902342" y="6401696"/>
                  <a:ext cx="140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14:cNvPr>
                <p14:cNvContentPartPr/>
                <p14:nvPr/>
              </p14:nvContentPartPr>
              <p14:xfrm>
                <a:off x="6083782" y="6411416"/>
                <a:ext cx="100800" cy="882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075142" y="6402416"/>
                  <a:ext cx="118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14:cNvPr>
                <p14:cNvContentPartPr/>
                <p14:nvPr/>
              </p14:nvContentPartPr>
              <p14:xfrm>
                <a:off x="6241102" y="6310256"/>
                <a:ext cx="75600" cy="2019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232462" y="6301256"/>
                  <a:ext cx="93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14:cNvPr>
                <p14:cNvContentPartPr/>
                <p14:nvPr/>
              </p14:nvContentPartPr>
              <p14:xfrm>
                <a:off x="6319942" y="6358136"/>
                <a:ext cx="360360" cy="1285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310942" y="6349496"/>
                  <a:ext cx="378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F467DF2-1065-8FFB-E08E-D4232F074B31}"/>
              </a:ext>
            </a:extLst>
          </p:cNvPr>
          <p:cNvGrpSpPr/>
          <p:nvPr/>
        </p:nvGrpSpPr>
        <p:grpSpPr>
          <a:xfrm>
            <a:off x="6863182" y="6235016"/>
            <a:ext cx="1388880" cy="272160"/>
            <a:chOff x="6863182" y="6235016"/>
            <a:chExt cx="138888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14:cNvPr>
                <p14:cNvContentPartPr/>
                <p14:nvPr/>
              </p14:nvContentPartPr>
              <p14:xfrm>
                <a:off x="6863182" y="6379376"/>
                <a:ext cx="283680" cy="10548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854182" y="6370376"/>
                  <a:ext cx="30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14:cNvPr>
                <p14:cNvContentPartPr/>
                <p14:nvPr/>
              </p14:nvContentPartPr>
              <p14:xfrm>
                <a:off x="7187902" y="6376496"/>
                <a:ext cx="91080" cy="1306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179262" y="6367496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14:cNvPr>
                <p14:cNvContentPartPr/>
                <p14:nvPr/>
              </p14:nvContentPartPr>
              <p14:xfrm>
                <a:off x="7352062" y="6235016"/>
                <a:ext cx="103680" cy="250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43062" y="6226376"/>
                  <a:ext cx="121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14:cNvPr>
                <p14:cNvContentPartPr/>
                <p14:nvPr/>
              </p14:nvContentPartPr>
              <p14:xfrm>
                <a:off x="7490302" y="6400616"/>
                <a:ext cx="103320" cy="478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481662" y="6391976"/>
                  <a:ext cx="120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14:cNvPr>
                <p14:cNvContentPartPr/>
                <p14:nvPr/>
              </p14:nvContentPartPr>
              <p14:xfrm>
                <a:off x="7649422" y="6250496"/>
                <a:ext cx="96120" cy="2300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40422" y="6241856"/>
                  <a:ext cx="113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14:cNvPr>
                <p14:cNvContentPartPr/>
                <p14:nvPr/>
              </p14:nvContentPartPr>
              <p14:xfrm>
                <a:off x="7794862" y="6373976"/>
                <a:ext cx="90720" cy="914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785862" y="6365336"/>
                  <a:ext cx="108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14:cNvPr>
                <p14:cNvContentPartPr/>
                <p14:nvPr/>
              </p14:nvContentPartPr>
              <p14:xfrm>
                <a:off x="8035342" y="6240416"/>
                <a:ext cx="216720" cy="1998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026342" y="6231416"/>
                  <a:ext cx="2343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8206A76D-C840-AC1E-EA91-B3452934B43E}"/>
              </a:ext>
            </a:extLst>
          </p:cNvPr>
          <p:cNvGrpSpPr/>
          <p:nvPr/>
        </p:nvGrpSpPr>
        <p:grpSpPr>
          <a:xfrm>
            <a:off x="8527102" y="6135656"/>
            <a:ext cx="2560680" cy="691920"/>
            <a:chOff x="8527102" y="6135656"/>
            <a:chExt cx="2560680" cy="6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14:cNvPr>
                <p14:cNvContentPartPr/>
                <p14:nvPr/>
              </p14:nvContentPartPr>
              <p14:xfrm>
                <a:off x="10818142" y="6219896"/>
                <a:ext cx="144000" cy="5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809502" y="6210896"/>
                  <a:ext cx="16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14:cNvPr>
                <p14:cNvContentPartPr/>
                <p14:nvPr/>
              </p14:nvContentPartPr>
              <p14:xfrm>
                <a:off x="10824622" y="6149696"/>
                <a:ext cx="127080" cy="280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815622" y="6140696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14:cNvPr>
                <p14:cNvContentPartPr/>
                <p14:nvPr/>
              </p14:nvContentPartPr>
              <p14:xfrm>
                <a:off x="11046382" y="6135656"/>
                <a:ext cx="41400" cy="127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1037742" y="6126656"/>
                  <a:ext cx="59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14:cNvPr>
                <p14:cNvContentPartPr/>
                <p14:nvPr/>
              </p14:nvContentPartPr>
              <p14:xfrm>
                <a:off x="8527102" y="6235736"/>
                <a:ext cx="266400" cy="2080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518462" y="6227096"/>
                  <a:ext cx="284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14:cNvPr>
                <p14:cNvContentPartPr/>
                <p14:nvPr/>
              </p14:nvContentPartPr>
              <p14:xfrm>
                <a:off x="8828422" y="6336536"/>
                <a:ext cx="105120" cy="813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819422" y="6327536"/>
                  <a:ext cx="122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14:cNvPr>
                <p14:cNvContentPartPr/>
                <p14:nvPr/>
              </p14:nvContentPartPr>
              <p14:xfrm>
                <a:off x="8994382" y="6352736"/>
                <a:ext cx="255960" cy="644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985742" y="6344096"/>
                  <a:ext cx="273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14:cNvPr>
                <p14:cNvContentPartPr/>
                <p14:nvPr/>
              </p14:nvContentPartPr>
              <p14:xfrm>
                <a:off x="9260782" y="6304496"/>
                <a:ext cx="91080" cy="1188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252142" y="6295496"/>
                  <a:ext cx="10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14:cNvPr>
                <p14:cNvContentPartPr/>
                <p14:nvPr/>
              </p14:nvContentPartPr>
              <p14:xfrm>
                <a:off x="9414862" y="6354536"/>
                <a:ext cx="190800" cy="997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06222" y="6345896"/>
                  <a:ext cx="208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14:cNvPr>
                <p14:cNvContentPartPr/>
                <p14:nvPr/>
              </p14:nvContentPartPr>
              <p14:xfrm>
                <a:off x="9436102" y="6358136"/>
                <a:ext cx="84960" cy="446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427462" y="6349136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14:cNvPr>
                <p14:cNvContentPartPr/>
                <p14:nvPr/>
              </p14:nvContentPartPr>
              <p14:xfrm>
                <a:off x="9746062" y="6362096"/>
                <a:ext cx="136080" cy="80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9737062" y="6353456"/>
                  <a:ext cx="153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14:cNvPr>
                <p14:cNvContentPartPr/>
                <p14:nvPr/>
              </p14:nvContentPartPr>
              <p14:xfrm>
                <a:off x="9881422" y="6144656"/>
                <a:ext cx="115200" cy="3445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9872422" y="6135656"/>
                  <a:ext cx="132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14:cNvPr>
                <p14:cNvContentPartPr/>
                <p14:nvPr/>
              </p14:nvContentPartPr>
              <p14:xfrm>
                <a:off x="9879982" y="6355256"/>
                <a:ext cx="114840" cy="244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9871342" y="6346256"/>
                  <a:ext cx="13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14:cNvPr>
                <p14:cNvContentPartPr/>
                <p14:nvPr/>
              </p14:nvContentPartPr>
              <p14:xfrm>
                <a:off x="9387862" y="6611216"/>
                <a:ext cx="128880" cy="1677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9378862" y="6602216"/>
                  <a:ext cx="146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14:cNvPr>
                <p14:cNvContentPartPr/>
                <p14:nvPr/>
              </p14:nvContentPartPr>
              <p14:xfrm>
                <a:off x="9552022" y="6607976"/>
                <a:ext cx="257400" cy="997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9543382" y="6598976"/>
                  <a:ext cx="275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14:cNvPr>
                <p14:cNvContentPartPr/>
                <p14:nvPr/>
              </p14:nvContentPartPr>
              <p14:xfrm>
                <a:off x="9765862" y="6554696"/>
                <a:ext cx="7920" cy="255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9756862" y="6546056"/>
                  <a:ext cx="25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14:cNvPr>
                <p14:cNvContentPartPr/>
                <p14:nvPr/>
              </p14:nvContentPartPr>
              <p14:xfrm>
                <a:off x="9828862" y="6604016"/>
                <a:ext cx="80640" cy="691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9820222" y="6595016"/>
                  <a:ext cx="98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14:cNvPr>
                <p14:cNvContentPartPr/>
                <p14:nvPr/>
              </p14:nvContentPartPr>
              <p14:xfrm>
                <a:off x="9865942" y="6617336"/>
                <a:ext cx="21960" cy="212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9857302" y="6608336"/>
                  <a:ext cx="39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14:cNvPr>
                <p14:cNvContentPartPr/>
                <p14:nvPr/>
              </p14:nvContentPartPr>
              <p14:xfrm>
                <a:off x="9993022" y="6471536"/>
                <a:ext cx="112680" cy="2642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984022" y="6462536"/>
                  <a:ext cx="130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14:cNvPr>
                <p14:cNvContentPartPr/>
                <p14:nvPr/>
              </p14:nvContentPartPr>
              <p14:xfrm>
                <a:off x="10165462" y="6661256"/>
                <a:ext cx="19080" cy="514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156822" y="6652256"/>
                  <a:ext cx="36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14:cNvPr>
                <p14:cNvContentPartPr/>
                <p14:nvPr/>
              </p14:nvContentPartPr>
              <p14:xfrm>
                <a:off x="10148542" y="6544256"/>
                <a:ext cx="6840" cy="15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139902" y="6535256"/>
                  <a:ext cx="2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14:cNvPr>
                <p14:cNvContentPartPr/>
                <p14:nvPr/>
              </p14:nvContentPartPr>
              <p14:xfrm>
                <a:off x="10236022" y="6592856"/>
                <a:ext cx="123480" cy="1231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0227382" y="6584216"/>
                  <a:ext cx="141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14:cNvPr>
                <p14:cNvContentPartPr/>
                <p14:nvPr/>
              </p14:nvContentPartPr>
              <p14:xfrm>
                <a:off x="10422862" y="6629216"/>
                <a:ext cx="30600" cy="831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0413862" y="6620576"/>
                  <a:ext cx="48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14:cNvPr>
                <p14:cNvContentPartPr/>
                <p14:nvPr/>
              </p14:nvContentPartPr>
              <p14:xfrm>
                <a:off x="10387942" y="6496376"/>
                <a:ext cx="4680" cy="6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0378942" y="6487376"/>
                  <a:ext cx="2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14:cNvPr>
                <p14:cNvContentPartPr/>
                <p14:nvPr/>
              </p14:nvContentPartPr>
              <p14:xfrm>
                <a:off x="10457062" y="6464336"/>
                <a:ext cx="95400" cy="2451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448062" y="6455696"/>
                  <a:ext cx="113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14:cNvPr>
                <p14:cNvContentPartPr/>
                <p14:nvPr/>
              </p14:nvContentPartPr>
              <p14:xfrm>
                <a:off x="10488382" y="6619496"/>
                <a:ext cx="70200" cy="15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479382" y="6610496"/>
                  <a:ext cx="87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14:cNvPr>
                <p14:cNvContentPartPr/>
                <p14:nvPr/>
              </p14:nvContentPartPr>
              <p14:xfrm>
                <a:off x="10698982" y="6607616"/>
                <a:ext cx="167400" cy="2199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690342" y="6598976"/>
                  <a:ext cx="185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14:cNvPr>
                <p14:cNvContentPartPr/>
                <p14:nvPr/>
              </p14:nvContentPartPr>
              <p14:xfrm>
                <a:off x="10706902" y="6613376"/>
                <a:ext cx="360" cy="3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697902" y="66043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330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69C211-78A8-7C8C-05AA-92E7705589CB}"/>
              </a:ext>
            </a:extLst>
          </p:cNvPr>
          <p:cNvGrpSpPr/>
          <p:nvPr/>
        </p:nvGrpSpPr>
        <p:grpSpPr>
          <a:xfrm>
            <a:off x="1642462" y="1644296"/>
            <a:ext cx="1340280" cy="2139480"/>
            <a:chOff x="1642462" y="1644296"/>
            <a:chExt cx="1340280" cy="21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14:cNvPr>
                <p14:cNvContentPartPr/>
                <p14:nvPr/>
              </p14:nvContentPartPr>
              <p14:xfrm>
                <a:off x="2508982" y="1908536"/>
                <a:ext cx="473760" cy="1875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00342" y="1899536"/>
                  <a:ext cx="491400" cy="18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14:cNvPr>
                <p14:cNvContentPartPr/>
                <p14:nvPr/>
              </p14:nvContentPartPr>
              <p14:xfrm>
                <a:off x="2174182" y="1775336"/>
                <a:ext cx="295200" cy="1850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65542" y="1766696"/>
                  <a:ext cx="312840" cy="18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14:cNvPr>
                <p14:cNvContentPartPr/>
                <p14:nvPr/>
              </p14:nvContentPartPr>
              <p14:xfrm>
                <a:off x="2054302" y="2471216"/>
                <a:ext cx="274320" cy="155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5662" y="2462576"/>
                  <a:ext cx="291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14:cNvPr>
                <p14:cNvContentPartPr/>
                <p14:nvPr/>
              </p14:nvContentPartPr>
              <p14:xfrm>
                <a:off x="1657582" y="2208416"/>
                <a:ext cx="27000" cy="13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8582" y="2199776"/>
                  <a:ext cx="44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14:cNvPr>
                <p14:cNvContentPartPr/>
                <p14:nvPr/>
              </p14:nvContentPartPr>
              <p14:xfrm>
                <a:off x="1642462" y="2194016"/>
                <a:ext cx="126720" cy="165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33822" y="2185376"/>
                  <a:ext cx="14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14:cNvPr>
                <p14:cNvContentPartPr/>
                <p14:nvPr/>
              </p14:nvContentPartPr>
              <p14:xfrm>
                <a:off x="1833982" y="2205896"/>
                <a:ext cx="39240" cy="128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4982" y="2197256"/>
                  <a:ext cx="56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14:cNvPr>
                <p14:cNvContentPartPr/>
                <p14:nvPr/>
              </p14:nvContentPartPr>
              <p14:xfrm>
                <a:off x="1764862" y="2173496"/>
                <a:ext cx="144000" cy="32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6222" y="2164856"/>
                  <a:ext cx="161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14:cNvPr>
                <p14:cNvContentPartPr/>
                <p14:nvPr/>
              </p14:nvContentPartPr>
              <p14:xfrm>
                <a:off x="1940182" y="2211296"/>
                <a:ext cx="23040" cy="77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31542" y="2202656"/>
                  <a:ext cx="40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14:cNvPr>
                <p14:cNvContentPartPr/>
                <p14:nvPr/>
              </p14:nvContentPartPr>
              <p14:xfrm>
                <a:off x="1950982" y="2130296"/>
                <a:ext cx="46800" cy="33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41982" y="2121296"/>
                  <a:ext cx="64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14:cNvPr>
                <p14:cNvContentPartPr/>
                <p14:nvPr/>
              </p14:nvContentPartPr>
              <p14:xfrm>
                <a:off x="1945582" y="2216696"/>
                <a:ext cx="71280" cy="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36582" y="2208056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14:cNvPr>
                <p14:cNvContentPartPr/>
                <p14:nvPr/>
              </p14:nvContentPartPr>
              <p14:xfrm>
                <a:off x="2088862" y="2205896"/>
                <a:ext cx="19800" cy="86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80222" y="2197256"/>
                  <a:ext cx="37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14:cNvPr>
                <p14:cNvContentPartPr/>
                <p14:nvPr/>
              </p14:nvContentPartPr>
              <p14:xfrm>
                <a:off x="2011102" y="2165936"/>
                <a:ext cx="14220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02102" y="2157296"/>
                  <a:ext cx="159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14:cNvPr>
                <p14:cNvContentPartPr/>
                <p14:nvPr/>
              </p14:nvContentPartPr>
              <p14:xfrm>
                <a:off x="2454982" y="1644296"/>
                <a:ext cx="75960" cy="9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45982" y="1635656"/>
                  <a:ext cx="936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CFEB00-A2DA-59BE-3262-2A918E54973D}"/>
              </a:ext>
            </a:extLst>
          </p:cNvPr>
          <p:cNvGrpSpPr/>
          <p:nvPr/>
        </p:nvGrpSpPr>
        <p:grpSpPr>
          <a:xfrm>
            <a:off x="2445622" y="1648256"/>
            <a:ext cx="67680" cy="76680"/>
            <a:chOff x="2445622" y="1648256"/>
            <a:chExt cx="67680" cy="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14:cNvPr>
                <p14:cNvContentPartPr/>
                <p14:nvPr/>
              </p14:nvContentPartPr>
              <p14:xfrm>
                <a:off x="2458942" y="1648256"/>
                <a:ext cx="54360" cy="6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50302" y="1639616"/>
                  <a:ext cx="72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14:cNvPr>
                <p14:cNvContentPartPr/>
                <p14:nvPr/>
              </p14:nvContentPartPr>
              <p14:xfrm>
                <a:off x="2445622" y="1702976"/>
                <a:ext cx="21240" cy="21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36622" y="1693976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B49B3F-A735-63D5-31CD-979F986D67EA}"/>
              </a:ext>
            </a:extLst>
          </p:cNvPr>
          <p:cNvGrpSpPr/>
          <p:nvPr/>
        </p:nvGrpSpPr>
        <p:grpSpPr>
          <a:xfrm>
            <a:off x="2623822" y="3692336"/>
            <a:ext cx="569880" cy="153720"/>
            <a:chOff x="2623822" y="3692336"/>
            <a:chExt cx="56988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14:cNvPr>
                <p14:cNvContentPartPr/>
                <p14:nvPr/>
              </p14:nvContentPartPr>
              <p14:xfrm>
                <a:off x="2623822" y="3693776"/>
                <a:ext cx="71280" cy="86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14822" y="3684776"/>
                  <a:ext cx="88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14:cNvPr>
                <p14:cNvContentPartPr/>
                <p14:nvPr/>
              </p14:nvContentPartPr>
              <p14:xfrm>
                <a:off x="2806702" y="3767576"/>
                <a:ext cx="43200" cy="7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97702" y="3758936"/>
                  <a:ext cx="60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14:cNvPr>
                <p14:cNvContentPartPr/>
                <p14:nvPr/>
              </p14:nvContentPartPr>
              <p14:xfrm>
                <a:off x="2970862" y="3753176"/>
                <a:ext cx="49680" cy="61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62222" y="3744176"/>
                  <a:ext cx="67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14:cNvPr>
                <p14:cNvContentPartPr/>
                <p14:nvPr/>
              </p14:nvContentPartPr>
              <p14:xfrm>
                <a:off x="3130702" y="3692336"/>
                <a:ext cx="63000" cy="8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2062" y="3683336"/>
                  <a:ext cx="8064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14:cNvPr>
              <p14:cNvContentPartPr/>
              <p14:nvPr/>
            </p14:nvContentPartPr>
            <p14:xfrm>
              <a:off x="3284062" y="2649776"/>
              <a:ext cx="108000" cy="9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5062" y="2640776"/>
                <a:ext cx="12564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B45F30D-BE0C-7249-49E0-178210C96786}"/>
              </a:ext>
            </a:extLst>
          </p:cNvPr>
          <p:cNvGrpSpPr/>
          <p:nvPr/>
        </p:nvGrpSpPr>
        <p:grpSpPr>
          <a:xfrm>
            <a:off x="3479182" y="3676136"/>
            <a:ext cx="576360" cy="132480"/>
            <a:chOff x="3479182" y="3676136"/>
            <a:chExt cx="57636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14:cNvPr>
                <p14:cNvContentPartPr/>
                <p14:nvPr/>
              </p14:nvContentPartPr>
              <p14:xfrm>
                <a:off x="3479182" y="3676136"/>
                <a:ext cx="50760" cy="65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70542" y="3667136"/>
                  <a:ext cx="6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14:cNvPr>
                <p14:cNvContentPartPr/>
                <p14:nvPr/>
              </p14:nvContentPartPr>
              <p14:xfrm>
                <a:off x="3497902" y="3702056"/>
                <a:ext cx="43200" cy="4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88902" y="3693056"/>
                  <a:ext cx="60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14:cNvPr>
                <p14:cNvContentPartPr/>
                <p14:nvPr/>
              </p14:nvContentPartPr>
              <p14:xfrm>
                <a:off x="3666022" y="3726176"/>
                <a:ext cx="66240" cy="45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57022" y="3717176"/>
                  <a:ext cx="83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14:cNvPr>
                <p14:cNvContentPartPr/>
                <p14:nvPr/>
              </p14:nvContentPartPr>
              <p14:xfrm>
                <a:off x="3826222" y="3738056"/>
                <a:ext cx="48600" cy="5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17222" y="3729416"/>
                  <a:ext cx="66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14:cNvPr>
                <p14:cNvContentPartPr/>
                <p14:nvPr/>
              </p14:nvContentPartPr>
              <p14:xfrm>
                <a:off x="4001902" y="3734096"/>
                <a:ext cx="53640" cy="7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93262" y="3725096"/>
                  <a:ext cx="712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E51D758-D833-50BB-22F3-1D80656B9CCD}"/>
              </a:ext>
            </a:extLst>
          </p:cNvPr>
          <p:cNvGrpSpPr/>
          <p:nvPr/>
        </p:nvGrpSpPr>
        <p:grpSpPr>
          <a:xfrm>
            <a:off x="1960702" y="3690536"/>
            <a:ext cx="420840" cy="97200"/>
            <a:chOff x="1960702" y="3690536"/>
            <a:chExt cx="420840" cy="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14:cNvPr>
                <p14:cNvContentPartPr/>
                <p14:nvPr/>
              </p14:nvContentPartPr>
              <p14:xfrm>
                <a:off x="2327542" y="3690536"/>
                <a:ext cx="54000" cy="9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18542" y="3681536"/>
                  <a:ext cx="71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14:cNvPr>
                <p14:cNvContentPartPr/>
                <p14:nvPr/>
              </p14:nvContentPartPr>
              <p14:xfrm>
                <a:off x="2132062" y="3725456"/>
                <a:ext cx="41400" cy="51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23062" y="3716456"/>
                  <a:ext cx="59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14:cNvPr>
                <p14:cNvContentPartPr/>
                <p14:nvPr/>
              </p14:nvContentPartPr>
              <p14:xfrm>
                <a:off x="1960702" y="3731936"/>
                <a:ext cx="35280" cy="55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52062" y="3722936"/>
                  <a:ext cx="529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C29F06-AB50-304B-B383-4C4BAA93613F}"/>
              </a:ext>
            </a:extLst>
          </p:cNvPr>
          <p:cNvGrpSpPr/>
          <p:nvPr/>
        </p:nvGrpSpPr>
        <p:grpSpPr>
          <a:xfrm>
            <a:off x="3516982" y="2211296"/>
            <a:ext cx="2341440" cy="1219680"/>
            <a:chOff x="3516982" y="2211296"/>
            <a:chExt cx="2341440" cy="12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14:cNvPr>
                <p14:cNvContentPartPr/>
                <p14:nvPr/>
              </p14:nvContentPartPr>
              <p14:xfrm>
                <a:off x="3516982" y="2566256"/>
                <a:ext cx="220320" cy="81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08342" y="2557256"/>
                  <a:ext cx="237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14:cNvPr>
                <p14:cNvContentPartPr/>
                <p14:nvPr/>
              </p14:nvContentPartPr>
              <p14:xfrm>
                <a:off x="3975982" y="2446736"/>
                <a:ext cx="147240" cy="165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66982" y="2437736"/>
                  <a:ext cx="164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14:cNvPr>
                <p14:cNvContentPartPr/>
                <p14:nvPr/>
              </p14:nvContentPartPr>
              <p14:xfrm>
                <a:off x="4220782" y="2487776"/>
                <a:ext cx="50040" cy="86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12142" y="2479136"/>
                  <a:ext cx="67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14:cNvPr>
                <p14:cNvContentPartPr/>
                <p14:nvPr/>
              </p14:nvContentPartPr>
              <p14:xfrm>
                <a:off x="4194502" y="2423696"/>
                <a:ext cx="74520" cy="37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85502" y="2415056"/>
                  <a:ext cx="9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14:cNvPr>
                <p14:cNvContentPartPr/>
                <p14:nvPr/>
              </p14:nvContentPartPr>
              <p14:xfrm>
                <a:off x="4236982" y="2488856"/>
                <a:ext cx="79560" cy="31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27982" y="2479856"/>
                  <a:ext cx="97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14:cNvPr>
                <p14:cNvContentPartPr/>
                <p14:nvPr/>
              </p14:nvContentPartPr>
              <p14:xfrm>
                <a:off x="4438942" y="2439176"/>
                <a:ext cx="5076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29942" y="2430176"/>
                  <a:ext cx="68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14:cNvPr>
                <p14:cNvContentPartPr/>
                <p14:nvPr/>
              </p14:nvContentPartPr>
              <p14:xfrm>
                <a:off x="4353622" y="2385536"/>
                <a:ext cx="149400" cy="38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4622" y="2376896"/>
                  <a:ext cx="167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14:cNvPr>
                <p14:cNvContentPartPr/>
                <p14:nvPr/>
              </p14:nvContentPartPr>
              <p14:xfrm>
                <a:off x="3974902" y="2483816"/>
                <a:ext cx="68400" cy="117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66262" y="2475176"/>
                  <a:ext cx="86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14:cNvPr>
                <p14:cNvContentPartPr/>
                <p14:nvPr/>
              </p14:nvContentPartPr>
              <p14:xfrm>
                <a:off x="3981742" y="2446016"/>
                <a:ext cx="9000" cy="10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72742" y="2437376"/>
                  <a:ext cx="26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14:cNvPr>
                <p14:cNvContentPartPr/>
                <p14:nvPr/>
              </p14:nvContentPartPr>
              <p14:xfrm>
                <a:off x="3888862" y="2799536"/>
                <a:ext cx="85680" cy="104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79862" y="2790536"/>
                  <a:ext cx="103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14:cNvPr>
                <p14:cNvContentPartPr/>
                <p14:nvPr/>
              </p14:nvContentPartPr>
              <p14:xfrm>
                <a:off x="4050502" y="2793416"/>
                <a:ext cx="113760" cy="36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41862" y="2784416"/>
                  <a:ext cx="13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14:cNvPr>
                <p14:cNvContentPartPr/>
                <p14:nvPr/>
              </p14:nvContentPartPr>
              <p14:xfrm>
                <a:off x="4183702" y="2712416"/>
                <a:ext cx="196560" cy="6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75062" y="2703776"/>
                  <a:ext cx="21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14:cNvPr>
                <p14:cNvContentPartPr/>
                <p14:nvPr/>
              </p14:nvContentPartPr>
              <p14:xfrm>
                <a:off x="4416622" y="2667056"/>
                <a:ext cx="90000" cy="173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07622" y="2658416"/>
                  <a:ext cx="107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14:cNvPr>
                <p14:cNvContentPartPr/>
                <p14:nvPr/>
              </p14:nvContentPartPr>
              <p14:xfrm>
                <a:off x="4486102" y="2515136"/>
                <a:ext cx="192600" cy="169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77102" y="2506496"/>
                  <a:ext cx="21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14:cNvPr>
                <p14:cNvContentPartPr/>
                <p14:nvPr/>
              </p14:nvContentPartPr>
              <p14:xfrm>
                <a:off x="4593022" y="249317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84382" y="2484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14:cNvPr>
                <p14:cNvContentPartPr/>
                <p14:nvPr/>
              </p14:nvContentPartPr>
              <p14:xfrm>
                <a:off x="4715422" y="2579936"/>
                <a:ext cx="10944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06422" y="2571296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14:cNvPr>
                <p14:cNvContentPartPr/>
                <p14:nvPr/>
              </p14:nvContentPartPr>
              <p14:xfrm>
                <a:off x="4856902" y="2530256"/>
                <a:ext cx="117720" cy="226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47902" y="2521616"/>
                  <a:ext cx="135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14:cNvPr>
                <p14:cNvContentPartPr/>
                <p14:nvPr/>
              </p14:nvContentPartPr>
              <p14:xfrm>
                <a:off x="5110702" y="2471936"/>
                <a:ext cx="10440" cy="38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062" y="2462936"/>
                  <a:ext cx="2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14:cNvPr>
                <p14:cNvContentPartPr/>
                <p14:nvPr/>
              </p14:nvContentPartPr>
              <p14:xfrm>
                <a:off x="5023582" y="2332616"/>
                <a:ext cx="7200" cy="1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14942" y="2323616"/>
                  <a:ext cx="2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14:cNvPr>
                <p14:cNvContentPartPr/>
                <p14:nvPr/>
              </p14:nvContentPartPr>
              <p14:xfrm>
                <a:off x="5161822" y="2393456"/>
                <a:ext cx="129960" cy="47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53182" y="2384816"/>
                  <a:ext cx="147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14:cNvPr>
                <p14:cNvContentPartPr/>
                <p14:nvPr/>
              </p14:nvContentPartPr>
              <p14:xfrm>
                <a:off x="5403022" y="2211296"/>
                <a:ext cx="146160" cy="27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94382" y="2202656"/>
                  <a:ext cx="163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14:cNvPr>
                <p14:cNvContentPartPr/>
                <p14:nvPr/>
              </p14:nvContentPartPr>
              <p14:xfrm>
                <a:off x="5460622" y="2389856"/>
                <a:ext cx="47160" cy="3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51622" y="2380856"/>
                  <a:ext cx="64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14:cNvPr>
                <p14:cNvContentPartPr/>
                <p14:nvPr/>
              </p14:nvContentPartPr>
              <p14:xfrm>
                <a:off x="5517142" y="2265656"/>
                <a:ext cx="192240" cy="121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08502" y="2256656"/>
                  <a:ext cx="20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14:cNvPr>
                <p14:cNvContentPartPr/>
                <p14:nvPr/>
              </p14:nvContentPartPr>
              <p14:xfrm>
                <a:off x="5701822" y="2216696"/>
                <a:ext cx="156600" cy="18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3182" y="2208056"/>
                  <a:ext cx="174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14:cNvPr>
                <p14:cNvContentPartPr/>
                <p14:nvPr/>
              </p14:nvContentPartPr>
              <p14:xfrm>
                <a:off x="3858982" y="3042176"/>
                <a:ext cx="129600" cy="148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50342" y="3033536"/>
                  <a:ext cx="14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14:cNvPr>
                <p14:cNvContentPartPr/>
                <p14:nvPr/>
              </p14:nvContentPartPr>
              <p14:xfrm>
                <a:off x="4006222" y="3104096"/>
                <a:ext cx="107280" cy="3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997582" y="3095096"/>
                  <a:ext cx="124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14:cNvPr>
                <p14:cNvContentPartPr/>
                <p14:nvPr/>
              </p14:nvContentPartPr>
              <p14:xfrm>
                <a:off x="4156342" y="3040736"/>
                <a:ext cx="199440" cy="6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147342" y="3031736"/>
                  <a:ext cx="217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14:cNvPr>
                <p14:cNvContentPartPr/>
                <p14:nvPr/>
              </p14:nvContentPartPr>
              <p14:xfrm>
                <a:off x="4410142" y="3005456"/>
                <a:ext cx="94320" cy="51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01142" y="2996456"/>
                  <a:ext cx="111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14:cNvPr>
                <p14:cNvContentPartPr/>
                <p14:nvPr/>
              </p14:nvContentPartPr>
              <p14:xfrm>
                <a:off x="4545142" y="2982416"/>
                <a:ext cx="32400" cy="32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536502" y="2973416"/>
                  <a:ext cx="50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14:cNvPr>
                <p14:cNvContentPartPr/>
                <p14:nvPr/>
              </p14:nvContentPartPr>
              <p14:xfrm>
                <a:off x="4502662" y="2892056"/>
                <a:ext cx="10080" cy="2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94022" y="2883056"/>
                  <a:ext cx="27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14:cNvPr>
                <p14:cNvContentPartPr/>
                <p14:nvPr/>
              </p14:nvContentPartPr>
              <p14:xfrm>
                <a:off x="4635502" y="2933096"/>
                <a:ext cx="90360" cy="20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26862" y="292409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14:cNvPr>
                <p14:cNvContentPartPr/>
                <p14:nvPr/>
              </p14:nvContentPartPr>
              <p14:xfrm>
                <a:off x="4084702" y="3322616"/>
                <a:ext cx="82080" cy="55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76062" y="331361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14:cNvPr>
                <p14:cNvContentPartPr/>
                <p14:nvPr/>
              </p14:nvContentPartPr>
              <p14:xfrm>
                <a:off x="4173982" y="3195896"/>
                <a:ext cx="154800" cy="235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64982" y="3186896"/>
                  <a:ext cx="1724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14:cNvPr>
                <p14:cNvContentPartPr/>
                <p14:nvPr/>
              </p14:nvContentPartPr>
              <p14:xfrm>
                <a:off x="4215382" y="3365096"/>
                <a:ext cx="91080" cy="9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06742" y="3356096"/>
                  <a:ext cx="10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14:cNvPr>
                <p14:cNvContentPartPr/>
                <p14:nvPr/>
              </p14:nvContentPartPr>
              <p14:xfrm>
                <a:off x="4437862" y="3178976"/>
                <a:ext cx="8784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28862" y="3169976"/>
                  <a:ext cx="105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14:cNvPr>
                <p14:cNvContentPartPr/>
                <p14:nvPr/>
              </p14:nvContentPartPr>
              <p14:xfrm>
                <a:off x="4406902" y="3154496"/>
                <a:ext cx="134280" cy="125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98262" y="3145856"/>
                  <a:ext cx="151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14:cNvPr>
                <p14:cNvContentPartPr/>
                <p14:nvPr/>
              </p14:nvContentPartPr>
              <p14:xfrm>
                <a:off x="4614262" y="3146936"/>
                <a:ext cx="60840" cy="70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05622" y="3138296"/>
                  <a:ext cx="78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14:cNvPr>
                <p14:cNvContentPartPr/>
                <p14:nvPr/>
              </p14:nvContentPartPr>
              <p14:xfrm>
                <a:off x="4515622" y="3082136"/>
                <a:ext cx="147240" cy="54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506622" y="3073136"/>
                  <a:ext cx="164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14:cNvPr>
                <p14:cNvContentPartPr/>
                <p14:nvPr/>
              </p14:nvContentPartPr>
              <p14:xfrm>
                <a:off x="4704622" y="3104456"/>
                <a:ext cx="76320" cy="68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95982" y="3095816"/>
                  <a:ext cx="93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14:cNvPr>
                <p14:cNvContentPartPr/>
                <p14:nvPr/>
              </p14:nvContentPartPr>
              <p14:xfrm>
                <a:off x="4704622" y="3028856"/>
                <a:ext cx="50760" cy="43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95982" y="302021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14:cNvPr>
                <p14:cNvContentPartPr/>
                <p14:nvPr/>
              </p14:nvContentPartPr>
              <p14:xfrm>
                <a:off x="4742062" y="3097976"/>
                <a:ext cx="58320" cy="28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733062" y="3089336"/>
                  <a:ext cx="75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14:cNvPr>
                <p14:cNvContentPartPr/>
                <p14:nvPr/>
              </p14:nvContentPartPr>
              <p14:xfrm>
                <a:off x="4890742" y="3035336"/>
                <a:ext cx="53280" cy="62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82102" y="3026696"/>
                  <a:ext cx="70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14:cNvPr>
                <p14:cNvContentPartPr/>
                <p14:nvPr/>
              </p14:nvContentPartPr>
              <p14:xfrm>
                <a:off x="4821262" y="2987456"/>
                <a:ext cx="117720" cy="51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12262" y="2978456"/>
                  <a:ext cx="1353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5870293-8F20-B4A4-A5DA-27F97649DF4E}"/>
              </a:ext>
            </a:extLst>
          </p:cNvPr>
          <p:cNvGrpSpPr/>
          <p:nvPr/>
        </p:nvGrpSpPr>
        <p:grpSpPr>
          <a:xfrm>
            <a:off x="1046302" y="4768376"/>
            <a:ext cx="456840" cy="101160"/>
            <a:chOff x="1046302" y="4768376"/>
            <a:chExt cx="45684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14:cNvPr>
                <p14:cNvContentPartPr/>
                <p14:nvPr/>
              </p14:nvContentPartPr>
              <p14:xfrm>
                <a:off x="1046302" y="4768376"/>
                <a:ext cx="115560" cy="101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7302" y="4759376"/>
                  <a:ext cx="13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14:cNvPr>
                <p14:cNvContentPartPr/>
                <p14:nvPr/>
              </p14:nvContentPartPr>
              <p14:xfrm>
                <a:off x="1227742" y="4782416"/>
                <a:ext cx="127800" cy="81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18742" y="4773776"/>
                  <a:ext cx="145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14:cNvPr>
                <p14:cNvContentPartPr/>
                <p14:nvPr/>
              </p14:nvContentPartPr>
              <p14:xfrm>
                <a:off x="1376782" y="4794296"/>
                <a:ext cx="126360" cy="48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67782" y="4785296"/>
                  <a:ext cx="144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D1CA9B4-6F7A-670E-A3C4-8E931641B8C5}"/>
              </a:ext>
            </a:extLst>
          </p:cNvPr>
          <p:cNvGrpSpPr/>
          <p:nvPr/>
        </p:nvGrpSpPr>
        <p:grpSpPr>
          <a:xfrm>
            <a:off x="1663342" y="4678016"/>
            <a:ext cx="410400" cy="321120"/>
            <a:chOff x="1663342" y="4678016"/>
            <a:chExt cx="41040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14:cNvPr>
                <p14:cNvContentPartPr/>
                <p14:nvPr/>
              </p14:nvContentPartPr>
              <p14:xfrm>
                <a:off x="1663342" y="4789616"/>
                <a:ext cx="308880" cy="20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54702" y="4780616"/>
                  <a:ext cx="326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14:cNvPr>
                <p14:cNvContentPartPr/>
                <p14:nvPr/>
              </p14:nvContentPartPr>
              <p14:xfrm>
                <a:off x="1977622" y="4678016"/>
                <a:ext cx="77040" cy="176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68622" y="4669376"/>
                  <a:ext cx="94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14:cNvPr>
                <p14:cNvContentPartPr/>
                <p14:nvPr/>
              </p14:nvContentPartPr>
              <p14:xfrm>
                <a:off x="1929742" y="4767656"/>
                <a:ext cx="144000" cy="16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20742" y="4759016"/>
                  <a:ext cx="1616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13A746C-654A-E4CB-98C4-869B3544FF55}"/>
              </a:ext>
            </a:extLst>
          </p:cNvPr>
          <p:cNvGrpSpPr/>
          <p:nvPr/>
        </p:nvGrpSpPr>
        <p:grpSpPr>
          <a:xfrm>
            <a:off x="2310622" y="4625096"/>
            <a:ext cx="954000" cy="422280"/>
            <a:chOff x="2310622" y="4625096"/>
            <a:chExt cx="9540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14:cNvPr>
                <p14:cNvContentPartPr/>
                <p14:nvPr/>
              </p14:nvContentPartPr>
              <p14:xfrm>
                <a:off x="2310622" y="4628336"/>
                <a:ext cx="311400" cy="245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301622" y="4619336"/>
                  <a:ext cx="329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14:cNvPr>
                <p14:cNvContentPartPr/>
                <p14:nvPr/>
              </p14:nvContentPartPr>
              <p14:xfrm>
                <a:off x="2541022" y="4625096"/>
                <a:ext cx="25560" cy="50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32022" y="4616096"/>
                  <a:ext cx="43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14:cNvPr>
                <p14:cNvContentPartPr/>
                <p14:nvPr/>
              </p14:nvContentPartPr>
              <p14:xfrm>
                <a:off x="2661982" y="4761176"/>
                <a:ext cx="118080" cy="9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52982" y="4752536"/>
                  <a:ext cx="135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14:cNvPr>
                <p14:cNvContentPartPr/>
                <p14:nvPr/>
              </p14:nvContentPartPr>
              <p14:xfrm>
                <a:off x="2809222" y="4737776"/>
                <a:ext cx="71280" cy="117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00222" y="4729136"/>
                  <a:ext cx="8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14:cNvPr>
                <p14:cNvContentPartPr/>
                <p14:nvPr/>
              </p14:nvContentPartPr>
              <p14:xfrm>
                <a:off x="2937382" y="4784576"/>
                <a:ext cx="17280" cy="63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8382" y="4775576"/>
                  <a:ext cx="34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14:cNvPr>
                <p14:cNvContentPartPr/>
                <p14:nvPr/>
              </p14:nvContentPartPr>
              <p14:xfrm>
                <a:off x="2923702" y="4667576"/>
                <a:ext cx="720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15062" y="4658576"/>
                  <a:ext cx="2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14:cNvPr>
                <p14:cNvContentPartPr/>
                <p14:nvPr/>
              </p14:nvContentPartPr>
              <p14:xfrm>
                <a:off x="3008662" y="4795016"/>
                <a:ext cx="79200" cy="30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00022" y="4786376"/>
                  <a:ext cx="96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14:cNvPr>
                <p14:cNvContentPartPr/>
                <p14:nvPr/>
              </p14:nvContentPartPr>
              <p14:xfrm>
                <a:off x="3118102" y="4765496"/>
                <a:ext cx="146520" cy="28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09102" y="4756856"/>
                  <a:ext cx="16416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814CF96-4F5D-9BD3-1A22-6AA2CC8E5E6D}"/>
              </a:ext>
            </a:extLst>
          </p:cNvPr>
          <p:cNvGrpSpPr/>
          <p:nvPr/>
        </p:nvGrpSpPr>
        <p:grpSpPr>
          <a:xfrm>
            <a:off x="3448942" y="4679456"/>
            <a:ext cx="250920" cy="190440"/>
            <a:chOff x="3448942" y="4679456"/>
            <a:chExt cx="25092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14:cNvPr>
                <p14:cNvContentPartPr/>
                <p14:nvPr/>
              </p14:nvContentPartPr>
              <p14:xfrm>
                <a:off x="3476662" y="4805816"/>
                <a:ext cx="30960" cy="64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68022" y="4796816"/>
                  <a:ext cx="48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14:cNvPr>
                <p14:cNvContentPartPr/>
                <p14:nvPr/>
              </p14:nvContentPartPr>
              <p14:xfrm>
                <a:off x="3448942" y="4679456"/>
                <a:ext cx="6840" cy="43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440302" y="4670816"/>
                  <a:ext cx="24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14:cNvPr>
                <p14:cNvContentPartPr/>
                <p14:nvPr/>
              </p14:nvContentPartPr>
              <p14:xfrm>
                <a:off x="3545782" y="4798976"/>
                <a:ext cx="154080" cy="70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36782" y="4789976"/>
                  <a:ext cx="1717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A86C34D-F2C3-71B7-EF42-BD7DBDC17738}"/>
              </a:ext>
            </a:extLst>
          </p:cNvPr>
          <p:cNvGrpSpPr/>
          <p:nvPr/>
        </p:nvGrpSpPr>
        <p:grpSpPr>
          <a:xfrm>
            <a:off x="3885982" y="4625096"/>
            <a:ext cx="590040" cy="228960"/>
            <a:chOff x="3885982" y="4625096"/>
            <a:chExt cx="59004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14:cNvPr>
                <p14:cNvContentPartPr/>
                <p14:nvPr/>
              </p14:nvContentPartPr>
              <p14:xfrm>
                <a:off x="3885982" y="4630136"/>
                <a:ext cx="172800" cy="222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877342" y="4621496"/>
                  <a:ext cx="190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14:cNvPr>
                <p14:cNvContentPartPr/>
                <p14:nvPr/>
              </p14:nvContentPartPr>
              <p14:xfrm>
                <a:off x="3996862" y="4625096"/>
                <a:ext cx="16920" cy="61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988222" y="461609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14:cNvPr>
                <p14:cNvContentPartPr/>
                <p14:nvPr/>
              </p14:nvContentPartPr>
              <p14:xfrm>
                <a:off x="4125382" y="4789616"/>
                <a:ext cx="196920" cy="6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116382" y="4780976"/>
                  <a:ext cx="214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14:cNvPr>
                <p14:cNvContentPartPr/>
                <p14:nvPr/>
              </p14:nvContentPartPr>
              <p14:xfrm>
                <a:off x="4341742" y="4698896"/>
                <a:ext cx="134280" cy="155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333102" y="4689896"/>
                  <a:ext cx="15192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A0C52BC-FE2A-8C80-920D-9A25BE7053B9}"/>
              </a:ext>
            </a:extLst>
          </p:cNvPr>
          <p:cNvGrpSpPr/>
          <p:nvPr/>
        </p:nvGrpSpPr>
        <p:grpSpPr>
          <a:xfrm>
            <a:off x="4644142" y="4629776"/>
            <a:ext cx="861120" cy="218880"/>
            <a:chOff x="4644142" y="4629776"/>
            <a:chExt cx="86112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14:cNvPr>
                <p14:cNvContentPartPr/>
                <p14:nvPr/>
              </p14:nvContentPartPr>
              <p14:xfrm>
                <a:off x="4644142" y="4629776"/>
                <a:ext cx="92880" cy="218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635502" y="4620776"/>
                  <a:ext cx="110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14:cNvPr>
                <p14:cNvContentPartPr/>
                <p14:nvPr/>
              </p14:nvContentPartPr>
              <p14:xfrm>
                <a:off x="4768702" y="4769816"/>
                <a:ext cx="98280" cy="74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59702" y="4761176"/>
                  <a:ext cx="115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14:cNvPr>
                <p14:cNvContentPartPr/>
                <p14:nvPr/>
              </p14:nvContentPartPr>
              <p14:xfrm>
                <a:off x="4917382" y="4748936"/>
                <a:ext cx="162360" cy="67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08382" y="4740296"/>
                  <a:ext cx="180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14:cNvPr>
                <p14:cNvContentPartPr/>
                <p14:nvPr/>
              </p14:nvContentPartPr>
              <p14:xfrm>
                <a:off x="5138062" y="4736336"/>
                <a:ext cx="91440" cy="106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29062" y="4727696"/>
                  <a:ext cx="109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14:cNvPr>
                <p14:cNvContentPartPr/>
                <p14:nvPr/>
              </p14:nvContentPartPr>
              <p14:xfrm>
                <a:off x="5300062" y="4779176"/>
                <a:ext cx="15120" cy="4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91422" y="4770176"/>
                  <a:ext cx="3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14:cNvPr>
                <p14:cNvContentPartPr/>
                <p14:nvPr/>
              </p14:nvContentPartPr>
              <p14:xfrm>
                <a:off x="5278822" y="4656776"/>
                <a:ext cx="1440" cy="18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0182" y="4648136"/>
                  <a:ext cx="19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14:cNvPr>
                <p14:cNvContentPartPr/>
                <p14:nvPr/>
              </p14:nvContentPartPr>
              <p14:xfrm>
                <a:off x="5347942" y="4736336"/>
                <a:ext cx="157320" cy="75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39302" y="4727696"/>
                  <a:ext cx="1749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F219009-1D1C-7B69-C78C-705535F07CD5}"/>
              </a:ext>
            </a:extLst>
          </p:cNvPr>
          <p:cNvGrpSpPr/>
          <p:nvPr/>
        </p:nvGrpSpPr>
        <p:grpSpPr>
          <a:xfrm>
            <a:off x="1140982" y="5202896"/>
            <a:ext cx="1855440" cy="330840"/>
            <a:chOff x="1140982" y="5202896"/>
            <a:chExt cx="185544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14:cNvPr>
                <p14:cNvContentPartPr/>
                <p14:nvPr/>
              </p14:nvContentPartPr>
              <p14:xfrm>
                <a:off x="1140982" y="5373896"/>
                <a:ext cx="204840" cy="80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1982" y="5364896"/>
                  <a:ext cx="222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14:cNvPr>
                <p14:cNvContentPartPr/>
                <p14:nvPr/>
              </p14:nvContentPartPr>
              <p14:xfrm>
                <a:off x="1408462" y="5395856"/>
                <a:ext cx="192960" cy="73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99822" y="5386856"/>
                  <a:ext cx="21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14:cNvPr>
                <p14:cNvContentPartPr/>
                <p14:nvPr/>
              </p14:nvContentPartPr>
              <p14:xfrm>
                <a:off x="1584142" y="5230976"/>
                <a:ext cx="70920" cy="197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575142" y="5222336"/>
                  <a:ext cx="88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14:cNvPr>
                <p14:cNvContentPartPr/>
                <p14:nvPr/>
              </p14:nvContentPartPr>
              <p14:xfrm>
                <a:off x="1574422" y="5246096"/>
                <a:ext cx="117720" cy="210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565422" y="5237096"/>
                  <a:ext cx="135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14:cNvPr>
                <p14:cNvContentPartPr/>
                <p14:nvPr/>
              </p14:nvContentPartPr>
              <p14:xfrm>
                <a:off x="1679902" y="5257616"/>
                <a:ext cx="189720" cy="213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70902" y="5248976"/>
                  <a:ext cx="207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14:cNvPr>
                <p14:cNvContentPartPr/>
                <p14:nvPr/>
              </p14:nvContentPartPr>
              <p14:xfrm>
                <a:off x="1839382" y="5273456"/>
                <a:ext cx="2520" cy="46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830382" y="5264816"/>
                  <a:ext cx="20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14:cNvPr>
                <p14:cNvContentPartPr/>
                <p14:nvPr/>
              </p14:nvContentPartPr>
              <p14:xfrm>
                <a:off x="1960702" y="5356976"/>
                <a:ext cx="118080" cy="176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951702" y="5348336"/>
                  <a:ext cx="135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14:cNvPr>
                <p14:cNvContentPartPr/>
                <p14:nvPr/>
              </p14:nvContentPartPr>
              <p14:xfrm>
                <a:off x="2063302" y="5202896"/>
                <a:ext cx="155880" cy="235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54662" y="5193896"/>
                  <a:ext cx="173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14:cNvPr>
                <p14:cNvContentPartPr/>
                <p14:nvPr/>
              </p14:nvContentPartPr>
              <p14:xfrm>
                <a:off x="2137102" y="5204336"/>
                <a:ext cx="36000" cy="47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28102" y="5195696"/>
                  <a:ext cx="53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14:cNvPr>
                <p14:cNvContentPartPr/>
                <p14:nvPr/>
              </p14:nvContentPartPr>
              <p14:xfrm>
                <a:off x="2299822" y="5327096"/>
                <a:ext cx="87120" cy="112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90822" y="5318096"/>
                  <a:ext cx="104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14:cNvPr>
                <p14:cNvContentPartPr/>
                <p14:nvPr/>
              </p14:nvContentPartPr>
              <p14:xfrm>
                <a:off x="2417542" y="5358776"/>
                <a:ext cx="91440" cy="81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08902" y="5349776"/>
                  <a:ext cx="109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14:cNvPr>
                <p14:cNvContentPartPr/>
                <p14:nvPr/>
              </p14:nvContentPartPr>
              <p14:xfrm>
                <a:off x="2541022" y="5230976"/>
                <a:ext cx="143640" cy="198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32022" y="5222336"/>
                  <a:ext cx="161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14:cNvPr>
                <p14:cNvContentPartPr/>
                <p14:nvPr/>
              </p14:nvContentPartPr>
              <p14:xfrm>
                <a:off x="2620942" y="5256536"/>
                <a:ext cx="16200" cy="15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11942" y="5247536"/>
                  <a:ext cx="3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14:cNvPr>
                <p14:cNvContentPartPr/>
                <p14:nvPr/>
              </p14:nvContentPartPr>
              <p14:xfrm>
                <a:off x="2746942" y="5354456"/>
                <a:ext cx="249480" cy="84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37942" y="5345456"/>
                  <a:ext cx="2671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6866B71-D152-42D2-6119-813161480047}"/>
              </a:ext>
            </a:extLst>
          </p:cNvPr>
          <p:cNvGrpSpPr/>
          <p:nvPr/>
        </p:nvGrpSpPr>
        <p:grpSpPr>
          <a:xfrm>
            <a:off x="3194782" y="5215136"/>
            <a:ext cx="1074960" cy="381240"/>
            <a:chOff x="3194782" y="5215136"/>
            <a:chExt cx="10749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14:cNvPr>
                <p14:cNvContentPartPr/>
                <p14:nvPr/>
              </p14:nvContentPartPr>
              <p14:xfrm>
                <a:off x="3194782" y="5215136"/>
                <a:ext cx="114480" cy="192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186142" y="5206136"/>
                  <a:ext cx="132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14:cNvPr>
                <p14:cNvContentPartPr/>
                <p14:nvPr/>
              </p14:nvContentPartPr>
              <p14:xfrm>
                <a:off x="3334102" y="5338976"/>
                <a:ext cx="200160" cy="257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25462" y="5330336"/>
                  <a:ext cx="217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14:cNvPr>
                <p14:cNvContentPartPr/>
                <p14:nvPr/>
              </p14:nvContentPartPr>
              <p14:xfrm>
                <a:off x="3662782" y="5225576"/>
                <a:ext cx="174600" cy="194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653782" y="5216936"/>
                  <a:ext cx="19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14:cNvPr>
                <p14:cNvContentPartPr/>
                <p14:nvPr/>
              </p14:nvContentPartPr>
              <p14:xfrm>
                <a:off x="3920182" y="5328896"/>
                <a:ext cx="131400" cy="82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911542" y="5320256"/>
                  <a:ext cx="149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14:cNvPr>
                <p14:cNvContentPartPr/>
                <p14:nvPr/>
              </p14:nvContentPartPr>
              <p14:xfrm>
                <a:off x="4098742" y="5347976"/>
                <a:ext cx="28800" cy="51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89742" y="5339336"/>
                  <a:ext cx="46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14:cNvPr>
                <p14:cNvContentPartPr/>
                <p14:nvPr/>
              </p14:nvContentPartPr>
              <p14:xfrm>
                <a:off x="4072102" y="5220536"/>
                <a:ext cx="12240" cy="23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63102" y="5211536"/>
                  <a:ext cx="29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14:cNvPr>
                <p14:cNvContentPartPr/>
                <p14:nvPr/>
              </p14:nvContentPartPr>
              <p14:xfrm>
                <a:off x="4157062" y="5322416"/>
                <a:ext cx="112680" cy="46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48422" y="5313776"/>
                  <a:ext cx="130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8A963AB-85AD-D7EE-E4C1-7B41F0902D1F}"/>
              </a:ext>
            </a:extLst>
          </p:cNvPr>
          <p:cNvGrpSpPr/>
          <p:nvPr/>
        </p:nvGrpSpPr>
        <p:grpSpPr>
          <a:xfrm>
            <a:off x="4465582" y="5178056"/>
            <a:ext cx="266040" cy="349920"/>
            <a:chOff x="4465582" y="5178056"/>
            <a:chExt cx="2660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14:cNvPr>
                <p14:cNvContentPartPr/>
                <p14:nvPr/>
              </p14:nvContentPartPr>
              <p14:xfrm>
                <a:off x="4465582" y="5320616"/>
                <a:ext cx="115560" cy="93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56942" y="5311976"/>
                  <a:ext cx="133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14:cNvPr>
                <p14:cNvContentPartPr/>
                <p14:nvPr/>
              </p14:nvContentPartPr>
              <p14:xfrm>
                <a:off x="4636582" y="5178056"/>
                <a:ext cx="94680" cy="349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7582" y="5169056"/>
                  <a:ext cx="1123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14:cNvPr>
                <p14:cNvContentPartPr/>
                <p14:nvPr/>
              </p14:nvContentPartPr>
              <p14:xfrm>
                <a:off x="4611742" y="5384696"/>
                <a:ext cx="119880" cy="54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03102" y="5375696"/>
                  <a:ext cx="137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7A70663-A6E3-395D-985D-FFFCC31C00BB}"/>
              </a:ext>
            </a:extLst>
          </p:cNvPr>
          <p:cNvGrpSpPr/>
          <p:nvPr/>
        </p:nvGrpSpPr>
        <p:grpSpPr>
          <a:xfrm>
            <a:off x="4966342" y="5135576"/>
            <a:ext cx="1076040" cy="387360"/>
            <a:chOff x="4966342" y="5135576"/>
            <a:chExt cx="10760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14:cNvPr>
                <p14:cNvContentPartPr/>
                <p14:nvPr/>
              </p14:nvContentPartPr>
              <p14:xfrm>
                <a:off x="4981102" y="5315936"/>
                <a:ext cx="5616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72462" y="5307296"/>
                  <a:ext cx="73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14:cNvPr>
                <p14:cNvContentPartPr/>
                <p14:nvPr/>
              </p14:nvContentPartPr>
              <p14:xfrm>
                <a:off x="4966342" y="5199296"/>
                <a:ext cx="4680" cy="19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957702" y="5190296"/>
                  <a:ext cx="2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14:cNvPr>
                <p14:cNvContentPartPr/>
                <p14:nvPr/>
              </p14:nvContentPartPr>
              <p14:xfrm>
                <a:off x="5055622" y="5300096"/>
                <a:ext cx="266760" cy="8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46622" y="5291456"/>
                  <a:ext cx="284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14:cNvPr>
                <p14:cNvContentPartPr/>
                <p14:nvPr/>
              </p14:nvContentPartPr>
              <p14:xfrm>
                <a:off x="5383942" y="5324216"/>
                <a:ext cx="60840" cy="198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74942" y="5315216"/>
                  <a:ext cx="78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14:cNvPr>
                <p14:cNvContentPartPr/>
                <p14:nvPr/>
              </p14:nvContentPartPr>
              <p14:xfrm>
                <a:off x="5527222" y="5326736"/>
                <a:ext cx="101880" cy="43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518222" y="5317736"/>
                  <a:ext cx="119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14:cNvPr>
                <p14:cNvContentPartPr/>
                <p14:nvPr/>
              </p14:nvContentPartPr>
              <p14:xfrm>
                <a:off x="5592382" y="5289656"/>
                <a:ext cx="46080" cy="77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83742" y="5280656"/>
                  <a:ext cx="63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14:cNvPr>
                <p14:cNvContentPartPr/>
                <p14:nvPr/>
              </p14:nvContentPartPr>
              <p14:xfrm>
                <a:off x="5660782" y="5135576"/>
                <a:ext cx="130320" cy="260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52142" y="5126576"/>
                  <a:ext cx="147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14:cNvPr>
                <p14:cNvContentPartPr/>
                <p14:nvPr/>
              </p14:nvContentPartPr>
              <p14:xfrm>
                <a:off x="5807302" y="5250416"/>
                <a:ext cx="162360" cy="135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98302" y="5241776"/>
                  <a:ext cx="18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14:cNvPr>
                <p14:cNvContentPartPr/>
                <p14:nvPr/>
              </p14:nvContentPartPr>
              <p14:xfrm>
                <a:off x="5994502" y="5224496"/>
                <a:ext cx="47880" cy="135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85502" y="5215856"/>
                  <a:ext cx="655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14:cNvPr>
              <p14:cNvContentPartPr/>
              <p14:nvPr/>
            </p14:nvContentPartPr>
            <p14:xfrm>
              <a:off x="6321022" y="5167256"/>
              <a:ext cx="11160" cy="295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6312022" y="5158256"/>
                <a:ext cx="288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F628E1C-C746-F579-3F67-2B5BF8521AC7}"/>
              </a:ext>
            </a:extLst>
          </p:cNvPr>
          <p:cNvGrpSpPr/>
          <p:nvPr/>
        </p:nvGrpSpPr>
        <p:grpSpPr>
          <a:xfrm>
            <a:off x="6336862" y="5284256"/>
            <a:ext cx="214560" cy="74520"/>
            <a:chOff x="6336862" y="5284256"/>
            <a:chExt cx="21456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14:cNvPr>
                <p14:cNvContentPartPr/>
                <p14:nvPr/>
              </p14:nvContentPartPr>
              <p14:xfrm>
                <a:off x="6336862" y="5284256"/>
                <a:ext cx="33120" cy="74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327862" y="5275256"/>
                  <a:ext cx="50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14:cNvPr>
                <p14:cNvContentPartPr/>
                <p14:nvPr/>
              </p14:nvContentPartPr>
              <p14:xfrm>
                <a:off x="6427222" y="5300096"/>
                <a:ext cx="124200" cy="46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18222" y="5291456"/>
                  <a:ext cx="1418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F9AC0C5-7E61-1B8A-8F54-CB510FAF71A1}"/>
              </a:ext>
            </a:extLst>
          </p:cNvPr>
          <p:cNvGrpSpPr/>
          <p:nvPr/>
        </p:nvGrpSpPr>
        <p:grpSpPr>
          <a:xfrm>
            <a:off x="6782902" y="5082656"/>
            <a:ext cx="534960" cy="427680"/>
            <a:chOff x="6782902" y="5082656"/>
            <a:chExt cx="53496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14:cNvPr>
                <p14:cNvContentPartPr/>
                <p14:nvPr/>
              </p14:nvContentPartPr>
              <p14:xfrm>
                <a:off x="6782902" y="5082656"/>
                <a:ext cx="171000" cy="398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74262" y="5073656"/>
                  <a:ext cx="188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14:cNvPr>
                <p14:cNvContentPartPr/>
                <p14:nvPr/>
              </p14:nvContentPartPr>
              <p14:xfrm>
                <a:off x="6823222" y="5337536"/>
                <a:ext cx="104040" cy="2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814222" y="5328896"/>
                  <a:ext cx="12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14:cNvPr>
                <p14:cNvContentPartPr/>
                <p14:nvPr/>
              </p14:nvContentPartPr>
              <p14:xfrm>
                <a:off x="6946702" y="5266616"/>
                <a:ext cx="256320" cy="109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938062" y="5257976"/>
                  <a:ext cx="273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14:cNvPr>
                <p14:cNvContentPartPr/>
                <p14:nvPr/>
              </p14:nvContentPartPr>
              <p14:xfrm>
                <a:off x="7186462" y="5248616"/>
                <a:ext cx="131400" cy="261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177462" y="5239616"/>
                  <a:ext cx="149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14:cNvPr>
                <p14:cNvContentPartPr/>
                <p14:nvPr/>
              </p14:nvContentPartPr>
              <p14:xfrm>
                <a:off x="7293742" y="5382176"/>
                <a:ext cx="17280" cy="19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85102" y="5373536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FEA9930-4395-F3F8-CC40-2E004BF43CE0}"/>
              </a:ext>
            </a:extLst>
          </p:cNvPr>
          <p:cNvGrpSpPr/>
          <p:nvPr/>
        </p:nvGrpSpPr>
        <p:grpSpPr>
          <a:xfrm>
            <a:off x="7536382" y="5133776"/>
            <a:ext cx="1047960" cy="262800"/>
            <a:chOff x="7536382" y="5133776"/>
            <a:chExt cx="10479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14:cNvPr>
                <p14:cNvContentPartPr/>
                <p14:nvPr/>
              </p14:nvContentPartPr>
              <p14:xfrm>
                <a:off x="7536382" y="5141336"/>
                <a:ext cx="126000" cy="238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27742" y="5132696"/>
                  <a:ext cx="143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14:cNvPr>
                <p14:cNvContentPartPr/>
                <p14:nvPr/>
              </p14:nvContentPartPr>
              <p14:xfrm>
                <a:off x="7709182" y="5286056"/>
                <a:ext cx="157320" cy="110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700182" y="5277056"/>
                  <a:ext cx="174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14:cNvPr>
                <p14:cNvContentPartPr/>
                <p14:nvPr/>
              </p14:nvContentPartPr>
              <p14:xfrm>
                <a:off x="7873342" y="5278856"/>
                <a:ext cx="231120" cy="86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64342" y="5270216"/>
                  <a:ext cx="248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14:cNvPr>
                <p14:cNvContentPartPr/>
                <p14:nvPr/>
              </p14:nvContentPartPr>
              <p14:xfrm>
                <a:off x="8136502" y="5255456"/>
                <a:ext cx="102960" cy="80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127502" y="5246816"/>
                  <a:ext cx="120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14:cNvPr>
                <p14:cNvContentPartPr/>
                <p14:nvPr/>
              </p14:nvContentPartPr>
              <p14:xfrm>
                <a:off x="8303902" y="5278856"/>
                <a:ext cx="52200" cy="78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94902" y="5270216"/>
                  <a:ext cx="69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14:cNvPr>
                <p14:cNvContentPartPr/>
                <p14:nvPr/>
              </p14:nvContentPartPr>
              <p14:xfrm>
                <a:off x="8288062" y="5133776"/>
                <a:ext cx="5040" cy="26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79062" y="5125136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14:cNvPr>
                <p14:cNvContentPartPr/>
                <p14:nvPr/>
              </p14:nvContentPartPr>
              <p14:xfrm>
                <a:off x="8378422" y="5257616"/>
                <a:ext cx="205920" cy="9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69422" y="5248976"/>
                  <a:ext cx="2235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2A47FBB-C6B0-B0E7-6E17-E9B134630566}"/>
              </a:ext>
            </a:extLst>
          </p:cNvPr>
          <p:cNvGrpSpPr/>
          <p:nvPr/>
        </p:nvGrpSpPr>
        <p:grpSpPr>
          <a:xfrm>
            <a:off x="1506022" y="5751896"/>
            <a:ext cx="438840" cy="191520"/>
            <a:chOff x="1506022" y="5751896"/>
            <a:chExt cx="4388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14:cNvPr>
                <p14:cNvContentPartPr/>
                <p14:nvPr/>
              </p14:nvContentPartPr>
              <p14:xfrm>
                <a:off x="1562542" y="5863496"/>
                <a:ext cx="238680" cy="7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53542" y="5854856"/>
                  <a:ext cx="256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14:cNvPr>
                <p14:cNvContentPartPr/>
                <p14:nvPr/>
              </p14:nvContentPartPr>
              <p14:xfrm>
                <a:off x="1506022" y="5804096"/>
                <a:ext cx="285480" cy="17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497382" y="5795096"/>
                  <a:ext cx="30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14:cNvPr>
                <p14:cNvContentPartPr/>
                <p14:nvPr/>
              </p14:nvContentPartPr>
              <p14:xfrm>
                <a:off x="1743622" y="5751896"/>
                <a:ext cx="201240" cy="19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734622" y="5743256"/>
                  <a:ext cx="21888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D43A76D-6F51-727C-0725-9F5E5984985A}"/>
              </a:ext>
            </a:extLst>
          </p:cNvPr>
          <p:cNvGrpSpPr/>
          <p:nvPr/>
        </p:nvGrpSpPr>
        <p:grpSpPr>
          <a:xfrm>
            <a:off x="2220622" y="5751176"/>
            <a:ext cx="1436760" cy="224640"/>
            <a:chOff x="2220622" y="5751176"/>
            <a:chExt cx="143676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14:cNvPr>
                <p14:cNvContentPartPr/>
                <p14:nvPr/>
              </p14:nvContentPartPr>
              <p14:xfrm>
                <a:off x="2220622" y="5832176"/>
                <a:ext cx="113040" cy="117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11982" y="5823536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14:cNvPr>
                <p14:cNvContentPartPr/>
                <p14:nvPr/>
              </p14:nvContentPartPr>
              <p14:xfrm>
                <a:off x="2380102" y="5890136"/>
                <a:ext cx="90360" cy="59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371462" y="5881496"/>
                  <a:ext cx="108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14:cNvPr>
                <p14:cNvContentPartPr/>
                <p14:nvPr/>
              </p14:nvContentPartPr>
              <p14:xfrm>
                <a:off x="2503942" y="5874296"/>
                <a:ext cx="136080" cy="69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494942" y="5865656"/>
                  <a:ext cx="153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14:cNvPr>
                <p14:cNvContentPartPr/>
                <p14:nvPr/>
              </p14:nvContentPartPr>
              <p14:xfrm>
                <a:off x="2689702" y="5882216"/>
                <a:ext cx="102960" cy="91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681062" y="5873216"/>
                  <a:ext cx="120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14:cNvPr>
                <p14:cNvContentPartPr/>
                <p14:nvPr/>
              </p14:nvContentPartPr>
              <p14:xfrm>
                <a:off x="2837662" y="5885096"/>
                <a:ext cx="87480" cy="90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28662" y="5876096"/>
                  <a:ext cx="105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14:cNvPr>
                <p14:cNvContentPartPr/>
                <p14:nvPr/>
              </p14:nvContentPartPr>
              <p14:xfrm>
                <a:off x="2912902" y="5751176"/>
                <a:ext cx="261360" cy="224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04262" y="5742176"/>
                  <a:ext cx="279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14:cNvPr>
                <p14:cNvContentPartPr/>
                <p14:nvPr/>
              </p14:nvContentPartPr>
              <p14:xfrm>
                <a:off x="3168502" y="5755496"/>
                <a:ext cx="182160" cy="203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159502" y="5746856"/>
                  <a:ext cx="199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14:cNvPr>
                <p14:cNvContentPartPr/>
                <p14:nvPr/>
              </p14:nvContentPartPr>
              <p14:xfrm>
                <a:off x="3290902" y="5751896"/>
                <a:ext cx="10800" cy="30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281902" y="5743256"/>
                  <a:ext cx="28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14:cNvPr>
                <p14:cNvContentPartPr/>
                <p14:nvPr/>
              </p14:nvContentPartPr>
              <p14:xfrm>
                <a:off x="3423022" y="5864936"/>
                <a:ext cx="234360" cy="75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414022" y="5855936"/>
                  <a:ext cx="25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14:cNvPr>
                <p14:cNvContentPartPr/>
                <p14:nvPr/>
              </p14:nvContentPartPr>
              <p14:xfrm>
                <a:off x="3141862" y="5882576"/>
                <a:ext cx="31680" cy="49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32862" y="5873936"/>
                  <a:ext cx="493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1AE4A51-9F3C-7DFF-81BE-DBEA6B318C07}"/>
              </a:ext>
            </a:extLst>
          </p:cNvPr>
          <p:cNvGrpSpPr/>
          <p:nvPr/>
        </p:nvGrpSpPr>
        <p:grpSpPr>
          <a:xfrm>
            <a:off x="3816862" y="5688536"/>
            <a:ext cx="1362600" cy="261360"/>
            <a:chOff x="3816862" y="5688536"/>
            <a:chExt cx="136260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14:cNvPr>
                <p14:cNvContentPartPr/>
                <p14:nvPr/>
              </p14:nvContentPartPr>
              <p14:xfrm>
                <a:off x="3816862" y="5825336"/>
                <a:ext cx="208800" cy="124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808222" y="5816336"/>
                  <a:ext cx="226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14:cNvPr>
                <p14:cNvContentPartPr/>
                <p14:nvPr/>
              </p14:nvContentPartPr>
              <p14:xfrm>
                <a:off x="4082902" y="5890136"/>
                <a:ext cx="18720" cy="39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073902" y="5881496"/>
                  <a:ext cx="36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14:cNvPr>
                <p14:cNvContentPartPr/>
                <p14:nvPr/>
              </p14:nvContentPartPr>
              <p14:xfrm>
                <a:off x="4018822" y="5736056"/>
                <a:ext cx="36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010182" y="5727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14:cNvPr>
                <p14:cNvContentPartPr/>
                <p14:nvPr/>
              </p14:nvContentPartPr>
              <p14:xfrm>
                <a:off x="4125382" y="5720216"/>
                <a:ext cx="85320" cy="219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16382" y="5711216"/>
                  <a:ext cx="102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14:cNvPr>
                <p14:cNvContentPartPr/>
                <p14:nvPr/>
              </p14:nvContentPartPr>
              <p14:xfrm>
                <a:off x="4135822" y="5688536"/>
                <a:ext cx="258480" cy="225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27182" y="5679896"/>
                  <a:ext cx="276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14:cNvPr>
                <p14:cNvContentPartPr/>
                <p14:nvPr/>
              </p14:nvContentPartPr>
              <p14:xfrm>
                <a:off x="4566382" y="5714816"/>
                <a:ext cx="106200" cy="220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57742" y="5706176"/>
                  <a:ext cx="12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14:cNvPr>
                <p14:cNvContentPartPr/>
                <p14:nvPr/>
              </p14:nvContentPartPr>
              <p14:xfrm>
                <a:off x="4530022" y="5841176"/>
                <a:ext cx="137880" cy="38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21022" y="5832176"/>
                  <a:ext cx="155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14:cNvPr>
                <p14:cNvContentPartPr/>
                <p14:nvPr/>
              </p14:nvContentPartPr>
              <p14:xfrm>
                <a:off x="4677622" y="5783936"/>
                <a:ext cx="62640" cy="118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68982" y="5775296"/>
                  <a:ext cx="80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14:cNvPr>
                <p14:cNvContentPartPr/>
                <p14:nvPr/>
              </p14:nvContentPartPr>
              <p14:xfrm>
                <a:off x="4799302" y="5852336"/>
                <a:ext cx="105480" cy="66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790662" y="5843336"/>
                  <a:ext cx="123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14:cNvPr>
                <p14:cNvContentPartPr/>
                <p14:nvPr/>
              </p14:nvContentPartPr>
              <p14:xfrm>
                <a:off x="4970662" y="5868896"/>
                <a:ext cx="16200" cy="37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61662" y="5860256"/>
                  <a:ext cx="33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14:cNvPr>
                <p14:cNvContentPartPr/>
                <p14:nvPr/>
              </p14:nvContentPartPr>
              <p14:xfrm>
                <a:off x="4932502" y="5736416"/>
                <a:ext cx="16920" cy="28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923862" y="5727776"/>
                  <a:ext cx="3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14:cNvPr>
                <p14:cNvContentPartPr/>
                <p14:nvPr/>
              </p14:nvContentPartPr>
              <p14:xfrm>
                <a:off x="5044822" y="5849456"/>
                <a:ext cx="134640" cy="56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36182" y="5840456"/>
                  <a:ext cx="15228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DE09C2A-E7C0-AA78-00CD-9580A3BE70BC}"/>
              </a:ext>
            </a:extLst>
          </p:cNvPr>
          <p:cNvGrpSpPr/>
          <p:nvPr/>
        </p:nvGrpSpPr>
        <p:grpSpPr>
          <a:xfrm>
            <a:off x="5360902" y="5635976"/>
            <a:ext cx="1372680" cy="390600"/>
            <a:chOff x="5360902" y="5635976"/>
            <a:chExt cx="137268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14:cNvPr>
                <p14:cNvContentPartPr/>
                <p14:nvPr/>
              </p14:nvContentPartPr>
              <p14:xfrm>
                <a:off x="5360902" y="5836856"/>
                <a:ext cx="85680" cy="799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51902" y="5828216"/>
                  <a:ext cx="1033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14:cNvPr>
                <p14:cNvContentPartPr/>
                <p14:nvPr/>
              </p14:nvContentPartPr>
              <p14:xfrm>
                <a:off x="5450542" y="5707976"/>
                <a:ext cx="164160" cy="318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41542" y="5699336"/>
                  <a:ext cx="181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14:cNvPr>
                <p14:cNvContentPartPr/>
                <p14:nvPr/>
              </p14:nvContentPartPr>
              <p14:xfrm>
                <a:off x="5778502" y="5815976"/>
                <a:ext cx="41040" cy="637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69862" y="5806976"/>
                  <a:ext cx="58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14:cNvPr>
                <p14:cNvContentPartPr/>
                <p14:nvPr/>
              </p14:nvContentPartPr>
              <p14:xfrm>
                <a:off x="5741422" y="5704016"/>
                <a:ext cx="10080" cy="12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32422" y="5695376"/>
                  <a:ext cx="27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14:cNvPr>
                <p14:cNvContentPartPr/>
                <p14:nvPr/>
              </p14:nvContentPartPr>
              <p14:xfrm>
                <a:off x="5853022" y="5807336"/>
                <a:ext cx="214920" cy="74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44382" y="5798336"/>
                  <a:ext cx="232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14:cNvPr>
                <p14:cNvContentPartPr/>
                <p14:nvPr/>
              </p14:nvContentPartPr>
              <p14:xfrm>
                <a:off x="6087742" y="5790776"/>
                <a:ext cx="114840" cy="228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78742" y="5781776"/>
                  <a:ext cx="132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14:cNvPr>
                <p14:cNvContentPartPr/>
                <p14:nvPr/>
              </p14:nvContentPartPr>
              <p14:xfrm>
                <a:off x="6214462" y="5801576"/>
                <a:ext cx="108360" cy="84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205822" y="5792576"/>
                  <a:ext cx="126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14:cNvPr>
                <p14:cNvContentPartPr/>
                <p14:nvPr/>
              </p14:nvContentPartPr>
              <p14:xfrm>
                <a:off x="6346942" y="5635976"/>
                <a:ext cx="92880" cy="268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37942" y="5627336"/>
                  <a:ext cx="110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14:cNvPr>
                <p14:cNvContentPartPr/>
                <p14:nvPr/>
              </p14:nvContentPartPr>
              <p14:xfrm>
                <a:off x="6442342" y="5773136"/>
                <a:ext cx="73800" cy="117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433702" y="5764496"/>
                  <a:ext cx="9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14:cNvPr>
                <p14:cNvContentPartPr/>
                <p14:nvPr/>
              </p14:nvContentPartPr>
              <p14:xfrm>
                <a:off x="6543862" y="5735696"/>
                <a:ext cx="80280" cy="139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535222" y="5727056"/>
                  <a:ext cx="9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14:cNvPr>
                <p14:cNvContentPartPr/>
                <p14:nvPr/>
              </p14:nvContentPartPr>
              <p14:xfrm>
                <a:off x="6670222" y="5751896"/>
                <a:ext cx="63360" cy="129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661582" y="5743256"/>
                  <a:ext cx="810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0C5AE2F-D148-289F-4D34-B05CF8EFD5F9}"/>
              </a:ext>
            </a:extLst>
          </p:cNvPr>
          <p:cNvGrpSpPr/>
          <p:nvPr/>
        </p:nvGrpSpPr>
        <p:grpSpPr>
          <a:xfrm>
            <a:off x="6972622" y="5713376"/>
            <a:ext cx="196560" cy="161280"/>
            <a:chOff x="6972622" y="5713376"/>
            <a:chExt cx="19656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14:cNvPr>
                <p14:cNvContentPartPr/>
                <p14:nvPr/>
              </p14:nvContentPartPr>
              <p14:xfrm>
                <a:off x="6981262" y="5815976"/>
                <a:ext cx="21600" cy="51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972262" y="5806976"/>
                  <a:ext cx="39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14:cNvPr>
                <p14:cNvContentPartPr/>
                <p14:nvPr/>
              </p14:nvContentPartPr>
              <p14:xfrm>
                <a:off x="6972622" y="5713376"/>
                <a:ext cx="2520" cy="7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63982" y="5704736"/>
                  <a:ext cx="20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14:cNvPr>
                <p14:cNvContentPartPr/>
                <p14:nvPr/>
              </p14:nvContentPartPr>
              <p14:xfrm>
                <a:off x="7030942" y="5778176"/>
                <a:ext cx="138240" cy="96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022302" y="5769176"/>
                  <a:ext cx="15588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84E24F-FA2E-A662-FB25-AAA9A4ED8A15}"/>
              </a:ext>
            </a:extLst>
          </p:cNvPr>
          <p:cNvGrpSpPr/>
          <p:nvPr/>
        </p:nvGrpSpPr>
        <p:grpSpPr>
          <a:xfrm>
            <a:off x="7341622" y="5640296"/>
            <a:ext cx="612360" cy="245160"/>
            <a:chOff x="7341622" y="5640296"/>
            <a:chExt cx="61236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14:cNvPr>
                <p14:cNvContentPartPr/>
                <p14:nvPr/>
              </p14:nvContentPartPr>
              <p14:xfrm>
                <a:off x="7341622" y="5640296"/>
                <a:ext cx="112320" cy="220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5631656"/>
                  <a:ext cx="12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14:cNvPr>
                <p14:cNvContentPartPr/>
                <p14:nvPr/>
              </p14:nvContentPartPr>
              <p14:xfrm>
                <a:off x="7362862" y="5769896"/>
                <a:ext cx="203760" cy="1155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354222" y="5760896"/>
                  <a:ext cx="221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14:cNvPr>
                <p14:cNvContentPartPr/>
                <p14:nvPr/>
              </p14:nvContentPartPr>
              <p14:xfrm>
                <a:off x="7495702" y="5666216"/>
                <a:ext cx="22320" cy="23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487062" y="5657216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14:cNvPr>
                <p14:cNvContentPartPr/>
                <p14:nvPr/>
              </p14:nvContentPartPr>
              <p14:xfrm>
                <a:off x="7618102" y="5790416"/>
                <a:ext cx="243360" cy="67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09102" y="5781776"/>
                  <a:ext cx="261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14:cNvPr>
                <p14:cNvContentPartPr/>
                <p14:nvPr/>
              </p14:nvContentPartPr>
              <p14:xfrm>
                <a:off x="7872622" y="5726336"/>
                <a:ext cx="81360" cy="110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63622" y="5717696"/>
                  <a:ext cx="990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97C9492-CD6E-FFA3-8597-B17E43FF8D0D}"/>
              </a:ext>
            </a:extLst>
          </p:cNvPr>
          <p:cNvGrpSpPr/>
          <p:nvPr/>
        </p:nvGrpSpPr>
        <p:grpSpPr>
          <a:xfrm>
            <a:off x="8184382" y="5594576"/>
            <a:ext cx="991080" cy="248040"/>
            <a:chOff x="8184382" y="5594576"/>
            <a:chExt cx="99108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14:cNvPr>
                <p14:cNvContentPartPr/>
                <p14:nvPr/>
              </p14:nvContentPartPr>
              <p14:xfrm>
                <a:off x="8184382" y="5594576"/>
                <a:ext cx="88560" cy="248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175742" y="5585576"/>
                  <a:ext cx="106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14:cNvPr>
                <p14:cNvContentPartPr/>
                <p14:nvPr/>
              </p14:nvContentPartPr>
              <p14:xfrm>
                <a:off x="8364382" y="5757296"/>
                <a:ext cx="105480" cy="70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55382" y="5748296"/>
                  <a:ext cx="123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14:cNvPr>
                <p14:cNvContentPartPr/>
                <p14:nvPr/>
              </p14:nvContentPartPr>
              <p14:xfrm>
                <a:off x="8516662" y="5742896"/>
                <a:ext cx="205920" cy="87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07662" y="5733896"/>
                  <a:ext cx="223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14:cNvPr>
                <p14:cNvContentPartPr/>
                <p14:nvPr/>
              </p14:nvContentPartPr>
              <p14:xfrm>
                <a:off x="8803582" y="5724896"/>
                <a:ext cx="84960" cy="91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794942" y="5715896"/>
                  <a:ext cx="10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14:cNvPr>
                <p14:cNvContentPartPr/>
                <p14:nvPr/>
              </p14:nvContentPartPr>
              <p14:xfrm>
                <a:off x="8925982" y="5730656"/>
                <a:ext cx="30960" cy="74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916982" y="5722016"/>
                  <a:ext cx="48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14:cNvPr>
                <p14:cNvContentPartPr/>
                <p14:nvPr/>
              </p14:nvContentPartPr>
              <p14:xfrm>
                <a:off x="8895022" y="5629856"/>
                <a:ext cx="4680" cy="10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886382" y="5620856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14:cNvPr>
                <p14:cNvContentPartPr/>
                <p14:nvPr/>
              </p14:nvContentPartPr>
              <p14:xfrm>
                <a:off x="8996542" y="5725976"/>
                <a:ext cx="178920" cy="93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87902" y="5716976"/>
                  <a:ext cx="1965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E3FD713-B39E-2602-4765-6BEC40C74EFC}"/>
              </a:ext>
            </a:extLst>
          </p:cNvPr>
          <p:cNvGrpSpPr/>
          <p:nvPr/>
        </p:nvGrpSpPr>
        <p:grpSpPr>
          <a:xfrm>
            <a:off x="4848262" y="6280736"/>
            <a:ext cx="685440" cy="253800"/>
            <a:chOff x="4848262" y="6280736"/>
            <a:chExt cx="68544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14:cNvPr>
                <p14:cNvContentPartPr/>
                <p14:nvPr/>
              </p14:nvContentPartPr>
              <p14:xfrm>
                <a:off x="4933222" y="6342296"/>
                <a:ext cx="62280" cy="137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924582" y="6333296"/>
                  <a:ext cx="79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14:cNvPr>
                <p14:cNvContentPartPr/>
                <p14:nvPr/>
              </p14:nvContentPartPr>
              <p14:xfrm>
                <a:off x="4848262" y="6308816"/>
                <a:ext cx="245520" cy="221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839622" y="6300176"/>
                  <a:ext cx="2631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14:cNvPr>
                <p14:cNvContentPartPr/>
                <p14:nvPr/>
              </p14:nvContentPartPr>
              <p14:xfrm>
                <a:off x="5156782" y="6432656"/>
                <a:ext cx="105840" cy="61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47782" y="6423656"/>
                  <a:ext cx="123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14:cNvPr>
                <p14:cNvContentPartPr/>
                <p14:nvPr/>
              </p14:nvContentPartPr>
              <p14:xfrm>
                <a:off x="5314462" y="6280736"/>
                <a:ext cx="219240" cy="253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305822" y="6272096"/>
                  <a:ext cx="2368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7279A78-359C-D601-A320-63AD2A0145BA}"/>
              </a:ext>
            </a:extLst>
          </p:cNvPr>
          <p:cNvGrpSpPr/>
          <p:nvPr/>
        </p:nvGrpSpPr>
        <p:grpSpPr>
          <a:xfrm>
            <a:off x="5823862" y="6242216"/>
            <a:ext cx="253800" cy="323280"/>
            <a:chOff x="5823862" y="6242216"/>
            <a:chExt cx="2538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14:cNvPr>
                <p14:cNvContentPartPr/>
                <p14:nvPr/>
              </p14:nvContentPartPr>
              <p14:xfrm>
                <a:off x="5823862" y="6400256"/>
                <a:ext cx="132120" cy="87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14862" y="6391256"/>
                  <a:ext cx="149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14:cNvPr>
                <p14:cNvContentPartPr/>
                <p14:nvPr/>
              </p14:nvContentPartPr>
              <p14:xfrm>
                <a:off x="5951662" y="6242216"/>
                <a:ext cx="126000" cy="323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42662" y="6233216"/>
                  <a:ext cx="143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14:cNvPr>
                <p14:cNvContentPartPr/>
                <p14:nvPr/>
              </p14:nvContentPartPr>
              <p14:xfrm>
                <a:off x="5949142" y="6436616"/>
                <a:ext cx="100800" cy="28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940502" y="6427976"/>
                  <a:ext cx="11844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FB30907-F68A-6899-C2D2-51476AFC3A02}"/>
              </a:ext>
            </a:extLst>
          </p:cNvPr>
          <p:cNvGrpSpPr/>
          <p:nvPr/>
        </p:nvGrpSpPr>
        <p:grpSpPr>
          <a:xfrm>
            <a:off x="6291502" y="6193976"/>
            <a:ext cx="1172160" cy="401400"/>
            <a:chOff x="6291502" y="6193976"/>
            <a:chExt cx="117216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14:cNvPr>
                <p14:cNvContentPartPr/>
                <p14:nvPr/>
              </p14:nvContentPartPr>
              <p14:xfrm>
                <a:off x="6291502" y="6360296"/>
                <a:ext cx="114480" cy="1479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282862" y="6351296"/>
                  <a:ext cx="13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14:cNvPr>
                <p14:cNvContentPartPr/>
                <p14:nvPr/>
              </p14:nvContentPartPr>
              <p14:xfrm>
                <a:off x="6457462" y="6400616"/>
                <a:ext cx="97560" cy="74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8462" y="6391976"/>
                  <a:ext cx="115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14:cNvPr>
                <p14:cNvContentPartPr/>
                <p14:nvPr/>
              </p14:nvContentPartPr>
              <p14:xfrm>
                <a:off x="6588862" y="6400616"/>
                <a:ext cx="226800" cy="57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79862" y="6391976"/>
                  <a:ext cx="24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14:cNvPr>
                <p14:cNvContentPartPr/>
                <p14:nvPr/>
              </p14:nvContentPartPr>
              <p14:xfrm>
                <a:off x="6862822" y="6415736"/>
                <a:ext cx="86400" cy="179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854182" y="6407096"/>
                  <a:ext cx="104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14:cNvPr>
                <p14:cNvContentPartPr/>
                <p14:nvPr/>
              </p14:nvContentPartPr>
              <p14:xfrm>
                <a:off x="6948502" y="6193976"/>
                <a:ext cx="198360" cy="265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39862" y="6185336"/>
                  <a:ext cx="216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14:cNvPr>
                <p14:cNvContentPartPr/>
                <p14:nvPr/>
              </p14:nvContentPartPr>
              <p14:xfrm>
                <a:off x="7080982" y="6219896"/>
                <a:ext cx="360" cy="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72342" y="6210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14:cNvPr>
                <p14:cNvContentPartPr/>
                <p14:nvPr/>
              </p14:nvContentPartPr>
              <p14:xfrm>
                <a:off x="7182142" y="6384776"/>
                <a:ext cx="159480" cy="662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173142" y="6375776"/>
                  <a:ext cx="177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14:cNvPr>
                <p14:cNvContentPartPr/>
                <p14:nvPr/>
              </p14:nvContentPartPr>
              <p14:xfrm>
                <a:off x="7336582" y="6368936"/>
                <a:ext cx="127080" cy="206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327942" y="6359936"/>
                  <a:ext cx="1447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434994D-58CF-A2B4-E112-BAC2076A6EBE}"/>
              </a:ext>
            </a:extLst>
          </p:cNvPr>
          <p:cNvGrpSpPr/>
          <p:nvPr/>
        </p:nvGrpSpPr>
        <p:grpSpPr>
          <a:xfrm>
            <a:off x="7633582" y="6231416"/>
            <a:ext cx="293040" cy="238320"/>
            <a:chOff x="7633582" y="6231416"/>
            <a:chExt cx="29304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14:cNvPr>
                <p14:cNvContentPartPr/>
                <p14:nvPr/>
              </p14:nvContentPartPr>
              <p14:xfrm>
                <a:off x="7633582" y="6251576"/>
                <a:ext cx="181080" cy="2181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624942" y="624257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14:cNvPr>
                <p14:cNvContentPartPr/>
                <p14:nvPr/>
              </p14:nvContentPartPr>
              <p14:xfrm>
                <a:off x="7867942" y="6310256"/>
                <a:ext cx="38160" cy="112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858942" y="6301256"/>
                  <a:ext cx="55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14:cNvPr>
                <p14:cNvContentPartPr/>
                <p14:nvPr/>
              </p14:nvContentPartPr>
              <p14:xfrm>
                <a:off x="7762102" y="6231416"/>
                <a:ext cx="164520" cy="32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753462" y="6222416"/>
                  <a:ext cx="1821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2229F6D-E9BD-CD4B-FB1E-A2A712FC0BE3}"/>
              </a:ext>
            </a:extLst>
          </p:cNvPr>
          <p:cNvGrpSpPr/>
          <p:nvPr/>
        </p:nvGrpSpPr>
        <p:grpSpPr>
          <a:xfrm>
            <a:off x="8110222" y="6139976"/>
            <a:ext cx="901080" cy="435240"/>
            <a:chOff x="8110222" y="6139976"/>
            <a:chExt cx="90108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14:cNvPr>
                <p14:cNvContentPartPr/>
                <p14:nvPr/>
              </p14:nvContentPartPr>
              <p14:xfrm>
                <a:off x="8110222" y="6304136"/>
                <a:ext cx="87840" cy="133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101222" y="6295136"/>
                  <a:ext cx="105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14:cNvPr>
                <p14:cNvContentPartPr/>
                <p14:nvPr/>
              </p14:nvContentPartPr>
              <p14:xfrm>
                <a:off x="8231542" y="6368576"/>
                <a:ext cx="18720" cy="745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222542" y="6359936"/>
                  <a:ext cx="36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14:cNvPr>
                <p14:cNvContentPartPr/>
                <p14:nvPr/>
              </p14:nvContentPartPr>
              <p14:xfrm>
                <a:off x="8229382" y="6255536"/>
                <a:ext cx="360" cy="15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20742" y="6246896"/>
                  <a:ext cx="1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14:cNvPr>
                <p14:cNvContentPartPr/>
                <p14:nvPr/>
              </p14:nvContentPartPr>
              <p14:xfrm>
                <a:off x="8303902" y="6357776"/>
                <a:ext cx="123840" cy="217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94902" y="6348776"/>
                  <a:ext cx="141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14:cNvPr>
                <p14:cNvContentPartPr/>
                <p14:nvPr/>
              </p14:nvContentPartPr>
              <p14:xfrm>
                <a:off x="8442142" y="6315656"/>
                <a:ext cx="184320" cy="101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33142" y="6306656"/>
                  <a:ext cx="201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14:cNvPr>
                <p14:cNvContentPartPr/>
                <p14:nvPr/>
              </p14:nvContentPartPr>
              <p14:xfrm>
                <a:off x="8663182" y="6139976"/>
                <a:ext cx="198720" cy="293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654182" y="6131336"/>
                  <a:ext cx="216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14:cNvPr>
                <p14:cNvContentPartPr/>
                <p14:nvPr/>
              </p14:nvContentPartPr>
              <p14:xfrm>
                <a:off x="8967382" y="6301616"/>
                <a:ext cx="43920" cy="1411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958382" y="6292976"/>
                  <a:ext cx="6156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2B42CF4-9452-E462-B247-9E5A9045F1FD}"/>
              </a:ext>
            </a:extLst>
          </p:cNvPr>
          <p:cNvGrpSpPr/>
          <p:nvPr/>
        </p:nvGrpSpPr>
        <p:grpSpPr>
          <a:xfrm>
            <a:off x="9413422" y="6129176"/>
            <a:ext cx="835920" cy="393840"/>
            <a:chOff x="9413422" y="6129176"/>
            <a:chExt cx="83592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14:cNvPr>
                <p14:cNvContentPartPr/>
                <p14:nvPr/>
              </p14:nvContentPartPr>
              <p14:xfrm>
                <a:off x="9413422" y="6129176"/>
                <a:ext cx="135000" cy="3938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404782" y="6120536"/>
                  <a:ext cx="152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14:cNvPr>
                <p14:cNvContentPartPr/>
                <p14:nvPr/>
              </p14:nvContentPartPr>
              <p14:xfrm>
                <a:off x="9589462" y="6218816"/>
                <a:ext cx="164160" cy="2030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580822" y="6210176"/>
                  <a:ext cx="181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14:cNvPr>
                <p14:cNvContentPartPr/>
                <p14:nvPr/>
              </p14:nvContentPartPr>
              <p14:xfrm>
                <a:off x="9781702" y="6219896"/>
                <a:ext cx="178920" cy="1922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773062" y="6210896"/>
                  <a:ext cx="196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14:cNvPr>
                <p14:cNvContentPartPr/>
                <p14:nvPr/>
              </p14:nvContentPartPr>
              <p14:xfrm>
                <a:off x="10050262" y="6211976"/>
                <a:ext cx="199080" cy="146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041262" y="6203336"/>
                  <a:ext cx="216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14:cNvPr>
                <p14:cNvContentPartPr/>
                <p14:nvPr/>
              </p14:nvContentPartPr>
              <p14:xfrm>
                <a:off x="10175182" y="6289016"/>
                <a:ext cx="19800" cy="133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66182" y="6280016"/>
                  <a:ext cx="374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F22296A5-929B-AF52-D490-C2DD62073942}"/>
              </a:ext>
            </a:extLst>
          </p:cNvPr>
          <p:cNvGrpSpPr/>
          <p:nvPr/>
        </p:nvGrpSpPr>
        <p:grpSpPr>
          <a:xfrm>
            <a:off x="10416022" y="6139976"/>
            <a:ext cx="1076400" cy="393840"/>
            <a:chOff x="10416022" y="6139976"/>
            <a:chExt cx="107640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14:cNvPr>
                <p14:cNvContentPartPr/>
                <p14:nvPr/>
              </p14:nvContentPartPr>
              <p14:xfrm>
                <a:off x="10416022" y="6338336"/>
                <a:ext cx="80640" cy="58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407382" y="6329696"/>
                  <a:ext cx="98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14:cNvPr>
                <p14:cNvContentPartPr/>
                <p14:nvPr/>
              </p14:nvContentPartPr>
              <p14:xfrm>
                <a:off x="10556782" y="6179576"/>
                <a:ext cx="105120" cy="354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547782" y="6170576"/>
                  <a:ext cx="122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14:cNvPr>
                <p14:cNvContentPartPr/>
                <p14:nvPr/>
              </p14:nvContentPartPr>
              <p14:xfrm>
                <a:off x="10541662" y="6394496"/>
                <a:ext cx="106920" cy="75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33022" y="63854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14:cNvPr>
                <p14:cNvContentPartPr/>
                <p14:nvPr/>
              </p14:nvContentPartPr>
              <p14:xfrm>
                <a:off x="10781062" y="6204056"/>
                <a:ext cx="117000" cy="177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772422" y="6195056"/>
                  <a:ext cx="134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14:cNvPr>
                <p14:cNvContentPartPr/>
                <p14:nvPr/>
              </p14:nvContentPartPr>
              <p14:xfrm>
                <a:off x="10958182" y="6288296"/>
                <a:ext cx="73440" cy="75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949542" y="6279656"/>
                  <a:ext cx="91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14:cNvPr>
                <p14:cNvContentPartPr/>
                <p14:nvPr/>
              </p14:nvContentPartPr>
              <p14:xfrm>
                <a:off x="11079142" y="6279656"/>
                <a:ext cx="67680" cy="79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070502" y="62706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14:cNvPr>
                <p14:cNvContentPartPr/>
                <p14:nvPr/>
              </p14:nvContentPartPr>
              <p14:xfrm>
                <a:off x="11190742" y="6177416"/>
                <a:ext cx="59400" cy="197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181742" y="6168416"/>
                  <a:ext cx="77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14:cNvPr>
                <p14:cNvContentPartPr/>
                <p14:nvPr/>
              </p14:nvContentPartPr>
              <p14:xfrm>
                <a:off x="11280742" y="6303416"/>
                <a:ext cx="92880" cy="50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72102" y="6294416"/>
                  <a:ext cx="110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14:cNvPr>
                <p14:cNvContentPartPr/>
                <p14:nvPr/>
              </p14:nvContentPartPr>
              <p14:xfrm>
                <a:off x="11328982" y="6139976"/>
                <a:ext cx="163440" cy="3240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319982" y="6131336"/>
                  <a:ext cx="18108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14:cNvPr>
              <p14:cNvContentPartPr/>
              <p14:nvPr/>
            </p14:nvContentPartPr>
            <p14:xfrm>
              <a:off x="3615622" y="4390016"/>
              <a:ext cx="657000" cy="226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3606622" y="4381016"/>
                <a:ext cx="674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14:cNvPr>
              <p14:cNvContentPartPr/>
              <p14:nvPr/>
            </p14:nvContentPartPr>
            <p14:xfrm>
              <a:off x="1580902" y="4334576"/>
              <a:ext cx="455400" cy="1191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572262" y="4325936"/>
                <a:ext cx="4730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14:cNvPr>
              <p14:cNvContentPartPr/>
              <p14:nvPr/>
            </p14:nvContentPartPr>
            <p14:xfrm>
              <a:off x="4104142" y="4314416"/>
              <a:ext cx="171000" cy="1479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4095502" y="4305416"/>
                <a:ext cx="1886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97B32E6-B429-3314-C3B6-DA55CE72D80D}"/>
              </a:ext>
            </a:extLst>
          </p:cNvPr>
          <p:cNvGrpSpPr/>
          <p:nvPr/>
        </p:nvGrpSpPr>
        <p:grpSpPr>
          <a:xfrm>
            <a:off x="2253742" y="4233056"/>
            <a:ext cx="1095840" cy="282960"/>
            <a:chOff x="2253742" y="4233056"/>
            <a:chExt cx="10958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14:cNvPr>
                <p14:cNvContentPartPr/>
                <p14:nvPr/>
              </p14:nvContentPartPr>
              <p14:xfrm>
                <a:off x="2253742" y="4326656"/>
                <a:ext cx="92160" cy="173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244742" y="4318016"/>
                  <a:ext cx="109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14:cNvPr>
                <p14:cNvContentPartPr/>
                <p14:nvPr/>
              </p14:nvContentPartPr>
              <p14:xfrm>
                <a:off x="2362822" y="4348616"/>
                <a:ext cx="93600" cy="58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353822" y="4339616"/>
                  <a:ext cx="111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14:cNvPr>
                <p14:cNvContentPartPr/>
                <p14:nvPr/>
              </p14:nvContentPartPr>
              <p14:xfrm>
                <a:off x="2485582" y="4315136"/>
                <a:ext cx="118440" cy="100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476942" y="4306496"/>
                  <a:ext cx="136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14:cNvPr>
                <p14:cNvContentPartPr/>
                <p14:nvPr/>
              </p14:nvContentPartPr>
              <p14:xfrm>
                <a:off x="2720662" y="4233056"/>
                <a:ext cx="137160" cy="2761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12022" y="4224056"/>
                  <a:ext cx="154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14:cNvPr>
                <p14:cNvContentPartPr/>
                <p14:nvPr/>
              </p14:nvContentPartPr>
              <p14:xfrm>
                <a:off x="2747662" y="4401536"/>
                <a:ext cx="123120" cy="24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739022" y="4392536"/>
                  <a:ext cx="14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14:cNvPr>
                <p14:cNvContentPartPr/>
                <p14:nvPr/>
              </p14:nvContentPartPr>
              <p14:xfrm>
                <a:off x="2856382" y="4322696"/>
                <a:ext cx="221400" cy="1137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847742" y="4313696"/>
                  <a:ext cx="239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14:cNvPr>
                <p14:cNvContentPartPr/>
                <p14:nvPr/>
              </p14:nvContentPartPr>
              <p14:xfrm>
                <a:off x="3107662" y="4315856"/>
                <a:ext cx="164520" cy="200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099022" y="4306856"/>
                  <a:ext cx="182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14:cNvPr>
                <p14:cNvContentPartPr/>
                <p14:nvPr/>
              </p14:nvContentPartPr>
              <p14:xfrm>
                <a:off x="3237262" y="4423496"/>
                <a:ext cx="27360" cy="31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228622" y="4414496"/>
                  <a:ext cx="45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14:cNvPr>
                <p14:cNvContentPartPr/>
                <p14:nvPr/>
              </p14:nvContentPartPr>
              <p14:xfrm>
                <a:off x="3337342" y="4456976"/>
                <a:ext cx="12240" cy="3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328342" y="4447976"/>
                  <a:ext cx="298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4D7702C-0DCD-AA06-09A7-E44D7DAA0A0F}"/>
              </a:ext>
            </a:extLst>
          </p:cNvPr>
          <p:cNvGrpSpPr/>
          <p:nvPr/>
        </p:nvGrpSpPr>
        <p:grpSpPr>
          <a:xfrm>
            <a:off x="4337782" y="4283816"/>
            <a:ext cx="2725920" cy="321480"/>
            <a:chOff x="4337782" y="4283816"/>
            <a:chExt cx="272592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14:cNvPr>
                <p14:cNvContentPartPr/>
                <p14:nvPr/>
              </p14:nvContentPartPr>
              <p14:xfrm>
                <a:off x="4472782" y="4426376"/>
                <a:ext cx="672120" cy="136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464142" y="4417376"/>
                  <a:ext cx="689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14:cNvPr>
                <p14:cNvContentPartPr/>
                <p14:nvPr/>
              </p14:nvContentPartPr>
              <p14:xfrm>
                <a:off x="4442902" y="4373456"/>
                <a:ext cx="163800" cy="124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433902" y="436445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14:cNvPr>
                <p14:cNvContentPartPr/>
                <p14:nvPr/>
              </p14:nvContentPartPr>
              <p14:xfrm>
                <a:off x="4337782" y="4284896"/>
                <a:ext cx="42840" cy="311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329142" y="4275896"/>
                  <a:ext cx="604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14:cNvPr>
                <p14:cNvContentPartPr/>
                <p14:nvPr/>
              </p14:nvContentPartPr>
              <p14:xfrm>
                <a:off x="5309782" y="4389656"/>
                <a:ext cx="149760" cy="93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301142" y="4381016"/>
                  <a:ext cx="167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14:cNvPr>
                <p14:cNvContentPartPr/>
                <p14:nvPr/>
              </p14:nvContentPartPr>
              <p14:xfrm>
                <a:off x="5438302" y="4373816"/>
                <a:ext cx="202320" cy="82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429662" y="4364816"/>
                  <a:ext cx="219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14:cNvPr>
                <p14:cNvContentPartPr/>
                <p14:nvPr/>
              </p14:nvContentPartPr>
              <p14:xfrm>
                <a:off x="5597422" y="4370936"/>
                <a:ext cx="139680" cy="234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588782" y="4362296"/>
                  <a:ext cx="157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14:cNvPr>
                <p14:cNvContentPartPr/>
                <p14:nvPr/>
              </p14:nvContentPartPr>
              <p14:xfrm>
                <a:off x="5883262" y="4283816"/>
                <a:ext cx="130320" cy="288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874262" y="4274816"/>
                  <a:ext cx="147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14:cNvPr>
                <p14:cNvContentPartPr/>
                <p14:nvPr/>
              </p14:nvContentPartPr>
              <p14:xfrm>
                <a:off x="6025822" y="4366256"/>
                <a:ext cx="195120" cy="1310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16822" y="4357256"/>
                  <a:ext cx="212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14:cNvPr>
                <p14:cNvContentPartPr/>
                <p14:nvPr/>
              </p14:nvContentPartPr>
              <p14:xfrm>
                <a:off x="6218062" y="4380296"/>
                <a:ext cx="135360" cy="168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209422" y="4371656"/>
                  <a:ext cx="153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14:cNvPr>
                <p14:cNvContentPartPr/>
                <p14:nvPr/>
              </p14:nvContentPartPr>
              <p14:xfrm>
                <a:off x="6342262" y="4479656"/>
                <a:ext cx="11880" cy="23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33262" y="4471016"/>
                  <a:ext cx="29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14:cNvPr>
                <p14:cNvContentPartPr/>
                <p14:nvPr/>
              </p14:nvContentPartPr>
              <p14:xfrm>
                <a:off x="6443062" y="4322336"/>
                <a:ext cx="620640" cy="135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434422" y="4313336"/>
                  <a:ext cx="638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14:cNvPr>
                <p14:cNvContentPartPr/>
                <p14:nvPr/>
              </p14:nvContentPartPr>
              <p14:xfrm>
                <a:off x="6454222" y="4417016"/>
                <a:ext cx="504720" cy="385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445582" y="4408376"/>
                  <a:ext cx="522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14:cNvPr>
                <p14:cNvContentPartPr/>
                <p14:nvPr/>
              </p14:nvContentPartPr>
              <p14:xfrm>
                <a:off x="4590142" y="4433576"/>
                <a:ext cx="455400" cy="32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581142" y="4424576"/>
                  <a:ext cx="47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14:cNvPr>
                <p14:cNvContentPartPr/>
                <p14:nvPr/>
              </p14:nvContentPartPr>
              <p14:xfrm>
                <a:off x="4548382" y="4454816"/>
                <a:ext cx="55800" cy="25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539382" y="4446176"/>
                  <a:ext cx="7344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CCD7B1-E506-9C14-688F-9C812E99EA69}"/>
              </a:ext>
            </a:extLst>
          </p:cNvPr>
          <p:cNvGrpSpPr/>
          <p:nvPr/>
        </p:nvGrpSpPr>
        <p:grpSpPr>
          <a:xfrm>
            <a:off x="1960702" y="818096"/>
            <a:ext cx="679680" cy="60840"/>
            <a:chOff x="1960702" y="818096"/>
            <a:chExt cx="679680" cy="6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14:cNvPr>
                <p14:cNvContentPartPr/>
                <p14:nvPr/>
              </p14:nvContentPartPr>
              <p14:xfrm>
                <a:off x="1960702" y="855536"/>
                <a:ext cx="649800" cy="23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52062" y="846536"/>
                  <a:ext cx="667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14:cNvPr>
                <p14:cNvContentPartPr/>
                <p14:nvPr/>
              </p14:nvContentPartPr>
              <p14:xfrm>
                <a:off x="1970782" y="818096"/>
                <a:ext cx="669600" cy="59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62142" y="809096"/>
                  <a:ext cx="6872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D96C85-2C30-5BC2-C574-8675EEF61F1C}"/>
              </a:ext>
            </a:extLst>
          </p:cNvPr>
          <p:cNvGrpSpPr/>
          <p:nvPr/>
        </p:nvGrpSpPr>
        <p:grpSpPr>
          <a:xfrm>
            <a:off x="1621222" y="5650376"/>
            <a:ext cx="622440" cy="202320"/>
            <a:chOff x="1621222" y="5650376"/>
            <a:chExt cx="62244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14:cNvPr>
                <p14:cNvContentPartPr/>
                <p14:nvPr/>
              </p14:nvContentPartPr>
              <p14:xfrm>
                <a:off x="1637062" y="5682776"/>
                <a:ext cx="42840" cy="158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8422" y="5674136"/>
                  <a:ext cx="60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14:cNvPr>
                <p14:cNvContentPartPr/>
                <p14:nvPr/>
              </p14:nvContentPartPr>
              <p14:xfrm>
                <a:off x="1621222" y="5650376"/>
                <a:ext cx="128880" cy="1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2582" y="5641376"/>
                  <a:ext cx="146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14:cNvPr>
                <p14:cNvContentPartPr/>
                <p14:nvPr/>
              </p14:nvContentPartPr>
              <p14:xfrm>
                <a:off x="1663702" y="5725256"/>
                <a:ext cx="86040" cy="5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5062" y="5716256"/>
                  <a:ext cx="103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14:cNvPr>
                <p14:cNvContentPartPr/>
                <p14:nvPr/>
              </p14:nvContentPartPr>
              <p14:xfrm>
                <a:off x="1860622" y="5714816"/>
                <a:ext cx="70200" cy="13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1622" y="5706176"/>
                  <a:ext cx="87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14:cNvPr>
                <p14:cNvContentPartPr/>
                <p14:nvPr/>
              </p14:nvContentPartPr>
              <p14:xfrm>
                <a:off x="1865662" y="5677016"/>
                <a:ext cx="102960" cy="38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7022" y="5668016"/>
                  <a:ext cx="120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14:cNvPr>
                <p14:cNvContentPartPr/>
                <p14:nvPr/>
              </p14:nvContentPartPr>
              <p14:xfrm>
                <a:off x="1855222" y="5736056"/>
                <a:ext cx="105480" cy="21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6222" y="5727416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14:cNvPr>
                <p14:cNvContentPartPr/>
                <p14:nvPr/>
              </p14:nvContentPartPr>
              <p14:xfrm>
                <a:off x="2126302" y="5720216"/>
                <a:ext cx="66240" cy="10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17662" y="5711216"/>
                  <a:ext cx="8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14:cNvPr>
                <p14:cNvContentPartPr/>
                <p14:nvPr/>
              </p14:nvContentPartPr>
              <p14:xfrm>
                <a:off x="2026582" y="5661896"/>
                <a:ext cx="217080" cy="21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7942" y="5652896"/>
                  <a:ext cx="2347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64707F-645F-751E-B169-AE0E074AB225}"/>
              </a:ext>
            </a:extLst>
          </p:cNvPr>
          <p:cNvGrpSpPr/>
          <p:nvPr/>
        </p:nvGrpSpPr>
        <p:grpSpPr>
          <a:xfrm>
            <a:off x="2508982" y="5640656"/>
            <a:ext cx="187920" cy="192240"/>
            <a:chOff x="2508982" y="5640656"/>
            <a:chExt cx="18792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14:cNvPr>
                <p14:cNvContentPartPr/>
                <p14:nvPr/>
              </p14:nvContentPartPr>
              <p14:xfrm>
                <a:off x="2551462" y="5746856"/>
                <a:ext cx="25920" cy="72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2822" y="5737856"/>
                  <a:ext cx="43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14:cNvPr>
                <p14:cNvContentPartPr/>
                <p14:nvPr/>
              </p14:nvContentPartPr>
              <p14:xfrm>
                <a:off x="2508982" y="5640656"/>
                <a:ext cx="576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99982" y="5631656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14:cNvPr>
                <p14:cNvContentPartPr/>
                <p14:nvPr/>
              </p14:nvContentPartPr>
              <p14:xfrm>
                <a:off x="2599702" y="5704016"/>
                <a:ext cx="97200" cy="12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0702" y="5695376"/>
                  <a:ext cx="1148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95F494-52A2-89B9-6B2A-AAA6D4DFC291}"/>
              </a:ext>
            </a:extLst>
          </p:cNvPr>
          <p:cNvGrpSpPr/>
          <p:nvPr/>
        </p:nvGrpSpPr>
        <p:grpSpPr>
          <a:xfrm>
            <a:off x="2921542" y="5598176"/>
            <a:ext cx="1241280" cy="339480"/>
            <a:chOff x="2921542" y="5598176"/>
            <a:chExt cx="124128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14:cNvPr>
                <p14:cNvContentPartPr/>
                <p14:nvPr/>
              </p14:nvContentPartPr>
              <p14:xfrm>
                <a:off x="2921542" y="5598176"/>
                <a:ext cx="146160" cy="339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2902" y="5589176"/>
                  <a:ext cx="163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14:cNvPr>
                <p14:cNvContentPartPr/>
                <p14:nvPr/>
              </p14:nvContentPartPr>
              <p14:xfrm>
                <a:off x="2956102" y="5804816"/>
                <a:ext cx="132840" cy="11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47102" y="5795816"/>
                  <a:ext cx="150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14:cNvPr>
                <p14:cNvContentPartPr/>
                <p14:nvPr/>
              </p14:nvContentPartPr>
              <p14:xfrm>
                <a:off x="3074902" y="5778896"/>
                <a:ext cx="110880" cy="53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6262" y="5770256"/>
                  <a:ext cx="128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14:cNvPr>
                <p14:cNvContentPartPr/>
                <p14:nvPr/>
              </p14:nvContentPartPr>
              <p14:xfrm>
                <a:off x="3196942" y="5704016"/>
                <a:ext cx="140040" cy="111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88302" y="5695376"/>
                  <a:ext cx="157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14:cNvPr>
                <p14:cNvContentPartPr/>
                <p14:nvPr/>
              </p14:nvContentPartPr>
              <p14:xfrm>
                <a:off x="3322582" y="5603216"/>
                <a:ext cx="136080" cy="22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3582" y="5594216"/>
                  <a:ext cx="153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14:cNvPr>
                <p14:cNvContentPartPr/>
                <p14:nvPr/>
              </p14:nvContentPartPr>
              <p14:xfrm>
                <a:off x="3604102" y="5661176"/>
                <a:ext cx="224280" cy="9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95462" y="5652176"/>
                  <a:ext cx="24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14:cNvPr>
                <p14:cNvContentPartPr/>
                <p14:nvPr/>
              </p14:nvContentPartPr>
              <p14:xfrm>
                <a:off x="3879862" y="5682776"/>
                <a:ext cx="117000" cy="6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1222" y="5674136"/>
                  <a:ext cx="134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14:cNvPr>
                <p14:cNvContentPartPr/>
                <p14:nvPr/>
              </p14:nvContentPartPr>
              <p14:xfrm>
                <a:off x="4008382" y="5677736"/>
                <a:ext cx="154440" cy="22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99382" y="5668736"/>
                  <a:ext cx="17208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8B7406-C48D-39BF-50E0-87B433DA9CF8}"/>
              </a:ext>
            </a:extLst>
          </p:cNvPr>
          <p:cNvGrpSpPr/>
          <p:nvPr/>
        </p:nvGrpSpPr>
        <p:grpSpPr>
          <a:xfrm>
            <a:off x="4391062" y="5592416"/>
            <a:ext cx="256680" cy="192600"/>
            <a:chOff x="4391062" y="5592416"/>
            <a:chExt cx="2566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14:cNvPr>
                <p14:cNvContentPartPr/>
                <p14:nvPr/>
              </p14:nvContentPartPr>
              <p14:xfrm>
                <a:off x="4391062" y="5592416"/>
                <a:ext cx="101880" cy="19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422" y="5583776"/>
                  <a:ext cx="119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14:cNvPr>
                <p14:cNvContentPartPr/>
                <p14:nvPr/>
              </p14:nvContentPartPr>
              <p14:xfrm>
                <a:off x="4427062" y="5701856"/>
                <a:ext cx="97560" cy="1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18062" y="5692856"/>
                  <a:ext cx="11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14:cNvPr>
                <p14:cNvContentPartPr/>
                <p14:nvPr/>
              </p14:nvContentPartPr>
              <p14:xfrm>
                <a:off x="4544782" y="5692856"/>
                <a:ext cx="102960" cy="70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35782" y="5684216"/>
                  <a:ext cx="12060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1700E3-6981-B38B-D86C-7CFB6BF2DD31}"/>
              </a:ext>
            </a:extLst>
          </p:cNvPr>
          <p:cNvGrpSpPr/>
          <p:nvPr/>
        </p:nvGrpSpPr>
        <p:grpSpPr>
          <a:xfrm>
            <a:off x="4864462" y="5528696"/>
            <a:ext cx="1796760" cy="312840"/>
            <a:chOff x="4864462" y="5528696"/>
            <a:chExt cx="17967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14:cNvPr>
                <p14:cNvContentPartPr/>
                <p14:nvPr/>
              </p14:nvContentPartPr>
              <p14:xfrm>
                <a:off x="4864462" y="5688176"/>
                <a:ext cx="116640" cy="85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5462" y="5679536"/>
                  <a:ext cx="134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14:cNvPr>
                <p14:cNvContentPartPr/>
                <p14:nvPr/>
              </p14:nvContentPartPr>
              <p14:xfrm>
                <a:off x="4989742" y="5692496"/>
                <a:ext cx="101880" cy="77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1102" y="5683496"/>
                  <a:ext cx="119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14:cNvPr>
                <p14:cNvContentPartPr/>
                <p14:nvPr/>
              </p14:nvContentPartPr>
              <p14:xfrm>
                <a:off x="5113942" y="5714816"/>
                <a:ext cx="222840" cy="37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302" y="5706176"/>
                  <a:ext cx="24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14:cNvPr>
                <p14:cNvContentPartPr/>
                <p14:nvPr/>
              </p14:nvContentPartPr>
              <p14:xfrm>
                <a:off x="5372062" y="5676296"/>
                <a:ext cx="103320" cy="165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63062" y="5667656"/>
                  <a:ext cx="12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14:cNvPr>
                <p14:cNvContentPartPr/>
                <p14:nvPr/>
              </p14:nvContentPartPr>
              <p14:xfrm>
                <a:off x="5491582" y="5693576"/>
                <a:ext cx="162720" cy="79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82582" y="5684576"/>
                  <a:ext cx="180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14:cNvPr>
                <p14:cNvContentPartPr/>
                <p14:nvPr/>
              </p14:nvContentPartPr>
              <p14:xfrm>
                <a:off x="5651062" y="5528696"/>
                <a:ext cx="59400" cy="202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42062" y="5520056"/>
                  <a:ext cx="77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14:cNvPr>
                <p14:cNvContentPartPr/>
                <p14:nvPr/>
              </p14:nvContentPartPr>
              <p14:xfrm>
                <a:off x="5666902" y="5629496"/>
                <a:ext cx="268560" cy="112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8262" y="5620496"/>
                  <a:ext cx="286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14:cNvPr>
                <p14:cNvContentPartPr/>
                <p14:nvPr/>
              </p14:nvContentPartPr>
              <p14:xfrm>
                <a:off x="6145342" y="5581976"/>
                <a:ext cx="53640" cy="114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36702" y="5572976"/>
                  <a:ext cx="71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14:cNvPr>
                <p14:cNvContentPartPr/>
                <p14:nvPr/>
              </p14:nvContentPartPr>
              <p14:xfrm>
                <a:off x="6113662" y="5553536"/>
                <a:ext cx="191880" cy="172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04662" y="5544896"/>
                  <a:ext cx="209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14:cNvPr>
                <p14:cNvContentPartPr/>
                <p14:nvPr/>
              </p14:nvContentPartPr>
              <p14:xfrm>
                <a:off x="6342262" y="5613656"/>
                <a:ext cx="56880" cy="110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33262" y="5605016"/>
                  <a:ext cx="74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14:cNvPr>
                <p14:cNvContentPartPr/>
                <p14:nvPr/>
              </p14:nvContentPartPr>
              <p14:xfrm>
                <a:off x="6347302" y="5548496"/>
                <a:ext cx="67680" cy="44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8662" y="5539496"/>
                  <a:ext cx="85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14:cNvPr>
                <p14:cNvContentPartPr/>
                <p14:nvPr/>
              </p14:nvContentPartPr>
              <p14:xfrm>
                <a:off x="6336862" y="5631656"/>
                <a:ext cx="102600" cy="14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7862" y="5623016"/>
                  <a:ext cx="120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14:cNvPr>
                <p14:cNvContentPartPr/>
                <p14:nvPr/>
              </p14:nvContentPartPr>
              <p14:xfrm>
                <a:off x="6570862" y="5587376"/>
                <a:ext cx="47520" cy="107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61862" y="5578376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14:cNvPr>
                <p14:cNvContentPartPr/>
                <p14:nvPr/>
              </p14:nvContentPartPr>
              <p14:xfrm>
                <a:off x="6466462" y="5544536"/>
                <a:ext cx="194760" cy="2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57822" y="5535536"/>
                  <a:ext cx="2124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14:cNvPr>
              <p14:cNvContentPartPr/>
              <p14:nvPr/>
            </p14:nvContentPartPr>
            <p14:xfrm>
              <a:off x="4693102" y="1844456"/>
              <a:ext cx="591840" cy="30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84462" y="1835456"/>
                <a:ext cx="6094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4A95614C-E208-556A-2CE6-9558906CAD04}"/>
              </a:ext>
            </a:extLst>
          </p:cNvPr>
          <p:cNvGrpSpPr/>
          <p:nvPr/>
        </p:nvGrpSpPr>
        <p:grpSpPr>
          <a:xfrm>
            <a:off x="7685422" y="3879896"/>
            <a:ext cx="1701720" cy="304560"/>
            <a:chOff x="7685422" y="3879896"/>
            <a:chExt cx="170172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14:cNvPr>
                <p14:cNvContentPartPr/>
                <p14:nvPr/>
              </p14:nvContentPartPr>
              <p14:xfrm>
                <a:off x="7721782" y="4018856"/>
                <a:ext cx="46440" cy="97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13142" y="4010216"/>
                  <a:ext cx="64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14:cNvPr>
                <p14:cNvContentPartPr/>
                <p14:nvPr/>
              </p14:nvContentPartPr>
              <p14:xfrm>
                <a:off x="7685422" y="3925256"/>
                <a:ext cx="7560" cy="3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76422" y="3916616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14:cNvPr>
                <p14:cNvContentPartPr/>
                <p14:nvPr/>
              </p14:nvContentPartPr>
              <p14:xfrm>
                <a:off x="7791982" y="3879896"/>
                <a:ext cx="129960" cy="30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82982" y="3871256"/>
                  <a:ext cx="147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14:cNvPr>
                <p14:cNvContentPartPr/>
                <p14:nvPr/>
              </p14:nvContentPartPr>
              <p14:xfrm>
                <a:off x="7782982" y="4066376"/>
                <a:ext cx="13824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74342" y="405737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14:cNvPr>
                <p14:cNvContentPartPr/>
                <p14:nvPr/>
              </p14:nvContentPartPr>
              <p14:xfrm>
                <a:off x="8074942" y="3886016"/>
                <a:ext cx="224640" cy="19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66302" y="3877016"/>
                  <a:ext cx="242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14:cNvPr>
                <p14:cNvContentPartPr/>
                <p14:nvPr/>
              </p14:nvContentPartPr>
              <p14:xfrm>
                <a:off x="8463382" y="4019936"/>
                <a:ext cx="159840" cy="1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54742" y="4011296"/>
                  <a:ext cx="177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14:cNvPr>
                <p14:cNvContentPartPr/>
                <p14:nvPr/>
              </p14:nvContentPartPr>
              <p14:xfrm>
                <a:off x="8455102" y="3947576"/>
                <a:ext cx="146880" cy="2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6462" y="3938936"/>
                  <a:ext cx="164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14:cNvPr>
                <p14:cNvContentPartPr/>
                <p14:nvPr/>
              </p14:nvContentPartPr>
              <p14:xfrm>
                <a:off x="8739862" y="3918056"/>
                <a:ext cx="41760" cy="11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30862" y="3909056"/>
                  <a:ext cx="59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14:cNvPr>
                <p14:cNvContentPartPr/>
                <p14:nvPr/>
              </p14:nvContentPartPr>
              <p14:xfrm>
                <a:off x="8814022" y="3925976"/>
                <a:ext cx="149400" cy="103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05382" y="3917336"/>
                  <a:ext cx="167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14:cNvPr>
                <p14:cNvContentPartPr/>
                <p14:nvPr/>
              </p14:nvContentPartPr>
              <p14:xfrm>
                <a:off x="9031102" y="3912656"/>
                <a:ext cx="123120" cy="11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22102" y="3903656"/>
                  <a:ext cx="140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14:cNvPr>
                <p14:cNvContentPartPr/>
                <p14:nvPr/>
              </p14:nvContentPartPr>
              <p14:xfrm>
                <a:off x="9216502" y="3910856"/>
                <a:ext cx="170640" cy="112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07862" y="3901856"/>
                  <a:ext cx="1882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150F240-0466-C518-CC8E-CBD595F743D1}"/>
              </a:ext>
            </a:extLst>
          </p:cNvPr>
          <p:cNvGrpSpPr/>
          <p:nvPr/>
        </p:nvGrpSpPr>
        <p:grpSpPr>
          <a:xfrm>
            <a:off x="7679302" y="4391096"/>
            <a:ext cx="552600" cy="207000"/>
            <a:chOff x="7679302" y="4391096"/>
            <a:chExt cx="5526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14:cNvPr>
                <p14:cNvContentPartPr/>
                <p14:nvPr/>
              </p14:nvContentPartPr>
              <p14:xfrm>
                <a:off x="7681822" y="4391096"/>
                <a:ext cx="90360" cy="202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73182" y="4382096"/>
                  <a:ext cx="108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14:cNvPr>
                <p14:cNvContentPartPr/>
                <p14:nvPr/>
              </p14:nvContentPartPr>
              <p14:xfrm>
                <a:off x="7679302" y="4523936"/>
                <a:ext cx="130320" cy="1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70662" y="4515296"/>
                  <a:ext cx="147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14:cNvPr>
                <p14:cNvContentPartPr/>
                <p14:nvPr/>
              </p14:nvContentPartPr>
              <p14:xfrm>
                <a:off x="7809262" y="4423136"/>
                <a:ext cx="422640" cy="174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00622" y="4414136"/>
                  <a:ext cx="44028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736115F-24D4-6602-5961-89C0AF7A8AB1}"/>
              </a:ext>
            </a:extLst>
          </p:cNvPr>
          <p:cNvGrpSpPr/>
          <p:nvPr/>
        </p:nvGrpSpPr>
        <p:grpSpPr>
          <a:xfrm>
            <a:off x="8490022" y="4332056"/>
            <a:ext cx="947880" cy="297720"/>
            <a:chOff x="8490022" y="4332056"/>
            <a:chExt cx="94788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14:cNvPr>
                <p14:cNvContentPartPr/>
                <p14:nvPr/>
              </p14:nvContentPartPr>
              <p14:xfrm>
                <a:off x="8490022" y="4423136"/>
                <a:ext cx="191880" cy="161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81022" y="4414136"/>
                  <a:ext cx="209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14:cNvPr>
                <p14:cNvContentPartPr/>
                <p14:nvPr/>
              </p14:nvContentPartPr>
              <p14:xfrm>
                <a:off x="8526022" y="4454816"/>
                <a:ext cx="28080" cy="69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17382" y="4446176"/>
                  <a:ext cx="4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14:cNvPr>
                <p14:cNvContentPartPr/>
                <p14:nvPr/>
              </p14:nvContentPartPr>
              <p14:xfrm>
                <a:off x="8783422" y="4332056"/>
                <a:ext cx="112320" cy="291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74422" y="4323056"/>
                  <a:ext cx="129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14:cNvPr>
                <p14:cNvContentPartPr/>
                <p14:nvPr/>
              </p14:nvContentPartPr>
              <p14:xfrm>
                <a:off x="8925622" y="4423496"/>
                <a:ext cx="176400" cy="136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16982" y="4414496"/>
                  <a:ext cx="194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14:cNvPr>
                <p14:cNvContentPartPr/>
                <p14:nvPr/>
              </p14:nvContentPartPr>
              <p14:xfrm>
                <a:off x="9112102" y="4347176"/>
                <a:ext cx="160200" cy="9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3102" y="4338176"/>
                  <a:ext cx="177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14:cNvPr>
                <p14:cNvContentPartPr/>
                <p14:nvPr/>
              </p14:nvContentPartPr>
              <p14:xfrm>
                <a:off x="9297862" y="4356176"/>
                <a:ext cx="140040" cy="27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9222" y="4347536"/>
                  <a:ext cx="1576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083E8DA-AA57-2B61-AAFA-7E001D573C67}"/>
              </a:ext>
            </a:extLst>
          </p:cNvPr>
          <p:cNvGrpSpPr/>
          <p:nvPr/>
        </p:nvGrpSpPr>
        <p:grpSpPr>
          <a:xfrm>
            <a:off x="9651382" y="4463816"/>
            <a:ext cx="141480" cy="65880"/>
            <a:chOff x="9651382" y="4463816"/>
            <a:chExt cx="14148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14:cNvPr>
                <p14:cNvContentPartPr/>
                <p14:nvPr/>
              </p14:nvContentPartPr>
              <p14:xfrm>
                <a:off x="9665422" y="4518896"/>
                <a:ext cx="127440" cy="1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56782" y="4509896"/>
                  <a:ext cx="14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14:cNvPr>
                <p14:cNvContentPartPr/>
                <p14:nvPr/>
              </p14:nvContentPartPr>
              <p14:xfrm>
                <a:off x="9651382" y="4463816"/>
                <a:ext cx="109440" cy="12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42742" y="4454816"/>
                  <a:ext cx="1270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C66AAC9-1B6E-5B05-8A60-EA49BF50916D}"/>
              </a:ext>
            </a:extLst>
          </p:cNvPr>
          <p:cNvGrpSpPr/>
          <p:nvPr/>
        </p:nvGrpSpPr>
        <p:grpSpPr>
          <a:xfrm>
            <a:off x="10004902" y="4236656"/>
            <a:ext cx="435600" cy="325440"/>
            <a:chOff x="10004902" y="4236656"/>
            <a:chExt cx="4356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14:cNvPr>
                <p14:cNvContentPartPr/>
                <p14:nvPr/>
              </p14:nvContentPartPr>
              <p14:xfrm>
                <a:off x="10004902" y="4406936"/>
                <a:ext cx="65520" cy="155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6262" y="4398296"/>
                  <a:ext cx="83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14:cNvPr>
                <p14:cNvContentPartPr/>
                <p14:nvPr/>
              </p14:nvContentPartPr>
              <p14:xfrm>
                <a:off x="10148542" y="4401896"/>
                <a:ext cx="107280" cy="133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39902" y="4392896"/>
                  <a:ext cx="124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14:cNvPr>
                <p14:cNvContentPartPr/>
                <p14:nvPr/>
              </p14:nvContentPartPr>
              <p14:xfrm>
                <a:off x="10312702" y="4236656"/>
                <a:ext cx="127800" cy="165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04062" y="4228016"/>
                  <a:ext cx="1454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307CD67-2B4C-027F-8655-ED6356AB144D}"/>
              </a:ext>
            </a:extLst>
          </p:cNvPr>
          <p:cNvGrpSpPr/>
          <p:nvPr/>
        </p:nvGrpSpPr>
        <p:grpSpPr>
          <a:xfrm>
            <a:off x="7830862" y="4872416"/>
            <a:ext cx="1684080" cy="432360"/>
            <a:chOff x="7830862" y="4872416"/>
            <a:chExt cx="168408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14:cNvPr>
                <p14:cNvContentPartPr/>
                <p14:nvPr/>
              </p14:nvContentPartPr>
              <p14:xfrm>
                <a:off x="7830862" y="4954496"/>
                <a:ext cx="186840" cy="213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21862" y="4945496"/>
                  <a:ext cx="20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14:cNvPr>
                <p14:cNvContentPartPr/>
                <p14:nvPr/>
              </p14:nvContentPartPr>
              <p14:xfrm>
                <a:off x="8133622" y="4872416"/>
                <a:ext cx="107280" cy="353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24982" y="4863776"/>
                  <a:ext cx="124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14:cNvPr>
                <p14:cNvContentPartPr/>
                <p14:nvPr/>
              </p14:nvContentPartPr>
              <p14:xfrm>
                <a:off x="8256742" y="4966376"/>
                <a:ext cx="191520" cy="18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48102" y="4957376"/>
                  <a:ext cx="209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14:cNvPr>
                <p14:cNvContentPartPr/>
                <p14:nvPr/>
              </p14:nvContentPartPr>
              <p14:xfrm>
                <a:off x="8568862" y="4928216"/>
                <a:ext cx="117720" cy="196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60222" y="4919576"/>
                  <a:ext cx="135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14:cNvPr>
                <p14:cNvContentPartPr/>
                <p14:nvPr/>
              </p14:nvContentPartPr>
              <p14:xfrm>
                <a:off x="8725102" y="5040536"/>
                <a:ext cx="74520" cy="78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16102" y="5031896"/>
                  <a:ext cx="9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14:cNvPr>
                <p14:cNvContentPartPr/>
                <p14:nvPr/>
              </p14:nvContentPartPr>
              <p14:xfrm>
                <a:off x="8863702" y="5046656"/>
                <a:ext cx="126000" cy="25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55062" y="5038016"/>
                  <a:ext cx="143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14:cNvPr>
                <p14:cNvContentPartPr/>
                <p14:nvPr/>
              </p14:nvContentPartPr>
              <p14:xfrm>
                <a:off x="9101302" y="4985456"/>
                <a:ext cx="182160" cy="162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92302" y="4976456"/>
                  <a:ext cx="19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14:cNvPr>
                <p14:cNvContentPartPr/>
                <p14:nvPr/>
              </p14:nvContentPartPr>
              <p14:xfrm>
                <a:off x="9351142" y="4890776"/>
                <a:ext cx="163800" cy="322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42502" y="4882136"/>
                  <a:ext cx="1814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FA5AD5-1325-F5B2-B30E-F4BB6ADA1ABC}"/>
              </a:ext>
            </a:extLst>
          </p:cNvPr>
          <p:cNvGrpSpPr/>
          <p:nvPr/>
        </p:nvGrpSpPr>
        <p:grpSpPr>
          <a:xfrm>
            <a:off x="9752182" y="5029376"/>
            <a:ext cx="120240" cy="74520"/>
            <a:chOff x="9752182" y="5029376"/>
            <a:chExt cx="12024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14:cNvPr>
                <p14:cNvContentPartPr/>
                <p14:nvPr/>
              </p14:nvContentPartPr>
              <p14:xfrm>
                <a:off x="9754702" y="5092376"/>
                <a:ext cx="117720" cy="11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45702" y="5083376"/>
                  <a:ext cx="135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14:cNvPr>
                <p14:cNvContentPartPr/>
                <p14:nvPr/>
              </p14:nvContentPartPr>
              <p14:xfrm>
                <a:off x="9752182" y="5029376"/>
                <a:ext cx="83160" cy="1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43182" y="5020376"/>
                  <a:ext cx="100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4A768B-1417-DC16-989D-815902BAA17D}"/>
              </a:ext>
            </a:extLst>
          </p:cNvPr>
          <p:cNvGrpSpPr/>
          <p:nvPr/>
        </p:nvGrpSpPr>
        <p:grpSpPr>
          <a:xfrm>
            <a:off x="10034782" y="4959176"/>
            <a:ext cx="896760" cy="167040"/>
            <a:chOff x="10034782" y="4959176"/>
            <a:chExt cx="89676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14:cNvPr>
                <p14:cNvContentPartPr/>
                <p14:nvPr/>
              </p14:nvContentPartPr>
              <p14:xfrm>
                <a:off x="10034782" y="4959176"/>
                <a:ext cx="214200" cy="167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26142" y="4950536"/>
                  <a:ext cx="23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14:cNvPr>
                <p14:cNvContentPartPr/>
                <p14:nvPr/>
              </p14:nvContentPartPr>
              <p14:xfrm>
                <a:off x="10344022" y="5022536"/>
                <a:ext cx="139320" cy="77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35382" y="5013896"/>
                  <a:ext cx="156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14:cNvPr>
                <p14:cNvContentPartPr/>
                <p14:nvPr/>
              </p14:nvContentPartPr>
              <p14:xfrm>
                <a:off x="10570462" y="5010656"/>
                <a:ext cx="136080" cy="66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61462" y="5002016"/>
                  <a:ext cx="153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14:cNvPr>
                <p14:cNvContentPartPr/>
                <p14:nvPr/>
              </p14:nvContentPartPr>
              <p14:xfrm>
                <a:off x="10822462" y="4987256"/>
                <a:ext cx="109080" cy="96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13462" y="4978256"/>
                  <a:ext cx="126720" cy="113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E6DB67A-68A3-2EAC-CC2F-D17C5685AE46}"/>
              </a:ext>
            </a:extLst>
          </p:cNvPr>
          <p:cNvGrpSpPr/>
          <p:nvPr/>
        </p:nvGrpSpPr>
        <p:grpSpPr>
          <a:xfrm>
            <a:off x="675142" y="515336"/>
            <a:ext cx="797760" cy="208440"/>
            <a:chOff x="675142" y="515336"/>
            <a:chExt cx="79776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14:cNvPr>
                <p14:cNvContentPartPr/>
                <p14:nvPr/>
              </p14:nvContentPartPr>
              <p14:xfrm>
                <a:off x="765502" y="584096"/>
                <a:ext cx="39960" cy="131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502" y="575096"/>
                  <a:ext cx="57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14:cNvPr>
                <p14:cNvContentPartPr/>
                <p14:nvPr/>
              </p14:nvContentPartPr>
              <p14:xfrm>
                <a:off x="675142" y="519656"/>
                <a:ext cx="260280" cy="204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6142" y="511016"/>
                  <a:ext cx="277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14:cNvPr>
                <p14:cNvContentPartPr/>
                <p14:nvPr/>
              </p14:nvContentPartPr>
              <p14:xfrm>
                <a:off x="1020382" y="579416"/>
                <a:ext cx="73080" cy="132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1742" y="570416"/>
                  <a:ext cx="90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14:cNvPr>
                <p14:cNvContentPartPr/>
                <p14:nvPr/>
              </p14:nvContentPartPr>
              <p14:xfrm>
                <a:off x="1004542" y="524696"/>
                <a:ext cx="183600" cy="33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5902" y="516056"/>
                  <a:ext cx="2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14:cNvPr>
                <p14:cNvContentPartPr/>
                <p14:nvPr/>
              </p14:nvContentPartPr>
              <p14:xfrm>
                <a:off x="1041982" y="600656"/>
                <a:ext cx="125280" cy="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982" y="591656"/>
                  <a:ext cx="142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14:cNvPr>
                <p14:cNvContentPartPr/>
                <p14:nvPr/>
              </p14:nvContentPartPr>
              <p14:xfrm>
                <a:off x="1371382" y="558176"/>
                <a:ext cx="31320" cy="10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2742" y="549176"/>
                  <a:ext cx="48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14:cNvPr>
                <p14:cNvContentPartPr/>
                <p14:nvPr/>
              </p14:nvContentPartPr>
              <p14:xfrm>
                <a:off x="1237822" y="515336"/>
                <a:ext cx="235080" cy="1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8822" y="506336"/>
                  <a:ext cx="2527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B3701-E3E7-5016-2DAF-992708A47867}"/>
              </a:ext>
            </a:extLst>
          </p:cNvPr>
          <p:cNvGrpSpPr/>
          <p:nvPr/>
        </p:nvGrpSpPr>
        <p:grpSpPr>
          <a:xfrm>
            <a:off x="1727782" y="421736"/>
            <a:ext cx="1212120" cy="358560"/>
            <a:chOff x="1727782" y="421736"/>
            <a:chExt cx="121212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14:cNvPr>
                <p14:cNvContentPartPr/>
                <p14:nvPr/>
              </p14:nvContentPartPr>
              <p14:xfrm>
                <a:off x="1727782" y="584456"/>
                <a:ext cx="190800" cy="10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18782" y="575816"/>
                  <a:ext cx="208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14:cNvPr>
                <p14:cNvContentPartPr/>
                <p14:nvPr/>
              </p14:nvContentPartPr>
              <p14:xfrm>
                <a:off x="1892302" y="600656"/>
                <a:ext cx="160920" cy="7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662" y="591656"/>
                  <a:ext cx="17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14:cNvPr>
                <p14:cNvContentPartPr/>
                <p14:nvPr/>
              </p14:nvContentPartPr>
              <p14:xfrm>
                <a:off x="1920022" y="606056"/>
                <a:ext cx="95040" cy="6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1022" y="597056"/>
                  <a:ext cx="11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14:cNvPr>
                <p14:cNvContentPartPr/>
                <p14:nvPr/>
              </p14:nvContentPartPr>
              <p14:xfrm>
                <a:off x="2098582" y="593096"/>
                <a:ext cx="141120" cy="8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89942" y="584096"/>
                  <a:ext cx="158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14:cNvPr>
                <p14:cNvContentPartPr/>
                <p14:nvPr/>
              </p14:nvContentPartPr>
              <p14:xfrm>
                <a:off x="2248702" y="610376"/>
                <a:ext cx="202320" cy="42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9702" y="601376"/>
                  <a:ext cx="219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14:cNvPr>
                <p14:cNvContentPartPr/>
                <p14:nvPr/>
              </p14:nvContentPartPr>
              <p14:xfrm>
                <a:off x="2545342" y="589496"/>
                <a:ext cx="81360" cy="19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6702" y="580856"/>
                  <a:ext cx="99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14:cNvPr>
                <p14:cNvContentPartPr/>
                <p14:nvPr/>
              </p14:nvContentPartPr>
              <p14:xfrm>
                <a:off x="2674222" y="421736"/>
                <a:ext cx="265680" cy="258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65582" y="412736"/>
                  <a:ext cx="2833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AD7B36-D2CF-1152-537A-C84794B7A06F}"/>
              </a:ext>
            </a:extLst>
          </p:cNvPr>
          <p:cNvGrpSpPr/>
          <p:nvPr/>
        </p:nvGrpSpPr>
        <p:grpSpPr>
          <a:xfrm>
            <a:off x="3250582" y="451616"/>
            <a:ext cx="710280" cy="194400"/>
            <a:chOff x="3250582" y="451616"/>
            <a:chExt cx="7102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14:cNvPr>
                <p14:cNvContentPartPr/>
                <p14:nvPr/>
              </p14:nvContentPartPr>
              <p14:xfrm>
                <a:off x="3250582" y="451616"/>
                <a:ext cx="226440" cy="19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1582" y="442616"/>
                  <a:ext cx="244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14:cNvPr>
                <p14:cNvContentPartPr/>
                <p14:nvPr/>
              </p14:nvContentPartPr>
              <p14:xfrm>
                <a:off x="3592942" y="597056"/>
                <a:ext cx="118080" cy="9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4302" y="588416"/>
                  <a:ext cx="13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14:cNvPr>
                <p14:cNvContentPartPr/>
                <p14:nvPr/>
              </p14:nvContentPartPr>
              <p14:xfrm>
                <a:off x="3596542" y="548456"/>
                <a:ext cx="11448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7542" y="539816"/>
                  <a:ext cx="132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14:cNvPr>
                <p14:cNvContentPartPr/>
                <p14:nvPr/>
              </p14:nvContentPartPr>
              <p14:xfrm>
                <a:off x="3779782" y="472856"/>
                <a:ext cx="181080" cy="11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70782" y="464216"/>
                  <a:ext cx="19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14:cNvPr>
                <p14:cNvContentPartPr/>
                <p14:nvPr/>
              </p14:nvContentPartPr>
              <p14:xfrm>
                <a:off x="3891382" y="515336"/>
                <a:ext cx="33840" cy="122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2382" y="506696"/>
                  <a:ext cx="5148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DD4758-1052-B805-B53D-0A7F39B8FCEF}"/>
              </a:ext>
            </a:extLst>
          </p:cNvPr>
          <p:cNvGrpSpPr/>
          <p:nvPr/>
        </p:nvGrpSpPr>
        <p:grpSpPr>
          <a:xfrm>
            <a:off x="1067902" y="1139936"/>
            <a:ext cx="1042920" cy="1947960"/>
            <a:chOff x="1067902" y="1139936"/>
            <a:chExt cx="1042920" cy="19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14:cNvPr>
                <p14:cNvContentPartPr/>
                <p14:nvPr/>
              </p14:nvContentPartPr>
              <p14:xfrm>
                <a:off x="1217302" y="1252616"/>
                <a:ext cx="200520" cy="177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08302" y="1243616"/>
                  <a:ext cx="218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14:cNvPr>
                <p14:cNvContentPartPr/>
                <p14:nvPr/>
              </p14:nvContentPartPr>
              <p14:xfrm>
                <a:off x="1291822" y="1281776"/>
                <a:ext cx="85320" cy="15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82822" y="1273136"/>
                  <a:ext cx="102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14:cNvPr>
                <p14:cNvContentPartPr/>
                <p14:nvPr/>
              </p14:nvContentPartPr>
              <p14:xfrm>
                <a:off x="1475782" y="1199696"/>
                <a:ext cx="159120" cy="25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66782" y="1190696"/>
                  <a:ext cx="17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14:cNvPr>
                <p14:cNvContentPartPr/>
                <p14:nvPr/>
              </p14:nvContentPartPr>
              <p14:xfrm>
                <a:off x="1636702" y="1306616"/>
                <a:ext cx="107280" cy="10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7702" y="1297616"/>
                  <a:ext cx="12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14:cNvPr>
                <p14:cNvContentPartPr/>
                <p14:nvPr/>
              </p14:nvContentPartPr>
              <p14:xfrm>
                <a:off x="1743622" y="1210136"/>
                <a:ext cx="101520" cy="24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4622" y="1201136"/>
                  <a:ext cx="119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14:cNvPr>
                <p14:cNvContentPartPr/>
                <p14:nvPr/>
              </p14:nvContentPartPr>
              <p14:xfrm>
                <a:off x="1275622" y="1764896"/>
                <a:ext cx="15912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66982" y="1755896"/>
                  <a:ext cx="17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14:cNvPr>
                <p14:cNvContentPartPr/>
                <p14:nvPr/>
              </p14:nvContentPartPr>
              <p14:xfrm>
                <a:off x="1329982" y="1791536"/>
                <a:ext cx="84240" cy="14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21342" y="1782536"/>
                  <a:ext cx="101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14:cNvPr>
                <p14:cNvContentPartPr/>
                <p14:nvPr/>
              </p14:nvContentPartPr>
              <p14:xfrm>
                <a:off x="1438702" y="1709456"/>
                <a:ext cx="132120" cy="25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30062" y="1700816"/>
                  <a:ext cx="149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14:cNvPr>
                <p14:cNvContentPartPr/>
                <p14:nvPr/>
              </p14:nvContentPartPr>
              <p14:xfrm>
                <a:off x="1594582" y="1823216"/>
                <a:ext cx="36720" cy="92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5942" y="1814576"/>
                  <a:ext cx="54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14:cNvPr>
                <p14:cNvContentPartPr/>
                <p14:nvPr/>
              </p14:nvContentPartPr>
              <p14:xfrm>
                <a:off x="1658662" y="1718816"/>
                <a:ext cx="135720" cy="214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49662" y="1710176"/>
                  <a:ext cx="153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14:cNvPr>
                <p14:cNvContentPartPr/>
                <p14:nvPr/>
              </p14:nvContentPartPr>
              <p14:xfrm>
                <a:off x="1334302" y="2248736"/>
                <a:ext cx="187200" cy="16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25302" y="2239736"/>
                  <a:ext cx="204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14:cNvPr>
                <p14:cNvContentPartPr/>
                <p14:nvPr/>
              </p14:nvContentPartPr>
              <p14:xfrm>
                <a:off x="1423222" y="2264576"/>
                <a:ext cx="33480" cy="144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14582" y="2255576"/>
                  <a:ext cx="51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14:cNvPr>
                <p14:cNvContentPartPr/>
                <p14:nvPr/>
              </p14:nvContentPartPr>
              <p14:xfrm>
                <a:off x="1522942" y="2195456"/>
                <a:ext cx="161280" cy="270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13942" y="2186456"/>
                  <a:ext cx="17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14:cNvPr>
                <p14:cNvContentPartPr/>
                <p14:nvPr/>
              </p14:nvContentPartPr>
              <p14:xfrm>
                <a:off x="1658662" y="2292656"/>
                <a:ext cx="138240" cy="10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9662" y="2284016"/>
                  <a:ext cx="155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14:cNvPr>
                <p14:cNvContentPartPr/>
                <p14:nvPr/>
              </p14:nvContentPartPr>
              <p14:xfrm>
                <a:off x="1743622" y="2211296"/>
                <a:ext cx="137160" cy="261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34622" y="2202656"/>
                  <a:ext cx="15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14:cNvPr>
                <p14:cNvContentPartPr/>
                <p14:nvPr/>
              </p14:nvContentPartPr>
              <p14:xfrm>
                <a:off x="1332142" y="2737616"/>
                <a:ext cx="202680" cy="18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23142" y="2728976"/>
                  <a:ext cx="220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14:cNvPr>
                <p14:cNvContentPartPr/>
                <p14:nvPr/>
              </p14:nvContentPartPr>
              <p14:xfrm>
                <a:off x="1407382" y="2748776"/>
                <a:ext cx="70560" cy="188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98742" y="2740136"/>
                  <a:ext cx="8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14:cNvPr>
                <p14:cNvContentPartPr/>
                <p14:nvPr/>
              </p14:nvContentPartPr>
              <p14:xfrm>
                <a:off x="1546702" y="2698016"/>
                <a:ext cx="143280" cy="27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38062" y="2689376"/>
                  <a:ext cx="160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14:cNvPr>
                <p14:cNvContentPartPr/>
                <p14:nvPr/>
              </p14:nvContentPartPr>
              <p14:xfrm>
                <a:off x="1658662" y="2744096"/>
                <a:ext cx="13248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9662" y="2735456"/>
                  <a:ext cx="150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14:cNvPr>
                <p14:cNvContentPartPr/>
                <p14:nvPr/>
              </p14:nvContentPartPr>
              <p14:xfrm>
                <a:off x="1759462" y="2684696"/>
                <a:ext cx="123840" cy="28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50822" y="2675696"/>
                  <a:ext cx="141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14:cNvPr>
                <p14:cNvContentPartPr/>
                <p14:nvPr/>
              </p14:nvContentPartPr>
              <p14:xfrm>
                <a:off x="1067902" y="1170896"/>
                <a:ext cx="202680" cy="1917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8902" y="1161896"/>
                  <a:ext cx="220320" cy="19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14:cNvPr>
                <p14:cNvContentPartPr/>
                <p14:nvPr/>
              </p14:nvContentPartPr>
              <p14:xfrm>
                <a:off x="1849822" y="1139936"/>
                <a:ext cx="261000" cy="1882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41182" y="1130936"/>
                  <a:ext cx="278640" cy="19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371C83-9A2D-1AFC-1729-26065C1C7DD3}"/>
              </a:ext>
            </a:extLst>
          </p:cNvPr>
          <p:cNvGrpSpPr/>
          <p:nvPr/>
        </p:nvGrpSpPr>
        <p:grpSpPr>
          <a:xfrm>
            <a:off x="2307022" y="2114096"/>
            <a:ext cx="149400" cy="65520"/>
            <a:chOff x="2307022" y="2114096"/>
            <a:chExt cx="14940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14:cNvPr>
                <p14:cNvContentPartPr/>
                <p14:nvPr/>
              </p14:nvContentPartPr>
              <p14:xfrm>
                <a:off x="2362822" y="2173856"/>
                <a:ext cx="93600" cy="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54182" y="2165216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14:cNvPr>
                <p14:cNvContentPartPr/>
                <p14:nvPr/>
              </p14:nvContentPartPr>
              <p14:xfrm>
                <a:off x="2307022" y="2114096"/>
                <a:ext cx="117360" cy="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98022" y="2105456"/>
                  <a:ext cx="135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14:cNvPr>
              <p14:cNvContentPartPr/>
              <p14:nvPr/>
            </p14:nvContentPartPr>
            <p14:xfrm>
              <a:off x="2913262" y="1245056"/>
              <a:ext cx="45360" cy="148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04262" y="1236416"/>
                <a:ext cx="63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14:cNvPr>
              <p14:cNvContentPartPr/>
              <p14:nvPr/>
            </p14:nvContentPartPr>
            <p14:xfrm>
              <a:off x="3724702" y="1221296"/>
              <a:ext cx="47160" cy="144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15702" y="1212656"/>
                <a:ext cx="648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14:cNvPr>
              <p14:cNvContentPartPr/>
              <p14:nvPr/>
            </p14:nvContentPartPr>
            <p14:xfrm>
              <a:off x="4492222" y="1217336"/>
              <a:ext cx="27000" cy="122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83222" y="1208336"/>
                <a:ext cx="44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14:cNvPr>
              <p14:cNvContentPartPr/>
              <p14:nvPr/>
            </p14:nvContentPartPr>
            <p14:xfrm>
              <a:off x="5161822" y="1169816"/>
              <a:ext cx="55800" cy="15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53182" y="1160816"/>
                <a:ext cx="734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14:cNvPr>
              <p14:cNvContentPartPr/>
              <p14:nvPr/>
            </p14:nvContentPartPr>
            <p14:xfrm>
              <a:off x="2970862" y="1718816"/>
              <a:ext cx="31320" cy="160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61862" y="1710176"/>
                <a:ext cx="489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9574F36-F2D4-FF5A-245B-9EC4E3DF002B}"/>
              </a:ext>
            </a:extLst>
          </p:cNvPr>
          <p:cNvGrpSpPr/>
          <p:nvPr/>
        </p:nvGrpSpPr>
        <p:grpSpPr>
          <a:xfrm>
            <a:off x="3555502" y="1668776"/>
            <a:ext cx="419040" cy="260640"/>
            <a:chOff x="3555502" y="1668776"/>
            <a:chExt cx="4190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14:cNvPr>
                <p14:cNvContentPartPr/>
                <p14:nvPr/>
              </p14:nvContentPartPr>
              <p14:xfrm>
                <a:off x="3555502" y="1668776"/>
                <a:ext cx="229680" cy="19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46862" y="1659776"/>
                  <a:ext cx="247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14:cNvPr>
                <p14:cNvContentPartPr/>
                <p14:nvPr/>
              </p14:nvContentPartPr>
              <p14:xfrm>
                <a:off x="3857902" y="1812056"/>
                <a:ext cx="116640" cy="66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48902" y="1803416"/>
                  <a:ext cx="134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14:cNvPr>
                <p14:cNvContentPartPr/>
                <p14:nvPr/>
              </p14:nvContentPartPr>
              <p14:xfrm>
                <a:off x="3907222" y="1812776"/>
                <a:ext cx="42120" cy="11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98582" y="1803776"/>
                  <a:ext cx="597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7619A0-21DD-15F8-9FE4-07BA227AE9BB}"/>
              </a:ext>
            </a:extLst>
          </p:cNvPr>
          <p:cNvGrpSpPr/>
          <p:nvPr/>
        </p:nvGrpSpPr>
        <p:grpSpPr>
          <a:xfrm>
            <a:off x="4375222" y="1549616"/>
            <a:ext cx="396720" cy="364680"/>
            <a:chOff x="4375222" y="1549616"/>
            <a:chExt cx="3967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14:cNvPr>
                <p14:cNvContentPartPr/>
                <p14:nvPr/>
              </p14:nvContentPartPr>
              <p14:xfrm>
                <a:off x="4375222" y="1686056"/>
                <a:ext cx="250560" cy="188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6222" y="1677056"/>
                  <a:ext cx="26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14:cNvPr>
                <p14:cNvContentPartPr/>
                <p14:nvPr/>
              </p14:nvContentPartPr>
              <p14:xfrm>
                <a:off x="4671502" y="1800896"/>
                <a:ext cx="10044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62862" y="1791896"/>
                  <a:ext cx="118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14:cNvPr>
                <p14:cNvContentPartPr/>
                <p14:nvPr/>
              </p14:nvContentPartPr>
              <p14:xfrm>
                <a:off x="4731262" y="1823216"/>
                <a:ext cx="30240" cy="91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22622" y="1814576"/>
                  <a:ext cx="47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14:cNvPr>
                <p14:cNvContentPartPr/>
                <p14:nvPr/>
              </p14:nvContentPartPr>
              <p14:xfrm>
                <a:off x="4566382" y="1549616"/>
                <a:ext cx="154080" cy="88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57742" y="1540616"/>
                  <a:ext cx="17172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14:cNvPr>
              <p14:cNvContentPartPr/>
              <p14:nvPr/>
            </p14:nvContentPartPr>
            <p14:xfrm>
              <a:off x="2969422" y="2242256"/>
              <a:ext cx="40320" cy="1551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60422" y="2233616"/>
                <a:ext cx="57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14:cNvPr>
              <p14:cNvContentPartPr/>
              <p14:nvPr/>
            </p14:nvContentPartPr>
            <p14:xfrm>
              <a:off x="2992822" y="2709176"/>
              <a:ext cx="37440" cy="177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84182" y="2700536"/>
                <a:ext cx="5508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C783E896-DCE3-6B72-4D2D-D8F5B4567EBF}"/>
              </a:ext>
            </a:extLst>
          </p:cNvPr>
          <p:cNvGrpSpPr/>
          <p:nvPr/>
        </p:nvGrpSpPr>
        <p:grpSpPr>
          <a:xfrm>
            <a:off x="3582862" y="2124896"/>
            <a:ext cx="414000" cy="345240"/>
            <a:chOff x="3582862" y="2124896"/>
            <a:chExt cx="41400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14:cNvPr>
                <p14:cNvContentPartPr/>
                <p14:nvPr/>
              </p14:nvContentPartPr>
              <p14:xfrm>
                <a:off x="3582862" y="2203376"/>
                <a:ext cx="218520" cy="185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74222" y="2194736"/>
                  <a:ext cx="23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14:cNvPr>
                <p14:cNvContentPartPr/>
                <p14:nvPr/>
              </p14:nvContentPartPr>
              <p14:xfrm>
                <a:off x="3872302" y="2359256"/>
                <a:ext cx="124560" cy="54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63662" y="2350256"/>
                  <a:ext cx="142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14:cNvPr>
                <p14:cNvContentPartPr/>
                <p14:nvPr/>
              </p14:nvContentPartPr>
              <p14:xfrm>
                <a:off x="3939262" y="2365736"/>
                <a:ext cx="37440" cy="104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30262" y="2356736"/>
                  <a:ext cx="55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14:cNvPr>
                <p14:cNvContentPartPr/>
                <p14:nvPr/>
              </p14:nvContentPartPr>
              <p14:xfrm>
                <a:off x="3838102" y="2124896"/>
                <a:ext cx="117000" cy="76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9462" y="2116256"/>
                  <a:ext cx="134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96606A8-F880-24D4-698E-6EC59562260A}"/>
              </a:ext>
            </a:extLst>
          </p:cNvPr>
          <p:cNvGrpSpPr/>
          <p:nvPr/>
        </p:nvGrpSpPr>
        <p:grpSpPr>
          <a:xfrm>
            <a:off x="4436062" y="2099696"/>
            <a:ext cx="346320" cy="324720"/>
            <a:chOff x="4436062" y="2099696"/>
            <a:chExt cx="34632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14:cNvPr>
                <p14:cNvContentPartPr/>
                <p14:nvPr/>
              </p14:nvContentPartPr>
              <p14:xfrm>
                <a:off x="4436062" y="2188976"/>
                <a:ext cx="195120" cy="169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27422" y="2180336"/>
                  <a:ext cx="212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14:cNvPr>
                <p14:cNvContentPartPr/>
                <p14:nvPr/>
              </p14:nvContentPartPr>
              <p14:xfrm>
                <a:off x="4656742" y="2301656"/>
                <a:ext cx="10368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48102" y="2293016"/>
                  <a:ext cx="121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14:cNvPr>
                <p14:cNvContentPartPr/>
                <p14:nvPr/>
              </p14:nvContentPartPr>
              <p14:xfrm>
                <a:off x="4742062" y="2328296"/>
                <a:ext cx="26280" cy="96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33062" y="231965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14:cNvPr>
                <p14:cNvContentPartPr/>
                <p14:nvPr/>
              </p14:nvContentPartPr>
              <p14:xfrm>
                <a:off x="4677982" y="2099696"/>
                <a:ext cx="104400" cy="55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69342" y="2091056"/>
                  <a:ext cx="122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14:cNvPr>
                <p14:cNvContentPartPr/>
                <p14:nvPr/>
              </p14:nvContentPartPr>
              <p14:xfrm>
                <a:off x="4742062" y="2099696"/>
                <a:ext cx="39240" cy="110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3062" y="2091056"/>
                  <a:ext cx="5688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210101F-3564-104D-6B2F-516F132F922C}"/>
              </a:ext>
            </a:extLst>
          </p:cNvPr>
          <p:cNvGrpSpPr/>
          <p:nvPr/>
        </p:nvGrpSpPr>
        <p:grpSpPr>
          <a:xfrm>
            <a:off x="3564502" y="2593256"/>
            <a:ext cx="401400" cy="321480"/>
            <a:chOff x="3564502" y="2593256"/>
            <a:chExt cx="4014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14:cNvPr>
                <p14:cNvContentPartPr/>
                <p14:nvPr/>
              </p14:nvContentPartPr>
              <p14:xfrm>
                <a:off x="3564502" y="2658776"/>
                <a:ext cx="209880" cy="180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55502" y="2650136"/>
                  <a:ext cx="227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14:cNvPr>
                <p14:cNvContentPartPr/>
                <p14:nvPr/>
              </p14:nvContentPartPr>
              <p14:xfrm>
                <a:off x="3843502" y="2785496"/>
                <a:ext cx="122400" cy="75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34862" y="2776856"/>
                  <a:ext cx="140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14:cNvPr>
                <p14:cNvContentPartPr/>
                <p14:nvPr/>
              </p14:nvContentPartPr>
              <p14:xfrm>
                <a:off x="3907222" y="2812136"/>
                <a:ext cx="3600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98582" y="2803136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14:cNvPr>
                <p14:cNvContentPartPr/>
                <p14:nvPr/>
              </p14:nvContentPartPr>
              <p14:xfrm>
                <a:off x="3801022" y="2593256"/>
                <a:ext cx="108000" cy="97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92022" y="258425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E3D494-E033-40CF-EDC8-93DA7A4B4D4B}"/>
              </a:ext>
            </a:extLst>
          </p:cNvPr>
          <p:cNvGrpSpPr/>
          <p:nvPr/>
        </p:nvGrpSpPr>
        <p:grpSpPr>
          <a:xfrm>
            <a:off x="4401862" y="2668496"/>
            <a:ext cx="359280" cy="228600"/>
            <a:chOff x="4401862" y="2668496"/>
            <a:chExt cx="3592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14:cNvPr>
                <p14:cNvContentPartPr/>
                <p14:nvPr/>
              </p14:nvContentPartPr>
              <p14:xfrm>
                <a:off x="4401862" y="2668496"/>
                <a:ext cx="187560" cy="160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92862" y="2659856"/>
                  <a:ext cx="205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14:cNvPr>
                <p14:cNvContentPartPr/>
                <p14:nvPr/>
              </p14:nvContentPartPr>
              <p14:xfrm>
                <a:off x="4640902" y="2780096"/>
                <a:ext cx="120240" cy="70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32262" y="2771456"/>
                  <a:ext cx="137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14:cNvPr>
                <p14:cNvContentPartPr/>
                <p14:nvPr/>
              </p14:nvContentPartPr>
              <p14:xfrm>
                <a:off x="4699582" y="2796296"/>
                <a:ext cx="38160" cy="10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90582" y="2787296"/>
                  <a:ext cx="5580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14:cNvPr>
              <p14:cNvContentPartPr/>
              <p14:nvPr/>
            </p14:nvContentPartPr>
            <p14:xfrm>
              <a:off x="4650622" y="2530256"/>
              <a:ext cx="81720" cy="117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641622" y="2521256"/>
                <a:ext cx="993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F61A13A-827A-E897-4D50-A4287376382A}"/>
              </a:ext>
            </a:extLst>
          </p:cNvPr>
          <p:cNvGrpSpPr/>
          <p:nvPr/>
        </p:nvGrpSpPr>
        <p:grpSpPr>
          <a:xfrm>
            <a:off x="5097742" y="1142456"/>
            <a:ext cx="713520" cy="1811520"/>
            <a:chOff x="5097742" y="1142456"/>
            <a:chExt cx="713520" cy="18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14:cNvPr>
                <p14:cNvContentPartPr/>
                <p14:nvPr/>
              </p14:nvContentPartPr>
              <p14:xfrm>
                <a:off x="5097742" y="1669856"/>
                <a:ext cx="218880" cy="16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88742" y="1661216"/>
                  <a:ext cx="236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14:cNvPr>
                <p14:cNvContentPartPr/>
                <p14:nvPr/>
              </p14:nvContentPartPr>
              <p14:xfrm>
                <a:off x="5363782" y="1786136"/>
                <a:ext cx="124200" cy="6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55142" y="1777136"/>
                  <a:ext cx="14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14:cNvPr>
                <p14:cNvContentPartPr/>
                <p14:nvPr/>
              </p14:nvContentPartPr>
              <p14:xfrm>
                <a:off x="5449102" y="1817816"/>
                <a:ext cx="33120" cy="9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40102" y="1809176"/>
                  <a:ext cx="50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14:cNvPr>
                <p14:cNvContentPartPr/>
                <p14:nvPr/>
              </p14:nvContentPartPr>
              <p14:xfrm>
                <a:off x="5321302" y="1527296"/>
                <a:ext cx="101520" cy="10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12662" y="151865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14:cNvPr>
                <p14:cNvContentPartPr/>
                <p14:nvPr/>
              </p14:nvContentPartPr>
              <p14:xfrm>
                <a:off x="5152462" y="2199416"/>
                <a:ext cx="170280" cy="176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43822" y="2190416"/>
                  <a:ext cx="187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14:cNvPr>
                <p14:cNvContentPartPr/>
                <p14:nvPr/>
              </p14:nvContentPartPr>
              <p14:xfrm>
                <a:off x="5379262" y="2339096"/>
                <a:ext cx="102240" cy="70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70262" y="2330096"/>
                  <a:ext cx="119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14:cNvPr>
                <p14:cNvContentPartPr/>
                <p14:nvPr/>
              </p14:nvContentPartPr>
              <p14:xfrm>
                <a:off x="5438302" y="2376176"/>
                <a:ext cx="11160" cy="81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429662" y="2367536"/>
                  <a:ext cx="28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14:cNvPr>
                <p14:cNvContentPartPr/>
                <p14:nvPr/>
              </p14:nvContentPartPr>
              <p14:xfrm>
                <a:off x="5379622" y="2043176"/>
                <a:ext cx="85680" cy="153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70982" y="2034176"/>
                  <a:ext cx="103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14:cNvPr>
                <p14:cNvContentPartPr/>
                <p14:nvPr/>
              </p14:nvContentPartPr>
              <p14:xfrm>
                <a:off x="5107102" y="2626016"/>
                <a:ext cx="226080" cy="151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98462" y="2617376"/>
                  <a:ext cx="243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14:cNvPr>
                <p14:cNvContentPartPr/>
                <p14:nvPr/>
              </p14:nvContentPartPr>
              <p14:xfrm>
                <a:off x="5347942" y="2721776"/>
                <a:ext cx="119880" cy="86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39302" y="2712776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14:cNvPr>
                <p14:cNvContentPartPr/>
                <p14:nvPr/>
              </p14:nvContentPartPr>
              <p14:xfrm>
                <a:off x="5443702" y="2753816"/>
                <a:ext cx="26280" cy="96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34702" y="274481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14:cNvPr>
                <p14:cNvContentPartPr/>
                <p14:nvPr/>
              </p14:nvContentPartPr>
              <p14:xfrm>
                <a:off x="5329582" y="2518736"/>
                <a:ext cx="126720" cy="114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20942" y="2510096"/>
                  <a:ext cx="144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14:cNvPr>
                <p14:cNvContentPartPr/>
                <p14:nvPr/>
              </p14:nvContentPartPr>
              <p14:xfrm>
                <a:off x="5576542" y="1142456"/>
                <a:ext cx="234720" cy="1811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67902" y="1133816"/>
                  <a:ext cx="252360" cy="18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14:cNvPr>
              <p14:cNvContentPartPr/>
              <p14:nvPr/>
            </p14:nvContentPartPr>
            <p14:xfrm>
              <a:off x="2619502" y="1142096"/>
              <a:ext cx="158400" cy="1855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610502" y="1133456"/>
                <a:ext cx="176040" cy="18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43A1AD6-B564-3B18-10DF-63E5DF41DE71}"/>
              </a:ext>
            </a:extLst>
          </p:cNvPr>
          <p:cNvGrpSpPr/>
          <p:nvPr/>
        </p:nvGrpSpPr>
        <p:grpSpPr>
          <a:xfrm>
            <a:off x="5896582" y="1024736"/>
            <a:ext cx="977760" cy="1857960"/>
            <a:chOff x="5896582" y="1024736"/>
            <a:chExt cx="977760" cy="18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14:cNvPr>
                <p14:cNvContentPartPr/>
                <p14:nvPr/>
              </p14:nvContentPartPr>
              <p14:xfrm>
                <a:off x="6156142" y="1206536"/>
                <a:ext cx="145440" cy="92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47142" y="1197896"/>
                  <a:ext cx="16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14:cNvPr>
                <p14:cNvContentPartPr/>
                <p14:nvPr/>
              </p14:nvContentPartPr>
              <p14:xfrm>
                <a:off x="6186742" y="1231016"/>
                <a:ext cx="75960" cy="54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77742" y="1222016"/>
                  <a:ext cx="93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14:cNvPr>
                <p14:cNvContentPartPr/>
                <p14:nvPr/>
              </p14:nvContentPartPr>
              <p14:xfrm>
                <a:off x="6335062" y="1106816"/>
                <a:ext cx="135720" cy="201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26062" y="1098176"/>
                  <a:ext cx="153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14:cNvPr>
                <p14:cNvContentPartPr/>
                <p14:nvPr/>
              </p14:nvContentPartPr>
              <p14:xfrm>
                <a:off x="6456022" y="1205456"/>
                <a:ext cx="82800" cy="69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447022" y="1196456"/>
                  <a:ext cx="100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14:cNvPr>
                <p14:cNvContentPartPr/>
                <p14:nvPr/>
              </p14:nvContentPartPr>
              <p14:xfrm>
                <a:off x="6517582" y="1101776"/>
                <a:ext cx="141120" cy="210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08582" y="1092776"/>
                  <a:ext cx="158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14:cNvPr>
                <p14:cNvContentPartPr/>
                <p14:nvPr/>
              </p14:nvContentPartPr>
              <p14:xfrm>
                <a:off x="6214462" y="1695776"/>
                <a:ext cx="115200" cy="75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205822" y="1686776"/>
                  <a:ext cx="132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14:cNvPr>
                <p14:cNvContentPartPr/>
                <p14:nvPr/>
              </p14:nvContentPartPr>
              <p14:xfrm>
                <a:off x="6268462" y="1701176"/>
                <a:ext cx="31320" cy="71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259822" y="1692176"/>
                  <a:ext cx="48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14:cNvPr>
                <p14:cNvContentPartPr/>
                <p14:nvPr/>
              </p14:nvContentPartPr>
              <p14:xfrm>
                <a:off x="6336502" y="1623416"/>
                <a:ext cx="133920" cy="21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27862" y="1614416"/>
                  <a:ext cx="151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14:cNvPr>
                <p14:cNvContentPartPr/>
                <p14:nvPr/>
              </p14:nvContentPartPr>
              <p14:xfrm>
                <a:off x="6453862" y="1711616"/>
                <a:ext cx="23760" cy="7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44862" y="1702976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14:cNvPr>
                <p14:cNvContentPartPr/>
                <p14:nvPr/>
              </p14:nvContentPartPr>
              <p14:xfrm>
                <a:off x="6517582" y="1623056"/>
                <a:ext cx="120960" cy="204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508582" y="1614056"/>
                  <a:ext cx="138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14:cNvPr>
                <p14:cNvContentPartPr/>
                <p14:nvPr/>
              </p14:nvContentPartPr>
              <p14:xfrm>
                <a:off x="6214462" y="2179616"/>
                <a:ext cx="117000" cy="9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205822" y="2170616"/>
                  <a:ext cx="134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14:cNvPr>
                <p14:cNvContentPartPr/>
                <p14:nvPr/>
              </p14:nvContentPartPr>
              <p14:xfrm>
                <a:off x="6281422" y="2184656"/>
                <a:ext cx="39960" cy="9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72422" y="2176016"/>
                  <a:ext cx="57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14:cNvPr>
                <p14:cNvContentPartPr/>
                <p14:nvPr/>
              </p14:nvContentPartPr>
              <p14:xfrm>
                <a:off x="6360262" y="2126336"/>
                <a:ext cx="139320" cy="198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351262" y="2117336"/>
                  <a:ext cx="156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14:cNvPr>
                <p14:cNvContentPartPr/>
                <p14:nvPr/>
              </p14:nvContentPartPr>
              <p14:xfrm>
                <a:off x="6485542" y="2204456"/>
                <a:ext cx="114120" cy="82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76902" y="2195456"/>
                  <a:ext cx="131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14:cNvPr>
                <p14:cNvContentPartPr/>
                <p14:nvPr/>
              </p14:nvContentPartPr>
              <p14:xfrm>
                <a:off x="6554662" y="2113016"/>
                <a:ext cx="106200" cy="20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46022" y="2104376"/>
                  <a:ext cx="123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14:cNvPr>
                <p14:cNvContentPartPr/>
                <p14:nvPr/>
              </p14:nvContentPartPr>
              <p14:xfrm>
                <a:off x="6262342" y="2652656"/>
                <a:ext cx="124560" cy="83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53702" y="2643656"/>
                  <a:ext cx="142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14:cNvPr>
                <p14:cNvContentPartPr/>
                <p14:nvPr/>
              </p14:nvContentPartPr>
              <p14:xfrm>
                <a:off x="6303382" y="2663456"/>
                <a:ext cx="55080" cy="95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94742" y="2654456"/>
                  <a:ext cx="72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14:cNvPr>
                <p14:cNvContentPartPr/>
                <p14:nvPr/>
              </p14:nvContentPartPr>
              <p14:xfrm>
                <a:off x="6397342" y="2569136"/>
                <a:ext cx="162720" cy="228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88342" y="2560136"/>
                  <a:ext cx="180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14:cNvPr>
                <p14:cNvContentPartPr/>
                <p14:nvPr/>
              </p14:nvContentPartPr>
              <p14:xfrm>
                <a:off x="6533422" y="2652296"/>
                <a:ext cx="93240" cy="107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24782" y="2643656"/>
                  <a:ext cx="110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14:cNvPr>
                <p14:cNvContentPartPr/>
                <p14:nvPr/>
              </p14:nvContentPartPr>
              <p14:xfrm>
                <a:off x="6575902" y="2580296"/>
                <a:ext cx="152640" cy="248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67262" y="2571296"/>
                  <a:ext cx="170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14:cNvPr>
                <p14:cNvContentPartPr/>
                <p14:nvPr/>
              </p14:nvContentPartPr>
              <p14:xfrm>
                <a:off x="5985142" y="1067576"/>
                <a:ext cx="191520" cy="179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976502" y="1058576"/>
                  <a:ext cx="209160" cy="18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14:cNvPr>
                <p14:cNvContentPartPr/>
                <p14:nvPr/>
              </p14:nvContentPartPr>
              <p14:xfrm>
                <a:off x="6733582" y="1024736"/>
                <a:ext cx="140760" cy="1857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24582" y="1016096"/>
                  <a:ext cx="158400" cy="18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14:cNvPr>
                <p14:cNvContentPartPr/>
                <p14:nvPr/>
              </p14:nvContentPartPr>
              <p14:xfrm>
                <a:off x="5896582" y="1984856"/>
                <a:ext cx="21240" cy="34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87942" y="1975856"/>
                  <a:ext cx="388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9ED86DF-70E7-14DA-B98C-D50DA7D6BF7A}"/>
              </a:ext>
            </a:extLst>
          </p:cNvPr>
          <p:cNvGrpSpPr/>
          <p:nvPr/>
        </p:nvGrpSpPr>
        <p:grpSpPr>
          <a:xfrm>
            <a:off x="8298502" y="1558256"/>
            <a:ext cx="522000" cy="306360"/>
            <a:chOff x="8298502" y="1558256"/>
            <a:chExt cx="52200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14:cNvPr>
                <p14:cNvContentPartPr/>
                <p14:nvPr/>
              </p14:nvContentPartPr>
              <p14:xfrm>
                <a:off x="8298502" y="1558256"/>
                <a:ext cx="251640" cy="221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89862" y="1549616"/>
                  <a:ext cx="269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14:cNvPr>
                <p14:cNvContentPartPr/>
                <p14:nvPr/>
              </p14:nvContentPartPr>
              <p14:xfrm>
                <a:off x="8660662" y="1727456"/>
                <a:ext cx="159840" cy="137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52022" y="1718816"/>
                  <a:ext cx="1774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6AC90AB-0920-4F08-7C39-21636E18D543}"/>
              </a:ext>
            </a:extLst>
          </p:cNvPr>
          <p:cNvGrpSpPr/>
          <p:nvPr/>
        </p:nvGrpSpPr>
        <p:grpSpPr>
          <a:xfrm>
            <a:off x="9009502" y="1656176"/>
            <a:ext cx="142200" cy="67680"/>
            <a:chOff x="9009502" y="1656176"/>
            <a:chExt cx="14220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14:cNvPr>
                <p14:cNvContentPartPr/>
                <p14:nvPr/>
              </p14:nvContentPartPr>
              <p14:xfrm>
                <a:off x="9009502" y="1690376"/>
                <a:ext cx="142200" cy="33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000862" y="1681736"/>
                  <a:ext cx="159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14:cNvPr>
                <p14:cNvContentPartPr/>
                <p14:nvPr/>
              </p14:nvContentPartPr>
              <p14:xfrm>
                <a:off x="9045502" y="1656176"/>
                <a:ext cx="77400" cy="2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36502" y="1647176"/>
                  <a:ext cx="950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CA4B8AC-900D-AEB0-3807-058F825BBB69}"/>
              </a:ext>
            </a:extLst>
          </p:cNvPr>
          <p:cNvGrpSpPr/>
          <p:nvPr/>
        </p:nvGrpSpPr>
        <p:grpSpPr>
          <a:xfrm>
            <a:off x="9319102" y="1334336"/>
            <a:ext cx="996480" cy="415080"/>
            <a:chOff x="9319102" y="1334336"/>
            <a:chExt cx="99648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14:cNvPr>
                <p14:cNvContentPartPr/>
                <p14:nvPr/>
              </p14:nvContentPartPr>
              <p14:xfrm>
                <a:off x="9319102" y="1641056"/>
                <a:ext cx="186480" cy="10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310462" y="1632056"/>
                  <a:ext cx="204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14:cNvPr>
                <p14:cNvContentPartPr/>
                <p14:nvPr/>
              </p14:nvContentPartPr>
              <p14:xfrm>
                <a:off x="9420622" y="1519736"/>
                <a:ext cx="15948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11982" y="1510736"/>
                  <a:ext cx="177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14:cNvPr>
                <p14:cNvContentPartPr/>
                <p14:nvPr/>
              </p14:nvContentPartPr>
              <p14:xfrm>
                <a:off x="9654982" y="1467176"/>
                <a:ext cx="101520" cy="192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45982" y="1458176"/>
                  <a:ext cx="119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14:cNvPr>
                <p14:cNvContentPartPr/>
                <p14:nvPr/>
              </p14:nvContentPartPr>
              <p14:xfrm>
                <a:off x="9643462" y="1350176"/>
                <a:ext cx="11520" cy="35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4822" y="1341176"/>
                  <a:ext cx="29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14:cNvPr>
                <p14:cNvContentPartPr/>
                <p14:nvPr/>
              </p14:nvContentPartPr>
              <p14:xfrm>
                <a:off x="9771262" y="1393376"/>
                <a:ext cx="129600" cy="101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62262" y="1384736"/>
                  <a:ext cx="147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14:cNvPr>
                <p14:cNvContentPartPr/>
                <p14:nvPr/>
              </p14:nvContentPartPr>
              <p14:xfrm>
                <a:off x="9925342" y="1419296"/>
                <a:ext cx="37800" cy="78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16342" y="1410296"/>
                  <a:ext cx="55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14:cNvPr>
                <p14:cNvContentPartPr/>
                <p14:nvPr/>
              </p14:nvContentPartPr>
              <p14:xfrm>
                <a:off x="9973222" y="1408496"/>
                <a:ext cx="58320" cy="99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64222" y="1399856"/>
                  <a:ext cx="7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14:cNvPr>
                <p14:cNvContentPartPr/>
                <p14:nvPr/>
              </p14:nvContentPartPr>
              <p14:xfrm>
                <a:off x="9880342" y="1373576"/>
                <a:ext cx="141120" cy="20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71342" y="1364936"/>
                  <a:ext cx="15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14:cNvPr>
                <p14:cNvContentPartPr/>
                <p14:nvPr/>
              </p14:nvContentPartPr>
              <p14:xfrm>
                <a:off x="10077982" y="1334336"/>
                <a:ext cx="65520" cy="236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69342" y="1325336"/>
                  <a:ext cx="83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14:cNvPr>
                <p14:cNvContentPartPr/>
                <p14:nvPr/>
              </p14:nvContentPartPr>
              <p14:xfrm>
                <a:off x="10174102" y="1417136"/>
                <a:ext cx="141480" cy="145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165102" y="1408496"/>
                  <a:ext cx="1591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901814F-923F-EDF8-2865-826C148BC190}"/>
              </a:ext>
            </a:extLst>
          </p:cNvPr>
          <p:cNvGrpSpPr/>
          <p:nvPr/>
        </p:nvGrpSpPr>
        <p:grpSpPr>
          <a:xfrm>
            <a:off x="766582" y="3672176"/>
            <a:ext cx="714960" cy="347400"/>
            <a:chOff x="766582" y="3672176"/>
            <a:chExt cx="71496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14:cNvPr>
                <p14:cNvContentPartPr/>
                <p14:nvPr/>
              </p14:nvContentPartPr>
              <p14:xfrm>
                <a:off x="766582" y="3765416"/>
                <a:ext cx="166320" cy="244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7942" y="3756776"/>
                  <a:ext cx="183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14:cNvPr>
                <p14:cNvContentPartPr/>
                <p14:nvPr/>
              </p14:nvContentPartPr>
              <p14:xfrm>
                <a:off x="772702" y="3754616"/>
                <a:ext cx="126000" cy="236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3702" y="3745976"/>
                  <a:ext cx="1436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14:cNvPr>
                <p14:cNvContentPartPr/>
                <p14:nvPr/>
              </p14:nvContentPartPr>
              <p14:xfrm>
                <a:off x="956662" y="3672176"/>
                <a:ext cx="177120" cy="347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7662" y="3663536"/>
                  <a:ext cx="194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14:cNvPr>
                <p14:cNvContentPartPr/>
                <p14:nvPr/>
              </p14:nvContentPartPr>
              <p14:xfrm>
                <a:off x="1140262" y="3737696"/>
                <a:ext cx="66960" cy="217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1622" y="3728696"/>
                  <a:ext cx="84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14:cNvPr>
                <p14:cNvContentPartPr/>
                <p14:nvPr/>
              </p14:nvContentPartPr>
              <p14:xfrm>
                <a:off x="1199662" y="3848936"/>
                <a:ext cx="161280" cy="70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90662" y="3839936"/>
                  <a:ext cx="17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14:cNvPr>
                <p14:cNvContentPartPr/>
                <p14:nvPr/>
              </p14:nvContentPartPr>
              <p14:xfrm>
                <a:off x="1307662" y="3692336"/>
                <a:ext cx="173880" cy="295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98662" y="3683336"/>
                  <a:ext cx="19152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E27FFED-89FD-24D9-B084-9B8C3730F0BE}"/>
              </a:ext>
            </a:extLst>
          </p:cNvPr>
          <p:cNvGrpSpPr/>
          <p:nvPr/>
        </p:nvGrpSpPr>
        <p:grpSpPr>
          <a:xfrm>
            <a:off x="1646782" y="3657056"/>
            <a:ext cx="686880" cy="485640"/>
            <a:chOff x="1646782" y="3657056"/>
            <a:chExt cx="68688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14:cNvPr>
                <p14:cNvContentPartPr/>
                <p14:nvPr/>
              </p14:nvContentPartPr>
              <p14:xfrm>
                <a:off x="1646782" y="3879536"/>
                <a:ext cx="86400" cy="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637782" y="387053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14:cNvPr>
                <p14:cNvContentPartPr/>
                <p14:nvPr/>
              </p14:nvContentPartPr>
              <p14:xfrm>
                <a:off x="1654342" y="3819776"/>
                <a:ext cx="63000" cy="2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645342" y="3811136"/>
                  <a:ext cx="80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14:cNvPr>
                <p14:cNvContentPartPr/>
                <p14:nvPr/>
              </p14:nvContentPartPr>
              <p14:xfrm>
                <a:off x="1893742" y="3657056"/>
                <a:ext cx="371880" cy="262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84742" y="3648056"/>
                  <a:ext cx="389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14:cNvPr>
                <p14:cNvContentPartPr/>
                <p14:nvPr/>
              </p14:nvContentPartPr>
              <p14:xfrm>
                <a:off x="1869262" y="4077536"/>
                <a:ext cx="118440" cy="65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60622" y="4068536"/>
                  <a:ext cx="136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14:cNvPr>
                <p14:cNvContentPartPr/>
                <p14:nvPr/>
              </p14:nvContentPartPr>
              <p14:xfrm>
                <a:off x="2055742" y="4117136"/>
                <a:ext cx="108000" cy="8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47102" y="4108496"/>
                  <a:ext cx="125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14:cNvPr>
                <p14:cNvContentPartPr/>
                <p14:nvPr/>
              </p14:nvContentPartPr>
              <p14:xfrm>
                <a:off x="2069782" y="4053056"/>
                <a:ext cx="94320" cy="10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060782" y="4044416"/>
                  <a:ext cx="11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14:cNvPr>
                <p14:cNvContentPartPr/>
                <p14:nvPr/>
              </p14:nvContentPartPr>
              <p14:xfrm>
                <a:off x="2246902" y="4039016"/>
                <a:ext cx="86760" cy="91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38262" y="4030376"/>
                  <a:ext cx="104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71FB736-7AED-CD2B-F0E1-4594F4B60BB1}"/>
              </a:ext>
            </a:extLst>
          </p:cNvPr>
          <p:cNvGrpSpPr/>
          <p:nvPr/>
        </p:nvGrpSpPr>
        <p:grpSpPr>
          <a:xfrm>
            <a:off x="1835422" y="3423416"/>
            <a:ext cx="418320" cy="153000"/>
            <a:chOff x="1835422" y="3423416"/>
            <a:chExt cx="41832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14:cNvPr>
                <p14:cNvContentPartPr/>
                <p14:nvPr/>
              </p14:nvContentPartPr>
              <p14:xfrm>
                <a:off x="1835422" y="3451856"/>
                <a:ext cx="16848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826422" y="3442856"/>
                  <a:ext cx="186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14:cNvPr>
                <p14:cNvContentPartPr/>
                <p14:nvPr/>
              </p14:nvContentPartPr>
              <p14:xfrm>
                <a:off x="2083822" y="3494696"/>
                <a:ext cx="79920" cy="3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75182" y="348569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14:cNvPr>
                <p14:cNvContentPartPr/>
                <p14:nvPr/>
              </p14:nvContentPartPr>
              <p14:xfrm>
                <a:off x="2216662" y="3423416"/>
                <a:ext cx="37080" cy="9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8022" y="3414776"/>
                  <a:ext cx="547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C03BFDC-A9DC-5AC4-1F3B-A58075B6501F}"/>
              </a:ext>
            </a:extLst>
          </p:cNvPr>
          <p:cNvGrpSpPr/>
          <p:nvPr/>
        </p:nvGrpSpPr>
        <p:grpSpPr>
          <a:xfrm>
            <a:off x="2546422" y="3328736"/>
            <a:ext cx="2117880" cy="553320"/>
            <a:chOff x="2546422" y="3328736"/>
            <a:chExt cx="211788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14:cNvPr>
                <p14:cNvContentPartPr/>
                <p14:nvPr/>
              </p14:nvContentPartPr>
              <p14:xfrm>
                <a:off x="2546422" y="3763616"/>
                <a:ext cx="138600" cy="9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37422" y="3754976"/>
                  <a:ext cx="156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14:cNvPr>
                <p14:cNvContentPartPr/>
                <p14:nvPr/>
              </p14:nvContentPartPr>
              <p14:xfrm>
                <a:off x="2598262" y="3795656"/>
                <a:ext cx="70560" cy="74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89622" y="3786656"/>
                  <a:ext cx="88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14:cNvPr>
                <p14:cNvContentPartPr/>
                <p14:nvPr/>
              </p14:nvContentPartPr>
              <p14:xfrm>
                <a:off x="2756302" y="3668216"/>
                <a:ext cx="124560" cy="213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47662" y="3659216"/>
                  <a:ext cx="142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14:cNvPr>
                <p14:cNvContentPartPr/>
                <p14:nvPr/>
              </p14:nvContentPartPr>
              <p14:xfrm>
                <a:off x="2916142" y="3790256"/>
                <a:ext cx="102960" cy="32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07142" y="3781616"/>
                  <a:ext cx="120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14:cNvPr>
                <p14:cNvContentPartPr/>
                <p14:nvPr/>
              </p14:nvContentPartPr>
              <p14:xfrm>
                <a:off x="2936662" y="3779096"/>
                <a:ext cx="139320" cy="59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27662" y="3770096"/>
                  <a:ext cx="156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14:cNvPr>
                <p14:cNvContentPartPr/>
                <p14:nvPr/>
              </p14:nvContentPartPr>
              <p14:xfrm>
                <a:off x="3024862" y="3625376"/>
                <a:ext cx="231480" cy="25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15862" y="3616736"/>
                  <a:ext cx="249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14:cNvPr>
                <p14:cNvContentPartPr/>
                <p14:nvPr/>
              </p14:nvContentPartPr>
              <p14:xfrm>
                <a:off x="2944942" y="3801776"/>
                <a:ext cx="109080" cy="46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36302" y="3793136"/>
                  <a:ext cx="12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14:cNvPr>
                <p14:cNvContentPartPr/>
                <p14:nvPr/>
              </p14:nvContentPartPr>
              <p14:xfrm>
                <a:off x="3359662" y="3715376"/>
                <a:ext cx="180000" cy="112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51022" y="3706736"/>
                  <a:ext cx="197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14:cNvPr>
                <p14:cNvContentPartPr/>
                <p14:nvPr/>
              </p14:nvContentPartPr>
              <p14:xfrm>
                <a:off x="3504022" y="3588296"/>
                <a:ext cx="111240" cy="28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95382" y="3579656"/>
                  <a:ext cx="128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14:cNvPr>
                <p14:cNvContentPartPr/>
                <p14:nvPr/>
              </p14:nvContentPartPr>
              <p14:xfrm>
                <a:off x="3675382" y="3567056"/>
                <a:ext cx="99720" cy="174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66382" y="3558056"/>
                  <a:ext cx="117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14:cNvPr>
                <p14:cNvContentPartPr/>
                <p14:nvPr/>
              </p14:nvContentPartPr>
              <p14:xfrm>
                <a:off x="3625342" y="3424136"/>
                <a:ext cx="16200" cy="12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16702" y="3415136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14:cNvPr>
                <p14:cNvContentPartPr/>
                <p14:nvPr/>
              </p14:nvContentPartPr>
              <p14:xfrm>
                <a:off x="3811462" y="3460136"/>
                <a:ext cx="138240" cy="103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02822" y="3451136"/>
                  <a:ext cx="155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14:cNvPr>
                <p14:cNvContentPartPr/>
                <p14:nvPr/>
              </p14:nvContentPartPr>
              <p14:xfrm>
                <a:off x="3960502" y="3497936"/>
                <a:ext cx="54000" cy="53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51502" y="3488936"/>
                  <a:ext cx="71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14:cNvPr>
                <p14:cNvContentPartPr/>
                <p14:nvPr/>
              </p14:nvContentPartPr>
              <p14:xfrm>
                <a:off x="4024222" y="3482096"/>
                <a:ext cx="32760" cy="70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15582" y="3473096"/>
                  <a:ext cx="50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14:cNvPr>
                <p14:cNvContentPartPr/>
                <p14:nvPr/>
              </p14:nvContentPartPr>
              <p14:xfrm>
                <a:off x="3848902" y="3439616"/>
                <a:ext cx="170640" cy="16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839902" y="3430616"/>
                  <a:ext cx="18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14:cNvPr>
                <p14:cNvContentPartPr/>
                <p14:nvPr/>
              </p14:nvContentPartPr>
              <p14:xfrm>
                <a:off x="4061302" y="3365096"/>
                <a:ext cx="95400" cy="160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52662" y="3356096"/>
                  <a:ext cx="113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14:cNvPr>
                <p14:cNvContentPartPr/>
                <p14:nvPr/>
              </p14:nvContentPartPr>
              <p14:xfrm>
                <a:off x="4145542" y="3450056"/>
                <a:ext cx="70200" cy="38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36542" y="3441416"/>
                  <a:ext cx="87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14:cNvPr>
                <p14:cNvContentPartPr/>
                <p14:nvPr/>
              </p14:nvContentPartPr>
              <p14:xfrm>
                <a:off x="4247422" y="3439616"/>
                <a:ext cx="114480" cy="58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38782" y="3430616"/>
                  <a:ext cx="13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14:cNvPr>
                <p14:cNvContentPartPr/>
                <p14:nvPr/>
              </p14:nvContentPartPr>
              <p14:xfrm>
                <a:off x="4359382" y="3328736"/>
                <a:ext cx="138600" cy="17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50382" y="3319736"/>
                  <a:ext cx="156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14:cNvPr>
                <p14:cNvContentPartPr/>
                <p14:nvPr/>
              </p14:nvContentPartPr>
              <p14:xfrm>
                <a:off x="4481422" y="3420896"/>
                <a:ext cx="182880" cy="113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472422" y="3411896"/>
                  <a:ext cx="2005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89AF5E0-5003-BB71-CF66-1B32F6DBF0B6}"/>
              </a:ext>
            </a:extLst>
          </p:cNvPr>
          <p:cNvGrpSpPr/>
          <p:nvPr/>
        </p:nvGrpSpPr>
        <p:grpSpPr>
          <a:xfrm>
            <a:off x="4845382" y="3715016"/>
            <a:ext cx="152280" cy="70920"/>
            <a:chOff x="4845382" y="3715016"/>
            <a:chExt cx="152280" cy="7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14:cNvPr>
                <p14:cNvContentPartPr/>
                <p14:nvPr/>
              </p14:nvContentPartPr>
              <p14:xfrm>
                <a:off x="4845382" y="3778736"/>
                <a:ext cx="152280" cy="7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36382" y="3770096"/>
                  <a:ext cx="169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14:cNvPr>
                <p14:cNvContentPartPr/>
                <p14:nvPr/>
              </p14:nvContentPartPr>
              <p14:xfrm>
                <a:off x="4858702" y="3715016"/>
                <a:ext cx="96120" cy="15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50062" y="3706376"/>
                  <a:ext cx="1137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916ADC5-31AD-D93B-F17B-235286E84357}"/>
              </a:ext>
            </a:extLst>
          </p:cNvPr>
          <p:cNvGrpSpPr/>
          <p:nvPr/>
        </p:nvGrpSpPr>
        <p:grpSpPr>
          <a:xfrm>
            <a:off x="5215102" y="3954416"/>
            <a:ext cx="484920" cy="86040"/>
            <a:chOff x="5215102" y="3954416"/>
            <a:chExt cx="48492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14:cNvPr>
                <p14:cNvContentPartPr/>
                <p14:nvPr/>
              </p14:nvContentPartPr>
              <p14:xfrm>
                <a:off x="5215102" y="3965936"/>
                <a:ext cx="127800" cy="74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06102" y="3956936"/>
                  <a:ext cx="145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14:cNvPr>
                <p14:cNvContentPartPr/>
                <p14:nvPr/>
              </p14:nvContentPartPr>
              <p14:xfrm>
                <a:off x="5449102" y="4018496"/>
                <a:ext cx="85320" cy="1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40462" y="40098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14:cNvPr>
                <p14:cNvContentPartPr/>
                <p14:nvPr/>
              </p14:nvContentPartPr>
              <p14:xfrm>
                <a:off x="5419222" y="3954416"/>
                <a:ext cx="109800" cy="16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410582" y="3945776"/>
                  <a:ext cx="127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14:cNvPr>
                <p14:cNvContentPartPr/>
                <p14:nvPr/>
              </p14:nvContentPartPr>
              <p14:xfrm>
                <a:off x="5578342" y="3955136"/>
                <a:ext cx="121680" cy="78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569702" y="3946496"/>
                  <a:ext cx="1393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8094430-2960-E08E-4ED9-F8AC54DA8E03}"/>
              </a:ext>
            </a:extLst>
          </p:cNvPr>
          <p:cNvGrpSpPr/>
          <p:nvPr/>
        </p:nvGrpSpPr>
        <p:grpSpPr>
          <a:xfrm>
            <a:off x="5256142" y="3360056"/>
            <a:ext cx="372600" cy="457920"/>
            <a:chOff x="5256142" y="3360056"/>
            <a:chExt cx="37260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14:cNvPr>
                <p14:cNvContentPartPr/>
                <p14:nvPr/>
              </p14:nvContentPartPr>
              <p14:xfrm>
                <a:off x="5256142" y="3556256"/>
                <a:ext cx="363600" cy="261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47142" y="3547616"/>
                  <a:ext cx="3812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14:cNvPr>
                <p14:cNvContentPartPr/>
                <p14:nvPr/>
              </p14:nvContentPartPr>
              <p14:xfrm>
                <a:off x="5270902" y="3360056"/>
                <a:ext cx="12492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262262" y="3351416"/>
                  <a:ext cx="142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14:cNvPr>
                <p14:cNvContentPartPr/>
                <p14:nvPr/>
              </p14:nvContentPartPr>
              <p14:xfrm>
                <a:off x="5442622" y="3416936"/>
                <a:ext cx="113040" cy="10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33982" y="3408296"/>
                  <a:ext cx="13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14:cNvPr>
                <p14:cNvContentPartPr/>
                <p14:nvPr/>
              </p14:nvContentPartPr>
              <p14:xfrm>
                <a:off x="5615782" y="3375536"/>
                <a:ext cx="12960" cy="56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07142" y="3366896"/>
                  <a:ext cx="306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3081E21-95CB-C0BF-F2F1-E012CB2C36E4}"/>
              </a:ext>
            </a:extLst>
          </p:cNvPr>
          <p:cNvGrpSpPr/>
          <p:nvPr/>
        </p:nvGrpSpPr>
        <p:grpSpPr>
          <a:xfrm>
            <a:off x="5825662" y="3514856"/>
            <a:ext cx="1107000" cy="308160"/>
            <a:chOff x="5825662" y="3514856"/>
            <a:chExt cx="11070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14:cNvPr>
                <p14:cNvContentPartPr/>
                <p14:nvPr/>
              </p14:nvContentPartPr>
              <p14:xfrm>
                <a:off x="5825662" y="3678656"/>
                <a:ext cx="153000" cy="88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7022" y="3670016"/>
                  <a:ext cx="170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14:cNvPr>
                <p14:cNvContentPartPr/>
                <p14:nvPr/>
              </p14:nvContentPartPr>
              <p14:xfrm>
                <a:off x="5901622" y="3710696"/>
                <a:ext cx="52560" cy="9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92982" y="3701696"/>
                  <a:ext cx="70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14:cNvPr>
                <p14:cNvContentPartPr/>
                <p14:nvPr/>
              </p14:nvContentPartPr>
              <p14:xfrm>
                <a:off x="6014662" y="3614936"/>
                <a:ext cx="156960" cy="208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005662" y="3605936"/>
                  <a:ext cx="174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14:cNvPr>
                <p14:cNvContentPartPr/>
                <p14:nvPr/>
              </p14:nvContentPartPr>
              <p14:xfrm>
                <a:off x="6177022" y="3728336"/>
                <a:ext cx="142920" cy="56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68382" y="3719336"/>
                  <a:ext cx="160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14:cNvPr>
                <p14:cNvContentPartPr/>
                <p14:nvPr/>
              </p14:nvContentPartPr>
              <p14:xfrm>
                <a:off x="6262342" y="3577136"/>
                <a:ext cx="184680" cy="212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53702" y="3568136"/>
                  <a:ext cx="202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14:cNvPr>
                <p14:cNvContentPartPr/>
                <p14:nvPr/>
              </p14:nvContentPartPr>
              <p14:xfrm>
                <a:off x="6629182" y="3548696"/>
                <a:ext cx="282960" cy="246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20542" y="3539696"/>
                  <a:ext cx="300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14:cNvPr>
                <p14:cNvContentPartPr/>
                <p14:nvPr/>
              </p14:nvContentPartPr>
              <p14:xfrm>
                <a:off x="6606862" y="3518816"/>
                <a:ext cx="8640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8222" y="3510176"/>
                  <a:ext cx="10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14:cNvPr>
                <p14:cNvContentPartPr/>
                <p14:nvPr/>
              </p14:nvContentPartPr>
              <p14:xfrm>
                <a:off x="6842662" y="3514856"/>
                <a:ext cx="90000" cy="10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33662" y="350585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14:cNvPr>
              <p14:cNvContentPartPr/>
              <p14:nvPr/>
            </p14:nvContentPartPr>
            <p14:xfrm>
              <a:off x="7011862" y="3759296"/>
              <a:ext cx="171720" cy="1202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002862" y="3750656"/>
                <a:ext cx="18936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8D8918F-7E32-5D52-EE45-91BC64267663}"/>
              </a:ext>
            </a:extLst>
          </p:cNvPr>
          <p:cNvGrpSpPr/>
          <p:nvPr/>
        </p:nvGrpSpPr>
        <p:grpSpPr>
          <a:xfrm>
            <a:off x="7033462" y="3303536"/>
            <a:ext cx="345960" cy="136800"/>
            <a:chOff x="7033462" y="3303536"/>
            <a:chExt cx="34596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14:cNvPr>
                <p14:cNvContentPartPr/>
                <p14:nvPr/>
              </p14:nvContentPartPr>
              <p14:xfrm>
                <a:off x="7033462" y="3303536"/>
                <a:ext cx="36720" cy="136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24462" y="3294536"/>
                  <a:ext cx="54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14:cNvPr>
                <p14:cNvContentPartPr/>
                <p14:nvPr/>
              </p14:nvContentPartPr>
              <p14:xfrm>
                <a:off x="7072702" y="3369056"/>
                <a:ext cx="104760" cy="59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63702" y="3360416"/>
                  <a:ext cx="122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14:cNvPr>
                <p14:cNvContentPartPr/>
                <p14:nvPr/>
              </p14:nvContentPartPr>
              <p14:xfrm>
                <a:off x="7210942" y="3358616"/>
                <a:ext cx="168480" cy="70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02302" y="3349616"/>
                  <a:ext cx="18612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04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C16B-209C-3AEC-25C1-606E5A17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5ACE-05F7-3E3A-BD78-065D9B4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97BAA3-69B2-889A-9C5E-84BB9EE55FA7}"/>
              </a:ext>
            </a:extLst>
          </p:cNvPr>
          <p:cNvGrpSpPr/>
          <p:nvPr/>
        </p:nvGrpSpPr>
        <p:grpSpPr>
          <a:xfrm>
            <a:off x="6399902" y="488443"/>
            <a:ext cx="855000" cy="279720"/>
            <a:chOff x="6399902" y="488443"/>
            <a:chExt cx="85500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14:cNvPr>
                <p14:cNvContentPartPr/>
                <p14:nvPr/>
              </p14:nvContentPartPr>
              <p14:xfrm>
                <a:off x="6399902" y="531283"/>
                <a:ext cx="288000" cy="23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91262" y="522643"/>
                  <a:ext cx="305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14:cNvPr>
                <p14:cNvContentPartPr/>
                <p14:nvPr/>
              </p14:nvContentPartPr>
              <p14:xfrm>
                <a:off x="6760262" y="652963"/>
                <a:ext cx="171720" cy="2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1622" y="644323"/>
                  <a:ext cx="189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14:cNvPr>
                <p14:cNvContentPartPr/>
                <p14:nvPr/>
              </p14:nvContentPartPr>
              <p14:xfrm>
                <a:off x="6756662" y="595003"/>
                <a:ext cx="198000" cy="1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8022" y="586003"/>
                  <a:ext cx="21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14:cNvPr>
                <p14:cNvContentPartPr/>
                <p14:nvPr/>
              </p14:nvContentPartPr>
              <p14:xfrm>
                <a:off x="7053662" y="488443"/>
                <a:ext cx="201240" cy="147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5022" y="479443"/>
                  <a:ext cx="218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14:cNvPr>
                <p14:cNvContentPartPr/>
                <p14:nvPr/>
              </p14:nvContentPartPr>
              <p14:xfrm>
                <a:off x="7190462" y="553963"/>
                <a:ext cx="33840" cy="17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462" y="545323"/>
                  <a:ext cx="5148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14:cNvPr>
              <p14:cNvContentPartPr/>
              <p14:nvPr/>
            </p14:nvContentPartPr>
            <p14:xfrm>
              <a:off x="8569982" y="467563"/>
              <a:ext cx="272160" cy="304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61342" y="458563"/>
                <a:ext cx="289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14:cNvPr>
              <p14:cNvContentPartPr/>
              <p14:nvPr/>
            </p14:nvContentPartPr>
            <p14:xfrm>
              <a:off x="8954462" y="716683"/>
              <a:ext cx="172800" cy="138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5822" y="707683"/>
                <a:ext cx="1904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14:cNvPr>
              <p14:cNvContentPartPr/>
              <p14:nvPr/>
            </p14:nvContentPartPr>
            <p14:xfrm>
              <a:off x="9288542" y="715963"/>
              <a:ext cx="103680" cy="2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9542" y="707323"/>
                <a:ext cx="121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14:cNvPr>
              <p14:cNvContentPartPr/>
              <p14:nvPr/>
            </p14:nvContentPartPr>
            <p14:xfrm>
              <a:off x="9276662" y="662683"/>
              <a:ext cx="114840" cy="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67662" y="654043"/>
                <a:ext cx="13248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B07087-DC8B-85BA-92B8-E46EDF333928}"/>
              </a:ext>
            </a:extLst>
          </p:cNvPr>
          <p:cNvGrpSpPr/>
          <p:nvPr/>
        </p:nvGrpSpPr>
        <p:grpSpPr>
          <a:xfrm>
            <a:off x="9570782" y="241123"/>
            <a:ext cx="1284840" cy="504720"/>
            <a:chOff x="9570782" y="241123"/>
            <a:chExt cx="128484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14:cNvPr>
                <p14:cNvContentPartPr/>
                <p14:nvPr/>
              </p14:nvContentPartPr>
              <p14:xfrm>
                <a:off x="9570782" y="615523"/>
                <a:ext cx="185760" cy="13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1782" y="606883"/>
                  <a:ext cx="20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14:cNvPr>
                <p14:cNvContentPartPr/>
                <p14:nvPr/>
              </p14:nvContentPartPr>
              <p14:xfrm>
                <a:off x="9705782" y="467923"/>
                <a:ext cx="154440" cy="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96782" y="458923"/>
                  <a:ext cx="172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14:cNvPr>
                <p14:cNvContentPartPr/>
                <p14:nvPr/>
              </p14:nvContentPartPr>
              <p14:xfrm>
                <a:off x="9926462" y="408523"/>
                <a:ext cx="78840" cy="20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17822" y="399883"/>
                  <a:ext cx="96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14:cNvPr>
                <p14:cNvContentPartPr/>
                <p14:nvPr/>
              </p14:nvContentPartPr>
              <p14:xfrm>
                <a:off x="9902702" y="314203"/>
                <a:ext cx="2160" cy="1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3702" y="305563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14:cNvPr>
                <p14:cNvContentPartPr/>
                <p14:nvPr/>
              </p14:nvContentPartPr>
              <p14:xfrm>
                <a:off x="10051742" y="356323"/>
                <a:ext cx="146160" cy="9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43102" y="347323"/>
                  <a:ext cx="16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14:cNvPr>
                <p14:cNvContentPartPr/>
                <p14:nvPr/>
              </p14:nvContentPartPr>
              <p14:xfrm>
                <a:off x="10249382" y="375763"/>
                <a:ext cx="75600" cy="8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0382" y="367123"/>
                  <a:ext cx="9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14:cNvPr>
                <p14:cNvContentPartPr/>
                <p14:nvPr/>
              </p14:nvContentPartPr>
              <p14:xfrm>
                <a:off x="10326782" y="389083"/>
                <a:ext cx="50760" cy="6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7782" y="380443"/>
                  <a:ext cx="6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14:cNvPr>
                <p14:cNvContentPartPr/>
                <p14:nvPr/>
              </p14:nvContentPartPr>
              <p14:xfrm>
                <a:off x="10220222" y="329323"/>
                <a:ext cx="165960" cy="33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1582" y="320323"/>
                  <a:ext cx="183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14:cNvPr>
                <p14:cNvContentPartPr/>
                <p14:nvPr/>
              </p14:nvContentPartPr>
              <p14:xfrm>
                <a:off x="10477262" y="241123"/>
                <a:ext cx="122040" cy="305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68622" y="232483"/>
                  <a:ext cx="139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14:cNvPr>
                <p14:cNvContentPartPr/>
                <p14:nvPr/>
              </p14:nvContentPartPr>
              <p14:xfrm>
                <a:off x="10664462" y="339403"/>
                <a:ext cx="19116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55462" y="330763"/>
                  <a:ext cx="2088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6E1420-3D47-9C25-6075-C2A7323A09BB}"/>
              </a:ext>
            </a:extLst>
          </p:cNvPr>
          <p:cNvGrpSpPr/>
          <p:nvPr/>
        </p:nvGrpSpPr>
        <p:grpSpPr>
          <a:xfrm>
            <a:off x="1025822" y="1348123"/>
            <a:ext cx="519120" cy="387000"/>
            <a:chOff x="1025822" y="1348123"/>
            <a:chExt cx="51912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14:cNvPr>
                <p14:cNvContentPartPr/>
                <p14:nvPr/>
              </p14:nvContentPartPr>
              <p14:xfrm>
                <a:off x="1025822" y="1368283"/>
                <a:ext cx="232560" cy="26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822" y="1359643"/>
                  <a:ext cx="250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14:cNvPr>
                <p14:cNvContentPartPr/>
                <p14:nvPr/>
              </p14:nvContentPartPr>
              <p14:xfrm>
                <a:off x="1057862" y="1348123"/>
                <a:ext cx="119880" cy="29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9222" y="1339123"/>
                  <a:ext cx="137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14:cNvPr>
                <p14:cNvContentPartPr/>
                <p14:nvPr/>
              </p14:nvContentPartPr>
              <p14:xfrm>
                <a:off x="1303022" y="1538563"/>
                <a:ext cx="63360" cy="19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4382" y="1529563"/>
                  <a:ext cx="81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14:cNvPr>
                <p14:cNvContentPartPr/>
                <p14:nvPr/>
              </p14:nvContentPartPr>
              <p14:xfrm>
                <a:off x="1372862" y="1642603"/>
                <a:ext cx="172080" cy="8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3862" y="1633603"/>
                  <a:ext cx="1897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14:cNvPr>
              <p14:cNvContentPartPr/>
              <p14:nvPr/>
            </p14:nvContentPartPr>
            <p14:xfrm>
              <a:off x="6438782" y="856723"/>
              <a:ext cx="752400" cy="3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30142" y="847723"/>
                <a:ext cx="7700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3C331BF-3BA2-5EDC-93AD-020B9E11070A}"/>
              </a:ext>
            </a:extLst>
          </p:cNvPr>
          <p:cNvGrpSpPr/>
          <p:nvPr/>
        </p:nvGrpSpPr>
        <p:grpSpPr>
          <a:xfrm>
            <a:off x="1643942" y="1361443"/>
            <a:ext cx="1624680" cy="333360"/>
            <a:chOff x="1643942" y="1361443"/>
            <a:chExt cx="162468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14:cNvPr>
                <p14:cNvContentPartPr/>
                <p14:nvPr/>
              </p14:nvContentPartPr>
              <p14:xfrm>
                <a:off x="1695782" y="1578883"/>
                <a:ext cx="9648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7142" y="1570243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14:cNvPr>
                <p14:cNvContentPartPr/>
                <p14:nvPr/>
              </p14:nvContentPartPr>
              <p14:xfrm>
                <a:off x="1643942" y="1519123"/>
                <a:ext cx="109440" cy="1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5302" y="1510123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14:cNvPr>
                <p14:cNvContentPartPr/>
                <p14:nvPr/>
              </p14:nvContentPartPr>
              <p14:xfrm>
                <a:off x="1911782" y="1472683"/>
                <a:ext cx="177480" cy="135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02782" y="1463683"/>
                  <a:ext cx="195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14:cNvPr>
                <p14:cNvContentPartPr/>
                <p14:nvPr/>
              </p14:nvContentPartPr>
              <p14:xfrm>
                <a:off x="1973342" y="1520923"/>
                <a:ext cx="7020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4702" y="1512283"/>
                  <a:ext cx="87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14:cNvPr>
                <p14:cNvContentPartPr/>
                <p14:nvPr/>
              </p14:nvContentPartPr>
              <p14:xfrm>
                <a:off x="2136062" y="1397083"/>
                <a:ext cx="128160" cy="22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27422" y="1388443"/>
                  <a:ext cx="14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14:cNvPr>
                <p14:cNvContentPartPr/>
                <p14:nvPr/>
              </p14:nvContentPartPr>
              <p14:xfrm>
                <a:off x="2242262" y="1490323"/>
                <a:ext cx="124200" cy="89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3262" y="1481683"/>
                  <a:ext cx="14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14:cNvPr>
                <p14:cNvContentPartPr/>
                <p14:nvPr/>
              </p14:nvContentPartPr>
              <p14:xfrm>
                <a:off x="2363222" y="1361443"/>
                <a:ext cx="163080" cy="27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4582" y="1352803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14:cNvPr>
                <p14:cNvContentPartPr/>
                <p14:nvPr/>
              </p14:nvContentPartPr>
              <p14:xfrm>
                <a:off x="2653382" y="1517323"/>
                <a:ext cx="16200" cy="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4742" y="1508323"/>
                  <a:ext cx="33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14:cNvPr>
                <p14:cNvContentPartPr/>
                <p14:nvPr/>
              </p14:nvContentPartPr>
              <p14:xfrm>
                <a:off x="2763542" y="1398523"/>
                <a:ext cx="271800" cy="216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54542" y="1389883"/>
                  <a:ext cx="289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14:cNvPr>
                <p14:cNvContentPartPr/>
                <p14:nvPr/>
              </p14:nvContentPartPr>
              <p14:xfrm>
                <a:off x="3115262" y="1583563"/>
                <a:ext cx="15336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06262" y="1574563"/>
                  <a:ext cx="17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14:cNvPr>
                <p14:cNvContentPartPr/>
                <p14:nvPr/>
              </p14:nvContentPartPr>
              <p14:xfrm>
                <a:off x="3199502" y="1590043"/>
                <a:ext cx="198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0862" y="1581403"/>
                  <a:ext cx="374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876AF5-E38D-6320-F284-C91FB5042BD4}"/>
              </a:ext>
            </a:extLst>
          </p:cNvPr>
          <p:cNvGrpSpPr/>
          <p:nvPr/>
        </p:nvGrpSpPr>
        <p:grpSpPr>
          <a:xfrm>
            <a:off x="3015182" y="1085683"/>
            <a:ext cx="319320" cy="165240"/>
            <a:chOff x="3015182" y="1085683"/>
            <a:chExt cx="3193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14:cNvPr>
                <p14:cNvContentPartPr/>
                <p14:nvPr/>
              </p14:nvContentPartPr>
              <p14:xfrm>
                <a:off x="3015182" y="1171723"/>
                <a:ext cx="92880" cy="79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182" y="1162723"/>
                  <a:ext cx="11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14:cNvPr>
                <p14:cNvContentPartPr/>
                <p14:nvPr/>
              </p14:nvContentPartPr>
              <p14:xfrm>
                <a:off x="3171782" y="1085683"/>
                <a:ext cx="54720" cy="143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63142" y="1076683"/>
                  <a:ext cx="7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14:cNvPr>
                <p14:cNvContentPartPr/>
                <p14:nvPr/>
              </p14:nvContentPartPr>
              <p14:xfrm>
                <a:off x="3210302" y="1161643"/>
                <a:ext cx="124200" cy="69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01662" y="1153003"/>
                  <a:ext cx="141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9A7306-8A3D-AC5C-DD6F-FA20669772D9}"/>
              </a:ext>
            </a:extLst>
          </p:cNvPr>
          <p:cNvGrpSpPr/>
          <p:nvPr/>
        </p:nvGrpSpPr>
        <p:grpSpPr>
          <a:xfrm>
            <a:off x="3577862" y="1321843"/>
            <a:ext cx="1452960" cy="309600"/>
            <a:chOff x="3577862" y="1321843"/>
            <a:chExt cx="145296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14:cNvPr>
                <p14:cNvContentPartPr/>
                <p14:nvPr/>
              </p14:nvContentPartPr>
              <p14:xfrm>
                <a:off x="3594782" y="1428763"/>
                <a:ext cx="76320" cy="129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6142" y="1419763"/>
                  <a:ext cx="93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14:cNvPr>
                <p14:cNvContentPartPr/>
                <p14:nvPr/>
              </p14:nvContentPartPr>
              <p14:xfrm>
                <a:off x="3577862" y="1473763"/>
                <a:ext cx="129240" cy="1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68862" y="1464763"/>
                  <a:ext cx="14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14:cNvPr>
                <p14:cNvContentPartPr/>
                <p14:nvPr/>
              </p14:nvContentPartPr>
              <p14:xfrm>
                <a:off x="3821222" y="1461163"/>
                <a:ext cx="167040" cy="8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12222" y="1452523"/>
                  <a:ext cx="184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14:cNvPr>
                <p14:cNvContentPartPr/>
                <p14:nvPr/>
              </p14:nvContentPartPr>
              <p14:xfrm>
                <a:off x="3894302" y="1466923"/>
                <a:ext cx="53640" cy="9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85662" y="1457923"/>
                  <a:ext cx="7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14:cNvPr>
                <p14:cNvContentPartPr/>
                <p14:nvPr/>
              </p14:nvContentPartPr>
              <p14:xfrm>
                <a:off x="4025342" y="1321843"/>
                <a:ext cx="123840" cy="236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6702" y="1312843"/>
                  <a:ext cx="141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14:cNvPr>
                <p14:cNvContentPartPr/>
                <p14:nvPr/>
              </p14:nvContentPartPr>
              <p14:xfrm>
                <a:off x="4184822" y="1445683"/>
                <a:ext cx="52560" cy="8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5822" y="1436683"/>
                  <a:ext cx="70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14:cNvPr>
                <p14:cNvContentPartPr/>
                <p14:nvPr/>
              </p14:nvContentPartPr>
              <p14:xfrm>
                <a:off x="4225142" y="1338403"/>
                <a:ext cx="157320" cy="231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16142" y="1329763"/>
                  <a:ext cx="174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14:cNvPr>
                <p14:cNvContentPartPr/>
                <p14:nvPr/>
              </p14:nvContentPartPr>
              <p14:xfrm>
                <a:off x="4531502" y="1338763"/>
                <a:ext cx="273600" cy="22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2502" y="1329763"/>
                  <a:ext cx="291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14:cNvPr>
                <p14:cNvContentPartPr/>
                <p14:nvPr/>
              </p14:nvContentPartPr>
              <p14:xfrm>
                <a:off x="4871342" y="1510843"/>
                <a:ext cx="159480" cy="73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62342" y="1502203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14:cNvPr>
                <p14:cNvContentPartPr/>
                <p14:nvPr/>
              </p14:nvContentPartPr>
              <p14:xfrm>
                <a:off x="4968542" y="1538563"/>
                <a:ext cx="18360" cy="9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9902" y="1529923"/>
                  <a:ext cx="360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B303A5-0A58-00C6-860F-B7A282C2EB11}"/>
              </a:ext>
            </a:extLst>
          </p:cNvPr>
          <p:cNvGrpSpPr/>
          <p:nvPr/>
        </p:nvGrpSpPr>
        <p:grpSpPr>
          <a:xfrm>
            <a:off x="5292902" y="1123483"/>
            <a:ext cx="1619280" cy="486360"/>
            <a:chOff x="5292902" y="1123483"/>
            <a:chExt cx="161928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14:cNvPr>
                <p14:cNvContentPartPr/>
                <p14:nvPr/>
              </p14:nvContentPartPr>
              <p14:xfrm>
                <a:off x="5324582" y="1383763"/>
                <a:ext cx="52560" cy="125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15942" y="1375123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14:cNvPr>
                <p14:cNvContentPartPr/>
                <p14:nvPr/>
              </p14:nvContentPartPr>
              <p14:xfrm>
                <a:off x="5292902" y="1459363"/>
                <a:ext cx="10440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84262" y="1450363"/>
                  <a:ext cx="12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14:cNvPr>
                <p14:cNvContentPartPr/>
                <p14:nvPr/>
              </p14:nvContentPartPr>
              <p14:xfrm>
                <a:off x="5542382" y="1407883"/>
                <a:ext cx="172080" cy="86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33742" y="1399243"/>
                  <a:ext cx="189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14:cNvPr>
                <p14:cNvContentPartPr/>
                <p14:nvPr/>
              </p14:nvContentPartPr>
              <p14:xfrm>
                <a:off x="5590982" y="1419763"/>
                <a:ext cx="71640" cy="10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1982" y="1410763"/>
                  <a:ext cx="89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14:cNvPr>
                <p14:cNvContentPartPr/>
                <p14:nvPr/>
              </p14:nvContentPartPr>
              <p14:xfrm>
                <a:off x="5767382" y="1309243"/>
                <a:ext cx="146520" cy="232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8382" y="1300243"/>
                  <a:ext cx="16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14:cNvPr>
                <p14:cNvContentPartPr/>
                <p14:nvPr/>
              </p14:nvContentPartPr>
              <p14:xfrm>
                <a:off x="5918582" y="1412923"/>
                <a:ext cx="167760" cy="93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09582" y="1403923"/>
                  <a:ext cx="18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14:cNvPr>
                <p14:cNvContentPartPr/>
                <p14:nvPr/>
              </p14:nvContentPartPr>
              <p14:xfrm>
                <a:off x="6048902" y="1329763"/>
                <a:ext cx="12384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0262" y="1320763"/>
                  <a:ext cx="141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14:cNvPr>
                <p14:cNvContentPartPr/>
                <p14:nvPr/>
              </p14:nvContentPartPr>
              <p14:xfrm>
                <a:off x="6287582" y="1451803"/>
                <a:ext cx="6480" cy="27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78582" y="1443163"/>
                  <a:ext cx="24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14:cNvPr>
                <p14:cNvContentPartPr/>
                <p14:nvPr/>
              </p14:nvContentPartPr>
              <p14:xfrm>
                <a:off x="6371822" y="1333363"/>
                <a:ext cx="236880" cy="21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63182" y="1324723"/>
                  <a:ext cx="25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14:cNvPr>
                <p14:cNvContentPartPr/>
                <p14:nvPr/>
              </p14:nvContentPartPr>
              <p14:xfrm>
                <a:off x="6707342" y="1471243"/>
                <a:ext cx="105480" cy="72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98702" y="1462603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14:cNvPr>
                <p14:cNvContentPartPr/>
                <p14:nvPr/>
              </p14:nvContentPartPr>
              <p14:xfrm>
                <a:off x="6776822" y="1513363"/>
                <a:ext cx="34200" cy="96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68182" y="1504723"/>
                  <a:ext cx="51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14:cNvPr>
                <p14:cNvContentPartPr/>
                <p14:nvPr/>
              </p14:nvContentPartPr>
              <p14:xfrm>
                <a:off x="6546782" y="1152643"/>
                <a:ext cx="153720" cy="95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782" y="1144003"/>
                  <a:ext cx="17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14:cNvPr>
                <p14:cNvContentPartPr/>
                <p14:nvPr/>
              </p14:nvContentPartPr>
              <p14:xfrm>
                <a:off x="6726062" y="1123483"/>
                <a:ext cx="79200" cy="13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17062" y="1114483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14:cNvPr>
                <p14:cNvContentPartPr/>
                <p14:nvPr/>
              </p14:nvContentPartPr>
              <p14:xfrm>
                <a:off x="6790862" y="1195843"/>
                <a:ext cx="121320" cy="57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82222" y="1186843"/>
                  <a:ext cx="1389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15F9F5-8505-45DF-0BDA-C664C517B240}"/>
              </a:ext>
            </a:extLst>
          </p:cNvPr>
          <p:cNvGrpSpPr/>
          <p:nvPr/>
        </p:nvGrpSpPr>
        <p:grpSpPr>
          <a:xfrm>
            <a:off x="7215662" y="1123483"/>
            <a:ext cx="1625760" cy="487080"/>
            <a:chOff x="7215662" y="1123483"/>
            <a:chExt cx="162576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14:cNvPr>
                <p14:cNvContentPartPr/>
                <p14:nvPr/>
              </p14:nvContentPartPr>
              <p14:xfrm>
                <a:off x="7226822" y="1380163"/>
                <a:ext cx="48960" cy="11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17822" y="1371163"/>
                  <a:ext cx="66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14:cNvPr>
                <p14:cNvContentPartPr/>
                <p14:nvPr/>
              </p14:nvContentPartPr>
              <p14:xfrm>
                <a:off x="7215662" y="1443883"/>
                <a:ext cx="107280" cy="1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07022" y="1435243"/>
                  <a:ext cx="12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14:cNvPr>
                <p14:cNvContentPartPr/>
                <p14:nvPr/>
              </p14:nvContentPartPr>
              <p14:xfrm>
                <a:off x="7447142" y="1407163"/>
                <a:ext cx="14508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38142" y="1398163"/>
                  <a:ext cx="162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14:cNvPr>
                <p14:cNvContentPartPr/>
                <p14:nvPr/>
              </p14:nvContentPartPr>
              <p14:xfrm>
                <a:off x="7488542" y="1394563"/>
                <a:ext cx="65880" cy="114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9542" y="1385563"/>
                  <a:ext cx="83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14:cNvPr>
                <p14:cNvContentPartPr/>
                <p14:nvPr/>
              </p14:nvContentPartPr>
              <p14:xfrm>
                <a:off x="7643342" y="1282603"/>
                <a:ext cx="120600" cy="23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34342" y="1273603"/>
                  <a:ext cx="138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14:cNvPr>
                <p14:cNvContentPartPr/>
                <p14:nvPr/>
              </p14:nvContentPartPr>
              <p14:xfrm>
                <a:off x="7777982" y="1340563"/>
                <a:ext cx="159120" cy="17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68982" y="1331563"/>
                  <a:ext cx="176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14:cNvPr>
                <p14:cNvContentPartPr/>
                <p14:nvPr/>
              </p14:nvContentPartPr>
              <p14:xfrm>
                <a:off x="7916942" y="1255963"/>
                <a:ext cx="124560" cy="302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8302" y="1247323"/>
                  <a:ext cx="142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14:cNvPr>
                <p14:cNvContentPartPr/>
                <p14:nvPr/>
              </p14:nvContentPartPr>
              <p14:xfrm>
                <a:off x="8179382" y="1320043"/>
                <a:ext cx="239400" cy="186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70382" y="1311043"/>
                  <a:ext cx="257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14:cNvPr>
                <p14:cNvContentPartPr/>
                <p14:nvPr/>
              </p14:nvContentPartPr>
              <p14:xfrm>
                <a:off x="8546582" y="1463683"/>
                <a:ext cx="135000" cy="71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37942" y="1454683"/>
                  <a:ext cx="152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14:cNvPr>
                <p14:cNvContentPartPr/>
                <p14:nvPr/>
              </p14:nvContentPartPr>
              <p14:xfrm>
                <a:off x="8643062" y="1512283"/>
                <a:ext cx="23040" cy="98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4062" y="1503283"/>
                  <a:ext cx="4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14:cNvPr>
                <p14:cNvContentPartPr/>
                <p14:nvPr/>
              </p14:nvContentPartPr>
              <p14:xfrm>
                <a:off x="8475662" y="1140763"/>
                <a:ext cx="127080" cy="12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67022" y="1131763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14:cNvPr>
                <p14:cNvContentPartPr/>
                <p14:nvPr/>
              </p14:nvContentPartPr>
              <p14:xfrm>
                <a:off x="8652422" y="1123483"/>
                <a:ext cx="85320" cy="167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3782" y="1114483"/>
                  <a:ext cx="10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14:cNvPr>
                <p14:cNvContentPartPr/>
                <p14:nvPr/>
              </p14:nvContentPartPr>
              <p14:xfrm>
                <a:off x="8710382" y="1211323"/>
                <a:ext cx="131040" cy="72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01382" y="1202683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2148AE6-366E-5C68-C485-FF8AC3D41C98}"/>
              </a:ext>
            </a:extLst>
          </p:cNvPr>
          <p:cNvGrpSpPr/>
          <p:nvPr/>
        </p:nvGrpSpPr>
        <p:grpSpPr>
          <a:xfrm>
            <a:off x="9886862" y="1536403"/>
            <a:ext cx="485640" cy="283680"/>
            <a:chOff x="9886862" y="1536403"/>
            <a:chExt cx="4856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14:cNvPr>
                <p14:cNvContentPartPr/>
                <p14:nvPr/>
              </p14:nvContentPartPr>
              <p14:xfrm>
                <a:off x="9886862" y="1536403"/>
                <a:ext cx="26280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8222" y="1527763"/>
                  <a:ext cx="280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14:cNvPr>
                <p14:cNvContentPartPr/>
                <p14:nvPr/>
              </p14:nvContentPartPr>
              <p14:xfrm>
                <a:off x="10225982" y="1680403"/>
                <a:ext cx="146520" cy="7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17342" y="1671403"/>
                  <a:ext cx="164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14:cNvPr>
                <p14:cNvContentPartPr/>
                <p14:nvPr/>
              </p14:nvContentPartPr>
              <p14:xfrm>
                <a:off x="10309142" y="1720363"/>
                <a:ext cx="25920" cy="9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300502" y="1711723"/>
                  <a:ext cx="435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14:cNvPr>
              <p14:cNvContentPartPr/>
              <p14:nvPr/>
            </p14:nvContentPartPr>
            <p14:xfrm>
              <a:off x="10187462" y="1325803"/>
              <a:ext cx="139680" cy="986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78822" y="1317163"/>
                <a:ext cx="1573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6AE2F27-A78C-9B68-D2EE-0C7777FEC016}"/>
              </a:ext>
            </a:extLst>
          </p:cNvPr>
          <p:cNvGrpSpPr/>
          <p:nvPr/>
        </p:nvGrpSpPr>
        <p:grpSpPr>
          <a:xfrm>
            <a:off x="10548182" y="1610563"/>
            <a:ext cx="195840" cy="80640"/>
            <a:chOff x="10548182" y="1610563"/>
            <a:chExt cx="195840" cy="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14:cNvPr>
                <p14:cNvContentPartPr/>
                <p14:nvPr/>
              </p14:nvContentPartPr>
              <p14:xfrm>
                <a:off x="10583822" y="1668163"/>
                <a:ext cx="160200" cy="2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4822" y="1659523"/>
                  <a:ext cx="177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14:cNvPr>
                <p14:cNvContentPartPr/>
                <p14:nvPr/>
              </p14:nvContentPartPr>
              <p14:xfrm>
                <a:off x="10548182" y="1610563"/>
                <a:ext cx="161640" cy="1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39182" y="1601923"/>
                  <a:ext cx="1792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14:cNvPr>
              <p14:cNvContentPartPr/>
              <p14:nvPr/>
            </p14:nvContentPartPr>
            <p14:xfrm>
              <a:off x="10921862" y="1537843"/>
              <a:ext cx="65160" cy="174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913222" y="1528843"/>
                <a:ext cx="828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01EFD0-63CE-24BB-DF1D-4798047A18D4}"/>
              </a:ext>
            </a:extLst>
          </p:cNvPr>
          <p:cNvGrpSpPr/>
          <p:nvPr/>
        </p:nvGrpSpPr>
        <p:grpSpPr>
          <a:xfrm>
            <a:off x="9959942" y="1915843"/>
            <a:ext cx="1480320" cy="465840"/>
            <a:chOff x="9959942" y="1915843"/>
            <a:chExt cx="148032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14:cNvPr>
                <p14:cNvContentPartPr/>
                <p14:nvPr/>
              </p14:nvContentPartPr>
              <p14:xfrm>
                <a:off x="9959942" y="2114203"/>
                <a:ext cx="266400" cy="17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50942" y="2105563"/>
                  <a:ext cx="284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14:cNvPr>
                <p14:cNvContentPartPr/>
                <p14:nvPr/>
              </p14:nvContentPartPr>
              <p14:xfrm>
                <a:off x="10287542" y="2242003"/>
                <a:ext cx="151200" cy="94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78902" y="2233363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14:cNvPr>
                <p14:cNvContentPartPr/>
                <p14:nvPr/>
              </p14:nvContentPartPr>
              <p14:xfrm>
                <a:off x="10417862" y="2268643"/>
                <a:ext cx="42480" cy="113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8862" y="2259643"/>
                  <a:ext cx="60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14:cNvPr>
                <p14:cNvContentPartPr/>
                <p14:nvPr/>
              </p14:nvContentPartPr>
              <p14:xfrm>
                <a:off x="10229942" y="1964803"/>
                <a:ext cx="140040" cy="89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0942" y="1955803"/>
                  <a:ext cx="157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14:cNvPr>
                <p14:cNvContentPartPr/>
                <p14:nvPr/>
              </p14:nvContentPartPr>
              <p14:xfrm>
                <a:off x="10578422" y="2193763"/>
                <a:ext cx="102600" cy="19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9782" y="2184763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14:cNvPr>
                <p14:cNvContentPartPr/>
                <p14:nvPr/>
              </p14:nvContentPartPr>
              <p14:xfrm>
                <a:off x="10578062" y="2152363"/>
                <a:ext cx="79200" cy="10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69422" y="2143363"/>
                  <a:ext cx="9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14:cNvPr>
                <p14:cNvContentPartPr/>
                <p14:nvPr/>
              </p14:nvContentPartPr>
              <p14:xfrm>
                <a:off x="10809182" y="2159923"/>
                <a:ext cx="142920" cy="137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00542" y="2151283"/>
                  <a:ext cx="160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14:cNvPr>
                <p14:cNvContentPartPr/>
                <p14:nvPr/>
              </p14:nvContentPartPr>
              <p14:xfrm>
                <a:off x="10854542" y="2052643"/>
                <a:ext cx="108720" cy="21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5902" y="2044003"/>
                  <a:ext cx="12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14:cNvPr>
                <p14:cNvContentPartPr/>
                <p14:nvPr/>
              </p14:nvContentPartPr>
              <p14:xfrm>
                <a:off x="11042462" y="2004043"/>
                <a:ext cx="75960" cy="157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3822" y="1995403"/>
                  <a:ext cx="9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14:cNvPr>
                <p14:cNvContentPartPr/>
                <p14:nvPr/>
              </p14:nvContentPartPr>
              <p14:xfrm>
                <a:off x="11049662" y="1961563"/>
                <a:ext cx="6480" cy="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40662" y="1952563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14:cNvPr>
                <p14:cNvContentPartPr/>
                <p14:nvPr/>
              </p14:nvContentPartPr>
              <p14:xfrm>
                <a:off x="11152262" y="1942843"/>
                <a:ext cx="131040" cy="95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3262" y="1934203"/>
                  <a:ext cx="148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14:cNvPr>
                <p14:cNvContentPartPr/>
                <p14:nvPr/>
              </p14:nvContentPartPr>
              <p14:xfrm>
                <a:off x="11330102" y="1959403"/>
                <a:ext cx="41760" cy="6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21462" y="1950403"/>
                  <a:ext cx="59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14:cNvPr>
                <p14:cNvContentPartPr/>
                <p14:nvPr/>
              </p14:nvContentPartPr>
              <p14:xfrm>
                <a:off x="11379422" y="1960843"/>
                <a:ext cx="60840" cy="6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70422" y="1951843"/>
                  <a:ext cx="78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14:cNvPr>
                <p14:cNvContentPartPr/>
                <p14:nvPr/>
              </p14:nvContentPartPr>
              <p14:xfrm>
                <a:off x="11287982" y="1915843"/>
                <a:ext cx="136440" cy="12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9342" y="1906843"/>
                  <a:ext cx="1540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14:cNvPr>
              <p14:cNvContentPartPr/>
              <p14:nvPr/>
            </p14:nvContentPartPr>
            <p14:xfrm>
              <a:off x="11568422" y="1964443"/>
              <a:ext cx="3240" cy="4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559782" y="1955803"/>
                <a:ext cx="20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14:cNvPr>
              <p14:cNvContentPartPr/>
              <p14:nvPr/>
            </p14:nvContentPartPr>
            <p14:xfrm>
              <a:off x="11599382" y="1886683"/>
              <a:ext cx="141840" cy="96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590742" y="1877683"/>
                <a:ext cx="159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14:cNvPr>
              <p14:cNvContentPartPr/>
              <p14:nvPr/>
            </p14:nvContentPartPr>
            <p14:xfrm>
              <a:off x="11772902" y="1871923"/>
              <a:ext cx="121320" cy="249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64262" y="1862923"/>
                <a:ext cx="1389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7C5F8F-C559-0F23-0539-DAAE302B368C}"/>
              </a:ext>
            </a:extLst>
          </p:cNvPr>
          <p:cNvGrpSpPr/>
          <p:nvPr/>
        </p:nvGrpSpPr>
        <p:grpSpPr>
          <a:xfrm>
            <a:off x="11935982" y="2041483"/>
            <a:ext cx="118080" cy="130680"/>
            <a:chOff x="11935982" y="2041483"/>
            <a:chExt cx="1180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14:cNvPr>
                <p14:cNvContentPartPr/>
                <p14:nvPr/>
              </p14:nvContentPartPr>
              <p14:xfrm>
                <a:off x="11935982" y="2041483"/>
                <a:ext cx="118080" cy="74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927342" y="2032483"/>
                  <a:ext cx="13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14:cNvPr>
                <p14:cNvContentPartPr/>
                <p14:nvPr/>
              </p14:nvContentPartPr>
              <p14:xfrm>
                <a:off x="12009782" y="2066683"/>
                <a:ext cx="39960" cy="105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000782" y="2057683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F6AE11E-7377-6693-A189-E6EC403D7FE5}"/>
              </a:ext>
            </a:extLst>
          </p:cNvPr>
          <p:cNvGrpSpPr/>
          <p:nvPr/>
        </p:nvGrpSpPr>
        <p:grpSpPr>
          <a:xfrm>
            <a:off x="10521542" y="2413003"/>
            <a:ext cx="1215720" cy="410400"/>
            <a:chOff x="10521542" y="2413003"/>
            <a:chExt cx="121572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14:cNvPr>
                <p14:cNvContentPartPr/>
                <p14:nvPr/>
              </p14:nvContentPartPr>
              <p14:xfrm>
                <a:off x="10531262" y="2767963"/>
                <a:ext cx="6840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2262" y="2759323"/>
                  <a:ext cx="86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14:cNvPr>
                <p14:cNvContentPartPr/>
                <p14:nvPr/>
              </p14:nvContentPartPr>
              <p14:xfrm>
                <a:off x="10521542" y="2690203"/>
                <a:ext cx="69120" cy="19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12902" y="2681563"/>
                  <a:ext cx="86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14:cNvPr>
                <p14:cNvContentPartPr/>
                <p14:nvPr/>
              </p14:nvContentPartPr>
              <p14:xfrm>
                <a:off x="10745102" y="2711083"/>
                <a:ext cx="136080" cy="112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6102" y="2702443"/>
                  <a:ext cx="153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14:cNvPr>
                <p14:cNvContentPartPr/>
                <p14:nvPr/>
              </p14:nvContentPartPr>
              <p14:xfrm>
                <a:off x="10789022" y="2624323"/>
                <a:ext cx="120600" cy="6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80382" y="2615683"/>
                  <a:ext cx="138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14:cNvPr>
                <p14:cNvContentPartPr/>
                <p14:nvPr/>
              </p14:nvContentPartPr>
              <p14:xfrm>
                <a:off x="10999262" y="2597683"/>
                <a:ext cx="70920" cy="132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90622" y="2588683"/>
                  <a:ext cx="88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14:cNvPr>
                <p14:cNvContentPartPr/>
                <p14:nvPr/>
              </p14:nvContentPartPr>
              <p14:xfrm>
                <a:off x="11008622" y="2501923"/>
                <a:ext cx="7920" cy="1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99982" y="2492923"/>
                  <a:ext cx="25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14:cNvPr>
                <p14:cNvContentPartPr/>
                <p14:nvPr/>
              </p14:nvContentPartPr>
              <p14:xfrm>
                <a:off x="11151542" y="2487883"/>
                <a:ext cx="120240" cy="96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42542" y="2479243"/>
                  <a:ext cx="137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14:cNvPr>
                <p14:cNvContentPartPr/>
                <p14:nvPr/>
              </p14:nvContentPartPr>
              <p14:xfrm>
                <a:off x="11321462" y="2516323"/>
                <a:ext cx="48960" cy="64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12462" y="2507683"/>
                  <a:ext cx="66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14:cNvPr>
                <p14:cNvContentPartPr/>
                <p14:nvPr/>
              </p14:nvContentPartPr>
              <p14:xfrm>
                <a:off x="11363582" y="2511283"/>
                <a:ext cx="54000" cy="5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354582" y="2502643"/>
                  <a:ext cx="71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14:cNvPr>
                <p14:cNvContentPartPr/>
                <p14:nvPr/>
              </p14:nvContentPartPr>
              <p14:xfrm>
                <a:off x="11288342" y="2456203"/>
                <a:ext cx="109440" cy="16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79702" y="2447563"/>
                  <a:ext cx="12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14:cNvPr>
                <p14:cNvContentPartPr/>
                <p14:nvPr/>
              </p14:nvContentPartPr>
              <p14:xfrm>
                <a:off x="11421902" y="2413003"/>
                <a:ext cx="144360" cy="21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3262" y="2404363"/>
                  <a:ext cx="162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14:cNvPr>
                <p14:cNvContentPartPr/>
                <p14:nvPr/>
              </p14:nvContentPartPr>
              <p14:xfrm>
                <a:off x="11553662" y="2558083"/>
                <a:ext cx="183600" cy="13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44662" y="2549443"/>
                  <a:ext cx="2012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B5D994B-9CCE-EB6A-60DB-23A7FB321587}"/>
              </a:ext>
            </a:extLst>
          </p:cNvPr>
          <p:cNvGrpSpPr/>
          <p:nvPr/>
        </p:nvGrpSpPr>
        <p:grpSpPr>
          <a:xfrm>
            <a:off x="10557182" y="3226963"/>
            <a:ext cx="114840" cy="69840"/>
            <a:chOff x="10557182" y="3226963"/>
            <a:chExt cx="114840" cy="6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14:cNvPr>
                <p14:cNvContentPartPr/>
                <p14:nvPr/>
              </p14:nvContentPartPr>
              <p14:xfrm>
                <a:off x="10566182" y="3289603"/>
                <a:ext cx="10584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57542" y="3280603"/>
                  <a:ext cx="123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14:cNvPr>
                <p14:cNvContentPartPr/>
                <p14:nvPr/>
              </p14:nvContentPartPr>
              <p14:xfrm>
                <a:off x="10557182" y="3226963"/>
                <a:ext cx="108720" cy="1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48182" y="3218323"/>
                  <a:ext cx="12636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14:cNvPr>
              <p14:cNvContentPartPr/>
              <p14:nvPr/>
            </p14:nvContentPartPr>
            <p14:xfrm>
              <a:off x="10220222" y="5034883"/>
              <a:ext cx="18000" cy="367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211582" y="5026243"/>
                <a:ext cx="356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F71F93A-D35F-F315-A914-3B4ECFAADC8A}"/>
              </a:ext>
            </a:extLst>
          </p:cNvPr>
          <p:cNvGrpSpPr/>
          <p:nvPr/>
        </p:nvGrpSpPr>
        <p:grpSpPr>
          <a:xfrm>
            <a:off x="10942022" y="4850563"/>
            <a:ext cx="1115640" cy="485280"/>
            <a:chOff x="10942022" y="4850563"/>
            <a:chExt cx="111564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14:cNvPr>
                <p14:cNvContentPartPr/>
                <p14:nvPr/>
              </p14:nvContentPartPr>
              <p14:xfrm>
                <a:off x="10942022" y="5131363"/>
                <a:ext cx="99000" cy="14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33382" y="5122363"/>
                  <a:ext cx="11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14:cNvPr>
                <p14:cNvContentPartPr/>
                <p14:nvPr/>
              </p14:nvContentPartPr>
              <p14:xfrm>
                <a:off x="10943462" y="5061883"/>
                <a:ext cx="87120" cy="2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934462" y="5053243"/>
                  <a:ext cx="104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14:cNvPr>
                <p14:cNvContentPartPr/>
                <p14:nvPr/>
              </p14:nvContentPartPr>
              <p14:xfrm>
                <a:off x="11158742" y="5009323"/>
                <a:ext cx="2066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50102" y="5000323"/>
                  <a:ext cx="224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14:cNvPr>
                <p14:cNvContentPartPr/>
                <p14:nvPr/>
              </p14:nvContentPartPr>
              <p14:xfrm>
                <a:off x="11420102" y="5194723"/>
                <a:ext cx="122400" cy="59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11462" y="5186083"/>
                  <a:ext cx="14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14:cNvPr>
                <p14:cNvContentPartPr/>
                <p14:nvPr/>
              </p14:nvContentPartPr>
              <p14:xfrm>
                <a:off x="11484902" y="5214883"/>
                <a:ext cx="2196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75902" y="5206243"/>
                  <a:ext cx="39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14:cNvPr>
                <p14:cNvContentPartPr/>
                <p14:nvPr/>
              </p14:nvContentPartPr>
              <p14:xfrm>
                <a:off x="11376182" y="4850563"/>
                <a:ext cx="33120" cy="70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67182" y="4841563"/>
                  <a:ext cx="50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14:cNvPr>
                <p14:cNvContentPartPr/>
                <p14:nvPr/>
              </p14:nvContentPartPr>
              <p14:xfrm>
                <a:off x="11566262" y="5099683"/>
                <a:ext cx="23040" cy="12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557262" y="5091043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14:cNvPr>
                <p14:cNvContentPartPr/>
                <p14:nvPr/>
              </p14:nvContentPartPr>
              <p14:xfrm>
                <a:off x="11667422" y="5041363"/>
                <a:ext cx="206280" cy="206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82" y="5032363"/>
                  <a:ext cx="223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14:cNvPr>
                <p14:cNvContentPartPr/>
                <p14:nvPr/>
              </p14:nvContentPartPr>
              <p14:xfrm>
                <a:off x="11952182" y="5198683"/>
                <a:ext cx="105480" cy="67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43182" y="5190043"/>
                  <a:ext cx="123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14:cNvPr>
                <p14:cNvContentPartPr/>
                <p14:nvPr/>
              </p14:nvContentPartPr>
              <p14:xfrm>
                <a:off x="12026702" y="5244403"/>
                <a:ext cx="17280" cy="91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017702" y="5235763"/>
                  <a:ext cx="34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14:cNvPr>
                <p14:cNvContentPartPr/>
                <p14:nvPr/>
              </p14:nvContentPartPr>
              <p14:xfrm>
                <a:off x="11849222" y="4909243"/>
                <a:ext cx="181080" cy="81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840582" y="4900243"/>
                  <a:ext cx="1987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8D9CFDA-44BB-B71E-C906-5817FA7719AA}"/>
              </a:ext>
            </a:extLst>
          </p:cNvPr>
          <p:cNvGrpSpPr/>
          <p:nvPr/>
        </p:nvGrpSpPr>
        <p:grpSpPr>
          <a:xfrm>
            <a:off x="10669502" y="5514403"/>
            <a:ext cx="1261800" cy="379080"/>
            <a:chOff x="10669502" y="5514403"/>
            <a:chExt cx="12618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14:cNvPr>
                <p14:cNvContentPartPr/>
                <p14:nvPr/>
              </p14:nvContentPartPr>
              <p14:xfrm>
                <a:off x="10685702" y="5735083"/>
                <a:ext cx="105480" cy="10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76702" y="5726443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14:cNvPr>
                <p14:cNvContentPartPr/>
                <p14:nvPr/>
              </p14:nvContentPartPr>
              <p14:xfrm>
                <a:off x="10669502" y="5667763"/>
                <a:ext cx="119160" cy="38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60862" y="5659123"/>
                  <a:ext cx="13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14:cNvPr>
                <p14:cNvContentPartPr/>
                <p14:nvPr/>
              </p14:nvContentPartPr>
              <p14:xfrm>
                <a:off x="10904942" y="5639683"/>
                <a:ext cx="219240" cy="183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95942" y="5630683"/>
                  <a:ext cx="23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14:cNvPr>
                <p14:cNvContentPartPr/>
                <p14:nvPr/>
              </p14:nvContentPartPr>
              <p14:xfrm>
                <a:off x="11177462" y="5758123"/>
                <a:ext cx="149040" cy="77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8462" y="5749123"/>
                  <a:ext cx="166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14:cNvPr>
                <p14:cNvContentPartPr/>
                <p14:nvPr/>
              </p14:nvContentPartPr>
              <p14:xfrm>
                <a:off x="11299502" y="5811403"/>
                <a:ext cx="17280" cy="82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90502" y="5802403"/>
                  <a:ext cx="34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14:cNvPr>
                <p14:cNvContentPartPr/>
                <p14:nvPr/>
              </p14:nvContentPartPr>
              <p14:xfrm>
                <a:off x="11165942" y="5514403"/>
                <a:ext cx="44280" cy="94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57302" y="5505403"/>
                  <a:ext cx="61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14:cNvPr>
                <p14:cNvContentPartPr/>
                <p14:nvPr/>
              </p14:nvContentPartPr>
              <p14:xfrm>
                <a:off x="11432702" y="5704483"/>
                <a:ext cx="6840" cy="12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24062" y="5695483"/>
                  <a:ext cx="2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14:cNvPr>
                <p14:cNvContentPartPr/>
                <p14:nvPr/>
              </p14:nvContentPartPr>
              <p14:xfrm>
                <a:off x="11510102" y="5627803"/>
                <a:ext cx="190440" cy="159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01462" y="5618803"/>
                  <a:ext cx="208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14:cNvPr>
                <p14:cNvContentPartPr/>
                <p14:nvPr/>
              </p14:nvContentPartPr>
              <p14:xfrm>
                <a:off x="11766062" y="5753803"/>
                <a:ext cx="165240" cy="10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57422" y="5744803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14:cNvPr>
                <p14:cNvContentPartPr/>
                <p14:nvPr/>
              </p14:nvContentPartPr>
              <p14:xfrm>
                <a:off x="11773622" y="5516923"/>
                <a:ext cx="48240" cy="79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64982" y="5507923"/>
                  <a:ext cx="658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91F18DC-AFD5-1B25-1443-91D4D0D22FB2}"/>
              </a:ext>
            </a:extLst>
          </p:cNvPr>
          <p:cNvGrpSpPr/>
          <p:nvPr/>
        </p:nvGrpSpPr>
        <p:grpSpPr>
          <a:xfrm>
            <a:off x="886502" y="2341363"/>
            <a:ext cx="715680" cy="414720"/>
            <a:chOff x="886502" y="2341363"/>
            <a:chExt cx="71568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14:cNvPr>
                <p14:cNvContentPartPr/>
                <p14:nvPr/>
              </p14:nvContentPartPr>
              <p14:xfrm>
                <a:off x="886502" y="2350723"/>
                <a:ext cx="253800" cy="300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7862" y="2342083"/>
                  <a:ext cx="271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14:cNvPr>
                <p14:cNvContentPartPr/>
                <p14:nvPr/>
              </p14:nvContentPartPr>
              <p14:xfrm>
                <a:off x="936902" y="2341363"/>
                <a:ext cx="125640" cy="323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8262" y="2332723"/>
                  <a:ext cx="143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14:cNvPr>
                <p14:cNvContentPartPr/>
                <p14:nvPr/>
              </p14:nvContentPartPr>
              <p14:xfrm>
                <a:off x="1200782" y="2552323"/>
                <a:ext cx="47520" cy="203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91782" y="2543323"/>
                  <a:ext cx="6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14:cNvPr>
                <p14:cNvContentPartPr/>
                <p14:nvPr/>
              </p14:nvContentPartPr>
              <p14:xfrm>
                <a:off x="1254422" y="2663203"/>
                <a:ext cx="154440" cy="86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45422" y="2654203"/>
                  <a:ext cx="17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14:cNvPr>
                <p14:cNvContentPartPr/>
                <p14:nvPr/>
              </p14:nvContentPartPr>
              <p14:xfrm>
                <a:off x="1452782" y="2598403"/>
                <a:ext cx="149400" cy="15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444142" y="2589403"/>
                  <a:ext cx="167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14:cNvPr>
                <p14:cNvContentPartPr/>
                <p14:nvPr/>
              </p14:nvContentPartPr>
              <p14:xfrm>
                <a:off x="1412822" y="2533243"/>
                <a:ext cx="143640" cy="7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03822" y="2524603"/>
                  <a:ext cx="1612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3F442F1-1C13-2ECE-AFCC-C97592C898ED}"/>
              </a:ext>
            </a:extLst>
          </p:cNvPr>
          <p:cNvGrpSpPr/>
          <p:nvPr/>
        </p:nvGrpSpPr>
        <p:grpSpPr>
          <a:xfrm>
            <a:off x="1815302" y="2378083"/>
            <a:ext cx="568800" cy="269640"/>
            <a:chOff x="1815302" y="2378083"/>
            <a:chExt cx="5688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14:cNvPr>
                <p14:cNvContentPartPr/>
                <p14:nvPr/>
              </p14:nvContentPartPr>
              <p14:xfrm>
                <a:off x="1815302" y="2487883"/>
                <a:ext cx="151200" cy="129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06662" y="2479243"/>
                  <a:ext cx="16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14:cNvPr>
                <p14:cNvContentPartPr/>
                <p14:nvPr/>
              </p14:nvContentPartPr>
              <p14:xfrm>
                <a:off x="1875422" y="2515603"/>
                <a:ext cx="70560" cy="108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66422" y="2506963"/>
                  <a:ext cx="88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14:cNvPr>
                <p14:cNvContentPartPr/>
                <p14:nvPr/>
              </p14:nvContentPartPr>
              <p14:xfrm>
                <a:off x="1968302" y="2409403"/>
                <a:ext cx="140400" cy="208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59302" y="2400763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14:cNvPr>
                <p14:cNvContentPartPr/>
                <p14:nvPr/>
              </p14:nvContentPartPr>
              <p14:xfrm>
                <a:off x="2103302" y="2488243"/>
                <a:ext cx="140040" cy="98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094302" y="2479243"/>
                  <a:ext cx="157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14:cNvPr>
                <p14:cNvContentPartPr/>
                <p14:nvPr/>
              </p14:nvContentPartPr>
              <p14:xfrm>
                <a:off x="2213102" y="2378083"/>
                <a:ext cx="171000" cy="269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04102" y="2369443"/>
                  <a:ext cx="1886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7E46B45-D5D0-04A8-417E-E2FA66E35882}"/>
              </a:ext>
            </a:extLst>
          </p:cNvPr>
          <p:cNvGrpSpPr/>
          <p:nvPr/>
        </p:nvGrpSpPr>
        <p:grpSpPr>
          <a:xfrm>
            <a:off x="2626022" y="2341363"/>
            <a:ext cx="1454400" cy="255240"/>
            <a:chOff x="2626022" y="2341363"/>
            <a:chExt cx="145440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14:cNvPr>
                <p14:cNvContentPartPr/>
                <p14:nvPr/>
              </p14:nvContentPartPr>
              <p14:xfrm>
                <a:off x="2692982" y="2433163"/>
                <a:ext cx="21600" cy="153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84342" y="2424523"/>
                  <a:ext cx="39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14:cNvPr>
                <p14:cNvContentPartPr/>
                <p14:nvPr/>
              </p14:nvContentPartPr>
              <p14:xfrm>
                <a:off x="2626022" y="2512723"/>
                <a:ext cx="173160" cy="11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17022" y="2503723"/>
                  <a:ext cx="19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14:cNvPr>
                <p14:cNvContentPartPr/>
                <p14:nvPr/>
              </p14:nvContentPartPr>
              <p14:xfrm>
                <a:off x="2910422" y="2427763"/>
                <a:ext cx="158400" cy="111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01782" y="2418763"/>
                  <a:ext cx="176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14:cNvPr>
                <p14:cNvContentPartPr/>
                <p14:nvPr/>
              </p14:nvContentPartPr>
              <p14:xfrm>
                <a:off x="2959022" y="2454763"/>
                <a:ext cx="100440" cy="110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50382" y="2445763"/>
                  <a:ext cx="118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14:cNvPr>
                <p14:cNvContentPartPr/>
                <p14:nvPr/>
              </p14:nvContentPartPr>
              <p14:xfrm>
                <a:off x="3130022" y="2341363"/>
                <a:ext cx="133560" cy="255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21022" y="2332723"/>
                  <a:ext cx="151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14:cNvPr>
                <p14:cNvContentPartPr/>
                <p14:nvPr/>
              </p14:nvContentPartPr>
              <p14:xfrm>
                <a:off x="3262862" y="2444683"/>
                <a:ext cx="40680" cy="10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54222" y="2435683"/>
                  <a:ext cx="58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14:cNvPr>
                <p14:cNvContentPartPr/>
                <p14:nvPr/>
              </p14:nvContentPartPr>
              <p14:xfrm>
                <a:off x="3334142" y="2355403"/>
                <a:ext cx="136440" cy="212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25502" y="2346763"/>
                  <a:ext cx="15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14:cNvPr>
                <p14:cNvContentPartPr/>
                <p14:nvPr/>
              </p14:nvContentPartPr>
              <p14:xfrm>
                <a:off x="3604142" y="2500483"/>
                <a:ext cx="3960" cy="1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95142" y="2491843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14:cNvPr>
                <p14:cNvContentPartPr/>
                <p14:nvPr/>
              </p14:nvContentPartPr>
              <p14:xfrm>
                <a:off x="3670742" y="2351083"/>
                <a:ext cx="233280" cy="228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61742" y="2342443"/>
                  <a:ext cx="25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14:cNvPr>
                <p14:cNvContentPartPr/>
                <p14:nvPr/>
              </p14:nvContentPartPr>
              <p14:xfrm>
                <a:off x="3986102" y="2461243"/>
                <a:ext cx="94320" cy="88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77102" y="2452243"/>
                  <a:ext cx="11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14:cNvPr>
                <p14:cNvContentPartPr/>
                <p14:nvPr/>
              </p14:nvContentPartPr>
              <p14:xfrm>
                <a:off x="4042622" y="2491123"/>
                <a:ext cx="16920" cy="104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33622" y="2482483"/>
                  <a:ext cx="345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4D9D535-783B-1B5D-9DE4-C503CDD517AC}"/>
              </a:ext>
            </a:extLst>
          </p:cNvPr>
          <p:cNvGrpSpPr/>
          <p:nvPr/>
        </p:nvGrpSpPr>
        <p:grpSpPr>
          <a:xfrm>
            <a:off x="3919862" y="2094763"/>
            <a:ext cx="150120" cy="140400"/>
            <a:chOff x="3919862" y="2094763"/>
            <a:chExt cx="15012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14:cNvPr>
                <p14:cNvContentPartPr/>
                <p14:nvPr/>
              </p14:nvContentPartPr>
              <p14:xfrm>
                <a:off x="3919862" y="2094763"/>
                <a:ext cx="42480" cy="126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11222" y="2085763"/>
                  <a:ext cx="60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14:cNvPr>
                <p14:cNvContentPartPr/>
                <p14:nvPr/>
              </p14:nvContentPartPr>
              <p14:xfrm>
                <a:off x="3943982" y="2145883"/>
                <a:ext cx="126000" cy="62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34982" y="2136883"/>
                  <a:ext cx="143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14:cNvPr>
                <p14:cNvContentPartPr/>
                <p14:nvPr/>
              </p14:nvContentPartPr>
              <p14:xfrm>
                <a:off x="3954062" y="2209963"/>
                <a:ext cx="12960" cy="25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45062" y="2200963"/>
                  <a:ext cx="30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1B2A842-31A7-69FC-9FEA-E60465646798}"/>
              </a:ext>
            </a:extLst>
          </p:cNvPr>
          <p:cNvGrpSpPr/>
          <p:nvPr/>
        </p:nvGrpSpPr>
        <p:grpSpPr>
          <a:xfrm>
            <a:off x="4431422" y="2317243"/>
            <a:ext cx="1067760" cy="264600"/>
            <a:chOff x="4431422" y="2317243"/>
            <a:chExt cx="106776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14:cNvPr>
                <p14:cNvContentPartPr/>
                <p14:nvPr/>
              </p14:nvContentPartPr>
              <p14:xfrm>
                <a:off x="4481102" y="2405083"/>
                <a:ext cx="55800" cy="118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72462" y="2396443"/>
                  <a:ext cx="73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14:cNvPr>
                <p14:cNvContentPartPr/>
                <p14:nvPr/>
              </p14:nvContentPartPr>
              <p14:xfrm>
                <a:off x="4431422" y="2462683"/>
                <a:ext cx="164520" cy="16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22782" y="2454043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14:cNvPr>
                <p14:cNvContentPartPr/>
                <p14:nvPr/>
              </p14:nvContentPartPr>
              <p14:xfrm>
                <a:off x="4696742" y="2437123"/>
                <a:ext cx="196200" cy="12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88102" y="2428123"/>
                  <a:ext cx="213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14:cNvPr>
                <p14:cNvContentPartPr/>
                <p14:nvPr/>
              </p14:nvContentPartPr>
              <p14:xfrm>
                <a:off x="4756502" y="2456563"/>
                <a:ext cx="100440" cy="101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7862" y="2447563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14:cNvPr>
                <p14:cNvContentPartPr/>
                <p14:nvPr/>
              </p14:nvContentPartPr>
              <p14:xfrm>
                <a:off x="4926782" y="2333443"/>
                <a:ext cx="136080" cy="248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18142" y="2324443"/>
                  <a:ext cx="153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14:cNvPr>
                <p14:cNvContentPartPr/>
                <p14:nvPr/>
              </p14:nvContentPartPr>
              <p14:xfrm>
                <a:off x="5076182" y="2426323"/>
                <a:ext cx="158760" cy="97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67542" y="2417683"/>
                  <a:ext cx="176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14:cNvPr>
                <p14:cNvContentPartPr/>
                <p14:nvPr/>
              </p14:nvContentPartPr>
              <p14:xfrm>
                <a:off x="5206502" y="2317243"/>
                <a:ext cx="151920" cy="251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97862" y="2308243"/>
                  <a:ext cx="169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14:cNvPr>
                <p14:cNvContentPartPr/>
                <p14:nvPr/>
              </p14:nvContentPartPr>
              <p14:xfrm>
                <a:off x="5498462" y="2438203"/>
                <a:ext cx="720" cy="2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9822" y="2429563"/>
                  <a:ext cx="183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C080623-4EB4-E469-BA0B-9BFA36BE956E}"/>
              </a:ext>
            </a:extLst>
          </p:cNvPr>
          <p:cNvGrpSpPr/>
          <p:nvPr/>
        </p:nvGrpSpPr>
        <p:grpSpPr>
          <a:xfrm>
            <a:off x="5615102" y="2131843"/>
            <a:ext cx="494280" cy="475560"/>
            <a:chOff x="5615102" y="2131843"/>
            <a:chExt cx="49428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14:cNvPr>
                <p14:cNvContentPartPr/>
                <p14:nvPr/>
              </p14:nvContentPartPr>
              <p14:xfrm>
                <a:off x="5615102" y="2329843"/>
                <a:ext cx="272520" cy="219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606462" y="2320843"/>
                  <a:ext cx="290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14:cNvPr>
                <p14:cNvContentPartPr/>
                <p14:nvPr/>
              </p14:nvContentPartPr>
              <p14:xfrm>
                <a:off x="5981222" y="2508043"/>
                <a:ext cx="113760" cy="99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972222" y="2499043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14:cNvPr>
                <p14:cNvContentPartPr/>
                <p14:nvPr/>
              </p14:nvContentPartPr>
              <p14:xfrm>
                <a:off x="5927582" y="2131843"/>
                <a:ext cx="49320" cy="197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18582" y="2123203"/>
                  <a:ext cx="66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14:cNvPr>
                <p14:cNvContentPartPr/>
                <p14:nvPr/>
              </p14:nvContentPartPr>
              <p14:xfrm>
                <a:off x="5975462" y="2262883"/>
                <a:ext cx="133920" cy="60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966462" y="2253883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A84EAEB-E5B6-8C40-CF81-DA2455545886}"/>
              </a:ext>
            </a:extLst>
          </p:cNvPr>
          <p:cNvGrpSpPr/>
          <p:nvPr/>
        </p:nvGrpSpPr>
        <p:grpSpPr>
          <a:xfrm>
            <a:off x="6427622" y="2389603"/>
            <a:ext cx="155880" cy="144000"/>
            <a:chOff x="6427622" y="2389603"/>
            <a:chExt cx="15588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14:cNvPr>
                <p14:cNvContentPartPr/>
                <p14:nvPr/>
              </p14:nvContentPartPr>
              <p14:xfrm>
                <a:off x="6472622" y="2389603"/>
                <a:ext cx="57240" cy="144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63982" y="2380603"/>
                  <a:ext cx="74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14:cNvPr>
                <p14:cNvContentPartPr/>
                <p14:nvPr/>
              </p14:nvContentPartPr>
              <p14:xfrm>
                <a:off x="6427622" y="2470603"/>
                <a:ext cx="155880" cy="12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18982" y="2461603"/>
                  <a:ext cx="1735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1292235-27AB-5CFA-257C-D156BC77DCC9}"/>
              </a:ext>
            </a:extLst>
          </p:cNvPr>
          <p:cNvGrpSpPr/>
          <p:nvPr/>
        </p:nvGrpSpPr>
        <p:grpSpPr>
          <a:xfrm>
            <a:off x="6752342" y="2286643"/>
            <a:ext cx="873000" cy="304200"/>
            <a:chOff x="6752342" y="2286643"/>
            <a:chExt cx="873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14:cNvPr>
                <p14:cNvContentPartPr/>
                <p14:nvPr/>
              </p14:nvContentPartPr>
              <p14:xfrm>
                <a:off x="6752342" y="2410483"/>
                <a:ext cx="163080" cy="103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43702" y="2401843"/>
                  <a:ext cx="180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14:cNvPr>
                <p14:cNvContentPartPr/>
                <p14:nvPr/>
              </p14:nvContentPartPr>
              <p14:xfrm>
                <a:off x="6831902" y="2442163"/>
                <a:ext cx="51840" cy="896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22902" y="2433523"/>
                  <a:ext cx="69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14:cNvPr>
                <p14:cNvContentPartPr/>
                <p14:nvPr/>
              </p14:nvContentPartPr>
              <p14:xfrm>
                <a:off x="6957182" y="2286643"/>
                <a:ext cx="146520" cy="272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48542" y="2277643"/>
                  <a:ext cx="164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14:cNvPr>
                <p14:cNvContentPartPr/>
                <p14:nvPr/>
              </p14:nvContentPartPr>
              <p14:xfrm>
                <a:off x="7124222" y="2384563"/>
                <a:ext cx="181440" cy="147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15222" y="2375563"/>
                  <a:ext cx="199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14:cNvPr>
                <p14:cNvContentPartPr/>
                <p14:nvPr/>
              </p14:nvContentPartPr>
              <p14:xfrm>
                <a:off x="7274702" y="2307163"/>
                <a:ext cx="189000" cy="283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265702" y="2298523"/>
                  <a:ext cx="206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14:cNvPr>
                <p14:cNvContentPartPr/>
                <p14:nvPr/>
              </p14:nvContentPartPr>
              <p14:xfrm>
                <a:off x="7613462" y="2431363"/>
                <a:ext cx="11880" cy="1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4822" y="2422723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987C2AE9-2FB9-B6DB-5353-CBF434CF1EE6}"/>
              </a:ext>
            </a:extLst>
          </p:cNvPr>
          <p:cNvGrpSpPr/>
          <p:nvPr/>
        </p:nvGrpSpPr>
        <p:grpSpPr>
          <a:xfrm>
            <a:off x="7709942" y="2109523"/>
            <a:ext cx="1189440" cy="470880"/>
            <a:chOff x="7709942" y="2109523"/>
            <a:chExt cx="118944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14:cNvPr>
                <p14:cNvContentPartPr/>
                <p14:nvPr/>
              </p14:nvContentPartPr>
              <p14:xfrm>
                <a:off x="7709942" y="2321203"/>
                <a:ext cx="267480" cy="20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01302" y="2312563"/>
                  <a:ext cx="285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14:cNvPr>
                <p14:cNvContentPartPr/>
                <p14:nvPr/>
              </p14:nvContentPartPr>
              <p14:xfrm>
                <a:off x="8059862" y="2472403"/>
                <a:ext cx="111960" cy="63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50862" y="2463403"/>
                  <a:ext cx="129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14:cNvPr>
                <p14:cNvContentPartPr/>
                <p14:nvPr/>
              </p14:nvContentPartPr>
              <p14:xfrm>
                <a:off x="8135822" y="2482483"/>
                <a:ext cx="26280" cy="97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7182" y="2473483"/>
                  <a:ext cx="43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14:cNvPr>
                <p14:cNvContentPartPr/>
                <p14:nvPr/>
              </p14:nvContentPartPr>
              <p14:xfrm>
                <a:off x="8016302" y="2109523"/>
                <a:ext cx="48240" cy="167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07662" y="2100883"/>
                  <a:ext cx="6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14:cNvPr>
                <p14:cNvContentPartPr/>
                <p14:nvPr/>
              </p14:nvContentPartPr>
              <p14:xfrm>
                <a:off x="8069582" y="2203843"/>
                <a:ext cx="110160" cy="576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60582" y="2194843"/>
                  <a:ext cx="127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14:cNvPr>
                <p14:cNvContentPartPr/>
                <p14:nvPr/>
              </p14:nvContentPartPr>
              <p14:xfrm>
                <a:off x="8299262" y="2418763"/>
                <a:ext cx="3600" cy="17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90622" y="2410123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14:cNvPr>
                <p14:cNvContentPartPr/>
                <p14:nvPr/>
              </p14:nvContentPartPr>
              <p14:xfrm>
                <a:off x="8412302" y="2340283"/>
                <a:ext cx="265680" cy="165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03662" y="2331283"/>
                  <a:ext cx="283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14:cNvPr>
                <p14:cNvContentPartPr/>
                <p14:nvPr/>
              </p14:nvContentPartPr>
              <p14:xfrm>
                <a:off x="8723702" y="2483563"/>
                <a:ext cx="162000" cy="85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14702" y="2474563"/>
                  <a:ext cx="17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14:cNvPr>
                <p14:cNvContentPartPr/>
                <p14:nvPr/>
              </p14:nvContentPartPr>
              <p14:xfrm>
                <a:off x="8722262" y="2154523"/>
                <a:ext cx="48960" cy="140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13622" y="2145523"/>
                  <a:ext cx="66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14:cNvPr>
                <p14:cNvContentPartPr/>
                <p14:nvPr/>
              </p14:nvContentPartPr>
              <p14:xfrm>
                <a:off x="8782022" y="2225083"/>
                <a:ext cx="117360" cy="65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73382" y="2216083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005CB5A-DB7E-E937-6C4F-CC7C12B0717E}"/>
              </a:ext>
            </a:extLst>
          </p:cNvPr>
          <p:cNvGrpSpPr/>
          <p:nvPr/>
        </p:nvGrpSpPr>
        <p:grpSpPr>
          <a:xfrm>
            <a:off x="1466462" y="3292123"/>
            <a:ext cx="162360" cy="69120"/>
            <a:chOff x="1466462" y="3292123"/>
            <a:chExt cx="16236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14:cNvPr>
                <p14:cNvContentPartPr/>
                <p14:nvPr/>
              </p14:nvContentPartPr>
              <p14:xfrm>
                <a:off x="1497062" y="3354403"/>
                <a:ext cx="131760" cy="6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88062" y="3345403"/>
                  <a:ext cx="149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14:cNvPr>
                <p14:cNvContentPartPr/>
                <p14:nvPr/>
              </p14:nvContentPartPr>
              <p14:xfrm>
                <a:off x="1466462" y="3292123"/>
                <a:ext cx="155520" cy="10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57822" y="3283483"/>
                  <a:ext cx="173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BB6FB563-F774-33BD-3D11-DC461866E2D0}"/>
              </a:ext>
            </a:extLst>
          </p:cNvPr>
          <p:cNvGrpSpPr/>
          <p:nvPr/>
        </p:nvGrpSpPr>
        <p:grpSpPr>
          <a:xfrm>
            <a:off x="1939862" y="3061723"/>
            <a:ext cx="2178360" cy="311760"/>
            <a:chOff x="1939862" y="3061723"/>
            <a:chExt cx="217836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14:cNvPr>
                <p14:cNvContentPartPr/>
                <p14:nvPr/>
              </p14:nvContentPartPr>
              <p14:xfrm>
                <a:off x="1939862" y="3251803"/>
                <a:ext cx="155880" cy="116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31222" y="3243163"/>
                  <a:ext cx="17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14:cNvPr>
                <p14:cNvContentPartPr/>
                <p14:nvPr/>
              </p14:nvContentPartPr>
              <p14:xfrm>
                <a:off x="1972262" y="3263323"/>
                <a:ext cx="84960" cy="104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63622" y="3254323"/>
                  <a:ext cx="102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14:cNvPr>
                <p14:cNvContentPartPr/>
                <p14:nvPr/>
              </p14:nvContentPartPr>
              <p14:xfrm>
                <a:off x="2124902" y="3140203"/>
                <a:ext cx="159480" cy="233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15902" y="3131563"/>
                  <a:ext cx="177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14:cNvPr>
                <p14:cNvContentPartPr/>
                <p14:nvPr/>
              </p14:nvContentPartPr>
              <p14:xfrm>
                <a:off x="2269622" y="3223003"/>
                <a:ext cx="136080" cy="96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60622" y="3214003"/>
                  <a:ext cx="15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14:cNvPr>
                <p14:cNvContentPartPr/>
                <p14:nvPr/>
              </p14:nvContentPartPr>
              <p14:xfrm>
                <a:off x="2369702" y="3142723"/>
                <a:ext cx="154800" cy="227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60702" y="3133723"/>
                  <a:ext cx="172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14:cNvPr>
                <p14:cNvContentPartPr/>
                <p14:nvPr/>
              </p14:nvContentPartPr>
              <p14:xfrm>
                <a:off x="2708102" y="3199963"/>
                <a:ext cx="23400" cy="99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699102" y="3190963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14:cNvPr>
                <p14:cNvContentPartPr/>
                <p14:nvPr/>
              </p14:nvContentPartPr>
              <p14:xfrm>
                <a:off x="2650862" y="3250003"/>
                <a:ext cx="147600" cy="2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42222" y="3241003"/>
                  <a:ext cx="165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14:cNvPr>
                <p14:cNvContentPartPr/>
                <p14:nvPr/>
              </p14:nvContentPartPr>
              <p14:xfrm>
                <a:off x="2952182" y="3195283"/>
                <a:ext cx="163440" cy="112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43542" y="3186283"/>
                  <a:ext cx="181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14:cNvPr>
                <p14:cNvContentPartPr/>
                <p14:nvPr/>
              </p14:nvContentPartPr>
              <p14:xfrm>
                <a:off x="3004382" y="3233083"/>
                <a:ext cx="70920" cy="9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95382" y="3224083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14:cNvPr>
                <p14:cNvContentPartPr/>
                <p14:nvPr/>
              </p14:nvContentPartPr>
              <p14:xfrm>
                <a:off x="3161702" y="3092683"/>
                <a:ext cx="90000" cy="2365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53062" y="3084043"/>
                  <a:ext cx="107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14:cNvPr>
                <p14:cNvContentPartPr/>
                <p14:nvPr/>
              </p14:nvContentPartPr>
              <p14:xfrm>
                <a:off x="3286982" y="3181963"/>
                <a:ext cx="115920" cy="110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277982" y="3173323"/>
                  <a:ext cx="133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14:cNvPr>
                <p14:cNvContentPartPr/>
                <p14:nvPr/>
              </p14:nvContentPartPr>
              <p14:xfrm>
                <a:off x="3360422" y="3104563"/>
                <a:ext cx="167040" cy="2232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51782" y="3095563"/>
                  <a:ext cx="184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14:cNvPr>
                <p14:cNvContentPartPr/>
                <p14:nvPr/>
              </p14:nvContentPartPr>
              <p14:xfrm>
                <a:off x="3695222" y="3205363"/>
                <a:ext cx="107640" cy="16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86582" y="3196363"/>
                  <a:ext cx="12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14:cNvPr>
                <p14:cNvContentPartPr/>
                <p14:nvPr/>
              </p14:nvContentPartPr>
              <p14:xfrm>
                <a:off x="3898622" y="3135523"/>
                <a:ext cx="27720" cy="111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889622" y="3126523"/>
                  <a:ext cx="45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14:cNvPr>
                <p14:cNvContentPartPr/>
                <p14:nvPr/>
              </p14:nvContentPartPr>
              <p14:xfrm>
                <a:off x="3958742" y="3066403"/>
                <a:ext cx="159480" cy="2487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50102" y="3057403"/>
                  <a:ext cx="177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14:cNvPr>
                <p14:cNvContentPartPr/>
                <p14:nvPr/>
              </p14:nvContentPartPr>
              <p14:xfrm>
                <a:off x="3563822" y="3061723"/>
                <a:ext cx="128160" cy="295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555182" y="3053083"/>
                  <a:ext cx="14580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C0FDBBD-79B0-CFB5-82BB-A26CB119D61E}"/>
              </a:ext>
            </a:extLst>
          </p:cNvPr>
          <p:cNvGrpSpPr/>
          <p:nvPr/>
        </p:nvGrpSpPr>
        <p:grpSpPr>
          <a:xfrm>
            <a:off x="4394702" y="3106003"/>
            <a:ext cx="198000" cy="147240"/>
            <a:chOff x="4394702" y="3106003"/>
            <a:chExt cx="1980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14:cNvPr>
                <p14:cNvContentPartPr/>
                <p14:nvPr/>
              </p14:nvContentPartPr>
              <p14:xfrm>
                <a:off x="4447622" y="3106003"/>
                <a:ext cx="67680" cy="1472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38982" y="3097363"/>
                  <a:ext cx="85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14:cNvPr>
                <p14:cNvContentPartPr/>
                <p14:nvPr/>
              </p14:nvContentPartPr>
              <p14:xfrm>
                <a:off x="4394702" y="3199243"/>
                <a:ext cx="198000" cy="3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386062" y="3190243"/>
                  <a:ext cx="2156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5B1ED48-869F-324A-5BED-0E6C4B5652BC}"/>
              </a:ext>
            </a:extLst>
          </p:cNvPr>
          <p:cNvGrpSpPr/>
          <p:nvPr/>
        </p:nvGrpSpPr>
        <p:grpSpPr>
          <a:xfrm>
            <a:off x="4792502" y="2932843"/>
            <a:ext cx="1920600" cy="422280"/>
            <a:chOff x="4792502" y="2932843"/>
            <a:chExt cx="19206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14:cNvPr>
                <p14:cNvContentPartPr/>
                <p14:nvPr/>
              </p14:nvContentPartPr>
              <p14:xfrm>
                <a:off x="4792502" y="2932843"/>
                <a:ext cx="111600" cy="422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83862" y="2924203"/>
                  <a:ext cx="1292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14:cNvPr>
                <p14:cNvContentPartPr/>
                <p14:nvPr/>
              </p14:nvContentPartPr>
              <p14:xfrm>
                <a:off x="4983302" y="3118963"/>
                <a:ext cx="148320" cy="111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74302" y="3110323"/>
                  <a:ext cx="165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14:cNvPr>
                <p14:cNvContentPartPr/>
                <p14:nvPr/>
              </p14:nvContentPartPr>
              <p14:xfrm>
                <a:off x="5046662" y="3143803"/>
                <a:ext cx="56520" cy="104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038022" y="3134803"/>
                  <a:ext cx="7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14:cNvPr>
                <p14:cNvContentPartPr/>
                <p14:nvPr/>
              </p14:nvContentPartPr>
              <p14:xfrm>
                <a:off x="5196062" y="3013843"/>
                <a:ext cx="114120" cy="2516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187062" y="3004843"/>
                  <a:ext cx="131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14:cNvPr>
                <p14:cNvContentPartPr/>
                <p14:nvPr/>
              </p14:nvContentPartPr>
              <p14:xfrm>
                <a:off x="5337542" y="3116803"/>
                <a:ext cx="50760" cy="9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328542" y="3107803"/>
                  <a:ext cx="68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14:cNvPr>
                <p14:cNvContentPartPr/>
                <p14:nvPr/>
              </p14:nvContentPartPr>
              <p14:xfrm>
                <a:off x="5394062" y="3019243"/>
                <a:ext cx="171720" cy="246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385062" y="3010243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14:cNvPr>
                <p14:cNvContentPartPr/>
                <p14:nvPr/>
              </p14:nvContentPartPr>
              <p14:xfrm>
                <a:off x="5804822" y="3073963"/>
                <a:ext cx="28800" cy="123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796182" y="3064963"/>
                  <a:ext cx="4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14:cNvPr>
                <p14:cNvContentPartPr/>
                <p14:nvPr/>
              </p14:nvContentPartPr>
              <p14:xfrm>
                <a:off x="5702222" y="3143803"/>
                <a:ext cx="201240" cy="108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693582" y="3134803"/>
                  <a:ext cx="21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14:cNvPr>
                <p14:cNvContentPartPr/>
                <p14:nvPr/>
              </p14:nvContentPartPr>
              <p14:xfrm>
                <a:off x="6020822" y="3096283"/>
                <a:ext cx="149400" cy="997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011822" y="3087643"/>
                  <a:ext cx="16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14:cNvPr>
                <p14:cNvContentPartPr/>
                <p14:nvPr/>
              </p14:nvContentPartPr>
              <p14:xfrm>
                <a:off x="6051782" y="3114643"/>
                <a:ext cx="99720" cy="97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42782" y="3106003"/>
                  <a:ext cx="117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14:cNvPr>
                <p14:cNvContentPartPr/>
                <p14:nvPr/>
              </p14:nvContentPartPr>
              <p14:xfrm>
                <a:off x="6220982" y="2971363"/>
                <a:ext cx="151920" cy="2948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212342" y="2962723"/>
                  <a:ext cx="169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14:cNvPr>
                <p14:cNvContentPartPr/>
                <p14:nvPr/>
              </p14:nvContentPartPr>
              <p14:xfrm>
                <a:off x="6387662" y="3062083"/>
                <a:ext cx="122760" cy="1418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78662" y="3053083"/>
                  <a:ext cx="14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14:cNvPr>
                <p14:cNvContentPartPr/>
                <p14:nvPr/>
              </p14:nvContentPartPr>
              <p14:xfrm>
                <a:off x="6582422" y="3004483"/>
                <a:ext cx="130680" cy="274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73782" y="2995843"/>
                  <a:ext cx="14832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EE8DAD5C-7994-9184-EF7F-4DDF7EFF23FE}"/>
              </a:ext>
            </a:extLst>
          </p:cNvPr>
          <p:cNvGrpSpPr/>
          <p:nvPr/>
        </p:nvGrpSpPr>
        <p:grpSpPr>
          <a:xfrm>
            <a:off x="4001222" y="2850403"/>
            <a:ext cx="212040" cy="182160"/>
            <a:chOff x="4001222" y="2850403"/>
            <a:chExt cx="2120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14:cNvPr>
                <p14:cNvContentPartPr/>
                <p14:nvPr/>
              </p14:nvContentPartPr>
              <p14:xfrm>
                <a:off x="4001222" y="2850403"/>
                <a:ext cx="84600" cy="182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92222" y="2841763"/>
                  <a:ext cx="10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14:cNvPr>
                <p14:cNvContentPartPr/>
                <p14:nvPr/>
              </p14:nvContentPartPr>
              <p14:xfrm>
                <a:off x="4075382" y="2933203"/>
                <a:ext cx="137880" cy="849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66742" y="2924203"/>
                  <a:ext cx="155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BE1687D-19C8-FEFA-4DD1-8C882F930F67}"/>
              </a:ext>
            </a:extLst>
          </p:cNvPr>
          <p:cNvGrpSpPr/>
          <p:nvPr/>
        </p:nvGrpSpPr>
        <p:grpSpPr>
          <a:xfrm>
            <a:off x="6832622" y="2883883"/>
            <a:ext cx="1598040" cy="382680"/>
            <a:chOff x="6832622" y="2883883"/>
            <a:chExt cx="15980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14:cNvPr>
                <p14:cNvContentPartPr/>
                <p14:nvPr/>
              </p14:nvContentPartPr>
              <p14:xfrm>
                <a:off x="6832622" y="2999443"/>
                <a:ext cx="101160" cy="241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23982" y="2990803"/>
                  <a:ext cx="118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14:cNvPr>
                <p14:cNvContentPartPr/>
                <p14:nvPr/>
              </p14:nvContentPartPr>
              <p14:xfrm>
                <a:off x="6958982" y="3145603"/>
                <a:ext cx="99720" cy="11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49982" y="3136603"/>
                  <a:ext cx="117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14:cNvPr>
                <p14:cNvContentPartPr/>
                <p14:nvPr/>
              </p14:nvContentPartPr>
              <p14:xfrm>
                <a:off x="7181822" y="3076483"/>
                <a:ext cx="44640" cy="123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173182" y="3067483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14:cNvPr>
                <p14:cNvContentPartPr/>
                <p14:nvPr/>
              </p14:nvContentPartPr>
              <p14:xfrm>
                <a:off x="7219982" y="3000883"/>
                <a:ext cx="165960" cy="233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10982" y="2991883"/>
                  <a:ext cx="183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14:cNvPr>
                <p14:cNvContentPartPr/>
                <p14:nvPr/>
              </p14:nvContentPartPr>
              <p14:xfrm>
                <a:off x="7398542" y="2883883"/>
                <a:ext cx="45000" cy="164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389902" y="2874883"/>
                  <a:ext cx="62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14:cNvPr>
                <p14:cNvContentPartPr/>
                <p14:nvPr/>
              </p14:nvContentPartPr>
              <p14:xfrm>
                <a:off x="7436342" y="2968123"/>
                <a:ext cx="151920" cy="7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27342" y="2959123"/>
                  <a:ext cx="16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14:cNvPr>
                <p14:cNvContentPartPr/>
                <p14:nvPr/>
              </p14:nvContentPartPr>
              <p14:xfrm>
                <a:off x="7624262" y="2948683"/>
                <a:ext cx="145440" cy="304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15622" y="2939683"/>
                  <a:ext cx="163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14:cNvPr>
                <p14:cNvContentPartPr/>
                <p14:nvPr/>
              </p14:nvContentPartPr>
              <p14:xfrm>
                <a:off x="7587182" y="2895403"/>
                <a:ext cx="193680" cy="3693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578542" y="2886403"/>
                  <a:ext cx="21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14:cNvPr>
                <p14:cNvContentPartPr/>
                <p14:nvPr/>
              </p14:nvContentPartPr>
              <p14:xfrm>
                <a:off x="7873742" y="2960923"/>
                <a:ext cx="298800" cy="252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64742" y="2951923"/>
                  <a:ext cx="316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14:cNvPr>
                <p14:cNvContentPartPr/>
                <p14:nvPr/>
              </p14:nvContentPartPr>
              <p14:xfrm>
                <a:off x="8260022" y="3105283"/>
                <a:ext cx="170640" cy="1087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51022" y="3096643"/>
                  <a:ext cx="188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14:cNvPr>
                <p14:cNvContentPartPr/>
                <p14:nvPr/>
              </p14:nvContentPartPr>
              <p14:xfrm>
                <a:off x="8348582" y="3138043"/>
                <a:ext cx="56520" cy="128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339942" y="3129043"/>
                  <a:ext cx="741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EB3DABA-BB19-4A63-79AD-08610FD70EEE}"/>
              </a:ext>
            </a:extLst>
          </p:cNvPr>
          <p:cNvGrpSpPr/>
          <p:nvPr/>
        </p:nvGrpSpPr>
        <p:grpSpPr>
          <a:xfrm>
            <a:off x="8283062" y="2742403"/>
            <a:ext cx="195840" cy="172080"/>
            <a:chOff x="8283062" y="2742403"/>
            <a:chExt cx="19584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14:cNvPr>
                <p14:cNvContentPartPr/>
                <p14:nvPr/>
              </p14:nvContentPartPr>
              <p14:xfrm>
                <a:off x="8283062" y="2742403"/>
                <a:ext cx="55080" cy="158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274422" y="2733403"/>
                  <a:ext cx="7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14:cNvPr>
                <p14:cNvContentPartPr/>
                <p14:nvPr/>
              </p14:nvContentPartPr>
              <p14:xfrm>
                <a:off x="8336702" y="2836003"/>
                <a:ext cx="142200" cy="784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28062" y="2827363"/>
                  <a:ext cx="159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8A6A06E4-E526-5F52-9EF7-96B978837A1F}"/>
              </a:ext>
            </a:extLst>
          </p:cNvPr>
          <p:cNvGrpSpPr/>
          <p:nvPr/>
        </p:nvGrpSpPr>
        <p:grpSpPr>
          <a:xfrm>
            <a:off x="941222" y="3982243"/>
            <a:ext cx="670680" cy="350640"/>
            <a:chOff x="941222" y="3982243"/>
            <a:chExt cx="6706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14:cNvPr>
                <p14:cNvContentPartPr/>
                <p14:nvPr/>
              </p14:nvContentPartPr>
              <p14:xfrm>
                <a:off x="941222" y="3998443"/>
                <a:ext cx="239400" cy="2437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32582" y="3989803"/>
                  <a:ext cx="257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14:cNvPr>
                <p14:cNvContentPartPr/>
                <p14:nvPr/>
              </p14:nvContentPartPr>
              <p14:xfrm>
                <a:off x="946622" y="3982243"/>
                <a:ext cx="141120" cy="282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7622" y="3973603"/>
                  <a:ext cx="15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14:cNvPr>
                <p14:cNvContentPartPr/>
                <p14:nvPr/>
              </p14:nvContentPartPr>
              <p14:xfrm>
                <a:off x="1235702" y="4233523"/>
                <a:ext cx="137520" cy="99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27062" y="4224883"/>
                  <a:ext cx="155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14:cNvPr>
                <p14:cNvContentPartPr/>
                <p14:nvPr/>
              </p14:nvContentPartPr>
              <p14:xfrm>
                <a:off x="1482302" y="4199323"/>
                <a:ext cx="129600" cy="12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73302" y="4190683"/>
                  <a:ext cx="147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14:cNvPr>
                <p14:cNvContentPartPr/>
                <p14:nvPr/>
              </p14:nvContentPartPr>
              <p14:xfrm>
                <a:off x="1443422" y="4126243"/>
                <a:ext cx="150480" cy="15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434422" y="4117603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8EE4E73C-74FD-B0CA-77CD-C87555A05E48}"/>
              </a:ext>
            </a:extLst>
          </p:cNvPr>
          <p:cNvGrpSpPr/>
          <p:nvPr/>
        </p:nvGrpSpPr>
        <p:grpSpPr>
          <a:xfrm>
            <a:off x="2699102" y="4042723"/>
            <a:ext cx="113760" cy="119880"/>
            <a:chOff x="2699102" y="4042723"/>
            <a:chExt cx="11376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14:cNvPr>
                <p14:cNvContentPartPr/>
                <p14:nvPr/>
              </p14:nvContentPartPr>
              <p14:xfrm>
                <a:off x="2736542" y="4042723"/>
                <a:ext cx="38880" cy="119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727902" y="4034083"/>
                  <a:ext cx="5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14:cNvPr>
                <p14:cNvContentPartPr/>
                <p14:nvPr/>
              </p14:nvContentPartPr>
              <p14:xfrm>
                <a:off x="2699102" y="4107163"/>
                <a:ext cx="113760" cy="11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690462" y="4098523"/>
                  <a:ext cx="1314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14:cNvPr>
              <p14:cNvContentPartPr/>
              <p14:nvPr/>
            </p14:nvContentPartPr>
            <p14:xfrm>
              <a:off x="3614222" y="3931483"/>
              <a:ext cx="112320" cy="2865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605582" y="3922483"/>
                <a:ext cx="1299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CA39B186-17D2-5F07-C294-0A2DF4B41287}"/>
              </a:ext>
            </a:extLst>
          </p:cNvPr>
          <p:cNvGrpSpPr/>
          <p:nvPr/>
        </p:nvGrpSpPr>
        <p:grpSpPr>
          <a:xfrm>
            <a:off x="1841222" y="3948403"/>
            <a:ext cx="653040" cy="336960"/>
            <a:chOff x="1841222" y="3948403"/>
            <a:chExt cx="6530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14:cNvPr>
                <p14:cNvContentPartPr/>
                <p14:nvPr/>
              </p14:nvContentPartPr>
              <p14:xfrm>
                <a:off x="1997102" y="4101403"/>
                <a:ext cx="144720" cy="98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988462" y="4092403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14:cNvPr>
                <p14:cNvContentPartPr/>
                <p14:nvPr/>
              </p14:nvContentPartPr>
              <p14:xfrm>
                <a:off x="2047862" y="4101403"/>
                <a:ext cx="61560" cy="964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039222" y="4092403"/>
                  <a:ext cx="79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14:cNvPr>
                <p14:cNvContentPartPr/>
                <p14:nvPr/>
              </p14:nvContentPartPr>
              <p14:xfrm>
                <a:off x="2180702" y="3986923"/>
                <a:ext cx="123480" cy="227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171702" y="3977923"/>
                  <a:ext cx="141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14:cNvPr>
                <p14:cNvContentPartPr/>
                <p14:nvPr/>
              </p14:nvContentPartPr>
              <p14:xfrm>
                <a:off x="2293022" y="4083763"/>
                <a:ext cx="100800" cy="723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284022" y="4074763"/>
                  <a:ext cx="11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14:cNvPr>
                <p14:cNvContentPartPr/>
                <p14:nvPr/>
              </p14:nvContentPartPr>
              <p14:xfrm>
                <a:off x="2410022" y="3982603"/>
                <a:ext cx="84240" cy="201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401022" y="3973603"/>
                  <a:ext cx="10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14:cNvPr>
                <p14:cNvContentPartPr/>
                <p14:nvPr/>
              </p14:nvContentPartPr>
              <p14:xfrm>
                <a:off x="1841222" y="3948403"/>
                <a:ext cx="109800" cy="336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832222" y="3939403"/>
                  <a:ext cx="1274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3715568-3DC2-2FE8-0AFD-A87B699175D0}"/>
              </a:ext>
            </a:extLst>
          </p:cNvPr>
          <p:cNvGrpSpPr/>
          <p:nvPr/>
        </p:nvGrpSpPr>
        <p:grpSpPr>
          <a:xfrm>
            <a:off x="3920222" y="3997723"/>
            <a:ext cx="124200" cy="113040"/>
            <a:chOff x="3920222" y="3997723"/>
            <a:chExt cx="12420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14:cNvPr>
                <p14:cNvContentPartPr/>
                <p14:nvPr/>
              </p14:nvContentPartPr>
              <p14:xfrm>
                <a:off x="3954422" y="3997723"/>
                <a:ext cx="28440" cy="113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945782" y="3988723"/>
                  <a:ext cx="46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14:cNvPr>
                <p14:cNvContentPartPr/>
                <p14:nvPr/>
              </p14:nvContentPartPr>
              <p14:xfrm>
                <a:off x="3920222" y="4044883"/>
                <a:ext cx="124200" cy="176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911222" y="4036243"/>
                  <a:ext cx="1418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14:cNvPr>
              <p14:cNvContentPartPr/>
              <p14:nvPr/>
            </p14:nvContentPartPr>
            <p14:xfrm>
              <a:off x="4313702" y="3882163"/>
              <a:ext cx="117720" cy="30096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304702" y="3873523"/>
                <a:ext cx="13536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21C7950-DC8F-16A3-1D64-477370E75815}"/>
              </a:ext>
            </a:extLst>
          </p:cNvPr>
          <p:cNvGrpSpPr/>
          <p:nvPr/>
        </p:nvGrpSpPr>
        <p:grpSpPr>
          <a:xfrm>
            <a:off x="2981702" y="3931123"/>
            <a:ext cx="537120" cy="237600"/>
            <a:chOff x="2981702" y="3931123"/>
            <a:chExt cx="5371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14:cNvPr>
                <p14:cNvContentPartPr/>
                <p14:nvPr/>
              </p14:nvContentPartPr>
              <p14:xfrm>
                <a:off x="2981702" y="4058923"/>
                <a:ext cx="153000" cy="972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73062" y="4050283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14:cNvPr>
                <p14:cNvContentPartPr/>
                <p14:nvPr/>
              </p14:nvContentPartPr>
              <p14:xfrm>
                <a:off x="3021302" y="4089163"/>
                <a:ext cx="86040" cy="75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012662" y="4080523"/>
                  <a:ext cx="103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14:cNvPr>
                <p14:cNvContentPartPr/>
                <p14:nvPr/>
              </p14:nvContentPartPr>
              <p14:xfrm>
                <a:off x="3163142" y="3931123"/>
                <a:ext cx="129600" cy="2116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154142" y="3922123"/>
                  <a:ext cx="14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14:cNvPr>
                <p14:cNvContentPartPr/>
                <p14:nvPr/>
              </p14:nvContentPartPr>
              <p14:xfrm>
                <a:off x="3240542" y="4018243"/>
                <a:ext cx="173520" cy="964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231542" y="4009603"/>
                  <a:ext cx="191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14:cNvPr>
                <p14:cNvContentPartPr/>
                <p14:nvPr/>
              </p14:nvContentPartPr>
              <p14:xfrm>
                <a:off x="3370142" y="3967123"/>
                <a:ext cx="148680" cy="2016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361142" y="3958483"/>
                  <a:ext cx="1663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368481F3-74B1-541A-20A6-BAE1AF605848}"/>
              </a:ext>
            </a:extLst>
          </p:cNvPr>
          <p:cNvGrpSpPr/>
          <p:nvPr/>
        </p:nvGrpSpPr>
        <p:grpSpPr>
          <a:xfrm>
            <a:off x="4499462" y="3896923"/>
            <a:ext cx="511920" cy="232920"/>
            <a:chOff x="4499462" y="3896923"/>
            <a:chExt cx="51192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14:cNvPr>
                <p14:cNvContentPartPr/>
                <p14:nvPr/>
              </p14:nvContentPartPr>
              <p14:xfrm>
                <a:off x="4499462" y="4016803"/>
                <a:ext cx="143640" cy="86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490462" y="4008163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14:cNvPr>
                <p14:cNvContentPartPr/>
                <p14:nvPr/>
              </p14:nvContentPartPr>
              <p14:xfrm>
                <a:off x="4555622" y="4040563"/>
                <a:ext cx="66960" cy="781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546622" y="4031563"/>
                  <a:ext cx="84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14:cNvPr>
                <p14:cNvContentPartPr/>
                <p14:nvPr/>
              </p14:nvContentPartPr>
              <p14:xfrm>
                <a:off x="4681622" y="3896923"/>
                <a:ext cx="101520" cy="2329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72622" y="3888283"/>
                  <a:ext cx="119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14:cNvPr>
                <p14:cNvContentPartPr/>
                <p14:nvPr/>
              </p14:nvContentPartPr>
              <p14:xfrm>
                <a:off x="4816262" y="4006723"/>
                <a:ext cx="38160" cy="705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807622" y="3998083"/>
                  <a:ext cx="5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14:cNvPr>
                <p14:cNvContentPartPr/>
                <p14:nvPr/>
              </p14:nvContentPartPr>
              <p14:xfrm>
                <a:off x="4876382" y="3931123"/>
                <a:ext cx="135000" cy="1980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67382" y="3922483"/>
                  <a:ext cx="1526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ADBBBDE6-217E-E3F7-0CB7-97BB2336BC00}"/>
              </a:ext>
            </a:extLst>
          </p:cNvPr>
          <p:cNvGrpSpPr/>
          <p:nvPr/>
        </p:nvGrpSpPr>
        <p:grpSpPr>
          <a:xfrm>
            <a:off x="5187422" y="3775243"/>
            <a:ext cx="1150200" cy="318960"/>
            <a:chOff x="5187422" y="3775243"/>
            <a:chExt cx="1150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14:cNvPr>
                <p14:cNvContentPartPr/>
                <p14:nvPr/>
              </p14:nvContentPartPr>
              <p14:xfrm>
                <a:off x="5236382" y="3981883"/>
                <a:ext cx="45000" cy="972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227742" y="3973243"/>
                  <a:ext cx="62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14:cNvPr>
                <p14:cNvContentPartPr/>
                <p14:nvPr/>
              </p14:nvContentPartPr>
              <p14:xfrm>
                <a:off x="5187422" y="4027243"/>
                <a:ext cx="127800" cy="8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178422" y="4018243"/>
                  <a:ext cx="14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14:cNvPr>
                <p14:cNvContentPartPr/>
                <p14:nvPr/>
              </p14:nvContentPartPr>
              <p14:xfrm>
                <a:off x="5444462" y="3999883"/>
                <a:ext cx="154080" cy="81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35462" y="3990883"/>
                  <a:ext cx="171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14:cNvPr>
                <p14:cNvContentPartPr/>
                <p14:nvPr/>
              </p14:nvContentPartPr>
              <p14:xfrm>
                <a:off x="5460302" y="3993763"/>
                <a:ext cx="97200" cy="93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51302" y="3984763"/>
                  <a:ext cx="114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14:cNvPr>
                <p14:cNvContentPartPr/>
                <p14:nvPr/>
              </p14:nvContentPartPr>
              <p14:xfrm>
                <a:off x="5687462" y="3874243"/>
                <a:ext cx="124920" cy="2199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78822" y="3865243"/>
                  <a:ext cx="14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14:cNvPr>
                <p14:cNvContentPartPr/>
                <p14:nvPr/>
              </p14:nvContentPartPr>
              <p14:xfrm>
                <a:off x="5823902" y="3950563"/>
                <a:ext cx="109080" cy="1011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814902" y="3941563"/>
                  <a:ext cx="126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14:cNvPr>
                <p14:cNvContentPartPr/>
                <p14:nvPr/>
              </p14:nvContentPartPr>
              <p14:xfrm>
                <a:off x="5968622" y="3834643"/>
                <a:ext cx="156960" cy="240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959622" y="3826003"/>
                  <a:ext cx="174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14:cNvPr>
                <p14:cNvContentPartPr/>
                <p14:nvPr/>
              </p14:nvContentPartPr>
              <p14:xfrm>
                <a:off x="6172382" y="3775243"/>
                <a:ext cx="165240" cy="3099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163382" y="3766243"/>
                  <a:ext cx="1828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1488ED2-8659-D23F-8BFA-2817D9B36F21}"/>
              </a:ext>
            </a:extLst>
          </p:cNvPr>
          <p:cNvGrpSpPr/>
          <p:nvPr/>
        </p:nvGrpSpPr>
        <p:grpSpPr>
          <a:xfrm>
            <a:off x="889382" y="4670203"/>
            <a:ext cx="676440" cy="378360"/>
            <a:chOff x="889382" y="4670203"/>
            <a:chExt cx="6764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14:cNvPr>
                <p14:cNvContentPartPr/>
                <p14:nvPr/>
              </p14:nvContentPartPr>
              <p14:xfrm>
                <a:off x="889382" y="4670203"/>
                <a:ext cx="257400" cy="2811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80382" y="4661203"/>
                  <a:ext cx="27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14:cNvPr>
                <p14:cNvContentPartPr/>
                <p14:nvPr/>
              </p14:nvContentPartPr>
              <p14:xfrm>
                <a:off x="935102" y="4710883"/>
                <a:ext cx="154440" cy="246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26462" y="4702243"/>
                  <a:ext cx="172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14:cNvPr>
                <p14:cNvContentPartPr/>
                <p14:nvPr/>
              </p14:nvContentPartPr>
              <p14:xfrm>
                <a:off x="1233542" y="4922203"/>
                <a:ext cx="48960" cy="1263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24902" y="4913563"/>
                  <a:ext cx="66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14:cNvPr>
                <p14:cNvContentPartPr/>
                <p14:nvPr/>
              </p14:nvContentPartPr>
              <p14:xfrm>
                <a:off x="1444142" y="4927603"/>
                <a:ext cx="103680" cy="108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435142" y="4918963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14:cNvPr>
                <p14:cNvContentPartPr/>
                <p14:nvPr/>
              </p14:nvContentPartPr>
              <p14:xfrm>
                <a:off x="1420382" y="4850203"/>
                <a:ext cx="145440" cy="194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411382" y="4841563"/>
                  <a:ext cx="163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E8C0C5E-D9C3-01FC-D98A-F51918F581B2}"/>
              </a:ext>
            </a:extLst>
          </p:cNvPr>
          <p:cNvGrpSpPr/>
          <p:nvPr/>
        </p:nvGrpSpPr>
        <p:grpSpPr>
          <a:xfrm>
            <a:off x="1796222" y="4646083"/>
            <a:ext cx="771840" cy="330120"/>
            <a:chOff x="1796222" y="4646083"/>
            <a:chExt cx="7718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14:cNvPr>
                <p14:cNvContentPartPr/>
                <p14:nvPr/>
              </p14:nvContentPartPr>
              <p14:xfrm>
                <a:off x="1796222" y="4646083"/>
                <a:ext cx="145440" cy="330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787222" y="4637443"/>
                  <a:ext cx="163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14:cNvPr>
                <p14:cNvContentPartPr/>
                <p14:nvPr/>
              </p14:nvContentPartPr>
              <p14:xfrm>
                <a:off x="1975862" y="4755523"/>
                <a:ext cx="151200" cy="914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966862" y="4746883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14:cNvPr>
                <p14:cNvContentPartPr/>
                <p14:nvPr/>
              </p14:nvContentPartPr>
              <p14:xfrm>
                <a:off x="2039222" y="4789003"/>
                <a:ext cx="69480" cy="76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030582" y="4780003"/>
                  <a:ext cx="87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14:cNvPr>
                <p14:cNvContentPartPr/>
                <p14:nvPr/>
              </p14:nvContentPartPr>
              <p14:xfrm>
                <a:off x="2198342" y="4680643"/>
                <a:ext cx="105480" cy="2527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189702" y="4672003"/>
                  <a:ext cx="123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14:cNvPr>
                <p14:cNvContentPartPr/>
                <p14:nvPr/>
              </p14:nvContentPartPr>
              <p14:xfrm>
                <a:off x="2320382" y="4784683"/>
                <a:ext cx="105120" cy="878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311742" y="4775683"/>
                  <a:ext cx="122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14:cNvPr>
                <p14:cNvContentPartPr/>
                <p14:nvPr/>
              </p14:nvContentPartPr>
              <p14:xfrm>
                <a:off x="2392382" y="4662643"/>
                <a:ext cx="175680" cy="2260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383382" y="4654003"/>
                  <a:ext cx="1933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66DB9D11-C798-DC37-CB3E-D3A7D14E49EF}"/>
              </a:ext>
            </a:extLst>
          </p:cNvPr>
          <p:cNvGrpSpPr/>
          <p:nvPr/>
        </p:nvGrpSpPr>
        <p:grpSpPr>
          <a:xfrm>
            <a:off x="2771822" y="4574443"/>
            <a:ext cx="995760" cy="361440"/>
            <a:chOff x="2771822" y="4574443"/>
            <a:chExt cx="99576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14:cNvPr>
                <p14:cNvContentPartPr/>
                <p14:nvPr/>
              </p14:nvContentPartPr>
              <p14:xfrm>
                <a:off x="2771822" y="4775683"/>
                <a:ext cx="106920" cy="14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3182" y="4767043"/>
                  <a:ext cx="124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14:cNvPr>
                <p14:cNvContentPartPr/>
                <p14:nvPr/>
              </p14:nvContentPartPr>
              <p14:xfrm>
                <a:off x="3003662" y="4726363"/>
                <a:ext cx="165960" cy="1004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995022" y="4717363"/>
                  <a:ext cx="183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14:cNvPr>
                <p14:cNvContentPartPr/>
                <p14:nvPr/>
              </p14:nvContentPartPr>
              <p14:xfrm>
                <a:off x="3080702" y="4758763"/>
                <a:ext cx="62640" cy="73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071702" y="4749763"/>
                  <a:ext cx="80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14:cNvPr>
                <p14:cNvContentPartPr/>
                <p14:nvPr/>
              </p14:nvContentPartPr>
              <p14:xfrm>
                <a:off x="3171422" y="4602523"/>
                <a:ext cx="143640" cy="2664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62782" y="4593883"/>
                  <a:ext cx="161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14:cNvPr>
                <p14:cNvContentPartPr/>
                <p14:nvPr/>
              </p14:nvContentPartPr>
              <p14:xfrm>
                <a:off x="3291302" y="4709083"/>
                <a:ext cx="182160" cy="1069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82662" y="4700443"/>
                  <a:ext cx="199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14:cNvPr>
                <p14:cNvContentPartPr/>
                <p14:nvPr/>
              </p14:nvContentPartPr>
              <p14:xfrm>
                <a:off x="3420902" y="4623043"/>
                <a:ext cx="131400" cy="241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12262" y="4614403"/>
                  <a:ext cx="14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14:cNvPr>
                <p14:cNvContentPartPr/>
                <p14:nvPr/>
              </p14:nvContentPartPr>
              <p14:xfrm>
                <a:off x="3642302" y="4574443"/>
                <a:ext cx="125280" cy="3614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3662" y="4565443"/>
                  <a:ext cx="14292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B5EEB792-CFC9-4DD7-3A41-FA59936B7ABD}"/>
              </a:ext>
            </a:extLst>
          </p:cNvPr>
          <p:cNvGrpSpPr/>
          <p:nvPr/>
        </p:nvGrpSpPr>
        <p:grpSpPr>
          <a:xfrm>
            <a:off x="4045142" y="4514323"/>
            <a:ext cx="1260720" cy="410040"/>
            <a:chOff x="4045142" y="4514323"/>
            <a:chExt cx="126072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14:cNvPr>
                <p14:cNvContentPartPr/>
                <p14:nvPr/>
              </p14:nvContentPartPr>
              <p14:xfrm>
                <a:off x="4045142" y="4749763"/>
                <a:ext cx="139320" cy="15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036502" y="4741123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14:cNvPr>
                <p14:cNvContentPartPr/>
                <p14:nvPr/>
              </p14:nvContentPartPr>
              <p14:xfrm>
                <a:off x="4324862" y="4684603"/>
                <a:ext cx="129240" cy="2397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315862" y="4675603"/>
                  <a:ext cx="146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14:cNvPr>
                <p14:cNvContentPartPr/>
                <p14:nvPr/>
              </p14:nvContentPartPr>
              <p14:xfrm>
                <a:off x="4292822" y="4562563"/>
                <a:ext cx="5400" cy="18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84182" y="4553563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14:cNvPr>
                <p14:cNvContentPartPr/>
                <p14:nvPr/>
              </p14:nvContentPartPr>
              <p14:xfrm>
                <a:off x="4517822" y="4514323"/>
                <a:ext cx="133560" cy="3006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509182" y="4505683"/>
                  <a:ext cx="151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14:cNvPr>
                <p14:cNvContentPartPr/>
                <p14:nvPr/>
              </p14:nvContentPartPr>
              <p14:xfrm>
                <a:off x="4734542" y="4699723"/>
                <a:ext cx="158400" cy="892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725902" y="4690723"/>
                  <a:ext cx="176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14:cNvPr>
                <p14:cNvContentPartPr/>
                <p14:nvPr/>
              </p14:nvContentPartPr>
              <p14:xfrm>
                <a:off x="4814102" y="4711603"/>
                <a:ext cx="51480" cy="882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805102" y="4702603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14:cNvPr>
                <p14:cNvContentPartPr/>
                <p14:nvPr/>
              </p14:nvContentPartPr>
              <p14:xfrm>
                <a:off x="4931462" y="4583803"/>
                <a:ext cx="147600" cy="2404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922822" y="4575163"/>
                  <a:ext cx="16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14:cNvPr>
                <p14:cNvContentPartPr/>
                <p14:nvPr/>
              </p14:nvContentPartPr>
              <p14:xfrm>
                <a:off x="5109662" y="4648603"/>
                <a:ext cx="44280" cy="108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101022" y="4639963"/>
                  <a:ext cx="61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14:cNvPr>
                <p14:cNvContentPartPr/>
                <p14:nvPr/>
              </p14:nvContentPartPr>
              <p14:xfrm>
                <a:off x="5142422" y="4575883"/>
                <a:ext cx="163440" cy="217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133422" y="4567243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8BD8547D-A2C1-2B41-F7C6-C280E8E406CB}"/>
              </a:ext>
            </a:extLst>
          </p:cNvPr>
          <p:cNvGrpSpPr/>
          <p:nvPr/>
        </p:nvGrpSpPr>
        <p:grpSpPr>
          <a:xfrm>
            <a:off x="5466422" y="4493083"/>
            <a:ext cx="1091160" cy="330480"/>
            <a:chOff x="5466422" y="4493083"/>
            <a:chExt cx="109116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14:cNvPr>
                <p14:cNvContentPartPr/>
                <p14:nvPr/>
              </p14:nvContentPartPr>
              <p14:xfrm>
                <a:off x="5466422" y="4715563"/>
                <a:ext cx="131040" cy="111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457782" y="4706923"/>
                  <a:ext cx="148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14:cNvPr>
                <p14:cNvContentPartPr/>
                <p14:nvPr/>
              </p14:nvContentPartPr>
              <p14:xfrm>
                <a:off x="5708702" y="4639243"/>
                <a:ext cx="181080" cy="1184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700062" y="4630243"/>
                  <a:ext cx="19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14:cNvPr>
                <p14:cNvContentPartPr/>
                <p14:nvPr/>
              </p14:nvContentPartPr>
              <p14:xfrm>
                <a:off x="5766302" y="4683883"/>
                <a:ext cx="110160" cy="8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757302" y="4674883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14:cNvPr>
                <p14:cNvContentPartPr/>
                <p14:nvPr/>
              </p14:nvContentPartPr>
              <p14:xfrm>
                <a:off x="5957102" y="4531963"/>
                <a:ext cx="143280" cy="258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948462" y="4522963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14:cNvPr>
                <p14:cNvContentPartPr/>
                <p14:nvPr/>
              </p14:nvContentPartPr>
              <p14:xfrm>
                <a:off x="6093542" y="4623043"/>
                <a:ext cx="145080" cy="139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084902" y="4614043"/>
                  <a:ext cx="162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14:cNvPr>
                <p14:cNvContentPartPr/>
                <p14:nvPr/>
              </p14:nvContentPartPr>
              <p14:xfrm>
                <a:off x="6265262" y="4554643"/>
                <a:ext cx="133920" cy="222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56622" y="4545643"/>
                  <a:ext cx="151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14:cNvPr>
                <p14:cNvContentPartPr/>
                <p14:nvPr/>
              </p14:nvContentPartPr>
              <p14:xfrm>
                <a:off x="6420062" y="4493083"/>
                <a:ext cx="137520" cy="3304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411422" y="4484443"/>
                  <a:ext cx="15516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CE045451-BFDE-1D39-3B04-3E8F20FB5D81}"/>
              </a:ext>
            </a:extLst>
          </p:cNvPr>
          <p:cNvGrpSpPr/>
          <p:nvPr/>
        </p:nvGrpSpPr>
        <p:grpSpPr>
          <a:xfrm>
            <a:off x="948422" y="5354923"/>
            <a:ext cx="632520" cy="371880"/>
            <a:chOff x="948422" y="5354923"/>
            <a:chExt cx="63252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14:cNvPr>
                <p14:cNvContentPartPr/>
                <p14:nvPr/>
              </p14:nvContentPartPr>
              <p14:xfrm>
                <a:off x="948422" y="5354923"/>
                <a:ext cx="253080" cy="2498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9782" y="5346283"/>
                  <a:ext cx="270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14:cNvPr>
                <p14:cNvContentPartPr/>
                <p14:nvPr/>
              </p14:nvContentPartPr>
              <p14:xfrm>
                <a:off x="1016102" y="5390923"/>
                <a:ext cx="102960" cy="268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07102" y="5382283"/>
                  <a:ext cx="120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14:cNvPr>
                <p14:cNvContentPartPr/>
                <p14:nvPr/>
              </p14:nvContentPartPr>
              <p14:xfrm>
                <a:off x="1229582" y="5621683"/>
                <a:ext cx="145800" cy="1051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220942" y="5613043"/>
                  <a:ext cx="163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14:cNvPr>
                <p14:cNvContentPartPr/>
                <p14:nvPr/>
              </p14:nvContentPartPr>
              <p14:xfrm>
                <a:off x="1457102" y="5556163"/>
                <a:ext cx="123840" cy="194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448462" y="5547523"/>
                  <a:ext cx="14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14:cNvPr>
                <p14:cNvContentPartPr/>
                <p14:nvPr/>
              </p14:nvContentPartPr>
              <p14:xfrm>
                <a:off x="1465742" y="5485243"/>
                <a:ext cx="103320" cy="244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457102" y="5476603"/>
                  <a:ext cx="120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BA72055B-CDCD-F6A5-4F31-42DD5C9D7AB7}"/>
              </a:ext>
            </a:extLst>
          </p:cNvPr>
          <p:cNvGrpSpPr/>
          <p:nvPr/>
        </p:nvGrpSpPr>
        <p:grpSpPr>
          <a:xfrm>
            <a:off x="1836542" y="5299483"/>
            <a:ext cx="772560" cy="362880"/>
            <a:chOff x="1836542" y="5299483"/>
            <a:chExt cx="77256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14:cNvPr>
                <p14:cNvContentPartPr/>
                <p14:nvPr/>
              </p14:nvContentPartPr>
              <p14:xfrm>
                <a:off x="1836542" y="5299483"/>
                <a:ext cx="79200" cy="3376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827902" y="5290843"/>
                  <a:ext cx="96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14:cNvPr>
                <p14:cNvContentPartPr/>
                <p14:nvPr/>
              </p14:nvContentPartPr>
              <p14:xfrm>
                <a:off x="2016542" y="5470483"/>
                <a:ext cx="153360" cy="1116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007542" y="5461483"/>
                  <a:ext cx="171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14:cNvPr>
                <p14:cNvContentPartPr/>
                <p14:nvPr/>
              </p14:nvContentPartPr>
              <p14:xfrm>
                <a:off x="2079182" y="5511163"/>
                <a:ext cx="66960" cy="80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070542" y="5502523"/>
                  <a:ext cx="84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14:cNvPr>
                <p14:cNvContentPartPr/>
                <p14:nvPr/>
              </p14:nvContentPartPr>
              <p14:xfrm>
                <a:off x="2196542" y="5368963"/>
                <a:ext cx="162720" cy="293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187542" y="5359963"/>
                  <a:ext cx="1803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14:cNvPr>
                <p14:cNvContentPartPr/>
                <p14:nvPr/>
              </p14:nvContentPartPr>
              <p14:xfrm>
                <a:off x="2357102" y="5461843"/>
                <a:ext cx="128520" cy="1152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348102" y="5452843"/>
                  <a:ext cx="146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14:cNvPr>
                <p14:cNvContentPartPr/>
                <p14:nvPr/>
              </p14:nvContentPartPr>
              <p14:xfrm>
                <a:off x="2462222" y="5346643"/>
                <a:ext cx="146880" cy="2628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453222" y="5338003"/>
                  <a:ext cx="16452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2D9022B-9775-5528-1687-9BEC14CFE0A5}"/>
              </a:ext>
            </a:extLst>
          </p:cNvPr>
          <p:cNvGrpSpPr/>
          <p:nvPr/>
        </p:nvGrpSpPr>
        <p:grpSpPr>
          <a:xfrm>
            <a:off x="2777582" y="5449603"/>
            <a:ext cx="105480" cy="127080"/>
            <a:chOff x="2777582" y="5449603"/>
            <a:chExt cx="10548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14:cNvPr>
                <p14:cNvContentPartPr/>
                <p14:nvPr/>
              </p14:nvContentPartPr>
              <p14:xfrm>
                <a:off x="2817542" y="5449603"/>
                <a:ext cx="42480" cy="127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808902" y="5440603"/>
                  <a:ext cx="6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14:cNvPr>
                <p14:cNvContentPartPr/>
                <p14:nvPr/>
              </p14:nvContentPartPr>
              <p14:xfrm>
                <a:off x="2777582" y="5515483"/>
                <a:ext cx="105480" cy="147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768942" y="5506843"/>
                  <a:ext cx="123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085AE304-23EF-F5DB-D807-6753ECBF0365}"/>
              </a:ext>
            </a:extLst>
          </p:cNvPr>
          <p:cNvGrpSpPr/>
          <p:nvPr/>
        </p:nvGrpSpPr>
        <p:grpSpPr>
          <a:xfrm>
            <a:off x="3047222" y="5307403"/>
            <a:ext cx="690120" cy="317520"/>
            <a:chOff x="3047222" y="5307403"/>
            <a:chExt cx="6901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14:cNvPr>
                <p14:cNvContentPartPr/>
                <p14:nvPr/>
              </p14:nvContentPartPr>
              <p14:xfrm>
                <a:off x="3047222" y="5470483"/>
                <a:ext cx="127080" cy="1022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038582" y="5461483"/>
                  <a:ext cx="14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14:cNvPr>
                <p14:cNvContentPartPr/>
                <p14:nvPr/>
              </p14:nvContentPartPr>
              <p14:xfrm>
                <a:off x="3079262" y="5492443"/>
                <a:ext cx="73440" cy="903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070262" y="5483443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14:cNvPr>
                <p14:cNvContentPartPr/>
                <p14:nvPr/>
              </p14:nvContentPartPr>
              <p14:xfrm>
                <a:off x="3177902" y="5347363"/>
                <a:ext cx="134640" cy="2433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3168902" y="5338363"/>
                  <a:ext cx="152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14:cNvPr>
                <p14:cNvContentPartPr/>
                <p14:nvPr/>
              </p14:nvContentPartPr>
              <p14:xfrm>
                <a:off x="3314702" y="5438443"/>
                <a:ext cx="153360" cy="1036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3305702" y="5429443"/>
                  <a:ext cx="171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14:cNvPr>
                <p14:cNvContentPartPr/>
                <p14:nvPr/>
              </p14:nvContentPartPr>
              <p14:xfrm>
                <a:off x="3456902" y="5367163"/>
                <a:ext cx="144360" cy="2577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447902" y="5358163"/>
                  <a:ext cx="162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14:cNvPr>
                <p14:cNvContentPartPr/>
                <p14:nvPr/>
              </p14:nvContentPartPr>
              <p14:xfrm>
                <a:off x="3616022" y="5307403"/>
                <a:ext cx="121320" cy="3067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607022" y="5298403"/>
                  <a:ext cx="1389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9C4154E7-6CB9-D91D-068F-44D5EB3D3E38}"/>
              </a:ext>
            </a:extLst>
          </p:cNvPr>
          <p:cNvGrpSpPr/>
          <p:nvPr/>
        </p:nvGrpSpPr>
        <p:grpSpPr>
          <a:xfrm>
            <a:off x="4375622" y="5263843"/>
            <a:ext cx="804600" cy="344520"/>
            <a:chOff x="4375622" y="5263843"/>
            <a:chExt cx="8046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14:cNvPr>
                <p14:cNvContentPartPr/>
                <p14:nvPr/>
              </p14:nvContentPartPr>
              <p14:xfrm>
                <a:off x="4375622" y="5263843"/>
                <a:ext cx="131400" cy="344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366982" y="5255203"/>
                  <a:ext cx="149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14:cNvPr>
                <p14:cNvContentPartPr/>
                <p14:nvPr/>
              </p14:nvContentPartPr>
              <p14:xfrm>
                <a:off x="4547702" y="5403163"/>
                <a:ext cx="198360" cy="1173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539062" y="5394523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14:cNvPr>
                <p14:cNvContentPartPr/>
                <p14:nvPr/>
              </p14:nvContentPartPr>
              <p14:xfrm>
                <a:off x="4627982" y="5432683"/>
                <a:ext cx="90720" cy="799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4618982" y="5423683"/>
                  <a:ext cx="108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14:cNvPr>
                <p14:cNvContentPartPr/>
                <p14:nvPr/>
              </p14:nvContentPartPr>
              <p14:xfrm>
                <a:off x="4780982" y="5283283"/>
                <a:ext cx="142920" cy="2296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771982" y="5274283"/>
                  <a:ext cx="160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14:cNvPr>
                <p14:cNvContentPartPr/>
                <p14:nvPr/>
              </p14:nvContentPartPr>
              <p14:xfrm>
                <a:off x="4967822" y="5390923"/>
                <a:ext cx="48960" cy="1080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959182" y="5382283"/>
                  <a:ext cx="6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14:cNvPr>
                <p14:cNvContentPartPr/>
                <p14:nvPr/>
              </p14:nvContentPartPr>
              <p14:xfrm>
                <a:off x="5036582" y="5303443"/>
                <a:ext cx="143640" cy="2199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027942" y="5294803"/>
                  <a:ext cx="161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D377E689-8D7D-941B-F584-1891CA3A1CBD}"/>
              </a:ext>
            </a:extLst>
          </p:cNvPr>
          <p:cNvGrpSpPr/>
          <p:nvPr/>
        </p:nvGrpSpPr>
        <p:grpSpPr>
          <a:xfrm>
            <a:off x="5432942" y="5217403"/>
            <a:ext cx="1132920" cy="331920"/>
            <a:chOff x="5432942" y="5217403"/>
            <a:chExt cx="113292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14:cNvPr>
                <p14:cNvContentPartPr/>
                <p14:nvPr/>
              </p14:nvContentPartPr>
              <p14:xfrm>
                <a:off x="5437262" y="5342683"/>
                <a:ext cx="41760" cy="1328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428262" y="5333683"/>
                  <a:ext cx="59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14:cNvPr>
                <p14:cNvContentPartPr/>
                <p14:nvPr/>
              </p14:nvContentPartPr>
              <p14:xfrm>
                <a:off x="5432942" y="5412163"/>
                <a:ext cx="123840" cy="169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423942" y="5403523"/>
                  <a:ext cx="141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14:cNvPr>
                <p14:cNvContentPartPr/>
                <p14:nvPr/>
              </p14:nvContentPartPr>
              <p14:xfrm>
                <a:off x="5670182" y="5373643"/>
                <a:ext cx="166680" cy="867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661542" y="5365003"/>
                  <a:ext cx="184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14:cNvPr>
                <p14:cNvContentPartPr/>
                <p14:nvPr/>
              </p14:nvContentPartPr>
              <p14:xfrm>
                <a:off x="5743982" y="5395963"/>
                <a:ext cx="72000" cy="92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5735342" y="5387323"/>
                  <a:ext cx="89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14:cNvPr>
                <p14:cNvContentPartPr/>
                <p14:nvPr/>
              </p14:nvContentPartPr>
              <p14:xfrm>
                <a:off x="5909942" y="5275363"/>
                <a:ext cx="131040" cy="2440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5901302" y="5266363"/>
                  <a:ext cx="148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14:cNvPr>
                <p14:cNvContentPartPr/>
                <p14:nvPr/>
              </p14:nvContentPartPr>
              <p14:xfrm>
                <a:off x="6074822" y="5352043"/>
                <a:ext cx="110880" cy="1393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065822" y="5343403"/>
                  <a:ext cx="128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14:cNvPr>
                <p14:cNvContentPartPr/>
                <p14:nvPr/>
              </p14:nvContentPartPr>
              <p14:xfrm>
                <a:off x="6211262" y="5276443"/>
                <a:ext cx="131760" cy="2350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202622" y="5267803"/>
                  <a:ext cx="14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14:cNvPr>
                <p14:cNvContentPartPr/>
                <p14:nvPr/>
              </p14:nvContentPartPr>
              <p14:xfrm>
                <a:off x="6401342" y="5217403"/>
                <a:ext cx="164520" cy="331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392342" y="5208763"/>
                  <a:ext cx="18216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D1925CC9-519B-4EAD-F163-18F8E0438E89}"/>
              </a:ext>
            </a:extLst>
          </p:cNvPr>
          <p:cNvGrpSpPr/>
          <p:nvPr/>
        </p:nvGrpSpPr>
        <p:grpSpPr>
          <a:xfrm>
            <a:off x="974702" y="6036763"/>
            <a:ext cx="591120" cy="429480"/>
            <a:chOff x="974702" y="6036763"/>
            <a:chExt cx="59112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14:cNvPr>
                <p14:cNvContentPartPr/>
                <p14:nvPr/>
              </p14:nvContentPartPr>
              <p14:xfrm>
                <a:off x="974702" y="6036763"/>
                <a:ext cx="264600" cy="2718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6062" y="6027763"/>
                  <a:ext cx="282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14:cNvPr>
                <p14:cNvContentPartPr/>
                <p14:nvPr/>
              </p14:nvContentPartPr>
              <p14:xfrm>
                <a:off x="1046342" y="6069883"/>
                <a:ext cx="109800" cy="263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037702" y="6061243"/>
                  <a:ext cx="127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14:cNvPr>
                <p14:cNvContentPartPr/>
                <p14:nvPr/>
              </p14:nvContentPartPr>
              <p14:xfrm>
                <a:off x="1258382" y="6310363"/>
                <a:ext cx="130320" cy="1558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249742" y="6301363"/>
                  <a:ext cx="147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14:cNvPr>
                <p14:cNvContentPartPr/>
                <p14:nvPr/>
              </p14:nvContentPartPr>
              <p14:xfrm>
                <a:off x="1426862" y="6277243"/>
                <a:ext cx="126360" cy="198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17862" y="6268603"/>
                  <a:ext cx="144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14:cNvPr>
                <p14:cNvContentPartPr/>
                <p14:nvPr/>
              </p14:nvContentPartPr>
              <p14:xfrm>
                <a:off x="1435142" y="6205603"/>
                <a:ext cx="130680" cy="24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426142" y="6196603"/>
                  <a:ext cx="148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D2D90400-CFF0-BB50-1EBC-339983CAD90C}"/>
              </a:ext>
            </a:extLst>
          </p:cNvPr>
          <p:cNvGrpSpPr/>
          <p:nvPr/>
        </p:nvGrpSpPr>
        <p:grpSpPr>
          <a:xfrm>
            <a:off x="1830422" y="6002563"/>
            <a:ext cx="778680" cy="350280"/>
            <a:chOff x="1830422" y="6002563"/>
            <a:chExt cx="7786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14:cNvPr>
                <p14:cNvContentPartPr/>
                <p14:nvPr/>
              </p14:nvContentPartPr>
              <p14:xfrm>
                <a:off x="1830422" y="6002563"/>
                <a:ext cx="143640" cy="3502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821782" y="5993923"/>
                  <a:ext cx="161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14:cNvPr>
                <p14:cNvContentPartPr/>
                <p14:nvPr/>
              </p14:nvContentPartPr>
              <p14:xfrm>
                <a:off x="2009702" y="6123523"/>
                <a:ext cx="189000" cy="1191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001062" y="6114523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14:cNvPr>
                <p14:cNvContentPartPr/>
                <p14:nvPr/>
              </p14:nvContentPartPr>
              <p14:xfrm>
                <a:off x="2108342" y="6157363"/>
                <a:ext cx="69120" cy="1101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099702" y="6148723"/>
                  <a:ext cx="86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14:cNvPr>
                <p14:cNvContentPartPr/>
                <p14:nvPr/>
              </p14:nvContentPartPr>
              <p14:xfrm>
                <a:off x="2228582" y="6051163"/>
                <a:ext cx="153360" cy="216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219942" y="6042163"/>
                  <a:ext cx="171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14:cNvPr>
                <p14:cNvContentPartPr/>
                <p14:nvPr/>
              </p14:nvContentPartPr>
              <p14:xfrm>
                <a:off x="2399942" y="6132883"/>
                <a:ext cx="104040" cy="946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391302" y="6123883"/>
                  <a:ext cx="12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14:cNvPr>
                <p14:cNvContentPartPr/>
                <p14:nvPr/>
              </p14:nvContentPartPr>
              <p14:xfrm>
                <a:off x="2475182" y="6013363"/>
                <a:ext cx="133920" cy="2462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466542" y="6004363"/>
                  <a:ext cx="15156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5BD1912-E9A1-B053-42A9-37239E090DAE}"/>
              </a:ext>
            </a:extLst>
          </p:cNvPr>
          <p:cNvGrpSpPr/>
          <p:nvPr/>
        </p:nvGrpSpPr>
        <p:grpSpPr>
          <a:xfrm>
            <a:off x="2843822" y="5932363"/>
            <a:ext cx="1055880" cy="358560"/>
            <a:chOff x="2843822" y="5932363"/>
            <a:chExt cx="10558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14:cNvPr>
                <p14:cNvContentPartPr/>
                <p14:nvPr/>
              </p14:nvContentPartPr>
              <p14:xfrm>
                <a:off x="2843822" y="6154843"/>
                <a:ext cx="100080" cy="6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2834822" y="6145843"/>
                  <a:ext cx="117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14:cNvPr>
                <p14:cNvContentPartPr/>
                <p14:nvPr/>
              </p14:nvContentPartPr>
              <p14:xfrm>
                <a:off x="3055502" y="6120643"/>
                <a:ext cx="151200" cy="1026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046862" y="6112003"/>
                  <a:ext cx="16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14:cNvPr>
                <p14:cNvContentPartPr/>
                <p14:nvPr/>
              </p14:nvContentPartPr>
              <p14:xfrm>
                <a:off x="3092942" y="6129643"/>
                <a:ext cx="90000" cy="1083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083942" y="6121003"/>
                  <a:ext cx="10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14:cNvPr>
                <p14:cNvContentPartPr/>
                <p14:nvPr/>
              </p14:nvContentPartPr>
              <p14:xfrm>
                <a:off x="3259982" y="6031003"/>
                <a:ext cx="170280" cy="223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250982" y="6022003"/>
                  <a:ext cx="187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14:cNvPr>
                <p14:cNvContentPartPr/>
                <p14:nvPr/>
              </p14:nvContentPartPr>
              <p14:xfrm>
                <a:off x="3430982" y="6105883"/>
                <a:ext cx="164880" cy="111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422342" y="6096883"/>
                  <a:ext cx="18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14:cNvPr>
                <p14:cNvContentPartPr/>
                <p14:nvPr/>
              </p14:nvContentPartPr>
              <p14:xfrm>
                <a:off x="3546182" y="6020203"/>
                <a:ext cx="133560" cy="2458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3537182" y="6011203"/>
                  <a:ext cx="151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14:cNvPr>
                <p14:cNvContentPartPr/>
                <p14:nvPr/>
              </p14:nvContentPartPr>
              <p14:xfrm>
                <a:off x="3694142" y="5932363"/>
                <a:ext cx="205560" cy="3585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3685142" y="5923363"/>
                  <a:ext cx="223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7060F-02B2-CDAB-FFD3-FE5F516E94E6}"/>
              </a:ext>
            </a:extLst>
          </p:cNvPr>
          <p:cNvGrpSpPr/>
          <p:nvPr/>
        </p:nvGrpSpPr>
        <p:grpSpPr>
          <a:xfrm>
            <a:off x="4114622" y="6081403"/>
            <a:ext cx="183600" cy="134280"/>
            <a:chOff x="4114622" y="6081403"/>
            <a:chExt cx="18360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14:cNvPr>
                <p14:cNvContentPartPr/>
                <p14:nvPr/>
              </p14:nvContentPartPr>
              <p14:xfrm>
                <a:off x="4206062" y="6081403"/>
                <a:ext cx="46800" cy="1342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197422" y="6072403"/>
                  <a:ext cx="64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14:cNvPr>
                <p14:cNvContentPartPr/>
                <p14:nvPr/>
              </p14:nvContentPartPr>
              <p14:xfrm>
                <a:off x="4114622" y="6166003"/>
                <a:ext cx="183600" cy="68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105982" y="6157363"/>
                  <a:ext cx="2012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2033340-ACBE-C706-1C78-B28E8AFAF0A0}"/>
              </a:ext>
            </a:extLst>
          </p:cNvPr>
          <p:cNvGrpSpPr/>
          <p:nvPr/>
        </p:nvGrpSpPr>
        <p:grpSpPr>
          <a:xfrm>
            <a:off x="4468502" y="5979163"/>
            <a:ext cx="338760" cy="422640"/>
            <a:chOff x="4468502" y="5979163"/>
            <a:chExt cx="33876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14:cNvPr>
                <p14:cNvContentPartPr/>
                <p14:nvPr/>
              </p14:nvContentPartPr>
              <p14:xfrm>
                <a:off x="4498022" y="6175003"/>
                <a:ext cx="96120" cy="2268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489382" y="6166363"/>
                  <a:ext cx="113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14:cNvPr>
                <p14:cNvContentPartPr/>
                <p14:nvPr/>
              </p14:nvContentPartPr>
              <p14:xfrm>
                <a:off x="4468502" y="6064483"/>
                <a:ext cx="4320" cy="72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459862" y="6055483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14:cNvPr>
                <p14:cNvContentPartPr/>
                <p14:nvPr/>
              </p14:nvContentPartPr>
              <p14:xfrm>
                <a:off x="4670102" y="5979163"/>
                <a:ext cx="137160" cy="2883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661102" y="5970523"/>
                  <a:ext cx="1548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1A261E3B-61FC-4594-3C5B-769EEBF83AC1}"/>
              </a:ext>
            </a:extLst>
          </p:cNvPr>
          <p:cNvGrpSpPr/>
          <p:nvPr/>
        </p:nvGrpSpPr>
        <p:grpSpPr>
          <a:xfrm>
            <a:off x="4921382" y="6044323"/>
            <a:ext cx="575280" cy="205920"/>
            <a:chOff x="4921382" y="6044323"/>
            <a:chExt cx="57528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14:cNvPr>
                <p14:cNvContentPartPr/>
                <p14:nvPr/>
              </p14:nvContentPartPr>
              <p14:xfrm>
                <a:off x="4921382" y="6110203"/>
                <a:ext cx="135360" cy="957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4912742" y="6101203"/>
                  <a:ext cx="15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14:cNvPr>
                <p14:cNvContentPartPr/>
                <p14:nvPr/>
              </p14:nvContentPartPr>
              <p14:xfrm>
                <a:off x="4968182" y="6131443"/>
                <a:ext cx="72000" cy="1116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959182" y="6122803"/>
                  <a:ext cx="89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14:cNvPr>
                <p14:cNvContentPartPr/>
                <p14:nvPr/>
              </p14:nvContentPartPr>
              <p14:xfrm>
                <a:off x="5142782" y="6065923"/>
                <a:ext cx="122760" cy="184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134142" y="6056923"/>
                  <a:ext cx="140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14:cNvPr>
                <p14:cNvContentPartPr/>
                <p14:nvPr/>
              </p14:nvContentPartPr>
              <p14:xfrm>
                <a:off x="5293262" y="6114523"/>
                <a:ext cx="28080" cy="979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284622" y="6105883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14:cNvPr>
                <p14:cNvContentPartPr/>
                <p14:nvPr/>
              </p14:nvContentPartPr>
              <p14:xfrm>
                <a:off x="5353022" y="6044323"/>
                <a:ext cx="143640" cy="2026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344382" y="6035323"/>
                  <a:ext cx="1612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DAF6CF7B-7CB9-C582-3019-707514AA2183}"/>
              </a:ext>
            </a:extLst>
          </p:cNvPr>
          <p:cNvGrpSpPr/>
          <p:nvPr/>
        </p:nvGrpSpPr>
        <p:grpSpPr>
          <a:xfrm>
            <a:off x="5674502" y="5943523"/>
            <a:ext cx="1134720" cy="423360"/>
            <a:chOff x="5674502" y="5943523"/>
            <a:chExt cx="113472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14:cNvPr>
                <p14:cNvContentPartPr/>
                <p14:nvPr/>
              </p14:nvContentPartPr>
              <p14:xfrm>
                <a:off x="5674502" y="6157363"/>
                <a:ext cx="135000" cy="230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665862" y="6148723"/>
                  <a:ext cx="152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14:cNvPr>
                <p14:cNvContentPartPr/>
                <p14:nvPr/>
              </p14:nvContentPartPr>
              <p14:xfrm>
                <a:off x="5920742" y="6129643"/>
                <a:ext cx="178920" cy="11736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911742" y="6121003"/>
                  <a:ext cx="19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14:cNvPr>
                <p14:cNvContentPartPr/>
                <p14:nvPr/>
              </p14:nvContentPartPr>
              <p14:xfrm>
                <a:off x="5983382" y="6134683"/>
                <a:ext cx="55080" cy="1000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974742" y="6126043"/>
                  <a:ext cx="72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14:cNvPr>
                <p14:cNvContentPartPr/>
                <p14:nvPr/>
              </p14:nvContentPartPr>
              <p14:xfrm>
                <a:off x="6132782" y="6006163"/>
                <a:ext cx="141120" cy="241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123782" y="5997163"/>
                  <a:ext cx="158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14:cNvPr>
                <p14:cNvContentPartPr/>
                <p14:nvPr/>
              </p14:nvContentPartPr>
              <p14:xfrm>
                <a:off x="6280382" y="6100483"/>
                <a:ext cx="135720" cy="1605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271382" y="6091843"/>
                  <a:ext cx="15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14:cNvPr>
                <p14:cNvContentPartPr/>
                <p14:nvPr/>
              </p14:nvContentPartPr>
              <p14:xfrm>
                <a:off x="6457502" y="6029923"/>
                <a:ext cx="110160" cy="2437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448502" y="6021283"/>
                  <a:ext cx="127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14:cNvPr>
                <p14:cNvContentPartPr/>
                <p14:nvPr/>
              </p14:nvContentPartPr>
              <p14:xfrm>
                <a:off x="6598262" y="5943523"/>
                <a:ext cx="210960" cy="4233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589262" y="5934883"/>
                  <a:ext cx="2286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3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14:cNvPr>
              <p14:cNvContentPartPr/>
              <p14:nvPr/>
            </p14:nvContentPartPr>
            <p14:xfrm>
              <a:off x="3974582" y="5472283"/>
              <a:ext cx="203040" cy="1908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:cNvPr>
              <p:cNvPicPr/>
              <p:nvPr/>
            </p:nvPicPr>
            <p:blipFill>
              <a:blip r:embed="rId754"/>
              <a:stretch>
                <a:fillRect/>
              </a:stretch>
            </p:blipFill>
            <p:spPr>
              <a:xfrm>
                <a:off x="3965942" y="5463283"/>
                <a:ext cx="220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5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14:cNvPr>
              <p14:cNvContentPartPr/>
              <p14:nvPr/>
            </p14:nvContentPartPr>
            <p14:xfrm>
              <a:off x="7154462" y="3453763"/>
              <a:ext cx="242640" cy="33660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:cNvPr>
              <p:cNvPicPr/>
              <p:nvPr/>
            </p:nvPicPr>
            <p:blipFill>
              <a:blip r:embed="rId756"/>
              <a:stretch>
                <a:fillRect/>
              </a:stretch>
            </p:blipFill>
            <p:spPr>
              <a:xfrm>
                <a:off x="7145822" y="3445123"/>
                <a:ext cx="2602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53605441-123C-153A-D4D8-473D31D7FB41}"/>
              </a:ext>
            </a:extLst>
          </p:cNvPr>
          <p:cNvGrpSpPr/>
          <p:nvPr/>
        </p:nvGrpSpPr>
        <p:grpSpPr>
          <a:xfrm>
            <a:off x="7575302" y="3617563"/>
            <a:ext cx="1788480" cy="258120"/>
            <a:chOff x="7575302" y="3617563"/>
            <a:chExt cx="17884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14:cNvPr>
                <p14:cNvContentPartPr/>
                <p14:nvPr/>
              </p14:nvContentPartPr>
              <p14:xfrm>
                <a:off x="7575302" y="3770563"/>
                <a:ext cx="107280" cy="1047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566662" y="3761923"/>
                  <a:ext cx="124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14:cNvPr>
                <p14:cNvContentPartPr/>
                <p14:nvPr/>
              </p14:nvContentPartPr>
              <p14:xfrm>
                <a:off x="7765382" y="3658963"/>
                <a:ext cx="55440" cy="1850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756382" y="3649963"/>
                  <a:ext cx="73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14:cNvPr>
                <p14:cNvContentPartPr/>
                <p14:nvPr/>
              </p14:nvContentPartPr>
              <p14:xfrm>
                <a:off x="7729022" y="3775963"/>
                <a:ext cx="121680" cy="115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720022" y="3767323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14:cNvPr>
                <p14:cNvContentPartPr/>
                <p14:nvPr/>
              </p14:nvContentPartPr>
              <p14:xfrm>
                <a:off x="7891022" y="3754363"/>
                <a:ext cx="132840" cy="94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882382" y="3745363"/>
                  <a:ext cx="150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14:cNvPr>
                <p14:cNvContentPartPr/>
                <p14:nvPr/>
              </p14:nvContentPartPr>
              <p14:xfrm>
                <a:off x="8047982" y="3777763"/>
                <a:ext cx="150480" cy="979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8038982" y="3769123"/>
                  <a:ext cx="16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14:cNvPr>
                <p14:cNvContentPartPr/>
                <p14:nvPr/>
              </p14:nvContentPartPr>
              <p14:xfrm>
                <a:off x="8222222" y="3765883"/>
                <a:ext cx="147960" cy="9720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213222" y="3757243"/>
                  <a:ext cx="165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14:cNvPr>
                <p14:cNvContentPartPr/>
                <p14:nvPr/>
              </p14:nvContentPartPr>
              <p14:xfrm>
                <a:off x="8407982" y="3792163"/>
                <a:ext cx="219600" cy="763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398982" y="3783523"/>
                  <a:ext cx="23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14:cNvPr>
                <p14:cNvContentPartPr/>
                <p14:nvPr/>
              </p14:nvContentPartPr>
              <p14:xfrm>
                <a:off x="8659982" y="3617563"/>
                <a:ext cx="201960" cy="2444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650982" y="3608563"/>
                  <a:ext cx="219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14:cNvPr>
                <p14:cNvContentPartPr/>
                <p14:nvPr/>
              </p14:nvContentPartPr>
              <p14:xfrm>
                <a:off x="8820542" y="3664723"/>
                <a:ext cx="9720" cy="331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811542" y="3655723"/>
                  <a:ext cx="2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14:cNvPr>
                <p14:cNvContentPartPr/>
                <p14:nvPr/>
              </p14:nvContentPartPr>
              <p14:xfrm>
                <a:off x="8910902" y="3786763"/>
                <a:ext cx="127440" cy="85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901902" y="3777763"/>
                  <a:ext cx="145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14:cNvPr>
                <p14:cNvContentPartPr/>
                <p14:nvPr/>
              </p14:nvContentPartPr>
              <p14:xfrm>
                <a:off x="9080822" y="3749323"/>
                <a:ext cx="101520" cy="11052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9072182" y="3740683"/>
                  <a:ext cx="11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14:cNvPr>
                <p14:cNvContentPartPr/>
                <p14:nvPr/>
              </p14:nvContentPartPr>
              <p14:xfrm>
                <a:off x="9249662" y="3633403"/>
                <a:ext cx="114120" cy="2275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9241022" y="3624403"/>
                  <a:ext cx="131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05DF991B-EE76-3249-723E-625F3B876A94}"/>
              </a:ext>
            </a:extLst>
          </p:cNvPr>
          <p:cNvGrpSpPr/>
          <p:nvPr/>
        </p:nvGrpSpPr>
        <p:grpSpPr>
          <a:xfrm>
            <a:off x="10283942" y="4833283"/>
            <a:ext cx="499320" cy="469800"/>
            <a:chOff x="10283942" y="4833283"/>
            <a:chExt cx="49932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14:cNvPr>
                <p14:cNvContentPartPr/>
                <p14:nvPr/>
              </p14:nvContentPartPr>
              <p14:xfrm>
                <a:off x="10666982" y="5179603"/>
                <a:ext cx="11556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0658342" y="5170963"/>
                  <a:ext cx="133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14:cNvPr>
                <p14:cNvContentPartPr/>
                <p14:nvPr/>
              </p14:nvContentPartPr>
              <p14:xfrm>
                <a:off x="10769582" y="5199763"/>
                <a:ext cx="13680" cy="103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0760582" y="5191123"/>
                  <a:ext cx="3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14:cNvPr>
                <p14:cNvContentPartPr/>
                <p14:nvPr/>
              </p14:nvContentPartPr>
              <p14:xfrm>
                <a:off x="10611182" y="4833283"/>
                <a:ext cx="167040" cy="128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602182" y="4824643"/>
                  <a:ext cx="18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14:cNvPr>
                <p14:cNvContentPartPr/>
                <p14:nvPr/>
              </p14:nvContentPartPr>
              <p14:xfrm>
                <a:off x="10287542" y="5006083"/>
                <a:ext cx="244080" cy="24768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278542" y="4997083"/>
                  <a:ext cx="261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14:cNvPr>
                <p14:cNvContentPartPr/>
                <p14:nvPr/>
              </p14:nvContentPartPr>
              <p14:xfrm>
                <a:off x="10502102" y="4998523"/>
                <a:ext cx="74520" cy="399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493462" y="4989523"/>
                  <a:ext cx="92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14:cNvPr>
                <p14:cNvContentPartPr/>
                <p14:nvPr/>
              </p14:nvContentPartPr>
              <p14:xfrm>
                <a:off x="10283942" y="5015443"/>
                <a:ext cx="52200" cy="104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274942" y="5006443"/>
                  <a:ext cx="698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5E59FA2-71C6-6C75-5C6A-50134668E5C6}"/>
              </a:ext>
            </a:extLst>
          </p:cNvPr>
          <p:cNvGrpSpPr/>
          <p:nvPr/>
        </p:nvGrpSpPr>
        <p:grpSpPr>
          <a:xfrm>
            <a:off x="10135262" y="3584803"/>
            <a:ext cx="1884600" cy="990360"/>
            <a:chOff x="10135262" y="3584803"/>
            <a:chExt cx="1884600" cy="9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14:cNvPr>
                <p14:cNvContentPartPr/>
                <p14:nvPr/>
              </p14:nvContentPartPr>
              <p14:xfrm>
                <a:off x="10165142" y="3757243"/>
                <a:ext cx="240480" cy="222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156142" y="3748243"/>
                  <a:ext cx="258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14:cNvPr>
                <p14:cNvContentPartPr/>
                <p14:nvPr/>
              </p14:nvContentPartPr>
              <p14:xfrm>
                <a:off x="10476182" y="3926803"/>
                <a:ext cx="89640" cy="78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467542" y="3918163"/>
                  <a:ext cx="107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14:cNvPr>
                <p14:cNvContentPartPr/>
                <p14:nvPr/>
              </p14:nvContentPartPr>
              <p14:xfrm>
                <a:off x="10554302" y="3958483"/>
                <a:ext cx="15480" cy="97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545662" y="3949483"/>
                  <a:ext cx="33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14:cNvPr>
                <p14:cNvContentPartPr/>
                <p14:nvPr/>
              </p14:nvContentPartPr>
              <p14:xfrm>
                <a:off x="10668422" y="3913843"/>
                <a:ext cx="103320" cy="14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0659782" y="3905203"/>
                  <a:ext cx="12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14:cNvPr>
                <p14:cNvContentPartPr/>
                <p14:nvPr/>
              </p14:nvContentPartPr>
              <p14:xfrm>
                <a:off x="10654742" y="3854443"/>
                <a:ext cx="104400" cy="16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0646102" y="3845443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14:cNvPr>
                <p14:cNvContentPartPr/>
                <p14:nvPr/>
              </p14:nvContentPartPr>
              <p14:xfrm>
                <a:off x="10890542" y="3858043"/>
                <a:ext cx="137880" cy="10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0881542" y="3849043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14:cNvPr>
                <p14:cNvContentPartPr/>
                <p14:nvPr/>
              </p14:nvContentPartPr>
              <p14:xfrm>
                <a:off x="10989542" y="3760123"/>
                <a:ext cx="89640" cy="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980542" y="3751483"/>
                  <a:ext cx="10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14:cNvPr>
                <p14:cNvContentPartPr/>
                <p14:nvPr/>
              </p14:nvContentPartPr>
              <p14:xfrm>
                <a:off x="11139662" y="3712963"/>
                <a:ext cx="69120" cy="158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130662" y="3704323"/>
                  <a:ext cx="86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14:cNvPr>
                <p14:cNvContentPartPr/>
                <p14:nvPr/>
              </p14:nvContentPartPr>
              <p14:xfrm>
                <a:off x="11096822" y="3624403"/>
                <a:ext cx="6480" cy="18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1087822" y="3615403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14:cNvPr>
                <p14:cNvContentPartPr/>
                <p14:nvPr/>
              </p14:nvContentPartPr>
              <p14:xfrm>
                <a:off x="11233982" y="3644923"/>
                <a:ext cx="109800" cy="85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1224982" y="3635923"/>
                  <a:ext cx="12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14:cNvPr>
                <p14:cNvContentPartPr/>
                <p14:nvPr/>
              </p14:nvContentPartPr>
              <p14:xfrm>
                <a:off x="11388062" y="3684883"/>
                <a:ext cx="56520" cy="73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379062" y="3675883"/>
                  <a:ext cx="74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14:cNvPr>
                <p14:cNvContentPartPr/>
                <p14:nvPr/>
              </p14:nvContentPartPr>
              <p14:xfrm>
                <a:off x="11443502" y="3679123"/>
                <a:ext cx="55080" cy="70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434502" y="3670123"/>
                  <a:ext cx="7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14:cNvPr>
                <p14:cNvContentPartPr/>
                <p14:nvPr/>
              </p14:nvContentPartPr>
              <p14:xfrm>
                <a:off x="11306342" y="3619363"/>
                <a:ext cx="173880" cy="19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297342" y="3610723"/>
                  <a:ext cx="19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14:cNvPr>
                <p14:cNvContentPartPr/>
                <p14:nvPr/>
              </p14:nvContentPartPr>
              <p14:xfrm>
                <a:off x="11561222" y="3584803"/>
                <a:ext cx="93960" cy="19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1552222" y="3575803"/>
                  <a:ext cx="111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14:cNvPr>
                <p14:cNvContentPartPr/>
                <p14:nvPr/>
              </p14:nvContentPartPr>
              <p14:xfrm>
                <a:off x="11691182" y="3701803"/>
                <a:ext cx="136080" cy="62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682542" y="3692803"/>
                  <a:ext cx="153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14:cNvPr>
                <p14:cNvContentPartPr/>
                <p14:nvPr/>
              </p14:nvContentPartPr>
              <p14:xfrm>
                <a:off x="11791622" y="3732403"/>
                <a:ext cx="28080" cy="12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1782622" y="3723763"/>
                  <a:ext cx="4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14:cNvPr>
                <p14:cNvContentPartPr/>
                <p14:nvPr/>
              </p14:nvContentPartPr>
              <p14:xfrm>
                <a:off x="10672022" y="4384003"/>
                <a:ext cx="97560" cy="5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663022" y="4375363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14:cNvPr>
                <p14:cNvContentPartPr/>
                <p14:nvPr/>
              </p14:nvContentPartPr>
              <p14:xfrm>
                <a:off x="10696502" y="4345483"/>
                <a:ext cx="76320" cy="23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687862" y="4336483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14:cNvPr>
                <p14:cNvContentPartPr/>
                <p14:nvPr/>
              </p14:nvContentPartPr>
              <p14:xfrm>
                <a:off x="10665902" y="4351963"/>
                <a:ext cx="13680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57262" y="4343323"/>
                  <a:ext cx="15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14:cNvPr>
                <p14:cNvContentPartPr/>
                <p14:nvPr/>
              </p14:nvContentPartPr>
              <p14:xfrm>
                <a:off x="10926902" y="4322083"/>
                <a:ext cx="155880" cy="111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918262" y="4313083"/>
                  <a:ext cx="173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14:cNvPr>
                <p14:cNvContentPartPr/>
                <p14:nvPr/>
              </p14:nvContentPartPr>
              <p14:xfrm>
                <a:off x="10993142" y="4238923"/>
                <a:ext cx="83880" cy="16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84502" y="4230283"/>
                  <a:ext cx="10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14:cNvPr>
                <p14:cNvContentPartPr/>
                <p14:nvPr/>
              </p14:nvContentPartPr>
              <p14:xfrm>
                <a:off x="11146502" y="4218763"/>
                <a:ext cx="59040" cy="140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37502" y="4210123"/>
                  <a:ext cx="76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14:cNvPr>
                <p14:cNvContentPartPr/>
                <p14:nvPr/>
              </p14:nvContentPartPr>
              <p14:xfrm>
                <a:off x="11144702" y="4139563"/>
                <a:ext cx="7200" cy="2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135702" y="4130923"/>
                  <a:ext cx="24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14:cNvPr>
                <p14:cNvContentPartPr/>
                <p14:nvPr/>
              </p14:nvContentPartPr>
              <p14:xfrm>
                <a:off x="11232542" y="4150003"/>
                <a:ext cx="53640" cy="72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223902" y="4141363"/>
                  <a:ext cx="71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14:cNvPr>
                <p14:cNvContentPartPr/>
                <p14:nvPr/>
              </p14:nvContentPartPr>
              <p14:xfrm>
                <a:off x="11289782" y="4151443"/>
                <a:ext cx="37440" cy="71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281142" y="4142803"/>
                  <a:ext cx="55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14:cNvPr>
                <p14:cNvContentPartPr/>
                <p14:nvPr/>
              </p14:nvContentPartPr>
              <p14:xfrm>
                <a:off x="11176382" y="4102123"/>
                <a:ext cx="139320" cy="15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167382" y="4093483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14:cNvPr>
                <p14:cNvContentPartPr/>
                <p14:nvPr/>
              </p14:nvContentPartPr>
              <p14:xfrm>
                <a:off x="11356022" y="4103923"/>
                <a:ext cx="82800" cy="15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347382" y="4094923"/>
                  <a:ext cx="10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14:cNvPr>
                <p14:cNvContentPartPr/>
                <p14:nvPr/>
              </p14:nvContentPartPr>
              <p14:xfrm>
                <a:off x="11452862" y="4218763"/>
                <a:ext cx="11700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444222" y="4210123"/>
                  <a:ext cx="134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14:cNvPr>
                <p14:cNvContentPartPr/>
                <p14:nvPr/>
              </p14:nvContentPartPr>
              <p14:xfrm>
                <a:off x="11528822" y="4452403"/>
                <a:ext cx="120960" cy="21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519822" y="4443403"/>
                  <a:ext cx="138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14:cNvPr>
                <p14:cNvContentPartPr/>
                <p14:nvPr/>
              </p14:nvContentPartPr>
              <p14:xfrm>
                <a:off x="11488142" y="4392283"/>
                <a:ext cx="128160" cy="30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479142" y="4383283"/>
                  <a:ext cx="145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14:cNvPr>
                <p14:cNvContentPartPr/>
                <p14:nvPr/>
              </p14:nvContentPartPr>
              <p14:xfrm>
                <a:off x="11709542" y="4410283"/>
                <a:ext cx="112320" cy="1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700902" y="4401283"/>
                  <a:ext cx="12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14:cNvPr>
                <p14:cNvContentPartPr/>
                <p14:nvPr/>
              </p14:nvContentPartPr>
              <p14:xfrm>
                <a:off x="11870822" y="4351243"/>
                <a:ext cx="149040" cy="223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862182" y="4342603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14:cNvPr>
                <p14:cNvContentPartPr/>
                <p14:nvPr/>
              </p14:nvContentPartPr>
              <p14:xfrm>
                <a:off x="11933102" y="4241083"/>
                <a:ext cx="17280" cy="29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924102" y="4232083"/>
                  <a:ext cx="3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14:cNvPr>
                <p14:cNvContentPartPr/>
                <p14:nvPr/>
              </p14:nvContentPartPr>
              <p14:xfrm>
                <a:off x="10135262" y="3760123"/>
                <a:ext cx="63000" cy="79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0126262" y="3751483"/>
                  <a:ext cx="80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14:cNvPr>
                <p14:cNvContentPartPr/>
                <p14:nvPr/>
              </p14:nvContentPartPr>
              <p14:xfrm>
                <a:off x="10354862" y="3778123"/>
                <a:ext cx="50760" cy="1080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345862" y="3769483"/>
                  <a:ext cx="684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64819891-EE7C-BFAC-263B-A68A13A82A7D}"/>
              </a:ext>
            </a:extLst>
          </p:cNvPr>
          <p:cNvGrpSpPr/>
          <p:nvPr/>
        </p:nvGrpSpPr>
        <p:grpSpPr>
          <a:xfrm>
            <a:off x="9964982" y="2083963"/>
            <a:ext cx="251640" cy="25560"/>
            <a:chOff x="9964982" y="2083963"/>
            <a:chExt cx="25164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14:cNvPr>
                <p14:cNvContentPartPr/>
                <p14:nvPr/>
              </p14:nvContentPartPr>
              <p14:xfrm>
                <a:off x="9964982" y="2083963"/>
                <a:ext cx="73440" cy="136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9955982" y="2074963"/>
                  <a:ext cx="91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14:cNvPr>
                <p14:cNvContentPartPr/>
                <p14:nvPr/>
              </p14:nvContentPartPr>
              <p14:xfrm>
                <a:off x="10151102" y="2094763"/>
                <a:ext cx="65520" cy="1476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42102" y="2085763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7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14:cNvPr>
              <p14:cNvContentPartPr/>
              <p14:nvPr/>
            </p14:nvContentPartPr>
            <p14:xfrm>
              <a:off x="9874262" y="1528123"/>
              <a:ext cx="64440" cy="1728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9865262" y="1519123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9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14:cNvPr>
              <p14:cNvContentPartPr/>
              <p14:nvPr/>
            </p14:nvContentPartPr>
            <p14:xfrm>
              <a:off x="10120502" y="1515523"/>
              <a:ext cx="61200" cy="9720"/>
            </p14:xfrm>
          </p:contentPart>
        </mc:Choice>
        <mc:Fallback xmlns=""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:cNvPr>
              <p:cNvPicPr/>
              <p:nvPr/>
            </p:nvPicPr>
            <p:blipFill>
              <a:blip r:embed="rId870"/>
              <a:stretch>
                <a:fillRect/>
              </a:stretch>
            </p:blipFill>
            <p:spPr>
              <a:xfrm>
                <a:off x="10111502" y="1506523"/>
                <a:ext cx="788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7" name="Group 566">
            <a:extLst>
              <a:ext uri="{FF2B5EF4-FFF2-40B4-BE49-F238E27FC236}">
                <a16:creationId xmlns:a16="http://schemas.microsoft.com/office/drawing/2014/main" id="{F57D1AAF-0B6D-098F-8483-DF2CFA6E1709}"/>
              </a:ext>
            </a:extLst>
          </p:cNvPr>
          <p:cNvGrpSpPr/>
          <p:nvPr/>
        </p:nvGrpSpPr>
        <p:grpSpPr>
          <a:xfrm>
            <a:off x="10848782" y="3148123"/>
            <a:ext cx="444600" cy="284400"/>
            <a:chOff x="10848782" y="3148123"/>
            <a:chExt cx="44460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14:cNvPr>
                <p14:cNvContentPartPr/>
                <p14:nvPr/>
              </p14:nvContentPartPr>
              <p14:xfrm>
                <a:off x="10849502" y="3162163"/>
                <a:ext cx="235800" cy="198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0840862" y="3153163"/>
                  <a:ext cx="253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14:cNvPr>
                <p14:cNvContentPartPr/>
                <p14:nvPr/>
              </p14:nvContentPartPr>
              <p14:xfrm>
                <a:off x="11170262" y="3323803"/>
                <a:ext cx="123120" cy="108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61622" y="3314803"/>
                  <a:ext cx="140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14:cNvPr>
                <p14:cNvContentPartPr/>
                <p14:nvPr/>
              </p14:nvContentPartPr>
              <p14:xfrm>
                <a:off x="10873982" y="3153163"/>
                <a:ext cx="30600" cy="54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0864982" y="3144163"/>
                  <a:ext cx="48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14:cNvPr>
                <p14:cNvContentPartPr/>
                <p14:nvPr/>
              </p14:nvContentPartPr>
              <p14:xfrm>
                <a:off x="11052182" y="3148123"/>
                <a:ext cx="56160" cy="183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1043542" y="3139483"/>
                  <a:ext cx="73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14:cNvPr>
                <p14:cNvContentPartPr/>
                <p14:nvPr/>
              </p14:nvContentPartPr>
              <p14:xfrm>
                <a:off x="10848782" y="3161083"/>
                <a:ext cx="57240" cy="14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0839782" y="3152083"/>
                  <a:ext cx="74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1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14:cNvPr>
              <p14:cNvContentPartPr/>
              <p14:nvPr/>
            </p14:nvContentPartPr>
            <p14:xfrm>
              <a:off x="11193662" y="2991883"/>
              <a:ext cx="33120" cy="13104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:cNvPr>
              <p:cNvPicPr/>
              <p:nvPr/>
            </p:nvPicPr>
            <p:blipFill>
              <a:blip r:embed="rId882"/>
              <a:stretch>
                <a:fillRect/>
              </a:stretch>
            </p:blipFill>
            <p:spPr>
              <a:xfrm>
                <a:off x="11185022" y="2983243"/>
                <a:ext cx="507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14:cNvPr>
              <p14:cNvContentPartPr/>
              <p14:nvPr/>
            </p14:nvContentPartPr>
            <p14:xfrm>
              <a:off x="10492742" y="3626923"/>
              <a:ext cx="40680" cy="13824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10484102" y="3618283"/>
                <a:ext cx="583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DDC41D9-288B-2F77-DE4F-3BF6928544AD}"/>
              </a:ext>
            </a:extLst>
          </p:cNvPr>
          <p:cNvGrpSpPr/>
          <p:nvPr/>
        </p:nvGrpSpPr>
        <p:grpSpPr>
          <a:xfrm>
            <a:off x="4791422" y="1123483"/>
            <a:ext cx="320760" cy="145080"/>
            <a:chOff x="4791422" y="1123483"/>
            <a:chExt cx="3207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14:cNvPr>
                <p14:cNvContentPartPr/>
                <p14:nvPr/>
              </p14:nvContentPartPr>
              <p14:xfrm>
                <a:off x="4831742" y="1166323"/>
                <a:ext cx="45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4822742" y="1157323"/>
                  <a:ext cx="62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14:cNvPr>
                <p14:cNvContentPartPr/>
                <p14:nvPr/>
              </p14:nvContentPartPr>
              <p14:xfrm>
                <a:off x="4919582" y="1123483"/>
                <a:ext cx="53280" cy="11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4910942" y="1114483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14:cNvPr>
                <p14:cNvContentPartPr/>
                <p14:nvPr/>
              </p14:nvContentPartPr>
              <p14:xfrm>
                <a:off x="4971062" y="1184323"/>
                <a:ext cx="141120" cy="62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4962422" y="1175683"/>
                  <a:ext cx="158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14:cNvPr>
                <p14:cNvContentPartPr/>
                <p14:nvPr/>
              </p14:nvContentPartPr>
              <p14:xfrm>
                <a:off x="4791422" y="1151563"/>
                <a:ext cx="22680" cy="363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4782422" y="1142923"/>
                  <a:ext cx="40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71A8ED9-533C-EC90-8553-BA3A8E1FBDD5}"/>
              </a:ext>
            </a:extLst>
          </p:cNvPr>
          <p:cNvGrpSpPr/>
          <p:nvPr/>
        </p:nvGrpSpPr>
        <p:grpSpPr>
          <a:xfrm>
            <a:off x="7677182" y="4010683"/>
            <a:ext cx="1749960" cy="311040"/>
            <a:chOff x="7677182" y="4010683"/>
            <a:chExt cx="174996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14:cNvPr>
                <p14:cNvContentPartPr/>
                <p14:nvPr/>
              </p14:nvContentPartPr>
              <p14:xfrm>
                <a:off x="7677182" y="4115083"/>
                <a:ext cx="110520" cy="10116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7668182" y="4106443"/>
                  <a:ext cx="128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14:cNvPr>
                <p14:cNvContentPartPr/>
                <p14:nvPr/>
              </p14:nvContentPartPr>
              <p14:xfrm>
                <a:off x="7859702" y="4144963"/>
                <a:ext cx="91440" cy="759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7851062" y="4136323"/>
                  <a:ext cx="109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14:cNvPr>
                <p14:cNvContentPartPr/>
                <p14:nvPr/>
              </p14:nvContentPartPr>
              <p14:xfrm>
                <a:off x="8035742" y="4152883"/>
                <a:ext cx="177480" cy="6480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8027102" y="4143883"/>
                  <a:ext cx="195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14:cNvPr>
                <p14:cNvContentPartPr/>
                <p14:nvPr/>
              </p14:nvContentPartPr>
              <p14:xfrm>
                <a:off x="8252102" y="4143883"/>
                <a:ext cx="130680" cy="1778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8243462" y="4135243"/>
                  <a:ext cx="14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14:cNvPr>
                <p14:cNvContentPartPr/>
                <p14:nvPr/>
              </p14:nvContentPartPr>
              <p14:xfrm>
                <a:off x="8431742" y="4148563"/>
                <a:ext cx="92880" cy="640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8422742" y="4139563"/>
                  <a:ext cx="11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14:cNvPr>
                <p14:cNvContentPartPr/>
                <p14:nvPr/>
              </p14:nvContentPartPr>
              <p14:xfrm>
                <a:off x="8576462" y="4010683"/>
                <a:ext cx="92160" cy="1915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8567462" y="4001683"/>
                  <a:ext cx="10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14:cNvPr>
                <p14:cNvContentPartPr/>
                <p14:nvPr/>
              </p14:nvContentPartPr>
              <p14:xfrm>
                <a:off x="8529662" y="4128763"/>
                <a:ext cx="121680" cy="187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8521022" y="4120123"/>
                  <a:ext cx="13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14:cNvPr>
                <p14:cNvContentPartPr/>
                <p14:nvPr/>
              </p14:nvContentPartPr>
              <p14:xfrm>
                <a:off x="8746742" y="4146403"/>
                <a:ext cx="103320" cy="8424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8737742" y="4137763"/>
                  <a:ext cx="120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14:cNvPr>
                <p14:cNvContentPartPr/>
                <p14:nvPr/>
              </p14:nvContentPartPr>
              <p14:xfrm>
                <a:off x="8927462" y="4044523"/>
                <a:ext cx="53280" cy="1472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8918822" y="4035883"/>
                  <a:ext cx="70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14:cNvPr>
                <p14:cNvContentPartPr/>
                <p14:nvPr/>
              </p14:nvContentPartPr>
              <p14:xfrm>
                <a:off x="8894702" y="4142803"/>
                <a:ext cx="87840" cy="432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8885702" y="4133803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14:cNvPr>
                <p14:cNvContentPartPr/>
                <p14:nvPr/>
              </p14:nvContentPartPr>
              <p14:xfrm>
                <a:off x="9059222" y="4178083"/>
                <a:ext cx="16200" cy="3816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9050582" y="4169083"/>
                  <a:ext cx="3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14:cNvPr>
                <p14:cNvContentPartPr/>
                <p14:nvPr/>
              </p14:nvContentPartPr>
              <p14:xfrm>
                <a:off x="9036182" y="4068283"/>
                <a:ext cx="5400" cy="2412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027542" y="4059643"/>
                  <a:ext cx="2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14:cNvPr>
                <p14:cNvContentPartPr/>
                <p14:nvPr/>
              </p14:nvContentPartPr>
              <p14:xfrm>
                <a:off x="9152822" y="4155043"/>
                <a:ext cx="80640" cy="7812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9143822" y="4146043"/>
                  <a:ext cx="98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14:cNvPr>
                <p14:cNvContentPartPr/>
                <p14:nvPr/>
              </p14:nvContentPartPr>
              <p14:xfrm>
                <a:off x="9286742" y="4164763"/>
                <a:ext cx="140400" cy="6516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9278102" y="4156123"/>
                  <a:ext cx="1580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18D3D29B-560F-70C4-F433-1769F98BED83}"/>
              </a:ext>
            </a:extLst>
          </p:cNvPr>
          <p:cNvGrpSpPr/>
          <p:nvPr/>
        </p:nvGrpSpPr>
        <p:grpSpPr>
          <a:xfrm>
            <a:off x="6036662" y="1671043"/>
            <a:ext cx="1752840" cy="308520"/>
            <a:chOff x="6036662" y="1671043"/>
            <a:chExt cx="17528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14:cNvPr>
                <p14:cNvContentPartPr/>
                <p14:nvPr/>
              </p14:nvContentPartPr>
              <p14:xfrm>
                <a:off x="6036662" y="1671043"/>
                <a:ext cx="173880" cy="1818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6027662" y="1662403"/>
                  <a:ext cx="191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14:cNvPr>
                <p14:cNvContentPartPr/>
                <p14:nvPr/>
              </p14:nvContentPartPr>
              <p14:xfrm>
                <a:off x="6316382" y="1757083"/>
                <a:ext cx="135000" cy="18612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6307382" y="1748443"/>
                  <a:ext cx="15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14:cNvPr>
                <p14:cNvContentPartPr/>
                <p14:nvPr/>
              </p14:nvContentPartPr>
              <p14:xfrm>
                <a:off x="6515822" y="1847443"/>
                <a:ext cx="48960" cy="9540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6507182" y="1838803"/>
                  <a:ext cx="6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14:cNvPr>
                <p14:cNvContentPartPr/>
                <p14:nvPr/>
              </p14:nvContentPartPr>
              <p14:xfrm>
                <a:off x="6606902" y="1889923"/>
                <a:ext cx="101880" cy="453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6598262" y="1880923"/>
                  <a:ext cx="119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14:cNvPr>
                <p14:cNvContentPartPr/>
                <p14:nvPr/>
              </p14:nvContentPartPr>
              <p14:xfrm>
                <a:off x="6730382" y="1775803"/>
                <a:ext cx="46080" cy="165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721742" y="1767163"/>
                  <a:ext cx="63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14:cNvPr>
                <p14:cNvContentPartPr/>
                <p14:nvPr/>
              </p14:nvContentPartPr>
              <p14:xfrm>
                <a:off x="6714902" y="1847803"/>
                <a:ext cx="139680" cy="1620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6705902" y="1839163"/>
                  <a:ext cx="157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14:cNvPr>
                <p14:cNvContentPartPr/>
                <p14:nvPr/>
              </p14:nvContentPartPr>
              <p14:xfrm>
                <a:off x="6878702" y="1849603"/>
                <a:ext cx="119880" cy="860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6870062" y="1840963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14:cNvPr>
                <p14:cNvContentPartPr/>
                <p14:nvPr/>
              </p14:nvContentPartPr>
              <p14:xfrm>
                <a:off x="7153742" y="1703083"/>
                <a:ext cx="65520" cy="27648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7144742" y="1694443"/>
                  <a:ext cx="83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14:cNvPr>
                <p14:cNvContentPartPr/>
                <p14:nvPr/>
              </p14:nvContentPartPr>
              <p14:xfrm>
                <a:off x="7121342" y="1873723"/>
                <a:ext cx="110880" cy="57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7112342" y="1864723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14:cNvPr>
                <p14:cNvContentPartPr/>
                <p14:nvPr/>
              </p14:nvContentPartPr>
              <p14:xfrm>
                <a:off x="7318982" y="1865083"/>
                <a:ext cx="82440" cy="8136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7309982" y="1856443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14:cNvPr>
                <p14:cNvContentPartPr/>
                <p14:nvPr/>
              </p14:nvContentPartPr>
              <p14:xfrm>
                <a:off x="7449662" y="1829443"/>
                <a:ext cx="3636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7440662" y="1820443"/>
                  <a:ext cx="5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14:cNvPr>
                <p14:cNvContentPartPr/>
                <p14:nvPr/>
              </p14:nvContentPartPr>
              <p14:xfrm>
                <a:off x="7564862" y="1818643"/>
                <a:ext cx="224640" cy="9540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7555862" y="1809643"/>
                  <a:ext cx="2422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12161FE7-B316-1FC6-2F64-925178B22F45}"/>
              </a:ext>
            </a:extLst>
          </p:cNvPr>
          <p:cNvGrpSpPr/>
          <p:nvPr/>
        </p:nvGrpSpPr>
        <p:grpSpPr>
          <a:xfrm>
            <a:off x="8001182" y="1682203"/>
            <a:ext cx="1636200" cy="301680"/>
            <a:chOff x="8001182" y="1682203"/>
            <a:chExt cx="163620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14:cNvPr>
                <p14:cNvContentPartPr/>
                <p14:nvPr/>
              </p14:nvContentPartPr>
              <p14:xfrm>
                <a:off x="8001182" y="1813603"/>
                <a:ext cx="133560" cy="75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7992542" y="1804963"/>
                  <a:ext cx="15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14:cNvPr>
                <p14:cNvContentPartPr/>
                <p14:nvPr/>
              </p14:nvContentPartPr>
              <p14:xfrm>
                <a:off x="8162102" y="1835563"/>
                <a:ext cx="63720" cy="6228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8153102" y="1826923"/>
                  <a:ext cx="81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14:cNvPr>
                <p14:cNvContentPartPr/>
                <p14:nvPr/>
              </p14:nvContentPartPr>
              <p14:xfrm>
                <a:off x="8299262" y="1834483"/>
                <a:ext cx="191520" cy="572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8290262" y="1825483"/>
                  <a:ext cx="20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14:cNvPr>
                <p14:cNvContentPartPr/>
                <p14:nvPr/>
              </p14:nvContentPartPr>
              <p14:xfrm>
                <a:off x="8559542" y="1807843"/>
                <a:ext cx="79200" cy="176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550542" y="1799203"/>
                  <a:ext cx="96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14:cNvPr>
                <p14:cNvContentPartPr/>
                <p14:nvPr/>
              </p14:nvContentPartPr>
              <p14:xfrm>
                <a:off x="8737022" y="1826923"/>
                <a:ext cx="90000" cy="590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8728382" y="1817923"/>
                  <a:ext cx="107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14:cNvPr>
                <p14:cNvContentPartPr/>
                <p14:nvPr/>
              </p14:nvContentPartPr>
              <p14:xfrm>
                <a:off x="8814062" y="1682203"/>
                <a:ext cx="125640" cy="17784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8805422" y="1673563"/>
                  <a:ext cx="14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14:cNvPr>
                <p14:cNvContentPartPr/>
                <p14:nvPr/>
              </p14:nvContentPartPr>
              <p14:xfrm>
                <a:off x="8829902" y="1762123"/>
                <a:ext cx="59040" cy="1980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821262" y="1753123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14:cNvPr>
                <p14:cNvContentPartPr/>
                <p14:nvPr/>
              </p14:nvContentPartPr>
              <p14:xfrm>
                <a:off x="8998742" y="1808203"/>
                <a:ext cx="104760" cy="7524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89742" y="1799563"/>
                  <a:ext cx="12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14:cNvPr>
                <p14:cNvContentPartPr/>
                <p14:nvPr/>
              </p14:nvContentPartPr>
              <p14:xfrm>
                <a:off x="9116822" y="1685443"/>
                <a:ext cx="107280" cy="2062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07822" y="1676443"/>
                  <a:ext cx="124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14:cNvPr>
                <p14:cNvContentPartPr/>
                <p14:nvPr/>
              </p14:nvContentPartPr>
              <p14:xfrm>
                <a:off x="9136262" y="1808563"/>
                <a:ext cx="65880" cy="900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127622" y="1799563"/>
                  <a:ext cx="83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14:cNvPr>
                <p14:cNvContentPartPr/>
                <p14:nvPr/>
              </p14:nvContentPartPr>
              <p14:xfrm>
                <a:off x="9270182" y="1833043"/>
                <a:ext cx="18000" cy="5220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61542" y="1824403"/>
                  <a:ext cx="35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14:cNvPr>
                <p14:cNvContentPartPr/>
                <p14:nvPr/>
              </p14:nvContentPartPr>
              <p14:xfrm>
                <a:off x="9249662" y="1713883"/>
                <a:ext cx="6120" cy="4032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240662" y="1704883"/>
                  <a:ext cx="23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14:cNvPr>
                <p14:cNvContentPartPr/>
                <p14:nvPr/>
              </p14:nvContentPartPr>
              <p14:xfrm>
                <a:off x="9370982" y="1772563"/>
                <a:ext cx="70200" cy="874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361982" y="1763923"/>
                  <a:ext cx="87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14:cNvPr>
                <p14:cNvContentPartPr/>
                <p14:nvPr/>
              </p14:nvContentPartPr>
              <p14:xfrm>
                <a:off x="9502382" y="1789843"/>
                <a:ext cx="135000" cy="669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493742" y="1780843"/>
                  <a:ext cx="152640" cy="8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969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FAE5-B65F-0C41-5DD3-A42E1364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EB26-A737-E978-2D75-5BB80526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CCA65C-2B34-1C50-2495-C16DA782FD1D}"/>
              </a:ext>
            </a:extLst>
          </p:cNvPr>
          <p:cNvGrpSpPr/>
          <p:nvPr/>
        </p:nvGrpSpPr>
        <p:grpSpPr>
          <a:xfrm>
            <a:off x="5952341" y="245374"/>
            <a:ext cx="5401459" cy="2455358"/>
            <a:chOff x="999341" y="1038240"/>
            <a:chExt cx="5919840" cy="26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14:cNvPr>
                <p14:cNvContentPartPr/>
                <p14:nvPr/>
              </p14:nvContentPartPr>
              <p14:xfrm>
                <a:off x="1051181" y="1261440"/>
                <a:ext cx="239400" cy="24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1700" y="1251975"/>
                  <a:ext cx="25875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14:cNvPr>
                <p14:cNvContentPartPr/>
                <p14:nvPr/>
              </p14:nvContentPartPr>
              <p14:xfrm>
                <a:off x="1056581" y="1245240"/>
                <a:ext cx="141120" cy="28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726" y="1235766"/>
                  <a:ext cx="160435" cy="301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14:cNvPr>
                <p14:cNvContentPartPr/>
                <p14:nvPr/>
              </p14:nvContentPartPr>
              <p14:xfrm>
                <a:off x="1345661" y="1496520"/>
                <a:ext cx="137520" cy="9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6204" y="1487057"/>
                  <a:ext cx="156828" cy="1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14:cNvPr>
                <p14:cNvContentPartPr/>
                <p14:nvPr/>
              </p14:nvContentPartPr>
              <p14:xfrm>
                <a:off x="1592261" y="1462320"/>
                <a:ext cx="129600" cy="12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2413" y="1452895"/>
                  <a:ext cx="148902" cy="32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14:cNvPr>
                <p14:cNvContentPartPr/>
                <p14:nvPr/>
              </p14:nvContentPartPr>
              <p14:xfrm>
                <a:off x="1553381" y="1389240"/>
                <a:ext cx="150480" cy="1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3507" y="1379736"/>
                  <a:ext cx="169833" cy="35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14:cNvPr>
                <p14:cNvContentPartPr/>
                <p14:nvPr/>
              </p14:nvContentPartPr>
              <p14:xfrm>
                <a:off x="2846501" y="1305720"/>
                <a:ext cx="38880" cy="11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7076" y="1295861"/>
                  <a:ext cx="58124" cy="139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14:cNvPr>
                <p14:cNvContentPartPr/>
                <p14:nvPr/>
              </p14:nvContentPartPr>
              <p14:xfrm>
                <a:off x="2809061" y="1370160"/>
                <a:ext cx="1137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9581" y="1360656"/>
                  <a:ext cx="133115" cy="312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14:cNvPr>
                <p14:cNvContentPartPr/>
                <p14:nvPr/>
              </p14:nvContentPartPr>
              <p14:xfrm>
                <a:off x="3724181" y="1194480"/>
                <a:ext cx="112320" cy="28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4722" y="1184626"/>
                  <a:ext cx="131631" cy="305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14:cNvPr>
                <p14:cNvContentPartPr/>
                <p14:nvPr/>
              </p14:nvContentPartPr>
              <p14:xfrm>
                <a:off x="2107061" y="1364400"/>
                <a:ext cx="144720" cy="9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7597" y="1354533"/>
                  <a:ext cx="164042" cy="117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14:cNvPr>
                <p14:cNvContentPartPr/>
                <p14:nvPr/>
              </p14:nvContentPartPr>
              <p14:xfrm>
                <a:off x="2157821" y="1364400"/>
                <a:ext cx="61560" cy="9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8350" y="1354515"/>
                  <a:ext cx="80896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14:cNvPr>
                <p14:cNvContentPartPr/>
                <p14:nvPr/>
              </p14:nvContentPartPr>
              <p14:xfrm>
                <a:off x="2290661" y="1249920"/>
                <a:ext cx="123480" cy="22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0798" y="1240061"/>
                  <a:ext cx="142811" cy="24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14:cNvPr>
                <p14:cNvContentPartPr/>
                <p14:nvPr/>
              </p14:nvContentPartPr>
              <p14:xfrm>
                <a:off x="2402981" y="1346760"/>
                <a:ext cx="100800" cy="7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3137" y="1336928"/>
                  <a:ext cx="120094" cy="91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14:cNvPr>
                <p14:cNvContentPartPr/>
                <p14:nvPr/>
              </p14:nvContentPartPr>
              <p14:xfrm>
                <a:off x="2519981" y="1245600"/>
                <a:ext cx="84240" cy="20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140" y="1235737"/>
                  <a:ext cx="103529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14:cNvPr>
                <p14:cNvContentPartPr/>
                <p14:nvPr/>
              </p14:nvContentPartPr>
              <p14:xfrm>
                <a:off x="1951181" y="1211400"/>
                <a:ext cx="109800" cy="33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1342" y="1201536"/>
                  <a:ext cx="129084" cy="356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14:cNvPr>
                <p14:cNvContentPartPr/>
                <p14:nvPr/>
              </p14:nvContentPartPr>
              <p14:xfrm>
                <a:off x="4064381" y="1260720"/>
                <a:ext cx="28440" cy="11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4901" y="1250839"/>
                  <a:ext cx="47795" cy="132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14:cNvPr>
                <p14:cNvContentPartPr/>
                <p14:nvPr/>
              </p14:nvContentPartPr>
              <p14:xfrm>
                <a:off x="4030181" y="1307880"/>
                <a:ext cx="124200" cy="17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0324" y="1298472"/>
                  <a:ext cx="143520" cy="36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14:cNvPr>
                <p14:cNvContentPartPr/>
                <p14:nvPr/>
              </p14:nvContentPartPr>
              <p14:xfrm>
                <a:off x="4423661" y="1145160"/>
                <a:ext cx="117720" cy="30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3818" y="1135693"/>
                  <a:ext cx="137012" cy="320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14:cNvPr>
                <p14:cNvContentPartPr/>
                <p14:nvPr/>
              </p14:nvContentPartPr>
              <p14:xfrm>
                <a:off x="3091661" y="1321920"/>
                <a:ext cx="153000" cy="9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82197" y="1312475"/>
                  <a:ext cx="172322" cy="1164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14:cNvPr>
                <p14:cNvContentPartPr/>
                <p14:nvPr/>
              </p14:nvContentPartPr>
              <p14:xfrm>
                <a:off x="3131261" y="1352160"/>
                <a:ext cx="86040" cy="7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1789" y="1342710"/>
                  <a:ext cx="105379" cy="94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14:cNvPr>
                <p14:cNvContentPartPr/>
                <p14:nvPr/>
              </p14:nvContentPartPr>
              <p14:xfrm>
                <a:off x="3273101" y="1194120"/>
                <a:ext cx="129600" cy="21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63253" y="1184265"/>
                  <a:ext cx="148902" cy="230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14:cNvPr>
                <p14:cNvContentPartPr/>
                <p14:nvPr/>
              </p14:nvContentPartPr>
              <p14:xfrm>
                <a:off x="3350501" y="1281240"/>
                <a:ext cx="173520" cy="9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0642" y="1271750"/>
                  <a:ext cx="192844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14:cNvPr>
                <p14:cNvContentPartPr/>
                <p14:nvPr/>
              </p14:nvContentPartPr>
              <p14:xfrm>
                <a:off x="3480101" y="1230120"/>
                <a:ext cx="148680" cy="20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0242" y="1220652"/>
                  <a:ext cx="168004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14:cNvPr>
                <p14:cNvContentPartPr/>
                <p14:nvPr/>
              </p14:nvContentPartPr>
              <p14:xfrm>
                <a:off x="4609421" y="1279800"/>
                <a:ext cx="143640" cy="8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9583" y="1270332"/>
                  <a:ext cx="162923" cy="105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14:cNvPr>
                <p14:cNvContentPartPr/>
                <p14:nvPr/>
              </p14:nvContentPartPr>
              <p14:xfrm>
                <a:off x="4665581" y="1303560"/>
                <a:ext cx="66960" cy="7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5734" y="1293696"/>
                  <a:ext cx="86260" cy="97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14:cNvPr>
                <p14:cNvContentPartPr/>
                <p14:nvPr/>
              </p14:nvContentPartPr>
              <p14:xfrm>
                <a:off x="4791581" y="1159920"/>
                <a:ext cx="101520" cy="23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1744" y="1150461"/>
                  <a:ext cx="120801" cy="252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14:cNvPr>
                <p14:cNvContentPartPr/>
                <p14:nvPr/>
              </p14:nvContentPartPr>
              <p14:xfrm>
                <a:off x="4926221" y="1269720"/>
                <a:ext cx="38160" cy="7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16779" y="1260259"/>
                  <a:ext cx="57437" cy="89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14:cNvPr>
                <p14:cNvContentPartPr/>
                <p14:nvPr/>
              </p14:nvContentPartPr>
              <p14:xfrm>
                <a:off x="4986341" y="1194120"/>
                <a:ext cx="135000" cy="198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6501" y="1184654"/>
                  <a:ext cx="154286" cy="217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14:cNvPr>
                <p14:cNvContentPartPr/>
                <p14:nvPr/>
              </p14:nvContentPartPr>
              <p14:xfrm>
                <a:off x="5346341" y="1244880"/>
                <a:ext cx="45000" cy="9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36867" y="1235397"/>
                  <a:ext cx="64342" cy="116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14:cNvPr>
                <p14:cNvContentPartPr/>
                <p14:nvPr/>
              </p14:nvContentPartPr>
              <p14:xfrm>
                <a:off x="5297381" y="1290240"/>
                <a:ext cx="127800" cy="8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87520" y="1280383"/>
                  <a:ext cx="147128" cy="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14:cNvPr>
                <p14:cNvContentPartPr/>
                <p14:nvPr/>
              </p14:nvContentPartPr>
              <p14:xfrm>
                <a:off x="5554421" y="1262880"/>
                <a:ext cx="154080" cy="8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4569" y="1253050"/>
                  <a:ext cx="173389" cy="100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14:cNvPr>
                <p14:cNvContentPartPr/>
                <p14:nvPr/>
              </p14:nvContentPartPr>
              <p14:xfrm>
                <a:off x="5570261" y="1256760"/>
                <a:ext cx="9720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60383" y="1246932"/>
                  <a:ext cx="116561" cy="113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14:cNvPr>
                <p14:cNvContentPartPr/>
                <p14:nvPr/>
              </p14:nvContentPartPr>
              <p14:xfrm>
                <a:off x="5797421" y="1137240"/>
                <a:ext cx="124920" cy="21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7963" y="1127385"/>
                  <a:ext cx="144229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14:cNvPr>
                <p14:cNvContentPartPr/>
                <p14:nvPr/>
              </p14:nvContentPartPr>
              <p14:xfrm>
                <a:off x="5933861" y="1213560"/>
                <a:ext cx="109080" cy="10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4016" y="1203720"/>
                  <a:ext cx="128376" cy="1204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14:cNvPr>
                <p14:cNvContentPartPr/>
                <p14:nvPr/>
              </p14:nvContentPartPr>
              <p14:xfrm>
                <a:off x="6078581" y="1097640"/>
                <a:ext cx="156960" cy="24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8722" y="1088163"/>
                  <a:ext cx="176284" cy="259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14:cNvPr>
                <p14:cNvContentPartPr/>
                <p14:nvPr/>
              </p14:nvContentPartPr>
              <p14:xfrm>
                <a:off x="6282341" y="1038240"/>
                <a:ext cx="165240" cy="30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72482" y="1028381"/>
                  <a:ext cx="184564" cy="329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14:cNvPr>
                <p14:cNvContentPartPr/>
                <p14:nvPr/>
              </p14:nvContentPartPr>
              <p14:xfrm>
                <a:off x="999341" y="1933200"/>
                <a:ext cx="257400" cy="28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471" y="1923328"/>
                  <a:ext cx="276744" cy="30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14:cNvPr>
                <p14:cNvContentPartPr/>
                <p14:nvPr/>
              </p14:nvContentPartPr>
              <p14:xfrm>
                <a:off x="1045061" y="1973880"/>
                <a:ext cx="154440" cy="246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5581" y="1964412"/>
                  <a:ext cx="173794" cy="266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14:cNvPr>
                <p14:cNvContentPartPr/>
                <p14:nvPr/>
              </p14:nvContentPartPr>
              <p14:xfrm>
                <a:off x="1343501" y="2185200"/>
                <a:ext cx="48960" cy="126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3630" y="2175753"/>
                  <a:ext cx="68307" cy="14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14:cNvPr>
                <p14:cNvContentPartPr/>
                <p14:nvPr/>
              </p14:nvContentPartPr>
              <p14:xfrm>
                <a:off x="1554101" y="2190600"/>
                <a:ext cx="10368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44245" y="2180957"/>
                  <a:ext cx="122997" cy="29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14:cNvPr>
                <p14:cNvContentPartPr/>
                <p14:nvPr/>
              </p14:nvContentPartPr>
              <p14:xfrm>
                <a:off x="1530341" y="2113200"/>
                <a:ext cx="145440" cy="19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20487" y="2103678"/>
                  <a:ext cx="164753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14:cNvPr>
                <p14:cNvContentPartPr/>
                <p14:nvPr/>
              </p14:nvContentPartPr>
              <p14:xfrm>
                <a:off x="1906181" y="1909080"/>
                <a:ext cx="145440" cy="33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6327" y="1899614"/>
                  <a:ext cx="164753" cy="349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14:cNvPr>
                <p14:cNvContentPartPr/>
                <p14:nvPr/>
              </p14:nvContentPartPr>
              <p14:xfrm>
                <a:off x="2085821" y="2018520"/>
                <a:ext cx="151200" cy="9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75952" y="2009061"/>
                  <a:ext cx="170544" cy="110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14:cNvPr>
                <p14:cNvContentPartPr/>
                <p14:nvPr/>
              </p14:nvContentPartPr>
              <p14:xfrm>
                <a:off x="2149181" y="2052000"/>
                <a:ext cx="69480" cy="7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39706" y="2042165"/>
                  <a:ext cx="88824" cy="955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14:cNvPr>
                <p14:cNvContentPartPr/>
                <p14:nvPr/>
              </p14:nvContentPartPr>
              <p14:xfrm>
                <a:off x="2308301" y="1943640"/>
                <a:ext cx="1054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8855" y="1934178"/>
                  <a:ext cx="124766" cy="27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14:cNvPr>
                <p14:cNvContentPartPr/>
                <p14:nvPr/>
              </p14:nvContentPartPr>
              <p14:xfrm>
                <a:off x="2430341" y="2047680"/>
                <a:ext cx="105120" cy="87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0856" y="2037832"/>
                  <a:ext cx="124484" cy="1071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14:cNvPr>
                <p14:cNvContentPartPr/>
                <p14:nvPr/>
              </p14:nvContentPartPr>
              <p14:xfrm>
                <a:off x="2502341" y="1925640"/>
                <a:ext cx="175680" cy="22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493" y="1916171"/>
                  <a:ext cx="194981" cy="245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14:cNvPr>
                <p14:cNvContentPartPr/>
                <p14:nvPr/>
              </p14:nvContentPartPr>
              <p14:xfrm>
                <a:off x="2881781" y="2038680"/>
                <a:ext cx="106920" cy="14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2312" y="2028680"/>
                  <a:ext cx="126252" cy="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14:cNvPr>
                <p14:cNvContentPartPr/>
                <p14:nvPr/>
              </p14:nvContentPartPr>
              <p14:xfrm>
                <a:off x="3113621" y="1989360"/>
                <a:ext cx="165960" cy="10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4160" y="1979474"/>
                  <a:ext cx="185276" cy="11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14:cNvPr>
                <p14:cNvContentPartPr/>
                <p14:nvPr/>
              </p14:nvContentPartPr>
              <p14:xfrm>
                <a:off x="3190661" y="2021760"/>
                <a:ext cx="62640" cy="73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0812" y="2011884"/>
                  <a:ext cx="81944" cy="924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14:cNvPr>
                <p14:cNvContentPartPr/>
                <p14:nvPr/>
              </p14:nvContentPartPr>
              <p14:xfrm>
                <a:off x="3281381" y="1865520"/>
                <a:ext cx="143640" cy="26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1910" y="1856062"/>
                  <a:ext cx="162976" cy="285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14:cNvPr>
                <p14:cNvContentPartPr/>
                <p14:nvPr/>
              </p14:nvContentPartPr>
              <p14:xfrm>
                <a:off x="3401261" y="1972080"/>
                <a:ext cx="182160" cy="10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91798" y="1962611"/>
                  <a:ext cx="201480" cy="126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14:cNvPr>
                <p14:cNvContentPartPr/>
                <p14:nvPr/>
              </p14:nvContentPartPr>
              <p14:xfrm>
                <a:off x="3530861" y="1886040"/>
                <a:ext cx="131400" cy="241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21391" y="1876581"/>
                  <a:ext cx="150735" cy="260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14:cNvPr>
                <p14:cNvContentPartPr/>
                <p14:nvPr/>
              </p14:nvContentPartPr>
              <p14:xfrm>
                <a:off x="3752261" y="1837440"/>
                <a:ext cx="125280" cy="36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42806" y="1827575"/>
                  <a:ext cx="144584" cy="380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14:cNvPr>
                <p14:cNvContentPartPr/>
                <p14:nvPr/>
              </p14:nvContentPartPr>
              <p14:xfrm>
                <a:off x="4155101" y="2012760"/>
                <a:ext cx="139320" cy="1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45629" y="2003234"/>
                  <a:ext cx="158659" cy="3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14:cNvPr>
                <p14:cNvContentPartPr/>
                <p14:nvPr/>
              </p14:nvContentPartPr>
              <p14:xfrm>
                <a:off x="4434821" y="1947600"/>
                <a:ext cx="129240" cy="23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24970" y="1937725"/>
                  <a:ext cx="148547" cy="259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14:cNvPr>
                <p14:cNvContentPartPr/>
                <p14:nvPr/>
              </p14:nvContentPartPr>
              <p14:xfrm>
                <a:off x="4402781" y="1825560"/>
                <a:ext cx="5400" cy="18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3524" y="1815777"/>
                  <a:ext cx="24300" cy="37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14:cNvPr>
                <p14:cNvContentPartPr/>
                <p14:nvPr/>
              </p14:nvContentPartPr>
              <p14:xfrm>
                <a:off x="4627781" y="1777320"/>
                <a:ext cx="133560" cy="30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18325" y="1767852"/>
                  <a:ext cx="152865" cy="319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14:cNvPr>
                <p14:cNvContentPartPr/>
                <p14:nvPr/>
              </p14:nvContentPartPr>
              <p14:xfrm>
                <a:off x="4844501" y="1962720"/>
                <a:ext cx="158400" cy="89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5044" y="1952844"/>
                  <a:ext cx="177707" cy="10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14:cNvPr>
                <p14:cNvContentPartPr/>
                <p14:nvPr/>
              </p14:nvContentPartPr>
              <p14:xfrm>
                <a:off x="4924061" y="1974600"/>
                <a:ext cx="51480" cy="88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4161" y="1964712"/>
                  <a:ext cx="70884" cy="107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14:cNvPr>
                <p14:cNvContentPartPr/>
                <p14:nvPr/>
              </p14:nvContentPartPr>
              <p14:xfrm>
                <a:off x="5041421" y="1846800"/>
                <a:ext cx="147600" cy="240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1949" y="1836944"/>
                  <a:ext cx="166938" cy="259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14:cNvPr>
                <p14:cNvContentPartPr/>
                <p14:nvPr/>
              </p14:nvContentPartPr>
              <p14:xfrm>
                <a:off x="5219621" y="1911600"/>
                <a:ext cx="44280" cy="108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10132" y="1902143"/>
                  <a:ext cx="63653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14:cNvPr>
                <p14:cNvContentPartPr/>
                <p14:nvPr/>
              </p14:nvContentPartPr>
              <p14:xfrm>
                <a:off x="5252381" y="1838880"/>
                <a:ext cx="163440" cy="21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42511" y="1829410"/>
                  <a:ext cx="182784" cy="237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14:cNvPr>
                <p14:cNvContentPartPr/>
                <p14:nvPr/>
              </p14:nvContentPartPr>
              <p14:xfrm>
                <a:off x="5576381" y="1978560"/>
                <a:ext cx="131040" cy="1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66543" y="1969324"/>
                  <a:ext cx="150322" cy="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14:cNvPr>
                <p14:cNvContentPartPr/>
                <p14:nvPr/>
              </p14:nvContentPartPr>
              <p14:xfrm>
                <a:off x="5818661" y="1902240"/>
                <a:ext cx="18108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09193" y="1892370"/>
                  <a:ext cx="200411" cy="13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14:cNvPr>
                <p14:cNvContentPartPr/>
                <p14:nvPr/>
              </p14:nvContentPartPr>
              <p14:xfrm>
                <a:off x="5876261" y="1946880"/>
                <a:ext cx="110160" cy="84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66390" y="1936997"/>
                  <a:ext cx="129507" cy="103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14:cNvPr>
                <p14:cNvContentPartPr/>
                <p14:nvPr/>
              </p14:nvContentPartPr>
              <p14:xfrm>
                <a:off x="6067061" y="1794960"/>
                <a:ext cx="143280" cy="25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57588" y="1785093"/>
                  <a:ext cx="162621" cy="277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14:cNvPr>
                <p14:cNvContentPartPr/>
                <p14:nvPr/>
              </p14:nvContentPartPr>
              <p14:xfrm>
                <a:off x="6203501" y="1886040"/>
                <a:ext cx="145080" cy="139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94039" y="1876173"/>
                  <a:ext cx="164398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14:cNvPr>
                <p14:cNvContentPartPr/>
                <p14:nvPr/>
              </p14:nvContentPartPr>
              <p14:xfrm>
                <a:off x="6375221" y="1817640"/>
                <a:ext cx="133920" cy="22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5740" y="1807780"/>
                  <a:ext cx="153277" cy="242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14:cNvPr>
                <p14:cNvContentPartPr/>
                <p14:nvPr/>
              </p14:nvContentPartPr>
              <p14:xfrm>
                <a:off x="6530021" y="1756080"/>
                <a:ext cx="137520" cy="330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20564" y="1746615"/>
                  <a:ext cx="156828" cy="349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14:cNvPr>
                <p14:cNvContentPartPr/>
                <p14:nvPr/>
              </p14:nvContentPartPr>
              <p14:xfrm>
                <a:off x="1058381" y="2617920"/>
                <a:ext cx="253080" cy="249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8920" y="2608447"/>
                  <a:ext cx="272396" cy="269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14:cNvPr>
                <p14:cNvContentPartPr/>
                <p14:nvPr/>
              </p14:nvContentPartPr>
              <p14:xfrm>
                <a:off x="1126061" y="2653920"/>
                <a:ext cx="102960" cy="268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6199" y="2644455"/>
                  <a:ext cx="122290" cy="287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14:cNvPr>
                <p14:cNvContentPartPr/>
                <p14:nvPr/>
              </p14:nvContentPartPr>
              <p14:xfrm>
                <a:off x="1339541" y="2884680"/>
                <a:ext cx="145800" cy="10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29663" y="2875195"/>
                  <a:ext cx="165161" cy="124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14:cNvPr>
                <p14:cNvContentPartPr/>
                <p14:nvPr/>
              </p14:nvContentPartPr>
              <p14:xfrm>
                <a:off x="1567061" y="2819160"/>
                <a:ext cx="123840" cy="19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57596" y="2809829"/>
                  <a:ext cx="143165" cy="38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14:cNvPr>
                <p14:cNvContentPartPr/>
                <p14:nvPr/>
              </p14:nvContentPartPr>
              <p14:xfrm>
                <a:off x="1575701" y="2748240"/>
                <a:ext cx="103320" cy="2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66237" y="2738764"/>
                  <a:ext cx="122643" cy="43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14:cNvPr>
                <p14:cNvContentPartPr/>
                <p14:nvPr/>
              </p14:nvContentPartPr>
              <p14:xfrm>
                <a:off x="1946501" y="2562480"/>
                <a:ext cx="79200" cy="33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37044" y="2553012"/>
                  <a:ext cx="98507" cy="357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14:cNvPr>
                <p14:cNvContentPartPr/>
                <p14:nvPr/>
              </p14:nvContentPartPr>
              <p14:xfrm>
                <a:off x="2126501" y="2733480"/>
                <a:ext cx="153360" cy="111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16645" y="2723621"/>
                  <a:ext cx="17267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14:cNvPr>
                <p14:cNvContentPartPr/>
                <p14:nvPr/>
              </p14:nvContentPartPr>
              <p14:xfrm>
                <a:off x="2189141" y="2774160"/>
                <a:ext cx="66960" cy="80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9632" y="2764669"/>
                  <a:ext cx="86374" cy="99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14:cNvPr>
                <p14:cNvContentPartPr/>
                <p14:nvPr/>
              </p14:nvContentPartPr>
              <p14:xfrm>
                <a:off x="2306501" y="2631960"/>
                <a:ext cx="162720" cy="29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96651" y="2622101"/>
                  <a:ext cx="182026" cy="312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14:cNvPr>
                <p14:cNvContentPartPr/>
                <p14:nvPr/>
              </p14:nvContentPartPr>
              <p14:xfrm>
                <a:off x="2467061" y="2724840"/>
                <a:ext cx="128520" cy="115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7205" y="2714977"/>
                  <a:ext cx="147837" cy="1345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14:cNvPr>
                <p14:cNvContentPartPr/>
                <p14:nvPr/>
              </p14:nvContentPartPr>
              <p14:xfrm>
                <a:off x="2572181" y="2609640"/>
                <a:ext cx="146880" cy="26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62336" y="2600184"/>
                  <a:ext cx="166175" cy="2821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14:cNvPr>
                <p14:cNvContentPartPr/>
                <p14:nvPr/>
              </p14:nvContentPartPr>
              <p14:xfrm>
                <a:off x="2927501" y="2712600"/>
                <a:ext cx="42480" cy="127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8061" y="2702764"/>
                  <a:ext cx="61753" cy="146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14:cNvPr>
                <p14:cNvContentPartPr/>
                <p14:nvPr/>
              </p14:nvContentPartPr>
              <p14:xfrm>
                <a:off x="2887541" y="2778480"/>
                <a:ext cx="105480" cy="14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78095" y="2768906"/>
                  <a:ext cx="124766" cy="34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14:cNvPr>
                <p14:cNvContentPartPr/>
                <p14:nvPr/>
              </p14:nvContentPartPr>
              <p14:xfrm>
                <a:off x="3157181" y="2733480"/>
                <a:ext cx="12708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47709" y="2723611"/>
                  <a:ext cx="146418" cy="121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14:cNvPr>
                <p14:cNvContentPartPr/>
                <p14:nvPr/>
              </p14:nvContentPartPr>
              <p14:xfrm>
                <a:off x="3189221" y="2755440"/>
                <a:ext cx="73440" cy="90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79350" y="2745575"/>
                  <a:ext cx="92787" cy="109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14:cNvPr>
                <p14:cNvContentPartPr/>
                <p14:nvPr/>
              </p14:nvContentPartPr>
              <p14:xfrm>
                <a:off x="3287861" y="2610360"/>
                <a:ext cx="134640" cy="24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7990" y="2600499"/>
                  <a:ext cx="153987" cy="262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14:cNvPr>
                <p14:cNvContentPartPr/>
                <p14:nvPr/>
              </p14:nvContentPartPr>
              <p14:xfrm>
                <a:off x="3424661" y="2701440"/>
                <a:ext cx="153360" cy="10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4780" y="2691584"/>
                  <a:ext cx="172728" cy="12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14:cNvPr>
                <p14:cNvContentPartPr/>
                <p14:nvPr/>
              </p14:nvContentPartPr>
              <p14:xfrm>
                <a:off x="3566861" y="2630160"/>
                <a:ext cx="144360" cy="257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7000" y="2620292"/>
                  <a:ext cx="163687" cy="277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14:cNvPr>
                <p14:cNvContentPartPr/>
                <p14:nvPr/>
              </p14:nvContentPartPr>
              <p14:xfrm>
                <a:off x="3725981" y="2570400"/>
                <a:ext cx="121320" cy="30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16102" y="2560544"/>
                  <a:ext cx="140684" cy="3260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14:cNvPr>
                <p14:cNvContentPartPr/>
                <p14:nvPr/>
              </p14:nvContentPartPr>
              <p14:xfrm>
                <a:off x="4485581" y="2526840"/>
                <a:ext cx="131400" cy="34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75716" y="2517369"/>
                  <a:ext cx="150735" cy="363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14:cNvPr>
                <p14:cNvContentPartPr/>
                <p14:nvPr/>
              </p14:nvContentPartPr>
              <p14:xfrm>
                <a:off x="4657661" y="2666160"/>
                <a:ext cx="198360" cy="117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48197" y="2656676"/>
                  <a:ext cx="217683" cy="136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14:cNvPr>
                <p14:cNvContentPartPr/>
                <p14:nvPr/>
              </p14:nvContentPartPr>
              <p14:xfrm>
                <a:off x="4737941" y="2695680"/>
                <a:ext cx="90720" cy="79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28080" y="2685789"/>
                  <a:ext cx="110047" cy="99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14:cNvPr>
                <p14:cNvContentPartPr/>
                <p14:nvPr/>
              </p14:nvContentPartPr>
              <p14:xfrm>
                <a:off x="4890941" y="2546280"/>
                <a:ext cx="142920" cy="229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81071" y="2536414"/>
                  <a:ext cx="162266" cy="249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14:cNvPr>
                <p14:cNvContentPartPr/>
                <p14:nvPr/>
              </p14:nvContentPartPr>
              <p14:xfrm>
                <a:off x="5077781" y="2653920"/>
                <a:ext cx="48960" cy="108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68305" y="2644460"/>
                  <a:ext cx="68307" cy="127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14:cNvPr>
                <p14:cNvContentPartPr/>
                <p14:nvPr/>
              </p14:nvContentPartPr>
              <p14:xfrm>
                <a:off x="5146541" y="2566440"/>
                <a:ext cx="143640" cy="219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7096" y="2556979"/>
                  <a:ext cx="162923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14:cNvPr>
                <p14:cNvContentPartPr/>
                <p14:nvPr/>
              </p14:nvContentPartPr>
              <p14:xfrm>
                <a:off x="5547221" y="2605680"/>
                <a:ext cx="41760" cy="132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37372" y="2595825"/>
                  <a:ext cx="61064" cy="15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14:cNvPr>
                <p14:cNvContentPartPr/>
                <p14:nvPr/>
              </p14:nvContentPartPr>
              <p14:xfrm>
                <a:off x="5542901" y="2675160"/>
                <a:ext cx="12384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33041" y="2665716"/>
                  <a:ext cx="143165" cy="36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14:cNvPr>
                <p14:cNvContentPartPr/>
                <p14:nvPr/>
              </p14:nvContentPartPr>
              <p14:xfrm>
                <a:off x="5780141" y="2636640"/>
                <a:ext cx="166680" cy="86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70662" y="2627175"/>
                  <a:ext cx="186034" cy="106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14:cNvPr>
                <p14:cNvContentPartPr/>
                <p14:nvPr/>
              </p14:nvContentPartPr>
              <p14:xfrm>
                <a:off x="5853941" y="2658960"/>
                <a:ext cx="72000" cy="92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44446" y="2649511"/>
                  <a:ext cx="91385" cy="111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14:cNvPr>
                <p14:cNvContentPartPr/>
                <p14:nvPr/>
              </p14:nvContentPartPr>
              <p14:xfrm>
                <a:off x="6019901" y="2538360"/>
                <a:ext cx="131040" cy="24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10034" y="2528502"/>
                  <a:ext cx="150380" cy="263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14:cNvPr>
                <p14:cNvContentPartPr/>
                <p14:nvPr/>
              </p14:nvContentPartPr>
              <p14:xfrm>
                <a:off x="6184781" y="2615040"/>
                <a:ext cx="110880" cy="13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74916" y="2605568"/>
                  <a:ext cx="130215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14:cNvPr>
                <p14:cNvContentPartPr/>
                <p14:nvPr/>
              </p14:nvContentPartPr>
              <p14:xfrm>
                <a:off x="6321221" y="2539440"/>
                <a:ext cx="131760" cy="235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1753" y="2529974"/>
                  <a:ext cx="151090" cy="25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14:cNvPr>
                <p14:cNvContentPartPr/>
                <p14:nvPr/>
              </p14:nvContentPartPr>
              <p14:xfrm>
                <a:off x="6511301" y="2480400"/>
                <a:ext cx="164520" cy="331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1438" y="2470533"/>
                  <a:ext cx="183852" cy="35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14:cNvPr>
                <p14:cNvContentPartPr/>
                <p14:nvPr/>
              </p14:nvContentPartPr>
              <p14:xfrm>
                <a:off x="1084661" y="3299760"/>
                <a:ext cx="264600" cy="27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5197" y="3289898"/>
                  <a:ext cx="283923" cy="291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14:cNvPr>
                <p14:cNvContentPartPr/>
                <p14:nvPr/>
              </p14:nvContentPartPr>
              <p14:xfrm>
                <a:off x="1156301" y="3332880"/>
                <a:ext cx="109800" cy="26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6856" y="3323412"/>
                  <a:ext cx="129084" cy="282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14:cNvPr>
                <p14:cNvContentPartPr/>
                <p14:nvPr/>
              </p14:nvContentPartPr>
              <p14:xfrm>
                <a:off x="1368341" y="3573360"/>
                <a:ext cx="130320" cy="15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58892" y="3563494"/>
                  <a:ext cx="149612" cy="175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14:cNvPr>
                <p14:cNvContentPartPr/>
                <p14:nvPr/>
              </p14:nvContentPartPr>
              <p14:xfrm>
                <a:off x="1536821" y="3540240"/>
                <a:ext cx="126360" cy="1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6980" y="3530340"/>
                  <a:ext cx="145649" cy="39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14:cNvPr>
                <p14:cNvContentPartPr/>
                <p14:nvPr/>
              </p14:nvContentPartPr>
              <p14:xfrm>
                <a:off x="1545101" y="3468600"/>
                <a:ext cx="130680" cy="24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35261" y="3458715"/>
                  <a:ext cx="149967" cy="43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14:cNvPr>
                <p14:cNvContentPartPr/>
                <p14:nvPr/>
              </p14:nvContentPartPr>
              <p14:xfrm>
                <a:off x="1940381" y="3265560"/>
                <a:ext cx="143640" cy="350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0516" y="3256082"/>
                  <a:ext cx="162976" cy="369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14:cNvPr>
                <p14:cNvContentPartPr/>
                <p14:nvPr/>
              </p14:nvContentPartPr>
              <p14:xfrm>
                <a:off x="2119661" y="3386520"/>
                <a:ext cx="189000" cy="119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10191" y="3376656"/>
                  <a:ext cx="208334" cy="138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14:cNvPr>
                <p14:cNvContentPartPr/>
                <p14:nvPr/>
              </p14:nvContentPartPr>
              <p14:xfrm>
                <a:off x="2218301" y="3420360"/>
                <a:ext cx="69120" cy="110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08822" y="3410918"/>
                  <a:ext cx="88474" cy="129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14:cNvPr>
                <p14:cNvContentPartPr/>
                <p14:nvPr/>
              </p14:nvContentPartPr>
              <p14:xfrm>
                <a:off x="2338541" y="3314160"/>
                <a:ext cx="153360" cy="216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29055" y="3304309"/>
                  <a:ext cx="172728" cy="236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14:cNvPr>
                <p14:cNvContentPartPr/>
                <p14:nvPr/>
              </p14:nvContentPartPr>
              <p14:xfrm>
                <a:off x="2509901" y="3395880"/>
                <a:ext cx="104040" cy="94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00049" y="3386017"/>
                  <a:ext cx="123350" cy="114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14:cNvPr>
                <p14:cNvContentPartPr/>
                <p14:nvPr/>
              </p14:nvContentPartPr>
              <p14:xfrm>
                <a:off x="2585141" y="3276360"/>
                <a:ext cx="133920" cy="246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75660" y="3266510"/>
                  <a:ext cx="153277" cy="265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14:cNvPr>
                <p14:cNvContentPartPr/>
                <p14:nvPr/>
              </p14:nvContentPartPr>
              <p14:xfrm>
                <a:off x="2953781" y="3417840"/>
                <a:ext cx="100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43931" y="3407781"/>
                  <a:ext cx="119387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14:cNvPr>
                <p14:cNvContentPartPr/>
                <p14:nvPr/>
              </p14:nvContentPartPr>
              <p14:xfrm>
                <a:off x="3165461" y="3383640"/>
                <a:ext cx="151200" cy="102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5986" y="3374169"/>
                  <a:ext cx="170544" cy="121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14:cNvPr>
                <p14:cNvContentPartPr/>
                <p14:nvPr/>
              </p14:nvContentPartPr>
              <p14:xfrm>
                <a:off x="3202901" y="3392640"/>
                <a:ext cx="90000" cy="10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93033" y="3383183"/>
                  <a:ext cx="109342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14:cNvPr>
                <p14:cNvContentPartPr/>
                <p14:nvPr/>
              </p14:nvContentPartPr>
              <p14:xfrm>
                <a:off x="3369941" y="3294000"/>
                <a:ext cx="170280" cy="223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60064" y="3284143"/>
                  <a:ext cx="189639" cy="2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14:cNvPr>
                <p14:cNvContentPartPr/>
                <p14:nvPr/>
              </p14:nvContentPartPr>
              <p14:xfrm>
                <a:off x="3540941" y="3368880"/>
                <a:ext cx="164880" cy="111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1474" y="3359021"/>
                  <a:ext cx="18420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14:cNvPr>
                <p14:cNvContentPartPr/>
                <p14:nvPr/>
              </p14:nvContentPartPr>
              <p14:xfrm>
                <a:off x="3656141" y="3283200"/>
                <a:ext cx="133560" cy="245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46262" y="3273333"/>
                  <a:ext cx="152922" cy="26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14:cNvPr>
                <p14:cNvContentPartPr/>
                <p14:nvPr/>
              </p14:nvContentPartPr>
              <p14:xfrm>
                <a:off x="3804101" y="3195360"/>
                <a:ext cx="205560" cy="358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4237" y="3185499"/>
                  <a:ext cx="224893" cy="377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14:cNvPr>
                <p14:cNvContentPartPr/>
                <p14:nvPr/>
              </p14:nvContentPartPr>
              <p14:xfrm>
                <a:off x="4316021" y="3344400"/>
                <a:ext cx="46800" cy="134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06582" y="3334526"/>
                  <a:ext cx="66071" cy="153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14:cNvPr>
                <p14:cNvContentPartPr/>
                <p14:nvPr/>
              </p14:nvContentPartPr>
              <p14:xfrm>
                <a:off x="4224581" y="3429000"/>
                <a:ext cx="183600" cy="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14731" y="3419344"/>
                  <a:ext cx="202906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14:cNvPr>
                <p14:cNvContentPartPr/>
                <p14:nvPr/>
              </p14:nvContentPartPr>
              <p14:xfrm>
                <a:off x="4607981" y="3438000"/>
                <a:ext cx="96120" cy="226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98527" y="3428139"/>
                  <a:ext cx="115423" cy="246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14:cNvPr>
                <p14:cNvContentPartPr/>
                <p14:nvPr/>
              </p14:nvContentPartPr>
              <p14:xfrm>
                <a:off x="4578461" y="3327480"/>
                <a:ext cx="432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69036" y="3317480"/>
                  <a:ext cx="23564" cy="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14:cNvPr>
                <p14:cNvContentPartPr/>
                <p14:nvPr/>
              </p14:nvContentPartPr>
              <p14:xfrm>
                <a:off x="4780061" y="3242160"/>
                <a:ext cx="137160" cy="288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70208" y="3232693"/>
                  <a:ext cx="156473" cy="3076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14:cNvPr>
                <p14:cNvContentPartPr/>
                <p14:nvPr/>
              </p14:nvContentPartPr>
              <p14:xfrm>
                <a:off x="5031341" y="3373200"/>
                <a:ext cx="1353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21870" y="3363348"/>
                  <a:ext cx="154697" cy="115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14:cNvPr>
                <p14:cNvContentPartPr/>
                <p14:nvPr/>
              </p14:nvContentPartPr>
              <p14:xfrm>
                <a:off x="5078141" y="3394440"/>
                <a:ext cx="72000" cy="11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68305" y="3384976"/>
                  <a:ext cx="91279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14:cNvPr>
                <p14:cNvContentPartPr/>
                <p14:nvPr/>
              </p14:nvContentPartPr>
              <p14:xfrm>
                <a:off x="5252741" y="3328920"/>
                <a:ext cx="122760" cy="18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43268" y="3319074"/>
                  <a:ext cx="142102" cy="203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14:cNvPr>
                <p14:cNvContentPartPr/>
                <p14:nvPr/>
              </p14:nvContentPartPr>
              <p14:xfrm>
                <a:off x="5403221" y="3377520"/>
                <a:ext cx="28080" cy="97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93729" y="3368044"/>
                  <a:ext cx="47459" cy="117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14:cNvPr>
                <p14:cNvContentPartPr/>
                <p14:nvPr/>
              </p14:nvContentPartPr>
              <p14:xfrm>
                <a:off x="5462981" y="3307320"/>
                <a:ext cx="143640" cy="202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53510" y="3297443"/>
                  <a:ext cx="162976" cy="22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14:cNvPr>
                <p14:cNvContentPartPr/>
                <p14:nvPr/>
              </p14:nvContentPartPr>
              <p14:xfrm>
                <a:off x="5784461" y="3420360"/>
                <a:ext cx="135000" cy="23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74987" y="3410826"/>
                  <a:ext cx="154342" cy="42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14:cNvPr>
                <p14:cNvContentPartPr/>
                <p14:nvPr/>
              </p14:nvContentPartPr>
              <p14:xfrm>
                <a:off x="6030701" y="3392640"/>
                <a:ext cx="178920" cy="117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0849" y="3383188"/>
                  <a:ext cx="198231" cy="136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14:cNvPr>
                <p14:cNvContentPartPr/>
                <p14:nvPr/>
              </p14:nvContentPartPr>
              <p14:xfrm>
                <a:off x="6093341" y="3397680"/>
                <a:ext cx="55080" cy="100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83899" y="3388224"/>
                  <a:ext cx="74358" cy="119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14:cNvPr>
                <p14:cNvContentPartPr/>
                <p14:nvPr/>
              </p14:nvContentPartPr>
              <p14:xfrm>
                <a:off x="6242741" y="3269160"/>
                <a:ext cx="141120" cy="241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32886" y="3259308"/>
                  <a:ext cx="160435" cy="2608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14:cNvPr>
                <p14:cNvContentPartPr/>
                <p14:nvPr/>
              </p14:nvContentPartPr>
              <p14:xfrm>
                <a:off x="6390341" y="3363480"/>
                <a:ext cx="135720" cy="16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380478" y="3354012"/>
                  <a:ext cx="155052" cy="179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14:cNvPr>
                <p14:cNvContentPartPr/>
                <p14:nvPr/>
              </p14:nvContentPartPr>
              <p14:xfrm>
                <a:off x="6567461" y="3292920"/>
                <a:ext cx="110160" cy="24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57590" y="3283455"/>
                  <a:ext cx="12950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14:cNvPr>
                <p14:cNvContentPartPr/>
                <p14:nvPr/>
              </p14:nvContentPartPr>
              <p14:xfrm>
                <a:off x="6708221" y="3206520"/>
                <a:ext cx="210960" cy="423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98363" y="3197051"/>
                  <a:ext cx="230282" cy="442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14:cNvPr>
                <p14:cNvContentPartPr/>
                <p14:nvPr/>
              </p14:nvContentPartPr>
              <p14:xfrm>
                <a:off x="4084541" y="2735280"/>
                <a:ext cx="203040" cy="19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5079" y="2725342"/>
                  <a:ext cx="222358" cy="385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CCC1FDE-EEE8-2607-7F1B-9B1DFC455079}"/>
              </a:ext>
            </a:extLst>
          </p:cNvPr>
          <p:cNvGrpSpPr/>
          <p:nvPr/>
        </p:nvGrpSpPr>
        <p:grpSpPr>
          <a:xfrm>
            <a:off x="618662" y="3140923"/>
            <a:ext cx="484200" cy="217800"/>
            <a:chOff x="618662" y="3140923"/>
            <a:chExt cx="48420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14:cNvPr>
                <p14:cNvContentPartPr/>
                <p14:nvPr/>
              </p14:nvContentPartPr>
              <p14:xfrm>
                <a:off x="618662" y="3216163"/>
                <a:ext cx="133200" cy="128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0022" y="3207163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14:cNvPr>
                <p14:cNvContentPartPr/>
                <p14:nvPr/>
              </p14:nvContentPartPr>
              <p14:xfrm>
                <a:off x="657902" y="3253243"/>
                <a:ext cx="73800" cy="102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9262" y="3244243"/>
                  <a:ext cx="91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14:cNvPr>
                <p14:cNvContentPartPr/>
                <p14:nvPr/>
              </p14:nvContentPartPr>
              <p14:xfrm>
                <a:off x="747182" y="3156763"/>
                <a:ext cx="138960" cy="199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8542" y="3147763"/>
                  <a:ext cx="15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14:cNvPr>
                <p14:cNvContentPartPr/>
                <p14:nvPr/>
              </p14:nvContentPartPr>
              <p14:xfrm>
                <a:off x="881462" y="3241003"/>
                <a:ext cx="109800" cy="8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822" y="3232003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14:cNvPr>
                <p14:cNvContentPartPr/>
                <p14:nvPr/>
              </p14:nvContentPartPr>
              <p14:xfrm>
                <a:off x="1006382" y="3140923"/>
                <a:ext cx="96480" cy="21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7382" y="3131923"/>
                  <a:ext cx="1141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91B0064-3D0D-21B7-1036-18EB72181BFE}"/>
              </a:ext>
            </a:extLst>
          </p:cNvPr>
          <p:cNvGrpSpPr/>
          <p:nvPr/>
        </p:nvGrpSpPr>
        <p:grpSpPr>
          <a:xfrm>
            <a:off x="633782" y="3932203"/>
            <a:ext cx="504720" cy="235080"/>
            <a:chOff x="633782" y="3932203"/>
            <a:chExt cx="5047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14:cNvPr>
                <p14:cNvContentPartPr/>
                <p14:nvPr/>
              </p14:nvContentPartPr>
              <p14:xfrm>
                <a:off x="633782" y="4019323"/>
                <a:ext cx="153000" cy="108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4782" y="4010683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14:cNvPr>
                <p14:cNvContentPartPr/>
                <p14:nvPr/>
              </p14:nvContentPartPr>
              <p14:xfrm>
                <a:off x="679862" y="4042723"/>
                <a:ext cx="8784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862" y="4034083"/>
                  <a:ext cx="105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14:cNvPr>
                <p14:cNvContentPartPr/>
                <p14:nvPr/>
              </p14:nvContentPartPr>
              <p14:xfrm>
                <a:off x="808382" y="3932203"/>
                <a:ext cx="114120" cy="228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9742" y="3923563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14:cNvPr>
                <p14:cNvContentPartPr/>
                <p14:nvPr/>
              </p14:nvContentPartPr>
              <p14:xfrm>
                <a:off x="922502" y="4004563"/>
                <a:ext cx="135360" cy="103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3502" y="3995923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14:cNvPr>
                <p14:cNvContentPartPr/>
                <p14:nvPr/>
              </p14:nvContentPartPr>
              <p14:xfrm>
                <a:off x="1015022" y="3932563"/>
                <a:ext cx="123480" cy="234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382" y="3923923"/>
                  <a:ext cx="14112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C7EBEE5-F188-0224-E112-067B74C98870}"/>
              </a:ext>
            </a:extLst>
          </p:cNvPr>
          <p:cNvGrpSpPr/>
          <p:nvPr/>
        </p:nvGrpSpPr>
        <p:grpSpPr>
          <a:xfrm>
            <a:off x="654662" y="4738963"/>
            <a:ext cx="446400" cy="245160"/>
            <a:chOff x="654662" y="4738963"/>
            <a:chExt cx="4464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14:cNvPr>
                <p14:cNvContentPartPr/>
                <p14:nvPr/>
              </p14:nvContentPartPr>
              <p14:xfrm>
                <a:off x="654662" y="4822843"/>
                <a:ext cx="162720" cy="11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662" y="4814203"/>
                  <a:ext cx="180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14:cNvPr>
                <p14:cNvContentPartPr/>
                <p14:nvPr/>
              </p14:nvContentPartPr>
              <p14:xfrm>
                <a:off x="716942" y="4854163"/>
                <a:ext cx="58680" cy="9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7942" y="4845163"/>
                  <a:ext cx="7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14:cNvPr>
                <p14:cNvContentPartPr/>
                <p14:nvPr/>
              </p14:nvContentPartPr>
              <p14:xfrm>
                <a:off x="792182" y="4738963"/>
                <a:ext cx="155160" cy="22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3542" y="4729963"/>
                  <a:ext cx="172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14:cNvPr>
                <p14:cNvContentPartPr/>
                <p14:nvPr/>
              </p14:nvContentPartPr>
              <p14:xfrm>
                <a:off x="949862" y="4856323"/>
                <a:ext cx="23760" cy="73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0862" y="4847323"/>
                  <a:ext cx="41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14:cNvPr>
                <p14:cNvContentPartPr/>
                <p14:nvPr/>
              </p14:nvContentPartPr>
              <p14:xfrm>
                <a:off x="967862" y="4795843"/>
                <a:ext cx="133200" cy="188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862" y="4787203"/>
                  <a:ext cx="1508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CED86BC-39AD-439C-A20F-CD131D88BBFD}"/>
              </a:ext>
            </a:extLst>
          </p:cNvPr>
          <p:cNvGrpSpPr/>
          <p:nvPr/>
        </p:nvGrpSpPr>
        <p:grpSpPr>
          <a:xfrm>
            <a:off x="669782" y="5578123"/>
            <a:ext cx="568440" cy="274680"/>
            <a:chOff x="669782" y="5578123"/>
            <a:chExt cx="5684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14:cNvPr>
                <p14:cNvContentPartPr/>
                <p14:nvPr/>
              </p14:nvContentPartPr>
              <p14:xfrm>
                <a:off x="669782" y="5691163"/>
                <a:ext cx="126360" cy="92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0782" y="5682523"/>
                  <a:ext cx="144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14:cNvPr>
                <p14:cNvContentPartPr/>
                <p14:nvPr/>
              </p14:nvContentPartPr>
              <p14:xfrm>
                <a:off x="697502" y="5681803"/>
                <a:ext cx="67320" cy="111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8862" y="5672803"/>
                  <a:ext cx="8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14:cNvPr>
                <p14:cNvContentPartPr/>
                <p14:nvPr/>
              </p14:nvContentPartPr>
              <p14:xfrm>
                <a:off x="821702" y="5578123"/>
                <a:ext cx="101160" cy="259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2702" y="5569123"/>
                  <a:ext cx="118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14:cNvPr>
                <p14:cNvContentPartPr/>
                <p14:nvPr/>
              </p14:nvContentPartPr>
              <p14:xfrm>
                <a:off x="952022" y="5661643"/>
                <a:ext cx="172800" cy="173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3382" y="5652643"/>
                  <a:ext cx="19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14:cNvPr>
                <p14:cNvContentPartPr/>
                <p14:nvPr/>
              </p14:nvContentPartPr>
              <p14:xfrm>
                <a:off x="1096382" y="5585683"/>
                <a:ext cx="141840" cy="267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7382" y="5577043"/>
                  <a:ext cx="15948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14:cNvPr>
              <p14:cNvContentPartPr/>
              <p14:nvPr/>
            </p14:nvContentPartPr>
            <p14:xfrm>
              <a:off x="1552862" y="3224083"/>
              <a:ext cx="123480" cy="828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544222" y="3215443"/>
                <a:ext cx="141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14:cNvPr>
              <p14:cNvContentPartPr/>
              <p14:nvPr/>
            </p14:nvContentPartPr>
            <p14:xfrm>
              <a:off x="1504622" y="4011403"/>
              <a:ext cx="109800" cy="6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95622" y="4002763"/>
                <a:ext cx="127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14:cNvPr>
              <p14:cNvContentPartPr/>
              <p14:nvPr/>
            </p14:nvContentPartPr>
            <p14:xfrm>
              <a:off x="1465382" y="4830403"/>
              <a:ext cx="147240" cy="871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56742" y="4821763"/>
                <a:ext cx="164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14:cNvPr>
              <p14:cNvContentPartPr/>
              <p14:nvPr/>
            </p14:nvContentPartPr>
            <p14:xfrm>
              <a:off x="1481582" y="5674243"/>
              <a:ext cx="127800" cy="91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472582" y="5665243"/>
                <a:ext cx="1454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14:cNvPr>
              <p14:cNvContentPartPr/>
              <p14:nvPr/>
            </p14:nvContentPartPr>
            <p14:xfrm>
              <a:off x="3926342" y="3192043"/>
              <a:ext cx="98640" cy="84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917702" y="3183043"/>
                <a:ext cx="1162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14:cNvPr>
              <p14:cNvContentPartPr/>
              <p14:nvPr/>
            </p14:nvContentPartPr>
            <p14:xfrm>
              <a:off x="3886022" y="3977923"/>
              <a:ext cx="123840" cy="1015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877022" y="3969283"/>
                <a:ext cx="14148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32CE5FF-6776-659D-2689-2676940BA5FA}"/>
              </a:ext>
            </a:extLst>
          </p:cNvPr>
          <p:cNvGrpSpPr/>
          <p:nvPr/>
        </p:nvGrpSpPr>
        <p:grpSpPr>
          <a:xfrm>
            <a:off x="1552862" y="3198883"/>
            <a:ext cx="3292920" cy="1264320"/>
            <a:chOff x="1552862" y="3198883"/>
            <a:chExt cx="3292920" cy="12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14:cNvPr>
                <p14:cNvContentPartPr/>
                <p14:nvPr/>
              </p14:nvContentPartPr>
              <p14:xfrm>
                <a:off x="1651142" y="3198883"/>
                <a:ext cx="2283840" cy="100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42142" y="3190243"/>
                  <a:ext cx="2301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14:cNvPr>
                <p14:cNvContentPartPr/>
                <p14:nvPr/>
              </p14:nvContentPartPr>
              <p14:xfrm>
                <a:off x="1552862" y="3235243"/>
                <a:ext cx="2448000" cy="855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44222" y="3226243"/>
                  <a:ext cx="24656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14:cNvPr>
                <p14:cNvContentPartPr/>
                <p14:nvPr/>
              </p14:nvContentPartPr>
              <p14:xfrm>
                <a:off x="1597142" y="3331363"/>
                <a:ext cx="2272320" cy="679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88142" y="3322363"/>
                  <a:ext cx="22899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14:cNvPr>
                <p14:cNvContentPartPr/>
                <p14:nvPr/>
              </p14:nvContentPartPr>
              <p14:xfrm>
                <a:off x="1554302" y="4037323"/>
                <a:ext cx="2344680" cy="58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45302" y="4028683"/>
                  <a:ext cx="2362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14:cNvPr>
                <p14:cNvContentPartPr/>
                <p14:nvPr/>
              </p14:nvContentPartPr>
              <p14:xfrm>
                <a:off x="3272942" y="3976483"/>
                <a:ext cx="257040" cy="151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64302" y="3967843"/>
                  <a:ext cx="27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14:cNvPr>
                <p14:cNvContentPartPr/>
                <p14:nvPr/>
              </p14:nvContentPartPr>
              <p14:xfrm>
                <a:off x="3129662" y="4265563"/>
                <a:ext cx="110880" cy="27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21022" y="4256563"/>
                  <a:ext cx="12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14:cNvPr>
                <p14:cNvContentPartPr/>
                <p14:nvPr/>
              </p14:nvContentPartPr>
              <p14:xfrm>
                <a:off x="3342782" y="4227763"/>
                <a:ext cx="44280" cy="128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34142" y="4218763"/>
                  <a:ext cx="61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14:cNvPr>
                <p14:cNvContentPartPr/>
                <p14:nvPr/>
              </p14:nvContentPartPr>
              <p14:xfrm>
                <a:off x="3632222" y="4307323"/>
                <a:ext cx="147600" cy="116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23582" y="4298683"/>
                  <a:ext cx="165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14:cNvPr>
                <p14:cNvContentPartPr/>
                <p14:nvPr/>
              </p14:nvContentPartPr>
              <p14:xfrm>
                <a:off x="3670022" y="4348363"/>
                <a:ext cx="67680" cy="76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61382" y="4339723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14:cNvPr>
                <p14:cNvContentPartPr/>
                <p14:nvPr/>
              </p14:nvContentPartPr>
              <p14:xfrm>
                <a:off x="3769742" y="4262683"/>
                <a:ext cx="98280" cy="200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61102" y="4253683"/>
                  <a:ext cx="11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14:cNvPr>
                <p14:cNvContentPartPr/>
                <p14:nvPr/>
              </p14:nvContentPartPr>
              <p14:xfrm>
                <a:off x="3876302" y="4345843"/>
                <a:ext cx="102240" cy="79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67662" y="4336843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14:cNvPr>
                <p14:cNvContentPartPr/>
                <p14:nvPr/>
              </p14:nvContentPartPr>
              <p14:xfrm>
                <a:off x="3956222" y="4208323"/>
                <a:ext cx="99000" cy="245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47582" y="4199323"/>
                  <a:ext cx="116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14:cNvPr>
                <p14:cNvContentPartPr/>
                <p14:nvPr/>
              </p14:nvContentPartPr>
              <p14:xfrm>
                <a:off x="4101662" y="4367083"/>
                <a:ext cx="14004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093022" y="4358443"/>
                  <a:ext cx="157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14:cNvPr>
                <p14:cNvContentPartPr/>
                <p14:nvPr/>
              </p14:nvContentPartPr>
              <p14:xfrm>
                <a:off x="4331342" y="4313443"/>
                <a:ext cx="136440" cy="86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322702" y="4304443"/>
                  <a:ext cx="154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14:cNvPr>
                <p14:cNvContentPartPr/>
                <p14:nvPr/>
              </p14:nvContentPartPr>
              <p14:xfrm>
                <a:off x="4377782" y="4330363"/>
                <a:ext cx="68040" cy="77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368782" y="4321363"/>
                  <a:ext cx="85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14:cNvPr>
                <p14:cNvContentPartPr/>
                <p14:nvPr/>
              </p14:nvContentPartPr>
              <p14:xfrm>
                <a:off x="4514582" y="4219123"/>
                <a:ext cx="118800" cy="229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05582" y="4210123"/>
                  <a:ext cx="136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14:cNvPr>
                <p14:cNvContentPartPr/>
                <p14:nvPr/>
              </p14:nvContentPartPr>
              <p14:xfrm>
                <a:off x="4633742" y="4314163"/>
                <a:ext cx="78480" cy="107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625102" y="4305163"/>
                  <a:ext cx="96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14:cNvPr>
                <p14:cNvContentPartPr/>
                <p14:nvPr/>
              </p14:nvContentPartPr>
              <p14:xfrm>
                <a:off x="4742822" y="4232803"/>
                <a:ext cx="102960" cy="198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34182" y="4224163"/>
                  <a:ext cx="120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14:cNvPr>
                <p14:cNvContentPartPr/>
                <p14:nvPr/>
              </p14:nvContentPartPr>
              <p14:xfrm>
                <a:off x="4622222" y="4317403"/>
                <a:ext cx="159120" cy="98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613222" y="4308763"/>
                  <a:ext cx="1767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DC82A48-204D-C09F-13F3-5B6600074FAB}"/>
              </a:ext>
            </a:extLst>
          </p:cNvPr>
          <p:cNvGrpSpPr/>
          <p:nvPr/>
        </p:nvGrpSpPr>
        <p:grpSpPr>
          <a:xfrm>
            <a:off x="3025622" y="5992483"/>
            <a:ext cx="318240" cy="134280"/>
            <a:chOff x="3025622" y="5992483"/>
            <a:chExt cx="31824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14:cNvPr>
                <p14:cNvContentPartPr/>
                <p14:nvPr/>
              </p14:nvContentPartPr>
              <p14:xfrm>
                <a:off x="3025622" y="6032803"/>
                <a:ext cx="127080" cy="6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16982" y="6024163"/>
                  <a:ext cx="14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14:cNvPr>
                <p14:cNvContentPartPr/>
                <p14:nvPr/>
              </p14:nvContentPartPr>
              <p14:xfrm>
                <a:off x="3264302" y="5992483"/>
                <a:ext cx="79560" cy="134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55302" y="5983843"/>
                  <a:ext cx="972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14:cNvPr>
              <p14:cNvContentPartPr/>
              <p14:nvPr/>
            </p14:nvContentPartPr>
            <p14:xfrm>
              <a:off x="7025942" y="691843"/>
              <a:ext cx="1272960" cy="45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7017302" y="682843"/>
                <a:ext cx="12906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14:cNvPr>
              <p14:cNvContentPartPr/>
              <p14:nvPr/>
            </p14:nvContentPartPr>
            <p14:xfrm>
              <a:off x="7078862" y="1388083"/>
              <a:ext cx="1052640" cy="23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7070222" y="1379083"/>
                <a:ext cx="1070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14:cNvPr>
              <p14:cNvContentPartPr/>
              <p14:nvPr/>
            </p14:nvContentPartPr>
            <p14:xfrm>
              <a:off x="7159502" y="2002963"/>
              <a:ext cx="1022760" cy="50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150502" y="1993963"/>
                <a:ext cx="1040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14:cNvPr>
              <p14:cNvContentPartPr/>
              <p14:nvPr/>
            </p14:nvContentPartPr>
            <p14:xfrm>
              <a:off x="7158782" y="2596963"/>
              <a:ext cx="1113840" cy="640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150142" y="2587963"/>
                <a:ext cx="1131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14:cNvPr>
              <p14:cNvContentPartPr/>
              <p14:nvPr/>
            </p14:nvContentPartPr>
            <p14:xfrm>
              <a:off x="9248942" y="676363"/>
              <a:ext cx="1325880" cy="406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239942" y="667723"/>
                <a:ext cx="1343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14:cNvPr>
              <p14:cNvContentPartPr/>
              <p14:nvPr/>
            </p14:nvContentPartPr>
            <p14:xfrm>
              <a:off x="9636662" y="1357123"/>
              <a:ext cx="928800" cy="165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627662" y="1348123"/>
                <a:ext cx="946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14:cNvPr>
              <p14:cNvContentPartPr/>
              <p14:nvPr/>
            </p14:nvContentPartPr>
            <p14:xfrm>
              <a:off x="9603902" y="1959043"/>
              <a:ext cx="919080" cy="273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594902" y="1950403"/>
                <a:ext cx="936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14:cNvPr>
              <p14:cNvContentPartPr/>
              <p14:nvPr/>
            </p14:nvContentPartPr>
            <p14:xfrm>
              <a:off x="9754742" y="2659243"/>
              <a:ext cx="982080" cy="20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9746102" y="2650243"/>
                <a:ext cx="9997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14:cNvPr>
              <p14:cNvContentPartPr/>
              <p14:nvPr/>
            </p14:nvContentPartPr>
            <p14:xfrm>
              <a:off x="11289062" y="373963"/>
              <a:ext cx="382680" cy="59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1280062" y="365323"/>
                <a:ext cx="400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14:cNvPr>
              <p14:cNvContentPartPr/>
              <p14:nvPr/>
            </p14:nvContentPartPr>
            <p14:xfrm>
              <a:off x="11470502" y="1679323"/>
              <a:ext cx="258480" cy="356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461862" y="1670683"/>
                <a:ext cx="27612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78D8BF5-E8B1-9D1D-FBBA-88764A5FE871}"/>
              </a:ext>
            </a:extLst>
          </p:cNvPr>
          <p:cNvGrpSpPr/>
          <p:nvPr/>
        </p:nvGrpSpPr>
        <p:grpSpPr>
          <a:xfrm>
            <a:off x="7210982" y="2925643"/>
            <a:ext cx="949680" cy="335520"/>
            <a:chOff x="7210982" y="2925643"/>
            <a:chExt cx="94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14:cNvPr>
                <p14:cNvContentPartPr/>
                <p14:nvPr/>
              </p14:nvContentPartPr>
              <p14:xfrm>
                <a:off x="7210982" y="3051643"/>
                <a:ext cx="104400" cy="98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202342" y="3042643"/>
                  <a:ext cx="12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14:cNvPr>
                <p14:cNvContentPartPr/>
                <p14:nvPr/>
              </p14:nvContentPartPr>
              <p14:xfrm>
                <a:off x="7624622" y="2925643"/>
                <a:ext cx="262440" cy="247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15622" y="2916643"/>
                  <a:ext cx="280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14:cNvPr>
                <p14:cNvContentPartPr/>
                <p14:nvPr/>
              </p14:nvContentPartPr>
              <p14:xfrm>
                <a:off x="7695542" y="2926723"/>
                <a:ext cx="99000" cy="257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686542" y="2917723"/>
                  <a:ext cx="116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14:cNvPr>
                <p14:cNvContentPartPr/>
                <p14:nvPr/>
              </p14:nvContentPartPr>
              <p14:xfrm>
                <a:off x="8041142" y="3190603"/>
                <a:ext cx="119520" cy="70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32142" y="3181603"/>
                  <a:ext cx="1371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96846CC-075A-66B0-7FF0-EF116DBF3879}"/>
              </a:ext>
            </a:extLst>
          </p:cNvPr>
          <p:cNvGrpSpPr/>
          <p:nvPr/>
        </p:nvGrpSpPr>
        <p:grpSpPr>
          <a:xfrm>
            <a:off x="7234742" y="3873163"/>
            <a:ext cx="798120" cy="345240"/>
            <a:chOff x="7234742" y="3873163"/>
            <a:chExt cx="7981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14:cNvPr>
                <p14:cNvContentPartPr/>
                <p14:nvPr/>
              </p14:nvContentPartPr>
              <p14:xfrm>
                <a:off x="7234742" y="4012843"/>
                <a:ext cx="148320" cy="85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225742" y="4003843"/>
                  <a:ext cx="165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14:cNvPr>
                <p14:cNvContentPartPr/>
                <p14:nvPr/>
              </p14:nvContentPartPr>
              <p14:xfrm>
                <a:off x="7600502" y="3873163"/>
                <a:ext cx="290160" cy="228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91862" y="3864163"/>
                  <a:ext cx="307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14:cNvPr>
                <p14:cNvContentPartPr/>
                <p14:nvPr/>
              </p14:nvContentPartPr>
              <p14:xfrm>
                <a:off x="7647662" y="3888283"/>
                <a:ext cx="113400" cy="23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639022" y="3879283"/>
                  <a:ext cx="13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14:cNvPr>
                <p14:cNvContentPartPr/>
                <p14:nvPr/>
              </p14:nvContentPartPr>
              <p14:xfrm>
                <a:off x="7992182" y="4084123"/>
                <a:ext cx="40680" cy="134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83182" y="4075483"/>
                  <a:ext cx="583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5BCDCEA-7B33-B448-2CBB-2CE409964CF6}"/>
              </a:ext>
            </a:extLst>
          </p:cNvPr>
          <p:cNvGrpSpPr/>
          <p:nvPr/>
        </p:nvGrpSpPr>
        <p:grpSpPr>
          <a:xfrm>
            <a:off x="7377302" y="4666963"/>
            <a:ext cx="894240" cy="336960"/>
            <a:chOff x="7377302" y="4666963"/>
            <a:chExt cx="8942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14:cNvPr>
                <p14:cNvContentPartPr/>
                <p14:nvPr/>
              </p14:nvContentPartPr>
              <p14:xfrm>
                <a:off x="7377302" y="4777843"/>
                <a:ext cx="166680" cy="109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68302" y="4769203"/>
                  <a:ext cx="184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14:cNvPr>
                <p14:cNvContentPartPr/>
                <p14:nvPr/>
              </p14:nvContentPartPr>
              <p14:xfrm>
                <a:off x="7653782" y="4666963"/>
                <a:ext cx="367920" cy="294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44782" y="4657963"/>
                  <a:ext cx="385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14:cNvPr>
                <p14:cNvContentPartPr/>
                <p14:nvPr/>
              </p14:nvContentPartPr>
              <p14:xfrm>
                <a:off x="7766462" y="4709083"/>
                <a:ext cx="133560" cy="266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57462" y="4700083"/>
                  <a:ext cx="151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14:cNvPr>
                <p14:cNvContentPartPr/>
                <p14:nvPr/>
              </p14:nvContentPartPr>
              <p14:xfrm>
                <a:off x="8059862" y="4884763"/>
                <a:ext cx="211680" cy="119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50862" y="4875763"/>
                  <a:ext cx="2293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93676F7-EFD9-876F-E5C6-B74D0D98BE58}"/>
              </a:ext>
            </a:extLst>
          </p:cNvPr>
          <p:cNvGrpSpPr/>
          <p:nvPr/>
        </p:nvGrpSpPr>
        <p:grpSpPr>
          <a:xfrm>
            <a:off x="7331222" y="5505043"/>
            <a:ext cx="861120" cy="378720"/>
            <a:chOff x="7331222" y="5505043"/>
            <a:chExt cx="861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14:cNvPr>
                <p14:cNvContentPartPr/>
                <p14:nvPr/>
              </p14:nvContentPartPr>
              <p14:xfrm>
                <a:off x="7331222" y="5645803"/>
                <a:ext cx="131760" cy="83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322582" y="5636803"/>
                  <a:ext cx="14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14:cNvPr>
                <p14:cNvContentPartPr/>
                <p14:nvPr/>
              </p14:nvContentPartPr>
              <p14:xfrm>
                <a:off x="7712462" y="5505043"/>
                <a:ext cx="277920" cy="261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03822" y="5496043"/>
                  <a:ext cx="29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14:cNvPr>
                <p14:cNvContentPartPr/>
                <p14:nvPr/>
              </p14:nvContentPartPr>
              <p14:xfrm>
                <a:off x="7819022" y="5518723"/>
                <a:ext cx="78840" cy="273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10022" y="5509723"/>
                  <a:ext cx="96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14:cNvPr>
                <p14:cNvContentPartPr/>
                <p14:nvPr/>
              </p14:nvContentPartPr>
              <p14:xfrm>
                <a:off x="8072822" y="5726443"/>
                <a:ext cx="119520" cy="157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64182" y="5717803"/>
                  <a:ext cx="1371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14:cNvPr>
              <p14:cNvContentPartPr/>
              <p14:nvPr/>
            </p14:nvContentPartPr>
            <p14:xfrm>
              <a:off x="4052702" y="3153883"/>
              <a:ext cx="3177360" cy="835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043702" y="3144883"/>
                <a:ext cx="3195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14:cNvPr>
              <p14:cNvContentPartPr/>
              <p14:nvPr/>
            </p14:nvContentPartPr>
            <p14:xfrm>
              <a:off x="3986102" y="3112843"/>
              <a:ext cx="3240360" cy="17766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977102" y="3104203"/>
                <a:ext cx="3258000" cy="17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14:cNvPr>
              <p14:cNvContentPartPr/>
              <p14:nvPr/>
            </p14:nvContentPartPr>
            <p14:xfrm>
              <a:off x="4071062" y="3333523"/>
              <a:ext cx="3295800" cy="14698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062422" y="3324883"/>
                <a:ext cx="3313440" cy="14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14:cNvPr>
              <p14:cNvContentPartPr/>
              <p14:nvPr/>
            </p14:nvContentPartPr>
            <p14:xfrm>
              <a:off x="4013822" y="4827163"/>
              <a:ext cx="3324960" cy="63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4004822" y="4818523"/>
                <a:ext cx="334260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252988-BFCC-62BF-2A33-71FCD680C337}"/>
              </a:ext>
            </a:extLst>
          </p:cNvPr>
          <p:cNvGrpSpPr/>
          <p:nvPr/>
        </p:nvGrpSpPr>
        <p:grpSpPr>
          <a:xfrm>
            <a:off x="6549662" y="4790443"/>
            <a:ext cx="331200" cy="333000"/>
            <a:chOff x="6549662" y="4790443"/>
            <a:chExt cx="3312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14:cNvPr>
                <p14:cNvContentPartPr/>
                <p14:nvPr/>
              </p14:nvContentPartPr>
              <p14:xfrm>
                <a:off x="6665222" y="4790443"/>
                <a:ext cx="201960" cy="123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656222" y="4781443"/>
                  <a:ext cx="21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14:cNvPr>
                <p14:cNvContentPartPr/>
                <p14:nvPr/>
              </p14:nvContentPartPr>
              <p14:xfrm>
                <a:off x="6549662" y="5039203"/>
                <a:ext cx="127800" cy="11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40662" y="5030563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14:cNvPr>
                <p14:cNvContentPartPr/>
                <p14:nvPr/>
              </p14:nvContentPartPr>
              <p14:xfrm>
                <a:off x="6829022" y="4997803"/>
                <a:ext cx="51840" cy="125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20382" y="4989163"/>
                  <a:ext cx="694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14:cNvPr>
              <p14:cNvContentPartPr/>
              <p14:nvPr/>
            </p14:nvContentPartPr>
            <p14:xfrm>
              <a:off x="11428382" y="1013323"/>
              <a:ext cx="245520" cy="291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422262" y="1007203"/>
                <a:ext cx="257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14:cNvPr>
              <p14:cNvContentPartPr/>
              <p14:nvPr/>
            </p14:nvContentPartPr>
            <p14:xfrm>
              <a:off x="11566262" y="2366203"/>
              <a:ext cx="172800" cy="172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1560142" y="2360083"/>
                <a:ext cx="185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14:cNvPr>
              <p14:cNvContentPartPr/>
              <p14:nvPr/>
            </p14:nvContentPartPr>
            <p14:xfrm>
              <a:off x="4069982" y="4004563"/>
              <a:ext cx="3157920" cy="662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4063862" y="3998443"/>
                <a:ext cx="3170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14:cNvPr>
              <p14:cNvContentPartPr/>
              <p14:nvPr/>
            </p14:nvContentPartPr>
            <p14:xfrm>
              <a:off x="3964142" y="4052803"/>
              <a:ext cx="3243600" cy="17341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3958022" y="4046683"/>
                <a:ext cx="3255840" cy="174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86E195A-9AEA-5B84-8649-60439563587F}"/>
              </a:ext>
            </a:extLst>
          </p:cNvPr>
          <p:cNvGrpSpPr/>
          <p:nvPr/>
        </p:nvGrpSpPr>
        <p:grpSpPr>
          <a:xfrm>
            <a:off x="4030022" y="4106443"/>
            <a:ext cx="3304440" cy="1589400"/>
            <a:chOff x="4030022" y="4106443"/>
            <a:chExt cx="3304440" cy="15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14:cNvPr>
                <p14:cNvContentPartPr/>
                <p14:nvPr/>
              </p14:nvContentPartPr>
              <p14:xfrm>
                <a:off x="6674222" y="4209043"/>
                <a:ext cx="227520" cy="110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68102" y="4202923"/>
                  <a:ext cx="239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14:cNvPr>
                <p14:cNvContentPartPr/>
                <p14:nvPr/>
              </p14:nvContentPartPr>
              <p14:xfrm>
                <a:off x="6994262" y="4332523"/>
                <a:ext cx="91440" cy="1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88142" y="4326403"/>
                  <a:ext cx="103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14:cNvPr>
                <p14:cNvContentPartPr/>
                <p14:nvPr/>
              </p14:nvContentPartPr>
              <p14:xfrm>
                <a:off x="7231142" y="4279603"/>
                <a:ext cx="96120" cy="176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25022" y="4273483"/>
                  <a:ext cx="108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14:cNvPr>
                <p14:cNvContentPartPr/>
                <p14:nvPr/>
              </p14:nvContentPartPr>
              <p14:xfrm>
                <a:off x="7198022" y="4163323"/>
                <a:ext cx="20880" cy="36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91902" y="4157203"/>
                  <a:ext cx="33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14:cNvPr>
                <p14:cNvContentPartPr/>
                <p14:nvPr/>
              </p14:nvContentPartPr>
              <p14:xfrm>
                <a:off x="4030022" y="4106443"/>
                <a:ext cx="3304440" cy="1589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023902" y="4100323"/>
                  <a:ext cx="3316680" cy="160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4279C84-70B3-20F4-3831-26B46509683F}"/>
              </a:ext>
            </a:extLst>
          </p:cNvPr>
          <p:cNvGrpSpPr/>
          <p:nvPr/>
        </p:nvGrpSpPr>
        <p:grpSpPr>
          <a:xfrm>
            <a:off x="4053062" y="5674243"/>
            <a:ext cx="3260880" cy="161280"/>
            <a:chOff x="4053062" y="5674243"/>
            <a:chExt cx="326088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14:cNvPr>
                <p14:cNvContentPartPr/>
                <p14:nvPr/>
              </p14:nvContentPartPr>
              <p14:xfrm>
                <a:off x="4053062" y="5731843"/>
                <a:ext cx="3260880" cy="68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046942" y="5725723"/>
                  <a:ext cx="3273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14:cNvPr>
                <p14:cNvContentPartPr/>
                <p14:nvPr/>
              </p14:nvContentPartPr>
              <p14:xfrm>
                <a:off x="6673862" y="5674243"/>
                <a:ext cx="234000" cy="161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667742" y="5668123"/>
                  <a:ext cx="2462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47E80E2-7E4B-38A3-1EB6-F953F47A8B73}"/>
              </a:ext>
            </a:extLst>
          </p:cNvPr>
          <p:cNvGrpSpPr/>
          <p:nvPr/>
        </p:nvGrpSpPr>
        <p:grpSpPr>
          <a:xfrm>
            <a:off x="6692222" y="5968003"/>
            <a:ext cx="196560" cy="329040"/>
            <a:chOff x="6692222" y="5968003"/>
            <a:chExt cx="1965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14:cNvPr>
                <p14:cNvContentPartPr/>
                <p14:nvPr/>
              </p14:nvContentPartPr>
              <p14:xfrm>
                <a:off x="6712382" y="6101563"/>
                <a:ext cx="124920" cy="195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706262" y="6095443"/>
                  <a:ext cx="137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14:cNvPr>
                <p14:cNvContentPartPr/>
                <p14:nvPr/>
              </p14:nvContentPartPr>
              <p14:xfrm>
                <a:off x="6692222" y="5968003"/>
                <a:ext cx="45720" cy="58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86102" y="5961883"/>
                  <a:ext cx="57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14:cNvPr>
                <p14:cNvContentPartPr/>
                <p14:nvPr/>
              </p14:nvContentPartPr>
              <p14:xfrm>
                <a:off x="6795902" y="6109123"/>
                <a:ext cx="92880" cy="43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789782" y="6103003"/>
                  <a:ext cx="105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14:cNvPr>
                <p14:cNvContentPartPr/>
                <p14:nvPr/>
              </p14:nvContentPartPr>
              <p14:xfrm>
                <a:off x="6788702" y="6095803"/>
                <a:ext cx="10800" cy="19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82582" y="6089683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52CAB2A8-FF02-09D4-CFE9-B919CBAD0319}"/>
              </a:ext>
            </a:extLst>
          </p:cNvPr>
          <p:cNvGrpSpPr/>
          <p:nvPr/>
        </p:nvGrpSpPr>
        <p:grpSpPr>
          <a:xfrm>
            <a:off x="996662" y="6039283"/>
            <a:ext cx="1537560" cy="753120"/>
            <a:chOff x="996662" y="6039283"/>
            <a:chExt cx="1537560" cy="75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14:cNvPr>
                <p14:cNvContentPartPr/>
                <p14:nvPr/>
              </p14:nvContentPartPr>
              <p14:xfrm>
                <a:off x="1651142" y="6083923"/>
                <a:ext cx="458280" cy="233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42142" y="6074923"/>
                  <a:ext cx="47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14:cNvPr>
                <p14:cNvContentPartPr/>
                <p14:nvPr/>
              </p14:nvContentPartPr>
              <p14:xfrm>
                <a:off x="1944902" y="6039283"/>
                <a:ext cx="236880" cy="165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35902" y="6030643"/>
                  <a:ext cx="254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14:cNvPr>
                <p14:cNvContentPartPr/>
                <p14:nvPr/>
              </p14:nvContentPartPr>
              <p14:xfrm>
                <a:off x="1036622" y="6514483"/>
                <a:ext cx="32400" cy="153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7982" y="6505483"/>
                  <a:ext cx="50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14:cNvPr>
                <p14:cNvContentPartPr/>
                <p14:nvPr/>
              </p14:nvContentPartPr>
              <p14:xfrm>
                <a:off x="996662" y="6477043"/>
                <a:ext cx="239400" cy="209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88022" y="6468043"/>
                  <a:ext cx="257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14:cNvPr>
                <p14:cNvContentPartPr/>
                <p14:nvPr/>
              </p14:nvContentPartPr>
              <p14:xfrm>
                <a:off x="1314542" y="6593323"/>
                <a:ext cx="157680" cy="74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305542" y="6584683"/>
                  <a:ext cx="175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14:cNvPr>
                <p14:cNvContentPartPr/>
                <p14:nvPr/>
              </p14:nvContentPartPr>
              <p14:xfrm>
                <a:off x="1492382" y="6503323"/>
                <a:ext cx="100440" cy="154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83742" y="6494323"/>
                  <a:ext cx="11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14:cNvPr>
                <p14:cNvContentPartPr/>
                <p14:nvPr/>
              </p14:nvContentPartPr>
              <p14:xfrm>
                <a:off x="1583822" y="6516643"/>
                <a:ext cx="81000" cy="137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74822" y="6508003"/>
                  <a:ext cx="98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14:cNvPr>
                <p14:cNvContentPartPr/>
                <p14:nvPr/>
              </p14:nvContentPartPr>
              <p14:xfrm>
                <a:off x="1498142" y="6589723"/>
                <a:ext cx="145080" cy="5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489502" y="6580723"/>
                  <a:ext cx="162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14:cNvPr>
                <p14:cNvContentPartPr/>
                <p14:nvPr/>
              </p14:nvContentPartPr>
              <p14:xfrm>
                <a:off x="1754102" y="6502243"/>
                <a:ext cx="200880" cy="146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45462" y="6493603"/>
                  <a:ext cx="21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14:cNvPr>
                <p14:cNvContentPartPr/>
                <p14:nvPr/>
              </p14:nvContentPartPr>
              <p14:xfrm>
                <a:off x="2065862" y="6367963"/>
                <a:ext cx="120600" cy="346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056862" y="6359323"/>
                  <a:ext cx="138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14:cNvPr>
                <p14:cNvContentPartPr/>
                <p14:nvPr/>
              </p14:nvContentPartPr>
              <p14:xfrm>
                <a:off x="2088542" y="6577123"/>
                <a:ext cx="72360" cy="7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079902" y="6568123"/>
                  <a:ext cx="90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14:cNvPr>
                <p14:cNvContentPartPr/>
                <p14:nvPr/>
              </p14:nvContentPartPr>
              <p14:xfrm>
                <a:off x="2206622" y="6356443"/>
                <a:ext cx="327600" cy="435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197982" y="6347803"/>
                  <a:ext cx="345240" cy="45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14:cNvPr>
              <p14:cNvContentPartPr/>
              <p14:nvPr/>
            </p14:nvContentPartPr>
            <p14:xfrm>
              <a:off x="3236473" y="1483515"/>
              <a:ext cx="120600" cy="1144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227833" y="1474875"/>
                <a:ext cx="138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14:cNvPr>
              <p14:cNvContentPartPr/>
              <p14:nvPr/>
            </p14:nvContentPartPr>
            <p14:xfrm>
              <a:off x="3409273" y="1350315"/>
              <a:ext cx="111240" cy="2257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400273" y="1341675"/>
                <a:ext cx="128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14:cNvPr>
              <p14:cNvContentPartPr/>
              <p14:nvPr/>
            </p14:nvContentPartPr>
            <p14:xfrm>
              <a:off x="3389833" y="1483155"/>
              <a:ext cx="114120" cy="151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3380833" y="1474155"/>
                <a:ext cx="131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14:cNvPr>
              <p14:cNvContentPartPr/>
              <p14:nvPr/>
            </p14:nvContentPartPr>
            <p14:xfrm>
              <a:off x="3566953" y="1484595"/>
              <a:ext cx="63000" cy="932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3558313" y="1475595"/>
                <a:ext cx="80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14:cNvPr>
              <p14:cNvContentPartPr/>
              <p14:nvPr/>
            </p14:nvContentPartPr>
            <p14:xfrm>
              <a:off x="3692233" y="1478835"/>
              <a:ext cx="183240" cy="914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3683593" y="1470195"/>
                <a:ext cx="200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14:cNvPr>
              <p14:cNvContentPartPr/>
              <p14:nvPr/>
            </p14:nvContentPartPr>
            <p14:xfrm>
              <a:off x="3877273" y="1480995"/>
              <a:ext cx="151920" cy="8856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868273" y="1472355"/>
                <a:ext cx="169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14:cNvPr>
              <p14:cNvContentPartPr/>
              <p14:nvPr/>
            </p14:nvContentPartPr>
            <p14:xfrm>
              <a:off x="4058353" y="1489275"/>
              <a:ext cx="253800" cy="698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049713" y="1480635"/>
                <a:ext cx="2714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14:cNvPr>
              <p14:cNvContentPartPr/>
              <p14:nvPr/>
            </p14:nvContentPartPr>
            <p14:xfrm>
              <a:off x="4380913" y="1321515"/>
              <a:ext cx="231120" cy="2815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371913" y="1312875"/>
                <a:ext cx="2487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14:cNvPr>
              <p14:cNvContentPartPr/>
              <p14:nvPr/>
            </p14:nvContentPartPr>
            <p14:xfrm>
              <a:off x="4552993" y="1379835"/>
              <a:ext cx="2880" cy="2268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543993" y="1370835"/>
                <a:ext cx="20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14:cNvPr>
              <p14:cNvContentPartPr/>
              <p14:nvPr/>
            </p14:nvContentPartPr>
            <p14:xfrm>
              <a:off x="4652353" y="1504035"/>
              <a:ext cx="156600" cy="770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643713" y="1495395"/>
                <a:ext cx="1742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14:cNvPr>
              <p14:cNvContentPartPr/>
              <p14:nvPr/>
            </p14:nvContentPartPr>
            <p14:xfrm>
              <a:off x="4854313" y="1462635"/>
              <a:ext cx="123480" cy="110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845673" y="1453995"/>
                <a:ext cx="141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14:cNvPr>
              <p14:cNvContentPartPr/>
              <p14:nvPr/>
            </p14:nvContentPartPr>
            <p14:xfrm>
              <a:off x="5023873" y="1346715"/>
              <a:ext cx="145800" cy="23364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5014873" y="1338075"/>
                <a:ext cx="16344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8A24B4C-AFB2-966F-2DC9-8DA4C480C2AC}"/>
              </a:ext>
            </a:extLst>
          </p:cNvPr>
          <p:cNvGrpSpPr/>
          <p:nvPr/>
        </p:nvGrpSpPr>
        <p:grpSpPr>
          <a:xfrm>
            <a:off x="1002313" y="1320795"/>
            <a:ext cx="1981080" cy="712800"/>
            <a:chOff x="1002313" y="1320795"/>
            <a:chExt cx="198108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14:cNvPr>
                <p14:cNvContentPartPr/>
                <p14:nvPr/>
              </p14:nvContentPartPr>
              <p14:xfrm>
                <a:off x="1008073" y="1478835"/>
                <a:ext cx="66600" cy="1634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9433" y="1470195"/>
                  <a:ext cx="84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14:cNvPr>
                <p14:cNvContentPartPr/>
                <p14:nvPr/>
              </p14:nvContentPartPr>
              <p14:xfrm>
                <a:off x="1002313" y="1440675"/>
                <a:ext cx="127080" cy="29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93313" y="1431675"/>
                  <a:ext cx="144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14:cNvPr>
                <p14:cNvContentPartPr/>
                <p14:nvPr/>
              </p14:nvContentPartPr>
              <p14:xfrm>
                <a:off x="1040833" y="1511955"/>
                <a:ext cx="79920" cy="9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32193" y="1503315"/>
                  <a:ext cx="97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14:cNvPr>
                <p14:cNvContentPartPr/>
                <p14:nvPr/>
              </p14:nvContentPartPr>
              <p14:xfrm>
                <a:off x="1181233" y="1417275"/>
                <a:ext cx="93960" cy="228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72233" y="1408635"/>
                  <a:ext cx="111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14:cNvPr>
                <p14:cNvContentPartPr/>
                <p14:nvPr/>
              </p14:nvContentPartPr>
              <p14:xfrm>
                <a:off x="1327393" y="1526355"/>
                <a:ext cx="99000" cy="745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318393" y="1517715"/>
                  <a:ext cx="11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14:cNvPr>
                <p14:cNvContentPartPr/>
                <p14:nvPr/>
              </p14:nvContentPartPr>
              <p14:xfrm>
                <a:off x="1480753" y="1491435"/>
                <a:ext cx="193680" cy="105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472113" y="1482795"/>
                  <a:ext cx="21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14:cNvPr>
                <p14:cNvContentPartPr/>
                <p14:nvPr/>
              </p14:nvContentPartPr>
              <p14:xfrm>
                <a:off x="1776313" y="1525635"/>
                <a:ext cx="149040" cy="16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767673" y="1516635"/>
                  <a:ext cx="166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14:cNvPr>
                <p14:cNvContentPartPr/>
                <p14:nvPr/>
              </p14:nvContentPartPr>
              <p14:xfrm>
                <a:off x="1927873" y="1485675"/>
                <a:ext cx="48960" cy="914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19233" y="1477035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14:cNvPr>
                <p14:cNvContentPartPr/>
                <p14:nvPr/>
              </p14:nvContentPartPr>
              <p14:xfrm>
                <a:off x="2061793" y="1500795"/>
                <a:ext cx="89640" cy="62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053153" y="1492155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14:cNvPr>
                <p14:cNvContentPartPr/>
                <p14:nvPr/>
              </p14:nvContentPartPr>
              <p14:xfrm>
                <a:off x="2186353" y="1479915"/>
                <a:ext cx="97200" cy="158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77713" y="1470915"/>
                  <a:ext cx="114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14:cNvPr>
                <p14:cNvContentPartPr/>
                <p14:nvPr/>
              </p14:nvContentPartPr>
              <p14:xfrm>
                <a:off x="2311273" y="1379115"/>
                <a:ext cx="158400" cy="17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302273" y="1370115"/>
                  <a:ext cx="176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14:cNvPr>
                <p14:cNvContentPartPr/>
                <p14:nvPr/>
              </p14:nvContentPartPr>
              <p14:xfrm>
                <a:off x="2692513" y="1491795"/>
                <a:ext cx="109440" cy="77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83873" y="1482795"/>
                  <a:ext cx="12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14:cNvPr>
                <p14:cNvContentPartPr/>
                <p14:nvPr/>
              </p14:nvContentPartPr>
              <p14:xfrm>
                <a:off x="2858113" y="1320795"/>
                <a:ext cx="88920" cy="338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849113" y="1312155"/>
                  <a:ext cx="106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14:cNvPr>
                <p14:cNvContentPartPr/>
                <p14:nvPr/>
              </p14:nvContentPartPr>
              <p14:xfrm>
                <a:off x="2825353" y="1556955"/>
                <a:ext cx="146880" cy="180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16353" y="1547955"/>
                  <a:ext cx="164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14:cNvPr>
                <p14:cNvContentPartPr/>
                <p14:nvPr/>
              </p14:nvContentPartPr>
              <p14:xfrm>
                <a:off x="2440873" y="1517715"/>
                <a:ext cx="39240" cy="43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431873" y="1509075"/>
                  <a:ext cx="5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14:cNvPr>
                <p14:cNvContentPartPr/>
                <p14:nvPr/>
              </p14:nvContentPartPr>
              <p14:xfrm>
                <a:off x="1072153" y="1843155"/>
                <a:ext cx="133920" cy="94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63513" y="1834515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14:cNvPr>
                <p14:cNvContentPartPr/>
                <p14:nvPr/>
              </p14:nvContentPartPr>
              <p14:xfrm>
                <a:off x="1253953" y="1870875"/>
                <a:ext cx="99720" cy="694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245313" y="1861875"/>
                  <a:ext cx="11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14:cNvPr>
                <p14:cNvContentPartPr/>
                <p14:nvPr/>
              </p14:nvContentPartPr>
              <p14:xfrm>
                <a:off x="1414513" y="1853955"/>
                <a:ext cx="232920" cy="687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405873" y="1845315"/>
                  <a:ext cx="25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14:cNvPr>
                <p14:cNvContentPartPr/>
                <p14:nvPr/>
              </p14:nvContentPartPr>
              <p14:xfrm>
                <a:off x="1700353" y="1859715"/>
                <a:ext cx="105480" cy="173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691353" y="1850715"/>
                  <a:ext cx="123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14:cNvPr>
                <p14:cNvContentPartPr/>
                <p14:nvPr/>
              </p14:nvContentPartPr>
              <p14:xfrm>
                <a:off x="1873513" y="1848915"/>
                <a:ext cx="140040" cy="738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64513" y="1839915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14:cNvPr>
                <p14:cNvContentPartPr/>
                <p14:nvPr/>
              </p14:nvContentPartPr>
              <p14:xfrm>
                <a:off x="2049553" y="1693755"/>
                <a:ext cx="125640" cy="219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040553" y="1684755"/>
                  <a:ext cx="143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14:cNvPr>
                <p14:cNvContentPartPr/>
                <p14:nvPr/>
              </p14:nvContentPartPr>
              <p14:xfrm>
                <a:off x="1985833" y="1809315"/>
                <a:ext cx="138600" cy="26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977193" y="1800675"/>
                  <a:ext cx="156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14:cNvPr>
                <p14:cNvContentPartPr/>
                <p14:nvPr/>
              </p14:nvContentPartPr>
              <p14:xfrm>
                <a:off x="2235673" y="1853235"/>
                <a:ext cx="138240" cy="77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27033" y="1844235"/>
                  <a:ext cx="155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14:cNvPr>
                <p14:cNvContentPartPr/>
                <p14:nvPr/>
              </p14:nvContentPartPr>
              <p14:xfrm>
                <a:off x="2376073" y="1712475"/>
                <a:ext cx="85680" cy="1922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367073" y="1703475"/>
                  <a:ext cx="103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14:cNvPr>
                <p14:cNvContentPartPr/>
                <p14:nvPr/>
              </p14:nvContentPartPr>
              <p14:xfrm>
                <a:off x="2357353" y="1820115"/>
                <a:ext cx="92520" cy="12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348713" y="1811115"/>
                  <a:ext cx="11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14:cNvPr>
                <p14:cNvContentPartPr/>
                <p14:nvPr/>
              </p14:nvContentPartPr>
              <p14:xfrm>
                <a:off x="2491993" y="1845315"/>
                <a:ext cx="25920" cy="471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82993" y="1836675"/>
                  <a:ext cx="4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14:cNvPr>
                <p14:cNvContentPartPr/>
                <p14:nvPr/>
              </p14:nvContentPartPr>
              <p14:xfrm>
                <a:off x="2496313" y="1745595"/>
                <a:ext cx="7920" cy="79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487313" y="1736955"/>
                  <a:ext cx="2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14:cNvPr>
                <p14:cNvContentPartPr/>
                <p14:nvPr/>
              </p14:nvContentPartPr>
              <p14:xfrm>
                <a:off x="2624833" y="1839915"/>
                <a:ext cx="109080" cy="88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615833" y="183127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14:cNvPr>
                <p14:cNvContentPartPr/>
                <p14:nvPr/>
              </p14:nvContentPartPr>
              <p14:xfrm>
                <a:off x="2774233" y="1830915"/>
                <a:ext cx="209160" cy="712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5593" y="1821915"/>
                  <a:ext cx="226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14:cNvPr>
                <p14:cNvContentPartPr/>
                <p14:nvPr/>
              </p14:nvContentPartPr>
              <p14:xfrm>
                <a:off x="2477953" y="1749195"/>
                <a:ext cx="36000" cy="15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69313" y="1740555"/>
                  <a:ext cx="53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D11BFE9-679F-A196-1C22-58B2B516274D}"/>
              </a:ext>
            </a:extLst>
          </p:cNvPr>
          <p:cNvGrpSpPr/>
          <p:nvPr/>
        </p:nvGrpSpPr>
        <p:grpSpPr>
          <a:xfrm>
            <a:off x="8975342" y="3900163"/>
            <a:ext cx="1761480" cy="433800"/>
            <a:chOff x="8975342" y="3900163"/>
            <a:chExt cx="176148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14:cNvPr>
                <p14:cNvContentPartPr/>
                <p14:nvPr/>
              </p14:nvContentPartPr>
              <p14:xfrm>
                <a:off x="8975342" y="3926443"/>
                <a:ext cx="34920" cy="1947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966342" y="3917443"/>
                  <a:ext cx="52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14:cNvPr>
                <p14:cNvContentPartPr/>
                <p14:nvPr/>
              </p14:nvContentPartPr>
              <p14:xfrm>
                <a:off x="9020702" y="3927523"/>
                <a:ext cx="182160" cy="1818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11702" y="3918523"/>
                  <a:ext cx="199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14:cNvPr>
                <p14:cNvContentPartPr/>
                <p14:nvPr/>
              </p14:nvContentPartPr>
              <p14:xfrm>
                <a:off x="9187742" y="4042003"/>
                <a:ext cx="150480" cy="1116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179102" y="4033003"/>
                  <a:ext cx="168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14:cNvPr>
                <p14:cNvContentPartPr/>
                <p14:nvPr/>
              </p14:nvContentPartPr>
              <p14:xfrm>
                <a:off x="9397982" y="4078003"/>
                <a:ext cx="151200" cy="2559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389342" y="4069003"/>
                  <a:ext cx="168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14:cNvPr>
                <p14:cNvContentPartPr/>
                <p14:nvPr/>
              </p14:nvContentPartPr>
              <p14:xfrm>
                <a:off x="9687422" y="3900163"/>
                <a:ext cx="58680" cy="236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78422" y="3891163"/>
                  <a:ext cx="76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14:cNvPr>
                <p14:cNvContentPartPr/>
                <p14:nvPr/>
              </p14:nvContentPartPr>
              <p14:xfrm>
                <a:off x="9635942" y="4024003"/>
                <a:ext cx="151920" cy="216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627302" y="4015003"/>
                  <a:ext cx="169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14:cNvPr>
                <p14:cNvContentPartPr/>
                <p14:nvPr/>
              </p14:nvContentPartPr>
              <p14:xfrm>
                <a:off x="9843302" y="4041643"/>
                <a:ext cx="99720" cy="745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834662" y="4032643"/>
                  <a:ext cx="117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14:cNvPr>
                <p14:cNvContentPartPr/>
                <p14:nvPr/>
              </p14:nvContentPartPr>
              <p14:xfrm>
                <a:off x="10161182" y="3962083"/>
                <a:ext cx="34920" cy="1670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52182" y="3953443"/>
                  <a:ext cx="52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14:cNvPr>
                <p14:cNvContentPartPr/>
                <p14:nvPr/>
              </p14:nvContentPartPr>
              <p14:xfrm>
                <a:off x="10155062" y="3912403"/>
                <a:ext cx="111240" cy="26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146062" y="3903763"/>
                  <a:ext cx="12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14:cNvPr>
                <p14:cNvContentPartPr/>
                <p14:nvPr/>
              </p14:nvContentPartPr>
              <p14:xfrm>
                <a:off x="10210142" y="4022563"/>
                <a:ext cx="67320" cy="43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201502" y="4013923"/>
                  <a:ext cx="8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14:cNvPr>
                <p14:cNvContentPartPr/>
                <p14:nvPr/>
              </p14:nvContentPartPr>
              <p14:xfrm>
                <a:off x="10377182" y="3979723"/>
                <a:ext cx="37440" cy="126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368182" y="3971083"/>
                  <a:ext cx="5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14:cNvPr>
                <p14:cNvContentPartPr/>
                <p14:nvPr/>
              </p14:nvContentPartPr>
              <p14:xfrm>
                <a:off x="10368182" y="3918883"/>
                <a:ext cx="110160" cy="280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359542" y="3909883"/>
                  <a:ext cx="127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14:cNvPr>
                <p14:cNvContentPartPr/>
                <p14:nvPr/>
              </p14:nvContentPartPr>
              <p14:xfrm>
                <a:off x="10400222" y="4024723"/>
                <a:ext cx="73800" cy="64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391582" y="4016083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14:cNvPr>
                <p14:cNvContentPartPr/>
                <p14:nvPr/>
              </p14:nvContentPartPr>
              <p14:xfrm>
                <a:off x="10648982" y="3969283"/>
                <a:ext cx="59040" cy="161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39982" y="3960283"/>
                  <a:ext cx="76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14:cNvPr>
                <p14:cNvContentPartPr/>
                <p14:nvPr/>
              </p14:nvContentPartPr>
              <p14:xfrm>
                <a:off x="10572662" y="3944443"/>
                <a:ext cx="164160" cy="151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3662" y="3935803"/>
                  <a:ext cx="181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5580ABC3-5780-936E-3A0C-2ABE205F684E}"/>
              </a:ext>
            </a:extLst>
          </p:cNvPr>
          <p:cNvGrpSpPr/>
          <p:nvPr/>
        </p:nvGrpSpPr>
        <p:grpSpPr>
          <a:xfrm>
            <a:off x="8959502" y="4392643"/>
            <a:ext cx="1998360" cy="285480"/>
            <a:chOff x="8959502" y="4392643"/>
            <a:chExt cx="199836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14:cNvPr>
                <p14:cNvContentPartPr/>
                <p14:nvPr/>
              </p14:nvContentPartPr>
              <p14:xfrm>
                <a:off x="8959502" y="4392643"/>
                <a:ext cx="99360" cy="285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50502" y="4383643"/>
                  <a:ext cx="117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14:cNvPr>
                <p14:cNvContentPartPr/>
                <p14:nvPr/>
              </p14:nvContentPartPr>
              <p14:xfrm>
                <a:off x="9130142" y="4509643"/>
                <a:ext cx="50400" cy="1440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21142" y="4500643"/>
                  <a:ext cx="68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14:cNvPr>
                <p14:cNvContentPartPr/>
                <p14:nvPr/>
              </p14:nvContentPartPr>
              <p14:xfrm>
                <a:off x="9116822" y="4459963"/>
                <a:ext cx="111240" cy="28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107822" y="4450963"/>
                  <a:ext cx="12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14:cNvPr>
                <p14:cNvContentPartPr/>
                <p14:nvPr/>
              </p14:nvContentPartPr>
              <p14:xfrm>
                <a:off x="9155342" y="4568683"/>
                <a:ext cx="65160" cy="8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146342" y="4560043"/>
                  <a:ext cx="8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14:cNvPr>
                <p14:cNvContentPartPr/>
                <p14:nvPr/>
              </p14:nvContentPartPr>
              <p14:xfrm>
                <a:off x="9282782" y="4585603"/>
                <a:ext cx="132840" cy="864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274142" y="4576963"/>
                  <a:ext cx="150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14:cNvPr>
                <p14:cNvContentPartPr/>
                <p14:nvPr/>
              </p14:nvContentPartPr>
              <p14:xfrm>
                <a:off x="9406262" y="4550323"/>
                <a:ext cx="113760" cy="1090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97262" y="4541683"/>
                  <a:ext cx="13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14:cNvPr>
                <p14:cNvContentPartPr/>
                <p14:nvPr/>
              </p14:nvContentPartPr>
              <p14:xfrm>
                <a:off x="9602462" y="4453483"/>
                <a:ext cx="95400" cy="175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593822" y="4444843"/>
                  <a:ext cx="11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14:cNvPr>
                <p14:cNvContentPartPr/>
                <p14:nvPr/>
              </p14:nvContentPartPr>
              <p14:xfrm>
                <a:off x="9594182" y="4539523"/>
                <a:ext cx="68760" cy="4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585542" y="4530883"/>
                  <a:ext cx="86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14:cNvPr>
                <p14:cNvContentPartPr/>
                <p14:nvPr/>
              </p14:nvContentPartPr>
              <p14:xfrm>
                <a:off x="9933302" y="4494523"/>
                <a:ext cx="49680" cy="129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924662" y="4485523"/>
                  <a:ext cx="6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14:cNvPr>
                <p14:cNvContentPartPr/>
                <p14:nvPr/>
              </p14:nvContentPartPr>
              <p14:xfrm>
                <a:off x="9931502" y="4439803"/>
                <a:ext cx="99360" cy="39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922862" y="4430803"/>
                  <a:ext cx="117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14:cNvPr>
                <p14:cNvContentPartPr/>
                <p14:nvPr/>
              </p14:nvContentPartPr>
              <p14:xfrm>
                <a:off x="9969302" y="4524763"/>
                <a:ext cx="72360" cy="8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60662" y="4515763"/>
                  <a:ext cx="90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14:cNvPr>
                <p14:cNvContentPartPr/>
                <p14:nvPr/>
              </p14:nvContentPartPr>
              <p14:xfrm>
                <a:off x="10096022" y="4538443"/>
                <a:ext cx="92160" cy="792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87022" y="4529803"/>
                  <a:ext cx="109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14:cNvPr>
                <p14:cNvContentPartPr/>
                <p14:nvPr/>
              </p14:nvContentPartPr>
              <p14:xfrm>
                <a:off x="10231382" y="4573363"/>
                <a:ext cx="123120" cy="673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222742" y="4564723"/>
                  <a:ext cx="14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14:cNvPr>
                <p14:cNvContentPartPr/>
                <p14:nvPr/>
              </p14:nvContentPartPr>
              <p14:xfrm>
                <a:off x="10419302" y="4539163"/>
                <a:ext cx="57600" cy="1065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410662" y="4530163"/>
                  <a:ext cx="7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14:cNvPr>
                <p14:cNvContentPartPr/>
                <p14:nvPr/>
              </p14:nvContentPartPr>
              <p14:xfrm>
                <a:off x="10538102" y="4561123"/>
                <a:ext cx="49680" cy="590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529102" y="4552483"/>
                  <a:ext cx="67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14:cNvPr>
                <p14:cNvContentPartPr/>
                <p14:nvPr/>
              </p14:nvContentPartPr>
              <p14:xfrm>
                <a:off x="10551782" y="4481563"/>
                <a:ext cx="2520" cy="10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43142" y="4472923"/>
                  <a:ext cx="2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14:cNvPr>
                <p14:cNvContentPartPr/>
                <p14:nvPr/>
              </p14:nvContentPartPr>
              <p14:xfrm>
                <a:off x="10664462" y="4515763"/>
                <a:ext cx="161640" cy="116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655462" y="4507123"/>
                  <a:ext cx="179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14:cNvPr>
                <p14:cNvContentPartPr/>
                <p14:nvPr/>
              </p14:nvContentPartPr>
              <p14:xfrm>
                <a:off x="10825742" y="4522243"/>
                <a:ext cx="132120" cy="1288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0816742" y="4513243"/>
                  <a:ext cx="149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14:cNvPr>
                <p14:cNvContentPartPr/>
                <p14:nvPr/>
              </p14:nvContentPartPr>
              <p14:xfrm>
                <a:off x="10549982" y="4465003"/>
                <a:ext cx="17280" cy="316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541342" y="4456363"/>
                  <a:ext cx="3492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B9BC65A-9852-D20C-073D-78C7DDF1D025}"/>
              </a:ext>
            </a:extLst>
          </p:cNvPr>
          <p:cNvGrpSpPr/>
          <p:nvPr/>
        </p:nvGrpSpPr>
        <p:grpSpPr>
          <a:xfrm>
            <a:off x="9149222" y="4849483"/>
            <a:ext cx="1843920" cy="322200"/>
            <a:chOff x="9149222" y="4849483"/>
            <a:chExt cx="18439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14:cNvPr>
                <p14:cNvContentPartPr/>
                <p14:nvPr/>
              </p14:nvContentPartPr>
              <p14:xfrm>
                <a:off x="9257222" y="4931923"/>
                <a:ext cx="53280" cy="1537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48222" y="4922923"/>
                  <a:ext cx="7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14:cNvPr>
                <p14:cNvContentPartPr/>
                <p14:nvPr/>
              </p14:nvContentPartPr>
              <p14:xfrm>
                <a:off x="9149222" y="4894123"/>
                <a:ext cx="230040" cy="20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140582" y="4885123"/>
                  <a:ext cx="24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14:cNvPr>
                <p14:cNvContentPartPr/>
                <p14:nvPr/>
              </p14:nvContentPartPr>
              <p14:xfrm>
                <a:off x="9403742" y="4998883"/>
                <a:ext cx="111960" cy="878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394742" y="4990243"/>
                  <a:ext cx="129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14:cNvPr>
                <p14:cNvContentPartPr/>
                <p14:nvPr/>
              </p14:nvContentPartPr>
              <p14:xfrm>
                <a:off x="9564302" y="5028403"/>
                <a:ext cx="120240" cy="810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555662" y="5019763"/>
                  <a:ext cx="137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14:cNvPr>
                <p14:cNvContentPartPr/>
                <p14:nvPr/>
              </p14:nvContentPartPr>
              <p14:xfrm>
                <a:off x="9726302" y="5029123"/>
                <a:ext cx="142560" cy="72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717662" y="5020483"/>
                  <a:ext cx="160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14:cNvPr>
                <p14:cNvContentPartPr/>
                <p14:nvPr/>
              </p14:nvContentPartPr>
              <p14:xfrm>
                <a:off x="9932222" y="4992403"/>
                <a:ext cx="114480" cy="1170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923222" y="4983403"/>
                  <a:ext cx="132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14:cNvPr>
                <p14:cNvContentPartPr/>
                <p14:nvPr/>
              </p14:nvContentPartPr>
              <p14:xfrm>
                <a:off x="10169462" y="4849483"/>
                <a:ext cx="82800" cy="322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60462" y="4840843"/>
                  <a:ext cx="100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14:cNvPr>
                <p14:cNvContentPartPr/>
                <p14:nvPr/>
              </p14:nvContentPartPr>
              <p14:xfrm>
                <a:off x="10168382" y="5037403"/>
                <a:ext cx="90720" cy="12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159382" y="5028403"/>
                  <a:ext cx="108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14:cNvPr>
                <p14:cNvContentPartPr/>
                <p14:nvPr/>
              </p14:nvContentPartPr>
              <p14:xfrm>
                <a:off x="10328582" y="5008603"/>
                <a:ext cx="132120" cy="91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319582" y="4999603"/>
                  <a:ext cx="149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14:cNvPr>
                <p14:cNvContentPartPr/>
                <p14:nvPr/>
              </p14:nvContentPartPr>
              <p14:xfrm>
                <a:off x="10538822" y="4973683"/>
                <a:ext cx="83880" cy="1094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529822" y="4964683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14:cNvPr>
                <p14:cNvContentPartPr/>
                <p14:nvPr/>
              </p14:nvContentPartPr>
              <p14:xfrm>
                <a:off x="10715942" y="4985923"/>
                <a:ext cx="277200" cy="123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706942" y="4976923"/>
                  <a:ext cx="29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14:cNvPr>
                <p14:cNvContentPartPr/>
                <p14:nvPr/>
              </p14:nvContentPartPr>
              <p14:xfrm>
                <a:off x="10566542" y="5026243"/>
                <a:ext cx="35640" cy="86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557542" y="5017243"/>
                  <a:ext cx="5328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8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14:cNvPr>
              <p14:cNvContentPartPr/>
              <p14:nvPr/>
            </p14:nvContentPartPr>
            <p14:xfrm>
              <a:off x="10985582" y="4820323"/>
              <a:ext cx="180000" cy="321120"/>
            </p14:xfrm>
          </p:contentPart>
        </mc:Choice>
        <mc:Fallback xmlns=""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10976942" y="4811683"/>
                <a:ext cx="197640" cy="3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4" name="Group 443">
            <a:extLst>
              <a:ext uri="{FF2B5EF4-FFF2-40B4-BE49-F238E27FC236}">
                <a16:creationId xmlns:a16="http://schemas.microsoft.com/office/drawing/2014/main" id="{B0379417-E20E-E5C6-AE90-5D322EBD88BA}"/>
              </a:ext>
            </a:extLst>
          </p:cNvPr>
          <p:cNvGrpSpPr/>
          <p:nvPr/>
        </p:nvGrpSpPr>
        <p:grpSpPr>
          <a:xfrm>
            <a:off x="3427382" y="2520283"/>
            <a:ext cx="1322280" cy="564480"/>
            <a:chOff x="3427382" y="2520283"/>
            <a:chExt cx="132228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14:cNvPr>
                <p14:cNvContentPartPr/>
                <p14:nvPr/>
              </p14:nvContentPartPr>
              <p14:xfrm>
                <a:off x="3853262" y="2964883"/>
                <a:ext cx="64440" cy="113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44262" y="2956243"/>
                  <a:ext cx="82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14:cNvPr>
                <p14:cNvContentPartPr/>
                <p14:nvPr/>
              </p14:nvContentPartPr>
              <p14:xfrm>
                <a:off x="3427382" y="2672563"/>
                <a:ext cx="158040" cy="119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418382" y="2663563"/>
                  <a:ext cx="175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14:cNvPr>
                <p14:cNvContentPartPr/>
                <p14:nvPr/>
              </p14:nvContentPartPr>
              <p14:xfrm>
                <a:off x="3491462" y="2703163"/>
                <a:ext cx="51120" cy="83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482822" y="2694523"/>
                  <a:ext cx="68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14:cNvPr>
                <p14:cNvContentPartPr/>
                <p14:nvPr/>
              </p14:nvContentPartPr>
              <p14:xfrm>
                <a:off x="3573182" y="2564563"/>
                <a:ext cx="135000" cy="199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564542" y="2555923"/>
                  <a:ext cx="152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14:cNvPr>
                <p14:cNvContentPartPr/>
                <p14:nvPr/>
              </p14:nvContentPartPr>
              <p14:xfrm>
                <a:off x="3698822" y="2660683"/>
                <a:ext cx="113040" cy="68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690182" y="2652043"/>
                  <a:ext cx="130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14:cNvPr>
                <p14:cNvContentPartPr/>
                <p14:nvPr/>
              </p14:nvContentPartPr>
              <p14:xfrm>
                <a:off x="3807182" y="2537203"/>
                <a:ext cx="118440" cy="22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798542" y="2528203"/>
                  <a:ext cx="136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14:cNvPr>
                <p14:cNvContentPartPr/>
                <p14:nvPr/>
              </p14:nvContentPartPr>
              <p14:xfrm>
                <a:off x="4080782" y="2645203"/>
                <a:ext cx="20520" cy="81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072142" y="2636203"/>
                  <a:ext cx="3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14:cNvPr>
                <p14:cNvContentPartPr/>
                <p14:nvPr/>
              </p14:nvContentPartPr>
              <p14:xfrm>
                <a:off x="4010222" y="2686603"/>
                <a:ext cx="127440" cy="8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001582" y="2677963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14:cNvPr>
                <p14:cNvContentPartPr/>
                <p14:nvPr/>
              </p14:nvContentPartPr>
              <p14:xfrm>
                <a:off x="4232342" y="2637643"/>
                <a:ext cx="120600" cy="77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223702" y="2628643"/>
                  <a:ext cx="138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14:cNvPr>
                <p14:cNvContentPartPr/>
                <p14:nvPr/>
              </p14:nvContentPartPr>
              <p14:xfrm>
                <a:off x="4274102" y="2649163"/>
                <a:ext cx="74520" cy="92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265462" y="2640163"/>
                  <a:ext cx="92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14:cNvPr>
                <p14:cNvContentPartPr/>
                <p14:nvPr/>
              </p14:nvContentPartPr>
              <p14:xfrm>
                <a:off x="4414862" y="2527123"/>
                <a:ext cx="77760" cy="230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406222" y="2518483"/>
                  <a:ext cx="95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14:cNvPr>
                <p14:cNvContentPartPr/>
                <p14:nvPr/>
              </p14:nvContentPartPr>
              <p14:xfrm>
                <a:off x="4518182" y="2618923"/>
                <a:ext cx="138960" cy="108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509542" y="2610283"/>
                  <a:ext cx="15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14:cNvPr>
                <p14:cNvContentPartPr/>
                <p14:nvPr/>
              </p14:nvContentPartPr>
              <p14:xfrm>
                <a:off x="4645262" y="2520283"/>
                <a:ext cx="104400" cy="241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636622" y="2511283"/>
                  <a:ext cx="122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14:cNvPr>
                <p14:cNvContentPartPr/>
                <p14:nvPr/>
              </p14:nvContentPartPr>
              <p14:xfrm>
                <a:off x="3763982" y="2836003"/>
                <a:ext cx="117360" cy="17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754982" y="2827003"/>
                  <a:ext cx="135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14:cNvPr>
                <p14:cNvContentPartPr/>
                <p14:nvPr/>
              </p14:nvContentPartPr>
              <p14:xfrm>
                <a:off x="3803582" y="3027883"/>
                <a:ext cx="139320" cy="568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794582" y="3019243"/>
                  <a:ext cx="15696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68C957FF-9AA2-9E9E-0201-0504AEA7DB2C}"/>
              </a:ext>
            </a:extLst>
          </p:cNvPr>
          <p:cNvGrpSpPr/>
          <p:nvPr/>
        </p:nvGrpSpPr>
        <p:grpSpPr>
          <a:xfrm>
            <a:off x="3926342" y="5987083"/>
            <a:ext cx="103680" cy="187560"/>
            <a:chOff x="3926342" y="5987083"/>
            <a:chExt cx="103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14:cNvPr>
                <p14:cNvContentPartPr/>
                <p14:nvPr/>
              </p14:nvContentPartPr>
              <p14:xfrm>
                <a:off x="3953702" y="6011563"/>
                <a:ext cx="60840" cy="1630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945062" y="6002563"/>
                  <a:ext cx="78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14:cNvPr>
                <p14:cNvContentPartPr/>
                <p14:nvPr/>
              </p14:nvContentPartPr>
              <p14:xfrm>
                <a:off x="3926342" y="5987083"/>
                <a:ext cx="103680" cy="691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917342" y="5978083"/>
                  <a:ext cx="1213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AAEA00F5-831A-DF2E-E4D2-910EBCFD66DC}"/>
              </a:ext>
            </a:extLst>
          </p:cNvPr>
          <p:cNvGrpSpPr/>
          <p:nvPr/>
        </p:nvGrpSpPr>
        <p:grpSpPr>
          <a:xfrm>
            <a:off x="3865142" y="6207403"/>
            <a:ext cx="1339560" cy="283680"/>
            <a:chOff x="3865142" y="6207403"/>
            <a:chExt cx="133956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14:cNvPr>
                <p14:cNvContentPartPr/>
                <p14:nvPr/>
              </p14:nvContentPartPr>
              <p14:xfrm>
                <a:off x="3865142" y="6336643"/>
                <a:ext cx="149760" cy="1087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3856502" y="6328003"/>
                  <a:ext cx="16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14:cNvPr>
                <p14:cNvContentPartPr/>
                <p14:nvPr/>
              </p14:nvContentPartPr>
              <p14:xfrm>
                <a:off x="3912302" y="6341683"/>
                <a:ext cx="65160" cy="1054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3903662" y="6332683"/>
                  <a:ext cx="8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14:cNvPr>
                <p14:cNvContentPartPr/>
                <p14:nvPr/>
              </p14:nvContentPartPr>
              <p14:xfrm>
                <a:off x="4064582" y="6251683"/>
                <a:ext cx="110520" cy="2343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055582" y="6243043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14:cNvPr>
                <p14:cNvContentPartPr/>
                <p14:nvPr/>
              </p14:nvContentPartPr>
              <p14:xfrm>
                <a:off x="4181582" y="6366163"/>
                <a:ext cx="25200" cy="795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172942" y="6357523"/>
                  <a:ext cx="42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14:cNvPr>
                <p14:cNvContentPartPr/>
                <p14:nvPr/>
              </p14:nvContentPartPr>
              <p14:xfrm>
                <a:off x="4220462" y="6272563"/>
                <a:ext cx="131040" cy="218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211822" y="6263563"/>
                  <a:ext cx="14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14:cNvPr>
                <p14:cNvContentPartPr/>
                <p14:nvPr/>
              </p14:nvContentPartPr>
              <p14:xfrm>
                <a:off x="4475702" y="6388123"/>
                <a:ext cx="88200" cy="79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466702" y="6379483"/>
                  <a:ext cx="105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14:cNvPr>
                <p14:cNvContentPartPr/>
                <p14:nvPr/>
              </p14:nvContentPartPr>
              <p14:xfrm>
                <a:off x="4627982" y="6333403"/>
                <a:ext cx="145800" cy="1022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619342" y="6324763"/>
                  <a:ext cx="16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14:cNvPr>
                <p14:cNvContentPartPr/>
                <p14:nvPr/>
              </p14:nvContentPartPr>
              <p14:xfrm>
                <a:off x="4697462" y="6341683"/>
                <a:ext cx="56880" cy="92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688822" y="6333043"/>
                  <a:ext cx="74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14:cNvPr>
                <p14:cNvContentPartPr/>
                <p14:nvPr/>
              </p14:nvContentPartPr>
              <p14:xfrm>
                <a:off x="4815542" y="6207403"/>
                <a:ext cx="122400" cy="2480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806902" y="6198763"/>
                  <a:ext cx="140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14:cNvPr>
                <p14:cNvContentPartPr/>
                <p14:nvPr/>
              </p14:nvContentPartPr>
              <p14:xfrm>
                <a:off x="4937222" y="6268603"/>
                <a:ext cx="150480" cy="151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928582" y="6259963"/>
                  <a:ext cx="168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14:cNvPr>
                <p14:cNvContentPartPr/>
                <p14:nvPr/>
              </p14:nvContentPartPr>
              <p14:xfrm>
                <a:off x="5120462" y="6230443"/>
                <a:ext cx="84240" cy="2469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111462" y="6221803"/>
                  <a:ext cx="1018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C9D43C0D-6694-3AED-7D82-D8126CFE6EDA}"/>
              </a:ext>
            </a:extLst>
          </p:cNvPr>
          <p:cNvGrpSpPr/>
          <p:nvPr/>
        </p:nvGrpSpPr>
        <p:grpSpPr>
          <a:xfrm>
            <a:off x="1565462" y="4826443"/>
            <a:ext cx="3196800" cy="1013400"/>
            <a:chOff x="1565462" y="4826443"/>
            <a:chExt cx="319680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14:cNvPr>
                <p14:cNvContentPartPr/>
                <p14:nvPr/>
              </p14:nvContentPartPr>
              <p14:xfrm>
                <a:off x="1617662" y="4854163"/>
                <a:ext cx="2235600" cy="58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609022" y="4845523"/>
                  <a:ext cx="2253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14:cNvPr>
                <p14:cNvContentPartPr/>
                <p14:nvPr/>
              </p14:nvContentPartPr>
              <p14:xfrm>
                <a:off x="1565462" y="4883683"/>
                <a:ext cx="2248920" cy="870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556822" y="4875043"/>
                  <a:ext cx="226656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14:cNvPr>
                <p14:cNvContentPartPr/>
                <p14:nvPr/>
              </p14:nvContentPartPr>
              <p14:xfrm>
                <a:off x="3831662" y="4826443"/>
                <a:ext cx="173160" cy="99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822662" y="4817803"/>
                  <a:ext cx="190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14:cNvPr>
                <p14:cNvContentPartPr/>
                <p14:nvPr/>
              </p14:nvContentPartPr>
              <p14:xfrm>
                <a:off x="3854702" y="5751283"/>
                <a:ext cx="110520" cy="84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846062" y="5742643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14:cNvPr>
                <p14:cNvContentPartPr/>
                <p14:nvPr/>
              </p14:nvContentPartPr>
              <p14:xfrm>
                <a:off x="1569422" y="4999603"/>
                <a:ext cx="2343600" cy="793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560782" y="4990963"/>
                  <a:ext cx="2361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14:cNvPr>
                <p14:cNvContentPartPr/>
                <p14:nvPr/>
              </p14:nvContentPartPr>
              <p14:xfrm>
                <a:off x="1597142" y="5780803"/>
                <a:ext cx="226332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588502" y="5771803"/>
                  <a:ext cx="228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14:cNvPr>
                <p14:cNvContentPartPr/>
                <p14:nvPr/>
              </p14:nvContentPartPr>
              <p14:xfrm>
                <a:off x="3057662" y="5682163"/>
                <a:ext cx="282600" cy="157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048662" y="5673163"/>
                  <a:ext cx="300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14:cNvPr>
                <p14:cNvContentPartPr/>
                <p14:nvPr/>
              </p14:nvContentPartPr>
              <p14:xfrm>
                <a:off x="3679382" y="5096803"/>
                <a:ext cx="92880" cy="98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3670742" y="5088163"/>
                  <a:ext cx="110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14:cNvPr>
                <p14:cNvContentPartPr/>
                <p14:nvPr/>
              </p14:nvContentPartPr>
              <p14:xfrm>
                <a:off x="3692702" y="5109763"/>
                <a:ext cx="53640" cy="939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3684062" y="5100763"/>
                  <a:ext cx="71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14:cNvPr>
                <p14:cNvContentPartPr/>
                <p14:nvPr/>
              </p14:nvContentPartPr>
              <p14:xfrm>
                <a:off x="3812222" y="5028763"/>
                <a:ext cx="87120" cy="1933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3803582" y="5020123"/>
                  <a:ext cx="104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14:cNvPr>
                <p14:cNvContentPartPr/>
                <p14:nvPr/>
              </p14:nvContentPartPr>
              <p14:xfrm>
                <a:off x="3919862" y="5088523"/>
                <a:ext cx="32760" cy="110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911222" y="5079523"/>
                  <a:ext cx="5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14:cNvPr>
                <p14:cNvContentPartPr/>
                <p14:nvPr/>
              </p14:nvContentPartPr>
              <p14:xfrm>
                <a:off x="3974582" y="5025523"/>
                <a:ext cx="90720" cy="1936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965942" y="5016523"/>
                  <a:ext cx="108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14:cNvPr>
                <p14:cNvContentPartPr/>
                <p14:nvPr/>
              </p14:nvContentPartPr>
              <p14:xfrm>
                <a:off x="4163942" y="5079883"/>
                <a:ext cx="27360" cy="774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154942" y="5071243"/>
                  <a:ext cx="45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14:cNvPr>
                <p14:cNvContentPartPr/>
                <p14:nvPr/>
              </p14:nvContentPartPr>
              <p14:xfrm>
                <a:off x="4131542" y="5114803"/>
                <a:ext cx="108360" cy="11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122542" y="5105803"/>
                  <a:ext cx="12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14:cNvPr>
                <p14:cNvContentPartPr/>
                <p14:nvPr/>
              </p14:nvContentPartPr>
              <p14:xfrm>
                <a:off x="4309022" y="5079883"/>
                <a:ext cx="113400" cy="910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300022" y="5071243"/>
                  <a:ext cx="131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14:cNvPr>
                <p14:cNvContentPartPr/>
                <p14:nvPr/>
              </p14:nvContentPartPr>
              <p14:xfrm>
                <a:off x="4342862" y="5079163"/>
                <a:ext cx="60840" cy="918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333862" y="5070523"/>
                  <a:ext cx="7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14:cNvPr>
                <p14:cNvContentPartPr/>
                <p14:nvPr/>
              </p14:nvContentPartPr>
              <p14:xfrm>
                <a:off x="4442582" y="4977643"/>
                <a:ext cx="91440" cy="2023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4433942" y="4969003"/>
                  <a:ext cx="109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14:cNvPr>
                <p14:cNvContentPartPr/>
                <p14:nvPr/>
              </p14:nvContentPartPr>
              <p14:xfrm>
                <a:off x="4542302" y="5021563"/>
                <a:ext cx="115560" cy="1468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533302" y="5012923"/>
                  <a:ext cx="133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14:cNvPr>
                <p14:cNvContentPartPr/>
                <p14:nvPr/>
              </p14:nvContentPartPr>
              <p14:xfrm>
                <a:off x="4677302" y="4977283"/>
                <a:ext cx="84960" cy="2084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668662" y="4968643"/>
                  <a:ext cx="102600" cy="22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457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F27FBD-1F2B-4E13-A7F3-E408EEFEB218}"/>
              </a:ext>
            </a:extLst>
          </p:cNvPr>
          <p:cNvGrpSpPr/>
          <p:nvPr/>
        </p:nvGrpSpPr>
        <p:grpSpPr>
          <a:xfrm>
            <a:off x="977902" y="4887176"/>
            <a:ext cx="1641240" cy="229680"/>
            <a:chOff x="977902" y="4887176"/>
            <a:chExt cx="164124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14:cNvPr>
                <p14:cNvContentPartPr/>
                <p14:nvPr/>
              </p14:nvContentPartPr>
              <p14:xfrm>
                <a:off x="977902" y="4933256"/>
                <a:ext cx="176040" cy="16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9262" y="4924616"/>
                  <a:ext cx="19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14:cNvPr>
                <p14:cNvContentPartPr/>
                <p14:nvPr/>
              </p14:nvContentPartPr>
              <p14:xfrm>
                <a:off x="1178782" y="5032976"/>
                <a:ext cx="123480" cy="8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0142" y="5023976"/>
                  <a:ext cx="141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14:cNvPr>
                <p14:cNvContentPartPr/>
                <p14:nvPr/>
              </p14:nvContentPartPr>
              <p14:xfrm>
                <a:off x="1323502" y="5055656"/>
                <a:ext cx="148320" cy="43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862" y="5046656"/>
                  <a:ext cx="165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14:cNvPr>
                <p14:cNvContentPartPr/>
                <p14:nvPr/>
              </p14:nvContentPartPr>
              <p14:xfrm>
                <a:off x="1536982" y="5039456"/>
                <a:ext cx="96480" cy="77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8342" y="5030816"/>
                  <a:ext cx="114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14:cNvPr>
                <p14:cNvContentPartPr/>
                <p14:nvPr/>
              </p14:nvContentPartPr>
              <p14:xfrm>
                <a:off x="1696462" y="5018216"/>
                <a:ext cx="9540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7822" y="5009216"/>
                  <a:ext cx="113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14:cNvPr>
                <p14:cNvContentPartPr/>
                <p14:nvPr/>
              </p14:nvContentPartPr>
              <p14:xfrm>
                <a:off x="1806622" y="4887176"/>
                <a:ext cx="251640" cy="21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7982" y="4878536"/>
                  <a:ext cx="269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14:cNvPr>
                <p14:cNvContentPartPr/>
                <p14:nvPr/>
              </p14:nvContentPartPr>
              <p14:xfrm>
                <a:off x="2110462" y="4896176"/>
                <a:ext cx="176760" cy="19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01462" y="4887176"/>
                  <a:ext cx="194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14:cNvPr>
                <p14:cNvContentPartPr/>
                <p14:nvPr/>
              </p14:nvContentPartPr>
              <p14:xfrm>
                <a:off x="2228542" y="4912016"/>
                <a:ext cx="5760" cy="3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19902" y="4903376"/>
                  <a:ext cx="23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14:cNvPr>
                <p14:cNvContentPartPr/>
                <p14:nvPr/>
              </p14:nvContentPartPr>
              <p14:xfrm>
                <a:off x="2348422" y="5007776"/>
                <a:ext cx="270720" cy="8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9422" y="4998776"/>
                  <a:ext cx="28836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493665-F6ED-EC32-7C06-1F22F8490032}"/>
              </a:ext>
            </a:extLst>
          </p:cNvPr>
          <p:cNvGrpSpPr/>
          <p:nvPr/>
        </p:nvGrpSpPr>
        <p:grpSpPr>
          <a:xfrm>
            <a:off x="2886622" y="4906616"/>
            <a:ext cx="717840" cy="363960"/>
            <a:chOff x="2886622" y="4906616"/>
            <a:chExt cx="7178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14:cNvPr>
                <p14:cNvContentPartPr/>
                <p14:nvPr/>
              </p14:nvContentPartPr>
              <p14:xfrm>
                <a:off x="2886622" y="5002376"/>
                <a:ext cx="169920" cy="75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7622" y="4993736"/>
                  <a:ext cx="18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14:cNvPr>
                <p14:cNvContentPartPr/>
                <p14:nvPr/>
              </p14:nvContentPartPr>
              <p14:xfrm>
                <a:off x="3051502" y="4975376"/>
                <a:ext cx="116640" cy="9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2502" y="4966736"/>
                  <a:ext cx="13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14:cNvPr>
                <p14:cNvContentPartPr/>
                <p14:nvPr/>
              </p14:nvContentPartPr>
              <p14:xfrm>
                <a:off x="3212782" y="5002376"/>
                <a:ext cx="18000" cy="44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4142" y="4993736"/>
                  <a:ext cx="3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14:cNvPr>
                <p14:cNvContentPartPr/>
                <p14:nvPr/>
              </p14:nvContentPartPr>
              <p14:xfrm>
                <a:off x="3216022" y="4906616"/>
                <a:ext cx="9000" cy="4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7382" y="48979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14:cNvPr>
                <p14:cNvContentPartPr/>
                <p14:nvPr/>
              </p14:nvContentPartPr>
              <p14:xfrm>
                <a:off x="3285142" y="4997696"/>
                <a:ext cx="132840" cy="5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502" y="4988696"/>
                  <a:ext cx="15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14:cNvPr>
                <p14:cNvContentPartPr/>
                <p14:nvPr/>
              </p14:nvContentPartPr>
              <p14:xfrm>
                <a:off x="3482782" y="5007056"/>
                <a:ext cx="121680" cy="263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4142" y="4998416"/>
                  <a:ext cx="13932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E21A851-A309-44AA-CB20-05B922DC89E5}"/>
              </a:ext>
            </a:extLst>
          </p:cNvPr>
          <p:cNvGrpSpPr/>
          <p:nvPr/>
        </p:nvGrpSpPr>
        <p:grpSpPr>
          <a:xfrm>
            <a:off x="4008382" y="4771976"/>
            <a:ext cx="3891960" cy="352080"/>
            <a:chOff x="4008382" y="4771976"/>
            <a:chExt cx="389196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14:cNvPr>
                <p14:cNvContentPartPr/>
                <p14:nvPr/>
              </p14:nvContentPartPr>
              <p14:xfrm>
                <a:off x="4045462" y="4927856"/>
                <a:ext cx="460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6822" y="4919216"/>
                  <a:ext cx="63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14:cNvPr>
                <p14:cNvContentPartPr/>
                <p14:nvPr/>
              </p14:nvContentPartPr>
              <p14:xfrm>
                <a:off x="4008382" y="4895096"/>
                <a:ext cx="134280" cy="2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9382" y="4886456"/>
                  <a:ext cx="151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14:cNvPr>
                <p14:cNvContentPartPr/>
                <p14:nvPr/>
              </p14:nvContentPartPr>
              <p14:xfrm>
                <a:off x="4072102" y="4943696"/>
                <a:ext cx="80280" cy="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3102" y="4935056"/>
                  <a:ext cx="97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14:cNvPr>
                <p14:cNvContentPartPr/>
                <p14:nvPr/>
              </p14:nvContentPartPr>
              <p14:xfrm>
                <a:off x="4252822" y="4940096"/>
                <a:ext cx="29160" cy="104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44182" y="4931096"/>
                  <a:ext cx="4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14:cNvPr>
                <p14:cNvContentPartPr/>
                <p14:nvPr/>
              </p14:nvContentPartPr>
              <p14:xfrm>
                <a:off x="4231582" y="4911656"/>
                <a:ext cx="117360" cy="11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22582" y="490265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14:cNvPr>
                <p14:cNvContentPartPr/>
                <p14:nvPr/>
              </p14:nvContentPartPr>
              <p14:xfrm>
                <a:off x="4295302" y="4954496"/>
                <a:ext cx="70920" cy="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86662" y="4945856"/>
                  <a:ext cx="8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14:cNvPr>
                <p14:cNvContentPartPr/>
                <p14:nvPr/>
              </p14:nvContentPartPr>
              <p14:xfrm>
                <a:off x="4481422" y="4944056"/>
                <a:ext cx="52560" cy="10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2782" y="4935056"/>
                  <a:ext cx="70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14:cNvPr>
                <p14:cNvContentPartPr/>
                <p14:nvPr/>
              </p14:nvContentPartPr>
              <p14:xfrm>
                <a:off x="4415902" y="4890776"/>
                <a:ext cx="167040" cy="3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06902" y="4882136"/>
                  <a:ext cx="184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14:cNvPr>
                <p14:cNvContentPartPr/>
                <p14:nvPr/>
              </p14:nvContentPartPr>
              <p14:xfrm>
                <a:off x="4752502" y="4959536"/>
                <a:ext cx="13860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43862" y="4950896"/>
                  <a:ext cx="156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14:cNvPr>
                <p14:cNvContentPartPr/>
                <p14:nvPr/>
              </p14:nvContentPartPr>
              <p14:xfrm>
                <a:off x="4998742" y="4873856"/>
                <a:ext cx="198000" cy="14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0102" y="4865216"/>
                  <a:ext cx="215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14:cNvPr>
                <p14:cNvContentPartPr/>
                <p14:nvPr/>
              </p14:nvContentPartPr>
              <p14:xfrm>
                <a:off x="5225902" y="4815536"/>
                <a:ext cx="254160" cy="20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6902" y="4806896"/>
                  <a:ext cx="27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14:cNvPr>
                <p14:cNvContentPartPr/>
                <p14:nvPr/>
              </p14:nvContentPartPr>
              <p14:xfrm>
                <a:off x="5470342" y="4811216"/>
                <a:ext cx="226080" cy="185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61342" y="4802216"/>
                  <a:ext cx="243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14:cNvPr>
                <p14:cNvContentPartPr/>
                <p14:nvPr/>
              </p14:nvContentPartPr>
              <p14:xfrm>
                <a:off x="5638822" y="4842896"/>
                <a:ext cx="17640" cy="28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30182" y="4834256"/>
                  <a:ext cx="35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14:cNvPr>
                <p14:cNvContentPartPr/>
                <p14:nvPr/>
              </p14:nvContentPartPr>
              <p14:xfrm>
                <a:off x="5768062" y="4921376"/>
                <a:ext cx="90720" cy="199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59062" y="4912736"/>
                  <a:ext cx="108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14:cNvPr>
                <p14:cNvContentPartPr/>
                <p14:nvPr/>
              </p14:nvContentPartPr>
              <p14:xfrm>
                <a:off x="5916382" y="4789256"/>
                <a:ext cx="222480" cy="334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07382" y="4780616"/>
                  <a:ext cx="240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14:cNvPr>
                <p14:cNvContentPartPr/>
                <p14:nvPr/>
              </p14:nvContentPartPr>
              <p14:xfrm>
                <a:off x="6294742" y="4921736"/>
                <a:ext cx="143280" cy="27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86102" y="4913096"/>
                  <a:ext cx="160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14:cNvPr>
                <p14:cNvContentPartPr/>
                <p14:nvPr/>
              </p14:nvContentPartPr>
              <p14:xfrm>
                <a:off x="6565462" y="4890776"/>
                <a:ext cx="33840" cy="6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56462" y="4882136"/>
                  <a:ext cx="51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14:cNvPr>
                <p14:cNvContentPartPr/>
                <p14:nvPr/>
              </p14:nvContentPartPr>
              <p14:xfrm>
                <a:off x="6545302" y="4779176"/>
                <a:ext cx="4680" cy="14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36302" y="477017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14:cNvPr>
                <p14:cNvContentPartPr/>
                <p14:nvPr/>
              </p14:nvContentPartPr>
              <p14:xfrm>
                <a:off x="6618742" y="4880336"/>
                <a:ext cx="134640" cy="67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09742" y="4871336"/>
                  <a:ext cx="152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14:cNvPr>
                <p14:cNvContentPartPr/>
                <p14:nvPr/>
              </p14:nvContentPartPr>
              <p14:xfrm>
                <a:off x="6783262" y="4869896"/>
                <a:ext cx="277560" cy="10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4622" y="4860896"/>
                  <a:ext cx="295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14:cNvPr>
                <p14:cNvContentPartPr/>
                <p14:nvPr/>
              </p14:nvContentPartPr>
              <p14:xfrm>
                <a:off x="7109062" y="4858736"/>
                <a:ext cx="70200" cy="10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00422" y="4850096"/>
                  <a:ext cx="87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14:cNvPr>
                <p14:cNvContentPartPr/>
                <p14:nvPr/>
              </p14:nvContentPartPr>
              <p14:xfrm>
                <a:off x="7198702" y="4882856"/>
                <a:ext cx="141120" cy="88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90062" y="4873856"/>
                  <a:ext cx="158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14:cNvPr>
                <p14:cNvContentPartPr/>
                <p14:nvPr/>
              </p14:nvContentPartPr>
              <p14:xfrm>
                <a:off x="7458622" y="4832456"/>
                <a:ext cx="61560" cy="12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9622" y="4823456"/>
                  <a:ext cx="7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14:cNvPr>
                <p14:cNvContentPartPr/>
                <p14:nvPr/>
              </p14:nvContentPartPr>
              <p14:xfrm>
                <a:off x="7442782" y="4784936"/>
                <a:ext cx="108720" cy="4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33782" y="4776296"/>
                  <a:ext cx="126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14:cNvPr>
                <p14:cNvContentPartPr/>
                <p14:nvPr/>
              </p14:nvContentPartPr>
              <p14:xfrm>
                <a:off x="7458622" y="4864136"/>
                <a:ext cx="73080" cy="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9622" y="48551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14:cNvPr>
                <p14:cNvContentPartPr/>
                <p14:nvPr/>
              </p14:nvContentPartPr>
              <p14:xfrm>
                <a:off x="7618102" y="4858736"/>
                <a:ext cx="52560" cy="9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09102" y="4850096"/>
                  <a:ext cx="70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14:cNvPr>
                <p14:cNvContentPartPr/>
                <p14:nvPr/>
              </p14:nvContentPartPr>
              <p14:xfrm>
                <a:off x="7586062" y="4771976"/>
                <a:ext cx="110880" cy="44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77422" y="4763336"/>
                  <a:ext cx="128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14:cNvPr>
                <p14:cNvContentPartPr/>
                <p14:nvPr/>
              </p14:nvContentPartPr>
              <p14:xfrm>
                <a:off x="7623502" y="4848296"/>
                <a:ext cx="92520" cy="16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14502" y="4839296"/>
                  <a:ext cx="110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14:cNvPr>
                <p14:cNvContentPartPr/>
                <p14:nvPr/>
              </p14:nvContentPartPr>
              <p14:xfrm>
                <a:off x="7830862" y="4837496"/>
                <a:ext cx="49320" cy="10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1862" y="4828856"/>
                  <a:ext cx="66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14:cNvPr>
                <p14:cNvContentPartPr/>
                <p14:nvPr/>
              </p14:nvContentPartPr>
              <p14:xfrm>
                <a:off x="7704502" y="4786016"/>
                <a:ext cx="195840" cy="1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95502" y="4777376"/>
                  <a:ext cx="2134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462A8F-D27B-6A44-0BA2-25CF98A9D619}"/>
              </a:ext>
            </a:extLst>
          </p:cNvPr>
          <p:cNvGrpSpPr/>
          <p:nvPr/>
        </p:nvGrpSpPr>
        <p:grpSpPr>
          <a:xfrm>
            <a:off x="8362222" y="4809776"/>
            <a:ext cx="207000" cy="156240"/>
            <a:chOff x="8362222" y="4809776"/>
            <a:chExt cx="2070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14:cNvPr>
                <p14:cNvContentPartPr/>
                <p14:nvPr/>
              </p14:nvContentPartPr>
              <p14:xfrm>
                <a:off x="8406142" y="4917416"/>
                <a:ext cx="10800" cy="3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97142" y="4908416"/>
                  <a:ext cx="2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14:cNvPr>
                <p14:cNvContentPartPr/>
                <p14:nvPr/>
              </p14:nvContentPartPr>
              <p14:xfrm>
                <a:off x="8362222" y="4809776"/>
                <a:ext cx="360" cy="1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3582" y="4801136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14:cNvPr>
                <p14:cNvContentPartPr/>
                <p14:nvPr/>
              </p14:nvContentPartPr>
              <p14:xfrm>
                <a:off x="8466622" y="4858736"/>
                <a:ext cx="102600" cy="107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57622" y="48500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AB719A5-A007-049D-35C0-15DFF55097DC}"/>
              </a:ext>
            </a:extLst>
          </p:cNvPr>
          <p:cNvGrpSpPr/>
          <p:nvPr/>
        </p:nvGrpSpPr>
        <p:grpSpPr>
          <a:xfrm>
            <a:off x="8774062" y="4775936"/>
            <a:ext cx="749160" cy="268200"/>
            <a:chOff x="8774062" y="4775936"/>
            <a:chExt cx="74916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14:cNvPr>
                <p14:cNvContentPartPr/>
                <p14:nvPr/>
              </p14:nvContentPartPr>
              <p14:xfrm>
                <a:off x="8774062" y="4775936"/>
                <a:ext cx="147600" cy="268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5422" y="4767296"/>
                  <a:ext cx="165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14:cNvPr>
                <p14:cNvContentPartPr/>
                <p14:nvPr/>
              </p14:nvContentPartPr>
              <p14:xfrm>
                <a:off x="8924542" y="4919576"/>
                <a:ext cx="107280" cy="44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5542" y="4910576"/>
                  <a:ext cx="124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14:cNvPr>
                <p14:cNvContentPartPr/>
                <p14:nvPr/>
              </p14:nvContentPartPr>
              <p14:xfrm>
                <a:off x="9048382" y="4869536"/>
                <a:ext cx="90720" cy="9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39382" y="4860536"/>
                  <a:ext cx="10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14:cNvPr>
                <p14:cNvContentPartPr/>
                <p14:nvPr/>
              </p14:nvContentPartPr>
              <p14:xfrm>
                <a:off x="9186262" y="4784576"/>
                <a:ext cx="68040" cy="175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77622" y="4775576"/>
                  <a:ext cx="85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14:cNvPr>
                <p14:cNvContentPartPr/>
                <p14:nvPr/>
              </p14:nvContentPartPr>
              <p14:xfrm>
                <a:off x="9191662" y="4854416"/>
                <a:ext cx="331560" cy="111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83022" y="4845776"/>
                  <a:ext cx="3492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ED1607-8CFD-88BD-BC4F-1B3B60E16C64}"/>
              </a:ext>
            </a:extLst>
          </p:cNvPr>
          <p:cNvGrpSpPr/>
          <p:nvPr/>
        </p:nvGrpSpPr>
        <p:grpSpPr>
          <a:xfrm>
            <a:off x="9728782" y="4731296"/>
            <a:ext cx="659520" cy="231480"/>
            <a:chOff x="9728782" y="4731296"/>
            <a:chExt cx="65952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14:cNvPr>
                <p14:cNvContentPartPr/>
                <p14:nvPr/>
              </p14:nvContentPartPr>
              <p14:xfrm>
                <a:off x="9733822" y="4731296"/>
                <a:ext cx="86400" cy="23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25182" y="4722656"/>
                  <a:ext cx="104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14:cNvPr>
                <p14:cNvContentPartPr/>
                <p14:nvPr/>
              </p14:nvContentPartPr>
              <p14:xfrm>
                <a:off x="9728782" y="4750376"/>
                <a:ext cx="274320" cy="15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9782" y="4741376"/>
                  <a:ext cx="291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14:cNvPr>
                <p14:cNvContentPartPr/>
                <p14:nvPr/>
              </p14:nvContentPartPr>
              <p14:xfrm>
                <a:off x="10068622" y="4847936"/>
                <a:ext cx="319680" cy="9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59622" y="4838936"/>
                  <a:ext cx="337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6C62304-FA88-95CC-8302-DF031216792A}"/>
              </a:ext>
            </a:extLst>
          </p:cNvPr>
          <p:cNvGrpSpPr/>
          <p:nvPr/>
        </p:nvGrpSpPr>
        <p:grpSpPr>
          <a:xfrm>
            <a:off x="4008382" y="5637416"/>
            <a:ext cx="212760" cy="125640"/>
            <a:chOff x="4008382" y="5637416"/>
            <a:chExt cx="21276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14:cNvPr>
                <p14:cNvContentPartPr/>
                <p14:nvPr/>
              </p14:nvContentPartPr>
              <p14:xfrm>
                <a:off x="4008382" y="5637416"/>
                <a:ext cx="48240" cy="123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99382" y="5628776"/>
                  <a:ext cx="6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14:cNvPr>
                <p14:cNvContentPartPr/>
                <p14:nvPr/>
              </p14:nvContentPartPr>
              <p14:xfrm>
                <a:off x="4078942" y="5709416"/>
                <a:ext cx="142200" cy="53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70302" y="5700776"/>
                  <a:ext cx="1598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BFF3BD8-8BE3-7B18-3551-486B902606E1}"/>
              </a:ext>
            </a:extLst>
          </p:cNvPr>
          <p:cNvGrpSpPr/>
          <p:nvPr/>
        </p:nvGrpSpPr>
        <p:grpSpPr>
          <a:xfrm>
            <a:off x="3951862" y="5268416"/>
            <a:ext cx="1988640" cy="276480"/>
            <a:chOff x="3951862" y="5268416"/>
            <a:chExt cx="19886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14:cNvPr>
                <p14:cNvContentPartPr/>
                <p14:nvPr/>
              </p14:nvContentPartPr>
              <p14:xfrm>
                <a:off x="3951862" y="5357336"/>
                <a:ext cx="333720" cy="18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43222" y="5348696"/>
                  <a:ext cx="351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14:cNvPr>
                <p14:cNvContentPartPr/>
                <p14:nvPr/>
              </p14:nvContentPartPr>
              <p14:xfrm>
                <a:off x="4401862" y="5332136"/>
                <a:ext cx="156960" cy="212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92862" y="5323136"/>
                  <a:ext cx="174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14:cNvPr>
                <p14:cNvContentPartPr/>
                <p14:nvPr/>
              </p14:nvContentPartPr>
              <p14:xfrm>
                <a:off x="4575742" y="5304776"/>
                <a:ext cx="147960" cy="199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7102" y="5295776"/>
                  <a:ext cx="165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14:cNvPr>
                <p14:cNvContentPartPr/>
                <p14:nvPr/>
              </p14:nvContentPartPr>
              <p14:xfrm>
                <a:off x="4700662" y="5334656"/>
                <a:ext cx="76320" cy="159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91662" y="5326016"/>
                  <a:ext cx="93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14:cNvPr>
                <p14:cNvContentPartPr/>
                <p14:nvPr/>
              </p14:nvContentPartPr>
              <p14:xfrm>
                <a:off x="4774462" y="5411696"/>
                <a:ext cx="103320" cy="60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65822" y="5403056"/>
                  <a:ext cx="120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14:cNvPr>
                <p14:cNvContentPartPr/>
                <p14:nvPr/>
              </p14:nvContentPartPr>
              <p14:xfrm>
                <a:off x="4805782" y="5300456"/>
                <a:ext cx="146880" cy="23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96782" y="5291456"/>
                  <a:ext cx="164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14:cNvPr>
                <p14:cNvContentPartPr/>
                <p14:nvPr/>
              </p14:nvContentPartPr>
              <p14:xfrm>
                <a:off x="5023582" y="5406656"/>
                <a:ext cx="129960" cy="84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14942" y="5397656"/>
                  <a:ext cx="147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14:cNvPr>
                <p14:cNvContentPartPr/>
                <p14:nvPr/>
              </p14:nvContentPartPr>
              <p14:xfrm>
                <a:off x="5080462" y="5395856"/>
                <a:ext cx="28800" cy="96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1462" y="5386856"/>
                  <a:ext cx="46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14:cNvPr>
                <p14:cNvContentPartPr/>
                <p14:nvPr/>
              </p14:nvContentPartPr>
              <p14:xfrm>
                <a:off x="5214382" y="5289656"/>
                <a:ext cx="134640" cy="20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05382" y="5280656"/>
                  <a:ext cx="152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14:cNvPr>
                <p14:cNvContentPartPr/>
                <p14:nvPr/>
              </p14:nvContentPartPr>
              <p14:xfrm>
                <a:off x="5357302" y="5406656"/>
                <a:ext cx="118440" cy="59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48302" y="5397656"/>
                  <a:ext cx="136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14:cNvPr>
                <p14:cNvContentPartPr/>
                <p14:nvPr/>
              </p14:nvContentPartPr>
              <p14:xfrm>
                <a:off x="5549902" y="5401976"/>
                <a:ext cx="85320" cy="10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41262" y="5393336"/>
                  <a:ext cx="10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14:cNvPr>
                <p14:cNvContentPartPr/>
                <p14:nvPr/>
              </p14:nvContentPartPr>
              <p14:xfrm>
                <a:off x="5645662" y="5268416"/>
                <a:ext cx="65880" cy="182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7022" y="5259416"/>
                  <a:ext cx="83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14:cNvPr>
                <p14:cNvContentPartPr/>
                <p14:nvPr/>
              </p14:nvContentPartPr>
              <p14:xfrm>
                <a:off x="5707582" y="5374616"/>
                <a:ext cx="108360" cy="69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98582" y="5365616"/>
                  <a:ext cx="12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14:cNvPr>
                <p14:cNvContentPartPr/>
                <p14:nvPr/>
              </p14:nvContentPartPr>
              <p14:xfrm>
                <a:off x="5778502" y="5268416"/>
                <a:ext cx="162000" cy="23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69862" y="5259416"/>
                  <a:ext cx="1796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19FED41-3592-BF51-F175-2F267F1803FF}"/>
              </a:ext>
            </a:extLst>
          </p:cNvPr>
          <p:cNvGrpSpPr/>
          <p:nvPr/>
        </p:nvGrpSpPr>
        <p:grpSpPr>
          <a:xfrm>
            <a:off x="6408502" y="5275616"/>
            <a:ext cx="427680" cy="278640"/>
            <a:chOff x="6408502" y="5275616"/>
            <a:chExt cx="4276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14:cNvPr>
                <p14:cNvContentPartPr/>
                <p14:nvPr/>
              </p14:nvContentPartPr>
              <p14:xfrm>
                <a:off x="6408502" y="5275616"/>
                <a:ext cx="144720" cy="278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99862" y="5266616"/>
                  <a:ext cx="162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14:cNvPr>
                <p14:cNvContentPartPr/>
                <p14:nvPr/>
              </p14:nvContentPartPr>
              <p14:xfrm>
                <a:off x="6561862" y="5356976"/>
                <a:ext cx="270000" cy="109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53222" y="5348336"/>
                  <a:ext cx="287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14:cNvPr>
                <p14:cNvContentPartPr/>
                <p14:nvPr/>
              </p14:nvContentPartPr>
              <p14:xfrm>
                <a:off x="6778222" y="5352656"/>
                <a:ext cx="57960" cy="10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9582" y="5343656"/>
                  <a:ext cx="756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7BDF384-22D0-64E8-D3FC-14F3D7FDE3DF}"/>
              </a:ext>
            </a:extLst>
          </p:cNvPr>
          <p:cNvGrpSpPr/>
          <p:nvPr/>
        </p:nvGrpSpPr>
        <p:grpSpPr>
          <a:xfrm>
            <a:off x="7050022" y="5197856"/>
            <a:ext cx="1624680" cy="375120"/>
            <a:chOff x="7050022" y="5197856"/>
            <a:chExt cx="16246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14:cNvPr>
                <p14:cNvContentPartPr/>
                <p14:nvPr/>
              </p14:nvContentPartPr>
              <p14:xfrm>
                <a:off x="7050022" y="5197856"/>
                <a:ext cx="150120" cy="235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1022" y="5188856"/>
                  <a:ext cx="167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14:cNvPr>
                <p14:cNvContentPartPr/>
                <p14:nvPr/>
              </p14:nvContentPartPr>
              <p14:xfrm>
                <a:off x="7198342" y="5346536"/>
                <a:ext cx="91080" cy="71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89702" y="5337536"/>
                  <a:ext cx="108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14:cNvPr>
                <p14:cNvContentPartPr/>
                <p14:nvPr/>
              </p14:nvContentPartPr>
              <p14:xfrm>
                <a:off x="7357462" y="5356616"/>
                <a:ext cx="100800" cy="64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8822" y="5347976"/>
                  <a:ext cx="118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14:cNvPr>
                <p14:cNvContentPartPr/>
                <p14:nvPr/>
              </p14:nvContentPartPr>
              <p14:xfrm>
                <a:off x="7528102" y="5368136"/>
                <a:ext cx="114840" cy="204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19102" y="5359496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14:cNvPr>
                <p14:cNvContentPartPr/>
                <p14:nvPr/>
              </p14:nvContentPartPr>
              <p14:xfrm>
                <a:off x="7813582" y="5284256"/>
                <a:ext cx="284760" cy="133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42" y="5275616"/>
                  <a:ext cx="30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14:cNvPr>
                <p14:cNvContentPartPr/>
                <p14:nvPr/>
              </p14:nvContentPartPr>
              <p14:xfrm>
                <a:off x="8136502" y="5325656"/>
                <a:ext cx="8964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27502" y="5317016"/>
                  <a:ext cx="107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14:cNvPr>
                <p14:cNvContentPartPr/>
                <p14:nvPr/>
              </p14:nvContentPartPr>
              <p14:xfrm>
                <a:off x="8250622" y="5353376"/>
                <a:ext cx="8892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1982" y="5344376"/>
                  <a:ext cx="106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14:cNvPr>
                <p14:cNvContentPartPr/>
                <p14:nvPr/>
              </p14:nvContentPartPr>
              <p14:xfrm>
                <a:off x="8400742" y="5317376"/>
                <a:ext cx="142920" cy="206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91742" y="5308376"/>
                  <a:ext cx="160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14:cNvPr>
                <p14:cNvContentPartPr/>
                <p14:nvPr/>
              </p14:nvContentPartPr>
              <p14:xfrm>
                <a:off x="8521702" y="5220536"/>
                <a:ext cx="153000" cy="170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13062" y="5211536"/>
                  <a:ext cx="1706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BE43304-0F63-C99C-5F32-876DC1E767D5}"/>
              </a:ext>
            </a:extLst>
          </p:cNvPr>
          <p:cNvGrpSpPr/>
          <p:nvPr/>
        </p:nvGrpSpPr>
        <p:grpSpPr>
          <a:xfrm>
            <a:off x="9000142" y="5169776"/>
            <a:ext cx="528120" cy="227880"/>
            <a:chOff x="9000142" y="5169776"/>
            <a:chExt cx="52812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14:cNvPr>
                <p14:cNvContentPartPr/>
                <p14:nvPr/>
              </p14:nvContentPartPr>
              <p14:xfrm>
                <a:off x="9000142" y="5203616"/>
                <a:ext cx="175680" cy="176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91502" y="5194976"/>
                  <a:ext cx="193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14:cNvPr>
                <p14:cNvContentPartPr/>
                <p14:nvPr/>
              </p14:nvContentPartPr>
              <p14:xfrm>
                <a:off x="9144502" y="5185616"/>
                <a:ext cx="146880" cy="212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35862" y="5176616"/>
                  <a:ext cx="164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14:cNvPr>
                <p14:cNvContentPartPr/>
                <p14:nvPr/>
              </p14:nvContentPartPr>
              <p14:xfrm>
                <a:off x="9271582" y="5182376"/>
                <a:ext cx="74160" cy="186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62582" y="5173736"/>
                  <a:ext cx="91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14:cNvPr>
                <p14:cNvContentPartPr/>
                <p14:nvPr/>
              </p14:nvContentPartPr>
              <p14:xfrm>
                <a:off x="9339982" y="5276336"/>
                <a:ext cx="147600" cy="68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0982" y="5267336"/>
                  <a:ext cx="165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14:cNvPr>
                <p14:cNvContentPartPr/>
                <p14:nvPr/>
              </p14:nvContentPartPr>
              <p14:xfrm>
                <a:off x="9441502" y="5169776"/>
                <a:ext cx="86760" cy="22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32862" y="5160776"/>
                  <a:ext cx="10440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A9C12D8-369D-39A3-D670-A5C032BDDDD8}"/>
              </a:ext>
            </a:extLst>
          </p:cNvPr>
          <p:cNvGrpSpPr/>
          <p:nvPr/>
        </p:nvGrpSpPr>
        <p:grpSpPr>
          <a:xfrm>
            <a:off x="899062" y="6065456"/>
            <a:ext cx="898200" cy="229680"/>
            <a:chOff x="899062" y="6065456"/>
            <a:chExt cx="89820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14:cNvPr>
                <p14:cNvContentPartPr/>
                <p14:nvPr/>
              </p14:nvContentPartPr>
              <p14:xfrm>
                <a:off x="899062" y="6065456"/>
                <a:ext cx="197280" cy="218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0422" y="6056816"/>
                  <a:ext cx="214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14:cNvPr>
                <p14:cNvContentPartPr/>
                <p14:nvPr/>
              </p14:nvContentPartPr>
              <p14:xfrm>
                <a:off x="1082662" y="6201176"/>
                <a:ext cx="134280" cy="93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4022" y="6192536"/>
                  <a:ext cx="151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14:cNvPr>
                <p14:cNvContentPartPr/>
                <p14:nvPr/>
              </p14:nvContentPartPr>
              <p14:xfrm>
                <a:off x="1238542" y="6094616"/>
                <a:ext cx="108360" cy="194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29542" y="6085616"/>
                  <a:ext cx="126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14:cNvPr>
                <p14:cNvContentPartPr/>
                <p14:nvPr/>
              </p14:nvContentPartPr>
              <p14:xfrm>
                <a:off x="1233862" y="6196136"/>
                <a:ext cx="122040" cy="1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25222" y="6187496"/>
                  <a:ext cx="139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14:cNvPr>
                <p14:cNvContentPartPr/>
                <p14:nvPr/>
              </p14:nvContentPartPr>
              <p14:xfrm>
                <a:off x="1411702" y="6204056"/>
                <a:ext cx="104400" cy="86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02702" y="6195056"/>
                  <a:ext cx="12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14:cNvPr>
                <p14:cNvContentPartPr/>
                <p14:nvPr/>
              </p14:nvContentPartPr>
              <p14:xfrm>
                <a:off x="1492342" y="6081656"/>
                <a:ext cx="158760" cy="177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83342" y="6072656"/>
                  <a:ext cx="176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14:cNvPr>
                <p14:cNvContentPartPr/>
                <p14:nvPr/>
              </p14:nvContentPartPr>
              <p14:xfrm>
                <a:off x="1759462" y="6150776"/>
                <a:ext cx="5760" cy="25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50822" y="614177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14:cNvPr>
                <p14:cNvContentPartPr/>
                <p14:nvPr/>
              </p14:nvContentPartPr>
              <p14:xfrm>
                <a:off x="1796902" y="6273176"/>
                <a:ext cx="360" cy="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87902" y="6264176"/>
                  <a:ext cx="180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9C53294-C3FE-4B0B-12B8-C103D9592102}"/>
              </a:ext>
            </a:extLst>
          </p:cNvPr>
          <p:cNvGrpSpPr/>
          <p:nvPr/>
        </p:nvGrpSpPr>
        <p:grpSpPr>
          <a:xfrm>
            <a:off x="2051782" y="6066896"/>
            <a:ext cx="473400" cy="192240"/>
            <a:chOff x="2051782" y="6066896"/>
            <a:chExt cx="47340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14:cNvPr>
                <p14:cNvContentPartPr/>
                <p14:nvPr/>
              </p14:nvContentPartPr>
              <p14:xfrm>
                <a:off x="2085262" y="6102176"/>
                <a:ext cx="54720" cy="156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6622" y="6093176"/>
                  <a:ext cx="7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14:cNvPr>
                <p14:cNvContentPartPr/>
                <p14:nvPr/>
              </p14:nvContentPartPr>
              <p14:xfrm>
                <a:off x="2051782" y="6088136"/>
                <a:ext cx="127080" cy="25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43142" y="6079496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14:cNvPr>
                <p14:cNvContentPartPr/>
                <p14:nvPr/>
              </p14:nvContentPartPr>
              <p14:xfrm>
                <a:off x="2105062" y="6160856"/>
                <a:ext cx="58680" cy="11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96422" y="6152216"/>
                  <a:ext cx="7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14:cNvPr>
                <p14:cNvContentPartPr/>
                <p14:nvPr/>
              </p14:nvContentPartPr>
              <p14:xfrm>
                <a:off x="2243302" y="6150776"/>
                <a:ext cx="52560" cy="101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34302" y="6141776"/>
                  <a:ext cx="70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14:cNvPr>
                <p14:cNvContentPartPr/>
                <p14:nvPr/>
              </p14:nvContentPartPr>
              <p14:xfrm>
                <a:off x="2232502" y="6094976"/>
                <a:ext cx="104760" cy="24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3862" y="6085976"/>
                  <a:ext cx="12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14:cNvPr>
                <p14:cNvContentPartPr/>
                <p14:nvPr/>
              </p14:nvContentPartPr>
              <p14:xfrm>
                <a:off x="2269942" y="6173816"/>
                <a:ext cx="73080" cy="14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0942" y="6164816"/>
                  <a:ext cx="90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14:cNvPr>
                <p14:cNvContentPartPr/>
                <p14:nvPr/>
              </p14:nvContentPartPr>
              <p14:xfrm>
                <a:off x="2466502" y="6139976"/>
                <a:ext cx="51840" cy="106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862" y="6131336"/>
                  <a:ext cx="69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14:cNvPr>
                <p14:cNvContentPartPr/>
                <p14:nvPr/>
              </p14:nvContentPartPr>
              <p14:xfrm>
                <a:off x="2347702" y="6066896"/>
                <a:ext cx="177480" cy="20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39062" y="6058256"/>
                  <a:ext cx="1951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C55BB67-6127-3CF9-CD4E-EEAE3A14B270}"/>
              </a:ext>
            </a:extLst>
          </p:cNvPr>
          <p:cNvGrpSpPr/>
          <p:nvPr/>
        </p:nvGrpSpPr>
        <p:grpSpPr>
          <a:xfrm>
            <a:off x="9016702" y="5985896"/>
            <a:ext cx="239760" cy="339840"/>
            <a:chOff x="9016702" y="5985896"/>
            <a:chExt cx="2397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14:cNvPr>
                <p14:cNvContentPartPr/>
                <p14:nvPr/>
              </p14:nvContentPartPr>
              <p14:xfrm>
                <a:off x="9016702" y="6114056"/>
                <a:ext cx="105120" cy="88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07702" y="6105056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14:cNvPr>
                <p14:cNvContentPartPr/>
                <p14:nvPr/>
              </p14:nvContentPartPr>
              <p14:xfrm>
                <a:off x="9163222" y="5985896"/>
                <a:ext cx="93240" cy="339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54582" y="5977256"/>
                  <a:ext cx="110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14:cNvPr>
                <p14:cNvContentPartPr/>
                <p14:nvPr/>
              </p14:nvContentPartPr>
              <p14:xfrm>
                <a:off x="9131182" y="6172016"/>
                <a:ext cx="103320" cy="27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22542" y="6163016"/>
                  <a:ext cx="120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5F887E4-CAF5-DDAD-7679-CD84B815017E}"/>
              </a:ext>
            </a:extLst>
          </p:cNvPr>
          <p:cNvGrpSpPr/>
          <p:nvPr/>
        </p:nvGrpSpPr>
        <p:grpSpPr>
          <a:xfrm>
            <a:off x="9451942" y="5890856"/>
            <a:ext cx="1303560" cy="415080"/>
            <a:chOff x="9451942" y="5890856"/>
            <a:chExt cx="13035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14:cNvPr>
                <p14:cNvContentPartPr/>
                <p14:nvPr/>
              </p14:nvContentPartPr>
              <p14:xfrm>
                <a:off x="9451942" y="6085976"/>
                <a:ext cx="107280" cy="20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43302" y="6076976"/>
                  <a:ext cx="124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14:cNvPr>
                <p14:cNvContentPartPr/>
                <p14:nvPr/>
              </p14:nvContentPartPr>
              <p14:xfrm>
                <a:off x="9553102" y="6038096"/>
                <a:ext cx="192960" cy="134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44462" y="6029096"/>
                  <a:ext cx="210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14:cNvPr>
                <p14:cNvContentPartPr/>
                <p14:nvPr/>
              </p14:nvContentPartPr>
              <p14:xfrm>
                <a:off x="9822022" y="6081656"/>
                <a:ext cx="31320" cy="63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13382" y="6072656"/>
                  <a:ext cx="4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14:cNvPr>
                <p14:cNvContentPartPr/>
                <p14:nvPr/>
              </p14:nvContentPartPr>
              <p14:xfrm>
                <a:off x="9787102" y="5980496"/>
                <a:ext cx="29520" cy="19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78102" y="597185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14:cNvPr>
                <p14:cNvContentPartPr/>
                <p14:nvPr/>
              </p14:nvContentPartPr>
              <p14:xfrm>
                <a:off x="9913822" y="6065816"/>
                <a:ext cx="75600" cy="69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05182" y="6056816"/>
                  <a:ext cx="93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14:cNvPr>
                <p14:cNvContentPartPr/>
                <p14:nvPr/>
              </p14:nvContentPartPr>
              <p14:xfrm>
                <a:off x="10067542" y="5930456"/>
                <a:ext cx="105480" cy="232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58542" y="5921816"/>
                  <a:ext cx="123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14:cNvPr>
                <p14:cNvContentPartPr/>
                <p14:nvPr/>
              </p14:nvContentPartPr>
              <p14:xfrm>
                <a:off x="10207222" y="6097496"/>
                <a:ext cx="24480" cy="38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98222" y="6088856"/>
                  <a:ext cx="42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14:cNvPr>
                <p14:cNvContentPartPr/>
                <p14:nvPr/>
              </p14:nvContentPartPr>
              <p14:xfrm>
                <a:off x="10196422" y="5985896"/>
                <a:ext cx="11520" cy="29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87782" y="5977256"/>
                  <a:ext cx="29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14:cNvPr>
                <p14:cNvContentPartPr/>
                <p14:nvPr/>
              </p14:nvContentPartPr>
              <p14:xfrm>
                <a:off x="10315222" y="6070856"/>
                <a:ext cx="109800" cy="91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06222" y="6062216"/>
                  <a:ext cx="12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14:cNvPr>
                <p14:cNvContentPartPr/>
                <p14:nvPr/>
              </p14:nvContentPartPr>
              <p14:xfrm>
                <a:off x="10451662" y="6092456"/>
                <a:ext cx="13320" cy="31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42662" y="6083456"/>
                  <a:ext cx="30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14:cNvPr>
                <p14:cNvContentPartPr/>
                <p14:nvPr/>
              </p14:nvContentPartPr>
              <p14:xfrm>
                <a:off x="10349782" y="5890856"/>
                <a:ext cx="35640" cy="21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40782" y="5882216"/>
                  <a:ext cx="53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14:cNvPr>
                <p14:cNvContentPartPr/>
                <p14:nvPr/>
              </p14:nvContentPartPr>
              <p14:xfrm>
                <a:off x="10430422" y="5906336"/>
                <a:ext cx="94320" cy="21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21422" y="5897336"/>
                  <a:ext cx="111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14:cNvPr>
                <p14:cNvContentPartPr/>
                <p14:nvPr/>
              </p14:nvContentPartPr>
              <p14:xfrm>
                <a:off x="10468222" y="6042416"/>
                <a:ext cx="100800" cy="44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59222" y="6033776"/>
                  <a:ext cx="118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14:cNvPr>
                <p14:cNvContentPartPr/>
                <p14:nvPr/>
              </p14:nvContentPartPr>
              <p14:xfrm>
                <a:off x="10643182" y="6049616"/>
                <a:ext cx="112320" cy="256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34182" y="6040976"/>
                  <a:ext cx="1299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BE1A4BA-0133-9966-12FC-C3173F391398}"/>
              </a:ext>
            </a:extLst>
          </p:cNvPr>
          <p:cNvGrpSpPr/>
          <p:nvPr/>
        </p:nvGrpSpPr>
        <p:grpSpPr>
          <a:xfrm>
            <a:off x="10972582" y="5895536"/>
            <a:ext cx="789480" cy="340200"/>
            <a:chOff x="10972582" y="5895536"/>
            <a:chExt cx="78948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14:cNvPr>
                <p14:cNvContentPartPr/>
                <p14:nvPr/>
              </p14:nvContentPartPr>
              <p14:xfrm>
                <a:off x="10972582" y="6097496"/>
                <a:ext cx="36720" cy="74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63942" y="6088856"/>
                  <a:ext cx="54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14:cNvPr>
                <p14:cNvContentPartPr/>
                <p14:nvPr/>
              </p14:nvContentPartPr>
              <p14:xfrm>
                <a:off x="10972582" y="6001736"/>
                <a:ext cx="11520" cy="35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63942" y="5993096"/>
                  <a:ext cx="29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14:cNvPr>
                <p14:cNvContentPartPr/>
                <p14:nvPr/>
              </p14:nvContentPartPr>
              <p14:xfrm>
                <a:off x="11015062" y="6097496"/>
                <a:ext cx="124920" cy="54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6422" y="6088856"/>
                  <a:ext cx="142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14:cNvPr>
                <p14:cNvContentPartPr/>
                <p14:nvPr/>
              </p14:nvContentPartPr>
              <p14:xfrm>
                <a:off x="11281102" y="6037736"/>
                <a:ext cx="120240" cy="93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72102" y="6028736"/>
                  <a:ext cx="137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14:cNvPr>
                <p14:cNvContentPartPr/>
                <p14:nvPr/>
              </p14:nvContentPartPr>
              <p14:xfrm>
                <a:off x="11452822" y="6150776"/>
                <a:ext cx="19800" cy="84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43822" y="6141776"/>
                  <a:ext cx="37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14:cNvPr>
                <p14:cNvContentPartPr/>
                <p14:nvPr/>
              </p14:nvContentPartPr>
              <p14:xfrm>
                <a:off x="11573422" y="5895536"/>
                <a:ext cx="63720" cy="178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564422" y="5886896"/>
                  <a:ext cx="81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14:cNvPr>
                <p14:cNvContentPartPr/>
                <p14:nvPr/>
              </p14:nvContentPartPr>
              <p14:xfrm>
                <a:off x="11647942" y="6007136"/>
                <a:ext cx="114120" cy="88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38942" y="5998496"/>
                  <a:ext cx="1317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F2E859B-7F38-72E8-B55C-7F1439CF56A2}"/>
              </a:ext>
            </a:extLst>
          </p:cNvPr>
          <p:cNvGrpSpPr/>
          <p:nvPr/>
        </p:nvGrpSpPr>
        <p:grpSpPr>
          <a:xfrm>
            <a:off x="2788342" y="5975456"/>
            <a:ext cx="5988960" cy="771120"/>
            <a:chOff x="2788342" y="5975456"/>
            <a:chExt cx="5988960" cy="77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14:cNvPr>
                <p14:cNvContentPartPr/>
                <p14:nvPr/>
              </p14:nvContentPartPr>
              <p14:xfrm>
                <a:off x="2788342" y="6169136"/>
                <a:ext cx="119880" cy="115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779702" y="6160496"/>
                  <a:ext cx="137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14:cNvPr>
                <p14:cNvContentPartPr/>
                <p14:nvPr/>
              </p14:nvContentPartPr>
              <p14:xfrm>
                <a:off x="2937022" y="6182096"/>
                <a:ext cx="93960" cy="85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28022" y="6173456"/>
                  <a:ext cx="111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14:cNvPr>
                <p14:cNvContentPartPr/>
                <p14:nvPr/>
              </p14:nvContentPartPr>
              <p14:xfrm>
                <a:off x="3104422" y="6182816"/>
                <a:ext cx="182520" cy="80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95782" y="6173816"/>
                  <a:ext cx="20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14:cNvPr>
                <p14:cNvContentPartPr/>
                <p14:nvPr/>
              </p14:nvContentPartPr>
              <p14:xfrm>
                <a:off x="3328342" y="6167696"/>
                <a:ext cx="138600" cy="194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19342" y="6158696"/>
                  <a:ext cx="156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14:cNvPr>
                <p14:cNvContentPartPr/>
                <p14:nvPr/>
              </p14:nvContentPartPr>
              <p14:xfrm>
                <a:off x="3513742" y="6172016"/>
                <a:ext cx="140040" cy="73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05102" y="6163376"/>
                  <a:ext cx="157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14:cNvPr>
                <p14:cNvContentPartPr/>
                <p14:nvPr/>
              </p14:nvContentPartPr>
              <p14:xfrm>
                <a:off x="3689422" y="6060416"/>
                <a:ext cx="72000" cy="208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80422" y="6051416"/>
                  <a:ext cx="8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14:cNvPr>
                <p14:cNvContentPartPr/>
                <p14:nvPr/>
              </p14:nvContentPartPr>
              <p14:xfrm>
                <a:off x="3699862" y="6162296"/>
                <a:ext cx="259920" cy="101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91222" y="6153296"/>
                  <a:ext cx="277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14:cNvPr>
                <p14:cNvContentPartPr/>
                <p14:nvPr/>
              </p14:nvContentPartPr>
              <p14:xfrm>
                <a:off x="3986062" y="6139976"/>
                <a:ext cx="68400" cy="129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77062" y="6131336"/>
                  <a:ext cx="86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14:cNvPr>
                <p14:cNvContentPartPr/>
                <p14:nvPr/>
              </p14:nvContentPartPr>
              <p14:xfrm>
                <a:off x="4337782" y="6129896"/>
                <a:ext cx="146520" cy="136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28782" y="6121256"/>
                  <a:ext cx="164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14:cNvPr>
                <p14:cNvContentPartPr/>
                <p14:nvPr/>
              </p14:nvContentPartPr>
              <p14:xfrm>
                <a:off x="4518502" y="6187856"/>
                <a:ext cx="32400" cy="59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09862" y="6179216"/>
                  <a:ext cx="50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14:cNvPr>
                <p14:cNvContentPartPr/>
                <p14:nvPr/>
              </p14:nvContentPartPr>
              <p14:xfrm>
                <a:off x="4508062" y="6070856"/>
                <a:ext cx="360" cy="18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499062" y="6062216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14:cNvPr>
                <p14:cNvContentPartPr/>
                <p14:nvPr/>
              </p14:nvContentPartPr>
              <p14:xfrm>
                <a:off x="4596982" y="6133856"/>
                <a:ext cx="70560" cy="87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87982" y="6124856"/>
                  <a:ext cx="88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14:cNvPr>
                <p14:cNvContentPartPr/>
                <p14:nvPr/>
              </p14:nvContentPartPr>
              <p14:xfrm>
                <a:off x="4765462" y="6141416"/>
                <a:ext cx="141120" cy="100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56822" y="6132416"/>
                  <a:ext cx="158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14:cNvPr>
                <p14:cNvContentPartPr/>
                <p14:nvPr/>
              </p14:nvContentPartPr>
              <p14:xfrm>
                <a:off x="4906582" y="6150776"/>
                <a:ext cx="125640" cy="79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97942" y="6141776"/>
                  <a:ext cx="143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14:cNvPr>
                <p14:cNvContentPartPr/>
                <p14:nvPr/>
              </p14:nvContentPartPr>
              <p14:xfrm>
                <a:off x="5044102" y="5984096"/>
                <a:ext cx="108720" cy="241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35102" y="5975096"/>
                  <a:ext cx="126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14:cNvPr>
                <p14:cNvContentPartPr/>
                <p14:nvPr/>
              </p14:nvContentPartPr>
              <p14:xfrm>
                <a:off x="5199982" y="6114056"/>
                <a:ext cx="144360" cy="91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191342" y="6105056"/>
                  <a:ext cx="162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14:cNvPr>
                <p14:cNvContentPartPr/>
                <p14:nvPr/>
              </p14:nvContentPartPr>
              <p14:xfrm>
                <a:off x="5395822" y="6096776"/>
                <a:ext cx="79920" cy="118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86822" y="6088136"/>
                  <a:ext cx="97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14:cNvPr>
                <p14:cNvContentPartPr/>
                <p14:nvPr/>
              </p14:nvContentPartPr>
              <p14:xfrm>
                <a:off x="5830702" y="6097496"/>
                <a:ext cx="95040" cy="123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21702" y="6088856"/>
                  <a:ext cx="112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14:cNvPr>
                <p14:cNvContentPartPr/>
                <p14:nvPr/>
              </p14:nvContentPartPr>
              <p14:xfrm>
                <a:off x="5939062" y="6124496"/>
                <a:ext cx="89640" cy="90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30062" y="6115856"/>
                  <a:ext cx="107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14:cNvPr>
                <p14:cNvContentPartPr/>
                <p14:nvPr/>
              </p14:nvContentPartPr>
              <p14:xfrm>
                <a:off x="6054982" y="6150776"/>
                <a:ext cx="188280" cy="82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46342" y="6141776"/>
                  <a:ext cx="205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14:cNvPr>
                <p14:cNvContentPartPr/>
                <p14:nvPr/>
              </p14:nvContentPartPr>
              <p14:xfrm>
                <a:off x="6204022" y="6098936"/>
                <a:ext cx="134280" cy="133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5022" y="6090296"/>
                  <a:ext cx="151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14:cNvPr>
                <p14:cNvContentPartPr/>
                <p14:nvPr/>
              </p14:nvContentPartPr>
              <p14:xfrm>
                <a:off x="6398062" y="6115856"/>
                <a:ext cx="88200" cy="94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89422" y="6106856"/>
                  <a:ext cx="105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14:cNvPr>
                <p14:cNvContentPartPr/>
                <p14:nvPr/>
              </p14:nvContentPartPr>
              <p14:xfrm>
                <a:off x="6554302" y="5975456"/>
                <a:ext cx="2383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545302" y="5966816"/>
                  <a:ext cx="255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14:cNvPr>
                <p14:cNvContentPartPr/>
                <p14:nvPr/>
              </p14:nvContentPartPr>
              <p14:xfrm>
                <a:off x="6831142" y="6028376"/>
                <a:ext cx="225000" cy="200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822502" y="6019736"/>
                  <a:ext cx="242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14:cNvPr>
                <p14:cNvContentPartPr/>
                <p14:nvPr/>
              </p14:nvContentPartPr>
              <p14:xfrm>
                <a:off x="6969382" y="6023336"/>
                <a:ext cx="14040" cy="33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60742" y="6014336"/>
                  <a:ext cx="31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14:cNvPr>
                <p14:cNvContentPartPr/>
                <p14:nvPr/>
              </p14:nvContentPartPr>
              <p14:xfrm>
                <a:off x="7117702" y="6132416"/>
                <a:ext cx="276840" cy="101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09062" y="6123416"/>
                  <a:ext cx="294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14:cNvPr>
                <p14:cNvContentPartPr/>
                <p14:nvPr/>
              </p14:nvContentPartPr>
              <p14:xfrm>
                <a:off x="7033102" y="6198656"/>
                <a:ext cx="30600" cy="54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24462" y="6189656"/>
                  <a:ext cx="48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14:cNvPr>
                <p14:cNvContentPartPr/>
                <p14:nvPr/>
              </p14:nvContentPartPr>
              <p14:xfrm>
                <a:off x="7713502" y="6017216"/>
                <a:ext cx="296280" cy="219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04502" y="6008576"/>
                  <a:ext cx="313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14:cNvPr>
                <p14:cNvContentPartPr/>
                <p14:nvPr/>
              </p14:nvContentPartPr>
              <p14:xfrm>
                <a:off x="8083222" y="6097496"/>
                <a:ext cx="73800" cy="101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74222" y="6088856"/>
                  <a:ext cx="91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14:cNvPr>
                <p14:cNvContentPartPr/>
                <p14:nvPr/>
              </p14:nvContentPartPr>
              <p14:xfrm>
                <a:off x="8229022" y="6101096"/>
                <a:ext cx="290520" cy="88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0382" y="6092096"/>
                  <a:ext cx="308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14:cNvPr>
                <p14:cNvContentPartPr/>
                <p14:nvPr/>
              </p14:nvContentPartPr>
              <p14:xfrm>
                <a:off x="8549782" y="6081656"/>
                <a:ext cx="227520" cy="127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40782" y="6072656"/>
                  <a:ext cx="245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14:cNvPr>
                <p14:cNvContentPartPr/>
                <p14:nvPr/>
              </p14:nvContentPartPr>
              <p14:xfrm>
                <a:off x="3137182" y="6471536"/>
                <a:ext cx="114840" cy="217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28182" y="646289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14:cNvPr>
                <p14:cNvContentPartPr/>
                <p14:nvPr/>
              </p14:nvContentPartPr>
              <p14:xfrm>
                <a:off x="3280102" y="6607976"/>
                <a:ext cx="3744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71102" y="6598976"/>
                  <a:ext cx="55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14:cNvPr>
                <p14:cNvContentPartPr/>
                <p14:nvPr/>
              </p14:nvContentPartPr>
              <p14:xfrm>
                <a:off x="3253462" y="6501776"/>
                <a:ext cx="3600" cy="25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44462" y="649277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14:cNvPr>
                <p14:cNvContentPartPr/>
                <p14:nvPr/>
              </p14:nvContentPartPr>
              <p14:xfrm>
                <a:off x="3340222" y="6463616"/>
                <a:ext cx="142920" cy="282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31222" y="6454976"/>
                  <a:ext cx="160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14:cNvPr>
                <p14:cNvContentPartPr/>
                <p14:nvPr/>
              </p14:nvContentPartPr>
              <p14:xfrm>
                <a:off x="3500062" y="6485576"/>
                <a:ext cx="111960" cy="250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91062" y="6476936"/>
                  <a:ext cx="129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14:cNvPr>
                <p14:cNvContentPartPr/>
                <p14:nvPr/>
              </p14:nvContentPartPr>
              <p14:xfrm>
                <a:off x="3534982" y="6529856"/>
                <a:ext cx="612000" cy="126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26342" y="6520856"/>
                  <a:ext cx="629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14:cNvPr>
                <p14:cNvContentPartPr/>
                <p14:nvPr/>
              </p14:nvContentPartPr>
              <p14:xfrm>
                <a:off x="4114582" y="6416456"/>
                <a:ext cx="111960" cy="22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05942" y="6407816"/>
                  <a:ext cx="129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14:cNvPr>
                <p14:cNvContentPartPr/>
                <p14:nvPr/>
              </p14:nvContentPartPr>
              <p14:xfrm>
                <a:off x="4113502" y="6540296"/>
                <a:ext cx="97200" cy="57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104862" y="6531296"/>
                  <a:ext cx="11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14:cNvPr>
                <p14:cNvContentPartPr/>
                <p14:nvPr/>
              </p14:nvContentPartPr>
              <p14:xfrm>
                <a:off x="4455142" y="6418256"/>
                <a:ext cx="175320" cy="281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46502" y="6409256"/>
                  <a:ext cx="192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14:cNvPr>
                <p14:cNvContentPartPr/>
                <p14:nvPr/>
              </p14:nvContentPartPr>
              <p14:xfrm>
                <a:off x="4512022" y="6590336"/>
                <a:ext cx="108000" cy="44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503022" y="6581696"/>
                  <a:ext cx="12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14:cNvPr>
                <p14:cNvContentPartPr/>
                <p14:nvPr/>
              </p14:nvContentPartPr>
              <p14:xfrm>
                <a:off x="4608142" y="6484856"/>
                <a:ext cx="10764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99142" y="6476216"/>
                  <a:ext cx="12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14:cNvPr>
                <p14:cNvContentPartPr/>
                <p14:nvPr/>
              </p14:nvContentPartPr>
              <p14:xfrm>
                <a:off x="4783102" y="6496016"/>
                <a:ext cx="96120" cy="123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74462" y="6487016"/>
                  <a:ext cx="113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14:cNvPr>
                <p14:cNvContentPartPr/>
                <p14:nvPr/>
              </p14:nvContentPartPr>
              <p14:xfrm>
                <a:off x="4917382" y="6554696"/>
                <a:ext cx="233640" cy="52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08382" y="6546056"/>
                  <a:ext cx="251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14:cNvPr>
                <p14:cNvContentPartPr/>
                <p14:nvPr/>
              </p14:nvContentPartPr>
              <p14:xfrm>
                <a:off x="5369182" y="6350216"/>
                <a:ext cx="243360" cy="279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60182" y="6341216"/>
                  <a:ext cx="261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14:cNvPr>
                <p14:cNvContentPartPr/>
                <p14:nvPr/>
              </p14:nvContentPartPr>
              <p14:xfrm>
                <a:off x="5523262" y="6373976"/>
                <a:ext cx="34200" cy="38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14622" y="636533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14:cNvPr>
                <p14:cNvContentPartPr/>
                <p14:nvPr/>
              </p14:nvContentPartPr>
              <p14:xfrm>
                <a:off x="5656462" y="6517616"/>
                <a:ext cx="178920" cy="55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647462" y="6508616"/>
                  <a:ext cx="196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14:cNvPr>
                <p14:cNvContentPartPr/>
                <p14:nvPr/>
              </p14:nvContentPartPr>
              <p14:xfrm>
                <a:off x="5847622" y="6485936"/>
                <a:ext cx="101880" cy="122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38982" y="6476936"/>
                  <a:ext cx="119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14:cNvPr>
                <p14:cNvContentPartPr/>
                <p14:nvPr/>
              </p14:nvContentPartPr>
              <p14:xfrm>
                <a:off x="6021142" y="6501776"/>
                <a:ext cx="100440" cy="669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12502" y="6492776"/>
                  <a:ext cx="118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14:cNvPr>
                <p14:cNvContentPartPr/>
                <p14:nvPr/>
              </p14:nvContentPartPr>
              <p14:xfrm>
                <a:off x="6161542" y="6416096"/>
                <a:ext cx="129600" cy="178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52542" y="6407096"/>
                  <a:ext cx="147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14:cNvPr>
                <p14:cNvContentPartPr/>
                <p14:nvPr/>
              </p14:nvContentPartPr>
              <p14:xfrm>
                <a:off x="6235702" y="6490976"/>
                <a:ext cx="14400" cy="65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7062" y="6482336"/>
                  <a:ext cx="32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14:cNvPr>
                <p14:cNvContentPartPr/>
                <p14:nvPr/>
              </p14:nvContentPartPr>
              <p14:xfrm>
                <a:off x="6627382" y="6480536"/>
                <a:ext cx="43920" cy="89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618742" y="6471536"/>
                  <a:ext cx="61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14:cNvPr>
                <p14:cNvContentPartPr/>
                <p14:nvPr/>
              </p14:nvContentPartPr>
              <p14:xfrm>
                <a:off x="6721342" y="6448856"/>
                <a:ext cx="79560" cy="96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12342" y="6440216"/>
                  <a:ext cx="97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14:cNvPr>
                <p14:cNvContentPartPr/>
                <p14:nvPr/>
              </p14:nvContentPartPr>
              <p14:xfrm>
                <a:off x="6857782" y="6506816"/>
                <a:ext cx="163800" cy="57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49142" y="6498176"/>
                  <a:ext cx="181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14:cNvPr>
                <p14:cNvContentPartPr/>
                <p14:nvPr/>
              </p14:nvContentPartPr>
              <p14:xfrm>
                <a:off x="7091782" y="6472616"/>
                <a:ext cx="108000" cy="10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082782" y="6463616"/>
                  <a:ext cx="125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14:cNvPr>
                <p14:cNvContentPartPr/>
                <p14:nvPr/>
              </p14:nvContentPartPr>
              <p14:xfrm>
                <a:off x="7245502" y="6500336"/>
                <a:ext cx="66960" cy="75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236502" y="6491696"/>
                  <a:ext cx="84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14:cNvPr>
                <p14:cNvContentPartPr/>
                <p14:nvPr/>
              </p14:nvContentPartPr>
              <p14:xfrm>
                <a:off x="7346662" y="6362816"/>
                <a:ext cx="269640" cy="234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38022" y="6353816"/>
                  <a:ext cx="287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14:cNvPr>
                <p14:cNvContentPartPr/>
                <p14:nvPr/>
              </p14:nvContentPartPr>
              <p14:xfrm>
                <a:off x="7681822" y="6315656"/>
                <a:ext cx="233640" cy="258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673182" y="6306656"/>
                  <a:ext cx="251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14:cNvPr>
                <p14:cNvContentPartPr/>
                <p14:nvPr/>
              </p14:nvContentPartPr>
              <p14:xfrm>
                <a:off x="7816102" y="6366776"/>
                <a:ext cx="10800" cy="18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807462" y="6357776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14:cNvPr>
                <p14:cNvContentPartPr/>
                <p14:nvPr/>
              </p14:nvContentPartPr>
              <p14:xfrm>
                <a:off x="7945342" y="6474416"/>
                <a:ext cx="300240" cy="102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936342" y="6465416"/>
                  <a:ext cx="317880" cy="120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E0E153-5935-1376-F5BF-E9742C010A44}"/>
              </a:ext>
            </a:extLst>
          </p:cNvPr>
          <p:cNvGrpSpPr/>
          <p:nvPr/>
        </p:nvGrpSpPr>
        <p:grpSpPr>
          <a:xfrm>
            <a:off x="638782" y="4710056"/>
            <a:ext cx="1851840" cy="327960"/>
            <a:chOff x="638782" y="4710056"/>
            <a:chExt cx="185184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14:cNvPr>
                <p14:cNvContentPartPr/>
                <p14:nvPr/>
              </p14:nvContentPartPr>
              <p14:xfrm>
                <a:off x="638782" y="4783856"/>
                <a:ext cx="175680" cy="14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9782" y="4774856"/>
                  <a:ext cx="19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14:cNvPr>
                <p14:cNvContentPartPr/>
                <p14:nvPr/>
              </p14:nvContentPartPr>
              <p14:xfrm>
                <a:off x="898342" y="4836776"/>
                <a:ext cx="314280" cy="7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9342" y="4828136"/>
                  <a:ext cx="33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14:cNvPr>
                <p14:cNvContentPartPr/>
                <p14:nvPr/>
              </p14:nvContentPartPr>
              <p14:xfrm>
                <a:off x="1375342" y="4817696"/>
                <a:ext cx="10872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6342" y="4808696"/>
                  <a:ext cx="126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14:cNvPr>
                <p14:cNvContentPartPr/>
                <p14:nvPr/>
              </p14:nvContentPartPr>
              <p14:xfrm>
                <a:off x="1488382" y="4710056"/>
                <a:ext cx="84960" cy="20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79382" y="4701056"/>
                  <a:ext cx="102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14:cNvPr>
                <p14:cNvContentPartPr/>
                <p14:nvPr/>
              </p14:nvContentPartPr>
              <p14:xfrm>
                <a:off x="1516462" y="4859096"/>
                <a:ext cx="99720" cy="1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7822" y="485009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14:cNvPr>
                <p14:cNvContentPartPr/>
                <p14:nvPr/>
              </p14:nvContentPartPr>
              <p14:xfrm>
                <a:off x="1659742" y="4821296"/>
                <a:ext cx="73080" cy="87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50742" y="4812296"/>
                  <a:ext cx="90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14:cNvPr>
                <p14:cNvContentPartPr/>
                <p14:nvPr/>
              </p14:nvContentPartPr>
              <p14:xfrm>
                <a:off x="1773142" y="4842176"/>
                <a:ext cx="140040" cy="73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64502" y="4833536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14:cNvPr>
                <p14:cNvContentPartPr/>
                <p14:nvPr/>
              </p14:nvContentPartPr>
              <p14:xfrm>
                <a:off x="1923982" y="4717256"/>
                <a:ext cx="86760" cy="18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14982" y="4708256"/>
                  <a:ext cx="104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14:cNvPr>
                <p14:cNvContentPartPr/>
                <p14:nvPr/>
              </p14:nvContentPartPr>
              <p14:xfrm>
                <a:off x="1873222" y="4788896"/>
                <a:ext cx="136440" cy="2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4582" y="4779896"/>
                  <a:ext cx="154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14:cNvPr>
                <p14:cNvContentPartPr/>
                <p14:nvPr/>
              </p14:nvContentPartPr>
              <p14:xfrm>
                <a:off x="2073382" y="4788896"/>
                <a:ext cx="90000" cy="9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64742" y="4780256"/>
                  <a:ext cx="107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14:cNvPr>
                <p14:cNvContentPartPr/>
                <p14:nvPr/>
              </p14:nvContentPartPr>
              <p14:xfrm>
                <a:off x="2209822" y="4816256"/>
                <a:ext cx="137880" cy="221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01182" y="4807616"/>
                  <a:ext cx="15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14:cNvPr>
                <p14:cNvContentPartPr/>
                <p14:nvPr/>
              </p14:nvContentPartPr>
              <p14:xfrm>
                <a:off x="2353462" y="4813016"/>
                <a:ext cx="137160" cy="21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4822" y="4804016"/>
                  <a:ext cx="15480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AAF3F2-E647-F738-0C8C-C93A1A06CBCD}"/>
              </a:ext>
            </a:extLst>
          </p:cNvPr>
          <p:cNvGrpSpPr/>
          <p:nvPr/>
        </p:nvGrpSpPr>
        <p:grpSpPr>
          <a:xfrm>
            <a:off x="2822902" y="4731296"/>
            <a:ext cx="203760" cy="175320"/>
            <a:chOff x="2822902" y="4731296"/>
            <a:chExt cx="20376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14:cNvPr>
                <p14:cNvContentPartPr/>
                <p14:nvPr/>
              </p14:nvContentPartPr>
              <p14:xfrm>
                <a:off x="2849182" y="4821656"/>
                <a:ext cx="48600" cy="8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0542" y="4813016"/>
                  <a:ext cx="66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14:cNvPr>
                <p14:cNvContentPartPr/>
                <p14:nvPr/>
              </p14:nvContentPartPr>
              <p14:xfrm>
                <a:off x="2822902" y="4731296"/>
                <a:ext cx="29160" cy="36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13902" y="4722656"/>
                  <a:ext cx="46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14:cNvPr>
                <p14:cNvContentPartPr/>
                <p14:nvPr/>
              </p14:nvContentPartPr>
              <p14:xfrm>
                <a:off x="2932342" y="4784576"/>
                <a:ext cx="94320" cy="12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23342" y="4775936"/>
                  <a:ext cx="1119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C5287D-BBC5-D9F6-3459-77A1180143F1}"/>
              </a:ext>
            </a:extLst>
          </p:cNvPr>
          <p:cNvGrpSpPr/>
          <p:nvPr/>
        </p:nvGrpSpPr>
        <p:grpSpPr>
          <a:xfrm>
            <a:off x="3261742" y="4666856"/>
            <a:ext cx="290520" cy="209160"/>
            <a:chOff x="3261742" y="4666856"/>
            <a:chExt cx="29052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14:cNvPr>
                <p14:cNvContentPartPr/>
                <p14:nvPr/>
              </p14:nvContentPartPr>
              <p14:xfrm>
                <a:off x="3269302" y="4666856"/>
                <a:ext cx="105840" cy="209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60662" y="4657856"/>
                  <a:ext cx="123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14:cNvPr>
                <p14:cNvContentPartPr/>
                <p14:nvPr/>
              </p14:nvContentPartPr>
              <p14:xfrm>
                <a:off x="3261742" y="4773416"/>
                <a:ext cx="151200" cy="2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53102" y="4764776"/>
                  <a:ext cx="168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14:cNvPr>
                <p14:cNvContentPartPr/>
                <p14:nvPr/>
              </p14:nvContentPartPr>
              <p14:xfrm>
                <a:off x="3440302" y="4793936"/>
                <a:ext cx="111960" cy="77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31662" y="4785296"/>
                  <a:ext cx="1296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BDEF879-9946-B02C-C81F-767559185447}"/>
              </a:ext>
            </a:extLst>
          </p:cNvPr>
          <p:cNvGrpSpPr/>
          <p:nvPr/>
        </p:nvGrpSpPr>
        <p:grpSpPr>
          <a:xfrm>
            <a:off x="4846822" y="4619336"/>
            <a:ext cx="1519920" cy="379080"/>
            <a:chOff x="4846822" y="4619336"/>
            <a:chExt cx="151992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14:cNvPr>
                <p14:cNvContentPartPr/>
                <p14:nvPr/>
              </p14:nvContentPartPr>
              <p14:xfrm>
                <a:off x="4846822" y="4665416"/>
                <a:ext cx="142200" cy="216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37822" y="4656776"/>
                  <a:ext cx="159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14:cNvPr>
                <p14:cNvContentPartPr/>
                <p14:nvPr/>
              </p14:nvContentPartPr>
              <p14:xfrm>
                <a:off x="4965262" y="4678016"/>
                <a:ext cx="111600" cy="186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56262" y="4669376"/>
                  <a:ext cx="129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14:cNvPr>
                <p14:cNvContentPartPr/>
                <p14:nvPr/>
              </p14:nvContentPartPr>
              <p14:xfrm>
                <a:off x="5139142" y="4794296"/>
                <a:ext cx="93240" cy="65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30502" y="4785656"/>
                  <a:ext cx="110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14:cNvPr>
                <p14:cNvContentPartPr/>
                <p14:nvPr/>
              </p14:nvContentPartPr>
              <p14:xfrm>
                <a:off x="5290702" y="4752536"/>
                <a:ext cx="148320" cy="9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281702" y="4743896"/>
                  <a:ext cx="165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14:cNvPr>
                <p14:cNvContentPartPr/>
                <p14:nvPr/>
              </p14:nvContentPartPr>
              <p14:xfrm>
                <a:off x="5363782" y="4639136"/>
                <a:ext cx="104400" cy="200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55142" y="4630496"/>
                  <a:ext cx="122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14:cNvPr>
                <p14:cNvContentPartPr/>
                <p14:nvPr/>
              </p14:nvContentPartPr>
              <p14:xfrm>
                <a:off x="5472862" y="4784576"/>
                <a:ext cx="144000" cy="93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64222" y="4775576"/>
                  <a:ext cx="161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14:cNvPr>
                <p14:cNvContentPartPr/>
                <p14:nvPr/>
              </p14:nvContentPartPr>
              <p14:xfrm>
                <a:off x="5602462" y="4619336"/>
                <a:ext cx="369000" cy="234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93822" y="4610336"/>
                  <a:ext cx="386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14:cNvPr>
                <p14:cNvContentPartPr/>
                <p14:nvPr/>
              </p14:nvContentPartPr>
              <p14:xfrm>
                <a:off x="6000622" y="4789616"/>
                <a:ext cx="61200" cy="155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91622" y="4780976"/>
                  <a:ext cx="78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14:cNvPr>
                <p14:cNvContentPartPr/>
                <p14:nvPr/>
              </p14:nvContentPartPr>
              <p14:xfrm>
                <a:off x="5955262" y="4768016"/>
                <a:ext cx="131400" cy="230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46262" y="4759376"/>
                  <a:ext cx="149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14:cNvPr>
                <p14:cNvContentPartPr/>
                <p14:nvPr/>
              </p14:nvContentPartPr>
              <p14:xfrm>
                <a:off x="6087022" y="4651736"/>
                <a:ext cx="68040" cy="230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8022" y="4642736"/>
                  <a:ext cx="85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14:cNvPr>
                <p14:cNvContentPartPr/>
                <p14:nvPr/>
              </p14:nvContentPartPr>
              <p14:xfrm>
                <a:off x="6065782" y="4641296"/>
                <a:ext cx="300960" cy="22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56782" y="4632656"/>
                  <a:ext cx="31860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14:cNvPr>
              <p14:cNvContentPartPr/>
              <p14:nvPr/>
            </p14:nvContentPartPr>
            <p14:xfrm>
              <a:off x="6570862" y="4645616"/>
              <a:ext cx="272520" cy="235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561862" y="4636976"/>
                <a:ext cx="2901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DE410A6-65EA-1136-BFF2-8E8C93820467}"/>
              </a:ext>
            </a:extLst>
          </p:cNvPr>
          <p:cNvGrpSpPr/>
          <p:nvPr/>
        </p:nvGrpSpPr>
        <p:grpSpPr>
          <a:xfrm>
            <a:off x="6942742" y="4726256"/>
            <a:ext cx="222480" cy="169560"/>
            <a:chOff x="6942742" y="4726256"/>
            <a:chExt cx="22248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14:cNvPr>
                <p14:cNvContentPartPr/>
                <p14:nvPr/>
              </p14:nvContentPartPr>
              <p14:xfrm>
                <a:off x="6942742" y="4726256"/>
                <a:ext cx="222480" cy="105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33742" y="4717256"/>
                  <a:ext cx="240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14:cNvPr>
                <p14:cNvContentPartPr/>
                <p14:nvPr/>
              </p14:nvContentPartPr>
              <p14:xfrm>
                <a:off x="7033822" y="4874576"/>
                <a:ext cx="118440" cy="21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25182" y="4865576"/>
                  <a:ext cx="136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C011664-2EF6-2183-3F29-CAFF29D13A08}"/>
              </a:ext>
            </a:extLst>
          </p:cNvPr>
          <p:cNvGrpSpPr/>
          <p:nvPr/>
        </p:nvGrpSpPr>
        <p:grpSpPr>
          <a:xfrm>
            <a:off x="7447822" y="4690976"/>
            <a:ext cx="1290240" cy="276120"/>
            <a:chOff x="7447822" y="4690976"/>
            <a:chExt cx="12902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14:cNvPr>
                <p14:cNvContentPartPr/>
                <p14:nvPr/>
              </p14:nvContentPartPr>
              <p14:xfrm>
                <a:off x="7447822" y="4697096"/>
                <a:ext cx="167760" cy="201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39182" y="4688096"/>
                  <a:ext cx="18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14:cNvPr>
                <p14:cNvContentPartPr/>
                <p14:nvPr/>
              </p14:nvContentPartPr>
              <p14:xfrm>
                <a:off x="7663462" y="4814096"/>
                <a:ext cx="113040" cy="15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54822" y="4805456"/>
                  <a:ext cx="130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14:cNvPr>
                <p14:cNvContentPartPr/>
                <p14:nvPr/>
              </p14:nvContentPartPr>
              <p14:xfrm>
                <a:off x="7899622" y="4745696"/>
                <a:ext cx="59400" cy="129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890982" y="4737056"/>
                  <a:ext cx="77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14:cNvPr>
                <p14:cNvContentPartPr/>
                <p14:nvPr/>
              </p14:nvContentPartPr>
              <p14:xfrm>
                <a:off x="7888102" y="4826336"/>
                <a:ext cx="113040" cy="1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79462" y="4817336"/>
                  <a:ext cx="130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14:cNvPr>
                <p14:cNvContentPartPr/>
                <p14:nvPr/>
              </p14:nvContentPartPr>
              <p14:xfrm>
                <a:off x="8022022" y="4690976"/>
                <a:ext cx="212400" cy="18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13382" y="4681976"/>
                  <a:ext cx="230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14:cNvPr>
                <p14:cNvContentPartPr/>
                <p14:nvPr/>
              </p14:nvContentPartPr>
              <p14:xfrm>
                <a:off x="8250622" y="4827056"/>
                <a:ext cx="106200" cy="74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41982" y="4818056"/>
                  <a:ext cx="123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14:cNvPr>
                <p14:cNvContentPartPr/>
                <p14:nvPr/>
              </p14:nvContentPartPr>
              <p14:xfrm>
                <a:off x="8286982" y="4842176"/>
                <a:ext cx="43920" cy="7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78342" y="4833176"/>
                  <a:ext cx="61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14:cNvPr>
                <p14:cNvContentPartPr/>
                <p14:nvPr/>
              </p14:nvContentPartPr>
              <p14:xfrm>
                <a:off x="8479582" y="4780256"/>
                <a:ext cx="81000" cy="4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70942" y="4771616"/>
                  <a:ext cx="98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14:cNvPr>
                <p14:cNvContentPartPr/>
                <p14:nvPr/>
              </p14:nvContentPartPr>
              <p14:xfrm>
                <a:off x="8681182" y="4694576"/>
                <a:ext cx="56880" cy="163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2182" y="4685576"/>
                  <a:ext cx="745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86BDD6-0978-ACA1-C3F1-A7273044C3D4}"/>
              </a:ext>
            </a:extLst>
          </p:cNvPr>
          <p:cNvGrpSpPr/>
          <p:nvPr/>
        </p:nvGrpSpPr>
        <p:grpSpPr>
          <a:xfrm>
            <a:off x="6820702" y="5062856"/>
            <a:ext cx="761040" cy="775800"/>
            <a:chOff x="6820702" y="5062856"/>
            <a:chExt cx="761040" cy="77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14:cNvPr>
                <p14:cNvContentPartPr/>
                <p14:nvPr/>
              </p14:nvContentPartPr>
              <p14:xfrm>
                <a:off x="7276102" y="5062856"/>
                <a:ext cx="173520" cy="117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67462" y="5054216"/>
                  <a:ext cx="191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14:cNvPr>
                <p14:cNvContentPartPr/>
                <p14:nvPr/>
              </p14:nvContentPartPr>
              <p14:xfrm>
                <a:off x="6820702" y="5285336"/>
                <a:ext cx="363240" cy="201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11702" y="5276336"/>
                  <a:ext cx="380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14:cNvPr>
                <p14:cNvContentPartPr/>
                <p14:nvPr/>
              </p14:nvContentPartPr>
              <p14:xfrm>
                <a:off x="7249102" y="5432936"/>
                <a:ext cx="44640" cy="123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40102" y="5424296"/>
                  <a:ext cx="62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14:cNvPr>
                <p14:cNvContentPartPr/>
                <p14:nvPr/>
              </p14:nvContentPartPr>
              <p14:xfrm>
                <a:off x="7309582" y="5260856"/>
                <a:ext cx="272160" cy="195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00942" y="5251856"/>
                  <a:ext cx="289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14:cNvPr>
                <p14:cNvContentPartPr/>
                <p14:nvPr/>
              </p14:nvContentPartPr>
              <p14:xfrm>
                <a:off x="6932302" y="5639936"/>
                <a:ext cx="178920" cy="196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23302" y="5630936"/>
                  <a:ext cx="196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14:cNvPr>
                <p14:cNvContentPartPr/>
                <p14:nvPr/>
              </p14:nvContentPartPr>
              <p14:xfrm>
                <a:off x="7137142" y="5637056"/>
                <a:ext cx="146160" cy="201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28502" y="5628056"/>
                  <a:ext cx="163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14:cNvPr>
                <p14:cNvContentPartPr/>
                <p14:nvPr/>
              </p14:nvContentPartPr>
              <p14:xfrm>
                <a:off x="7261702" y="5729576"/>
                <a:ext cx="121320" cy="54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062" y="572057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14:cNvPr>
                <p14:cNvContentPartPr/>
                <p14:nvPr/>
              </p14:nvContentPartPr>
              <p14:xfrm>
                <a:off x="7372582" y="5616896"/>
                <a:ext cx="115920" cy="19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63582" y="5607896"/>
                  <a:ext cx="1335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1CED80-56F6-35F4-D010-784C1682E84F}"/>
              </a:ext>
            </a:extLst>
          </p:cNvPr>
          <p:cNvGrpSpPr/>
          <p:nvPr/>
        </p:nvGrpSpPr>
        <p:grpSpPr>
          <a:xfrm>
            <a:off x="6546742" y="5662616"/>
            <a:ext cx="295560" cy="239760"/>
            <a:chOff x="6546742" y="5662616"/>
            <a:chExt cx="2955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14:cNvPr>
                <p14:cNvContentPartPr/>
                <p14:nvPr/>
              </p14:nvContentPartPr>
              <p14:xfrm>
                <a:off x="6546742" y="5751896"/>
                <a:ext cx="114480" cy="74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38102" y="5743256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14:cNvPr>
                <p14:cNvContentPartPr/>
                <p14:nvPr/>
              </p14:nvContentPartPr>
              <p14:xfrm>
                <a:off x="6755182" y="5662616"/>
                <a:ext cx="66960" cy="239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46542" y="5653616"/>
                  <a:ext cx="84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14:cNvPr>
                <p14:cNvContentPartPr/>
                <p14:nvPr/>
              </p14:nvContentPartPr>
              <p14:xfrm>
                <a:off x="6731422" y="5819576"/>
                <a:ext cx="110880" cy="3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22422" y="5810576"/>
                  <a:ext cx="1285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F648FAB-E6D0-7B7B-CB50-BA2BA6B903C5}"/>
              </a:ext>
            </a:extLst>
          </p:cNvPr>
          <p:cNvGrpSpPr/>
          <p:nvPr/>
        </p:nvGrpSpPr>
        <p:grpSpPr>
          <a:xfrm>
            <a:off x="8206342" y="5017496"/>
            <a:ext cx="1001160" cy="827640"/>
            <a:chOff x="8206342" y="5017496"/>
            <a:chExt cx="1001160" cy="82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14:cNvPr>
                <p14:cNvContentPartPr/>
                <p14:nvPr/>
              </p14:nvContentPartPr>
              <p14:xfrm>
                <a:off x="8206342" y="5017496"/>
                <a:ext cx="156600" cy="171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97342" y="5008496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14:cNvPr>
                <p14:cNvContentPartPr/>
                <p14:nvPr/>
              </p14:nvContentPartPr>
              <p14:xfrm>
                <a:off x="8260342" y="5272016"/>
                <a:ext cx="389160" cy="198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51702" y="5263016"/>
                  <a:ext cx="406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14:cNvPr>
                <p14:cNvContentPartPr/>
                <p14:nvPr/>
              </p14:nvContentPartPr>
              <p14:xfrm>
                <a:off x="8678302" y="5366696"/>
                <a:ext cx="79560" cy="187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69662" y="5358056"/>
                  <a:ext cx="97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14:cNvPr>
                <p14:cNvContentPartPr/>
                <p14:nvPr/>
              </p14:nvContentPartPr>
              <p14:xfrm>
                <a:off x="8755702" y="5210096"/>
                <a:ext cx="281880" cy="20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47062" y="5201096"/>
                  <a:ext cx="299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14:cNvPr>
                <p14:cNvContentPartPr/>
                <p14:nvPr/>
              </p14:nvContentPartPr>
              <p14:xfrm>
                <a:off x="8294182" y="5698976"/>
                <a:ext cx="95400" cy="91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85542" y="5689976"/>
                  <a:ext cx="11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14:cNvPr>
                <p14:cNvContentPartPr/>
                <p14:nvPr/>
              </p14:nvContentPartPr>
              <p14:xfrm>
                <a:off x="8423782" y="5610776"/>
                <a:ext cx="99360" cy="23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5142" y="5601776"/>
                  <a:ext cx="117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14:cNvPr>
                <p14:cNvContentPartPr/>
                <p14:nvPr/>
              </p14:nvContentPartPr>
              <p14:xfrm>
                <a:off x="8430622" y="5770256"/>
                <a:ext cx="86040" cy="14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21982" y="5761616"/>
                  <a:ext cx="103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14:cNvPr>
                <p14:cNvContentPartPr/>
                <p14:nvPr/>
              </p14:nvContentPartPr>
              <p14:xfrm>
                <a:off x="8652022" y="5677376"/>
                <a:ext cx="131760" cy="85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43382" y="566837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14:cNvPr>
                <p14:cNvContentPartPr/>
                <p14:nvPr/>
              </p14:nvContentPartPr>
              <p14:xfrm>
                <a:off x="8705302" y="5698976"/>
                <a:ext cx="45360" cy="58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96662" y="5689976"/>
                  <a:ext cx="63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14:cNvPr>
                <p14:cNvContentPartPr/>
                <p14:nvPr/>
              </p14:nvContentPartPr>
              <p14:xfrm>
                <a:off x="8833462" y="5582336"/>
                <a:ext cx="129240" cy="20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824822" y="5573696"/>
                  <a:ext cx="146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14:cNvPr>
                <p14:cNvContentPartPr/>
                <p14:nvPr/>
              </p14:nvContentPartPr>
              <p14:xfrm>
                <a:off x="8946862" y="5695016"/>
                <a:ext cx="151920" cy="7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38222" y="5686016"/>
                  <a:ext cx="169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14:cNvPr>
                <p14:cNvContentPartPr/>
                <p14:nvPr/>
              </p14:nvContentPartPr>
              <p14:xfrm>
                <a:off x="9058822" y="5585936"/>
                <a:ext cx="148680" cy="224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49822" y="5577296"/>
                  <a:ext cx="16632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DD61BE2-ACB8-FB61-956E-9C9229E7328A}"/>
              </a:ext>
            </a:extLst>
          </p:cNvPr>
          <p:cNvGrpSpPr/>
          <p:nvPr/>
        </p:nvGrpSpPr>
        <p:grpSpPr>
          <a:xfrm>
            <a:off x="3838102" y="4630136"/>
            <a:ext cx="754200" cy="251640"/>
            <a:chOff x="3838102" y="4630136"/>
            <a:chExt cx="75420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14:cNvPr>
                <p14:cNvContentPartPr/>
                <p14:nvPr/>
              </p14:nvContentPartPr>
              <p14:xfrm>
                <a:off x="3838102" y="4789616"/>
                <a:ext cx="272160" cy="78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29462" y="4780976"/>
                  <a:ext cx="289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14:cNvPr>
                <p14:cNvContentPartPr/>
                <p14:nvPr/>
              </p14:nvContentPartPr>
              <p14:xfrm>
                <a:off x="4163542" y="4787096"/>
                <a:ext cx="79560" cy="78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54542" y="4778096"/>
                  <a:ext cx="97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14:cNvPr>
                <p14:cNvContentPartPr/>
                <p14:nvPr/>
              </p14:nvContentPartPr>
              <p14:xfrm>
                <a:off x="4258222" y="4630136"/>
                <a:ext cx="111600" cy="247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49222" y="4621496"/>
                  <a:ext cx="129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14:cNvPr>
                <p14:cNvContentPartPr/>
                <p14:nvPr/>
              </p14:nvContentPartPr>
              <p14:xfrm>
                <a:off x="4353622" y="4720856"/>
                <a:ext cx="238680" cy="144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44622" y="4712216"/>
                  <a:ext cx="256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14:cNvPr>
                <p14:cNvContentPartPr/>
                <p14:nvPr/>
              </p14:nvContentPartPr>
              <p14:xfrm>
                <a:off x="4225462" y="4838216"/>
                <a:ext cx="47160" cy="4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16462" y="4829216"/>
                  <a:ext cx="64800" cy="61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5990A6-3106-C6C8-D5C3-26059E1E3822}"/>
              </a:ext>
            </a:extLst>
          </p:cNvPr>
          <p:cNvGrpSpPr/>
          <p:nvPr/>
        </p:nvGrpSpPr>
        <p:grpSpPr>
          <a:xfrm>
            <a:off x="1038382" y="2530616"/>
            <a:ext cx="3047400" cy="69480"/>
            <a:chOff x="1038382" y="2530616"/>
            <a:chExt cx="3047400" cy="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14:cNvPr>
                <p14:cNvContentPartPr/>
                <p14:nvPr/>
              </p14:nvContentPartPr>
              <p14:xfrm>
                <a:off x="1038382" y="2530616"/>
                <a:ext cx="3047400" cy="69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9742" y="2521616"/>
                  <a:ext cx="3065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14:cNvPr>
                <p14:cNvContentPartPr/>
                <p14:nvPr/>
              </p14:nvContentPartPr>
              <p14:xfrm>
                <a:off x="3062662" y="2535656"/>
                <a:ext cx="675000" cy="1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54022" y="2527016"/>
                  <a:ext cx="6926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6F3118-D6BF-1FCA-A30F-0932D0843946}"/>
              </a:ext>
            </a:extLst>
          </p:cNvPr>
          <p:cNvGrpSpPr/>
          <p:nvPr/>
        </p:nvGrpSpPr>
        <p:grpSpPr>
          <a:xfrm>
            <a:off x="4524622" y="2993216"/>
            <a:ext cx="1036440" cy="277920"/>
            <a:chOff x="4524622" y="2993216"/>
            <a:chExt cx="103644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14:cNvPr>
                <p14:cNvContentPartPr/>
                <p14:nvPr/>
              </p14:nvContentPartPr>
              <p14:xfrm>
                <a:off x="4524622" y="3099056"/>
                <a:ext cx="40536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15622" y="3090416"/>
                  <a:ext cx="42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14:cNvPr>
                <p14:cNvContentPartPr/>
                <p14:nvPr/>
              </p14:nvContentPartPr>
              <p14:xfrm>
                <a:off x="5108542" y="3104456"/>
                <a:ext cx="105840" cy="166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99542" y="3095816"/>
                  <a:ext cx="123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14:cNvPr>
                <p14:cNvContentPartPr/>
                <p14:nvPr/>
              </p14:nvContentPartPr>
              <p14:xfrm>
                <a:off x="5236342" y="3119936"/>
                <a:ext cx="137880" cy="44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27702" y="3110936"/>
                  <a:ext cx="155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14:cNvPr>
                <p14:cNvContentPartPr/>
                <p14:nvPr/>
              </p14:nvContentPartPr>
              <p14:xfrm>
                <a:off x="5447662" y="2993216"/>
                <a:ext cx="113400" cy="16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38662" y="2984216"/>
                  <a:ext cx="1310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E9EAC2-EB13-9DF4-6274-1DCEA45B3072}"/>
              </a:ext>
            </a:extLst>
          </p:cNvPr>
          <p:cNvGrpSpPr/>
          <p:nvPr/>
        </p:nvGrpSpPr>
        <p:grpSpPr>
          <a:xfrm>
            <a:off x="5802622" y="2879816"/>
            <a:ext cx="609480" cy="255600"/>
            <a:chOff x="5802622" y="2879816"/>
            <a:chExt cx="60948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14:cNvPr>
                <p14:cNvContentPartPr/>
                <p14:nvPr/>
              </p14:nvContentPartPr>
              <p14:xfrm>
                <a:off x="5802622" y="3040016"/>
                <a:ext cx="185760" cy="82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93622" y="3031016"/>
                  <a:ext cx="203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14:cNvPr>
                <p14:cNvContentPartPr/>
                <p14:nvPr/>
              </p14:nvContentPartPr>
              <p14:xfrm>
                <a:off x="6092422" y="3104456"/>
                <a:ext cx="14040" cy="30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83422" y="3095816"/>
                  <a:ext cx="31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14:cNvPr>
                <p14:cNvContentPartPr/>
                <p14:nvPr/>
              </p14:nvContentPartPr>
              <p14:xfrm>
                <a:off x="6033742" y="2963696"/>
                <a:ext cx="11880" cy="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5102" y="2955056"/>
                  <a:ext cx="29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14:cNvPr>
                <p14:cNvContentPartPr/>
                <p14:nvPr/>
              </p14:nvContentPartPr>
              <p14:xfrm>
                <a:off x="6113662" y="2934536"/>
                <a:ext cx="80640" cy="18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04662" y="2925536"/>
                  <a:ext cx="98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14:cNvPr>
                <p14:cNvContentPartPr/>
                <p14:nvPr/>
              </p14:nvContentPartPr>
              <p14:xfrm>
                <a:off x="6184582" y="2879816"/>
                <a:ext cx="227520" cy="23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5582" y="2871176"/>
                  <a:ext cx="245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14:cNvPr>
                <p14:cNvContentPartPr/>
                <p14:nvPr/>
              </p14:nvContentPartPr>
              <p14:xfrm>
                <a:off x="6078742" y="3051536"/>
                <a:ext cx="1148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9742" y="3042536"/>
                  <a:ext cx="132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79AE365-E2E3-4085-B84F-DDA74520ED3E}"/>
              </a:ext>
            </a:extLst>
          </p:cNvPr>
          <p:cNvGrpSpPr/>
          <p:nvPr/>
        </p:nvGrpSpPr>
        <p:grpSpPr>
          <a:xfrm>
            <a:off x="6677062" y="3043256"/>
            <a:ext cx="566640" cy="146880"/>
            <a:chOff x="6677062" y="3043256"/>
            <a:chExt cx="5666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14:cNvPr>
                <p14:cNvContentPartPr/>
                <p14:nvPr/>
              </p14:nvContentPartPr>
              <p14:xfrm>
                <a:off x="6677062" y="3043256"/>
                <a:ext cx="173880" cy="146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68422" y="3034256"/>
                  <a:ext cx="191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14:cNvPr>
                <p14:cNvContentPartPr/>
                <p14:nvPr/>
              </p14:nvContentPartPr>
              <p14:xfrm>
                <a:off x="6714142" y="3061256"/>
                <a:ext cx="264960" cy="82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05502" y="3052616"/>
                  <a:ext cx="282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14:cNvPr>
                <p14:cNvContentPartPr/>
                <p14:nvPr/>
              </p14:nvContentPartPr>
              <p14:xfrm>
                <a:off x="7021582" y="3052976"/>
                <a:ext cx="76680" cy="9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12942" y="3044336"/>
                  <a:ext cx="94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14:cNvPr>
                <p14:cNvContentPartPr/>
                <p14:nvPr/>
              </p14:nvContentPartPr>
              <p14:xfrm>
                <a:off x="7099342" y="3043976"/>
                <a:ext cx="144360" cy="128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90342" y="3034976"/>
                  <a:ext cx="162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6844BF-8F4D-05F8-C8A7-48DF000E7783}"/>
              </a:ext>
            </a:extLst>
          </p:cNvPr>
          <p:cNvGrpSpPr/>
          <p:nvPr/>
        </p:nvGrpSpPr>
        <p:grpSpPr>
          <a:xfrm>
            <a:off x="5327422" y="3288416"/>
            <a:ext cx="1125000" cy="338040"/>
            <a:chOff x="5327422" y="3288416"/>
            <a:chExt cx="11250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14:cNvPr>
                <p14:cNvContentPartPr/>
                <p14:nvPr/>
              </p14:nvContentPartPr>
              <p14:xfrm>
                <a:off x="5341822" y="3359696"/>
                <a:ext cx="8100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3182" y="3351056"/>
                  <a:ext cx="98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14:cNvPr>
                <p14:cNvContentPartPr/>
                <p14:nvPr/>
              </p14:nvContentPartPr>
              <p14:xfrm>
                <a:off x="5327422" y="3462656"/>
                <a:ext cx="100800" cy="1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8422" y="3454016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14:cNvPr>
                <p14:cNvContentPartPr/>
                <p14:nvPr/>
              </p14:nvContentPartPr>
              <p14:xfrm>
                <a:off x="5437222" y="3464096"/>
                <a:ext cx="140760" cy="77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8222" y="3455456"/>
                  <a:ext cx="158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14:cNvPr>
                <p14:cNvContentPartPr/>
                <p14:nvPr/>
              </p14:nvContentPartPr>
              <p14:xfrm>
                <a:off x="5703262" y="3288416"/>
                <a:ext cx="367560" cy="263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94622" y="3279416"/>
                  <a:ext cx="385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14:cNvPr>
                <p14:cNvContentPartPr/>
                <p14:nvPr/>
              </p14:nvContentPartPr>
              <p14:xfrm>
                <a:off x="6119422" y="3456896"/>
                <a:ext cx="110880" cy="169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0782" y="3448256"/>
                  <a:ext cx="12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14:cNvPr>
                <p14:cNvContentPartPr/>
                <p14:nvPr/>
              </p14:nvContentPartPr>
              <p14:xfrm>
                <a:off x="6177382" y="3333776"/>
                <a:ext cx="221760" cy="177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68382" y="3325136"/>
                  <a:ext cx="239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14:cNvPr>
                <p14:cNvContentPartPr/>
                <p14:nvPr/>
              </p14:nvContentPartPr>
              <p14:xfrm>
                <a:off x="6363142" y="3427376"/>
                <a:ext cx="89280" cy="6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4502" y="3418736"/>
                  <a:ext cx="10692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C3A557A-B96D-4250-C670-7F1C4BEC55BB}"/>
              </a:ext>
            </a:extLst>
          </p:cNvPr>
          <p:cNvGrpSpPr/>
          <p:nvPr/>
        </p:nvGrpSpPr>
        <p:grpSpPr>
          <a:xfrm>
            <a:off x="6690742" y="3331256"/>
            <a:ext cx="672480" cy="192960"/>
            <a:chOff x="6690742" y="3331256"/>
            <a:chExt cx="6724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14:cNvPr>
                <p14:cNvContentPartPr/>
                <p14:nvPr/>
              </p14:nvContentPartPr>
              <p14:xfrm>
                <a:off x="6690742" y="3364736"/>
                <a:ext cx="195480" cy="159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81742" y="3356096"/>
                  <a:ext cx="213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14:cNvPr>
                <p14:cNvContentPartPr/>
                <p14:nvPr/>
              </p14:nvContentPartPr>
              <p14:xfrm>
                <a:off x="6926902" y="3418016"/>
                <a:ext cx="40680" cy="9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7902" y="3409376"/>
                  <a:ext cx="58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14:cNvPr>
                <p14:cNvContentPartPr/>
                <p14:nvPr/>
              </p14:nvContentPartPr>
              <p14:xfrm>
                <a:off x="6911062" y="3343136"/>
                <a:ext cx="98280" cy="4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02062" y="3334496"/>
                  <a:ext cx="115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14:cNvPr>
                <p14:cNvContentPartPr/>
                <p14:nvPr/>
              </p14:nvContentPartPr>
              <p14:xfrm>
                <a:off x="6926902" y="3428816"/>
                <a:ext cx="95040" cy="16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18262" y="3420176"/>
                  <a:ext cx="11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14:cNvPr>
                <p14:cNvContentPartPr/>
                <p14:nvPr/>
              </p14:nvContentPartPr>
              <p14:xfrm>
                <a:off x="7107622" y="3386336"/>
                <a:ext cx="21600" cy="9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98982" y="3377336"/>
                  <a:ext cx="39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14:cNvPr>
                <p14:cNvContentPartPr/>
                <p14:nvPr/>
              </p14:nvContentPartPr>
              <p14:xfrm>
                <a:off x="7086382" y="3331256"/>
                <a:ext cx="87120" cy="6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77742" y="3322256"/>
                  <a:ext cx="104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14:cNvPr>
                <p14:cNvContentPartPr/>
                <p14:nvPr/>
              </p14:nvContentPartPr>
              <p14:xfrm>
                <a:off x="7097182" y="3406496"/>
                <a:ext cx="96480" cy="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8182" y="3397856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14:cNvPr>
                <p14:cNvContentPartPr/>
                <p14:nvPr/>
              </p14:nvContentPartPr>
              <p14:xfrm>
                <a:off x="7293382" y="3384536"/>
                <a:ext cx="47880" cy="103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84742" y="3375896"/>
                  <a:ext cx="65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14:cNvPr>
                <p14:cNvContentPartPr/>
                <p14:nvPr/>
              </p14:nvContentPartPr>
              <p14:xfrm>
                <a:off x="7172422" y="3340976"/>
                <a:ext cx="190800" cy="24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3422" y="3332336"/>
                  <a:ext cx="208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58772D-8EC5-26D0-DC77-482AD5DAD419}"/>
              </a:ext>
            </a:extLst>
          </p:cNvPr>
          <p:cNvGrpSpPr/>
          <p:nvPr/>
        </p:nvGrpSpPr>
        <p:grpSpPr>
          <a:xfrm>
            <a:off x="967462" y="5799416"/>
            <a:ext cx="1339560" cy="315360"/>
            <a:chOff x="967462" y="5799416"/>
            <a:chExt cx="133956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14:cNvPr>
                <p14:cNvContentPartPr/>
                <p14:nvPr/>
              </p14:nvContentPartPr>
              <p14:xfrm>
                <a:off x="967462" y="5958536"/>
                <a:ext cx="204480" cy="156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462" y="5949536"/>
                  <a:ext cx="222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14:cNvPr>
                <p14:cNvContentPartPr/>
                <p14:nvPr/>
              </p14:nvContentPartPr>
              <p14:xfrm>
                <a:off x="1111102" y="5823536"/>
                <a:ext cx="119880" cy="89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102" y="5814896"/>
                  <a:ext cx="137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14:cNvPr>
                <p14:cNvContentPartPr/>
                <p14:nvPr/>
              </p14:nvContentPartPr>
              <p14:xfrm>
                <a:off x="1398022" y="5925416"/>
                <a:ext cx="157680" cy="161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89022" y="5916776"/>
                  <a:ext cx="175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14:cNvPr>
                <p14:cNvContentPartPr/>
                <p14:nvPr/>
              </p14:nvContentPartPr>
              <p14:xfrm>
                <a:off x="1467142" y="5799416"/>
                <a:ext cx="132840" cy="11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8142" y="5790416"/>
                  <a:ext cx="15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14:cNvPr>
                <p14:cNvContentPartPr/>
                <p14:nvPr/>
              </p14:nvContentPartPr>
              <p14:xfrm>
                <a:off x="1753702" y="5938016"/>
                <a:ext cx="91080" cy="13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45062" y="5929376"/>
                  <a:ext cx="108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14:cNvPr>
                <p14:cNvContentPartPr/>
                <p14:nvPr/>
              </p14:nvContentPartPr>
              <p14:xfrm>
                <a:off x="1754062" y="5882936"/>
                <a:ext cx="118440" cy="44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45422" y="5874296"/>
                  <a:ext cx="136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14:cNvPr>
                <p14:cNvContentPartPr/>
                <p14:nvPr/>
              </p14:nvContentPartPr>
              <p14:xfrm>
                <a:off x="1839382" y="5808776"/>
                <a:ext cx="132840" cy="77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30382" y="5799776"/>
                  <a:ext cx="15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14:cNvPr>
                <p14:cNvContentPartPr/>
                <p14:nvPr/>
              </p14:nvContentPartPr>
              <p14:xfrm>
                <a:off x="2046742" y="5905616"/>
                <a:ext cx="105480" cy="15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37742" y="5896976"/>
                  <a:ext cx="123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14:cNvPr>
                <p14:cNvContentPartPr/>
                <p14:nvPr/>
              </p14:nvContentPartPr>
              <p14:xfrm>
                <a:off x="2071582" y="5990576"/>
                <a:ext cx="134640" cy="1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2942" y="5981936"/>
                  <a:ext cx="152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14:cNvPr>
                <p14:cNvContentPartPr/>
                <p14:nvPr/>
              </p14:nvContentPartPr>
              <p14:xfrm>
                <a:off x="2152942" y="5805536"/>
                <a:ext cx="154080" cy="90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43942" y="5796896"/>
                  <a:ext cx="1717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9434FD1-0E92-3C7F-DF4E-8D8F238B7016}"/>
              </a:ext>
            </a:extLst>
          </p:cNvPr>
          <p:cNvGrpSpPr/>
          <p:nvPr/>
        </p:nvGrpSpPr>
        <p:grpSpPr>
          <a:xfrm>
            <a:off x="2589622" y="5921816"/>
            <a:ext cx="1185120" cy="171000"/>
            <a:chOff x="2589622" y="5921816"/>
            <a:chExt cx="118512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14:cNvPr>
                <p14:cNvContentPartPr/>
                <p14:nvPr/>
              </p14:nvContentPartPr>
              <p14:xfrm>
                <a:off x="2615902" y="6039176"/>
                <a:ext cx="127440" cy="1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07262" y="6030176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14:cNvPr>
                <p14:cNvContentPartPr/>
                <p14:nvPr/>
              </p14:nvContentPartPr>
              <p14:xfrm>
                <a:off x="2589622" y="5985176"/>
                <a:ext cx="127080" cy="2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0982" y="5976176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14:cNvPr>
                <p14:cNvContentPartPr/>
                <p14:nvPr/>
              </p14:nvContentPartPr>
              <p14:xfrm>
                <a:off x="2854582" y="5921816"/>
                <a:ext cx="151200" cy="10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45942" y="5912816"/>
                  <a:ext cx="168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14:cNvPr>
                <p14:cNvContentPartPr/>
                <p14:nvPr/>
              </p14:nvContentPartPr>
              <p14:xfrm>
                <a:off x="2961142" y="5985896"/>
                <a:ext cx="23760" cy="10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2142" y="5977256"/>
                  <a:ext cx="41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14:cNvPr>
                <p14:cNvContentPartPr/>
                <p14:nvPr/>
              </p14:nvContentPartPr>
              <p14:xfrm>
                <a:off x="3059782" y="5938016"/>
                <a:ext cx="113760" cy="87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0782" y="5929376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14:cNvPr>
                <p14:cNvContentPartPr/>
                <p14:nvPr/>
              </p14:nvContentPartPr>
              <p14:xfrm>
                <a:off x="3141862" y="5959256"/>
                <a:ext cx="41400" cy="133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32862" y="5950616"/>
                  <a:ext cx="59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14:cNvPr>
                <p14:cNvContentPartPr/>
                <p14:nvPr/>
              </p14:nvContentPartPr>
              <p14:xfrm>
                <a:off x="3349222" y="5964656"/>
                <a:ext cx="35640" cy="109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40222" y="5956016"/>
                  <a:ext cx="53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14:cNvPr>
                <p14:cNvContentPartPr/>
                <p14:nvPr/>
              </p14:nvContentPartPr>
              <p14:xfrm>
                <a:off x="3445702" y="5987696"/>
                <a:ext cx="106560" cy="7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6702" y="5978696"/>
                  <a:ext cx="12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14:cNvPr>
                <p14:cNvContentPartPr/>
                <p14:nvPr/>
              </p14:nvContentPartPr>
              <p14:xfrm>
                <a:off x="3642982" y="5979776"/>
                <a:ext cx="131760" cy="85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34342" y="597113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DBC450-E881-AE85-276D-098371F52AEE}"/>
              </a:ext>
            </a:extLst>
          </p:cNvPr>
          <p:cNvGrpSpPr/>
          <p:nvPr/>
        </p:nvGrpSpPr>
        <p:grpSpPr>
          <a:xfrm>
            <a:off x="4639822" y="5988416"/>
            <a:ext cx="284760" cy="124200"/>
            <a:chOff x="4639822" y="5988416"/>
            <a:chExt cx="28476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14:cNvPr>
                <p14:cNvContentPartPr/>
                <p14:nvPr/>
              </p14:nvContentPartPr>
              <p14:xfrm>
                <a:off x="4639822" y="6022256"/>
                <a:ext cx="153000" cy="90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0822" y="6013256"/>
                  <a:ext cx="170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14:cNvPr>
                <p14:cNvContentPartPr/>
                <p14:nvPr/>
              </p14:nvContentPartPr>
              <p14:xfrm>
                <a:off x="4794982" y="5988416"/>
                <a:ext cx="129600" cy="119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6342" y="5979416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7723435-3E49-F7B0-2C7E-EAE650998DFA}"/>
              </a:ext>
            </a:extLst>
          </p:cNvPr>
          <p:cNvGrpSpPr/>
          <p:nvPr/>
        </p:nvGrpSpPr>
        <p:grpSpPr>
          <a:xfrm>
            <a:off x="5259022" y="5817776"/>
            <a:ext cx="1334160" cy="296640"/>
            <a:chOff x="5259022" y="5817776"/>
            <a:chExt cx="13341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14:cNvPr>
                <p14:cNvContentPartPr/>
                <p14:nvPr/>
              </p14:nvContentPartPr>
              <p14:xfrm>
                <a:off x="5259022" y="5842976"/>
                <a:ext cx="239040" cy="245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50022" y="5833976"/>
                  <a:ext cx="256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14:cNvPr>
                <p14:cNvContentPartPr/>
                <p14:nvPr/>
              </p14:nvContentPartPr>
              <p14:xfrm>
                <a:off x="5480782" y="5868896"/>
                <a:ext cx="27504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2142" y="5860256"/>
                  <a:ext cx="292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14:cNvPr>
                <p14:cNvContentPartPr/>
                <p14:nvPr/>
              </p14:nvContentPartPr>
              <p14:xfrm>
                <a:off x="5794702" y="5817776"/>
                <a:ext cx="418320" cy="24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85702" y="5809136"/>
                  <a:ext cx="435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14:cNvPr>
                <p14:cNvContentPartPr/>
                <p14:nvPr/>
              </p14:nvContentPartPr>
              <p14:xfrm>
                <a:off x="6156142" y="5874296"/>
                <a:ext cx="12960" cy="43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7142" y="5865656"/>
                  <a:ext cx="30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14:cNvPr>
                <p14:cNvContentPartPr/>
                <p14:nvPr/>
              </p14:nvContentPartPr>
              <p14:xfrm>
                <a:off x="6273142" y="5930456"/>
                <a:ext cx="42840" cy="116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64142" y="5921816"/>
                  <a:ext cx="6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14:cNvPr>
                <p14:cNvContentPartPr/>
                <p14:nvPr/>
              </p14:nvContentPartPr>
              <p14:xfrm>
                <a:off x="6410302" y="5980136"/>
                <a:ext cx="182880" cy="134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01302" y="5971496"/>
                  <a:ext cx="2005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E9EBB1-114B-D2BA-8EA0-822ED9E7C791}"/>
              </a:ext>
            </a:extLst>
          </p:cNvPr>
          <p:cNvGrpSpPr/>
          <p:nvPr/>
        </p:nvGrpSpPr>
        <p:grpSpPr>
          <a:xfrm>
            <a:off x="6820342" y="5811296"/>
            <a:ext cx="251280" cy="378720"/>
            <a:chOff x="6820342" y="5811296"/>
            <a:chExt cx="25128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14:cNvPr>
                <p14:cNvContentPartPr/>
                <p14:nvPr/>
              </p14:nvContentPartPr>
              <p14:xfrm>
                <a:off x="6820342" y="5996696"/>
                <a:ext cx="90720" cy="80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11342" y="5987696"/>
                  <a:ext cx="108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14:cNvPr>
                <p14:cNvContentPartPr/>
                <p14:nvPr/>
              </p14:nvContentPartPr>
              <p14:xfrm>
                <a:off x="6967222" y="5811296"/>
                <a:ext cx="104400" cy="378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58222" y="5802656"/>
                  <a:ext cx="1220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14:cNvPr>
                <p14:cNvContentPartPr/>
                <p14:nvPr/>
              </p14:nvContentPartPr>
              <p14:xfrm>
                <a:off x="6931582" y="6038456"/>
                <a:ext cx="139320" cy="38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22582" y="6029456"/>
                  <a:ext cx="1569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C858964-0C73-1CE0-05B3-F9848944C713}"/>
              </a:ext>
            </a:extLst>
          </p:cNvPr>
          <p:cNvGrpSpPr/>
          <p:nvPr/>
        </p:nvGrpSpPr>
        <p:grpSpPr>
          <a:xfrm>
            <a:off x="7368262" y="5891576"/>
            <a:ext cx="1043280" cy="216000"/>
            <a:chOff x="7368262" y="5891576"/>
            <a:chExt cx="1043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14:cNvPr>
                <p14:cNvContentPartPr/>
                <p14:nvPr/>
              </p14:nvContentPartPr>
              <p14:xfrm>
                <a:off x="7368262" y="5911376"/>
                <a:ext cx="162720" cy="13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9262" y="5902736"/>
                  <a:ext cx="180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14:cNvPr>
                <p14:cNvContentPartPr/>
                <p14:nvPr/>
              </p14:nvContentPartPr>
              <p14:xfrm>
                <a:off x="7468342" y="5980496"/>
                <a:ext cx="41760" cy="11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59342" y="5971856"/>
                  <a:ext cx="59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14:cNvPr>
                <p14:cNvContentPartPr/>
                <p14:nvPr/>
              </p14:nvContentPartPr>
              <p14:xfrm>
                <a:off x="7583542" y="5891576"/>
                <a:ext cx="105480" cy="106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74902" y="5882936"/>
                  <a:ext cx="123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14:cNvPr>
                <p14:cNvContentPartPr/>
                <p14:nvPr/>
              </p14:nvContentPartPr>
              <p14:xfrm>
                <a:off x="7633942" y="5985896"/>
                <a:ext cx="127800" cy="121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24942" y="5977256"/>
                  <a:ext cx="145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14:cNvPr>
                <p14:cNvContentPartPr/>
                <p14:nvPr/>
              </p14:nvContentPartPr>
              <p14:xfrm>
                <a:off x="7818622" y="5953496"/>
                <a:ext cx="113760" cy="97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9982" y="5944496"/>
                  <a:ext cx="131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14:cNvPr>
                <p14:cNvContentPartPr/>
                <p14:nvPr/>
              </p14:nvContentPartPr>
              <p14:xfrm>
                <a:off x="8058742" y="5942696"/>
                <a:ext cx="91800" cy="97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49742" y="5933696"/>
                  <a:ext cx="109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14:cNvPr>
                <p14:cNvContentPartPr/>
                <p14:nvPr/>
              </p14:nvContentPartPr>
              <p14:xfrm>
                <a:off x="8275822" y="5900936"/>
                <a:ext cx="135720" cy="118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66822" y="5891936"/>
                  <a:ext cx="153360" cy="13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C87DBC-D1BB-A2C3-D851-AA51A6314D34}"/>
              </a:ext>
            </a:extLst>
          </p:cNvPr>
          <p:cNvGrpSpPr/>
          <p:nvPr/>
        </p:nvGrpSpPr>
        <p:grpSpPr>
          <a:xfrm>
            <a:off x="1206502" y="2746616"/>
            <a:ext cx="957600" cy="299520"/>
            <a:chOff x="1206502" y="2746616"/>
            <a:chExt cx="95760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14:cNvPr>
                <p14:cNvContentPartPr/>
                <p14:nvPr/>
              </p14:nvContentPartPr>
              <p14:xfrm>
                <a:off x="1206502" y="2746616"/>
                <a:ext cx="132840" cy="24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7862" y="2737616"/>
                  <a:ext cx="150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14:cNvPr>
                <p14:cNvContentPartPr/>
                <p14:nvPr/>
              </p14:nvContentPartPr>
              <p14:xfrm>
                <a:off x="1390102" y="2929136"/>
                <a:ext cx="119520" cy="8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1462" y="2920136"/>
                  <a:ext cx="137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14:cNvPr>
                <p14:cNvContentPartPr/>
                <p14:nvPr/>
              </p14:nvContentPartPr>
              <p14:xfrm>
                <a:off x="1421782" y="2955776"/>
                <a:ext cx="72000" cy="9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3142" y="2946776"/>
                  <a:ext cx="89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14:cNvPr>
                <p14:cNvContentPartPr/>
                <p14:nvPr/>
              </p14:nvContentPartPr>
              <p14:xfrm>
                <a:off x="1606462" y="2911496"/>
                <a:ext cx="121320" cy="1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7822" y="2902496"/>
                  <a:ext cx="138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14:cNvPr>
                <p14:cNvContentPartPr/>
                <p14:nvPr/>
              </p14:nvContentPartPr>
              <p14:xfrm>
                <a:off x="1609342" y="2853896"/>
                <a:ext cx="118440" cy="22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0702" y="2844896"/>
                  <a:ext cx="136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14:cNvPr>
                <p14:cNvContentPartPr/>
                <p14:nvPr/>
              </p14:nvContentPartPr>
              <p14:xfrm>
                <a:off x="1843702" y="2767856"/>
                <a:ext cx="114120" cy="9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4702" y="2758856"/>
                  <a:ext cx="131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14:cNvPr>
                <p14:cNvContentPartPr/>
                <p14:nvPr/>
              </p14:nvContentPartPr>
              <p14:xfrm>
                <a:off x="1885822" y="2860016"/>
                <a:ext cx="113400" cy="113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76822" y="2851016"/>
                  <a:ext cx="131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14:cNvPr>
                <p14:cNvContentPartPr/>
                <p14:nvPr/>
              </p14:nvContentPartPr>
              <p14:xfrm>
                <a:off x="2050342" y="2816096"/>
                <a:ext cx="113760" cy="12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1342" y="2807456"/>
                  <a:ext cx="1314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030E4C-DD94-298D-0993-972EDD4BABB6}"/>
              </a:ext>
            </a:extLst>
          </p:cNvPr>
          <p:cNvGrpSpPr/>
          <p:nvPr/>
        </p:nvGrpSpPr>
        <p:grpSpPr>
          <a:xfrm>
            <a:off x="2546422" y="2740496"/>
            <a:ext cx="913680" cy="329760"/>
            <a:chOff x="2546422" y="2740496"/>
            <a:chExt cx="9136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14:cNvPr>
                <p14:cNvContentPartPr/>
                <p14:nvPr/>
              </p14:nvContentPartPr>
              <p14:xfrm>
                <a:off x="2546422" y="2740496"/>
                <a:ext cx="154440" cy="232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7422" y="2731496"/>
                  <a:ext cx="172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14:cNvPr>
                <p14:cNvContentPartPr/>
                <p14:nvPr/>
              </p14:nvContentPartPr>
              <p14:xfrm>
                <a:off x="2721742" y="2907896"/>
                <a:ext cx="130320" cy="162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3102" y="2898896"/>
                  <a:ext cx="147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14:cNvPr>
                <p14:cNvContentPartPr/>
                <p14:nvPr/>
              </p14:nvContentPartPr>
              <p14:xfrm>
                <a:off x="2902822" y="2928056"/>
                <a:ext cx="79560" cy="1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4182" y="291941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14:cNvPr>
                <p14:cNvContentPartPr/>
                <p14:nvPr/>
              </p14:nvContentPartPr>
              <p14:xfrm>
                <a:off x="2865022" y="2844176"/>
                <a:ext cx="12816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56022" y="2835536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14:cNvPr>
                <p14:cNvContentPartPr/>
                <p14:nvPr/>
              </p14:nvContentPartPr>
              <p14:xfrm>
                <a:off x="3077782" y="2804936"/>
                <a:ext cx="198000" cy="189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9142" y="2795936"/>
                  <a:ext cx="215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14:cNvPr>
                <p14:cNvContentPartPr/>
                <p14:nvPr/>
              </p14:nvContentPartPr>
              <p14:xfrm>
                <a:off x="3290542" y="2805296"/>
                <a:ext cx="169560" cy="18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81902" y="2796296"/>
                  <a:ext cx="187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E6FF1B-F3D1-0590-A132-E1F765D4F836}"/>
              </a:ext>
            </a:extLst>
          </p:cNvPr>
          <p:cNvGrpSpPr/>
          <p:nvPr/>
        </p:nvGrpSpPr>
        <p:grpSpPr>
          <a:xfrm>
            <a:off x="4613542" y="2769296"/>
            <a:ext cx="1063800" cy="180000"/>
            <a:chOff x="4613542" y="2769296"/>
            <a:chExt cx="106380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14:cNvPr>
                <p14:cNvContentPartPr/>
                <p14:nvPr/>
              </p14:nvContentPartPr>
              <p14:xfrm>
                <a:off x="4613542" y="2788376"/>
                <a:ext cx="82440" cy="9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04542" y="2779736"/>
                  <a:ext cx="100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14:cNvPr>
                <p14:cNvContentPartPr/>
                <p14:nvPr/>
              </p14:nvContentPartPr>
              <p14:xfrm>
                <a:off x="4646662" y="2849216"/>
                <a:ext cx="100080" cy="10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8022" y="2840576"/>
                  <a:ext cx="117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14:cNvPr>
                <p14:cNvContentPartPr/>
                <p14:nvPr/>
              </p14:nvContentPartPr>
              <p14:xfrm>
                <a:off x="4852942" y="2793416"/>
                <a:ext cx="100440" cy="10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44302" y="2784416"/>
                  <a:ext cx="118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14:cNvPr>
                <p14:cNvContentPartPr/>
                <p14:nvPr/>
              </p14:nvContentPartPr>
              <p14:xfrm>
                <a:off x="5113942" y="2827976"/>
                <a:ext cx="27360" cy="7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5302" y="2819336"/>
                  <a:ext cx="4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14:cNvPr>
                <p14:cNvContentPartPr/>
                <p14:nvPr/>
              </p14:nvContentPartPr>
              <p14:xfrm>
                <a:off x="5065342" y="2864336"/>
                <a:ext cx="107640" cy="10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56702" y="2855696"/>
                  <a:ext cx="12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14:cNvPr>
                <p14:cNvContentPartPr/>
                <p14:nvPr/>
              </p14:nvContentPartPr>
              <p14:xfrm>
                <a:off x="5247142" y="2769296"/>
                <a:ext cx="13644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38142" y="2760296"/>
                  <a:ext cx="154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14:cNvPr>
                <p14:cNvContentPartPr/>
                <p14:nvPr/>
              </p14:nvContentPartPr>
              <p14:xfrm>
                <a:off x="5449102" y="2786936"/>
                <a:ext cx="228240" cy="12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40102" y="2778296"/>
                  <a:ext cx="2458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412E17-6D9B-49A2-1220-7454CDE32DDC}"/>
              </a:ext>
            </a:extLst>
          </p:cNvPr>
          <p:cNvGrpSpPr/>
          <p:nvPr/>
        </p:nvGrpSpPr>
        <p:grpSpPr>
          <a:xfrm>
            <a:off x="5872822" y="2769296"/>
            <a:ext cx="703440" cy="144720"/>
            <a:chOff x="5872822" y="2769296"/>
            <a:chExt cx="70344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14:cNvPr>
                <p14:cNvContentPartPr/>
                <p14:nvPr/>
              </p14:nvContentPartPr>
              <p14:xfrm>
                <a:off x="5872822" y="2865416"/>
                <a:ext cx="118800" cy="2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64182" y="2856416"/>
                  <a:ext cx="136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14:cNvPr>
                <p14:cNvContentPartPr/>
                <p14:nvPr/>
              </p14:nvContentPartPr>
              <p14:xfrm>
                <a:off x="5888662" y="2823656"/>
                <a:ext cx="119160" cy="1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79662" y="2815016"/>
                  <a:ext cx="13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14:cNvPr>
                <p14:cNvContentPartPr/>
                <p14:nvPr/>
              </p14:nvContentPartPr>
              <p14:xfrm>
                <a:off x="6136702" y="2782616"/>
                <a:ext cx="50040" cy="106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27702" y="2773976"/>
                  <a:ext cx="67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14:cNvPr>
                <p14:cNvContentPartPr/>
                <p14:nvPr/>
              </p14:nvContentPartPr>
              <p14:xfrm>
                <a:off x="6230662" y="2790896"/>
                <a:ext cx="59040" cy="9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21662" y="2781896"/>
                  <a:ext cx="76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14:cNvPr>
                <p14:cNvContentPartPr/>
                <p14:nvPr/>
              </p14:nvContentPartPr>
              <p14:xfrm>
                <a:off x="6384742" y="2769296"/>
                <a:ext cx="191520" cy="144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75742" y="2760656"/>
                  <a:ext cx="2091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7D7C93-A057-9A47-E5DF-8E2AAA834C70}"/>
              </a:ext>
            </a:extLst>
          </p:cNvPr>
          <p:cNvGrpSpPr/>
          <p:nvPr/>
        </p:nvGrpSpPr>
        <p:grpSpPr>
          <a:xfrm>
            <a:off x="7024462" y="2731496"/>
            <a:ext cx="425160" cy="181080"/>
            <a:chOff x="7024462" y="2731496"/>
            <a:chExt cx="42516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14:cNvPr>
                <p14:cNvContentPartPr/>
                <p14:nvPr/>
              </p14:nvContentPartPr>
              <p14:xfrm>
                <a:off x="7024462" y="2815736"/>
                <a:ext cx="285480" cy="24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15462" y="2806736"/>
                  <a:ext cx="303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14:cNvPr>
                <p14:cNvContentPartPr/>
                <p14:nvPr/>
              </p14:nvContentPartPr>
              <p14:xfrm>
                <a:off x="7098262" y="2785496"/>
                <a:ext cx="222480" cy="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89262" y="2776856"/>
                  <a:ext cx="24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14:cNvPr>
                <p14:cNvContentPartPr/>
                <p14:nvPr/>
              </p14:nvContentPartPr>
              <p14:xfrm>
                <a:off x="7265302" y="2731496"/>
                <a:ext cx="184320" cy="181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6302" y="2722496"/>
                  <a:ext cx="20196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14:cNvPr>
              <p14:cNvContentPartPr/>
              <p14:nvPr/>
            </p14:nvContentPartPr>
            <p14:xfrm>
              <a:off x="7708102" y="2721416"/>
              <a:ext cx="209520" cy="209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99462" y="2712776"/>
                <a:ext cx="22716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6A9B6D0-1AFA-1476-BD55-D6195629188E}"/>
              </a:ext>
            </a:extLst>
          </p:cNvPr>
          <p:cNvGrpSpPr/>
          <p:nvPr/>
        </p:nvGrpSpPr>
        <p:grpSpPr>
          <a:xfrm>
            <a:off x="8119942" y="2695856"/>
            <a:ext cx="855360" cy="212400"/>
            <a:chOff x="8119942" y="2695856"/>
            <a:chExt cx="8553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14:cNvPr>
                <p14:cNvContentPartPr/>
                <p14:nvPr/>
              </p14:nvContentPartPr>
              <p14:xfrm>
                <a:off x="8131462" y="2826896"/>
                <a:ext cx="135720" cy="11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2462" y="2818256"/>
                  <a:ext cx="153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14:cNvPr>
                <p14:cNvContentPartPr/>
                <p14:nvPr/>
              </p14:nvContentPartPr>
              <p14:xfrm>
                <a:off x="8119942" y="2769296"/>
                <a:ext cx="136440" cy="11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11302" y="2760656"/>
                  <a:ext cx="154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14:cNvPr>
                <p14:cNvContentPartPr/>
                <p14:nvPr/>
              </p14:nvContentPartPr>
              <p14:xfrm>
                <a:off x="8431342" y="2737616"/>
                <a:ext cx="71280" cy="14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22702" y="2728976"/>
                  <a:ext cx="88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14:cNvPr>
                <p14:cNvContentPartPr/>
                <p14:nvPr/>
              </p14:nvContentPartPr>
              <p14:xfrm>
                <a:off x="8542942" y="2747336"/>
                <a:ext cx="194760" cy="157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34302" y="2738336"/>
                  <a:ext cx="212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14:cNvPr>
                <p14:cNvContentPartPr/>
                <p14:nvPr/>
              </p14:nvContentPartPr>
              <p14:xfrm>
                <a:off x="8812582" y="2695856"/>
                <a:ext cx="117720" cy="9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03582" y="2686856"/>
                  <a:ext cx="13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14:cNvPr>
                <p14:cNvContentPartPr/>
                <p14:nvPr/>
              </p14:nvContentPartPr>
              <p14:xfrm>
                <a:off x="8872702" y="2800976"/>
                <a:ext cx="102600" cy="10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64062" y="279233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63D69E-BB2A-48FF-8A3A-775F909BBADE}"/>
              </a:ext>
            </a:extLst>
          </p:cNvPr>
          <p:cNvGrpSpPr/>
          <p:nvPr/>
        </p:nvGrpSpPr>
        <p:grpSpPr>
          <a:xfrm>
            <a:off x="9183022" y="2562296"/>
            <a:ext cx="583200" cy="308880"/>
            <a:chOff x="9183022" y="2562296"/>
            <a:chExt cx="583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14:cNvPr>
                <p14:cNvContentPartPr/>
                <p14:nvPr/>
              </p14:nvContentPartPr>
              <p14:xfrm>
                <a:off x="9245302" y="2821496"/>
                <a:ext cx="58320" cy="1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36662" y="2812856"/>
                  <a:ext cx="75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14:cNvPr>
                <p14:cNvContentPartPr/>
                <p14:nvPr/>
              </p14:nvContentPartPr>
              <p14:xfrm>
                <a:off x="9183022" y="2748776"/>
                <a:ext cx="147240" cy="9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74382" y="2740136"/>
                  <a:ext cx="164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14:cNvPr>
                <p14:cNvContentPartPr/>
                <p14:nvPr/>
              </p14:nvContentPartPr>
              <p14:xfrm>
                <a:off x="9457342" y="2726096"/>
                <a:ext cx="181080" cy="145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48702" y="2717456"/>
                  <a:ext cx="198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14:cNvPr>
                <p14:cNvContentPartPr/>
                <p14:nvPr/>
              </p14:nvContentPartPr>
              <p14:xfrm>
                <a:off x="9574342" y="2562296"/>
                <a:ext cx="145080" cy="159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5702" y="2553296"/>
                  <a:ext cx="162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14:cNvPr>
                <p14:cNvContentPartPr/>
                <p14:nvPr/>
              </p14:nvContentPartPr>
              <p14:xfrm>
                <a:off x="9660022" y="2663456"/>
                <a:ext cx="106200" cy="15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51022" y="2654456"/>
                  <a:ext cx="123840" cy="33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C2306F-A834-349F-8649-727E7CBBD784}"/>
              </a:ext>
            </a:extLst>
          </p:cNvPr>
          <p:cNvGrpSpPr/>
          <p:nvPr/>
        </p:nvGrpSpPr>
        <p:grpSpPr>
          <a:xfrm>
            <a:off x="765502" y="4298216"/>
            <a:ext cx="1142280" cy="369000"/>
            <a:chOff x="765502" y="4298216"/>
            <a:chExt cx="11422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14:cNvPr>
                <p14:cNvContentPartPr/>
                <p14:nvPr/>
              </p14:nvContentPartPr>
              <p14:xfrm>
                <a:off x="787462" y="4356896"/>
                <a:ext cx="39600" cy="15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8462" y="4347896"/>
                  <a:ext cx="57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14:cNvPr>
                <p14:cNvContentPartPr/>
                <p14:nvPr/>
              </p14:nvContentPartPr>
              <p14:xfrm>
                <a:off x="765502" y="4305056"/>
                <a:ext cx="119160" cy="43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6502" y="4296416"/>
                  <a:ext cx="13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14:cNvPr>
                <p14:cNvContentPartPr/>
                <p14:nvPr/>
              </p14:nvContentPartPr>
              <p14:xfrm>
                <a:off x="797182" y="4423136"/>
                <a:ext cx="89280" cy="3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542" y="4414136"/>
                  <a:ext cx="106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14:cNvPr>
                <p14:cNvContentPartPr/>
                <p14:nvPr/>
              </p14:nvContentPartPr>
              <p14:xfrm>
                <a:off x="963142" y="4454816"/>
                <a:ext cx="20160" cy="5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4502" y="4446176"/>
                  <a:ext cx="37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14:cNvPr>
                <p14:cNvContentPartPr/>
                <p14:nvPr/>
              </p14:nvContentPartPr>
              <p14:xfrm>
                <a:off x="946222" y="4343216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7222" y="4334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14:cNvPr>
                <p14:cNvContentPartPr/>
                <p14:nvPr/>
              </p14:nvContentPartPr>
              <p14:xfrm>
                <a:off x="1009582" y="4298216"/>
                <a:ext cx="155160" cy="189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0582" y="4289576"/>
                  <a:ext cx="172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14:cNvPr>
                <p14:cNvContentPartPr/>
                <p14:nvPr/>
              </p14:nvContentPartPr>
              <p14:xfrm>
                <a:off x="1172662" y="4311176"/>
                <a:ext cx="66600" cy="173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3662" y="4302536"/>
                  <a:ext cx="84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14:cNvPr>
                <p14:cNvContentPartPr/>
                <p14:nvPr/>
              </p14:nvContentPartPr>
              <p14:xfrm>
                <a:off x="1211902" y="4395056"/>
                <a:ext cx="259200" cy="86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3262" y="4386056"/>
                  <a:ext cx="27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14:cNvPr>
                <p14:cNvContentPartPr/>
                <p14:nvPr/>
              </p14:nvContentPartPr>
              <p14:xfrm>
                <a:off x="1493782" y="4391096"/>
                <a:ext cx="70920" cy="74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84782" y="4382096"/>
                  <a:ext cx="8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14:cNvPr>
                <p14:cNvContentPartPr/>
                <p14:nvPr/>
              </p14:nvContentPartPr>
              <p14:xfrm>
                <a:off x="1499182" y="4300736"/>
                <a:ext cx="4680" cy="22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0182" y="429173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14:cNvPr>
                <p14:cNvContentPartPr/>
                <p14:nvPr/>
              </p14:nvContentPartPr>
              <p14:xfrm>
                <a:off x="1605382" y="4407296"/>
                <a:ext cx="159480" cy="56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96382" y="4398656"/>
                  <a:ext cx="177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14:cNvPr>
                <p14:cNvContentPartPr/>
                <p14:nvPr/>
              </p14:nvContentPartPr>
              <p14:xfrm>
                <a:off x="1785022" y="4395416"/>
                <a:ext cx="122760" cy="271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6382" y="4386416"/>
                  <a:ext cx="1404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886818-F189-E6C5-BF54-DC26080BB82A}"/>
              </a:ext>
            </a:extLst>
          </p:cNvPr>
          <p:cNvGrpSpPr/>
          <p:nvPr/>
        </p:nvGrpSpPr>
        <p:grpSpPr>
          <a:xfrm>
            <a:off x="2121262" y="4273376"/>
            <a:ext cx="836280" cy="379080"/>
            <a:chOff x="2121262" y="4273376"/>
            <a:chExt cx="83628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14:cNvPr>
                <p14:cNvContentPartPr/>
                <p14:nvPr/>
              </p14:nvContentPartPr>
              <p14:xfrm>
                <a:off x="2142142" y="4279856"/>
                <a:ext cx="88560" cy="22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33502" y="4270856"/>
                  <a:ext cx="106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14:cNvPr>
                <p14:cNvContentPartPr/>
                <p14:nvPr/>
              </p14:nvContentPartPr>
              <p14:xfrm>
                <a:off x="2121262" y="4398656"/>
                <a:ext cx="122400" cy="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12622" y="4389656"/>
                  <a:ext cx="140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14:cNvPr>
                <p14:cNvContentPartPr/>
                <p14:nvPr/>
              </p14:nvContentPartPr>
              <p14:xfrm>
                <a:off x="2208382" y="4273376"/>
                <a:ext cx="222480" cy="159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99382" y="4264736"/>
                  <a:ext cx="240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14:cNvPr>
                <p14:cNvContentPartPr/>
                <p14:nvPr/>
              </p14:nvContentPartPr>
              <p14:xfrm>
                <a:off x="2487742" y="4385696"/>
                <a:ext cx="48960" cy="53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102" y="4377056"/>
                  <a:ext cx="66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14:cNvPr>
                <p14:cNvContentPartPr/>
                <p14:nvPr/>
              </p14:nvContentPartPr>
              <p14:xfrm>
                <a:off x="2466502" y="4274096"/>
                <a:ext cx="26640" cy="4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57862" y="4265456"/>
                  <a:ext cx="44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14:cNvPr>
                <p14:cNvContentPartPr/>
                <p14:nvPr/>
              </p14:nvContentPartPr>
              <p14:xfrm>
                <a:off x="2578102" y="4396856"/>
                <a:ext cx="138960" cy="4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69462" y="4387856"/>
                  <a:ext cx="156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14:cNvPr>
                <p14:cNvContentPartPr/>
                <p14:nvPr/>
              </p14:nvContentPartPr>
              <p14:xfrm>
                <a:off x="2746942" y="4395776"/>
                <a:ext cx="79920" cy="25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38302" y="4386776"/>
                  <a:ext cx="97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14:cNvPr>
                <p14:cNvContentPartPr/>
                <p14:nvPr/>
              </p14:nvContentPartPr>
              <p14:xfrm>
                <a:off x="2799142" y="4385696"/>
                <a:ext cx="158400" cy="12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90142" y="4377056"/>
                  <a:ext cx="1760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54C48C-EEE7-BA3B-E76F-074DF46D4E39}"/>
              </a:ext>
            </a:extLst>
          </p:cNvPr>
          <p:cNvGrpSpPr/>
          <p:nvPr/>
        </p:nvGrpSpPr>
        <p:grpSpPr>
          <a:xfrm>
            <a:off x="3155902" y="4303256"/>
            <a:ext cx="280800" cy="144720"/>
            <a:chOff x="3155902" y="4303256"/>
            <a:chExt cx="28080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14:cNvPr>
                <p14:cNvContentPartPr/>
                <p14:nvPr/>
              </p14:nvContentPartPr>
              <p14:xfrm>
                <a:off x="3168502" y="4380296"/>
                <a:ext cx="32400" cy="6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9502" y="4371656"/>
                  <a:ext cx="50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14:cNvPr>
                <p14:cNvContentPartPr/>
                <p14:nvPr/>
              </p14:nvContentPartPr>
              <p14:xfrm>
                <a:off x="3155902" y="4303256"/>
                <a:ext cx="18000" cy="19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47262" y="4294256"/>
                  <a:ext cx="35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14:cNvPr>
                <p14:cNvContentPartPr/>
                <p14:nvPr/>
              </p14:nvContentPartPr>
              <p14:xfrm>
                <a:off x="3258862" y="4401536"/>
                <a:ext cx="177840" cy="46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49862" y="4392896"/>
                  <a:ext cx="1954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B4294A-E9C3-EA95-C0BE-DFDA33CEFC5A}"/>
              </a:ext>
            </a:extLst>
          </p:cNvPr>
          <p:cNvGrpSpPr/>
          <p:nvPr/>
        </p:nvGrpSpPr>
        <p:grpSpPr>
          <a:xfrm>
            <a:off x="3577822" y="4274096"/>
            <a:ext cx="822240" cy="209880"/>
            <a:chOff x="3577822" y="4274096"/>
            <a:chExt cx="82224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14:cNvPr>
                <p14:cNvContentPartPr/>
                <p14:nvPr/>
              </p14:nvContentPartPr>
              <p14:xfrm>
                <a:off x="3577822" y="4274096"/>
                <a:ext cx="127800" cy="195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68822" y="4265456"/>
                  <a:ext cx="14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14:cNvPr>
                <p14:cNvContentPartPr/>
                <p14:nvPr/>
              </p14:nvContentPartPr>
              <p14:xfrm>
                <a:off x="3722542" y="4299656"/>
                <a:ext cx="95040" cy="184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13902" y="4291016"/>
                  <a:ext cx="112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14:cNvPr>
                <p14:cNvContentPartPr/>
                <p14:nvPr/>
              </p14:nvContentPartPr>
              <p14:xfrm>
                <a:off x="3865102" y="4405856"/>
                <a:ext cx="85320" cy="7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56102" y="4397216"/>
                  <a:ext cx="102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14:cNvPr>
                <p14:cNvContentPartPr/>
                <p14:nvPr/>
              </p14:nvContentPartPr>
              <p14:xfrm>
                <a:off x="4025662" y="4369856"/>
                <a:ext cx="105120" cy="111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17022" y="4360856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14:cNvPr>
                <p14:cNvContentPartPr/>
                <p14:nvPr/>
              </p14:nvContentPartPr>
              <p14:xfrm>
                <a:off x="4087942" y="4274096"/>
                <a:ext cx="84600" cy="19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79302" y="4265456"/>
                  <a:ext cx="102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14:cNvPr>
                <p14:cNvContentPartPr/>
                <p14:nvPr/>
              </p14:nvContentPartPr>
              <p14:xfrm>
                <a:off x="4166422" y="4373096"/>
                <a:ext cx="116280" cy="88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57422" y="4364456"/>
                  <a:ext cx="133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14:cNvPr>
                <p14:cNvContentPartPr/>
                <p14:nvPr/>
              </p14:nvContentPartPr>
              <p14:xfrm>
                <a:off x="4297822" y="4337816"/>
                <a:ext cx="102240" cy="112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88822" y="4329176"/>
                  <a:ext cx="1198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14:cNvPr>
              <p14:cNvContentPartPr/>
              <p14:nvPr/>
            </p14:nvContentPartPr>
            <p14:xfrm>
              <a:off x="4598782" y="4334576"/>
              <a:ext cx="26640" cy="3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89782" y="4325576"/>
                <a:ext cx="44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14:cNvPr>
              <p14:cNvContentPartPr/>
              <p14:nvPr/>
            </p14:nvContentPartPr>
            <p14:xfrm>
              <a:off x="4674022" y="4428176"/>
              <a:ext cx="4680" cy="22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65022" y="4419536"/>
                <a:ext cx="223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0225731-21F9-1D2D-3C46-328F2C064B68}"/>
              </a:ext>
            </a:extLst>
          </p:cNvPr>
          <p:cNvGrpSpPr/>
          <p:nvPr/>
        </p:nvGrpSpPr>
        <p:grpSpPr>
          <a:xfrm>
            <a:off x="4842862" y="4231616"/>
            <a:ext cx="626040" cy="234360"/>
            <a:chOff x="4842862" y="4231616"/>
            <a:chExt cx="62604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14:cNvPr>
                <p14:cNvContentPartPr/>
                <p14:nvPr/>
              </p14:nvContentPartPr>
              <p14:xfrm>
                <a:off x="4842862" y="4231616"/>
                <a:ext cx="100080" cy="22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34222" y="4222616"/>
                  <a:ext cx="117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14:cNvPr>
                <p14:cNvContentPartPr/>
                <p14:nvPr/>
              </p14:nvContentPartPr>
              <p14:xfrm>
                <a:off x="4874902" y="4258976"/>
                <a:ext cx="190440" cy="19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65902" y="4249976"/>
                  <a:ext cx="208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14:cNvPr>
                <p14:cNvContentPartPr/>
                <p14:nvPr/>
              </p14:nvContentPartPr>
              <p14:xfrm>
                <a:off x="5116462" y="4372376"/>
                <a:ext cx="104400" cy="93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07822" y="4363736"/>
                  <a:ext cx="122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14:cNvPr>
                <p14:cNvContentPartPr/>
                <p14:nvPr/>
              </p14:nvContentPartPr>
              <p14:xfrm>
                <a:off x="5268382" y="4370216"/>
                <a:ext cx="200520" cy="9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59382" y="4361576"/>
                  <a:ext cx="2181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D5DA12-DB70-383F-B402-A9CE9751A72A}"/>
              </a:ext>
            </a:extLst>
          </p:cNvPr>
          <p:cNvGrpSpPr/>
          <p:nvPr/>
        </p:nvGrpSpPr>
        <p:grpSpPr>
          <a:xfrm>
            <a:off x="5720182" y="4268696"/>
            <a:ext cx="1562400" cy="349560"/>
            <a:chOff x="5720182" y="4268696"/>
            <a:chExt cx="156240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14:cNvPr>
                <p14:cNvContentPartPr/>
                <p14:nvPr/>
              </p14:nvContentPartPr>
              <p14:xfrm>
                <a:off x="5720182" y="4268696"/>
                <a:ext cx="105840" cy="192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11182" y="4259696"/>
                  <a:ext cx="12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14:cNvPr>
                <p14:cNvContentPartPr/>
                <p14:nvPr/>
              </p14:nvContentPartPr>
              <p14:xfrm>
                <a:off x="5875342" y="4384256"/>
                <a:ext cx="96480" cy="10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66342" y="4375256"/>
                  <a:ext cx="114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14:cNvPr>
                <p14:cNvContentPartPr/>
                <p14:nvPr/>
              </p14:nvContentPartPr>
              <p14:xfrm>
                <a:off x="6118702" y="4369856"/>
                <a:ext cx="176760" cy="248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10062" y="436085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14:cNvPr>
                <p14:cNvContentPartPr/>
                <p14:nvPr/>
              </p14:nvContentPartPr>
              <p14:xfrm>
                <a:off x="6282142" y="4379936"/>
                <a:ext cx="108720" cy="84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73142" y="4371296"/>
                  <a:ext cx="126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14:cNvPr>
                <p14:cNvContentPartPr/>
                <p14:nvPr/>
              </p14:nvContentPartPr>
              <p14:xfrm>
                <a:off x="6427222" y="4417736"/>
                <a:ext cx="146880" cy="65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8222" y="4408736"/>
                  <a:ext cx="164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14:cNvPr>
                <p14:cNvContentPartPr/>
                <p14:nvPr/>
              </p14:nvContentPartPr>
              <p14:xfrm>
                <a:off x="6703702" y="4295336"/>
                <a:ext cx="90720" cy="195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94702" y="4286696"/>
                  <a:ext cx="108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14:cNvPr>
                <p14:cNvContentPartPr/>
                <p14:nvPr/>
              </p14:nvContentPartPr>
              <p14:xfrm>
                <a:off x="6788302" y="4393616"/>
                <a:ext cx="342720" cy="10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79662" y="4384976"/>
                  <a:ext cx="360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14:cNvPr>
                <p14:cNvContentPartPr/>
                <p14:nvPr/>
              </p14:nvContentPartPr>
              <p14:xfrm>
                <a:off x="7154062" y="4359416"/>
                <a:ext cx="128520" cy="230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45062" y="4350776"/>
                  <a:ext cx="1461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85619BA-960C-CB18-FF8E-73B01E6DB02E}"/>
              </a:ext>
            </a:extLst>
          </p:cNvPr>
          <p:cNvGrpSpPr/>
          <p:nvPr/>
        </p:nvGrpSpPr>
        <p:grpSpPr>
          <a:xfrm>
            <a:off x="7514422" y="4242416"/>
            <a:ext cx="2686320" cy="488160"/>
            <a:chOff x="7514422" y="4242416"/>
            <a:chExt cx="268632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14:cNvPr>
                <p14:cNvContentPartPr/>
                <p14:nvPr/>
              </p14:nvContentPartPr>
              <p14:xfrm>
                <a:off x="7514422" y="4390376"/>
                <a:ext cx="116280" cy="124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05782" y="4381736"/>
                  <a:ext cx="133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14:cNvPr>
                <p14:cNvContentPartPr/>
                <p14:nvPr/>
              </p14:nvContentPartPr>
              <p14:xfrm>
                <a:off x="7649782" y="4408376"/>
                <a:ext cx="81000" cy="90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1142" y="4399376"/>
                  <a:ext cx="98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14:cNvPr>
                <p14:cNvContentPartPr/>
                <p14:nvPr/>
              </p14:nvContentPartPr>
              <p14:xfrm>
                <a:off x="7785862" y="4453376"/>
                <a:ext cx="10764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76862" y="4444376"/>
                  <a:ext cx="12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14:cNvPr>
                <p14:cNvContentPartPr/>
                <p14:nvPr/>
              </p14:nvContentPartPr>
              <p14:xfrm>
                <a:off x="7889182" y="4311176"/>
                <a:ext cx="208440" cy="18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80182" y="4302536"/>
                  <a:ext cx="226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14:cNvPr>
                <p14:cNvContentPartPr/>
                <p14:nvPr/>
              </p14:nvContentPartPr>
              <p14:xfrm>
                <a:off x="8027422" y="4303976"/>
                <a:ext cx="7920" cy="11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18422" y="4295336"/>
                  <a:ext cx="2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14:cNvPr>
                <p14:cNvContentPartPr/>
                <p14:nvPr/>
              </p14:nvContentPartPr>
              <p14:xfrm>
                <a:off x="8123182" y="4412336"/>
                <a:ext cx="127440" cy="79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14182" y="4403336"/>
                  <a:ext cx="145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14:cNvPr>
                <p14:cNvContentPartPr/>
                <p14:nvPr/>
              </p14:nvContentPartPr>
              <p14:xfrm>
                <a:off x="8266462" y="4417736"/>
                <a:ext cx="219600" cy="77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57822" y="4408736"/>
                  <a:ext cx="237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14:cNvPr>
                <p14:cNvContentPartPr/>
                <p14:nvPr/>
              </p14:nvContentPartPr>
              <p14:xfrm>
                <a:off x="8405782" y="4278776"/>
                <a:ext cx="13680" cy="1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96782" y="4269776"/>
                  <a:ext cx="31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14:cNvPr>
                <p14:cNvContentPartPr/>
                <p14:nvPr/>
              </p14:nvContentPartPr>
              <p14:xfrm>
                <a:off x="8479222" y="4284896"/>
                <a:ext cx="99360" cy="209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70582" y="4275896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14:cNvPr>
                <p14:cNvContentPartPr/>
                <p14:nvPr/>
              </p14:nvContentPartPr>
              <p14:xfrm>
                <a:off x="8479582" y="4389656"/>
                <a:ext cx="106200" cy="55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70942" y="4380656"/>
                  <a:ext cx="123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14:cNvPr>
                <p14:cNvContentPartPr/>
                <p14:nvPr/>
              </p14:nvContentPartPr>
              <p14:xfrm>
                <a:off x="8633302" y="4347176"/>
                <a:ext cx="144360" cy="30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24662" y="4338176"/>
                  <a:ext cx="162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14:cNvPr>
                <p14:cNvContentPartPr/>
                <p14:nvPr/>
              </p14:nvContentPartPr>
              <p14:xfrm>
                <a:off x="8793862" y="4242416"/>
                <a:ext cx="162360" cy="334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84862" y="4233416"/>
                  <a:ext cx="180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14:cNvPr>
                <p14:cNvContentPartPr/>
                <p14:nvPr/>
              </p14:nvContentPartPr>
              <p14:xfrm>
                <a:off x="8991502" y="4423136"/>
                <a:ext cx="227520" cy="9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82862" y="4414136"/>
                  <a:ext cx="245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14:cNvPr>
                <p14:cNvContentPartPr/>
                <p14:nvPr/>
              </p14:nvContentPartPr>
              <p14:xfrm>
                <a:off x="9287062" y="4380296"/>
                <a:ext cx="142200" cy="158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78422" y="4371656"/>
                  <a:ext cx="159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14:cNvPr>
                <p14:cNvContentPartPr/>
                <p14:nvPr/>
              </p14:nvContentPartPr>
              <p14:xfrm>
                <a:off x="9446902" y="4433576"/>
                <a:ext cx="314280" cy="85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37902" y="4424936"/>
                  <a:ext cx="331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14:cNvPr>
                <p14:cNvContentPartPr/>
                <p14:nvPr/>
              </p14:nvContentPartPr>
              <p14:xfrm>
                <a:off x="9813742" y="4448336"/>
                <a:ext cx="80640" cy="113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04742" y="4439336"/>
                  <a:ext cx="98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14:cNvPr>
                <p14:cNvContentPartPr/>
                <p14:nvPr/>
              </p14:nvContentPartPr>
              <p14:xfrm>
                <a:off x="9945502" y="4406576"/>
                <a:ext cx="45720" cy="123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36502" y="4397936"/>
                  <a:ext cx="63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14:cNvPr>
                <p14:cNvContentPartPr/>
                <p14:nvPr/>
              </p14:nvContentPartPr>
              <p14:xfrm>
                <a:off x="10063582" y="4447616"/>
                <a:ext cx="137160" cy="282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54582" y="4438976"/>
                  <a:ext cx="15480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9BE9AC-B710-EBF1-578E-18838BE9D916}"/>
              </a:ext>
            </a:extLst>
          </p:cNvPr>
          <p:cNvGrpSpPr/>
          <p:nvPr/>
        </p:nvGrpSpPr>
        <p:grpSpPr>
          <a:xfrm>
            <a:off x="2046742" y="6152576"/>
            <a:ext cx="432360" cy="231480"/>
            <a:chOff x="2046742" y="6152576"/>
            <a:chExt cx="43236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14:cNvPr>
                <p14:cNvContentPartPr/>
                <p14:nvPr/>
              </p14:nvContentPartPr>
              <p14:xfrm>
                <a:off x="2073742" y="6177416"/>
                <a:ext cx="70920" cy="206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64742" y="6168416"/>
                  <a:ext cx="88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14:cNvPr>
                <p14:cNvContentPartPr/>
                <p14:nvPr/>
              </p14:nvContentPartPr>
              <p14:xfrm>
                <a:off x="2046742" y="6152576"/>
                <a:ext cx="140760" cy="46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37742" y="6143576"/>
                  <a:ext cx="158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14:cNvPr>
                <p14:cNvContentPartPr/>
                <p14:nvPr/>
              </p14:nvContentPartPr>
              <p14:xfrm>
                <a:off x="2099662" y="6262376"/>
                <a:ext cx="849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91022" y="6253736"/>
                  <a:ext cx="10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14:cNvPr>
                <p14:cNvContentPartPr/>
                <p14:nvPr/>
              </p14:nvContentPartPr>
              <p14:xfrm>
                <a:off x="2248702" y="6256616"/>
                <a:ext cx="230400" cy="92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40062" y="6247976"/>
                  <a:ext cx="2480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1FB2FFE-0CA5-5DD1-B2EF-C74F5E9D3296}"/>
              </a:ext>
            </a:extLst>
          </p:cNvPr>
          <p:cNvGrpSpPr/>
          <p:nvPr/>
        </p:nvGrpSpPr>
        <p:grpSpPr>
          <a:xfrm>
            <a:off x="2721382" y="6118736"/>
            <a:ext cx="952200" cy="392400"/>
            <a:chOff x="2721382" y="6118736"/>
            <a:chExt cx="95220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14:cNvPr>
                <p14:cNvContentPartPr/>
                <p14:nvPr/>
              </p14:nvContentPartPr>
              <p14:xfrm>
                <a:off x="2721382" y="6149696"/>
                <a:ext cx="96480" cy="289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12382" y="6140696"/>
                  <a:ext cx="114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14:cNvPr>
                <p14:cNvContentPartPr/>
                <p14:nvPr/>
              </p14:nvContentPartPr>
              <p14:xfrm>
                <a:off x="2746222" y="6337976"/>
                <a:ext cx="77040" cy="15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37222" y="6328976"/>
                  <a:ext cx="94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14:cNvPr>
                <p14:cNvContentPartPr/>
                <p14:nvPr/>
              </p14:nvContentPartPr>
              <p14:xfrm>
                <a:off x="2892022" y="6342296"/>
                <a:ext cx="15120" cy="36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83022" y="6333296"/>
                  <a:ext cx="32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14:cNvPr>
                <p14:cNvContentPartPr/>
                <p14:nvPr/>
              </p14:nvContentPartPr>
              <p14:xfrm>
                <a:off x="2865382" y="6246536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56382" y="6237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14:cNvPr>
                <p14:cNvContentPartPr/>
                <p14:nvPr/>
              </p14:nvContentPartPr>
              <p14:xfrm>
                <a:off x="2939542" y="6168776"/>
                <a:ext cx="118080" cy="189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30542" y="6159776"/>
                  <a:ext cx="135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14:cNvPr>
                <p14:cNvContentPartPr/>
                <p14:nvPr/>
              </p14:nvContentPartPr>
              <p14:xfrm>
                <a:off x="3093982" y="6118736"/>
                <a:ext cx="47520" cy="19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84982" y="6110096"/>
                  <a:ext cx="65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14:cNvPr>
                <p14:cNvContentPartPr/>
                <p14:nvPr/>
              </p14:nvContentPartPr>
              <p14:xfrm>
                <a:off x="3099382" y="6229976"/>
                <a:ext cx="264240" cy="11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90382" y="6220976"/>
                  <a:ext cx="281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14:cNvPr>
                <p14:cNvContentPartPr/>
                <p14:nvPr/>
              </p14:nvContentPartPr>
              <p14:xfrm>
                <a:off x="3402142" y="6267776"/>
                <a:ext cx="21960" cy="82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93502" y="6258776"/>
                  <a:ext cx="39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14:cNvPr>
                <p14:cNvContentPartPr/>
                <p14:nvPr/>
              </p14:nvContentPartPr>
              <p14:xfrm>
                <a:off x="3370462" y="6129536"/>
                <a:ext cx="18000" cy="4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61462" y="6120536"/>
                  <a:ext cx="35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14:cNvPr>
                <p14:cNvContentPartPr/>
                <p14:nvPr/>
              </p14:nvContentPartPr>
              <p14:xfrm>
                <a:off x="3444622" y="6254456"/>
                <a:ext cx="228960" cy="256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35982" y="6245456"/>
                  <a:ext cx="2466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03142B4-C882-DA98-C77E-B71720E0999C}"/>
              </a:ext>
            </a:extLst>
          </p:cNvPr>
          <p:cNvGrpSpPr/>
          <p:nvPr/>
        </p:nvGrpSpPr>
        <p:grpSpPr>
          <a:xfrm>
            <a:off x="3901102" y="6099296"/>
            <a:ext cx="217080" cy="355680"/>
            <a:chOff x="3901102" y="6099296"/>
            <a:chExt cx="21708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14:cNvPr>
                <p14:cNvContentPartPr/>
                <p14:nvPr/>
              </p14:nvContentPartPr>
              <p14:xfrm>
                <a:off x="3901102" y="6288296"/>
                <a:ext cx="82440" cy="4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92462" y="6279656"/>
                  <a:ext cx="100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14:cNvPr>
                <p14:cNvContentPartPr/>
                <p14:nvPr/>
              </p14:nvContentPartPr>
              <p14:xfrm>
                <a:off x="4017742" y="6099296"/>
                <a:ext cx="100440" cy="355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08742" y="6090656"/>
                  <a:ext cx="118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14:cNvPr>
                <p14:cNvContentPartPr/>
                <p14:nvPr/>
              </p14:nvContentPartPr>
              <p14:xfrm>
                <a:off x="3990742" y="6299096"/>
                <a:ext cx="108360" cy="48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81742" y="6290096"/>
                  <a:ext cx="1260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95DAFB8-5FF1-442E-D2DC-D06E3597B150}"/>
              </a:ext>
            </a:extLst>
          </p:cNvPr>
          <p:cNvGrpSpPr/>
          <p:nvPr/>
        </p:nvGrpSpPr>
        <p:grpSpPr>
          <a:xfrm>
            <a:off x="4358302" y="6108296"/>
            <a:ext cx="714960" cy="225000"/>
            <a:chOff x="4358302" y="6108296"/>
            <a:chExt cx="71496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14:cNvPr>
                <p14:cNvContentPartPr/>
                <p14:nvPr/>
              </p14:nvContentPartPr>
              <p14:xfrm>
                <a:off x="4358302" y="6136016"/>
                <a:ext cx="103320" cy="19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9662" y="6127016"/>
                  <a:ext cx="120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14:cNvPr>
                <p14:cNvContentPartPr/>
                <p14:nvPr/>
              </p14:nvContentPartPr>
              <p14:xfrm>
                <a:off x="4482142" y="6145376"/>
                <a:ext cx="84240" cy="15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73142" y="6136736"/>
                  <a:ext cx="101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14:cNvPr>
                <p14:cNvContentPartPr/>
                <p14:nvPr/>
              </p14:nvContentPartPr>
              <p14:xfrm>
                <a:off x="4601662" y="6230696"/>
                <a:ext cx="97200" cy="84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93022" y="6221696"/>
                  <a:ext cx="114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14:cNvPr>
                <p14:cNvContentPartPr/>
                <p14:nvPr/>
              </p14:nvContentPartPr>
              <p14:xfrm>
                <a:off x="4756102" y="6230336"/>
                <a:ext cx="68760" cy="91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47462" y="6221696"/>
                  <a:ext cx="86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14:cNvPr>
                <p14:cNvContentPartPr/>
                <p14:nvPr/>
              </p14:nvContentPartPr>
              <p14:xfrm>
                <a:off x="4763302" y="6108296"/>
                <a:ext cx="123120" cy="212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4302" y="6099296"/>
                  <a:ext cx="140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14:cNvPr>
                <p14:cNvContentPartPr/>
                <p14:nvPr/>
              </p14:nvContentPartPr>
              <p14:xfrm>
                <a:off x="4877422" y="6220616"/>
                <a:ext cx="124920" cy="80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8422" y="6211616"/>
                  <a:ext cx="142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14:cNvPr>
                <p14:cNvContentPartPr/>
                <p14:nvPr/>
              </p14:nvContentPartPr>
              <p14:xfrm>
                <a:off x="4971742" y="6195056"/>
                <a:ext cx="101520" cy="122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63102" y="6186416"/>
                  <a:ext cx="1191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3774269-84D7-D6D8-8FAB-85F81CD99DAE}"/>
              </a:ext>
            </a:extLst>
          </p:cNvPr>
          <p:cNvGrpSpPr/>
          <p:nvPr/>
        </p:nvGrpSpPr>
        <p:grpSpPr>
          <a:xfrm>
            <a:off x="5315902" y="6051056"/>
            <a:ext cx="238320" cy="321840"/>
            <a:chOff x="5315902" y="6051056"/>
            <a:chExt cx="23832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14:cNvPr>
                <p14:cNvContentPartPr/>
                <p14:nvPr/>
              </p14:nvContentPartPr>
              <p14:xfrm>
                <a:off x="5315902" y="6207296"/>
                <a:ext cx="91440" cy="67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06902" y="6198296"/>
                  <a:ext cx="109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14:cNvPr>
                <p14:cNvContentPartPr/>
                <p14:nvPr/>
              </p14:nvContentPartPr>
              <p14:xfrm>
                <a:off x="5433622" y="6051056"/>
                <a:ext cx="120600" cy="321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24622" y="6042056"/>
                  <a:ext cx="13824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48C590-FAE4-2FF6-4C14-4303482CE8C3}"/>
              </a:ext>
            </a:extLst>
          </p:cNvPr>
          <p:cNvGrpSpPr/>
          <p:nvPr/>
        </p:nvGrpSpPr>
        <p:grpSpPr>
          <a:xfrm>
            <a:off x="5826382" y="6114776"/>
            <a:ext cx="547920" cy="237600"/>
            <a:chOff x="5826382" y="6114776"/>
            <a:chExt cx="5479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14:cNvPr>
                <p14:cNvContentPartPr/>
                <p14:nvPr/>
              </p14:nvContentPartPr>
              <p14:xfrm>
                <a:off x="5826382" y="6193256"/>
                <a:ext cx="140400" cy="98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17742" y="6184616"/>
                  <a:ext cx="158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14:cNvPr>
                <p14:cNvContentPartPr/>
                <p14:nvPr/>
              </p14:nvContentPartPr>
              <p14:xfrm>
                <a:off x="5887582" y="6209096"/>
                <a:ext cx="39960" cy="84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78942" y="6200456"/>
                  <a:ext cx="57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14:cNvPr>
                <p14:cNvContentPartPr/>
                <p14:nvPr/>
              </p14:nvContentPartPr>
              <p14:xfrm>
                <a:off x="5973982" y="6114776"/>
                <a:ext cx="180000" cy="218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64982" y="6106136"/>
                  <a:ext cx="197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14:cNvPr>
                <p14:cNvContentPartPr/>
                <p14:nvPr/>
              </p14:nvContentPartPr>
              <p14:xfrm>
                <a:off x="6150742" y="6246536"/>
                <a:ext cx="122040" cy="51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42102" y="6237536"/>
                  <a:ext cx="13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14:cNvPr>
                <p14:cNvContentPartPr/>
                <p14:nvPr/>
              </p14:nvContentPartPr>
              <p14:xfrm>
                <a:off x="6235702" y="6132776"/>
                <a:ext cx="138600" cy="219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27062" y="6123776"/>
                  <a:ext cx="1562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1F463B-73A5-36B6-C67B-50210A76F0F4}"/>
              </a:ext>
            </a:extLst>
          </p:cNvPr>
          <p:cNvGrpSpPr/>
          <p:nvPr/>
        </p:nvGrpSpPr>
        <p:grpSpPr>
          <a:xfrm>
            <a:off x="6580942" y="6066176"/>
            <a:ext cx="963000" cy="320400"/>
            <a:chOff x="6580942" y="6066176"/>
            <a:chExt cx="9630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14:cNvPr>
                <p14:cNvContentPartPr/>
                <p14:nvPr/>
              </p14:nvContentPartPr>
              <p14:xfrm>
                <a:off x="6580942" y="6169136"/>
                <a:ext cx="109800" cy="146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72302" y="6160136"/>
                  <a:ext cx="127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14:cNvPr>
                <p14:cNvContentPartPr/>
                <p14:nvPr/>
              </p14:nvContentPartPr>
              <p14:xfrm>
                <a:off x="6719542" y="6262376"/>
                <a:ext cx="14760" cy="27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10902" y="6253736"/>
                  <a:ext cx="32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14:cNvPr>
                <p14:cNvContentPartPr/>
                <p14:nvPr/>
              </p14:nvContentPartPr>
              <p14:xfrm>
                <a:off x="6729622" y="6150056"/>
                <a:ext cx="156600" cy="214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20622" y="6141056"/>
                  <a:ext cx="174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14:cNvPr>
                <p14:cNvContentPartPr/>
                <p14:nvPr/>
              </p14:nvContentPartPr>
              <p14:xfrm>
                <a:off x="6948142" y="6235736"/>
                <a:ext cx="79560" cy="30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9502" y="6227096"/>
                  <a:ext cx="97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14:cNvPr>
                <p14:cNvContentPartPr/>
                <p14:nvPr/>
              </p14:nvContentPartPr>
              <p14:xfrm>
                <a:off x="7094302" y="6066176"/>
                <a:ext cx="178200" cy="227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85302" y="6057536"/>
                  <a:ext cx="195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14:cNvPr>
                <p14:cNvContentPartPr/>
                <p14:nvPr/>
              </p14:nvContentPartPr>
              <p14:xfrm>
                <a:off x="7273942" y="6166616"/>
                <a:ext cx="102240" cy="108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65302" y="6157976"/>
                  <a:ext cx="119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14:cNvPr>
                <p14:cNvContentPartPr/>
                <p14:nvPr/>
              </p14:nvContentPartPr>
              <p14:xfrm>
                <a:off x="7519102" y="6320696"/>
                <a:ext cx="24840" cy="65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10102" y="6312056"/>
                  <a:ext cx="424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F94E04B-6A2E-1B07-6D26-6B88F3F7C447}"/>
              </a:ext>
            </a:extLst>
          </p:cNvPr>
          <p:cNvGrpSpPr/>
          <p:nvPr/>
        </p:nvGrpSpPr>
        <p:grpSpPr>
          <a:xfrm>
            <a:off x="7746262" y="6007136"/>
            <a:ext cx="3538440" cy="554760"/>
            <a:chOff x="7746262" y="6007136"/>
            <a:chExt cx="353844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14:cNvPr>
                <p14:cNvContentPartPr/>
                <p14:nvPr/>
              </p14:nvContentPartPr>
              <p14:xfrm>
                <a:off x="7746262" y="6236456"/>
                <a:ext cx="117720" cy="89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37262" y="6227816"/>
                  <a:ext cx="135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14:cNvPr>
                <p14:cNvContentPartPr/>
                <p14:nvPr/>
              </p14:nvContentPartPr>
              <p14:xfrm>
                <a:off x="7894582" y="6219536"/>
                <a:ext cx="307080" cy="117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85582" y="6210536"/>
                  <a:ext cx="324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14:cNvPr>
                <p14:cNvContentPartPr/>
                <p14:nvPr/>
              </p14:nvContentPartPr>
              <p14:xfrm>
                <a:off x="8260702" y="6102896"/>
                <a:ext cx="80280" cy="20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51702" y="6094256"/>
                  <a:ext cx="97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14:cNvPr>
                <p14:cNvContentPartPr/>
                <p14:nvPr/>
              </p14:nvContentPartPr>
              <p14:xfrm>
                <a:off x="8393182" y="6241856"/>
                <a:ext cx="94680" cy="59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84542" y="6233216"/>
                  <a:ext cx="112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14:cNvPr>
                <p14:cNvContentPartPr/>
                <p14:nvPr/>
              </p14:nvContentPartPr>
              <p14:xfrm>
                <a:off x="8520982" y="6235016"/>
                <a:ext cx="113400" cy="17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2342" y="6226016"/>
                  <a:ext cx="131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14:cNvPr>
                <p14:cNvContentPartPr/>
                <p14:nvPr/>
              </p14:nvContentPartPr>
              <p14:xfrm>
                <a:off x="8792782" y="6092456"/>
                <a:ext cx="219240" cy="207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84142" y="6083456"/>
                  <a:ext cx="236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14:cNvPr>
                <p14:cNvContentPartPr/>
                <p14:nvPr/>
              </p14:nvContentPartPr>
              <p14:xfrm>
                <a:off x="9053422" y="6087056"/>
                <a:ext cx="81720" cy="212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44782" y="6078056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14:cNvPr>
                <p14:cNvContentPartPr/>
                <p14:nvPr/>
              </p14:nvContentPartPr>
              <p14:xfrm>
                <a:off x="9048742" y="6217376"/>
                <a:ext cx="111600" cy="4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39742" y="6208376"/>
                  <a:ext cx="129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14:cNvPr>
                <p14:cNvContentPartPr/>
                <p14:nvPr/>
              </p14:nvContentPartPr>
              <p14:xfrm>
                <a:off x="9189142" y="6173096"/>
                <a:ext cx="168480" cy="105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80502" y="6164456"/>
                  <a:ext cx="186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14:cNvPr>
                <p14:cNvContentPartPr/>
                <p14:nvPr/>
              </p14:nvContentPartPr>
              <p14:xfrm>
                <a:off x="9403342" y="6173096"/>
                <a:ext cx="226080" cy="111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4702" y="6164096"/>
                  <a:ext cx="243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14:cNvPr>
                <p14:cNvContentPartPr/>
                <p14:nvPr/>
              </p14:nvContentPartPr>
              <p14:xfrm>
                <a:off x="9670102" y="6187856"/>
                <a:ext cx="190440" cy="79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61462" y="6179216"/>
                  <a:ext cx="20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14:cNvPr>
                <p14:cNvContentPartPr/>
                <p14:nvPr/>
              </p14:nvContentPartPr>
              <p14:xfrm>
                <a:off x="9999862" y="6070856"/>
                <a:ext cx="122760" cy="155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90862" y="6062216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14:cNvPr>
                <p14:cNvContentPartPr/>
                <p14:nvPr/>
              </p14:nvContentPartPr>
              <p14:xfrm>
                <a:off x="10121902" y="6070856"/>
                <a:ext cx="73080" cy="162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13262" y="6062216"/>
                  <a:ext cx="90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14:cNvPr>
                <p14:cNvContentPartPr/>
                <p14:nvPr/>
              </p14:nvContentPartPr>
              <p14:xfrm>
                <a:off x="10250062" y="6156176"/>
                <a:ext cx="64080" cy="69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41062" y="6147536"/>
                  <a:ext cx="81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14:cNvPr>
                <p14:cNvContentPartPr/>
                <p14:nvPr/>
              </p14:nvContentPartPr>
              <p14:xfrm>
                <a:off x="10400182" y="6118736"/>
                <a:ext cx="56160" cy="138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91542" y="6110096"/>
                  <a:ext cx="73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14:cNvPr>
                <p14:cNvContentPartPr/>
                <p14:nvPr/>
              </p14:nvContentPartPr>
              <p14:xfrm>
                <a:off x="10414582" y="6007136"/>
                <a:ext cx="68400" cy="230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05582" y="5998496"/>
                  <a:ext cx="86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14:cNvPr>
                <p14:cNvContentPartPr/>
                <p14:nvPr/>
              </p14:nvContentPartPr>
              <p14:xfrm>
                <a:off x="10472902" y="6124136"/>
                <a:ext cx="93600" cy="60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63902" y="6115496"/>
                  <a:ext cx="111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14:cNvPr>
                <p14:cNvContentPartPr/>
                <p14:nvPr/>
              </p14:nvContentPartPr>
              <p14:xfrm>
                <a:off x="10593142" y="6097856"/>
                <a:ext cx="71280" cy="128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84502" y="6088856"/>
                  <a:ext cx="8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14:cNvPr>
                <p14:cNvContentPartPr/>
                <p14:nvPr/>
              </p14:nvContentPartPr>
              <p14:xfrm>
                <a:off x="10924702" y="6150776"/>
                <a:ext cx="41040" cy="91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16062" y="6141776"/>
                  <a:ext cx="58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14:cNvPr>
                <p14:cNvContentPartPr/>
                <p14:nvPr/>
              </p14:nvContentPartPr>
              <p14:xfrm>
                <a:off x="10903462" y="6044576"/>
                <a:ext cx="9000" cy="42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94822" y="60355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14:cNvPr>
                <p14:cNvContentPartPr/>
                <p14:nvPr/>
              </p14:nvContentPartPr>
              <p14:xfrm>
                <a:off x="10964662" y="6096776"/>
                <a:ext cx="63000" cy="113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56022" y="6088136"/>
                  <a:ext cx="80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14:cNvPr>
                <p14:cNvContentPartPr/>
                <p14:nvPr/>
              </p14:nvContentPartPr>
              <p14:xfrm>
                <a:off x="10462102" y="6453176"/>
                <a:ext cx="411120" cy="108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53462" y="6444536"/>
                  <a:ext cx="42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14:cNvPr>
                <p14:cNvContentPartPr/>
                <p14:nvPr/>
              </p14:nvContentPartPr>
              <p14:xfrm>
                <a:off x="10886902" y="6373616"/>
                <a:ext cx="260280" cy="171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78262" y="636497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14:cNvPr>
                <p14:cNvContentPartPr/>
                <p14:nvPr/>
              </p14:nvContentPartPr>
              <p14:xfrm>
                <a:off x="11191462" y="6318536"/>
                <a:ext cx="93240" cy="218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182462" y="6309896"/>
                  <a:ext cx="110880" cy="23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B1AE2B-EFF0-B0C7-1AFD-9CEA909DC788}"/>
              </a:ext>
            </a:extLst>
          </p:cNvPr>
          <p:cNvGrpSpPr/>
          <p:nvPr/>
        </p:nvGrpSpPr>
        <p:grpSpPr>
          <a:xfrm>
            <a:off x="8796742" y="1313456"/>
            <a:ext cx="597240" cy="170280"/>
            <a:chOff x="8796742" y="1313456"/>
            <a:chExt cx="5972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14:cNvPr>
                <p14:cNvContentPartPr/>
                <p14:nvPr/>
              </p14:nvContentPartPr>
              <p14:xfrm>
                <a:off x="8796742" y="1317416"/>
                <a:ext cx="160200" cy="166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8102" y="1308776"/>
                  <a:ext cx="177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14:cNvPr>
                <p14:cNvContentPartPr/>
                <p14:nvPr/>
              </p14:nvContentPartPr>
              <p14:xfrm>
                <a:off x="9032182" y="1331816"/>
                <a:ext cx="144360" cy="146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23182" y="1323176"/>
                  <a:ext cx="162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14:cNvPr>
                <p14:cNvContentPartPr/>
                <p14:nvPr/>
              </p14:nvContentPartPr>
              <p14:xfrm>
                <a:off x="9223702" y="1313456"/>
                <a:ext cx="170280" cy="15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14702" y="1304816"/>
                  <a:ext cx="187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65FCE1-3223-81B2-E3A9-1F27E9535B83}"/>
              </a:ext>
            </a:extLst>
          </p:cNvPr>
          <p:cNvGrpSpPr/>
          <p:nvPr/>
        </p:nvGrpSpPr>
        <p:grpSpPr>
          <a:xfrm>
            <a:off x="9659662" y="1242896"/>
            <a:ext cx="1660320" cy="344160"/>
            <a:chOff x="9659662" y="1242896"/>
            <a:chExt cx="16603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14:cNvPr>
                <p14:cNvContentPartPr/>
                <p14:nvPr/>
              </p14:nvContentPartPr>
              <p14:xfrm>
                <a:off x="9659662" y="1376816"/>
                <a:ext cx="117000" cy="86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0662" y="1367816"/>
                  <a:ext cx="134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14:cNvPr>
                <p14:cNvContentPartPr/>
                <p14:nvPr/>
              </p14:nvContentPartPr>
              <p14:xfrm>
                <a:off x="9802942" y="1396256"/>
                <a:ext cx="113400" cy="81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94302" y="1387256"/>
                  <a:ext cx="131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14:cNvPr>
                <p14:cNvContentPartPr/>
                <p14:nvPr/>
              </p14:nvContentPartPr>
              <p14:xfrm>
                <a:off x="9972862" y="1380776"/>
                <a:ext cx="141840" cy="10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64222" y="1371776"/>
                  <a:ext cx="159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14:cNvPr>
                <p14:cNvContentPartPr/>
                <p14:nvPr/>
              </p14:nvContentPartPr>
              <p14:xfrm>
                <a:off x="10160782" y="1242896"/>
                <a:ext cx="147600" cy="27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1782" y="1233896"/>
                  <a:ext cx="165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14:cNvPr>
                <p14:cNvContentPartPr/>
                <p14:nvPr/>
              </p14:nvContentPartPr>
              <p14:xfrm>
                <a:off x="10322062" y="1395536"/>
                <a:ext cx="99000" cy="9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13422" y="1386536"/>
                  <a:ext cx="116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14:cNvPr>
                <p14:cNvContentPartPr/>
                <p14:nvPr/>
              </p14:nvContentPartPr>
              <p14:xfrm>
                <a:off x="10446262" y="1375376"/>
                <a:ext cx="99720" cy="21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37622" y="1366376"/>
                  <a:ext cx="117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14:cNvPr>
                <p14:cNvContentPartPr/>
                <p14:nvPr/>
              </p14:nvContentPartPr>
              <p14:xfrm>
                <a:off x="10656502" y="1440896"/>
                <a:ext cx="141120" cy="1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7502" y="1431896"/>
                  <a:ext cx="158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14:cNvPr>
                <p14:cNvContentPartPr/>
                <p14:nvPr/>
              </p14:nvContentPartPr>
              <p14:xfrm>
                <a:off x="10884742" y="1385096"/>
                <a:ext cx="106920" cy="92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76102" y="1376456"/>
                  <a:ext cx="124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14:cNvPr>
                <p14:cNvContentPartPr/>
                <p14:nvPr/>
              </p14:nvContentPartPr>
              <p14:xfrm>
                <a:off x="11082742" y="1292216"/>
                <a:ext cx="73800" cy="19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73742" y="1283216"/>
                  <a:ext cx="91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14:cNvPr>
                <p14:cNvContentPartPr/>
                <p14:nvPr/>
              </p14:nvContentPartPr>
              <p14:xfrm>
                <a:off x="11232502" y="1244336"/>
                <a:ext cx="87480" cy="24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23862" y="1235336"/>
                  <a:ext cx="105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B2DAC3-3357-7C1E-EF25-D60E14FA780C}"/>
              </a:ext>
            </a:extLst>
          </p:cNvPr>
          <p:cNvGrpSpPr/>
          <p:nvPr/>
        </p:nvGrpSpPr>
        <p:grpSpPr>
          <a:xfrm>
            <a:off x="8834902" y="1879016"/>
            <a:ext cx="510480" cy="190800"/>
            <a:chOff x="8834902" y="1879016"/>
            <a:chExt cx="51048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14:cNvPr>
                <p14:cNvContentPartPr/>
                <p14:nvPr/>
              </p14:nvContentPartPr>
              <p14:xfrm>
                <a:off x="8834902" y="1908176"/>
                <a:ext cx="13968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25902" y="1899176"/>
                  <a:ext cx="157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14:cNvPr>
                <p14:cNvContentPartPr/>
                <p14:nvPr/>
              </p14:nvContentPartPr>
              <p14:xfrm>
                <a:off x="9042982" y="1902416"/>
                <a:ext cx="100800" cy="153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3982" y="1893776"/>
                  <a:ext cx="118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14:cNvPr>
                <p14:cNvContentPartPr/>
                <p14:nvPr/>
              </p14:nvContentPartPr>
              <p14:xfrm>
                <a:off x="9184462" y="1879016"/>
                <a:ext cx="160920" cy="179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5462" y="1870376"/>
                  <a:ext cx="1785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4B9AB87-B060-67E3-6CE7-B72A47E88712}"/>
              </a:ext>
            </a:extLst>
          </p:cNvPr>
          <p:cNvGrpSpPr/>
          <p:nvPr/>
        </p:nvGrpSpPr>
        <p:grpSpPr>
          <a:xfrm>
            <a:off x="9659662" y="1803056"/>
            <a:ext cx="1759320" cy="386280"/>
            <a:chOff x="9659662" y="1803056"/>
            <a:chExt cx="17593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14:cNvPr>
                <p14:cNvContentPartPr/>
                <p14:nvPr/>
              </p14:nvContentPartPr>
              <p14:xfrm>
                <a:off x="9659662" y="1967576"/>
                <a:ext cx="90720" cy="7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51022" y="1958576"/>
                  <a:ext cx="108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14:cNvPr>
                <p14:cNvContentPartPr/>
                <p14:nvPr/>
              </p14:nvContentPartPr>
              <p14:xfrm>
                <a:off x="9818782" y="1941296"/>
                <a:ext cx="30096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10142" y="1932296"/>
                  <a:ext cx="31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14:cNvPr>
                <p14:cNvContentPartPr/>
                <p14:nvPr/>
              </p14:nvContentPartPr>
              <p14:xfrm>
                <a:off x="10174102" y="1803056"/>
                <a:ext cx="112680" cy="244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65462" y="179405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14:cNvPr>
                <p14:cNvContentPartPr/>
                <p14:nvPr/>
              </p14:nvContentPartPr>
              <p14:xfrm>
                <a:off x="10301182" y="1939136"/>
                <a:ext cx="104400" cy="86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2542" y="1930496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14:cNvPr>
                <p14:cNvContentPartPr/>
                <p14:nvPr/>
              </p14:nvContentPartPr>
              <p14:xfrm>
                <a:off x="10416022" y="1966856"/>
                <a:ext cx="99360" cy="22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07382" y="1958216"/>
                  <a:ext cx="117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14:cNvPr>
                <p14:cNvContentPartPr/>
                <p14:nvPr/>
              </p14:nvContentPartPr>
              <p14:xfrm>
                <a:off x="10632742" y="1972616"/>
                <a:ext cx="132840" cy="21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23742" y="1963976"/>
                  <a:ext cx="150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14:cNvPr>
                <p14:cNvContentPartPr/>
                <p14:nvPr/>
              </p14:nvContentPartPr>
              <p14:xfrm>
                <a:off x="10882942" y="1946696"/>
                <a:ext cx="74160" cy="84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3942" y="1938056"/>
                  <a:ext cx="91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14:cNvPr>
                <p14:cNvContentPartPr/>
                <p14:nvPr/>
              </p14:nvContentPartPr>
              <p14:xfrm>
                <a:off x="11023342" y="1940576"/>
                <a:ext cx="108720" cy="79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14342" y="1931576"/>
                  <a:ext cx="12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14:cNvPr>
                <p14:cNvContentPartPr/>
                <p14:nvPr/>
              </p14:nvContentPartPr>
              <p14:xfrm>
                <a:off x="11173462" y="1923296"/>
                <a:ext cx="76320" cy="6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64462" y="1914656"/>
                  <a:ext cx="93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14:cNvPr>
                <p14:cNvContentPartPr/>
                <p14:nvPr/>
              </p14:nvContentPartPr>
              <p14:xfrm>
                <a:off x="11281102" y="1909616"/>
                <a:ext cx="137880" cy="10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72102" y="1900616"/>
                  <a:ext cx="15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14:cNvPr>
                <p14:cNvContentPartPr/>
                <p14:nvPr/>
              </p14:nvContentPartPr>
              <p14:xfrm>
                <a:off x="11270302" y="1881896"/>
                <a:ext cx="90000" cy="58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61662" y="1872896"/>
                  <a:ext cx="1076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F3E4B1C-71F3-49B5-BAC7-E0170BCCAC43}"/>
              </a:ext>
            </a:extLst>
          </p:cNvPr>
          <p:cNvGrpSpPr/>
          <p:nvPr/>
        </p:nvGrpSpPr>
        <p:grpSpPr>
          <a:xfrm>
            <a:off x="4969942" y="2202296"/>
            <a:ext cx="639000" cy="425160"/>
            <a:chOff x="4969942" y="2202296"/>
            <a:chExt cx="63900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14:cNvPr>
                <p14:cNvContentPartPr/>
                <p14:nvPr/>
              </p14:nvContentPartPr>
              <p14:xfrm>
                <a:off x="5332822" y="2202296"/>
                <a:ext cx="144720" cy="173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4182" y="2193656"/>
                  <a:ext cx="162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14:cNvPr>
                <p14:cNvContentPartPr/>
                <p14:nvPr/>
              </p14:nvContentPartPr>
              <p14:xfrm>
                <a:off x="4969942" y="2456096"/>
                <a:ext cx="114480" cy="171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0942" y="2447096"/>
                  <a:ext cx="132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14:cNvPr>
                <p14:cNvContentPartPr/>
                <p14:nvPr/>
              </p14:nvContentPartPr>
              <p14:xfrm>
                <a:off x="5113942" y="2456096"/>
                <a:ext cx="42480" cy="134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05302" y="2447096"/>
                  <a:ext cx="60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14:cNvPr>
                <p14:cNvContentPartPr/>
                <p14:nvPr/>
              </p14:nvContentPartPr>
              <p14:xfrm>
                <a:off x="5219782" y="2546096"/>
                <a:ext cx="87120" cy="70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11142" y="2537456"/>
                  <a:ext cx="10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14:cNvPr>
                <p14:cNvContentPartPr/>
                <p14:nvPr/>
              </p14:nvContentPartPr>
              <p14:xfrm>
                <a:off x="5330662" y="2533856"/>
                <a:ext cx="97920" cy="72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22022" y="2525216"/>
                  <a:ext cx="115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14:cNvPr>
                <p14:cNvContentPartPr/>
                <p14:nvPr/>
              </p14:nvContentPartPr>
              <p14:xfrm>
                <a:off x="5406622" y="2446016"/>
                <a:ext cx="65520" cy="16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97622" y="2437376"/>
                  <a:ext cx="83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14:cNvPr>
                <p14:cNvContentPartPr/>
                <p14:nvPr/>
              </p14:nvContentPartPr>
              <p14:xfrm>
                <a:off x="5464222" y="2525216"/>
                <a:ext cx="144720" cy="7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5582" y="251621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CF724E2-B8E7-E439-B452-885EC7563E6E}"/>
              </a:ext>
            </a:extLst>
          </p:cNvPr>
          <p:cNvGrpSpPr/>
          <p:nvPr/>
        </p:nvGrpSpPr>
        <p:grpSpPr>
          <a:xfrm>
            <a:off x="4970662" y="2780096"/>
            <a:ext cx="464400" cy="156240"/>
            <a:chOff x="4970662" y="2780096"/>
            <a:chExt cx="4644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14:cNvPr>
                <p14:cNvContentPartPr/>
                <p14:nvPr/>
              </p14:nvContentPartPr>
              <p14:xfrm>
                <a:off x="4970662" y="2793416"/>
                <a:ext cx="11160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61662" y="2784776"/>
                  <a:ext cx="129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14:cNvPr>
                <p14:cNvContentPartPr/>
                <p14:nvPr/>
              </p14:nvContentPartPr>
              <p14:xfrm>
                <a:off x="5126902" y="2860016"/>
                <a:ext cx="7200" cy="5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17902" y="2851016"/>
                  <a:ext cx="24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14:cNvPr>
                <p14:cNvContentPartPr/>
                <p14:nvPr/>
              </p14:nvContentPartPr>
              <p14:xfrm>
                <a:off x="5108902" y="2780096"/>
                <a:ext cx="3600" cy="14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99902" y="2771456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14:cNvPr>
                <p14:cNvContentPartPr/>
                <p14:nvPr/>
              </p14:nvContentPartPr>
              <p14:xfrm>
                <a:off x="5193862" y="2822936"/>
                <a:ext cx="104040" cy="112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84862" y="2814296"/>
                  <a:ext cx="121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14:cNvPr>
                <p14:cNvContentPartPr/>
                <p14:nvPr/>
              </p14:nvContentPartPr>
              <p14:xfrm>
                <a:off x="5236342" y="2807096"/>
                <a:ext cx="198720" cy="117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27702" y="2798096"/>
                  <a:ext cx="2163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461EDF-F4A0-EC4F-92CD-1CE2DB1F4868}"/>
              </a:ext>
            </a:extLst>
          </p:cNvPr>
          <p:cNvGrpSpPr/>
          <p:nvPr/>
        </p:nvGrpSpPr>
        <p:grpSpPr>
          <a:xfrm>
            <a:off x="6012502" y="2227496"/>
            <a:ext cx="1215720" cy="798840"/>
            <a:chOff x="6012502" y="2227496"/>
            <a:chExt cx="1215720" cy="79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14:cNvPr>
                <p14:cNvContentPartPr/>
                <p14:nvPr/>
              </p14:nvContentPartPr>
              <p14:xfrm>
                <a:off x="6012502" y="2227496"/>
                <a:ext cx="99720" cy="177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03862" y="2218496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14:cNvPr>
                <p14:cNvContentPartPr/>
                <p14:nvPr/>
              </p14:nvContentPartPr>
              <p14:xfrm>
                <a:off x="6076222" y="2454296"/>
                <a:ext cx="363600" cy="18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7582" y="2445296"/>
                  <a:ext cx="381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14:cNvPr>
                <p14:cNvContentPartPr/>
                <p14:nvPr/>
              </p14:nvContentPartPr>
              <p14:xfrm>
                <a:off x="6503542" y="2565176"/>
                <a:ext cx="70920" cy="142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94902" y="2556176"/>
                  <a:ext cx="88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14:cNvPr>
                <p14:cNvContentPartPr/>
                <p14:nvPr/>
              </p14:nvContentPartPr>
              <p14:xfrm>
                <a:off x="6602902" y="2406776"/>
                <a:ext cx="297360" cy="197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94262" y="2397776"/>
                  <a:ext cx="315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14:cNvPr>
                <p14:cNvContentPartPr/>
                <p14:nvPr/>
              </p14:nvContentPartPr>
              <p14:xfrm>
                <a:off x="6140662" y="2849576"/>
                <a:ext cx="74880" cy="69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31662" y="2840576"/>
                  <a:ext cx="92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14:cNvPr>
                <p14:cNvContentPartPr/>
                <p14:nvPr/>
              </p14:nvContentPartPr>
              <p14:xfrm>
                <a:off x="6265222" y="2756336"/>
                <a:ext cx="148320" cy="27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56582" y="2747336"/>
                  <a:ext cx="165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14:cNvPr>
                <p14:cNvContentPartPr/>
                <p14:nvPr/>
              </p14:nvContentPartPr>
              <p14:xfrm>
                <a:off x="6531262" y="2736176"/>
                <a:ext cx="151560" cy="277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2262" y="2727176"/>
                  <a:ext cx="169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14:cNvPr>
                <p14:cNvContentPartPr/>
                <p14:nvPr/>
              </p14:nvContentPartPr>
              <p14:xfrm>
                <a:off x="6570502" y="2892056"/>
                <a:ext cx="101880" cy="1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61502" y="2883416"/>
                  <a:ext cx="11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14:cNvPr>
                <p14:cNvContentPartPr/>
                <p14:nvPr/>
              </p14:nvContentPartPr>
              <p14:xfrm>
                <a:off x="6714142" y="2892056"/>
                <a:ext cx="36000" cy="48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05502" y="2883056"/>
                  <a:ext cx="53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14:cNvPr>
                <p14:cNvContentPartPr/>
                <p14:nvPr/>
              </p14:nvContentPartPr>
              <p14:xfrm>
                <a:off x="6697942" y="2785496"/>
                <a:ext cx="5760" cy="54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89302" y="2776856"/>
                  <a:ext cx="23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14:cNvPr>
                <p14:cNvContentPartPr/>
                <p14:nvPr/>
              </p14:nvContentPartPr>
              <p14:xfrm>
                <a:off x="6787942" y="2723576"/>
                <a:ext cx="124560" cy="215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79302" y="2714936"/>
                  <a:ext cx="142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14:cNvPr>
                <p14:cNvContentPartPr/>
                <p14:nvPr/>
              </p14:nvContentPartPr>
              <p14:xfrm>
                <a:off x="6911062" y="2727176"/>
                <a:ext cx="73080" cy="199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02062" y="2718176"/>
                  <a:ext cx="90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14:cNvPr>
                <p14:cNvContentPartPr/>
                <p14:nvPr/>
              </p14:nvContentPartPr>
              <p14:xfrm>
                <a:off x="6942742" y="2794496"/>
                <a:ext cx="285480" cy="13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34102" y="2785856"/>
                  <a:ext cx="3031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2A2C2F7-AE9F-D940-3E57-E54D477ABF56}"/>
              </a:ext>
            </a:extLst>
          </p:cNvPr>
          <p:cNvGrpSpPr/>
          <p:nvPr/>
        </p:nvGrpSpPr>
        <p:grpSpPr>
          <a:xfrm>
            <a:off x="5436862" y="3279776"/>
            <a:ext cx="814320" cy="388440"/>
            <a:chOff x="5436862" y="3279776"/>
            <a:chExt cx="81432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14:cNvPr>
                <p14:cNvContentPartPr/>
                <p14:nvPr/>
              </p14:nvContentPartPr>
              <p14:xfrm>
                <a:off x="5436862" y="3337376"/>
                <a:ext cx="218520" cy="248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27862" y="3328736"/>
                  <a:ext cx="236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14:cNvPr>
                <p14:cNvContentPartPr/>
                <p14:nvPr/>
              </p14:nvContentPartPr>
              <p14:xfrm>
                <a:off x="5499502" y="3344936"/>
                <a:ext cx="86760" cy="267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90862" y="3335936"/>
                  <a:ext cx="104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14:cNvPr>
                <p14:cNvContentPartPr/>
                <p14:nvPr/>
              </p14:nvContentPartPr>
              <p14:xfrm>
                <a:off x="5730982" y="3588296"/>
                <a:ext cx="59400" cy="79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22342" y="3579656"/>
                  <a:ext cx="77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14:cNvPr>
                <p14:cNvContentPartPr/>
                <p14:nvPr/>
              </p14:nvContentPartPr>
              <p14:xfrm>
                <a:off x="5711542" y="3493976"/>
                <a:ext cx="23040" cy="25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2542" y="3484976"/>
                  <a:ext cx="4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14:cNvPr>
                <p14:cNvContentPartPr/>
                <p14:nvPr/>
              </p14:nvContentPartPr>
              <p14:xfrm>
                <a:off x="5846182" y="3305696"/>
                <a:ext cx="113040" cy="27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37542" y="3297056"/>
                  <a:ext cx="130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14:cNvPr>
                <p14:cNvContentPartPr/>
                <p14:nvPr/>
              </p14:nvContentPartPr>
              <p14:xfrm>
                <a:off x="5970022" y="3354296"/>
                <a:ext cx="59400" cy="169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61022" y="3345656"/>
                  <a:ext cx="77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14:cNvPr>
                <p14:cNvContentPartPr/>
                <p14:nvPr/>
              </p14:nvContentPartPr>
              <p14:xfrm>
                <a:off x="6051022" y="3439616"/>
                <a:ext cx="12780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42022" y="3430616"/>
                  <a:ext cx="145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14:cNvPr>
                <p14:cNvContentPartPr/>
                <p14:nvPr/>
              </p14:nvContentPartPr>
              <p14:xfrm>
                <a:off x="6108262" y="3279776"/>
                <a:ext cx="142920" cy="286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99262" y="3271136"/>
                  <a:ext cx="1605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14:cNvPr>
              <p14:cNvContentPartPr/>
              <p14:nvPr/>
            </p14:nvContentPartPr>
            <p14:xfrm>
              <a:off x="6461062" y="3441056"/>
              <a:ext cx="33480" cy="15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52062" y="3432416"/>
                <a:ext cx="511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D77F043-05A9-04EB-0AA7-884C583CED2A}"/>
              </a:ext>
            </a:extLst>
          </p:cNvPr>
          <p:cNvGrpSpPr/>
          <p:nvPr/>
        </p:nvGrpSpPr>
        <p:grpSpPr>
          <a:xfrm>
            <a:off x="6692902" y="3262496"/>
            <a:ext cx="642960" cy="327240"/>
            <a:chOff x="6692902" y="3262496"/>
            <a:chExt cx="64296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14:cNvPr>
                <p14:cNvContentPartPr/>
                <p14:nvPr/>
              </p14:nvContentPartPr>
              <p14:xfrm>
                <a:off x="6692902" y="3343856"/>
                <a:ext cx="84240" cy="205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84262" y="3334856"/>
                  <a:ext cx="101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14:cNvPr>
                <p14:cNvContentPartPr/>
                <p14:nvPr/>
              </p14:nvContentPartPr>
              <p14:xfrm>
                <a:off x="6751582" y="3462296"/>
                <a:ext cx="96480" cy="20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42582" y="3453296"/>
                  <a:ext cx="114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14:cNvPr>
                <p14:cNvContentPartPr/>
                <p14:nvPr/>
              </p14:nvContentPartPr>
              <p14:xfrm>
                <a:off x="6804502" y="3338456"/>
                <a:ext cx="67680" cy="175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95862" y="3329456"/>
                  <a:ext cx="85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14:cNvPr>
                <p14:cNvContentPartPr/>
                <p14:nvPr/>
              </p14:nvContentPartPr>
              <p14:xfrm>
                <a:off x="6920782" y="3262496"/>
                <a:ext cx="124200" cy="32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11782" y="3253496"/>
                  <a:ext cx="1418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14:cNvPr>
                <p14:cNvContentPartPr/>
                <p14:nvPr/>
              </p14:nvContentPartPr>
              <p14:xfrm>
                <a:off x="7043902" y="3352496"/>
                <a:ext cx="52560" cy="167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34902" y="3343496"/>
                  <a:ext cx="70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14:cNvPr>
                <p14:cNvContentPartPr/>
                <p14:nvPr/>
              </p14:nvContentPartPr>
              <p14:xfrm>
                <a:off x="7108702" y="3423416"/>
                <a:ext cx="129960" cy="80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00062" y="3414776"/>
                  <a:ext cx="147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14:cNvPr>
                <p14:cNvContentPartPr/>
                <p14:nvPr/>
              </p14:nvContentPartPr>
              <p14:xfrm>
                <a:off x="7182142" y="3269696"/>
                <a:ext cx="153720" cy="320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73142" y="3260696"/>
                  <a:ext cx="17136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D9DF8F4-B738-D218-B0B9-C748BF512708}"/>
              </a:ext>
            </a:extLst>
          </p:cNvPr>
          <p:cNvGrpSpPr/>
          <p:nvPr/>
        </p:nvGrpSpPr>
        <p:grpSpPr>
          <a:xfrm>
            <a:off x="4842502" y="3460856"/>
            <a:ext cx="349200" cy="111240"/>
            <a:chOff x="4842502" y="3460856"/>
            <a:chExt cx="34920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14:cNvPr>
                <p14:cNvContentPartPr/>
                <p14:nvPr/>
              </p14:nvContentPartPr>
              <p14:xfrm>
                <a:off x="4842502" y="3517016"/>
                <a:ext cx="307440" cy="35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33502" y="3508016"/>
                  <a:ext cx="325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14:cNvPr>
                <p14:cNvContentPartPr/>
                <p14:nvPr/>
              </p14:nvContentPartPr>
              <p14:xfrm>
                <a:off x="5048782" y="3460856"/>
                <a:ext cx="142920" cy="111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40142" y="3451856"/>
                  <a:ext cx="1605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78ABDE4-BAB0-E62F-6433-0A682DDA6F3B}"/>
              </a:ext>
            </a:extLst>
          </p:cNvPr>
          <p:cNvGrpSpPr/>
          <p:nvPr/>
        </p:nvGrpSpPr>
        <p:grpSpPr>
          <a:xfrm>
            <a:off x="4199542" y="3462656"/>
            <a:ext cx="505440" cy="189360"/>
            <a:chOff x="4199542" y="3462656"/>
            <a:chExt cx="50544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14:cNvPr>
                <p14:cNvContentPartPr/>
                <p14:nvPr/>
              </p14:nvContentPartPr>
              <p14:xfrm>
                <a:off x="4199542" y="3503336"/>
                <a:ext cx="63720" cy="148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90902" y="3494336"/>
                  <a:ext cx="81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14:cNvPr>
                <p14:cNvContentPartPr/>
                <p14:nvPr/>
              </p14:nvContentPartPr>
              <p14:xfrm>
                <a:off x="4199542" y="3480656"/>
                <a:ext cx="90000" cy="38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90902" y="3472016"/>
                  <a:ext cx="107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14:cNvPr>
                <p14:cNvContentPartPr/>
                <p14:nvPr/>
              </p14:nvContentPartPr>
              <p14:xfrm>
                <a:off x="4231582" y="3539696"/>
                <a:ext cx="82440" cy="15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2582" y="3530696"/>
                  <a:ext cx="100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14:cNvPr>
                <p14:cNvContentPartPr/>
                <p14:nvPr/>
              </p14:nvContentPartPr>
              <p14:xfrm>
                <a:off x="4412302" y="3524576"/>
                <a:ext cx="421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03662" y="3515576"/>
                  <a:ext cx="59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14:cNvPr>
                <p14:cNvContentPartPr/>
                <p14:nvPr/>
              </p14:nvContentPartPr>
              <p14:xfrm>
                <a:off x="4396462" y="3470936"/>
                <a:ext cx="74880" cy="37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87462" y="3462296"/>
                  <a:ext cx="92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14:cNvPr>
                <p14:cNvContentPartPr/>
                <p14:nvPr/>
              </p14:nvContentPartPr>
              <p14:xfrm>
                <a:off x="4406902" y="3519176"/>
                <a:ext cx="112320" cy="11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98262" y="3510536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14:cNvPr>
                <p14:cNvContentPartPr/>
                <p14:nvPr/>
              </p14:nvContentPartPr>
              <p14:xfrm>
                <a:off x="4630462" y="3503336"/>
                <a:ext cx="57960" cy="87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1462" y="3494336"/>
                  <a:ext cx="75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14:cNvPr>
                <p14:cNvContentPartPr/>
                <p14:nvPr/>
              </p14:nvContentPartPr>
              <p14:xfrm>
                <a:off x="4568182" y="3462656"/>
                <a:ext cx="136800" cy="2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59542" y="3454016"/>
                  <a:ext cx="1544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7C71C01-94C8-BE98-4C0C-31A017FE5997}"/>
              </a:ext>
            </a:extLst>
          </p:cNvPr>
          <p:cNvGrpSpPr/>
          <p:nvPr/>
        </p:nvGrpSpPr>
        <p:grpSpPr>
          <a:xfrm>
            <a:off x="7501102" y="3298856"/>
            <a:ext cx="1175400" cy="202680"/>
            <a:chOff x="7501102" y="3298856"/>
            <a:chExt cx="11754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14:cNvPr>
                <p14:cNvContentPartPr/>
                <p14:nvPr/>
              </p14:nvContentPartPr>
              <p14:xfrm>
                <a:off x="7501102" y="3404336"/>
                <a:ext cx="363600" cy="85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92102" y="3395336"/>
                  <a:ext cx="381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14:cNvPr>
                <p14:cNvContentPartPr/>
                <p14:nvPr/>
              </p14:nvContentPartPr>
              <p14:xfrm>
                <a:off x="8080702" y="3391736"/>
                <a:ext cx="34920" cy="88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71702" y="3382736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14:cNvPr>
                <p14:cNvContentPartPr/>
                <p14:nvPr/>
              </p14:nvContentPartPr>
              <p14:xfrm>
                <a:off x="7974862" y="3330536"/>
                <a:ext cx="116640" cy="34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5862" y="3321536"/>
                  <a:ext cx="134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14:cNvPr>
                <p14:cNvContentPartPr/>
                <p14:nvPr/>
              </p14:nvContentPartPr>
              <p14:xfrm>
                <a:off x="8086462" y="3492536"/>
                <a:ext cx="6372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77462" y="3483896"/>
                  <a:ext cx="81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14:cNvPr>
                <p14:cNvContentPartPr/>
                <p14:nvPr/>
              </p14:nvContentPartPr>
              <p14:xfrm>
                <a:off x="8202742" y="3380936"/>
                <a:ext cx="60480" cy="120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94102" y="3372296"/>
                  <a:ext cx="78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14:cNvPr>
                <p14:cNvContentPartPr/>
                <p14:nvPr/>
              </p14:nvContentPartPr>
              <p14:xfrm>
                <a:off x="8186902" y="3342776"/>
                <a:ext cx="90360" cy="2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77902" y="3333776"/>
                  <a:ext cx="108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14:cNvPr>
                <p14:cNvContentPartPr/>
                <p14:nvPr/>
              </p14:nvContentPartPr>
              <p14:xfrm>
                <a:off x="8208142" y="3412976"/>
                <a:ext cx="97200" cy="5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99502" y="3403976"/>
                  <a:ext cx="114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14:cNvPr>
                <p14:cNvContentPartPr/>
                <p14:nvPr/>
              </p14:nvContentPartPr>
              <p14:xfrm>
                <a:off x="8383462" y="3375536"/>
                <a:ext cx="37800" cy="91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74822" y="3366896"/>
                  <a:ext cx="55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14:cNvPr>
                <p14:cNvContentPartPr/>
                <p14:nvPr/>
              </p14:nvContentPartPr>
              <p14:xfrm>
                <a:off x="8378422" y="3320816"/>
                <a:ext cx="106560" cy="39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69422" y="3312176"/>
                  <a:ext cx="12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14:cNvPr>
                <p14:cNvContentPartPr/>
                <p14:nvPr/>
              </p14:nvContentPartPr>
              <p14:xfrm>
                <a:off x="8388862" y="3388496"/>
                <a:ext cx="88920" cy="5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80222" y="337949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14:cNvPr>
                <p14:cNvContentPartPr/>
                <p14:nvPr/>
              </p14:nvContentPartPr>
              <p14:xfrm>
                <a:off x="8617462" y="3343856"/>
                <a:ext cx="47520" cy="111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08822" y="3334856"/>
                  <a:ext cx="65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14:cNvPr>
                <p14:cNvContentPartPr/>
                <p14:nvPr/>
              </p14:nvContentPartPr>
              <p14:xfrm>
                <a:off x="8551582" y="3298856"/>
                <a:ext cx="124920" cy="7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2582" y="3290216"/>
                  <a:ext cx="142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B32726-51BE-88FE-4E48-C788FDD3F958}"/>
              </a:ext>
            </a:extLst>
          </p:cNvPr>
          <p:cNvGrpSpPr/>
          <p:nvPr/>
        </p:nvGrpSpPr>
        <p:grpSpPr>
          <a:xfrm>
            <a:off x="5879662" y="3758216"/>
            <a:ext cx="259560" cy="198360"/>
            <a:chOff x="5879662" y="3758216"/>
            <a:chExt cx="2595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14:cNvPr>
                <p14:cNvContentPartPr/>
                <p14:nvPr/>
              </p14:nvContentPartPr>
              <p14:xfrm>
                <a:off x="5943382" y="3788096"/>
                <a:ext cx="58680" cy="168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34742" y="3779456"/>
                  <a:ext cx="76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14:cNvPr>
                <p14:cNvContentPartPr/>
                <p14:nvPr/>
              </p14:nvContentPartPr>
              <p14:xfrm>
                <a:off x="5879662" y="3758216"/>
                <a:ext cx="259560" cy="18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70662" y="3749576"/>
                  <a:ext cx="2772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216EEE6-8828-A84C-B291-4CED05517423}"/>
              </a:ext>
            </a:extLst>
          </p:cNvPr>
          <p:cNvGrpSpPr/>
          <p:nvPr/>
        </p:nvGrpSpPr>
        <p:grpSpPr>
          <a:xfrm>
            <a:off x="6841942" y="3705296"/>
            <a:ext cx="315000" cy="240840"/>
            <a:chOff x="6841942" y="3705296"/>
            <a:chExt cx="31500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14:cNvPr>
                <p14:cNvContentPartPr/>
                <p14:nvPr/>
              </p14:nvContentPartPr>
              <p14:xfrm>
                <a:off x="6841942" y="3705296"/>
                <a:ext cx="130680" cy="179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32942" y="3696296"/>
                  <a:ext cx="148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14:cNvPr>
                <p14:cNvContentPartPr/>
                <p14:nvPr/>
              </p14:nvContentPartPr>
              <p14:xfrm>
                <a:off x="7028062" y="3816896"/>
                <a:ext cx="128880" cy="129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19062" y="3808256"/>
                  <a:ext cx="1465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0D9DED5-07C4-0A88-A57C-78DCDD70637B}"/>
              </a:ext>
            </a:extLst>
          </p:cNvPr>
          <p:cNvGrpSpPr/>
          <p:nvPr/>
        </p:nvGrpSpPr>
        <p:grpSpPr>
          <a:xfrm>
            <a:off x="9330262" y="3125696"/>
            <a:ext cx="795960" cy="319320"/>
            <a:chOff x="9330262" y="3125696"/>
            <a:chExt cx="79596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14:cNvPr>
                <p14:cNvContentPartPr/>
                <p14:nvPr/>
              </p14:nvContentPartPr>
              <p14:xfrm>
                <a:off x="9330262" y="3331616"/>
                <a:ext cx="131400" cy="9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21262" y="3322976"/>
                  <a:ext cx="149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14:cNvPr>
                <p14:cNvContentPartPr/>
                <p14:nvPr/>
              </p14:nvContentPartPr>
              <p14:xfrm>
                <a:off x="9483982" y="3359696"/>
                <a:ext cx="132120" cy="2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75342" y="3351056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14:cNvPr>
                <p14:cNvContentPartPr/>
                <p14:nvPr/>
              </p14:nvContentPartPr>
              <p14:xfrm>
                <a:off x="9616822" y="3205616"/>
                <a:ext cx="95760" cy="176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08182" y="3196616"/>
                  <a:ext cx="113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14:cNvPr>
                <p14:cNvContentPartPr/>
                <p14:nvPr/>
              </p14:nvContentPartPr>
              <p14:xfrm>
                <a:off x="9611062" y="3326216"/>
                <a:ext cx="118080" cy="44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02062" y="3317216"/>
                  <a:ext cx="135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14:cNvPr>
                <p14:cNvContentPartPr/>
                <p14:nvPr/>
              </p14:nvContentPartPr>
              <p14:xfrm>
                <a:off x="9764422" y="3294536"/>
                <a:ext cx="83880" cy="150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55422" y="3285536"/>
                  <a:ext cx="101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14:cNvPr>
                <p14:cNvContentPartPr/>
                <p14:nvPr/>
              </p14:nvContentPartPr>
              <p14:xfrm>
                <a:off x="9890422" y="3277976"/>
                <a:ext cx="119880" cy="50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81782" y="3268976"/>
                  <a:ext cx="137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14:cNvPr>
                <p14:cNvContentPartPr/>
                <p14:nvPr/>
              </p14:nvContentPartPr>
              <p14:xfrm>
                <a:off x="10021102" y="3125696"/>
                <a:ext cx="105120" cy="20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12102" y="3117056"/>
                  <a:ext cx="122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14:cNvPr>
                <p14:cNvContentPartPr/>
                <p14:nvPr/>
              </p14:nvContentPartPr>
              <p14:xfrm>
                <a:off x="9993742" y="3241976"/>
                <a:ext cx="128520" cy="59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85102" y="3233336"/>
                  <a:ext cx="1461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AED4187-7C6C-E197-2378-1587A8EF6030}"/>
              </a:ext>
            </a:extLst>
          </p:cNvPr>
          <p:cNvGrpSpPr/>
          <p:nvPr/>
        </p:nvGrpSpPr>
        <p:grpSpPr>
          <a:xfrm>
            <a:off x="10317742" y="3113816"/>
            <a:ext cx="254520" cy="286200"/>
            <a:chOff x="10317742" y="3113816"/>
            <a:chExt cx="2545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14:cNvPr>
                <p14:cNvContentPartPr/>
                <p14:nvPr/>
              </p14:nvContentPartPr>
              <p14:xfrm>
                <a:off x="10317742" y="3237296"/>
                <a:ext cx="87840" cy="86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08742" y="3228656"/>
                  <a:ext cx="105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14:cNvPr>
                <p14:cNvContentPartPr/>
                <p14:nvPr/>
              </p14:nvContentPartPr>
              <p14:xfrm>
                <a:off x="10439062" y="3113816"/>
                <a:ext cx="133200" cy="286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30422" y="3104816"/>
                  <a:ext cx="1508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C1F42C6-7FC0-F823-E5B9-92E5B381F691}"/>
              </a:ext>
            </a:extLst>
          </p:cNvPr>
          <p:cNvGrpSpPr/>
          <p:nvPr/>
        </p:nvGrpSpPr>
        <p:grpSpPr>
          <a:xfrm>
            <a:off x="10765942" y="2971616"/>
            <a:ext cx="692640" cy="294120"/>
            <a:chOff x="10765942" y="2971616"/>
            <a:chExt cx="69264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14:cNvPr>
                <p14:cNvContentPartPr/>
                <p14:nvPr/>
              </p14:nvContentPartPr>
              <p14:xfrm>
                <a:off x="10765942" y="3034976"/>
                <a:ext cx="297360" cy="208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7302" y="3025976"/>
                  <a:ext cx="315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14:cNvPr>
                <p14:cNvContentPartPr/>
                <p14:nvPr/>
              </p14:nvContentPartPr>
              <p14:xfrm>
                <a:off x="11102542" y="3127856"/>
                <a:ext cx="83160" cy="137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3902" y="3119216"/>
                  <a:ext cx="100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14:cNvPr>
                <p14:cNvContentPartPr/>
                <p14:nvPr/>
              </p14:nvContentPartPr>
              <p14:xfrm>
                <a:off x="11164102" y="2971616"/>
                <a:ext cx="294480" cy="197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55102" y="2962976"/>
                  <a:ext cx="312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95A140B-6393-A6A1-A46C-BEA18754864C}"/>
              </a:ext>
            </a:extLst>
          </p:cNvPr>
          <p:cNvGrpSpPr/>
          <p:nvPr/>
        </p:nvGrpSpPr>
        <p:grpSpPr>
          <a:xfrm>
            <a:off x="9618982" y="3503336"/>
            <a:ext cx="1827000" cy="1112760"/>
            <a:chOff x="9618982" y="3503336"/>
            <a:chExt cx="1827000" cy="11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14:cNvPr>
                <p14:cNvContentPartPr/>
                <p14:nvPr/>
              </p14:nvContentPartPr>
              <p14:xfrm>
                <a:off x="9670102" y="3630416"/>
                <a:ext cx="73800" cy="14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61462" y="3621416"/>
                  <a:ext cx="91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14:cNvPr>
                <p14:cNvContentPartPr/>
                <p14:nvPr/>
              </p14:nvContentPartPr>
              <p14:xfrm>
                <a:off x="9618982" y="3592976"/>
                <a:ext cx="210240" cy="17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09982" y="3584336"/>
                  <a:ext cx="227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14:cNvPr>
                <p14:cNvContentPartPr/>
                <p14:nvPr/>
              </p14:nvContentPartPr>
              <p14:xfrm>
                <a:off x="9948382" y="3608456"/>
                <a:ext cx="53280" cy="10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39742" y="3599456"/>
                  <a:ext cx="7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14:cNvPr>
                <p14:cNvContentPartPr/>
                <p14:nvPr/>
              </p14:nvContentPartPr>
              <p14:xfrm>
                <a:off x="9883582" y="3662816"/>
                <a:ext cx="153720" cy="14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74582" y="3653816"/>
                  <a:ext cx="171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14:cNvPr>
                <p14:cNvContentPartPr/>
                <p14:nvPr/>
              </p14:nvContentPartPr>
              <p14:xfrm>
                <a:off x="10074022" y="3544016"/>
                <a:ext cx="147240" cy="179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65022" y="3535016"/>
                  <a:ext cx="164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14:cNvPr>
                <p14:cNvContentPartPr/>
                <p14:nvPr/>
              </p14:nvContentPartPr>
              <p14:xfrm>
                <a:off x="10255102" y="3657416"/>
                <a:ext cx="151200" cy="117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46102" y="3648776"/>
                  <a:ext cx="168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14:cNvPr>
                <p14:cNvContentPartPr/>
                <p14:nvPr/>
              </p14:nvContentPartPr>
              <p14:xfrm>
                <a:off x="10404142" y="3599096"/>
                <a:ext cx="13284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95142" y="359009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14:cNvPr>
                <p14:cNvContentPartPr/>
                <p14:nvPr/>
              </p14:nvContentPartPr>
              <p14:xfrm>
                <a:off x="10611142" y="3503336"/>
                <a:ext cx="55800" cy="111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02142" y="3494336"/>
                  <a:ext cx="73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14:cNvPr>
                <p14:cNvContentPartPr/>
                <p14:nvPr/>
              </p14:nvContentPartPr>
              <p14:xfrm>
                <a:off x="9781342" y="3954416"/>
                <a:ext cx="144360" cy="298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72342" y="3945776"/>
                  <a:ext cx="162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14:cNvPr>
                <p14:cNvContentPartPr/>
                <p14:nvPr/>
              </p14:nvContentPartPr>
              <p14:xfrm>
                <a:off x="9783502" y="4135496"/>
                <a:ext cx="126360" cy="11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74502" y="4126496"/>
                  <a:ext cx="144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14:cNvPr>
                <p14:cNvContentPartPr/>
                <p14:nvPr/>
              </p14:nvContentPartPr>
              <p14:xfrm>
                <a:off x="9937582" y="4065296"/>
                <a:ext cx="229680" cy="11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28942" y="4056656"/>
                  <a:ext cx="247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14:cNvPr>
                <p14:cNvContentPartPr/>
                <p14:nvPr/>
              </p14:nvContentPartPr>
              <p14:xfrm>
                <a:off x="10382542" y="4066736"/>
                <a:ext cx="69120" cy="57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73542" y="4058096"/>
                  <a:ext cx="86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14:cNvPr>
                <p14:cNvContentPartPr/>
                <p14:nvPr/>
              </p14:nvContentPartPr>
              <p14:xfrm>
                <a:off x="10372102" y="3975296"/>
                <a:ext cx="5760" cy="1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63102" y="3966296"/>
                  <a:ext cx="23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14:cNvPr>
                <p14:cNvContentPartPr/>
                <p14:nvPr/>
              </p14:nvContentPartPr>
              <p14:xfrm>
                <a:off x="10440862" y="4045496"/>
                <a:ext cx="149040" cy="58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32222" y="4036856"/>
                  <a:ext cx="166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14:cNvPr>
                <p14:cNvContentPartPr/>
                <p14:nvPr/>
              </p14:nvContentPartPr>
              <p14:xfrm>
                <a:off x="10596022" y="3955136"/>
                <a:ext cx="97200" cy="200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87022" y="3946496"/>
                  <a:ext cx="114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14:cNvPr>
                <p14:cNvContentPartPr/>
                <p14:nvPr/>
              </p14:nvContentPartPr>
              <p14:xfrm>
                <a:off x="10763062" y="3974216"/>
                <a:ext cx="110160" cy="38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54422" y="3965216"/>
                  <a:ext cx="127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14:cNvPr>
                <p14:cNvContentPartPr/>
                <p14:nvPr/>
              </p14:nvContentPartPr>
              <p14:xfrm>
                <a:off x="10860982" y="3795656"/>
                <a:ext cx="110520" cy="181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51982" y="3786656"/>
                  <a:ext cx="12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14:cNvPr>
                <p14:cNvContentPartPr/>
                <p14:nvPr/>
              </p14:nvContentPartPr>
              <p14:xfrm>
                <a:off x="10917862" y="3907616"/>
                <a:ext cx="71280" cy="21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08862" y="3898976"/>
                  <a:ext cx="88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14:cNvPr>
                <p14:cNvContentPartPr/>
                <p14:nvPr/>
              </p14:nvContentPartPr>
              <p14:xfrm>
                <a:off x="10742542" y="3947216"/>
                <a:ext cx="123120" cy="55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33902" y="3938576"/>
                  <a:ext cx="140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14:cNvPr>
                <p14:cNvContentPartPr/>
                <p14:nvPr/>
              </p14:nvContentPartPr>
              <p14:xfrm>
                <a:off x="11202262" y="3816896"/>
                <a:ext cx="104400" cy="75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3622" y="3808256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14:cNvPr>
                <p14:cNvContentPartPr/>
                <p14:nvPr/>
              </p14:nvContentPartPr>
              <p14:xfrm>
                <a:off x="11332942" y="3668216"/>
                <a:ext cx="102600" cy="285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324302" y="3659216"/>
                  <a:ext cx="120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14:cNvPr>
                <p14:cNvContentPartPr/>
                <p14:nvPr/>
              </p14:nvContentPartPr>
              <p14:xfrm>
                <a:off x="11366782" y="3858296"/>
                <a:ext cx="79200" cy="1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58142" y="3849296"/>
                  <a:ext cx="96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14:cNvPr>
                <p14:cNvContentPartPr/>
                <p14:nvPr/>
              </p14:nvContentPartPr>
              <p14:xfrm>
                <a:off x="10058902" y="4370576"/>
                <a:ext cx="357120" cy="196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0262" y="4361576"/>
                  <a:ext cx="374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14:cNvPr>
                <p14:cNvContentPartPr/>
                <p14:nvPr/>
              </p14:nvContentPartPr>
              <p14:xfrm>
                <a:off x="10502422" y="4444376"/>
                <a:ext cx="87480" cy="171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493422" y="4435376"/>
                  <a:ext cx="10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14:cNvPr>
                <p14:cNvContentPartPr/>
                <p14:nvPr/>
              </p14:nvContentPartPr>
              <p14:xfrm>
                <a:off x="10542022" y="4250696"/>
                <a:ext cx="321840" cy="210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33022" y="4241696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14:cNvPr>
                <p14:cNvContentPartPr/>
                <p14:nvPr/>
              </p14:nvContentPartPr>
              <p14:xfrm>
                <a:off x="10526182" y="4481816"/>
                <a:ext cx="48600" cy="47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17182" y="4472816"/>
                  <a:ext cx="6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14:cNvPr>
                <p14:cNvContentPartPr/>
                <p14:nvPr/>
              </p14:nvContentPartPr>
              <p14:xfrm>
                <a:off x="11041702" y="4231616"/>
                <a:ext cx="54000" cy="107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33062" y="4222616"/>
                  <a:ext cx="71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14:cNvPr>
                <p14:cNvContentPartPr/>
                <p14:nvPr/>
              </p14:nvContentPartPr>
              <p14:xfrm>
                <a:off x="10951342" y="4177256"/>
                <a:ext cx="253080" cy="171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42702" y="4168256"/>
                  <a:ext cx="2707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33174E3-C5CC-5E2E-8E38-F8EC8E1FA989}"/>
              </a:ext>
            </a:extLst>
          </p:cNvPr>
          <p:cNvGrpSpPr/>
          <p:nvPr/>
        </p:nvGrpSpPr>
        <p:grpSpPr>
          <a:xfrm>
            <a:off x="10274542" y="4740296"/>
            <a:ext cx="1602000" cy="328320"/>
            <a:chOff x="10274542" y="4740296"/>
            <a:chExt cx="16020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14:cNvPr>
                <p14:cNvContentPartPr/>
                <p14:nvPr/>
              </p14:nvContentPartPr>
              <p14:xfrm>
                <a:off x="10355902" y="4901576"/>
                <a:ext cx="55080" cy="167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47262" y="4892576"/>
                  <a:ext cx="72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14:cNvPr>
                <p14:cNvContentPartPr/>
                <p14:nvPr/>
              </p14:nvContentPartPr>
              <p14:xfrm>
                <a:off x="10274542" y="4996976"/>
                <a:ext cx="172080" cy="4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65542" y="4988336"/>
                  <a:ext cx="189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14:cNvPr>
                <p14:cNvContentPartPr/>
                <p14:nvPr/>
              </p14:nvContentPartPr>
              <p14:xfrm>
                <a:off x="10473982" y="4998776"/>
                <a:ext cx="13752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64982" y="4989776"/>
                  <a:ext cx="155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14:cNvPr>
                <p14:cNvContentPartPr/>
                <p14:nvPr/>
              </p14:nvContentPartPr>
              <p14:xfrm>
                <a:off x="10632742" y="4880336"/>
                <a:ext cx="67320" cy="165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23742" y="4871336"/>
                  <a:ext cx="84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14:cNvPr>
                <p14:cNvContentPartPr/>
                <p14:nvPr/>
              </p14:nvContentPartPr>
              <p14:xfrm>
                <a:off x="10724182" y="4953416"/>
                <a:ext cx="190800" cy="6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715182" y="4944776"/>
                  <a:ext cx="20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14:cNvPr>
                <p14:cNvContentPartPr/>
                <p14:nvPr/>
              </p14:nvContentPartPr>
              <p14:xfrm>
                <a:off x="10661542" y="4965296"/>
                <a:ext cx="93600" cy="45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52542" y="4956296"/>
                  <a:ext cx="111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14:cNvPr>
                <p14:cNvContentPartPr/>
                <p14:nvPr/>
              </p14:nvContentPartPr>
              <p14:xfrm>
                <a:off x="11064022" y="4922816"/>
                <a:ext cx="116280" cy="75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55022" y="4914176"/>
                  <a:ext cx="133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14:cNvPr>
                <p14:cNvContentPartPr/>
                <p14:nvPr/>
              </p14:nvContentPartPr>
              <p14:xfrm>
                <a:off x="11211982" y="4891136"/>
                <a:ext cx="287640" cy="9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02982" y="4882496"/>
                  <a:ext cx="305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14:cNvPr>
                <p14:cNvContentPartPr/>
                <p14:nvPr/>
              </p14:nvContentPartPr>
              <p14:xfrm>
                <a:off x="11531302" y="4740296"/>
                <a:ext cx="88560" cy="209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22302" y="4731656"/>
                  <a:ext cx="10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14:cNvPr>
                <p14:cNvContentPartPr/>
                <p14:nvPr/>
              </p14:nvContentPartPr>
              <p14:xfrm>
                <a:off x="11674222" y="4847576"/>
                <a:ext cx="11664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65582" y="4838576"/>
                  <a:ext cx="134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14:cNvPr>
                <p14:cNvContentPartPr/>
                <p14:nvPr/>
              </p14:nvContentPartPr>
              <p14:xfrm>
                <a:off x="11795542" y="4799336"/>
                <a:ext cx="81000" cy="202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6542" y="4790696"/>
                  <a:ext cx="986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80822DE-CD72-E59C-4429-C82E1D1A7FD6}"/>
              </a:ext>
            </a:extLst>
          </p:cNvPr>
          <p:cNvGrpSpPr/>
          <p:nvPr/>
        </p:nvGrpSpPr>
        <p:grpSpPr>
          <a:xfrm>
            <a:off x="10324222" y="5149256"/>
            <a:ext cx="1197720" cy="439560"/>
            <a:chOff x="10324222" y="5149256"/>
            <a:chExt cx="119772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14:cNvPr>
                <p14:cNvContentPartPr/>
                <p14:nvPr/>
              </p14:nvContentPartPr>
              <p14:xfrm>
                <a:off x="10324222" y="5378576"/>
                <a:ext cx="128160" cy="9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15582" y="5369576"/>
                  <a:ext cx="145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14:cNvPr>
                <p14:cNvContentPartPr/>
                <p14:nvPr/>
              </p14:nvContentPartPr>
              <p14:xfrm>
                <a:off x="10459942" y="5256896"/>
                <a:ext cx="145080" cy="331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450942" y="5248256"/>
                  <a:ext cx="162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14:cNvPr>
                <p14:cNvContentPartPr/>
                <p14:nvPr/>
              </p14:nvContentPartPr>
              <p14:xfrm>
                <a:off x="10697182" y="5237096"/>
                <a:ext cx="399600" cy="233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88182" y="5228456"/>
                  <a:ext cx="417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14:cNvPr>
                <p14:cNvContentPartPr/>
                <p14:nvPr/>
              </p14:nvContentPartPr>
              <p14:xfrm>
                <a:off x="11168062" y="5300096"/>
                <a:ext cx="113400" cy="229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59422" y="5291456"/>
                  <a:ext cx="131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14:cNvPr>
                <p14:cNvContentPartPr/>
                <p14:nvPr/>
              </p14:nvContentPartPr>
              <p14:xfrm>
                <a:off x="11249062" y="5149256"/>
                <a:ext cx="272880" cy="219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40422" y="5140256"/>
                  <a:ext cx="2905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D5BE263-87AA-91CF-15CA-BAB233D7C112}"/>
              </a:ext>
            </a:extLst>
          </p:cNvPr>
          <p:cNvGrpSpPr/>
          <p:nvPr/>
        </p:nvGrpSpPr>
        <p:grpSpPr>
          <a:xfrm>
            <a:off x="10499542" y="5709416"/>
            <a:ext cx="599040" cy="280080"/>
            <a:chOff x="10499542" y="5709416"/>
            <a:chExt cx="5990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14:cNvPr>
                <p14:cNvContentPartPr/>
                <p14:nvPr/>
              </p14:nvContentPartPr>
              <p14:xfrm>
                <a:off x="10499542" y="5762696"/>
                <a:ext cx="154440" cy="169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90542" y="5753696"/>
                  <a:ext cx="172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14:cNvPr>
                <p14:cNvContentPartPr/>
                <p14:nvPr/>
              </p14:nvContentPartPr>
              <p14:xfrm>
                <a:off x="10653262" y="5844776"/>
                <a:ext cx="172440" cy="144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44622" y="5836136"/>
                  <a:ext cx="190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14:cNvPr>
                <p14:cNvContentPartPr/>
                <p14:nvPr/>
              </p14:nvContentPartPr>
              <p14:xfrm>
                <a:off x="10868902" y="5827496"/>
                <a:ext cx="56160" cy="15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60262" y="5818496"/>
                  <a:ext cx="73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14:cNvPr>
                <p14:cNvContentPartPr/>
                <p14:nvPr/>
              </p14:nvContentPartPr>
              <p14:xfrm>
                <a:off x="11031262" y="5709416"/>
                <a:ext cx="67320" cy="13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22262" y="5700776"/>
                  <a:ext cx="84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14:cNvPr>
                <p14:cNvContentPartPr/>
                <p14:nvPr/>
              </p14:nvContentPartPr>
              <p14:xfrm>
                <a:off x="10877902" y="5831816"/>
                <a:ext cx="4716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68902" y="5822816"/>
                  <a:ext cx="64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55DF6F4-5FF5-44B9-7BA0-C3B528424549}"/>
              </a:ext>
            </a:extLst>
          </p:cNvPr>
          <p:cNvGrpSpPr/>
          <p:nvPr/>
        </p:nvGrpSpPr>
        <p:grpSpPr>
          <a:xfrm>
            <a:off x="11323582" y="5558216"/>
            <a:ext cx="217800" cy="215280"/>
            <a:chOff x="11323582" y="5558216"/>
            <a:chExt cx="21780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14:cNvPr>
                <p14:cNvContentPartPr/>
                <p14:nvPr/>
              </p14:nvContentPartPr>
              <p14:xfrm>
                <a:off x="11323582" y="5720936"/>
                <a:ext cx="106920" cy="52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14942" y="5711936"/>
                  <a:ext cx="124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14:cNvPr>
                <p14:cNvContentPartPr/>
                <p14:nvPr/>
              </p14:nvContentPartPr>
              <p14:xfrm>
                <a:off x="11419342" y="5558216"/>
                <a:ext cx="122040" cy="180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10342" y="5549576"/>
                  <a:ext cx="139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14:cNvPr>
                <p14:cNvContentPartPr/>
                <p14:nvPr/>
              </p14:nvContentPartPr>
              <p14:xfrm>
                <a:off x="11434462" y="5672336"/>
                <a:ext cx="86040" cy="9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425462" y="5663336"/>
                  <a:ext cx="1036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219938E-13E8-2045-DE03-CBAC2AF45E4E}"/>
              </a:ext>
            </a:extLst>
          </p:cNvPr>
          <p:cNvGrpSpPr/>
          <p:nvPr/>
        </p:nvGrpSpPr>
        <p:grpSpPr>
          <a:xfrm>
            <a:off x="8924182" y="6456776"/>
            <a:ext cx="1098720" cy="216000"/>
            <a:chOff x="8924182" y="6456776"/>
            <a:chExt cx="109872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14:cNvPr>
                <p14:cNvContentPartPr/>
                <p14:nvPr/>
              </p14:nvContentPartPr>
              <p14:xfrm>
                <a:off x="8924182" y="6596816"/>
                <a:ext cx="344160" cy="75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15182" y="6588176"/>
                  <a:ext cx="361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14:cNvPr>
                <p14:cNvContentPartPr/>
                <p14:nvPr/>
              </p14:nvContentPartPr>
              <p14:xfrm>
                <a:off x="9312622" y="6456776"/>
                <a:ext cx="101880" cy="200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03982" y="6447776"/>
                  <a:ext cx="119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14:cNvPr>
                <p14:cNvContentPartPr/>
                <p14:nvPr/>
              </p14:nvContentPartPr>
              <p14:xfrm>
                <a:off x="9572542" y="6588176"/>
                <a:ext cx="137880" cy="72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563542" y="6579176"/>
                  <a:ext cx="155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14:cNvPr>
                <p14:cNvContentPartPr/>
                <p14:nvPr/>
              </p14:nvContentPartPr>
              <p14:xfrm>
                <a:off x="9761542" y="6469016"/>
                <a:ext cx="92880" cy="186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542" y="6460376"/>
                  <a:ext cx="110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14:cNvPr>
                <p14:cNvContentPartPr/>
                <p14:nvPr/>
              </p14:nvContentPartPr>
              <p14:xfrm>
                <a:off x="9912742" y="6463976"/>
                <a:ext cx="110160" cy="161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04102" y="6455336"/>
                  <a:ext cx="1278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3C2F1A6-8FAA-CD5F-3F9B-9F7C7C34BB38}"/>
              </a:ext>
            </a:extLst>
          </p:cNvPr>
          <p:cNvGrpSpPr/>
          <p:nvPr/>
        </p:nvGrpSpPr>
        <p:grpSpPr>
          <a:xfrm>
            <a:off x="10196422" y="6051056"/>
            <a:ext cx="995760" cy="604800"/>
            <a:chOff x="10196422" y="6051056"/>
            <a:chExt cx="9957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14:cNvPr>
                <p14:cNvContentPartPr/>
                <p14:nvPr/>
              </p14:nvContentPartPr>
              <p14:xfrm>
                <a:off x="10386862" y="6274256"/>
                <a:ext cx="114120" cy="8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77862" y="6265256"/>
                  <a:ext cx="13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14:cNvPr>
                <p14:cNvContentPartPr/>
                <p14:nvPr/>
              </p14:nvContentPartPr>
              <p14:xfrm>
                <a:off x="10531222" y="6286136"/>
                <a:ext cx="145440" cy="34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22582" y="6277496"/>
                  <a:ext cx="163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14:cNvPr>
                <p14:cNvContentPartPr/>
                <p14:nvPr/>
              </p14:nvContentPartPr>
              <p14:xfrm>
                <a:off x="10659022" y="6150776"/>
                <a:ext cx="90360" cy="144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50022" y="6141776"/>
                  <a:ext cx="108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14:cNvPr>
                <p14:cNvContentPartPr/>
                <p14:nvPr/>
              </p14:nvContentPartPr>
              <p14:xfrm>
                <a:off x="10665862" y="6250496"/>
                <a:ext cx="99720" cy="17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657222" y="6241496"/>
                  <a:ext cx="117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14:cNvPr>
                <p14:cNvContentPartPr/>
                <p14:nvPr/>
              </p14:nvContentPartPr>
              <p14:xfrm>
                <a:off x="10835062" y="6208736"/>
                <a:ext cx="80280" cy="167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26422" y="6199736"/>
                  <a:ext cx="97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14:cNvPr>
                <p14:cNvContentPartPr/>
                <p14:nvPr/>
              </p14:nvContentPartPr>
              <p14:xfrm>
                <a:off x="10940902" y="6198656"/>
                <a:ext cx="132480" cy="48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31902" y="6189656"/>
                  <a:ext cx="150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14:cNvPr>
                <p14:cNvContentPartPr/>
                <p14:nvPr/>
              </p14:nvContentPartPr>
              <p14:xfrm>
                <a:off x="11069782" y="6051056"/>
                <a:ext cx="89640" cy="164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060782" y="6042056"/>
                  <a:ext cx="10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14:cNvPr>
                <p14:cNvContentPartPr/>
                <p14:nvPr/>
              </p14:nvContentPartPr>
              <p14:xfrm>
                <a:off x="11048542" y="6134576"/>
                <a:ext cx="110520" cy="16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39902" y="6125576"/>
                  <a:ext cx="12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14:cNvPr>
                <p14:cNvContentPartPr/>
                <p14:nvPr/>
              </p14:nvContentPartPr>
              <p14:xfrm>
                <a:off x="10201822" y="6458936"/>
                <a:ext cx="89280" cy="171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92822" y="6450296"/>
                  <a:ext cx="106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14:cNvPr>
                <p14:cNvContentPartPr/>
                <p14:nvPr/>
              </p14:nvContentPartPr>
              <p14:xfrm>
                <a:off x="10196422" y="6560096"/>
                <a:ext cx="79920" cy="14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87782" y="6551456"/>
                  <a:ext cx="97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14:cNvPr>
                <p14:cNvContentPartPr/>
                <p14:nvPr/>
              </p14:nvContentPartPr>
              <p14:xfrm>
                <a:off x="10292182" y="6464336"/>
                <a:ext cx="153720" cy="156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83182" y="6455696"/>
                  <a:ext cx="171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14:cNvPr>
                <p14:cNvContentPartPr/>
                <p14:nvPr/>
              </p14:nvContentPartPr>
              <p14:xfrm>
                <a:off x="10527622" y="6565496"/>
                <a:ext cx="66960" cy="45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18622" y="6556496"/>
                  <a:ext cx="84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14:cNvPr>
                <p14:cNvContentPartPr/>
                <p14:nvPr/>
              </p14:nvContentPartPr>
              <p14:xfrm>
                <a:off x="10589902" y="6416456"/>
                <a:ext cx="96480" cy="175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80902" y="6407816"/>
                  <a:ext cx="114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14:cNvPr>
                <p14:cNvContentPartPr/>
                <p14:nvPr/>
              </p14:nvContentPartPr>
              <p14:xfrm>
                <a:off x="10599982" y="6506816"/>
                <a:ext cx="101880" cy="19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91342" y="6498176"/>
                  <a:ext cx="119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14:cNvPr>
                <p14:cNvContentPartPr/>
                <p14:nvPr/>
              </p14:nvContentPartPr>
              <p14:xfrm>
                <a:off x="10882222" y="6535976"/>
                <a:ext cx="129960" cy="36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873582" y="6526976"/>
                  <a:ext cx="14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14:cNvPr>
                <p14:cNvContentPartPr/>
                <p14:nvPr/>
              </p14:nvContentPartPr>
              <p14:xfrm>
                <a:off x="11131702" y="6490256"/>
                <a:ext cx="60480" cy="165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122702" y="6481256"/>
                  <a:ext cx="78120" cy="183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BD0E41-5B32-789A-E3E7-669EF7131216}"/>
              </a:ext>
            </a:extLst>
          </p:cNvPr>
          <p:cNvGrpSpPr/>
          <p:nvPr/>
        </p:nvGrpSpPr>
        <p:grpSpPr>
          <a:xfrm>
            <a:off x="1360582" y="610016"/>
            <a:ext cx="999720" cy="352800"/>
            <a:chOff x="1360582" y="610016"/>
            <a:chExt cx="9997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14:cNvPr>
                <p14:cNvContentPartPr/>
                <p14:nvPr/>
              </p14:nvContentPartPr>
              <p14:xfrm>
                <a:off x="1360582" y="680216"/>
                <a:ext cx="7920" cy="182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1942" y="671576"/>
                  <a:ext cx="2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14:cNvPr>
                <p14:cNvContentPartPr/>
                <p14:nvPr/>
              </p14:nvContentPartPr>
              <p14:xfrm>
                <a:off x="1369222" y="610016"/>
                <a:ext cx="887760" cy="2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582" y="601016"/>
                  <a:ext cx="905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14:cNvPr>
                <p14:cNvContentPartPr/>
                <p14:nvPr/>
              </p14:nvContentPartPr>
              <p14:xfrm>
                <a:off x="1375342" y="642776"/>
                <a:ext cx="984960" cy="32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6342" y="634136"/>
                  <a:ext cx="10026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14:cNvPr>
                <p14:cNvContentPartPr/>
                <p14:nvPr/>
              </p14:nvContentPartPr>
              <p14:xfrm>
                <a:off x="1764862" y="781376"/>
                <a:ext cx="3672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5862" y="772376"/>
                  <a:ext cx="54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14:cNvPr>
                <p14:cNvContentPartPr/>
                <p14:nvPr/>
              </p14:nvContentPartPr>
              <p14:xfrm>
                <a:off x="1727782" y="713696"/>
                <a:ext cx="162000" cy="16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8782" y="704696"/>
                  <a:ext cx="1796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33211A-AFFA-547A-E2DB-932E3E71851C}"/>
              </a:ext>
            </a:extLst>
          </p:cNvPr>
          <p:cNvGrpSpPr/>
          <p:nvPr/>
        </p:nvGrpSpPr>
        <p:grpSpPr>
          <a:xfrm>
            <a:off x="2902462" y="574016"/>
            <a:ext cx="955800" cy="314640"/>
            <a:chOff x="2902462" y="574016"/>
            <a:chExt cx="9558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14:cNvPr>
                <p14:cNvContentPartPr/>
                <p14:nvPr/>
              </p14:nvContentPartPr>
              <p14:xfrm>
                <a:off x="2927302" y="652856"/>
                <a:ext cx="43560" cy="20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8302" y="644216"/>
                  <a:ext cx="61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14:cNvPr>
                <p14:cNvContentPartPr/>
                <p14:nvPr/>
              </p14:nvContentPartPr>
              <p14:xfrm>
                <a:off x="2902462" y="594896"/>
                <a:ext cx="775800" cy="16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3822" y="586256"/>
                  <a:ext cx="79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14:cNvPr>
                <p14:cNvContentPartPr/>
                <p14:nvPr/>
              </p14:nvContentPartPr>
              <p14:xfrm>
                <a:off x="2971942" y="574016"/>
                <a:ext cx="886320" cy="31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3302" y="565016"/>
                  <a:ext cx="9039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14:cNvPr>
                <p14:cNvContentPartPr/>
                <p14:nvPr/>
              </p14:nvContentPartPr>
              <p14:xfrm>
                <a:off x="3308182" y="712256"/>
                <a:ext cx="28800" cy="6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9542" y="703256"/>
                  <a:ext cx="46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14:cNvPr>
                <p14:cNvContentPartPr/>
                <p14:nvPr/>
              </p14:nvContentPartPr>
              <p14:xfrm>
                <a:off x="3269302" y="669416"/>
                <a:ext cx="165600" cy="12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0662" y="660416"/>
                  <a:ext cx="183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224684-55F1-6A35-0B1F-67F983680B03}"/>
              </a:ext>
            </a:extLst>
          </p:cNvPr>
          <p:cNvGrpSpPr/>
          <p:nvPr/>
        </p:nvGrpSpPr>
        <p:grpSpPr>
          <a:xfrm>
            <a:off x="4417702" y="541976"/>
            <a:ext cx="984960" cy="274680"/>
            <a:chOff x="4417702" y="541976"/>
            <a:chExt cx="98496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14:cNvPr>
                <p14:cNvContentPartPr/>
                <p14:nvPr/>
              </p14:nvContentPartPr>
              <p14:xfrm>
                <a:off x="4417702" y="621896"/>
                <a:ext cx="42120" cy="1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8702" y="612896"/>
                  <a:ext cx="59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14:cNvPr>
                <p14:cNvContentPartPr/>
                <p14:nvPr/>
              </p14:nvContentPartPr>
              <p14:xfrm>
                <a:off x="4417702" y="541976"/>
                <a:ext cx="850320" cy="5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8702" y="532976"/>
                  <a:ext cx="867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14:cNvPr>
                <p14:cNvContentPartPr/>
                <p14:nvPr/>
              </p14:nvContentPartPr>
              <p14:xfrm>
                <a:off x="4455502" y="547376"/>
                <a:ext cx="947160" cy="26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6502" y="538736"/>
                  <a:ext cx="964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14:cNvPr>
                <p14:cNvContentPartPr/>
                <p14:nvPr/>
              </p14:nvContentPartPr>
              <p14:xfrm>
                <a:off x="4830622" y="653576"/>
                <a:ext cx="2376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1622" y="644936"/>
                  <a:ext cx="41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14:cNvPr>
                <p14:cNvContentPartPr/>
                <p14:nvPr/>
              </p14:nvContentPartPr>
              <p14:xfrm>
                <a:off x="4805782" y="617576"/>
                <a:ext cx="163800" cy="13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6782" y="608936"/>
                  <a:ext cx="1814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753F7E7-28D3-B17D-AC93-F467440C9E46}"/>
              </a:ext>
            </a:extLst>
          </p:cNvPr>
          <p:cNvGrpSpPr/>
          <p:nvPr/>
        </p:nvGrpSpPr>
        <p:grpSpPr>
          <a:xfrm>
            <a:off x="1517182" y="270536"/>
            <a:ext cx="639000" cy="227520"/>
            <a:chOff x="1517182" y="270536"/>
            <a:chExt cx="63900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14:cNvPr>
                <p14:cNvContentPartPr/>
                <p14:nvPr/>
              </p14:nvContentPartPr>
              <p14:xfrm>
                <a:off x="1517182" y="365936"/>
                <a:ext cx="105120" cy="83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08182" y="357296"/>
                  <a:ext cx="122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14:cNvPr>
                <p14:cNvContentPartPr/>
                <p14:nvPr/>
              </p14:nvContentPartPr>
              <p14:xfrm>
                <a:off x="1553902" y="365216"/>
                <a:ext cx="414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44902" y="356216"/>
                  <a:ext cx="5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14:cNvPr>
                <p14:cNvContentPartPr/>
                <p14:nvPr/>
              </p14:nvContentPartPr>
              <p14:xfrm>
                <a:off x="1701142" y="435776"/>
                <a:ext cx="23040" cy="6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92142" y="426776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14:cNvPr>
                <p14:cNvContentPartPr/>
                <p14:nvPr/>
              </p14:nvContentPartPr>
              <p14:xfrm>
                <a:off x="1746502" y="270536"/>
                <a:ext cx="117000" cy="19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37502" y="261896"/>
                  <a:ext cx="134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14:cNvPr>
                <p14:cNvContentPartPr/>
                <p14:nvPr/>
              </p14:nvContentPartPr>
              <p14:xfrm>
                <a:off x="1903102" y="409136"/>
                <a:ext cx="117720" cy="3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4102" y="400496"/>
                  <a:ext cx="135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14:cNvPr>
                <p14:cNvContentPartPr/>
                <p14:nvPr/>
              </p14:nvContentPartPr>
              <p14:xfrm>
                <a:off x="1982662" y="273056"/>
                <a:ext cx="173520" cy="182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4022" y="264056"/>
                  <a:ext cx="191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E980E4-FCCA-1892-ED06-33EFFEC8E3C5}"/>
              </a:ext>
            </a:extLst>
          </p:cNvPr>
          <p:cNvGrpSpPr/>
          <p:nvPr/>
        </p:nvGrpSpPr>
        <p:grpSpPr>
          <a:xfrm>
            <a:off x="3024862" y="220496"/>
            <a:ext cx="605520" cy="248040"/>
            <a:chOff x="3024862" y="220496"/>
            <a:chExt cx="60552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14:cNvPr>
                <p14:cNvContentPartPr/>
                <p14:nvPr/>
              </p14:nvContentPartPr>
              <p14:xfrm>
                <a:off x="3024862" y="324176"/>
                <a:ext cx="90360" cy="77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5862" y="315176"/>
                  <a:ext cx="108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14:cNvPr>
                <p14:cNvContentPartPr/>
                <p14:nvPr/>
              </p14:nvContentPartPr>
              <p14:xfrm>
                <a:off x="3064102" y="334616"/>
                <a:ext cx="40680" cy="79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5462" y="325976"/>
                  <a:ext cx="58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14:cNvPr>
                <p14:cNvContentPartPr/>
                <p14:nvPr/>
              </p14:nvContentPartPr>
              <p14:xfrm>
                <a:off x="3189742" y="398696"/>
                <a:ext cx="66960" cy="6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0742" y="389696"/>
                  <a:ext cx="84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14:cNvPr>
                <p14:cNvContentPartPr/>
                <p14:nvPr/>
              </p14:nvContentPartPr>
              <p14:xfrm>
                <a:off x="3279382" y="234176"/>
                <a:ext cx="101520" cy="190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0382" y="225176"/>
                  <a:ext cx="119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14:cNvPr>
                <p14:cNvContentPartPr/>
                <p14:nvPr/>
              </p14:nvContentPartPr>
              <p14:xfrm>
                <a:off x="3402142" y="345416"/>
                <a:ext cx="91080" cy="36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3502" y="336416"/>
                  <a:ext cx="108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14:cNvPr>
                <p14:cNvContentPartPr/>
                <p14:nvPr/>
              </p14:nvContentPartPr>
              <p14:xfrm>
                <a:off x="3455422" y="220496"/>
                <a:ext cx="174960" cy="171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46422" y="211856"/>
                  <a:ext cx="192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0907F8-B5CB-26B2-4D39-7B603A7253EF}"/>
              </a:ext>
            </a:extLst>
          </p:cNvPr>
          <p:cNvGrpSpPr/>
          <p:nvPr/>
        </p:nvGrpSpPr>
        <p:grpSpPr>
          <a:xfrm>
            <a:off x="4533262" y="206456"/>
            <a:ext cx="618120" cy="235440"/>
            <a:chOff x="4533262" y="206456"/>
            <a:chExt cx="6181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14:cNvPr>
                <p14:cNvContentPartPr/>
                <p14:nvPr/>
              </p14:nvContentPartPr>
              <p14:xfrm>
                <a:off x="4533262" y="297536"/>
                <a:ext cx="93240" cy="6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4622" y="288536"/>
                  <a:ext cx="110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14:cNvPr>
                <p14:cNvContentPartPr/>
                <p14:nvPr/>
              </p14:nvContentPartPr>
              <p14:xfrm>
                <a:off x="4565302" y="281696"/>
                <a:ext cx="33480" cy="106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56662" y="272696"/>
                  <a:ext cx="51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14:cNvPr>
                <p14:cNvContentPartPr/>
                <p14:nvPr/>
              </p14:nvContentPartPr>
              <p14:xfrm>
                <a:off x="4683382" y="338576"/>
                <a:ext cx="61560" cy="103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4742" y="329936"/>
                  <a:ext cx="79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14:cNvPr>
                <p14:cNvContentPartPr/>
                <p14:nvPr/>
              </p14:nvContentPartPr>
              <p14:xfrm>
                <a:off x="4788502" y="212216"/>
                <a:ext cx="96120" cy="22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79862" y="203576"/>
                  <a:ext cx="113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14:cNvPr>
                <p14:cNvContentPartPr/>
                <p14:nvPr/>
              </p14:nvContentPartPr>
              <p14:xfrm>
                <a:off x="4899742" y="333536"/>
                <a:ext cx="136800" cy="5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90742" y="324896"/>
                  <a:ext cx="154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14:cNvPr>
                <p14:cNvContentPartPr/>
                <p14:nvPr/>
              </p14:nvContentPartPr>
              <p14:xfrm>
                <a:off x="4986502" y="206456"/>
                <a:ext cx="164880" cy="19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77502" y="197816"/>
                  <a:ext cx="1825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BD6154-A90E-ACD9-9BA2-815D736D5868}"/>
              </a:ext>
            </a:extLst>
          </p:cNvPr>
          <p:cNvGrpSpPr/>
          <p:nvPr/>
        </p:nvGrpSpPr>
        <p:grpSpPr>
          <a:xfrm>
            <a:off x="237742" y="1281056"/>
            <a:ext cx="871200" cy="208440"/>
            <a:chOff x="237742" y="1281056"/>
            <a:chExt cx="87120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14:cNvPr>
                <p14:cNvContentPartPr/>
                <p14:nvPr/>
              </p14:nvContentPartPr>
              <p14:xfrm>
                <a:off x="237742" y="1394816"/>
                <a:ext cx="70560" cy="89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102" y="1386176"/>
                  <a:ext cx="88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14:cNvPr>
                <p14:cNvContentPartPr/>
                <p14:nvPr/>
              </p14:nvContentPartPr>
              <p14:xfrm>
                <a:off x="315142" y="1429736"/>
                <a:ext cx="77760" cy="5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6142" y="1421096"/>
                  <a:ext cx="95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14:cNvPr>
                <p14:cNvContentPartPr/>
                <p14:nvPr/>
              </p14:nvContentPartPr>
              <p14:xfrm>
                <a:off x="425302" y="1425056"/>
                <a:ext cx="158040" cy="60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6302" y="1416056"/>
                  <a:ext cx="175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14:cNvPr>
                <p14:cNvContentPartPr/>
                <p14:nvPr/>
              </p14:nvContentPartPr>
              <p14:xfrm>
                <a:off x="579382" y="1394456"/>
                <a:ext cx="81360" cy="65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0382" y="1385456"/>
                  <a:ext cx="99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14:cNvPr>
                <p14:cNvContentPartPr/>
                <p14:nvPr/>
              </p14:nvContentPartPr>
              <p14:xfrm>
                <a:off x="727342" y="1394456"/>
                <a:ext cx="55440" cy="5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342" y="1385456"/>
                  <a:ext cx="73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14:cNvPr>
                <p14:cNvContentPartPr/>
                <p14:nvPr/>
              </p14:nvContentPartPr>
              <p14:xfrm>
                <a:off x="781342" y="1281056"/>
                <a:ext cx="81360" cy="159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2342" y="1272056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14:cNvPr>
                <p14:cNvContentPartPr/>
                <p14:nvPr/>
              </p14:nvContentPartPr>
              <p14:xfrm>
                <a:off x="850462" y="1360256"/>
                <a:ext cx="73800" cy="5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1462" y="1351616"/>
                  <a:ext cx="91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14:cNvPr>
                <p14:cNvContentPartPr/>
                <p14:nvPr/>
              </p14:nvContentPartPr>
              <p14:xfrm>
                <a:off x="972862" y="1325696"/>
                <a:ext cx="136080" cy="10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862" y="1317056"/>
                  <a:ext cx="1537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7B2990-277A-DF1E-3176-C4FB6A49753A}"/>
              </a:ext>
            </a:extLst>
          </p:cNvPr>
          <p:cNvGrpSpPr/>
          <p:nvPr/>
        </p:nvGrpSpPr>
        <p:grpSpPr>
          <a:xfrm>
            <a:off x="217942" y="1632056"/>
            <a:ext cx="553320" cy="520200"/>
            <a:chOff x="217942" y="1632056"/>
            <a:chExt cx="55332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14:cNvPr>
                <p14:cNvContentPartPr/>
                <p14:nvPr/>
              </p14:nvContentPartPr>
              <p14:xfrm>
                <a:off x="217942" y="1693616"/>
                <a:ext cx="150840" cy="96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8942" y="1684976"/>
                  <a:ext cx="168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14:cNvPr>
                <p14:cNvContentPartPr/>
                <p14:nvPr/>
              </p14:nvContentPartPr>
              <p14:xfrm>
                <a:off x="379582" y="1674536"/>
                <a:ext cx="69120" cy="97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0942" y="1665536"/>
                  <a:ext cx="86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14:cNvPr>
                <p14:cNvContentPartPr/>
                <p14:nvPr/>
              </p14:nvContentPartPr>
              <p14:xfrm>
                <a:off x="472822" y="1706216"/>
                <a:ext cx="42120" cy="51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4182" y="1697576"/>
                  <a:ext cx="5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14:cNvPr>
                <p14:cNvContentPartPr/>
                <p14:nvPr/>
              </p14:nvContentPartPr>
              <p14:xfrm>
                <a:off x="462382" y="1632056"/>
                <a:ext cx="2304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3382" y="1623056"/>
                  <a:ext cx="40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14:cNvPr>
                <p14:cNvContentPartPr/>
                <p14:nvPr/>
              </p14:nvContentPartPr>
              <p14:xfrm>
                <a:off x="552742" y="1696856"/>
                <a:ext cx="95400" cy="2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3742" y="1687856"/>
                  <a:ext cx="11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14:cNvPr>
                <p14:cNvContentPartPr/>
                <p14:nvPr/>
              </p14:nvContentPartPr>
              <p14:xfrm>
                <a:off x="685582" y="1671296"/>
                <a:ext cx="85680" cy="258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6942" y="1662656"/>
                  <a:ext cx="103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14:cNvPr>
                <p14:cNvContentPartPr/>
                <p14:nvPr/>
              </p14:nvContentPartPr>
              <p14:xfrm>
                <a:off x="255022" y="2025176"/>
                <a:ext cx="63720" cy="127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6022" y="2016536"/>
                  <a:ext cx="8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14:cNvPr>
                <p14:cNvContentPartPr/>
                <p14:nvPr/>
              </p14:nvContentPartPr>
              <p14:xfrm>
                <a:off x="255022" y="2004296"/>
                <a:ext cx="90360" cy="16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6022" y="1995296"/>
                  <a:ext cx="108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14:cNvPr>
                <p14:cNvContentPartPr/>
                <p14:nvPr/>
              </p14:nvContentPartPr>
              <p14:xfrm>
                <a:off x="281662" y="2053976"/>
                <a:ext cx="72360" cy="9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2662" y="2045336"/>
                  <a:ext cx="90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14:cNvPr>
                <p14:cNvContentPartPr/>
                <p14:nvPr/>
              </p14:nvContentPartPr>
              <p14:xfrm>
                <a:off x="441142" y="2025176"/>
                <a:ext cx="40320" cy="83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2142" y="2016536"/>
                  <a:ext cx="5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14:cNvPr>
                <p14:cNvContentPartPr/>
                <p14:nvPr/>
              </p14:nvContentPartPr>
              <p14:xfrm>
                <a:off x="409102" y="1976936"/>
                <a:ext cx="80280" cy="32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0462" y="1968296"/>
                  <a:ext cx="97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14:cNvPr>
                <p14:cNvContentPartPr/>
                <p14:nvPr/>
              </p14:nvContentPartPr>
              <p14:xfrm>
                <a:off x="430342" y="2030576"/>
                <a:ext cx="86400" cy="6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1702" y="2021936"/>
                  <a:ext cx="104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14:cNvPr>
                <p14:cNvContentPartPr/>
                <p14:nvPr/>
              </p14:nvContentPartPr>
              <p14:xfrm>
                <a:off x="595222" y="1993496"/>
                <a:ext cx="42120" cy="74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6582" y="1984496"/>
                  <a:ext cx="59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14:cNvPr>
                <p14:cNvContentPartPr/>
                <p14:nvPr/>
              </p14:nvContentPartPr>
              <p14:xfrm>
                <a:off x="514942" y="1954976"/>
                <a:ext cx="128520" cy="20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5942" y="1946336"/>
                  <a:ext cx="1461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DC948B-FC82-55E0-D4AF-FF6D7C83162C}"/>
              </a:ext>
            </a:extLst>
          </p:cNvPr>
          <p:cNvGrpSpPr/>
          <p:nvPr/>
        </p:nvGrpSpPr>
        <p:grpSpPr>
          <a:xfrm>
            <a:off x="1371382" y="1196816"/>
            <a:ext cx="506520" cy="270720"/>
            <a:chOff x="1371382" y="1196816"/>
            <a:chExt cx="5065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14:cNvPr>
                <p14:cNvContentPartPr/>
                <p14:nvPr/>
              </p14:nvContentPartPr>
              <p14:xfrm>
                <a:off x="1413862" y="1281056"/>
                <a:ext cx="360" cy="15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05222" y="1272056"/>
                  <a:ext cx="18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14:cNvPr>
                <p14:cNvContentPartPr/>
                <p14:nvPr/>
              </p14:nvContentPartPr>
              <p14:xfrm>
                <a:off x="1371382" y="1196816"/>
                <a:ext cx="439200" cy="2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2742" y="1187816"/>
                  <a:ext cx="456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14:cNvPr>
                <p14:cNvContentPartPr/>
                <p14:nvPr/>
              </p14:nvContentPartPr>
              <p14:xfrm>
                <a:off x="1489102" y="1217336"/>
                <a:ext cx="388800" cy="250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80102" y="1208336"/>
                  <a:ext cx="406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14:cNvPr>
                <p14:cNvContentPartPr/>
                <p14:nvPr/>
              </p14:nvContentPartPr>
              <p14:xfrm>
                <a:off x="1503862" y="1273136"/>
                <a:ext cx="6408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94862" y="1264496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14:cNvPr>
                <p14:cNvContentPartPr/>
                <p14:nvPr/>
              </p14:nvContentPartPr>
              <p14:xfrm>
                <a:off x="1621582" y="1355576"/>
                <a:ext cx="8352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12942" y="1346576"/>
                  <a:ext cx="101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14:cNvPr>
                <p14:cNvContentPartPr/>
                <p14:nvPr/>
              </p14:nvContentPartPr>
              <p14:xfrm>
                <a:off x="1605382" y="1308416"/>
                <a:ext cx="7920" cy="35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96382" y="1299776"/>
                  <a:ext cx="255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D11B062-FCF8-1B1F-B251-C54AE5CA713B}"/>
              </a:ext>
            </a:extLst>
          </p:cNvPr>
          <p:cNvGrpSpPr/>
          <p:nvPr/>
        </p:nvGrpSpPr>
        <p:grpSpPr>
          <a:xfrm>
            <a:off x="2976982" y="1142096"/>
            <a:ext cx="509040" cy="240480"/>
            <a:chOff x="2976982" y="1142096"/>
            <a:chExt cx="5090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14:cNvPr>
                <p14:cNvContentPartPr/>
                <p14:nvPr/>
              </p14:nvContentPartPr>
              <p14:xfrm>
                <a:off x="2986702" y="1187456"/>
                <a:ext cx="6480" cy="151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77702" y="1178816"/>
                  <a:ext cx="24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14:cNvPr>
                <p14:cNvContentPartPr/>
                <p14:nvPr/>
              </p14:nvContentPartPr>
              <p14:xfrm>
                <a:off x="2976982" y="1148216"/>
                <a:ext cx="368640" cy="27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67982" y="1139216"/>
                  <a:ext cx="386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14:cNvPr>
                <p14:cNvContentPartPr/>
                <p14:nvPr/>
              </p14:nvContentPartPr>
              <p14:xfrm>
                <a:off x="3412942" y="1142096"/>
                <a:ext cx="73080" cy="207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3942" y="1133096"/>
                  <a:ext cx="90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14:cNvPr>
                <p14:cNvContentPartPr/>
                <p14:nvPr/>
              </p14:nvContentPartPr>
              <p14:xfrm>
                <a:off x="3009382" y="1366016"/>
                <a:ext cx="467640" cy="16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00382" y="1357376"/>
                  <a:ext cx="48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14:cNvPr>
                <p14:cNvContentPartPr/>
                <p14:nvPr/>
              </p14:nvContentPartPr>
              <p14:xfrm>
                <a:off x="3085702" y="1171616"/>
                <a:ext cx="116640" cy="121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77062" y="1162616"/>
                  <a:ext cx="134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14:cNvPr>
                <p14:cNvContentPartPr/>
                <p14:nvPr/>
              </p14:nvContentPartPr>
              <p14:xfrm>
                <a:off x="3221422" y="1243976"/>
                <a:ext cx="99720" cy="60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12782" y="1234976"/>
                  <a:ext cx="117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14:cNvPr>
                <p14:cNvContentPartPr/>
                <p14:nvPr/>
              </p14:nvContentPartPr>
              <p14:xfrm>
                <a:off x="3210982" y="1195736"/>
                <a:ext cx="21960" cy="69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01982" y="1187096"/>
                  <a:ext cx="396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F7868F-3E8B-6983-1DD3-24956E530E8E}"/>
              </a:ext>
            </a:extLst>
          </p:cNvPr>
          <p:cNvGrpSpPr/>
          <p:nvPr/>
        </p:nvGrpSpPr>
        <p:grpSpPr>
          <a:xfrm>
            <a:off x="4460182" y="1019696"/>
            <a:ext cx="561240" cy="276480"/>
            <a:chOff x="4460182" y="1019696"/>
            <a:chExt cx="5612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14:cNvPr>
                <p14:cNvContentPartPr/>
                <p14:nvPr/>
              </p14:nvContentPartPr>
              <p14:xfrm>
                <a:off x="4486822" y="1094936"/>
                <a:ext cx="37800" cy="196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77822" y="1086296"/>
                  <a:ext cx="55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14:cNvPr>
                <p14:cNvContentPartPr/>
                <p14:nvPr/>
              </p14:nvContentPartPr>
              <p14:xfrm>
                <a:off x="4460182" y="1019696"/>
                <a:ext cx="510120" cy="4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51182" y="1010696"/>
                  <a:ext cx="52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14:cNvPr>
                <p14:cNvContentPartPr/>
                <p14:nvPr/>
              </p14:nvContentPartPr>
              <p14:xfrm>
                <a:off x="4508782" y="1040936"/>
                <a:ext cx="512640" cy="255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782" y="1031936"/>
                  <a:ext cx="530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14:cNvPr>
                <p14:cNvContentPartPr/>
                <p14:nvPr/>
              </p14:nvContentPartPr>
              <p14:xfrm>
                <a:off x="4616782" y="1131296"/>
                <a:ext cx="116640" cy="82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07782" y="1122296"/>
                  <a:ext cx="134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14:cNvPr>
                <p14:cNvContentPartPr/>
                <p14:nvPr/>
              </p14:nvContentPartPr>
              <p14:xfrm>
                <a:off x="4747102" y="1164056"/>
                <a:ext cx="114840" cy="74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38462" y="1155416"/>
                  <a:ext cx="132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14:cNvPr>
                <p14:cNvContentPartPr/>
                <p14:nvPr/>
              </p14:nvContentPartPr>
              <p14:xfrm>
                <a:off x="4577182" y="1095656"/>
                <a:ext cx="30600" cy="4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68182" y="1087016"/>
                  <a:ext cx="482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B237673-983A-DFCB-58F0-51ADE0037C52}"/>
              </a:ext>
            </a:extLst>
          </p:cNvPr>
          <p:cNvGrpSpPr/>
          <p:nvPr/>
        </p:nvGrpSpPr>
        <p:grpSpPr>
          <a:xfrm>
            <a:off x="1359502" y="1945616"/>
            <a:ext cx="1325520" cy="351360"/>
            <a:chOff x="1359502" y="1945616"/>
            <a:chExt cx="13255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14:cNvPr>
                <p14:cNvContentPartPr/>
                <p14:nvPr/>
              </p14:nvContentPartPr>
              <p14:xfrm>
                <a:off x="1359502" y="1945616"/>
                <a:ext cx="1325520" cy="21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50502" y="1936616"/>
                  <a:ext cx="1343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14:cNvPr>
                <p14:cNvContentPartPr/>
                <p14:nvPr/>
              </p14:nvContentPartPr>
              <p14:xfrm>
                <a:off x="1377862" y="1978736"/>
                <a:ext cx="36360" cy="304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69222" y="1970096"/>
                  <a:ext cx="54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14:cNvPr>
                <p14:cNvContentPartPr/>
                <p14:nvPr/>
              </p14:nvContentPartPr>
              <p14:xfrm>
                <a:off x="2652262" y="2003936"/>
                <a:ext cx="16560" cy="213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43622" y="1995296"/>
                  <a:ext cx="34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14:cNvPr>
                <p14:cNvContentPartPr/>
                <p14:nvPr/>
              </p14:nvContentPartPr>
              <p14:xfrm>
                <a:off x="1403422" y="2285096"/>
                <a:ext cx="1275840" cy="11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94782" y="2276096"/>
                  <a:ext cx="1293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14:cNvPr>
                <p14:cNvContentPartPr/>
                <p14:nvPr/>
              </p14:nvContentPartPr>
              <p14:xfrm>
                <a:off x="1626622" y="2080976"/>
                <a:ext cx="2844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17982" y="2071976"/>
                  <a:ext cx="46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14:cNvPr>
                <p14:cNvContentPartPr/>
                <p14:nvPr/>
              </p14:nvContentPartPr>
              <p14:xfrm>
                <a:off x="1573342" y="2051456"/>
                <a:ext cx="17532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64702" y="2042816"/>
                  <a:ext cx="192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14:cNvPr>
                <p14:cNvContentPartPr/>
                <p14:nvPr/>
              </p14:nvContentPartPr>
              <p14:xfrm>
                <a:off x="1802662" y="2089256"/>
                <a:ext cx="43200" cy="7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3662" y="2080256"/>
                  <a:ext cx="60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14:cNvPr>
                <p14:cNvContentPartPr/>
                <p14:nvPr/>
              </p14:nvContentPartPr>
              <p14:xfrm>
                <a:off x="1790782" y="2131736"/>
                <a:ext cx="81000" cy="7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81782" y="2122736"/>
                  <a:ext cx="98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14:cNvPr>
                <p14:cNvContentPartPr/>
                <p14:nvPr/>
              </p14:nvContentPartPr>
              <p14:xfrm>
                <a:off x="1908502" y="2046416"/>
                <a:ext cx="101520" cy="138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99502" y="2037776"/>
                  <a:ext cx="119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14:cNvPr>
                <p14:cNvContentPartPr/>
                <p14:nvPr/>
              </p14:nvContentPartPr>
              <p14:xfrm>
                <a:off x="2046382" y="2126336"/>
                <a:ext cx="154800" cy="11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37382" y="2117336"/>
                  <a:ext cx="172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14:cNvPr>
                <p14:cNvContentPartPr/>
                <p14:nvPr/>
              </p14:nvContentPartPr>
              <p14:xfrm>
                <a:off x="2217022" y="2120936"/>
                <a:ext cx="90720" cy="11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08022" y="21122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14:cNvPr>
                <p14:cNvContentPartPr/>
                <p14:nvPr/>
              </p14:nvContentPartPr>
              <p14:xfrm>
                <a:off x="2360302" y="2073056"/>
                <a:ext cx="47880" cy="95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51302" y="2064416"/>
                  <a:ext cx="6552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14:cNvPr>
              <p14:cNvContentPartPr/>
              <p14:nvPr/>
            </p14:nvContentPartPr>
            <p14:xfrm>
              <a:off x="2992822" y="1594976"/>
              <a:ext cx="6480" cy="162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84182" y="1586336"/>
                <a:ext cx="2412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363D4E-5350-AAE6-40B1-7DD465C701BD}"/>
              </a:ext>
            </a:extLst>
          </p:cNvPr>
          <p:cNvGrpSpPr/>
          <p:nvPr/>
        </p:nvGrpSpPr>
        <p:grpSpPr>
          <a:xfrm>
            <a:off x="2976622" y="1885136"/>
            <a:ext cx="1140480" cy="364320"/>
            <a:chOff x="2976622" y="1885136"/>
            <a:chExt cx="114048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14:cNvPr>
                <p14:cNvContentPartPr/>
                <p14:nvPr/>
              </p14:nvContentPartPr>
              <p14:xfrm>
                <a:off x="2976622" y="1933736"/>
                <a:ext cx="47520" cy="306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67982" y="1925096"/>
                  <a:ext cx="651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14:cNvPr>
                <p14:cNvContentPartPr/>
                <p14:nvPr/>
              </p14:nvContentPartPr>
              <p14:xfrm>
                <a:off x="2976982" y="1885136"/>
                <a:ext cx="1140120" cy="364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67982" y="1876136"/>
                  <a:ext cx="1157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14:cNvPr>
                <p14:cNvContentPartPr/>
                <p14:nvPr/>
              </p14:nvContentPartPr>
              <p14:xfrm>
                <a:off x="3119542" y="2009336"/>
                <a:ext cx="22680" cy="115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10902" y="2000696"/>
                  <a:ext cx="40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14:cNvPr>
                <p14:cNvContentPartPr/>
                <p14:nvPr/>
              </p14:nvContentPartPr>
              <p14:xfrm>
                <a:off x="3088582" y="1996016"/>
                <a:ext cx="153360" cy="157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79582" y="1987016"/>
                  <a:ext cx="171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14:cNvPr>
                <p14:cNvContentPartPr/>
                <p14:nvPr/>
              </p14:nvContentPartPr>
              <p14:xfrm>
                <a:off x="3311062" y="2041376"/>
                <a:ext cx="29160" cy="83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02062" y="2032376"/>
                  <a:ext cx="46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14:cNvPr>
                <p14:cNvContentPartPr/>
                <p14:nvPr/>
              </p14:nvContentPartPr>
              <p14:xfrm>
                <a:off x="3278302" y="2089256"/>
                <a:ext cx="97920" cy="14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69302" y="2080256"/>
                  <a:ext cx="115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14:cNvPr>
                <p14:cNvContentPartPr/>
                <p14:nvPr/>
              </p14:nvContentPartPr>
              <p14:xfrm>
                <a:off x="3405022" y="1993496"/>
                <a:ext cx="95040" cy="133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96022" y="1984496"/>
                  <a:ext cx="112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14:cNvPr>
                <p14:cNvContentPartPr/>
                <p14:nvPr/>
              </p14:nvContentPartPr>
              <p14:xfrm>
                <a:off x="3519142" y="2073056"/>
                <a:ext cx="114840" cy="81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10502" y="2064416"/>
                  <a:ext cx="132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14:cNvPr>
                <p14:cNvContentPartPr/>
                <p14:nvPr/>
              </p14:nvContentPartPr>
              <p14:xfrm>
                <a:off x="3682582" y="2073056"/>
                <a:ext cx="92160" cy="1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73942" y="2064416"/>
                  <a:ext cx="109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14:cNvPr>
                <p14:cNvContentPartPr/>
                <p14:nvPr/>
              </p14:nvContentPartPr>
              <p14:xfrm>
                <a:off x="3811462" y="2014736"/>
                <a:ext cx="37080" cy="79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02822" y="2005736"/>
                  <a:ext cx="54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35C4033-FE4D-9D8F-5E7C-10A247B66504}"/>
              </a:ext>
            </a:extLst>
          </p:cNvPr>
          <p:cNvGrpSpPr/>
          <p:nvPr/>
        </p:nvGrpSpPr>
        <p:grpSpPr>
          <a:xfrm>
            <a:off x="4433542" y="1795856"/>
            <a:ext cx="1233720" cy="368280"/>
            <a:chOff x="4433542" y="1795856"/>
            <a:chExt cx="12337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14:cNvPr>
                <p14:cNvContentPartPr/>
                <p14:nvPr/>
              </p14:nvContentPartPr>
              <p14:xfrm>
                <a:off x="4476022" y="1881896"/>
                <a:ext cx="32400" cy="280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67382" y="1872896"/>
                  <a:ext cx="50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14:cNvPr>
                <p14:cNvContentPartPr/>
                <p14:nvPr/>
              </p14:nvContentPartPr>
              <p14:xfrm>
                <a:off x="4433542" y="1795856"/>
                <a:ext cx="1191600" cy="91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24902" y="1786856"/>
                  <a:ext cx="120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14:cNvPr>
                <p14:cNvContentPartPr/>
                <p14:nvPr/>
              </p14:nvContentPartPr>
              <p14:xfrm>
                <a:off x="5619022" y="1817816"/>
                <a:ext cx="11160" cy="30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10382" y="1809176"/>
                  <a:ext cx="28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14:cNvPr>
                <p14:cNvContentPartPr/>
                <p14:nvPr/>
              </p14:nvContentPartPr>
              <p14:xfrm>
                <a:off x="4497982" y="2136416"/>
                <a:ext cx="1169280" cy="27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88982" y="2127416"/>
                  <a:ext cx="1186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14:cNvPr>
                <p14:cNvContentPartPr/>
                <p14:nvPr/>
              </p14:nvContentPartPr>
              <p14:xfrm>
                <a:off x="4677982" y="1945616"/>
                <a:ext cx="32040" cy="108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68982" y="1936616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14:cNvPr>
                <p14:cNvContentPartPr/>
                <p14:nvPr/>
              </p14:nvContentPartPr>
              <p14:xfrm>
                <a:off x="4646302" y="1932656"/>
                <a:ext cx="124560" cy="130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37302" y="1923656"/>
                  <a:ext cx="142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14:cNvPr>
                <p14:cNvContentPartPr/>
                <p14:nvPr/>
              </p14:nvContentPartPr>
              <p14:xfrm>
                <a:off x="4891102" y="1972256"/>
                <a:ext cx="21240" cy="62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82102" y="1963256"/>
                  <a:ext cx="38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14:cNvPr>
                <p14:cNvContentPartPr/>
                <p14:nvPr/>
              </p14:nvContentPartPr>
              <p14:xfrm>
                <a:off x="4848262" y="1998896"/>
                <a:ext cx="90720" cy="1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39622" y="1989896"/>
                  <a:ext cx="108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14:cNvPr>
                <p14:cNvContentPartPr/>
                <p14:nvPr/>
              </p14:nvContentPartPr>
              <p14:xfrm>
                <a:off x="5002342" y="1918976"/>
                <a:ext cx="98640" cy="131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93702" y="1910336"/>
                  <a:ext cx="116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14:cNvPr>
                <p14:cNvContentPartPr/>
                <p14:nvPr/>
              </p14:nvContentPartPr>
              <p14:xfrm>
                <a:off x="5108542" y="1993496"/>
                <a:ext cx="111600" cy="92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99902" y="1984496"/>
                  <a:ext cx="12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14:cNvPr>
                <p14:cNvContentPartPr/>
                <p14:nvPr/>
              </p14:nvContentPartPr>
              <p14:xfrm>
                <a:off x="5220142" y="1988096"/>
                <a:ext cx="74880" cy="11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11502" y="197945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14:cNvPr>
                <p14:cNvContentPartPr/>
                <p14:nvPr/>
              </p14:nvContentPartPr>
              <p14:xfrm>
                <a:off x="5347942" y="1934816"/>
                <a:ext cx="381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39302" y="1926176"/>
                  <a:ext cx="5580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14:cNvPr>
              <p14:cNvContentPartPr/>
              <p14:nvPr/>
            </p14:nvContentPartPr>
            <p14:xfrm>
              <a:off x="5251822" y="1848056"/>
              <a:ext cx="33120" cy="266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43182" y="1839416"/>
                <a:ext cx="507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14:cNvPr>
              <p14:cNvContentPartPr/>
              <p14:nvPr/>
            </p14:nvContentPartPr>
            <p14:xfrm>
              <a:off x="3721102" y="1928696"/>
              <a:ext cx="22320" cy="253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12462" y="1920056"/>
                <a:ext cx="399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14:cNvPr>
              <p14:cNvContentPartPr/>
              <p14:nvPr/>
            </p14:nvContentPartPr>
            <p14:xfrm>
              <a:off x="2332582" y="1990256"/>
              <a:ext cx="15480" cy="2826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323582" y="1981616"/>
                <a:ext cx="3312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DCC622D-1118-C3DA-201F-13C9C6950510}"/>
              </a:ext>
            </a:extLst>
          </p:cNvPr>
          <p:cNvGrpSpPr/>
          <p:nvPr/>
        </p:nvGrpSpPr>
        <p:grpSpPr>
          <a:xfrm>
            <a:off x="2376502" y="1781456"/>
            <a:ext cx="340200" cy="63000"/>
            <a:chOff x="2376502" y="1781456"/>
            <a:chExt cx="340200" cy="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14:cNvPr>
                <p14:cNvContentPartPr/>
                <p14:nvPr/>
              </p14:nvContentPartPr>
              <p14:xfrm>
                <a:off x="2376502" y="1781456"/>
                <a:ext cx="286920" cy="42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67862" y="1772816"/>
                  <a:ext cx="304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14:cNvPr>
                <p14:cNvContentPartPr/>
                <p14:nvPr/>
              </p14:nvContentPartPr>
              <p14:xfrm>
                <a:off x="2591782" y="1782536"/>
                <a:ext cx="124920" cy="61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83142" y="1773896"/>
                  <a:ext cx="142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BC569F9-B1C3-A6D0-A20D-F8D6B6E936CB}"/>
              </a:ext>
            </a:extLst>
          </p:cNvPr>
          <p:cNvGrpSpPr/>
          <p:nvPr/>
        </p:nvGrpSpPr>
        <p:grpSpPr>
          <a:xfrm>
            <a:off x="2354902" y="1510736"/>
            <a:ext cx="381600" cy="165240"/>
            <a:chOff x="2354902" y="1510736"/>
            <a:chExt cx="38160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14:cNvPr>
                <p14:cNvContentPartPr/>
                <p14:nvPr/>
              </p14:nvContentPartPr>
              <p14:xfrm>
                <a:off x="2354902" y="1510736"/>
                <a:ext cx="88920" cy="127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46262" y="1501736"/>
                  <a:ext cx="10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14:cNvPr>
                <p14:cNvContentPartPr/>
                <p14:nvPr/>
              </p14:nvContentPartPr>
              <p14:xfrm>
                <a:off x="2461102" y="1573376"/>
                <a:ext cx="78120" cy="102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52462" y="1564736"/>
                  <a:ext cx="95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14:cNvPr>
                <p14:cNvContentPartPr/>
                <p14:nvPr/>
              </p14:nvContentPartPr>
              <p14:xfrm>
                <a:off x="2572342" y="1595696"/>
                <a:ext cx="86040" cy="4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63342" y="1587056"/>
                  <a:ext cx="103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14:cNvPr>
                <p14:cNvContentPartPr/>
                <p14:nvPr/>
              </p14:nvContentPartPr>
              <p14:xfrm>
                <a:off x="2695102" y="1541696"/>
                <a:ext cx="41400" cy="90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86462" y="1532696"/>
                  <a:ext cx="590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1E96B13-543A-542E-02FA-18F2BCFA5693}"/>
              </a:ext>
            </a:extLst>
          </p:cNvPr>
          <p:cNvGrpSpPr/>
          <p:nvPr/>
        </p:nvGrpSpPr>
        <p:grpSpPr>
          <a:xfrm>
            <a:off x="3684022" y="1515056"/>
            <a:ext cx="392400" cy="281520"/>
            <a:chOff x="3684022" y="1515056"/>
            <a:chExt cx="3924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14:cNvPr>
                <p14:cNvContentPartPr/>
                <p14:nvPr/>
              </p14:nvContentPartPr>
              <p14:xfrm>
                <a:off x="3684022" y="1557896"/>
                <a:ext cx="113400" cy="102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5022" y="1548896"/>
                  <a:ext cx="131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14:cNvPr>
                <p14:cNvContentPartPr/>
                <p14:nvPr/>
              </p14:nvContentPartPr>
              <p14:xfrm>
                <a:off x="3801022" y="1594616"/>
                <a:ext cx="96840" cy="71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2022" y="1585976"/>
                  <a:ext cx="114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14:cNvPr>
                <p14:cNvContentPartPr/>
                <p14:nvPr/>
              </p14:nvContentPartPr>
              <p14:xfrm>
                <a:off x="3905782" y="1584176"/>
                <a:ext cx="76320" cy="10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96782" y="1575536"/>
                  <a:ext cx="93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14:cNvPr>
                <p14:cNvContentPartPr/>
                <p14:nvPr/>
              </p14:nvContentPartPr>
              <p14:xfrm>
                <a:off x="4008382" y="1515056"/>
                <a:ext cx="68040" cy="106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99382" y="1506056"/>
                  <a:ext cx="8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14:cNvPr>
                <p14:cNvContentPartPr/>
                <p14:nvPr/>
              </p14:nvContentPartPr>
              <p14:xfrm>
                <a:off x="3794542" y="1557536"/>
                <a:ext cx="5760" cy="30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85542" y="1548536"/>
                  <a:ext cx="23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14:cNvPr>
                <p14:cNvContentPartPr/>
                <p14:nvPr/>
              </p14:nvContentPartPr>
              <p14:xfrm>
                <a:off x="3732262" y="1743296"/>
                <a:ext cx="281880" cy="53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23262" y="1734656"/>
                  <a:ext cx="299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14:cNvPr>
                <p14:cNvContentPartPr/>
                <p14:nvPr/>
              </p14:nvContentPartPr>
              <p14:xfrm>
                <a:off x="3971302" y="1732496"/>
                <a:ext cx="95760" cy="43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62662" y="1723496"/>
                  <a:ext cx="1134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232B7F9-1C90-27D9-D744-69181CC6818A}"/>
              </a:ext>
            </a:extLst>
          </p:cNvPr>
          <p:cNvGrpSpPr/>
          <p:nvPr/>
        </p:nvGrpSpPr>
        <p:grpSpPr>
          <a:xfrm>
            <a:off x="5247142" y="1435136"/>
            <a:ext cx="367200" cy="318960"/>
            <a:chOff x="5247142" y="1435136"/>
            <a:chExt cx="367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14:cNvPr>
                <p14:cNvContentPartPr/>
                <p14:nvPr/>
              </p14:nvContentPartPr>
              <p14:xfrm>
                <a:off x="5247142" y="1468976"/>
                <a:ext cx="113760" cy="100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38142" y="1460336"/>
                  <a:ext cx="131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14:cNvPr>
                <p14:cNvContentPartPr/>
                <p14:nvPr/>
              </p14:nvContentPartPr>
              <p14:xfrm>
                <a:off x="5358382" y="1530896"/>
                <a:ext cx="89280" cy="79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49742" y="1522256"/>
                  <a:ext cx="10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14:cNvPr>
                <p14:cNvContentPartPr/>
                <p14:nvPr/>
              </p14:nvContentPartPr>
              <p14:xfrm>
                <a:off x="5438662" y="1498856"/>
                <a:ext cx="69120" cy="10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30022" y="1490216"/>
                  <a:ext cx="86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14:cNvPr>
                <p14:cNvContentPartPr/>
                <p14:nvPr/>
              </p14:nvContentPartPr>
              <p14:xfrm>
                <a:off x="5539462" y="1435136"/>
                <a:ext cx="54000" cy="110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30462" y="1426496"/>
                  <a:ext cx="71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14:cNvPr>
                <p14:cNvContentPartPr/>
                <p14:nvPr/>
              </p14:nvContentPartPr>
              <p14:xfrm>
                <a:off x="5286742" y="1695056"/>
                <a:ext cx="311760" cy="48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77742" y="1686416"/>
                  <a:ext cx="329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14:cNvPr>
                <p14:cNvContentPartPr/>
                <p14:nvPr/>
              </p14:nvContentPartPr>
              <p14:xfrm>
                <a:off x="5545222" y="1702256"/>
                <a:ext cx="69120" cy="51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36222" y="1693616"/>
                  <a:ext cx="867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804CBB4-6256-5322-B4D3-05D1FED253E5}"/>
              </a:ext>
            </a:extLst>
          </p:cNvPr>
          <p:cNvGrpSpPr/>
          <p:nvPr/>
        </p:nvGrpSpPr>
        <p:grpSpPr>
          <a:xfrm>
            <a:off x="1440502" y="3081056"/>
            <a:ext cx="1313640" cy="387360"/>
            <a:chOff x="1440502" y="3081056"/>
            <a:chExt cx="13136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14:cNvPr>
                <p14:cNvContentPartPr/>
                <p14:nvPr/>
              </p14:nvContentPartPr>
              <p14:xfrm>
                <a:off x="1440502" y="3140816"/>
                <a:ext cx="29160" cy="317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31862" y="3132176"/>
                  <a:ext cx="46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14:cNvPr>
                <p14:cNvContentPartPr/>
                <p14:nvPr/>
              </p14:nvContentPartPr>
              <p14:xfrm>
                <a:off x="1449142" y="3081056"/>
                <a:ext cx="1238400" cy="56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40502" y="3072416"/>
                  <a:ext cx="125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14:cNvPr>
                <p14:cNvContentPartPr/>
                <p14:nvPr/>
              </p14:nvContentPartPr>
              <p14:xfrm>
                <a:off x="2716342" y="3099056"/>
                <a:ext cx="37800" cy="31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07702" y="3090416"/>
                  <a:ext cx="55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14:cNvPr>
                <p14:cNvContentPartPr/>
                <p14:nvPr/>
              </p14:nvContentPartPr>
              <p14:xfrm>
                <a:off x="1462462" y="3418016"/>
                <a:ext cx="1259640" cy="50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453462" y="3409016"/>
                  <a:ext cx="12772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F4CA13B-9857-D286-F9CB-1BBBAFA7E77B}"/>
              </a:ext>
            </a:extLst>
          </p:cNvPr>
          <p:cNvGrpSpPr/>
          <p:nvPr/>
        </p:nvGrpSpPr>
        <p:grpSpPr>
          <a:xfrm>
            <a:off x="2354902" y="3653096"/>
            <a:ext cx="2290320" cy="813240"/>
            <a:chOff x="2354902" y="3653096"/>
            <a:chExt cx="229032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14:cNvPr>
                <p14:cNvContentPartPr/>
                <p14:nvPr/>
              </p14:nvContentPartPr>
              <p14:xfrm>
                <a:off x="2354902" y="3688376"/>
                <a:ext cx="34560" cy="294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46262" y="3679736"/>
                  <a:ext cx="52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14:cNvPr>
                <p14:cNvContentPartPr/>
                <p14:nvPr/>
              </p14:nvContentPartPr>
              <p14:xfrm>
                <a:off x="2370742" y="3653096"/>
                <a:ext cx="1220400" cy="74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62102" y="3644456"/>
                  <a:ext cx="123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14:cNvPr>
                <p14:cNvContentPartPr/>
                <p14:nvPr/>
              </p14:nvContentPartPr>
              <p14:xfrm>
                <a:off x="3668182" y="3663176"/>
                <a:ext cx="63360" cy="25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59182" y="3654536"/>
                  <a:ext cx="81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14:cNvPr>
                <p14:cNvContentPartPr/>
                <p14:nvPr/>
              </p14:nvContentPartPr>
              <p14:xfrm>
                <a:off x="2419342" y="3965936"/>
                <a:ext cx="1312920" cy="57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410342" y="3956936"/>
                  <a:ext cx="1330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14:cNvPr>
                <p14:cNvContentPartPr/>
                <p14:nvPr/>
              </p14:nvContentPartPr>
              <p14:xfrm>
                <a:off x="3338422" y="4167896"/>
                <a:ext cx="48600" cy="21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329782" y="4158896"/>
                  <a:ext cx="66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14:cNvPr>
                <p14:cNvContentPartPr/>
                <p14:nvPr/>
              </p14:nvContentPartPr>
              <p14:xfrm>
                <a:off x="3354262" y="4077176"/>
                <a:ext cx="1122480" cy="112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45622" y="4068176"/>
                  <a:ext cx="1140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14:cNvPr>
                <p14:cNvContentPartPr/>
                <p14:nvPr/>
              </p14:nvContentPartPr>
              <p14:xfrm>
                <a:off x="4534702" y="4082576"/>
                <a:ext cx="110520" cy="303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25702" y="4073936"/>
                  <a:ext cx="128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14:cNvPr>
                <p14:cNvContentPartPr/>
                <p14:nvPr/>
              </p14:nvContentPartPr>
              <p14:xfrm>
                <a:off x="3312502" y="4417736"/>
                <a:ext cx="1307520" cy="48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303502" y="4408736"/>
                  <a:ext cx="1325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14:cNvPr>
              <p14:cNvContentPartPr/>
              <p14:nvPr/>
            </p14:nvContentPartPr>
            <p14:xfrm>
              <a:off x="2307022" y="3133256"/>
              <a:ext cx="64440" cy="3110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298382" y="3124616"/>
                <a:ext cx="82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14:cNvPr>
              <p14:cNvContentPartPr/>
              <p14:nvPr/>
            </p14:nvContentPartPr>
            <p14:xfrm>
              <a:off x="2380822" y="3173576"/>
              <a:ext cx="298080" cy="145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371822" y="3164936"/>
                <a:ext cx="31572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660F79F-BE3F-7E45-CE84-C2C2015A0A7D}"/>
              </a:ext>
            </a:extLst>
          </p:cNvPr>
          <p:cNvGrpSpPr/>
          <p:nvPr/>
        </p:nvGrpSpPr>
        <p:grpSpPr>
          <a:xfrm>
            <a:off x="2425102" y="3753176"/>
            <a:ext cx="372600" cy="239400"/>
            <a:chOff x="2425102" y="3753176"/>
            <a:chExt cx="3726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14:cNvPr>
                <p14:cNvContentPartPr/>
                <p14:nvPr/>
              </p14:nvContentPartPr>
              <p14:xfrm>
                <a:off x="2753782" y="3753176"/>
                <a:ext cx="43920" cy="234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744782" y="3744176"/>
                  <a:ext cx="61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14:cNvPr>
                <p14:cNvContentPartPr/>
                <p14:nvPr/>
              </p14:nvContentPartPr>
              <p14:xfrm>
                <a:off x="2425102" y="3794576"/>
                <a:ext cx="227880" cy="198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16102" y="3785936"/>
                  <a:ext cx="24552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B07A1B2-11BE-2831-0037-D6343B095961}"/>
              </a:ext>
            </a:extLst>
          </p:cNvPr>
          <p:cNvGrpSpPr/>
          <p:nvPr/>
        </p:nvGrpSpPr>
        <p:grpSpPr>
          <a:xfrm>
            <a:off x="3450022" y="4212536"/>
            <a:ext cx="378720" cy="276480"/>
            <a:chOff x="3450022" y="4212536"/>
            <a:chExt cx="3787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14:cNvPr>
                <p14:cNvContentPartPr/>
                <p14:nvPr/>
              </p14:nvContentPartPr>
              <p14:xfrm>
                <a:off x="3779422" y="4212536"/>
                <a:ext cx="49320" cy="276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70422" y="4203896"/>
                  <a:ext cx="66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14:cNvPr>
                <p14:cNvContentPartPr/>
                <p14:nvPr/>
              </p14:nvContentPartPr>
              <p14:xfrm>
                <a:off x="3450022" y="4250696"/>
                <a:ext cx="271440" cy="197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41382" y="4241696"/>
                  <a:ext cx="28908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54A012E-FC6A-87B5-F5CB-EB1F4F2D6BF4}"/>
              </a:ext>
            </a:extLst>
          </p:cNvPr>
          <p:cNvGrpSpPr/>
          <p:nvPr/>
        </p:nvGrpSpPr>
        <p:grpSpPr>
          <a:xfrm>
            <a:off x="3263902" y="3709616"/>
            <a:ext cx="325440" cy="324000"/>
            <a:chOff x="3263902" y="3709616"/>
            <a:chExt cx="3254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14:cNvPr>
                <p14:cNvContentPartPr/>
                <p14:nvPr/>
              </p14:nvContentPartPr>
              <p14:xfrm>
                <a:off x="3263902" y="3709616"/>
                <a:ext cx="65520" cy="324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55262" y="3700976"/>
                  <a:ext cx="83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14:cNvPr>
                <p14:cNvContentPartPr/>
                <p14:nvPr/>
              </p14:nvContentPartPr>
              <p14:xfrm>
                <a:off x="3378022" y="3779816"/>
                <a:ext cx="211320" cy="119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369382" y="3770816"/>
                  <a:ext cx="2289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27DE55E-97CF-9CA6-29FB-CB06F8B87477}"/>
              </a:ext>
            </a:extLst>
          </p:cNvPr>
          <p:cNvGrpSpPr/>
          <p:nvPr/>
        </p:nvGrpSpPr>
        <p:grpSpPr>
          <a:xfrm>
            <a:off x="2498542" y="2663456"/>
            <a:ext cx="1351800" cy="435960"/>
            <a:chOff x="2498542" y="2663456"/>
            <a:chExt cx="135180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14:cNvPr>
                <p14:cNvContentPartPr/>
                <p14:nvPr/>
              </p14:nvContentPartPr>
              <p14:xfrm>
                <a:off x="2498542" y="2917256"/>
                <a:ext cx="162720" cy="182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489542" y="2908616"/>
                  <a:ext cx="180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14:cNvPr>
                <p14:cNvContentPartPr/>
                <p14:nvPr/>
              </p14:nvContentPartPr>
              <p14:xfrm>
                <a:off x="2902462" y="2775056"/>
                <a:ext cx="87480" cy="86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93822" y="276605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14:cNvPr>
                <p14:cNvContentPartPr/>
                <p14:nvPr/>
              </p14:nvContentPartPr>
              <p14:xfrm>
                <a:off x="3035302" y="2786936"/>
                <a:ext cx="81360" cy="83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26662" y="2778296"/>
                  <a:ext cx="99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14:cNvPr>
                <p14:cNvContentPartPr/>
                <p14:nvPr/>
              </p14:nvContentPartPr>
              <p14:xfrm>
                <a:off x="3216022" y="2769656"/>
                <a:ext cx="150480" cy="97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7382" y="2760656"/>
                  <a:ext cx="168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14:cNvPr>
                <p14:cNvContentPartPr/>
                <p14:nvPr/>
              </p14:nvContentPartPr>
              <p14:xfrm>
                <a:off x="3423382" y="2663456"/>
                <a:ext cx="65520" cy="153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14742" y="2654456"/>
                  <a:ext cx="83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14:cNvPr>
                <p14:cNvContentPartPr/>
                <p14:nvPr/>
              </p14:nvContentPartPr>
              <p14:xfrm>
                <a:off x="3521302" y="2754536"/>
                <a:ext cx="109440" cy="68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12662" y="2745896"/>
                  <a:ext cx="127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14:cNvPr>
                <p14:cNvContentPartPr/>
                <p14:nvPr/>
              </p14:nvContentPartPr>
              <p14:xfrm>
                <a:off x="3720742" y="2700176"/>
                <a:ext cx="129600" cy="231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12102" y="2691536"/>
                  <a:ext cx="1472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14:cNvPr>
              <p14:cNvContentPartPr/>
              <p14:nvPr/>
            </p14:nvContentPartPr>
            <p14:xfrm>
              <a:off x="1247542" y="4677656"/>
              <a:ext cx="3818880" cy="43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238902" y="4668656"/>
                <a:ext cx="383652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CD84E20-656D-953C-E50A-D1769F13A9AD}"/>
              </a:ext>
            </a:extLst>
          </p:cNvPr>
          <p:cNvGrpSpPr/>
          <p:nvPr/>
        </p:nvGrpSpPr>
        <p:grpSpPr>
          <a:xfrm>
            <a:off x="270142" y="4192016"/>
            <a:ext cx="457200" cy="253080"/>
            <a:chOff x="270142" y="4192016"/>
            <a:chExt cx="45720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14:cNvPr>
                <p14:cNvContentPartPr/>
                <p14:nvPr/>
              </p14:nvContentPartPr>
              <p14:xfrm>
                <a:off x="270142" y="4364816"/>
                <a:ext cx="131400" cy="80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1502" y="4355816"/>
                  <a:ext cx="149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14:cNvPr>
                <p14:cNvContentPartPr/>
                <p14:nvPr/>
              </p14:nvContentPartPr>
              <p14:xfrm>
                <a:off x="429622" y="4230176"/>
                <a:ext cx="141840" cy="19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0982" y="4221536"/>
                  <a:ext cx="159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14:cNvPr>
                <p14:cNvContentPartPr/>
                <p14:nvPr/>
              </p14:nvContentPartPr>
              <p14:xfrm>
                <a:off x="592342" y="4192016"/>
                <a:ext cx="135000" cy="220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3342" y="4183376"/>
                  <a:ext cx="15264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B77B8D0-A4D2-D3C4-CF7F-680038308700}"/>
              </a:ext>
            </a:extLst>
          </p:cNvPr>
          <p:cNvGrpSpPr/>
          <p:nvPr/>
        </p:nvGrpSpPr>
        <p:grpSpPr>
          <a:xfrm>
            <a:off x="265462" y="4559576"/>
            <a:ext cx="366120" cy="196920"/>
            <a:chOff x="265462" y="4559576"/>
            <a:chExt cx="36612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14:cNvPr>
                <p14:cNvContentPartPr/>
                <p14:nvPr/>
              </p14:nvContentPartPr>
              <p14:xfrm>
                <a:off x="265462" y="4619696"/>
                <a:ext cx="172080" cy="81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56822" y="4610696"/>
                  <a:ext cx="189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14:cNvPr>
                <p14:cNvContentPartPr/>
                <p14:nvPr/>
              </p14:nvContentPartPr>
              <p14:xfrm>
                <a:off x="495862" y="4559576"/>
                <a:ext cx="135720" cy="196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86862" y="4550576"/>
                  <a:ext cx="15336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14:cNvPr>
              <p14:cNvContentPartPr/>
              <p14:nvPr/>
            </p14:nvContentPartPr>
            <p14:xfrm>
              <a:off x="2780062" y="5027936"/>
              <a:ext cx="24480" cy="2844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771422" y="5019296"/>
                <a:ext cx="4212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6255D1-E15E-1B00-C85C-DD9AA7F17168}"/>
              </a:ext>
            </a:extLst>
          </p:cNvPr>
          <p:cNvGrpSpPr/>
          <p:nvPr/>
        </p:nvGrpSpPr>
        <p:grpSpPr>
          <a:xfrm>
            <a:off x="2503942" y="3471296"/>
            <a:ext cx="145080" cy="219600"/>
            <a:chOff x="2503942" y="3471296"/>
            <a:chExt cx="14508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14:cNvPr>
                <p14:cNvContentPartPr/>
                <p14:nvPr/>
              </p14:nvContentPartPr>
              <p14:xfrm>
                <a:off x="2514382" y="3471296"/>
                <a:ext cx="54000" cy="210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05742" y="3462656"/>
                  <a:ext cx="71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14:cNvPr>
                <p14:cNvContentPartPr/>
                <p14:nvPr/>
              </p14:nvContentPartPr>
              <p14:xfrm>
                <a:off x="2503942" y="3599096"/>
                <a:ext cx="145080" cy="91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494942" y="3590096"/>
                  <a:ext cx="16272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14:cNvPr>
              <p14:cNvContentPartPr/>
              <p14:nvPr/>
            </p14:nvContentPartPr>
            <p14:xfrm>
              <a:off x="2530942" y="4056296"/>
              <a:ext cx="115920" cy="5284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522302" y="4047296"/>
                <a:ext cx="133560" cy="54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36FB29F-260F-6586-FEF8-6AF0E3890C25}"/>
              </a:ext>
            </a:extLst>
          </p:cNvPr>
          <p:cNvGrpSpPr/>
          <p:nvPr/>
        </p:nvGrpSpPr>
        <p:grpSpPr>
          <a:xfrm>
            <a:off x="2466502" y="5066096"/>
            <a:ext cx="297360" cy="336600"/>
            <a:chOff x="2466502" y="5066096"/>
            <a:chExt cx="29736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14:cNvPr>
                <p14:cNvContentPartPr/>
                <p14:nvPr/>
              </p14:nvContentPartPr>
              <p14:xfrm>
                <a:off x="2588902" y="5066096"/>
                <a:ext cx="174960" cy="19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79902" y="5057456"/>
                  <a:ext cx="192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14:cNvPr>
                <p14:cNvContentPartPr/>
                <p14:nvPr/>
              </p14:nvContentPartPr>
              <p14:xfrm>
                <a:off x="2466502" y="5092736"/>
                <a:ext cx="262440" cy="309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457862" y="5084096"/>
                  <a:ext cx="2800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0169313-002B-318F-E7C0-7121CB6AA08B}"/>
              </a:ext>
            </a:extLst>
          </p:cNvPr>
          <p:cNvGrpSpPr/>
          <p:nvPr/>
        </p:nvGrpSpPr>
        <p:grpSpPr>
          <a:xfrm>
            <a:off x="2427622" y="5555696"/>
            <a:ext cx="654120" cy="226800"/>
            <a:chOff x="2427622" y="5555696"/>
            <a:chExt cx="6541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14:cNvPr>
                <p14:cNvContentPartPr/>
                <p14:nvPr/>
              </p14:nvContentPartPr>
              <p14:xfrm>
                <a:off x="2427622" y="5651096"/>
                <a:ext cx="111960" cy="102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18982" y="5642096"/>
                  <a:ext cx="129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14:cNvPr>
                <p14:cNvContentPartPr/>
                <p14:nvPr/>
              </p14:nvContentPartPr>
              <p14:xfrm>
                <a:off x="2581702" y="5555696"/>
                <a:ext cx="103320" cy="196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72702" y="5547056"/>
                  <a:ext cx="12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14:cNvPr>
                <p14:cNvContentPartPr/>
                <p14:nvPr/>
              </p14:nvContentPartPr>
              <p14:xfrm>
                <a:off x="2741542" y="5572616"/>
                <a:ext cx="70560" cy="163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732902" y="5563976"/>
                  <a:ext cx="88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14:cNvPr>
                <p14:cNvContentPartPr/>
                <p14:nvPr/>
              </p14:nvContentPartPr>
              <p14:xfrm>
                <a:off x="2849182" y="5652896"/>
                <a:ext cx="67680" cy="81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840542" y="5644256"/>
                  <a:ext cx="85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14:cNvPr>
                <p14:cNvContentPartPr/>
                <p14:nvPr/>
              </p14:nvContentPartPr>
              <p14:xfrm>
                <a:off x="2988502" y="5585576"/>
                <a:ext cx="93240" cy="196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979502" y="5576576"/>
                  <a:ext cx="11088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0C44443-6C91-533A-B30B-B4FAD6E65FE0}"/>
              </a:ext>
            </a:extLst>
          </p:cNvPr>
          <p:cNvGrpSpPr/>
          <p:nvPr/>
        </p:nvGrpSpPr>
        <p:grpSpPr>
          <a:xfrm>
            <a:off x="3498982" y="3959816"/>
            <a:ext cx="137520" cy="208440"/>
            <a:chOff x="3498982" y="3959816"/>
            <a:chExt cx="1375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14:cNvPr>
                <p14:cNvContentPartPr/>
                <p14:nvPr/>
              </p14:nvContentPartPr>
              <p14:xfrm>
                <a:off x="3513742" y="3959816"/>
                <a:ext cx="51840" cy="208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05102" y="3950816"/>
                  <a:ext cx="69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14:cNvPr>
                <p14:cNvContentPartPr/>
                <p14:nvPr/>
              </p14:nvContentPartPr>
              <p14:xfrm>
                <a:off x="3498982" y="4081856"/>
                <a:ext cx="137520" cy="76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489982" y="4073216"/>
                  <a:ext cx="1551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FC30810-FB58-A9F8-6A65-E3F1116FA376}"/>
              </a:ext>
            </a:extLst>
          </p:cNvPr>
          <p:cNvGrpSpPr/>
          <p:nvPr/>
        </p:nvGrpSpPr>
        <p:grpSpPr>
          <a:xfrm>
            <a:off x="3517702" y="4510976"/>
            <a:ext cx="219960" cy="842400"/>
            <a:chOff x="3517702" y="4510976"/>
            <a:chExt cx="219960" cy="84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14:cNvPr>
                <p14:cNvContentPartPr/>
                <p14:nvPr/>
              </p14:nvContentPartPr>
              <p14:xfrm>
                <a:off x="3561622" y="4510976"/>
                <a:ext cx="50040" cy="478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52622" y="4501976"/>
                  <a:ext cx="676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14:cNvPr>
                <p14:cNvContentPartPr/>
                <p14:nvPr/>
              </p14:nvContentPartPr>
              <p14:xfrm>
                <a:off x="3524542" y="4807616"/>
                <a:ext cx="122760" cy="138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15902" y="4798976"/>
                  <a:ext cx="140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14:cNvPr>
                <p14:cNvContentPartPr/>
                <p14:nvPr/>
              </p14:nvContentPartPr>
              <p14:xfrm>
                <a:off x="3517702" y="5043056"/>
                <a:ext cx="219960" cy="310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08702" y="5034416"/>
                  <a:ext cx="23760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82E3CB-AB41-BF57-62B2-ACBDC6566018}"/>
              </a:ext>
            </a:extLst>
          </p:cNvPr>
          <p:cNvGrpSpPr/>
          <p:nvPr/>
        </p:nvGrpSpPr>
        <p:grpSpPr>
          <a:xfrm>
            <a:off x="3460822" y="5526896"/>
            <a:ext cx="610200" cy="259200"/>
            <a:chOff x="3460822" y="5526896"/>
            <a:chExt cx="6102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14:cNvPr>
                <p14:cNvContentPartPr/>
                <p14:nvPr/>
              </p14:nvContentPartPr>
              <p14:xfrm>
                <a:off x="3460822" y="5677016"/>
                <a:ext cx="130680" cy="109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52182" y="5668376"/>
                  <a:ext cx="148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14:cNvPr>
                <p14:cNvContentPartPr/>
                <p14:nvPr/>
              </p14:nvContentPartPr>
              <p14:xfrm>
                <a:off x="3614902" y="5565416"/>
                <a:ext cx="73440" cy="173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05902" y="5556776"/>
                  <a:ext cx="91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14:cNvPr>
                <p14:cNvContentPartPr/>
                <p14:nvPr/>
              </p14:nvContentPartPr>
              <p14:xfrm>
                <a:off x="3758542" y="5550656"/>
                <a:ext cx="194040" cy="206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49902" y="5542016"/>
                  <a:ext cx="211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14:cNvPr>
                <p14:cNvContentPartPr/>
                <p14:nvPr/>
              </p14:nvContentPartPr>
              <p14:xfrm>
                <a:off x="3991822" y="5526896"/>
                <a:ext cx="79200" cy="213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83182" y="5517896"/>
                  <a:ext cx="968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DAC5DD23-7FDF-6735-6642-453314E8C49F}"/>
              </a:ext>
            </a:extLst>
          </p:cNvPr>
          <p:cNvGrpSpPr/>
          <p:nvPr/>
        </p:nvGrpSpPr>
        <p:grpSpPr>
          <a:xfrm>
            <a:off x="6655462" y="479696"/>
            <a:ext cx="2000520" cy="416880"/>
            <a:chOff x="6655462" y="479696"/>
            <a:chExt cx="200052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14:cNvPr>
                <p14:cNvContentPartPr/>
                <p14:nvPr/>
              </p14:nvContentPartPr>
              <p14:xfrm>
                <a:off x="6655462" y="580136"/>
                <a:ext cx="203400" cy="169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646462" y="571496"/>
                  <a:ext cx="221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14:cNvPr>
                <p14:cNvContentPartPr/>
                <p14:nvPr/>
              </p14:nvContentPartPr>
              <p14:xfrm>
                <a:off x="6905662" y="621176"/>
                <a:ext cx="388800" cy="133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897022" y="612176"/>
                  <a:ext cx="406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14:cNvPr>
                <p14:cNvContentPartPr/>
                <p14:nvPr/>
              </p14:nvContentPartPr>
              <p14:xfrm>
                <a:off x="7341262" y="508496"/>
                <a:ext cx="137520" cy="278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499496"/>
                  <a:ext cx="155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14:cNvPr>
                <p14:cNvContentPartPr/>
                <p14:nvPr/>
              </p14:nvContentPartPr>
              <p14:xfrm>
                <a:off x="7503262" y="648536"/>
                <a:ext cx="95040" cy="84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94622" y="639536"/>
                  <a:ext cx="11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14:cNvPr>
                <p14:cNvContentPartPr/>
                <p14:nvPr/>
              </p14:nvContentPartPr>
              <p14:xfrm>
                <a:off x="7669942" y="652496"/>
                <a:ext cx="75960" cy="244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661302" y="643496"/>
                  <a:ext cx="93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14:cNvPr>
                <p14:cNvContentPartPr/>
                <p14:nvPr/>
              </p14:nvContentPartPr>
              <p14:xfrm>
                <a:off x="7858582" y="690656"/>
                <a:ext cx="126720" cy="10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849942" y="68201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14:cNvPr>
                <p14:cNvContentPartPr/>
                <p14:nvPr/>
              </p14:nvContentPartPr>
              <p14:xfrm>
                <a:off x="8143702" y="517136"/>
                <a:ext cx="191880" cy="252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134702" y="508136"/>
                  <a:ext cx="209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14:cNvPr>
                <p14:cNvContentPartPr/>
                <p14:nvPr/>
              </p14:nvContentPartPr>
              <p14:xfrm>
                <a:off x="8349982" y="511016"/>
                <a:ext cx="111960" cy="229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341342" y="502016"/>
                  <a:ext cx="129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14:cNvPr>
                <p14:cNvContentPartPr/>
                <p14:nvPr/>
              </p14:nvContentPartPr>
              <p14:xfrm>
                <a:off x="8542582" y="479696"/>
                <a:ext cx="113400" cy="239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533582" y="470696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0E2D21EC-F708-C63C-8CE6-AC48A9EEFFDE}"/>
              </a:ext>
            </a:extLst>
          </p:cNvPr>
          <p:cNvGrpSpPr/>
          <p:nvPr/>
        </p:nvGrpSpPr>
        <p:grpSpPr>
          <a:xfrm>
            <a:off x="7237582" y="984776"/>
            <a:ext cx="1014840" cy="262800"/>
            <a:chOff x="7237582" y="984776"/>
            <a:chExt cx="101484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14:cNvPr>
                <p14:cNvContentPartPr/>
                <p14:nvPr/>
              </p14:nvContentPartPr>
              <p14:xfrm>
                <a:off x="7237582" y="1055696"/>
                <a:ext cx="205560" cy="191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28942" y="1046696"/>
                  <a:ext cx="223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14:cNvPr>
                <p14:cNvContentPartPr/>
                <p14:nvPr/>
              </p14:nvContentPartPr>
              <p14:xfrm>
                <a:off x="7474462" y="1133096"/>
                <a:ext cx="157320" cy="106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465822" y="1124456"/>
                  <a:ext cx="174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14:cNvPr>
                <p14:cNvContentPartPr/>
                <p14:nvPr/>
              </p14:nvContentPartPr>
              <p14:xfrm>
                <a:off x="7602262" y="1020416"/>
                <a:ext cx="97200" cy="187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93262" y="1011776"/>
                  <a:ext cx="114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14:cNvPr>
                <p14:cNvContentPartPr/>
                <p14:nvPr/>
              </p14:nvContentPartPr>
              <p14:xfrm>
                <a:off x="7618102" y="1014656"/>
                <a:ext cx="420840" cy="192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09102" y="1005656"/>
                  <a:ext cx="438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14:cNvPr>
                <p14:cNvContentPartPr/>
                <p14:nvPr/>
              </p14:nvContentPartPr>
              <p14:xfrm>
                <a:off x="8105182" y="984776"/>
                <a:ext cx="147240" cy="212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96542" y="975776"/>
                  <a:ext cx="1648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99265B5-7517-22CB-8971-8DA92E157790}"/>
              </a:ext>
            </a:extLst>
          </p:cNvPr>
          <p:cNvGrpSpPr/>
          <p:nvPr/>
        </p:nvGrpSpPr>
        <p:grpSpPr>
          <a:xfrm>
            <a:off x="1513222" y="4986176"/>
            <a:ext cx="3216600" cy="392400"/>
            <a:chOff x="1513222" y="4986176"/>
            <a:chExt cx="321660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14:cNvPr>
                <p14:cNvContentPartPr/>
                <p14:nvPr/>
              </p14:nvContentPartPr>
              <p14:xfrm>
                <a:off x="1513222" y="5017856"/>
                <a:ext cx="38520" cy="219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504222" y="5009216"/>
                  <a:ext cx="56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14:cNvPr>
                <p14:cNvContentPartPr/>
                <p14:nvPr/>
              </p14:nvContentPartPr>
              <p14:xfrm>
                <a:off x="1530502" y="4986176"/>
                <a:ext cx="742680" cy="33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21502" y="4977176"/>
                  <a:ext cx="760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14:cNvPr>
                <p14:cNvContentPartPr/>
                <p14:nvPr/>
              </p14:nvContentPartPr>
              <p14:xfrm>
                <a:off x="2243302" y="4996256"/>
                <a:ext cx="184680" cy="23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34302" y="4987616"/>
                  <a:ext cx="20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14:cNvPr>
                <p14:cNvContentPartPr/>
                <p14:nvPr/>
              </p14:nvContentPartPr>
              <p14:xfrm>
                <a:off x="2377942" y="5016056"/>
                <a:ext cx="444600" cy="17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368942" y="5007416"/>
                  <a:ext cx="462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14:cNvPr>
                <p14:cNvContentPartPr/>
                <p14:nvPr/>
              </p14:nvContentPartPr>
              <p14:xfrm>
                <a:off x="2620582" y="5007416"/>
                <a:ext cx="2024640" cy="3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11942" y="4998776"/>
                  <a:ext cx="2042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14:cNvPr>
                <p14:cNvContentPartPr/>
                <p14:nvPr/>
              </p14:nvContentPartPr>
              <p14:xfrm>
                <a:off x="4646302" y="5007776"/>
                <a:ext cx="59040" cy="242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637302" y="4998776"/>
                  <a:ext cx="76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14:cNvPr>
                <p14:cNvContentPartPr/>
                <p14:nvPr/>
              </p14:nvContentPartPr>
              <p14:xfrm>
                <a:off x="1539142" y="5315576"/>
                <a:ext cx="3182040" cy="63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530142" y="5306576"/>
                  <a:ext cx="3199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14:cNvPr>
                <p14:cNvContentPartPr/>
                <p14:nvPr/>
              </p14:nvContentPartPr>
              <p14:xfrm>
                <a:off x="1527262" y="5252216"/>
                <a:ext cx="25200" cy="63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18622" y="5243576"/>
                  <a:ext cx="42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14:cNvPr>
                <p14:cNvContentPartPr/>
                <p14:nvPr/>
              </p14:nvContentPartPr>
              <p14:xfrm>
                <a:off x="3790222" y="5036216"/>
                <a:ext cx="42120" cy="291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81582" y="5027216"/>
                  <a:ext cx="59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14:cNvPr>
                <p14:cNvContentPartPr/>
                <p14:nvPr/>
              </p14:nvContentPartPr>
              <p14:xfrm>
                <a:off x="3226822" y="5183096"/>
                <a:ext cx="34560" cy="117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217822" y="5174456"/>
                  <a:ext cx="52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14:cNvPr>
                <p14:cNvContentPartPr/>
                <p14:nvPr/>
              </p14:nvContentPartPr>
              <p14:xfrm>
                <a:off x="3184342" y="5144576"/>
                <a:ext cx="15084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175342" y="5135576"/>
                  <a:ext cx="16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14:cNvPr>
                <p14:cNvContentPartPr/>
                <p14:nvPr/>
              </p14:nvContentPartPr>
              <p14:xfrm>
                <a:off x="4146622" y="5156456"/>
                <a:ext cx="42480" cy="94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37622" y="5147816"/>
                  <a:ext cx="60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14:cNvPr>
                <p14:cNvContentPartPr/>
                <p14:nvPr/>
              </p14:nvContentPartPr>
              <p14:xfrm>
                <a:off x="4130422" y="5120096"/>
                <a:ext cx="179640" cy="140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121782" y="5111456"/>
                  <a:ext cx="197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14:cNvPr>
                <p14:cNvContentPartPr/>
                <p14:nvPr/>
              </p14:nvContentPartPr>
              <p14:xfrm>
                <a:off x="4720822" y="5263016"/>
                <a:ext cx="9000" cy="439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11822" y="5254016"/>
                  <a:ext cx="26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14:cNvPr>
                <p14:cNvContentPartPr/>
                <p14:nvPr/>
              </p14:nvContentPartPr>
              <p14:xfrm>
                <a:off x="1914622" y="5158976"/>
                <a:ext cx="28080" cy="97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905622" y="5149976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14:cNvPr>
                <p14:cNvContentPartPr/>
                <p14:nvPr/>
              </p14:nvContentPartPr>
              <p14:xfrm>
                <a:off x="1844422" y="5097056"/>
                <a:ext cx="169560" cy="176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35782" y="5088056"/>
                  <a:ext cx="1872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D261C7D-4200-4D67-D111-8A92B150BE7A}"/>
              </a:ext>
            </a:extLst>
          </p:cNvPr>
          <p:cNvGrpSpPr/>
          <p:nvPr/>
        </p:nvGrpSpPr>
        <p:grpSpPr>
          <a:xfrm>
            <a:off x="594142" y="5151416"/>
            <a:ext cx="526320" cy="426960"/>
            <a:chOff x="594142" y="5151416"/>
            <a:chExt cx="526320" cy="42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14:cNvPr>
                <p14:cNvContentPartPr/>
                <p14:nvPr/>
              </p14:nvContentPartPr>
              <p14:xfrm>
                <a:off x="594142" y="5274896"/>
                <a:ext cx="197640" cy="303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5502" y="5265896"/>
                  <a:ext cx="215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14:cNvPr>
                <p14:cNvContentPartPr/>
                <p14:nvPr/>
              </p14:nvContentPartPr>
              <p14:xfrm>
                <a:off x="749302" y="5164016"/>
                <a:ext cx="128160" cy="212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0302" y="5155016"/>
                  <a:ext cx="145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14:cNvPr>
                <p14:cNvContentPartPr/>
                <p14:nvPr/>
              </p14:nvContentPartPr>
              <p14:xfrm>
                <a:off x="903742" y="5278856"/>
                <a:ext cx="153000" cy="56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94742" y="5270216"/>
                  <a:ext cx="170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14:cNvPr>
                <p14:cNvContentPartPr/>
                <p14:nvPr/>
              </p14:nvContentPartPr>
              <p14:xfrm>
                <a:off x="1025782" y="5151416"/>
                <a:ext cx="94680" cy="210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17142" y="5142776"/>
                  <a:ext cx="1123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14:cNvPr>
              <p14:cNvContentPartPr/>
              <p14:nvPr/>
            </p14:nvContentPartPr>
            <p14:xfrm>
              <a:off x="7995742" y="5179496"/>
              <a:ext cx="87480" cy="1270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986742" y="5170496"/>
                <a:ext cx="1051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14:cNvPr>
              <p14:cNvContentPartPr/>
              <p14:nvPr/>
            </p14:nvContentPartPr>
            <p14:xfrm>
              <a:off x="8132182" y="5156096"/>
              <a:ext cx="517680" cy="1285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123182" y="5147096"/>
                <a:ext cx="5353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BDE9ACFF-29DD-C9EA-45C2-4BE95A091538}"/>
              </a:ext>
            </a:extLst>
          </p:cNvPr>
          <p:cNvGrpSpPr/>
          <p:nvPr/>
        </p:nvGrpSpPr>
        <p:grpSpPr>
          <a:xfrm>
            <a:off x="8903662" y="5025056"/>
            <a:ext cx="1456200" cy="393120"/>
            <a:chOff x="8903662" y="5025056"/>
            <a:chExt cx="145620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14:cNvPr>
                <p14:cNvContentPartPr/>
                <p14:nvPr/>
              </p14:nvContentPartPr>
              <p14:xfrm>
                <a:off x="8903662" y="5067176"/>
                <a:ext cx="462960" cy="2545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895022" y="5058536"/>
                  <a:ext cx="480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14:cNvPr>
                <p14:cNvContentPartPr/>
                <p14:nvPr/>
              </p14:nvContentPartPr>
              <p14:xfrm>
                <a:off x="9404422" y="5214416"/>
                <a:ext cx="90360" cy="203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395422" y="5205776"/>
                  <a:ext cx="10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14:cNvPr>
                <p14:cNvContentPartPr/>
                <p14:nvPr/>
              </p14:nvContentPartPr>
              <p14:xfrm>
                <a:off x="9441502" y="5025056"/>
                <a:ext cx="295560" cy="227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32862" y="5016416"/>
                  <a:ext cx="313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14:cNvPr>
                <p14:cNvContentPartPr/>
                <p14:nvPr/>
              </p14:nvContentPartPr>
              <p14:xfrm>
                <a:off x="9391102" y="5256536"/>
                <a:ext cx="82080" cy="55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82462" y="524789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14:cNvPr>
                <p14:cNvContentPartPr/>
                <p14:nvPr/>
              </p14:nvContentPartPr>
              <p14:xfrm>
                <a:off x="9739222" y="5140256"/>
                <a:ext cx="192240" cy="96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30222" y="5131256"/>
                  <a:ext cx="20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14:cNvPr>
                <p14:cNvContentPartPr/>
                <p14:nvPr/>
              </p14:nvContentPartPr>
              <p14:xfrm>
                <a:off x="9463462" y="5178776"/>
                <a:ext cx="73800" cy="4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54822" y="5170136"/>
                  <a:ext cx="91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14:cNvPr>
                <p14:cNvContentPartPr/>
                <p14:nvPr/>
              </p14:nvContentPartPr>
              <p14:xfrm>
                <a:off x="10135942" y="5165816"/>
                <a:ext cx="115920" cy="81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126942" y="5157176"/>
                  <a:ext cx="133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14:cNvPr>
                <p14:cNvContentPartPr/>
                <p14:nvPr/>
              </p14:nvContentPartPr>
              <p14:xfrm>
                <a:off x="10288582" y="5126576"/>
                <a:ext cx="71280" cy="1386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279942" y="5117576"/>
                  <a:ext cx="8892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8F717C8-9EC4-4BD2-CD34-884D21D87194}"/>
              </a:ext>
            </a:extLst>
          </p:cNvPr>
          <p:cNvGrpSpPr/>
          <p:nvPr/>
        </p:nvGrpSpPr>
        <p:grpSpPr>
          <a:xfrm>
            <a:off x="10547422" y="5023616"/>
            <a:ext cx="659520" cy="291960"/>
            <a:chOff x="10547422" y="5023616"/>
            <a:chExt cx="659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14:cNvPr>
                <p14:cNvContentPartPr/>
                <p14:nvPr/>
              </p14:nvContentPartPr>
              <p14:xfrm>
                <a:off x="10547422" y="5151416"/>
                <a:ext cx="42480" cy="82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538422" y="5142416"/>
                  <a:ext cx="60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14:cNvPr>
                <p14:cNvContentPartPr/>
                <p14:nvPr/>
              </p14:nvContentPartPr>
              <p14:xfrm>
                <a:off x="10552462" y="5029016"/>
                <a:ext cx="9360" cy="4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543822" y="5020376"/>
                  <a:ext cx="27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14:cNvPr>
                <p14:cNvContentPartPr/>
                <p14:nvPr/>
              </p14:nvContentPartPr>
              <p14:xfrm>
                <a:off x="10643182" y="5172656"/>
                <a:ext cx="137880" cy="48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34182" y="5163656"/>
                  <a:ext cx="155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14:cNvPr>
                <p14:cNvContentPartPr/>
                <p14:nvPr/>
              </p14:nvContentPartPr>
              <p14:xfrm>
                <a:off x="10823902" y="5134136"/>
                <a:ext cx="84960" cy="181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14902" y="5125496"/>
                  <a:ext cx="102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14:cNvPr>
                <p14:cNvContentPartPr/>
                <p14:nvPr/>
              </p14:nvContentPartPr>
              <p14:xfrm>
                <a:off x="10969702" y="5192816"/>
                <a:ext cx="119520" cy="44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961062" y="5183816"/>
                  <a:ext cx="137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14:cNvPr>
                <p14:cNvContentPartPr/>
                <p14:nvPr/>
              </p14:nvContentPartPr>
              <p14:xfrm>
                <a:off x="11124862" y="5023616"/>
                <a:ext cx="70200" cy="219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116222" y="5014976"/>
                  <a:ext cx="87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14:cNvPr>
                <p14:cNvContentPartPr/>
                <p14:nvPr/>
              </p14:nvContentPartPr>
              <p14:xfrm>
                <a:off x="11119102" y="5156096"/>
                <a:ext cx="87840" cy="32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110102" y="5147096"/>
                  <a:ext cx="1054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1D32330-C983-173E-F5BF-E05A93C08386}"/>
              </a:ext>
            </a:extLst>
          </p:cNvPr>
          <p:cNvGrpSpPr/>
          <p:nvPr/>
        </p:nvGrpSpPr>
        <p:grpSpPr>
          <a:xfrm>
            <a:off x="11398102" y="5016776"/>
            <a:ext cx="477360" cy="239040"/>
            <a:chOff x="11398102" y="5016776"/>
            <a:chExt cx="4773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14:cNvPr>
                <p14:cNvContentPartPr/>
                <p14:nvPr/>
              </p14:nvContentPartPr>
              <p14:xfrm>
                <a:off x="11398102" y="5119376"/>
                <a:ext cx="144000" cy="119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389102" y="5110736"/>
                  <a:ext cx="161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14:cNvPr>
                <p14:cNvContentPartPr/>
                <p14:nvPr/>
              </p14:nvContentPartPr>
              <p14:xfrm>
                <a:off x="11457142" y="5146016"/>
                <a:ext cx="58320" cy="100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448142" y="5137016"/>
                  <a:ext cx="75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14:cNvPr>
                <p14:cNvContentPartPr/>
                <p14:nvPr/>
              </p14:nvContentPartPr>
              <p14:xfrm>
                <a:off x="11547862" y="5016776"/>
                <a:ext cx="88920" cy="2044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538862" y="5007776"/>
                  <a:ext cx="106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14:cNvPr>
                <p14:cNvContentPartPr/>
                <p14:nvPr/>
              </p14:nvContentPartPr>
              <p14:xfrm>
                <a:off x="11663782" y="5130176"/>
                <a:ext cx="114840" cy="849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654782" y="5121176"/>
                  <a:ext cx="132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14:cNvPr>
                <p14:cNvContentPartPr/>
                <p14:nvPr/>
              </p14:nvContentPartPr>
              <p14:xfrm>
                <a:off x="11754142" y="5026496"/>
                <a:ext cx="121320" cy="2293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745142" y="5017496"/>
                  <a:ext cx="1389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2EFF828-DF3F-EAB1-0D63-4A46013C45B2}"/>
              </a:ext>
            </a:extLst>
          </p:cNvPr>
          <p:cNvGrpSpPr/>
          <p:nvPr/>
        </p:nvGrpSpPr>
        <p:grpSpPr>
          <a:xfrm>
            <a:off x="6225622" y="4672976"/>
            <a:ext cx="1535400" cy="788400"/>
            <a:chOff x="6225622" y="4672976"/>
            <a:chExt cx="1535400" cy="78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14:cNvPr>
                <p14:cNvContentPartPr/>
                <p14:nvPr/>
              </p14:nvContentPartPr>
              <p14:xfrm>
                <a:off x="6445222" y="5215136"/>
                <a:ext cx="176760" cy="2462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436222" y="5206136"/>
                  <a:ext cx="194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14:cNvPr>
                <p14:cNvContentPartPr/>
                <p14:nvPr/>
              </p14:nvContentPartPr>
              <p14:xfrm>
                <a:off x="6626662" y="5095616"/>
                <a:ext cx="156600" cy="232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617662" y="5086616"/>
                  <a:ext cx="174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14:cNvPr>
                <p14:cNvContentPartPr/>
                <p14:nvPr/>
              </p14:nvContentPartPr>
              <p14:xfrm>
                <a:off x="6786502" y="5241416"/>
                <a:ext cx="141480" cy="42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777862" y="5232776"/>
                  <a:ext cx="159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14:cNvPr>
                <p14:cNvContentPartPr/>
                <p14:nvPr/>
              </p14:nvContentPartPr>
              <p14:xfrm>
                <a:off x="6905662" y="5083016"/>
                <a:ext cx="142200" cy="23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897022" y="5074016"/>
                  <a:ext cx="159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14:cNvPr>
                <p14:cNvContentPartPr/>
                <p14:nvPr/>
              </p14:nvContentPartPr>
              <p14:xfrm>
                <a:off x="7347022" y="5119376"/>
                <a:ext cx="308880" cy="195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38022" y="5110736"/>
                  <a:ext cx="326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14:cNvPr>
                <p14:cNvContentPartPr/>
                <p14:nvPr/>
              </p14:nvContentPartPr>
              <p14:xfrm>
                <a:off x="7660942" y="5178056"/>
                <a:ext cx="100080" cy="129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652302" y="5169056"/>
                  <a:ext cx="117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14:cNvPr>
                <p14:cNvContentPartPr/>
                <p14:nvPr/>
              </p14:nvContentPartPr>
              <p14:xfrm>
                <a:off x="6420742" y="4800776"/>
                <a:ext cx="95760" cy="70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412102" y="4792136"/>
                  <a:ext cx="113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14:cNvPr>
                <p14:cNvContentPartPr/>
                <p14:nvPr/>
              </p14:nvContentPartPr>
              <p14:xfrm>
                <a:off x="6573742" y="4810856"/>
                <a:ext cx="122040" cy="45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64742" y="4802216"/>
                  <a:ext cx="139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14:cNvPr>
                <p14:cNvContentPartPr/>
                <p14:nvPr/>
              </p14:nvContentPartPr>
              <p14:xfrm>
                <a:off x="6730342" y="4699256"/>
                <a:ext cx="83880" cy="1764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721342" y="4690616"/>
                  <a:ext cx="101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14:cNvPr>
                <p14:cNvContentPartPr/>
                <p14:nvPr/>
              </p14:nvContentPartPr>
              <p14:xfrm>
                <a:off x="6737902" y="4812296"/>
                <a:ext cx="77760" cy="151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729262" y="4803656"/>
                  <a:ext cx="95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14:cNvPr>
                <p14:cNvContentPartPr/>
                <p14:nvPr/>
              </p14:nvContentPartPr>
              <p14:xfrm>
                <a:off x="6889822" y="4772696"/>
                <a:ext cx="100800" cy="142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880822" y="4764056"/>
                  <a:ext cx="118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14:cNvPr>
                <p14:cNvContentPartPr/>
                <p14:nvPr/>
              </p14:nvContentPartPr>
              <p14:xfrm>
                <a:off x="7057582" y="4807976"/>
                <a:ext cx="93600" cy="34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48942" y="4798976"/>
                  <a:ext cx="11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14:cNvPr>
                <p14:cNvContentPartPr/>
                <p14:nvPr/>
              </p14:nvContentPartPr>
              <p14:xfrm>
                <a:off x="7176742" y="4672976"/>
                <a:ext cx="106200" cy="198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168102" y="4663976"/>
                  <a:ext cx="123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14:cNvPr>
                <p14:cNvContentPartPr/>
                <p14:nvPr/>
              </p14:nvContentPartPr>
              <p14:xfrm>
                <a:off x="7198702" y="4800416"/>
                <a:ext cx="95400" cy="147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89702" y="4791776"/>
                  <a:ext cx="113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14:cNvPr>
                <p14:cNvContentPartPr/>
                <p14:nvPr/>
              </p14:nvContentPartPr>
              <p14:xfrm>
                <a:off x="7080982" y="4800416"/>
                <a:ext cx="81000" cy="489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072342" y="4791776"/>
                  <a:ext cx="98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14:cNvPr>
                <p14:cNvContentPartPr/>
                <p14:nvPr/>
              </p14:nvContentPartPr>
              <p14:xfrm>
                <a:off x="6225622" y="4844696"/>
                <a:ext cx="973080" cy="336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216622" y="4836056"/>
                  <a:ext cx="9907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A479646-9844-BCC1-FDC1-939BBD0D4674}"/>
              </a:ext>
            </a:extLst>
          </p:cNvPr>
          <p:cNvGrpSpPr/>
          <p:nvPr/>
        </p:nvGrpSpPr>
        <p:grpSpPr>
          <a:xfrm>
            <a:off x="664702" y="5970416"/>
            <a:ext cx="10962360" cy="659520"/>
            <a:chOff x="664702" y="5970416"/>
            <a:chExt cx="1096236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14:cNvPr>
                <p14:cNvContentPartPr/>
                <p14:nvPr/>
              </p14:nvContentPartPr>
              <p14:xfrm>
                <a:off x="738862" y="6192896"/>
                <a:ext cx="69840" cy="1915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29862" y="6183896"/>
                  <a:ext cx="87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14:cNvPr>
                <p14:cNvContentPartPr/>
                <p14:nvPr/>
              </p14:nvContentPartPr>
              <p14:xfrm>
                <a:off x="664702" y="6299816"/>
                <a:ext cx="175680" cy="16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55702" y="6290816"/>
                  <a:ext cx="193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14:cNvPr>
                <p14:cNvContentPartPr/>
                <p14:nvPr/>
              </p14:nvContentPartPr>
              <p14:xfrm>
                <a:off x="829222" y="6198656"/>
                <a:ext cx="513720" cy="1929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0222" y="6189656"/>
                  <a:ext cx="531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14:cNvPr>
                <p14:cNvContentPartPr/>
                <p14:nvPr/>
              </p14:nvContentPartPr>
              <p14:xfrm>
                <a:off x="1594582" y="6304856"/>
                <a:ext cx="33480" cy="67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585942" y="6296216"/>
                  <a:ext cx="51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14:cNvPr>
                <p14:cNvContentPartPr/>
                <p14:nvPr/>
              </p14:nvContentPartPr>
              <p14:xfrm>
                <a:off x="1557502" y="6198656"/>
                <a:ext cx="40320" cy="29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548502" y="6189656"/>
                  <a:ext cx="57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14:cNvPr>
                <p14:cNvContentPartPr/>
                <p14:nvPr/>
              </p14:nvContentPartPr>
              <p14:xfrm>
                <a:off x="1677022" y="6257336"/>
                <a:ext cx="82800" cy="1281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68382" y="6248696"/>
                  <a:ext cx="100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14:cNvPr>
                <p14:cNvContentPartPr/>
                <p14:nvPr/>
              </p14:nvContentPartPr>
              <p14:xfrm>
                <a:off x="2022622" y="6140336"/>
                <a:ext cx="149040" cy="2030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13982" y="6131336"/>
                  <a:ext cx="166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14:cNvPr>
                <p14:cNvContentPartPr/>
                <p14:nvPr/>
              </p14:nvContentPartPr>
              <p14:xfrm>
                <a:off x="2160502" y="6241136"/>
                <a:ext cx="104400" cy="95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151502" y="6232136"/>
                  <a:ext cx="122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14:cNvPr>
                <p14:cNvContentPartPr/>
                <p14:nvPr/>
              </p14:nvContentPartPr>
              <p14:xfrm>
                <a:off x="2285782" y="6087056"/>
                <a:ext cx="59760" cy="1818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77142" y="6078056"/>
                  <a:ext cx="77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14:cNvPr>
                <p14:cNvContentPartPr/>
                <p14:nvPr/>
              </p14:nvContentPartPr>
              <p14:xfrm>
                <a:off x="2301622" y="6183176"/>
                <a:ext cx="327240" cy="106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92982" y="6174176"/>
                  <a:ext cx="344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14:cNvPr>
                <p14:cNvContentPartPr/>
                <p14:nvPr/>
              </p14:nvContentPartPr>
              <p14:xfrm>
                <a:off x="2693302" y="6208016"/>
                <a:ext cx="295560" cy="298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684662" y="6199376"/>
                  <a:ext cx="313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14:cNvPr>
                <p14:cNvContentPartPr/>
                <p14:nvPr/>
              </p14:nvContentPartPr>
              <p14:xfrm>
                <a:off x="3253462" y="6124136"/>
                <a:ext cx="322200" cy="227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244462" y="6115496"/>
                  <a:ext cx="339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14:cNvPr>
                <p14:cNvContentPartPr/>
                <p14:nvPr/>
              </p14:nvContentPartPr>
              <p14:xfrm>
                <a:off x="3556582" y="6129536"/>
                <a:ext cx="84960" cy="186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547582" y="6120536"/>
                  <a:ext cx="10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14:cNvPr>
                <p14:cNvContentPartPr/>
                <p14:nvPr/>
              </p14:nvContentPartPr>
              <p14:xfrm>
                <a:off x="3529942" y="6205136"/>
                <a:ext cx="127800" cy="417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521302" y="6196136"/>
                  <a:ext cx="14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14:cNvPr>
                <p14:cNvContentPartPr/>
                <p14:nvPr/>
              </p14:nvContentPartPr>
              <p14:xfrm>
                <a:off x="3688342" y="6234296"/>
                <a:ext cx="156600" cy="78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679702" y="6225656"/>
                  <a:ext cx="174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14:cNvPr>
                <p14:cNvContentPartPr/>
                <p14:nvPr/>
              </p14:nvContentPartPr>
              <p14:xfrm>
                <a:off x="3905782" y="6217376"/>
                <a:ext cx="225000" cy="109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897142" y="6208736"/>
                  <a:ext cx="24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14:cNvPr>
                <p14:cNvContentPartPr/>
                <p14:nvPr/>
              </p14:nvContentPartPr>
              <p14:xfrm>
                <a:off x="4162462" y="6246536"/>
                <a:ext cx="203760" cy="70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53822" y="6237536"/>
                  <a:ext cx="22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14:cNvPr>
                <p14:cNvContentPartPr/>
                <p14:nvPr/>
              </p14:nvContentPartPr>
              <p14:xfrm>
                <a:off x="4646302" y="6256976"/>
                <a:ext cx="66960" cy="79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637302" y="6248336"/>
                  <a:ext cx="84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14:cNvPr>
                <p14:cNvContentPartPr/>
                <p14:nvPr/>
              </p14:nvContentPartPr>
              <p14:xfrm>
                <a:off x="4608862" y="6124136"/>
                <a:ext cx="32760" cy="63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00222" y="6115496"/>
                  <a:ext cx="5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14:cNvPr>
                <p14:cNvContentPartPr/>
                <p14:nvPr/>
              </p14:nvContentPartPr>
              <p14:xfrm>
                <a:off x="4715422" y="6230336"/>
                <a:ext cx="159120" cy="759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706422" y="6221696"/>
                  <a:ext cx="176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14:cNvPr>
                <p14:cNvContentPartPr/>
                <p14:nvPr/>
              </p14:nvContentPartPr>
              <p14:xfrm>
                <a:off x="4959142" y="6228896"/>
                <a:ext cx="102600" cy="189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950502" y="6220256"/>
                  <a:ext cx="120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14:cNvPr>
                <p14:cNvContentPartPr/>
                <p14:nvPr/>
              </p14:nvContentPartPr>
              <p14:xfrm>
                <a:off x="5081182" y="6255176"/>
                <a:ext cx="93240" cy="277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072182" y="6246536"/>
                  <a:ext cx="110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14:cNvPr>
                <p14:cNvContentPartPr/>
                <p14:nvPr/>
              </p14:nvContentPartPr>
              <p14:xfrm>
                <a:off x="5156782" y="6097496"/>
                <a:ext cx="97920" cy="1922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147782" y="6088856"/>
                  <a:ext cx="115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14:cNvPr>
                <p14:cNvContentPartPr/>
                <p14:nvPr/>
              </p14:nvContentPartPr>
              <p14:xfrm>
                <a:off x="5178382" y="6206216"/>
                <a:ext cx="100800" cy="86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69382" y="6197216"/>
                  <a:ext cx="11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14:cNvPr>
                <p14:cNvContentPartPr/>
                <p14:nvPr/>
              </p14:nvContentPartPr>
              <p14:xfrm>
                <a:off x="5485462" y="6170936"/>
                <a:ext cx="306360" cy="97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476462" y="6162296"/>
                  <a:ext cx="324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14:cNvPr>
                <p14:cNvContentPartPr/>
                <p14:nvPr/>
              </p14:nvContentPartPr>
              <p14:xfrm>
                <a:off x="5863822" y="6032336"/>
                <a:ext cx="110880" cy="2606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54822" y="6023336"/>
                  <a:ext cx="128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14:cNvPr>
                <p14:cNvContentPartPr/>
                <p14:nvPr/>
              </p14:nvContentPartPr>
              <p14:xfrm>
                <a:off x="6184222" y="6183536"/>
                <a:ext cx="122400" cy="889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175222" y="6174896"/>
                  <a:ext cx="140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14:cNvPr>
                <p14:cNvContentPartPr/>
                <p14:nvPr/>
              </p14:nvContentPartPr>
              <p14:xfrm>
                <a:off x="6342262" y="6209096"/>
                <a:ext cx="123120" cy="457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333262" y="6200096"/>
                  <a:ext cx="14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14:cNvPr>
                <p14:cNvContentPartPr/>
                <p14:nvPr/>
              </p14:nvContentPartPr>
              <p14:xfrm>
                <a:off x="6464302" y="6065096"/>
                <a:ext cx="72720" cy="1839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455662" y="6056456"/>
                  <a:ext cx="90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14:cNvPr>
                <p14:cNvContentPartPr/>
                <p14:nvPr/>
              </p14:nvContentPartPr>
              <p14:xfrm>
                <a:off x="6453142" y="6169136"/>
                <a:ext cx="75600" cy="14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444142" y="6160136"/>
                  <a:ext cx="93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14:cNvPr>
                <p14:cNvContentPartPr/>
                <p14:nvPr/>
              </p14:nvContentPartPr>
              <p14:xfrm>
                <a:off x="6618022" y="6166616"/>
                <a:ext cx="121320" cy="208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609382" y="6157616"/>
                  <a:ext cx="138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14:cNvPr>
                <p14:cNvContentPartPr/>
                <p14:nvPr/>
              </p14:nvContentPartPr>
              <p14:xfrm>
                <a:off x="6735382" y="6198656"/>
                <a:ext cx="148320" cy="655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726742" y="6189656"/>
                  <a:ext cx="165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14:cNvPr>
                <p14:cNvContentPartPr/>
                <p14:nvPr/>
              </p14:nvContentPartPr>
              <p14:xfrm>
                <a:off x="6857782" y="6049616"/>
                <a:ext cx="60120" cy="178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849142" y="6040976"/>
                  <a:ext cx="77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14:cNvPr>
                <p14:cNvContentPartPr/>
                <p14:nvPr/>
              </p14:nvContentPartPr>
              <p14:xfrm>
                <a:off x="6828982" y="6121616"/>
                <a:ext cx="103680" cy="457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820342" y="6112616"/>
                  <a:ext cx="121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14:cNvPr>
                <p14:cNvContentPartPr/>
                <p14:nvPr/>
              </p14:nvContentPartPr>
              <p14:xfrm>
                <a:off x="7166302" y="6021536"/>
                <a:ext cx="324720" cy="247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157302" y="6012536"/>
                  <a:ext cx="342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14:cNvPr>
                <p14:cNvContentPartPr/>
                <p14:nvPr/>
              </p14:nvContentPartPr>
              <p14:xfrm>
                <a:off x="7603702" y="6139976"/>
                <a:ext cx="51480" cy="882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595062" y="6131336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14:cNvPr>
                <p14:cNvContentPartPr/>
                <p14:nvPr/>
              </p14:nvContentPartPr>
              <p14:xfrm>
                <a:off x="7702342" y="6113696"/>
                <a:ext cx="361800" cy="97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693702" y="6104696"/>
                  <a:ext cx="379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14:cNvPr>
                <p14:cNvContentPartPr/>
                <p14:nvPr/>
              </p14:nvContentPartPr>
              <p14:xfrm>
                <a:off x="8040022" y="6061856"/>
                <a:ext cx="263520" cy="151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031382" y="6053216"/>
                  <a:ext cx="281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14:cNvPr>
                <p14:cNvContentPartPr/>
                <p14:nvPr/>
              </p14:nvContentPartPr>
              <p14:xfrm>
                <a:off x="8518462" y="6139976"/>
                <a:ext cx="95760" cy="806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509822" y="6131336"/>
                  <a:ext cx="113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14:cNvPr>
                <p14:cNvContentPartPr/>
                <p14:nvPr/>
              </p14:nvContentPartPr>
              <p14:xfrm>
                <a:off x="8640862" y="5970416"/>
                <a:ext cx="118440" cy="3535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631862" y="5961416"/>
                  <a:ext cx="136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14:cNvPr>
                <p14:cNvContentPartPr/>
                <p14:nvPr/>
              </p14:nvContentPartPr>
              <p14:xfrm>
                <a:off x="9010942" y="6087056"/>
                <a:ext cx="79920" cy="1432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01942" y="6078056"/>
                  <a:ext cx="97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14:cNvPr>
                <p14:cNvContentPartPr/>
                <p14:nvPr/>
              </p14:nvContentPartPr>
              <p14:xfrm>
                <a:off x="9016342" y="6049256"/>
                <a:ext cx="97200" cy="381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007342" y="6040256"/>
                  <a:ext cx="11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14:cNvPr>
                <p14:cNvContentPartPr/>
                <p14:nvPr/>
              </p14:nvContentPartPr>
              <p14:xfrm>
                <a:off x="9042982" y="6123416"/>
                <a:ext cx="69840" cy="169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33982" y="6114776"/>
                  <a:ext cx="87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14:cNvPr>
                <p14:cNvContentPartPr/>
                <p14:nvPr/>
              </p14:nvContentPartPr>
              <p14:xfrm>
                <a:off x="9202462" y="6118736"/>
                <a:ext cx="46440" cy="882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93462" y="6110096"/>
                  <a:ext cx="6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14:cNvPr>
                <p14:cNvContentPartPr/>
                <p14:nvPr/>
              </p14:nvContentPartPr>
              <p14:xfrm>
                <a:off x="9175822" y="6064736"/>
                <a:ext cx="101880" cy="172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166822" y="6056096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14:cNvPr>
                <p14:cNvContentPartPr/>
                <p14:nvPr/>
              </p14:nvContentPartPr>
              <p14:xfrm>
                <a:off x="9186262" y="6145736"/>
                <a:ext cx="91800" cy="75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177622" y="6137096"/>
                  <a:ext cx="109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14:cNvPr>
                <p14:cNvContentPartPr/>
                <p14:nvPr/>
              </p14:nvContentPartPr>
              <p14:xfrm>
                <a:off x="9409462" y="6097496"/>
                <a:ext cx="63360" cy="1245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400822" y="6088856"/>
                  <a:ext cx="81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14:cNvPr>
                <p14:cNvContentPartPr/>
                <p14:nvPr/>
              </p14:nvContentPartPr>
              <p14:xfrm>
                <a:off x="9323062" y="6049256"/>
                <a:ext cx="150840" cy="223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14062" y="6040256"/>
                  <a:ext cx="168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14:cNvPr>
                <p14:cNvContentPartPr/>
                <p14:nvPr/>
              </p14:nvContentPartPr>
              <p14:xfrm>
                <a:off x="9670102" y="6017936"/>
                <a:ext cx="151920" cy="1821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661462" y="6008936"/>
                  <a:ext cx="169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14:cNvPr>
                <p14:cNvContentPartPr/>
                <p14:nvPr/>
              </p14:nvContentPartPr>
              <p14:xfrm>
                <a:off x="9819142" y="6007136"/>
                <a:ext cx="92520" cy="1872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810142" y="5998496"/>
                  <a:ext cx="110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14:cNvPr>
                <p14:cNvContentPartPr/>
                <p14:nvPr/>
              </p14:nvContentPartPr>
              <p14:xfrm>
                <a:off x="9982582" y="6117656"/>
                <a:ext cx="108720" cy="961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973942" y="6109016"/>
                  <a:ext cx="126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14:cNvPr>
                <p14:cNvContentPartPr/>
                <p14:nvPr/>
              </p14:nvContentPartPr>
              <p14:xfrm>
                <a:off x="10129462" y="6097496"/>
                <a:ext cx="148320" cy="86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120462" y="6088856"/>
                  <a:ext cx="165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14:cNvPr>
                <p14:cNvContentPartPr/>
                <p14:nvPr/>
              </p14:nvContentPartPr>
              <p14:xfrm>
                <a:off x="10201822" y="5991296"/>
                <a:ext cx="69120" cy="1864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192822" y="5982296"/>
                  <a:ext cx="86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14:cNvPr>
                <p14:cNvContentPartPr/>
                <p14:nvPr/>
              </p14:nvContentPartPr>
              <p14:xfrm>
                <a:off x="10276702" y="6097496"/>
                <a:ext cx="122040" cy="95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67702" y="6088856"/>
                  <a:ext cx="139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14:cNvPr>
                <p14:cNvContentPartPr/>
                <p14:nvPr/>
              </p14:nvContentPartPr>
              <p14:xfrm>
                <a:off x="10513942" y="6059696"/>
                <a:ext cx="82440" cy="2077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504942" y="6050696"/>
                  <a:ext cx="10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14:cNvPr>
                <p14:cNvContentPartPr/>
                <p14:nvPr/>
              </p14:nvContentPartPr>
              <p14:xfrm>
                <a:off x="10650022" y="6051056"/>
                <a:ext cx="11160" cy="820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641022" y="6042416"/>
                  <a:ext cx="28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14:cNvPr>
                <p14:cNvContentPartPr/>
                <p14:nvPr/>
              </p14:nvContentPartPr>
              <p14:xfrm>
                <a:off x="10753342" y="6079136"/>
                <a:ext cx="79560" cy="56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744702" y="6070136"/>
                  <a:ext cx="97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14:cNvPr>
                <p14:cNvContentPartPr/>
                <p14:nvPr/>
              </p14:nvContentPartPr>
              <p14:xfrm>
                <a:off x="10909942" y="6015416"/>
                <a:ext cx="230040" cy="126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901302" y="6006416"/>
                  <a:ext cx="247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14:cNvPr>
                <p14:cNvContentPartPr/>
                <p14:nvPr/>
              </p14:nvContentPartPr>
              <p14:xfrm>
                <a:off x="11127382" y="6038096"/>
                <a:ext cx="5256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118382" y="6029456"/>
                  <a:ext cx="70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14:cNvPr>
                <p14:cNvContentPartPr/>
                <p14:nvPr/>
              </p14:nvContentPartPr>
              <p14:xfrm>
                <a:off x="11212702" y="6041696"/>
                <a:ext cx="55440" cy="99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203702" y="6033056"/>
                  <a:ext cx="73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14:cNvPr>
                <p14:cNvContentPartPr/>
                <p14:nvPr/>
              </p14:nvContentPartPr>
              <p14:xfrm>
                <a:off x="11342302" y="6065816"/>
                <a:ext cx="13320" cy="63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333302" y="6056816"/>
                  <a:ext cx="30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14:cNvPr>
                <p14:cNvContentPartPr/>
                <p14:nvPr/>
              </p14:nvContentPartPr>
              <p14:xfrm>
                <a:off x="11318182" y="5975456"/>
                <a:ext cx="10800" cy="4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309542" y="5966456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14:cNvPr>
                <p14:cNvContentPartPr/>
                <p14:nvPr/>
              </p14:nvContentPartPr>
              <p14:xfrm>
                <a:off x="11392702" y="6055016"/>
                <a:ext cx="115200" cy="601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383702" y="6046376"/>
                  <a:ext cx="132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14:cNvPr>
                <p14:cNvContentPartPr/>
                <p14:nvPr/>
              </p14:nvContentPartPr>
              <p14:xfrm>
                <a:off x="11529502" y="6044936"/>
                <a:ext cx="97560" cy="2538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520862" y="6036296"/>
                  <a:ext cx="115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14:cNvPr>
                <p14:cNvContentPartPr/>
                <p14:nvPr/>
              </p14:nvContentPartPr>
              <p14:xfrm>
                <a:off x="11568022" y="6049616"/>
                <a:ext cx="360" cy="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559382" y="6040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14:cNvPr>
                <p14:cNvContentPartPr/>
                <p14:nvPr/>
              </p14:nvContentPartPr>
              <p14:xfrm>
                <a:off x="2406382" y="6428336"/>
                <a:ext cx="218520" cy="173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97742" y="6419696"/>
                  <a:ext cx="236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14:cNvPr>
                <p14:cNvContentPartPr/>
                <p14:nvPr/>
              </p14:nvContentPartPr>
              <p14:xfrm>
                <a:off x="2504662" y="6544256"/>
                <a:ext cx="128880" cy="85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496022" y="6535256"/>
                  <a:ext cx="14652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AFF4C834-F9C6-2E87-BA7C-E07CCC4DF030}"/>
              </a:ext>
            </a:extLst>
          </p:cNvPr>
          <p:cNvGrpSpPr/>
          <p:nvPr/>
        </p:nvGrpSpPr>
        <p:grpSpPr>
          <a:xfrm>
            <a:off x="2976982" y="6517616"/>
            <a:ext cx="1175040" cy="195120"/>
            <a:chOff x="2976982" y="6517616"/>
            <a:chExt cx="117504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14:cNvPr>
                <p14:cNvContentPartPr/>
                <p14:nvPr/>
              </p14:nvContentPartPr>
              <p14:xfrm>
                <a:off x="3000382" y="6655496"/>
                <a:ext cx="184320" cy="432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991742" y="6646856"/>
                  <a:ext cx="201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14:cNvPr>
                <p14:cNvContentPartPr/>
                <p14:nvPr/>
              </p14:nvContentPartPr>
              <p14:xfrm>
                <a:off x="2976982" y="6603656"/>
                <a:ext cx="164880" cy="324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968342" y="6595016"/>
                  <a:ext cx="182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14:cNvPr>
                <p14:cNvContentPartPr/>
                <p14:nvPr/>
              </p14:nvContentPartPr>
              <p14:xfrm>
                <a:off x="3376582" y="6538496"/>
                <a:ext cx="178560" cy="1742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367942" y="6529856"/>
                  <a:ext cx="196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14:cNvPr>
                <p14:cNvContentPartPr/>
                <p14:nvPr/>
              </p14:nvContentPartPr>
              <p14:xfrm>
                <a:off x="3620302" y="6565496"/>
                <a:ext cx="34560" cy="968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611302" y="6556496"/>
                  <a:ext cx="52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14:cNvPr>
                <p14:cNvContentPartPr/>
                <p14:nvPr/>
              </p14:nvContentPartPr>
              <p14:xfrm>
                <a:off x="3609502" y="6530216"/>
                <a:ext cx="113040" cy="90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600862" y="6521216"/>
                  <a:ext cx="130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14:cNvPr>
                <p14:cNvContentPartPr/>
                <p14:nvPr/>
              </p14:nvContentPartPr>
              <p14:xfrm>
                <a:off x="3641542" y="6582416"/>
                <a:ext cx="46800" cy="11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632542" y="6573416"/>
                  <a:ext cx="64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14:cNvPr>
                <p14:cNvContentPartPr/>
                <p14:nvPr/>
              </p14:nvContentPartPr>
              <p14:xfrm>
                <a:off x="3785182" y="6560096"/>
                <a:ext cx="37440" cy="107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76182" y="655145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14:cNvPr>
                <p14:cNvContentPartPr/>
                <p14:nvPr/>
              </p14:nvContentPartPr>
              <p14:xfrm>
                <a:off x="3790222" y="6526256"/>
                <a:ext cx="82080" cy="23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781582" y="6517256"/>
                  <a:ext cx="99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14:cNvPr>
                <p14:cNvContentPartPr/>
                <p14:nvPr/>
              </p14:nvContentPartPr>
              <p14:xfrm>
                <a:off x="3806422" y="6578096"/>
                <a:ext cx="63720" cy="90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797422" y="6569096"/>
                  <a:ext cx="81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14:cNvPr>
                <p14:cNvContentPartPr/>
                <p14:nvPr/>
              </p14:nvContentPartPr>
              <p14:xfrm>
                <a:off x="4066702" y="6554696"/>
                <a:ext cx="40320" cy="85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058062" y="6546056"/>
                  <a:ext cx="57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14:cNvPr>
                <p14:cNvContentPartPr/>
                <p14:nvPr/>
              </p14:nvContentPartPr>
              <p14:xfrm>
                <a:off x="3945742" y="6517616"/>
                <a:ext cx="206280" cy="162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937102" y="6508616"/>
                  <a:ext cx="223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A989D5E4-4206-EE91-F6A7-06F5AFF15641}"/>
              </a:ext>
            </a:extLst>
          </p:cNvPr>
          <p:cNvGrpSpPr/>
          <p:nvPr/>
        </p:nvGrpSpPr>
        <p:grpSpPr>
          <a:xfrm>
            <a:off x="6987742" y="1769936"/>
            <a:ext cx="4296240" cy="1346040"/>
            <a:chOff x="6987742" y="1769936"/>
            <a:chExt cx="4296240" cy="13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14:cNvPr>
                <p14:cNvContentPartPr/>
                <p14:nvPr/>
              </p14:nvContentPartPr>
              <p14:xfrm>
                <a:off x="7245862" y="1963256"/>
                <a:ext cx="63000" cy="1382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237222" y="1954616"/>
                  <a:ext cx="80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14:cNvPr>
                <p14:cNvContentPartPr/>
                <p14:nvPr/>
              </p14:nvContentPartPr>
              <p14:xfrm>
                <a:off x="6987742" y="1886216"/>
                <a:ext cx="407520" cy="385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6978742" y="1877576"/>
                  <a:ext cx="425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14:cNvPr>
                <p14:cNvContentPartPr/>
                <p14:nvPr/>
              </p14:nvContentPartPr>
              <p14:xfrm>
                <a:off x="7376182" y="2006096"/>
                <a:ext cx="273240" cy="932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67182" y="1997096"/>
                  <a:ext cx="29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14:cNvPr>
                <p14:cNvContentPartPr/>
                <p14:nvPr/>
              </p14:nvContentPartPr>
              <p14:xfrm>
                <a:off x="7696222" y="1849856"/>
                <a:ext cx="299160" cy="2404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687222" y="1840856"/>
                  <a:ext cx="316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14:cNvPr>
                <p14:cNvContentPartPr/>
                <p14:nvPr/>
              </p14:nvContentPartPr>
              <p14:xfrm>
                <a:off x="8011582" y="2002496"/>
                <a:ext cx="118440" cy="82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002582" y="1993856"/>
                  <a:ext cx="136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14:cNvPr>
                <p14:cNvContentPartPr/>
                <p14:nvPr/>
              </p14:nvContentPartPr>
              <p14:xfrm>
                <a:off x="8185102" y="1897016"/>
                <a:ext cx="87480" cy="283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176462" y="1888376"/>
                  <a:ext cx="105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14:cNvPr>
                <p14:cNvContentPartPr/>
                <p14:nvPr/>
              </p14:nvContentPartPr>
              <p14:xfrm>
                <a:off x="8160622" y="2061896"/>
                <a:ext cx="95760" cy="33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151622" y="2052896"/>
                  <a:ext cx="113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14:cNvPr>
                <p14:cNvContentPartPr/>
                <p14:nvPr/>
              </p14:nvContentPartPr>
              <p14:xfrm>
                <a:off x="8323342" y="1834736"/>
                <a:ext cx="97920" cy="3639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14342" y="1826096"/>
                  <a:ext cx="115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14:cNvPr>
                <p14:cNvContentPartPr/>
                <p14:nvPr/>
              </p14:nvContentPartPr>
              <p14:xfrm>
                <a:off x="8298502" y="2056856"/>
                <a:ext cx="133560" cy="111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289502" y="2048216"/>
                  <a:ext cx="151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14:cNvPr>
                <p14:cNvContentPartPr/>
                <p14:nvPr/>
              </p14:nvContentPartPr>
              <p14:xfrm>
                <a:off x="8612062" y="1942016"/>
                <a:ext cx="32400" cy="12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03062" y="1933376"/>
                  <a:ext cx="50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14:cNvPr>
                <p14:cNvContentPartPr/>
                <p14:nvPr/>
              </p14:nvContentPartPr>
              <p14:xfrm>
                <a:off x="8646262" y="2041376"/>
                <a:ext cx="3240" cy="6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637622" y="2032376"/>
                  <a:ext cx="20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14:cNvPr>
                <p14:cNvContentPartPr/>
                <p14:nvPr/>
              </p14:nvContentPartPr>
              <p14:xfrm>
                <a:off x="8936422" y="1863536"/>
                <a:ext cx="199080" cy="2113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927782" y="1854536"/>
                  <a:ext cx="21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14:cNvPr>
                <p14:cNvContentPartPr/>
                <p14:nvPr/>
              </p14:nvContentPartPr>
              <p14:xfrm>
                <a:off x="9110302" y="1977296"/>
                <a:ext cx="102960" cy="74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101662" y="1968296"/>
                  <a:ext cx="12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14:cNvPr>
                <p14:cNvContentPartPr/>
                <p14:nvPr/>
              </p14:nvContentPartPr>
              <p14:xfrm>
                <a:off x="9270142" y="1839416"/>
                <a:ext cx="74880" cy="2181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261502" y="1830416"/>
                  <a:ext cx="92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14:cNvPr>
                <p14:cNvContentPartPr/>
                <p14:nvPr/>
              </p14:nvContentPartPr>
              <p14:xfrm>
                <a:off x="9244942" y="1935536"/>
                <a:ext cx="428400" cy="128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235942" y="1926536"/>
                  <a:ext cx="446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14:cNvPr>
                <p14:cNvContentPartPr/>
                <p14:nvPr/>
              </p14:nvContentPartPr>
              <p14:xfrm>
                <a:off x="9744982" y="1938776"/>
                <a:ext cx="287640" cy="2851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736342" y="1930136"/>
                  <a:ext cx="305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14:cNvPr>
                <p14:cNvContentPartPr/>
                <p14:nvPr/>
              </p14:nvContentPartPr>
              <p14:xfrm>
                <a:off x="10191382" y="1769936"/>
                <a:ext cx="122040" cy="3571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0182742" y="1761296"/>
                  <a:ext cx="139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14:cNvPr>
                <p14:cNvContentPartPr/>
                <p14:nvPr/>
              </p14:nvContentPartPr>
              <p14:xfrm>
                <a:off x="10308742" y="1920056"/>
                <a:ext cx="186840" cy="1432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0300102" y="1911416"/>
                  <a:ext cx="204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14:cNvPr>
                <p14:cNvContentPartPr/>
                <p14:nvPr/>
              </p14:nvContentPartPr>
              <p14:xfrm>
                <a:off x="10580902" y="1934816"/>
                <a:ext cx="46080" cy="123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571902" y="1926176"/>
                  <a:ext cx="63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14:cNvPr>
                <p14:cNvContentPartPr/>
                <p14:nvPr/>
              </p14:nvContentPartPr>
              <p14:xfrm>
                <a:off x="10552462" y="1876136"/>
                <a:ext cx="164880" cy="468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543822" y="1867136"/>
                  <a:ext cx="182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14:cNvPr>
                <p14:cNvContentPartPr/>
                <p14:nvPr/>
              </p14:nvContentPartPr>
              <p14:xfrm>
                <a:off x="10557862" y="1961456"/>
                <a:ext cx="132840" cy="111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0549222" y="1952816"/>
                  <a:ext cx="150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14:cNvPr>
                <p14:cNvContentPartPr/>
                <p14:nvPr/>
              </p14:nvContentPartPr>
              <p14:xfrm>
                <a:off x="10776022" y="1956056"/>
                <a:ext cx="26640" cy="9108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0767022" y="1947416"/>
                  <a:ext cx="4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14:cNvPr>
                <p14:cNvContentPartPr/>
                <p14:nvPr/>
              </p14:nvContentPartPr>
              <p14:xfrm>
                <a:off x="10754782" y="1880816"/>
                <a:ext cx="104400" cy="280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0745782" y="1871816"/>
                  <a:ext cx="122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14:cNvPr>
                <p14:cNvContentPartPr/>
                <p14:nvPr/>
              </p14:nvContentPartPr>
              <p14:xfrm>
                <a:off x="10759822" y="1956056"/>
                <a:ext cx="102960" cy="165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0751182" y="1947416"/>
                  <a:ext cx="120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14:cNvPr>
                <p14:cNvContentPartPr/>
                <p14:nvPr/>
              </p14:nvContentPartPr>
              <p14:xfrm>
                <a:off x="11025862" y="1908536"/>
                <a:ext cx="32040" cy="1209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016862" y="1899536"/>
                  <a:ext cx="49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14:cNvPr>
                <p14:cNvContentPartPr/>
                <p14:nvPr/>
              </p14:nvContentPartPr>
              <p14:xfrm>
                <a:off x="10953142" y="1878656"/>
                <a:ext cx="126000" cy="255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0944502" y="1870016"/>
                  <a:ext cx="143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14:cNvPr>
                <p14:cNvContentPartPr/>
                <p14:nvPr/>
              </p14:nvContentPartPr>
              <p14:xfrm>
                <a:off x="11105422" y="1780736"/>
                <a:ext cx="178560" cy="3085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096782" y="1772096"/>
                  <a:ext cx="196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14:cNvPr>
                <p14:cNvContentPartPr/>
                <p14:nvPr/>
              </p14:nvContentPartPr>
              <p14:xfrm>
                <a:off x="7283302" y="2400656"/>
                <a:ext cx="102600" cy="1170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274302" y="2392016"/>
                  <a:ext cx="120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14:cNvPr>
                <p14:cNvContentPartPr/>
                <p14:nvPr/>
              </p14:nvContentPartPr>
              <p14:xfrm>
                <a:off x="7421902" y="2391656"/>
                <a:ext cx="71280" cy="118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412902" y="2382656"/>
                  <a:ext cx="88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14:cNvPr>
                <p14:cNvContentPartPr/>
                <p14:nvPr/>
              </p14:nvContentPartPr>
              <p14:xfrm>
                <a:off x="7574542" y="2498576"/>
                <a:ext cx="1440" cy="3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565902" y="2489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14:cNvPr>
                <p14:cNvContentPartPr/>
                <p14:nvPr/>
              </p14:nvContentPartPr>
              <p14:xfrm>
                <a:off x="7810342" y="2375816"/>
                <a:ext cx="131400" cy="968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801702" y="2366816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14:cNvPr>
                <p14:cNvContentPartPr/>
                <p14:nvPr/>
              </p14:nvContentPartPr>
              <p14:xfrm>
                <a:off x="7942102" y="2397056"/>
                <a:ext cx="81720" cy="907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933462" y="2388416"/>
                  <a:ext cx="9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14:cNvPr>
                <p14:cNvContentPartPr/>
                <p14:nvPr/>
              </p14:nvContentPartPr>
              <p14:xfrm>
                <a:off x="8080702" y="2429456"/>
                <a:ext cx="285120" cy="676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071702" y="2420456"/>
                  <a:ext cx="302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14:cNvPr>
                <p14:cNvContentPartPr/>
                <p14:nvPr/>
              </p14:nvContentPartPr>
              <p14:xfrm>
                <a:off x="8387422" y="2395256"/>
                <a:ext cx="89280" cy="2134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378422" y="2386616"/>
                  <a:ext cx="106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14:cNvPr>
                <p14:cNvContentPartPr/>
                <p14:nvPr/>
              </p14:nvContentPartPr>
              <p14:xfrm>
                <a:off x="8468782" y="2424776"/>
                <a:ext cx="150840" cy="662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459782" y="2415776"/>
                  <a:ext cx="168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14:cNvPr>
                <p14:cNvContentPartPr/>
                <p14:nvPr/>
              </p14:nvContentPartPr>
              <p14:xfrm>
                <a:off x="8616022" y="2310656"/>
                <a:ext cx="55080" cy="1915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607022" y="2302016"/>
                  <a:ext cx="72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14:cNvPr>
                <p14:cNvContentPartPr/>
                <p14:nvPr/>
              </p14:nvContentPartPr>
              <p14:xfrm>
                <a:off x="8590822" y="2402816"/>
                <a:ext cx="273600" cy="723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582182" y="2394176"/>
                  <a:ext cx="291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14:cNvPr>
                <p14:cNvContentPartPr/>
                <p14:nvPr/>
              </p14:nvContentPartPr>
              <p14:xfrm>
                <a:off x="8896822" y="2275016"/>
                <a:ext cx="192240" cy="1972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887822" y="2266376"/>
                  <a:ext cx="209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14:cNvPr>
                <p14:cNvContentPartPr/>
                <p14:nvPr/>
              </p14:nvContentPartPr>
              <p14:xfrm>
                <a:off x="9026782" y="2259176"/>
                <a:ext cx="15480" cy="352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018142" y="2250536"/>
                  <a:ext cx="33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14:cNvPr>
                <p14:cNvContentPartPr/>
                <p14:nvPr/>
              </p14:nvContentPartPr>
              <p14:xfrm>
                <a:off x="9159262" y="2381576"/>
                <a:ext cx="262080" cy="799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150262" y="2372576"/>
                  <a:ext cx="279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14:cNvPr>
                <p14:cNvContentPartPr/>
                <p14:nvPr/>
              </p14:nvContentPartPr>
              <p14:xfrm>
                <a:off x="9437182" y="2190056"/>
                <a:ext cx="147600" cy="2656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428182" y="2181416"/>
                  <a:ext cx="165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14:cNvPr>
                <p14:cNvContentPartPr/>
                <p14:nvPr/>
              </p14:nvContentPartPr>
              <p14:xfrm>
                <a:off x="9829582" y="2365016"/>
                <a:ext cx="107640" cy="8640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820942" y="2356376"/>
                  <a:ext cx="125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14:cNvPr>
                <p14:cNvContentPartPr/>
                <p14:nvPr/>
              </p14:nvContentPartPr>
              <p14:xfrm>
                <a:off x="9993382" y="2254136"/>
                <a:ext cx="97560" cy="2977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984382" y="2245496"/>
                  <a:ext cx="115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14:cNvPr>
                <p14:cNvContentPartPr/>
                <p14:nvPr/>
              </p14:nvContentPartPr>
              <p14:xfrm>
                <a:off x="10024342" y="2420456"/>
                <a:ext cx="45000" cy="56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015342" y="2411816"/>
                  <a:ext cx="62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14:cNvPr>
                <p14:cNvContentPartPr/>
                <p14:nvPr/>
              </p14:nvContentPartPr>
              <p14:xfrm>
                <a:off x="10084822" y="2282216"/>
                <a:ext cx="177120" cy="3002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076182" y="2273576"/>
                  <a:ext cx="194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14:cNvPr>
                <p14:cNvContentPartPr/>
                <p14:nvPr/>
              </p14:nvContentPartPr>
              <p14:xfrm>
                <a:off x="10241062" y="2332616"/>
                <a:ext cx="3600" cy="14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232062" y="232361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14:cNvPr>
                <p14:cNvContentPartPr/>
                <p14:nvPr/>
              </p14:nvContentPartPr>
              <p14:xfrm>
                <a:off x="10339702" y="2372216"/>
                <a:ext cx="161280" cy="867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331062" y="2363576"/>
                  <a:ext cx="17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14:cNvPr>
                <p14:cNvContentPartPr/>
                <p14:nvPr/>
              </p14:nvContentPartPr>
              <p14:xfrm>
                <a:off x="10448782" y="2275016"/>
                <a:ext cx="8280" cy="147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440142" y="2266376"/>
                  <a:ext cx="2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14:cNvPr>
                <p14:cNvContentPartPr/>
                <p14:nvPr/>
              </p14:nvContentPartPr>
              <p14:xfrm>
                <a:off x="10562542" y="2323976"/>
                <a:ext cx="210600" cy="1220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553542" y="2314976"/>
                  <a:ext cx="22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14:cNvPr>
                <p14:cNvContentPartPr/>
                <p14:nvPr/>
              </p14:nvContentPartPr>
              <p14:xfrm>
                <a:off x="10547422" y="2334776"/>
                <a:ext cx="100440" cy="795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0538422" y="2325776"/>
                  <a:ext cx="118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14:cNvPr>
                <p14:cNvContentPartPr/>
                <p14:nvPr/>
              </p14:nvContentPartPr>
              <p14:xfrm>
                <a:off x="10721662" y="2395976"/>
                <a:ext cx="134280" cy="500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713022" y="2386976"/>
                  <a:ext cx="151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14:cNvPr>
                <p14:cNvContentPartPr/>
                <p14:nvPr/>
              </p14:nvContentPartPr>
              <p14:xfrm>
                <a:off x="10906702" y="2344136"/>
                <a:ext cx="84960" cy="1022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0898062" y="2335496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14:cNvPr>
                <p14:cNvContentPartPr/>
                <p14:nvPr/>
              </p14:nvContentPartPr>
              <p14:xfrm>
                <a:off x="11025862" y="2370776"/>
                <a:ext cx="106920" cy="2876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016862" y="2362136"/>
                  <a:ext cx="124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14:cNvPr>
                <p14:cNvContentPartPr/>
                <p14:nvPr/>
              </p14:nvContentPartPr>
              <p14:xfrm>
                <a:off x="7318942" y="2698016"/>
                <a:ext cx="118440" cy="3308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310302" y="2689016"/>
                  <a:ext cx="1360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14:cNvPr>
                <p14:cNvContentPartPr/>
                <p14:nvPr/>
              </p14:nvContentPartPr>
              <p14:xfrm>
                <a:off x="7457902" y="2790896"/>
                <a:ext cx="139320" cy="1396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7449262" y="2781896"/>
                  <a:ext cx="156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14:cNvPr>
                <p14:cNvContentPartPr/>
                <p14:nvPr/>
              </p14:nvContentPartPr>
              <p14:xfrm>
                <a:off x="7687222" y="2684696"/>
                <a:ext cx="106200" cy="3171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7678222" y="2675696"/>
                  <a:ext cx="123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14:cNvPr>
                <p14:cNvContentPartPr/>
                <p14:nvPr/>
              </p14:nvContentPartPr>
              <p14:xfrm>
                <a:off x="7793422" y="2764616"/>
                <a:ext cx="198360" cy="1558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784782" y="2755616"/>
                  <a:ext cx="216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14:cNvPr>
                <p14:cNvContentPartPr/>
                <p14:nvPr/>
              </p14:nvContentPartPr>
              <p14:xfrm>
                <a:off x="8022022" y="2796296"/>
                <a:ext cx="37800" cy="1080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013382" y="2787296"/>
                  <a:ext cx="55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14:cNvPr>
                <p14:cNvContentPartPr/>
                <p14:nvPr/>
              </p14:nvContentPartPr>
              <p14:xfrm>
                <a:off x="8005462" y="2753096"/>
                <a:ext cx="104760" cy="925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996462" y="2744096"/>
                  <a:ext cx="122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14:cNvPr>
                <p14:cNvContentPartPr/>
                <p14:nvPr/>
              </p14:nvContentPartPr>
              <p14:xfrm>
                <a:off x="8181502" y="2817536"/>
                <a:ext cx="37440" cy="878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172862" y="2808536"/>
                  <a:ext cx="5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14:cNvPr>
                <p14:cNvContentPartPr/>
                <p14:nvPr/>
              </p14:nvContentPartPr>
              <p14:xfrm>
                <a:off x="8171062" y="2766776"/>
                <a:ext cx="66240" cy="298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162062" y="2758136"/>
                  <a:ext cx="83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14:cNvPr>
                <p14:cNvContentPartPr/>
                <p14:nvPr/>
              </p14:nvContentPartPr>
              <p14:xfrm>
                <a:off x="8176102" y="2819696"/>
                <a:ext cx="96120" cy="244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167462" y="2811056"/>
                  <a:ext cx="113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14:cNvPr>
                <p14:cNvContentPartPr/>
                <p14:nvPr/>
              </p14:nvContentPartPr>
              <p14:xfrm>
                <a:off x="8394262" y="2801336"/>
                <a:ext cx="21600" cy="921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385262" y="2792696"/>
                  <a:ext cx="39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14:cNvPr>
                <p14:cNvContentPartPr/>
                <p14:nvPr/>
              </p14:nvContentPartPr>
              <p14:xfrm>
                <a:off x="8312182" y="2751296"/>
                <a:ext cx="124920" cy="226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303542" y="2742656"/>
                  <a:ext cx="14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14:cNvPr>
                <p14:cNvContentPartPr/>
                <p14:nvPr/>
              </p14:nvContentPartPr>
              <p14:xfrm>
                <a:off x="8578222" y="2870456"/>
                <a:ext cx="2520" cy="32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569222" y="286181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14:cNvPr>
                <p14:cNvContentPartPr/>
                <p14:nvPr/>
              </p14:nvContentPartPr>
              <p14:xfrm>
                <a:off x="8648062" y="2676776"/>
                <a:ext cx="129240" cy="2394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639062" y="2668136"/>
                  <a:ext cx="146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14:cNvPr>
                <p14:cNvContentPartPr/>
                <p14:nvPr/>
              </p14:nvContentPartPr>
              <p14:xfrm>
                <a:off x="8820502" y="2819696"/>
                <a:ext cx="91080" cy="896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811862" y="2810696"/>
                  <a:ext cx="108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14:cNvPr>
                <p14:cNvContentPartPr/>
                <p14:nvPr/>
              </p14:nvContentPartPr>
              <p14:xfrm>
                <a:off x="8974582" y="2827256"/>
                <a:ext cx="101520" cy="2887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8965582" y="2818616"/>
                  <a:ext cx="119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14:cNvPr>
                <p14:cNvContentPartPr/>
                <p14:nvPr/>
              </p14:nvContentPartPr>
              <p14:xfrm>
                <a:off x="9257182" y="2737256"/>
                <a:ext cx="146160" cy="1580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9248542" y="2728616"/>
                  <a:ext cx="163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14:cNvPr>
                <p14:cNvContentPartPr/>
                <p14:nvPr/>
              </p14:nvContentPartPr>
              <p14:xfrm>
                <a:off x="9511702" y="2790896"/>
                <a:ext cx="20520" cy="101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9503062" y="2781896"/>
                  <a:ext cx="38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14:cNvPr>
                <p14:cNvContentPartPr/>
                <p14:nvPr/>
              </p14:nvContentPartPr>
              <p14:xfrm>
                <a:off x="9473542" y="2732576"/>
                <a:ext cx="107640" cy="212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9464542" y="2723936"/>
                  <a:ext cx="12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14:cNvPr>
                <p14:cNvContentPartPr/>
                <p14:nvPr/>
              </p14:nvContentPartPr>
              <p14:xfrm>
                <a:off x="9516022" y="2822216"/>
                <a:ext cx="75240" cy="115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9507022" y="2813576"/>
                  <a:ext cx="92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14:cNvPr>
                <p14:cNvContentPartPr/>
                <p14:nvPr/>
              </p14:nvContentPartPr>
              <p14:xfrm>
                <a:off x="9675502" y="2796296"/>
                <a:ext cx="16920" cy="975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9666502" y="2787296"/>
                  <a:ext cx="34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14:cNvPr>
                <p14:cNvContentPartPr/>
                <p14:nvPr/>
              </p14:nvContentPartPr>
              <p14:xfrm>
                <a:off x="9643462" y="2731496"/>
                <a:ext cx="80280" cy="22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9634822" y="2722496"/>
                  <a:ext cx="97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14:cNvPr>
                <p14:cNvContentPartPr/>
                <p14:nvPr/>
              </p14:nvContentPartPr>
              <p14:xfrm>
                <a:off x="9685942" y="2791976"/>
                <a:ext cx="72360" cy="205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9677302" y="2783336"/>
                  <a:ext cx="90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14:cNvPr>
                <p14:cNvContentPartPr/>
                <p14:nvPr/>
              </p14:nvContentPartPr>
              <p14:xfrm>
                <a:off x="9872062" y="2753816"/>
                <a:ext cx="44640" cy="1162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9863422" y="2744816"/>
                  <a:ext cx="62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14:cNvPr>
                <p14:cNvContentPartPr/>
                <p14:nvPr/>
              </p14:nvContentPartPr>
              <p14:xfrm>
                <a:off x="9733462" y="2705936"/>
                <a:ext cx="208440" cy="108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9724822" y="2697296"/>
                  <a:ext cx="226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14:cNvPr>
                <p14:cNvContentPartPr/>
                <p14:nvPr/>
              </p14:nvContentPartPr>
              <p14:xfrm>
                <a:off x="9957382" y="2611976"/>
                <a:ext cx="207000" cy="34380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9948382" y="2602976"/>
                  <a:ext cx="224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14:cNvPr>
                <p14:cNvContentPartPr/>
                <p14:nvPr/>
              </p14:nvContentPartPr>
              <p14:xfrm>
                <a:off x="10138102" y="2620616"/>
                <a:ext cx="145080" cy="3387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10129102" y="2611976"/>
                  <a:ext cx="162720" cy="35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49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28B8D-495C-9403-A36C-1446EC36600C}"/>
              </a:ext>
            </a:extLst>
          </p:cNvPr>
          <p:cNvSpPr txBox="1"/>
          <p:nvPr/>
        </p:nvSpPr>
        <p:spPr>
          <a:xfrm>
            <a:off x="600740" y="441251"/>
            <a:ext cx="7871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Overlap-Add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2A5E-ED1D-9C87-6AA0-379012EE9CE4}"/>
              </a:ext>
            </a:extLst>
          </p:cNvPr>
          <p:cNvSpPr txBox="1"/>
          <p:nvPr/>
        </p:nvSpPr>
        <p:spPr>
          <a:xfrm>
            <a:off x="600740" y="1467293"/>
            <a:ext cx="961714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x[n]-&gt;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x2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x5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x7  x8</a:t>
            </a:r>
            <a:r>
              <a:rPr lang="en-US" sz="1100" dirty="0">
                <a:latin typeface="Aptos Mono" panose="020B0009020202020204" pitchFamily="49" charset="0"/>
              </a:rPr>
              <a:t>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 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*h[n]                          *h[n]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x2h1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x5h1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  -----------------------------  -----------------------------  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overlap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and add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                         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/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35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101191-9E86-AD60-6777-A53A828AC66A}"/>
              </a:ext>
            </a:extLst>
          </p:cNvPr>
          <p:cNvGrpSpPr/>
          <p:nvPr/>
        </p:nvGrpSpPr>
        <p:grpSpPr>
          <a:xfrm>
            <a:off x="2939542" y="833216"/>
            <a:ext cx="510480" cy="218520"/>
            <a:chOff x="2939542" y="833216"/>
            <a:chExt cx="51048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14:cNvPr>
                <p14:cNvContentPartPr/>
                <p14:nvPr/>
              </p14:nvContentPartPr>
              <p14:xfrm>
                <a:off x="2939542" y="935096"/>
                <a:ext cx="415440" cy="11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0902" y="926456"/>
                  <a:ext cx="433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14:cNvPr>
                <p14:cNvContentPartPr/>
                <p14:nvPr/>
              </p14:nvContentPartPr>
              <p14:xfrm>
                <a:off x="3366142" y="833216"/>
                <a:ext cx="8388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7502" y="824216"/>
                  <a:ext cx="10152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3E0099-0BFC-4755-1E50-30E442670989}"/>
              </a:ext>
            </a:extLst>
          </p:cNvPr>
          <p:cNvGrpSpPr/>
          <p:nvPr/>
        </p:nvGrpSpPr>
        <p:grpSpPr>
          <a:xfrm>
            <a:off x="3781942" y="862376"/>
            <a:ext cx="705240" cy="186480"/>
            <a:chOff x="3781942" y="862376"/>
            <a:chExt cx="70524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14:cNvPr>
                <p14:cNvContentPartPr/>
                <p14:nvPr/>
              </p14:nvContentPartPr>
              <p14:xfrm>
                <a:off x="3781942" y="862376"/>
                <a:ext cx="153360" cy="186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73302" y="853736"/>
                  <a:ext cx="171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14:cNvPr>
                <p14:cNvContentPartPr/>
                <p14:nvPr/>
              </p14:nvContentPartPr>
              <p14:xfrm>
                <a:off x="4024222" y="925016"/>
                <a:ext cx="60840" cy="10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5582" y="916016"/>
                  <a:ext cx="7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14:cNvPr>
                <p14:cNvContentPartPr/>
                <p14:nvPr/>
              </p14:nvContentPartPr>
              <p14:xfrm>
                <a:off x="4008382" y="871376"/>
                <a:ext cx="93960" cy="3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99382" y="862736"/>
                  <a:ext cx="111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14:cNvPr>
                <p14:cNvContentPartPr/>
                <p14:nvPr/>
              </p14:nvContentPartPr>
              <p14:xfrm>
                <a:off x="4056262" y="940856"/>
                <a:ext cx="36000" cy="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7262" y="931856"/>
                  <a:ext cx="53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14:cNvPr>
                <p14:cNvContentPartPr/>
                <p14:nvPr/>
              </p14:nvContentPartPr>
              <p14:xfrm>
                <a:off x="4207822" y="930056"/>
                <a:ext cx="39600" cy="10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9182" y="921416"/>
                  <a:ext cx="57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14:cNvPr>
                <p14:cNvContentPartPr/>
                <p14:nvPr/>
              </p14:nvContentPartPr>
              <p14:xfrm>
                <a:off x="4194502" y="879656"/>
                <a:ext cx="78840" cy="2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85502" y="870656"/>
                  <a:ext cx="96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14:cNvPr>
                <p14:cNvContentPartPr/>
                <p14:nvPr/>
              </p14:nvContentPartPr>
              <p14:xfrm>
                <a:off x="4236982" y="953456"/>
                <a:ext cx="52920" cy="10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7982" y="944456"/>
                  <a:ext cx="70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14:cNvPr>
                <p14:cNvContentPartPr/>
                <p14:nvPr/>
              </p14:nvContentPartPr>
              <p14:xfrm>
                <a:off x="4423102" y="940856"/>
                <a:ext cx="39960" cy="9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102" y="931856"/>
                  <a:ext cx="57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14:cNvPr>
                <p14:cNvContentPartPr/>
                <p14:nvPr/>
              </p14:nvContentPartPr>
              <p14:xfrm>
                <a:off x="4374862" y="894056"/>
                <a:ext cx="112320" cy="1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6222" y="885416"/>
                  <a:ext cx="129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A82321-7727-B265-85A8-FC4D3AEECE33}"/>
              </a:ext>
            </a:extLst>
          </p:cNvPr>
          <p:cNvGrpSpPr/>
          <p:nvPr/>
        </p:nvGrpSpPr>
        <p:grpSpPr>
          <a:xfrm>
            <a:off x="4667542" y="882896"/>
            <a:ext cx="1547640" cy="255240"/>
            <a:chOff x="4667542" y="882896"/>
            <a:chExt cx="15476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14:cNvPr>
                <p14:cNvContentPartPr/>
                <p14:nvPr/>
              </p14:nvContentPartPr>
              <p14:xfrm>
                <a:off x="4667542" y="903416"/>
                <a:ext cx="153360" cy="106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58902" y="894776"/>
                  <a:ext cx="171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14:cNvPr>
                <p14:cNvContentPartPr/>
                <p14:nvPr/>
              </p14:nvContentPartPr>
              <p14:xfrm>
                <a:off x="4775902" y="1036616"/>
                <a:ext cx="99360" cy="37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6902" y="1027616"/>
                  <a:ext cx="117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14:cNvPr>
                <p14:cNvContentPartPr/>
                <p14:nvPr/>
              </p14:nvContentPartPr>
              <p14:xfrm>
                <a:off x="5023582" y="882896"/>
                <a:ext cx="125280" cy="15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14942" y="873896"/>
                  <a:ext cx="142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14:cNvPr>
                <p14:cNvContentPartPr/>
                <p14:nvPr/>
              </p14:nvContentPartPr>
              <p14:xfrm>
                <a:off x="5183062" y="999176"/>
                <a:ext cx="127800" cy="90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4422" y="990536"/>
                  <a:ext cx="145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14:cNvPr>
                <p14:cNvContentPartPr/>
                <p14:nvPr/>
              </p14:nvContentPartPr>
              <p14:xfrm>
                <a:off x="5223742" y="1025816"/>
                <a:ext cx="55440" cy="7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5102" y="1017176"/>
                  <a:ext cx="73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14:cNvPr>
                <p14:cNvContentPartPr/>
                <p14:nvPr/>
              </p14:nvContentPartPr>
              <p14:xfrm>
                <a:off x="5426422" y="946256"/>
                <a:ext cx="21960" cy="9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17782" y="937256"/>
                  <a:ext cx="39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14:cNvPr>
                <p14:cNvContentPartPr/>
                <p14:nvPr/>
              </p14:nvContentPartPr>
              <p14:xfrm>
                <a:off x="5389702" y="1003496"/>
                <a:ext cx="96840" cy="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81062" y="994856"/>
                  <a:ext cx="11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14:cNvPr>
                <p14:cNvContentPartPr/>
                <p14:nvPr/>
              </p14:nvContentPartPr>
              <p14:xfrm>
                <a:off x="5549902" y="905576"/>
                <a:ext cx="137880" cy="164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1262" y="896576"/>
                  <a:ext cx="155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14:cNvPr>
                <p14:cNvContentPartPr/>
                <p14:nvPr/>
              </p14:nvContentPartPr>
              <p14:xfrm>
                <a:off x="5751862" y="1022936"/>
                <a:ext cx="117000" cy="115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42862" y="1013936"/>
                  <a:ext cx="134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14:cNvPr>
                <p14:cNvContentPartPr/>
                <p14:nvPr/>
              </p14:nvContentPartPr>
              <p14:xfrm>
                <a:off x="5964622" y="914216"/>
                <a:ext cx="27000" cy="11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55982" y="905576"/>
                  <a:ext cx="44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14:cNvPr>
                <p14:cNvContentPartPr/>
                <p14:nvPr/>
              </p14:nvContentPartPr>
              <p14:xfrm>
                <a:off x="5935462" y="989816"/>
                <a:ext cx="93240" cy="4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26462" y="980816"/>
                  <a:ext cx="110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14:cNvPr>
                <p14:cNvContentPartPr/>
                <p14:nvPr/>
              </p14:nvContentPartPr>
              <p14:xfrm>
                <a:off x="6177382" y="919616"/>
                <a:ext cx="37800" cy="143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382" y="910616"/>
                  <a:ext cx="55440" cy="16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8CE927E-C88A-0DC9-0722-0A8351EDD941}"/>
              </a:ext>
            </a:extLst>
          </p:cNvPr>
          <p:cNvGrpSpPr/>
          <p:nvPr/>
        </p:nvGrpSpPr>
        <p:grpSpPr>
          <a:xfrm>
            <a:off x="648502" y="431816"/>
            <a:ext cx="1446120" cy="322920"/>
            <a:chOff x="648502" y="431816"/>
            <a:chExt cx="144612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14:cNvPr>
                <p14:cNvContentPartPr/>
                <p14:nvPr/>
              </p14:nvContentPartPr>
              <p14:xfrm>
                <a:off x="658942" y="563216"/>
                <a:ext cx="56160" cy="144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0302" y="554576"/>
                  <a:ext cx="73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14:cNvPr>
                <p14:cNvContentPartPr/>
                <p14:nvPr/>
              </p14:nvContentPartPr>
              <p14:xfrm>
                <a:off x="648502" y="503816"/>
                <a:ext cx="141480" cy="2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502" y="495176"/>
                  <a:ext cx="159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14:cNvPr>
                <p14:cNvContentPartPr/>
                <p14:nvPr/>
              </p14:nvContentPartPr>
              <p14:xfrm>
                <a:off x="691702" y="610736"/>
                <a:ext cx="212040" cy="10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2702" y="602096"/>
                  <a:ext cx="229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14:cNvPr>
                <p14:cNvContentPartPr/>
                <p14:nvPr/>
              </p14:nvContentPartPr>
              <p14:xfrm>
                <a:off x="935422" y="616496"/>
                <a:ext cx="122400" cy="79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782" y="607856"/>
                  <a:ext cx="140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14:cNvPr>
                <p14:cNvContentPartPr/>
                <p14:nvPr/>
              </p14:nvContentPartPr>
              <p14:xfrm>
                <a:off x="931102" y="632336"/>
                <a:ext cx="121680" cy="8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2102" y="623696"/>
                  <a:ext cx="139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14:cNvPr>
                <p14:cNvContentPartPr/>
                <p14:nvPr/>
              </p14:nvContentPartPr>
              <p14:xfrm>
                <a:off x="1184902" y="617576"/>
                <a:ext cx="145440" cy="6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5902" y="608576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14:cNvPr>
                <p14:cNvContentPartPr/>
                <p14:nvPr/>
              </p14:nvContentPartPr>
              <p14:xfrm>
                <a:off x="1412782" y="621896"/>
                <a:ext cx="210240" cy="37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142" y="612896"/>
                  <a:ext cx="227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14:cNvPr>
                <p14:cNvContentPartPr/>
                <p14:nvPr/>
              </p14:nvContentPartPr>
              <p14:xfrm>
                <a:off x="1699702" y="593096"/>
                <a:ext cx="98640" cy="161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90702" y="584456"/>
                  <a:ext cx="116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14:cNvPr>
                <p14:cNvContentPartPr/>
                <p14:nvPr/>
              </p14:nvContentPartPr>
              <p14:xfrm>
                <a:off x="1865302" y="431816"/>
                <a:ext cx="229320" cy="25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6662" y="423176"/>
                  <a:ext cx="24696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E620D5-33E7-C309-39F5-CE518D90760D}"/>
              </a:ext>
            </a:extLst>
          </p:cNvPr>
          <p:cNvGrpSpPr/>
          <p:nvPr/>
        </p:nvGrpSpPr>
        <p:grpSpPr>
          <a:xfrm>
            <a:off x="2519782" y="492296"/>
            <a:ext cx="547560" cy="188280"/>
            <a:chOff x="2519782" y="492296"/>
            <a:chExt cx="54756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14:cNvPr>
                <p14:cNvContentPartPr/>
                <p14:nvPr/>
              </p14:nvContentPartPr>
              <p14:xfrm>
                <a:off x="2519782" y="492296"/>
                <a:ext cx="143640" cy="166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0782" y="483656"/>
                  <a:ext cx="161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14:cNvPr>
                <p14:cNvContentPartPr/>
                <p14:nvPr/>
              </p14:nvContentPartPr>
              <p14:xfrm>
                <a:off x="2758462" y="506696"/>
                <a:ext cx="14832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49822" y="497696"/>
                  <a:ext cx="16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14:cNvPr>
                <p14:cNvContentPartPr/>
                <p14:nvPr/>
              </p14:nvContentPartPr>
              <p14:xfrm>
                <a:off x="2969062" y="499136"/>
                <a:ext cx="98280" cy="18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0422" y="490496"/>
                  <a:ext cx="1159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FB68A4-D5D1-1A24-5895-3C92CC59B79B}"/>
              </a:ext>
            </a:extLst>
          </p:cNvPr>
          <p:cNvGrpSpPr/>
          <p:nvPr/>
        </p:nvGrpSpPr>
        <p:grpSpPr>
          <a:xfrm>
            <a:off x="728062" y="1148216"/>
            <a:ext cx="596160" cy="262800"/>
            <a:chOff x="728062" y="1148216"/>
            <a:chExt cx="5961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14:cNvPr>
                <p14:cNvContentPartPr/>
                <p14:nvPr/>
              </p14:nvContentPartPr>
              <p14:xfrm>
                <a:off x="728062" y="1148216"/>
                <a:ext cx="145080" cy="234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9422" y="1139216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14:cNvPr>
                <p14:cNvContentPartPr/>
                <p14:nvPr/>
              </p14:nvContentPartPr>
              <p14:xfrm>
                <a:off x="898342" y="1302296"/>
                <a:ext cx="152640" cy="8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9342" y="1293656"/>
                  <a:ext cx="170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14:cNvPr>
                <p14:cNvContentPartPr/>
                <p14:nvPr/>
              </p14:nvContentPartPr>
              <p14:xfrm>
                <a:off x="962782" y="1328936"/>
                <a:ext cx="52920" cy="8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142" y="1319936"/>
                  <a:ext cx="70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14:cNvPr>
                <p14:cNvContentPartPr/>
                <p14:nvPr/>
              </p14:nvContentPartPr>
              <p14:xfrm>
                <a:off x="1212622" y="1303376"/>
                <a:ext cx="11124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3622" y="1294736"/>
                  <a:ext cx="12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14:cNvPr>
                <p14:cNvContentPartPr/>
                <p14:nvPr/>
              </p14:nvContentPartPr>
              <p14:xfrm>
                <a:off x="1221982" y="1230296"/>
                <a:ext cx="102240" cy="14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2982" y="1221296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14:cNvPr>
              <p14:cNvContentPartPr/>
              <p14:nvPr/>
            </p14:nvContentPartPr>
            <p14:xfrm>
              <a:off x="1504222" y="1159736"/>
              <a:ext cx="185400" cy="207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5582" y="1151096"/>
                <a:ext cx="20304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56F4681-E5B9-0C02-AC35-C5A3DFF22D68}"/>
              </a:ext>
            </a:extLst>
          </p:cNvPr>
          <p:cNvGrpSpPr/>
          <p:nvPr/>
        </p:nvGrpSpPr>
        <p:grpSpPr>
          <a:xfrm>
            <a:off x="2237542" y="1152896"/>
            <a:ext cx="803520" cy="291960"/>
            <a:chOff x="2237542" y="1152896"/>
            <a:chExt cx="803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14:cNvPr>
                <p14:cNvContentPartPr/>
                <p14:nvPr/>
              </p14:nvContentPartPr>
              <p14:xfrm>
                <a:off x="2237542" y="1152896"/>
                <a:ext cx="163800" cy="237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8542" y="1143896"/>
                  <a:ext cx="1814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14:cNvPr>
                <p14:cNvContentPartPr/>
                <p14:nvPr/>
              </p14:nvContentPartPr>
              <p14:xfrm>
                <a:off x="2454982" y="1296896"/>
                <a:ext cx="160560" cy="147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46342" y="1288256"/>
                  <a:ext cx="178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14:cNvPr>
                <p14:cNvContentPartPr/>
                <p14:nvPr/>
              </p14:nvContentPartPr>
              <p14:xfrm>
                <a:off x="2663062" y="1325336"/>
                <a:ext cx="85680" cy="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54062" y="1316696"/>
                  <a:ext cx="103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14:cNvPr>
                <p14:cNvContentPartPr/>
                <p14:nvPr/>
              </p14:nvContentPartPr>
              <p14:xfrm>
                <a:off x="2669902" y="1275656"/>
                <a:ext cx="13716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61262" y="1267016"/>
                  <a:ext cx="154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14:cNvPr>
                <p14:cNvContentPartPr/>
                <p14:nvPr/>
              </p14:nvContentPartPr>
              <p14:xfrm>
                <a:off x="2892022" y="1207976"/>
                <a:ext cx="149040" cy="158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83022" y="1199336"/>
                  <a:ext cx="1666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59C93A-8892-F925-9873-B12BDEE31D96}"/>
              </a:ext>
            </a:extLst>
          </p:cNvPr>
          <p:cNvGrpSpPr/>
          <p:nvPr/>
        </p:nvGrpSpPr>
        <p:grpSpPr>
          <a:xfrm>
            <a:off x="3566662" y="1130216"/>
            <a:ext cx="918000" cy="386640"/>
            <a:chOff x="3566662" y="1130216"/>
            <a:chExt cx="9180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14:cNvPr>
                <p14:cNvContentPartPr/>
                <p14:nvPr/>
              </p14:nvContentPartPr>
              <p14:xfrm>
                <a:off x="3566662" y="1130216"/>
                <a:ext cx="151200" cy="196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7662" y="1121216"/>
                  <a:ext cx="168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14:cNvPr>
                <p14:cNvContentPartPr/>
                <p14:nvPr/>
              </p14:nvContentPartPr>
              <p14:xfrm>
                <a:off x="3816862" y="1277096"/>
                <a:ext cx="157680" cy="239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7862" y="1268456"/>
                  <a:ext cx="175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14:cNvPr>
                <p14:cNvContentPartPr/>
                <p14:nvPr/>
              </p14:nvContentPartPr>
              <p14:xfrm>
                <a:off x="4077862" y="1294736"/>
                <a:ext cx="117000" cy="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68862" y="1286096"/>
                  <a:ext cx="134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14:cNvPr>
                <p14:cNvContentPartPr/>
                <p14:nvPr/>
              </p14:nvContentPartPr>
              <p14:xfrm>
                <a:off x="4078222" y="1240376"/>
                <a:ext cx="111240" cy="9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69582" y="1231736"/>
                  <a:ext cx="128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14:cNvPr>
                <p14:cNvContentPartPr/>
                <p14:nvPr/>
              </p14:nvContentPartPr>
              <p14:xfrm>
                <a:off x="4316542" y="1139936"/>
                <a:ext cx="168120" cy="98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07902" y="1130936"/>
                  <a:ext cx="185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14:cNvPr>
                <p14:cNvContentPartPr/>
                <p14:nvPr/>
              </p14:nvContentPartPr>
              <p14:xfrm>
                <a:off x="4438942" y="1190696"/>
                <a:ext cx="37440" cy="138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29942" y="1181696"/>
                  <a:ext cx="550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C42B16-E501-5805-5003-5D82D5DEAC4B}"/>
              </a:ext>
            </a:extLst>
          </p:cNvPr>
          <p:cNvGrpSpPr/>
          <p:nvPr/>
        </p:nvGrpSpPr>
        <p:grpSpPr>
          <a:xfrm>
            <a:off x="5068942" y="1150016"/>
            <a:ext cx="783360" cy="180000"/>
            <a:chOff x="5068942" y="1150016"/>
            <a:chExt cx="78336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14:cNvPr>
                <p14:cNvContentPartPr/>
                <p14:nvPr/>
              </p14:nvContentPartPr>
              <p14:xfrm>
                <a:off x="5068942" y="1171256"/>
                <a:ext cx="232920" cy="157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0302" y="1162616"/>
                  <a:ext cx="250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14:cNvPr>
                <p14:cNvContentPartPr/>
                <p14:nvPr/>
              </p14:nvContentPartPr>
              <p14:xfrm>
                <a:off x="5442982" y="1276736"/>
                <a:ext cx="139320" cy="1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33982" y="1267736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14:cNvPr>
                <p14:cNvContentPartPr/>
                <p14:nvPr/>
              </p14:nvContentPartPr>
              <p14:xfrm>
                <a:off x="5412742" y="1211936"/>
                <a:ext cx="137880" cy="26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03742" y="1203296"/>
                  <a:ext cx="155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14:cNvPr>
                <p14:cNvContentPartPr/>
                <p14:nvPr/>
              </p14:nvContentPartPr>
              <p14:xfrm>
                <a:off x="5672302" y="1150016"/>
                <a:ext cx="180000" cy="9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3302" y="1141016"/>
                  <a:ext cx="197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14:cNvPr>
                <p14:cNvContentPartPr/>
                <p14:nvPr/>
              </p14:nvContentPartPr>
              <p14:xfrm>
                <a:off x="5799742" y="1190696"/>
                <a:ext cx="30600" cy="139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91102" y="1181696"/>
                  <a:ext cx="482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541A7C-20D1-0A35-AA7A-04B415115995}"/>
              </a:ext>
            </a:extLst>
          </p:cNvPr>
          <p:cNvGrpSpPr/>
          <p:nvPr/>
        </p:nvGrpSpPr>
        <p:grpSpPr>
          <a:xfrm>
            <a:off x="6135262" y="1131296"/>
            <a:ext cx="1376640" cy="176760"/>
            <a:chOff x="6135262" y="1131296"/>
            <a:chExt cx="13766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14:cNvPr>
                <p14:cNvContentPartPr/>
                <p14:nvPr/>
              </p14:nvContentPartPr>
              <p14:xfrm>
                <a:off x="6166942" y="1236416"/>
                <a:ext cx="106200" cy="39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58302" y="1227416"/>
                  <a:ext cx="123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14:cNvPr>
                <p14:cNvContentPartPr/>
                <p14:nvPr/>
              </p14:nvContentPartPr>
              <p14:xfrm>
                <a:off x="6174502" y="1193936"/>
                <a:ext cx="114840" cy="23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65502" y="1185296"/>
                  <a:ext cx="13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14:cNvPr>
                <p14:cNvContentPartPr/>
                <p14:nvPr/>
              </p14:nvContentPartPr>
              <p14:xfrm>
                <a:off x="6448462" y="1131296"/>
                <a:ext cx="182880" cy="176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39822" y="1122656"/>
                  <a:ext cx="200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14:cNvPr>
                <p14:cNvContentPartPr/>
                <p14:nvPr/>
              </p14:nvContentPartPr>
              <p14:xfrm>
                <a:off x="6746182" y="1174856"/>
                <a:ext cx="65160" cy="106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7182" y="1165856"/>
                  <a:ext cx="82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14:cNvPr>
                <p14:cNvContentPartPr/>
                <p14:nvPr/>
              </p14:nvContentPartPr>
              <p14:xfrm>
                <a:off x="6729262" y="1224536"/>
                <a:ext cx="91800" cy="7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20622" y="121589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14:cNvPr>
                <p14:cNvContentPartPr/>
                <p14:nvPr/>
              </p14:nvContentPartPr>
              <p14:xfrm>
                <a:off x="6868582" y="1143536"/>
                <a:ext cx="183240" cy="144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59582" y="1134896"/>
                  <a:ext cx="200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14:cNvPr>
                <p14:cNvContentPartPr/>
                <p14:nvPr/>
              </p14:nvContentPartPr>
              <p14:xfrm>
                <a:off x="7177462" y="1220216"/>
                <a:ext cx="143280" cy="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8822" y="1211216"/>
                  <a:ext cx="160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14:cNvPr>
                <p14:cNvContentPartPr/>
                <p14:nvPr/>
              </p14:nvContentPartPr>
              <p14:xfrm>
                <a:off x="7442782" y="1137416"/>
                <a:ext cx="69120" cy="14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33782" y="1128776"/>
                  <a:ext cx="8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14:cNvPr>
                <p14:cNvContentPartPr/>
                <p14:nvPr/>
              </p14:nvContentPartPr>
              <p14:xfrm>
                <a:off x="6135262" y="1194656"/>
                <a:ext cx="159120" cy="1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26622" y="1185656"/>
                  <a:ext cx="176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14:cNvPr>
                <p14:cNvContentPartPr/>
                <p14:nvPr/>
              </p14:nvContentPartPr>
              <p14:xfrm>
                <a:off x="6136702" y="1244336"/>
                <a:ext cx="154440" cy="16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28062" y="1235696"/>
                  <a:ext cx="1720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60BFE5-5AAC-1A3A-2C9F-54F8007A925A}"/>
              </a:ext>
            </a:extLst>
          </p:cNvPr>
          <p:cNvGrpSpPr/>
          <p:nvPr/>
        </p:nvGrpSpPr>
        <p:grpSpPr>
          <a:xfrm>
            <a:off x="8267902" y="1099616"/>
            <a:ext cx="1881360" cy="297360"/>
            <a:chOff x="8267902" y="1099616"/>
            <a:chExt cx="188136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14:cNvPr>
                <p14:cNvContentPartPr/>
                <p14:nvPr/>
              </p14:nvContentPartPr>
              <p14:xfrm>
                <a:off x="8267902" y="1116176"/>
                <a:ext cx="141480" cy="219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59262" y="1107536"/>
                  <a:ext cx="159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14:cNvPr>
                <p14:cNvContentPartPr/>
                <p14:nvPr/>
              </p14:nvContentPartPr>
              <p14:xfrm>
                <a:off x="8515942" y="1107536"/>
                <a:ext cx="120240" cy="212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06942" y="1098896"/>
                  <a:ext cx="137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14:cNvPr>
                <p14:cNvContentPartPr/>
                <p14:nvPr/>
              </p14:nvContentPartPr>
              <p14:xfrm>
                <a:off x="8649502" y="1213736"/>
                <a:ext cx="155160" cy="6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40502" y="1205096"/>
                  <a:ext cx="172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14:cNvPr>
                <p14:cNvContentPartPr/>
                <p14:nvPr/>
              </p14:nvContentPartPr>
              <p14:xfrm>
                <a:off x="8787742" y="1099616"/>
                <a:ext cx="132120" cy="23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78742" y="1090976"/>
                  <a:ext cx="149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14:cNvPr>
                <p14:cNvContentPartPr/>
                <p14:nvPr/>
              </p14:nvContentPartPr>
              <p14:xfrm>
                <a:off x="9094822" y="1275656"/>
                <a:ext cx="8640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86182" y="1267016"/>
                  <a:ext cx="104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14:cNvPr>
                <p14:cNvContentPartPr/>
                <p14:nvPr/>
              </p14:nvContentPartPr>
              <p14:xfrm>
                <a:off x="9077182" y="1219496"/>
                <a:ext cx="88560" cy="1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68182" y="1210856"/>
                  <a:ext cx="106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14:cNvPr>
                <p14:cNvContentPartPr/>
                <p14:nvPr/>
              </p14:nvContentPartPr>
              <p14:xfrm>
                <a:off x="9308662" y="1105736"/>
                <a:ext cx="141120" cy="196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99662" y="1096736"/>
                  <a:ext cx="158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14:cNvPr>
                <p14:cNvContentPartPr/>
                <p14:nvPr/>
              </p14:nvContentPartPr>
              <p14:xfrm>
                <a:off x="9531862" y="1290416"/>
                <a:ext cx="89640" cy="70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22862" y="1281776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14:cNvPr>
                <p14:cNvContentPartPr/>
                <p14:nvPr/>
              </p14:nvContentPartPr>
              <p14:xfrm>
                <a:off x="9778822" y="1350176"/>
                <a:ext cx="51120" cy="42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70182" y="1341176"/>
                  <a:ext cx="68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14:cNvPr>
                <p14:cNvContentPartPr/>
                <p14:nvPr/>
              </p14:nvContentPartPr>
              <p14:xfrm>
                <a:off x="9872062" y="1139576"/>
                <a:ext cx="170640" cy="194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63422" y="1130936"/>
                  <a:ext cx="188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14:cNvPr>
                <p14:cNvContentPartPr/>
                <p14:nvPr/>
              </p14:nvContentPartPr>
              <p14:xfrm>
                <a:off x="10121902" y="1307696"/>
                <a:ext cx="27360" cy="89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3262" y="1298696"/>
                  <a:ext cx="4500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14:cNvPr>
              <p14:cNvContentPartPr/>
              <p14:nvPr/>
            </p14:nvContentPartPr>
            <p14:xfrm>
              <a:off x="945502" y="2497856"/>
              <a:ext cx="203400" cy="188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6502" y="2489216"/>
                <a:ext cx="22104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A31D74A5-756D-6DC8-3444-2B720E27F326}"/>
              </a:ext>
            </a:extLst>
          </p:cNvPr>
          <p:cNvGrpSpPr/>
          <p:nvPr/>
        </p:nvGrpSpPr>
        <p:grpSpPr>
          <a:xfrm>
            <a:off x="1373902" y="2578856"/>
            <a:ext cx="263520" cy="154800"/>
            <a:chOff x="1373902" y="2578856"/>
            <a:chExt cx="26352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14:cNvPr>
                <p14:cNvContentPartPr/>
                <p14:nvPr/>
              </p14:nvContentPartPr>
              <p14:xfrm>
                <a:off x="1373902" y="2578856"/>
                <a:ext cx="103680" cy="61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5262" y="2569856"/>
                  <a:ext cx="121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14:cNvPr>
                <p14:cNvContentPartPr/>
                <p14:nvPr/>
              </p14:nvContentPartPr>
              <p14:xfrm>
                <a:off x="1393702" y="2594336"/>
                <a:ext cx="84600" cy="83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4702" y="2585336"/>
                  <a:ext cx="102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14:cNvPr>
                <p14:cNvContentPartPr/>
                <p14:nvPr/>
              </p14:nvContentPartPr>
              <p14:xfrm>
                <a:off x="1552462" y="2668496"/>
                <a:ext cx="84960" cy="6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43462" y="2659856"/>
                  <a:ext cx="1026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42CF5A9-07CE-884A-8ADB-DDA5C5363D94}"/>
              </a:ext>
            </a:extLst>
          </p:cNvPr>
          <p:cNvGrpSpPr/>
          <p:nvPr/>
        </p:nvGrpSpPr>
        <p:grpSpPr>
          <a:xfrm>
            <a:off x="1833982" y="2572736"/>
            <a:ext cx="285480" cy="181080"/>
            <a:chOff x="1833982" y="2572736"/>
            <a:chExt cx="28548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14:cNvPr>
                <p14:cNvContentPartPr/>
                <p14:nvPr/>
              </p14:nvContentPartPr>
              <p14:xfrm>
                <a:off x="1833982" y="2572736"/>
                <a:ext cx="141120" cy="82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24982" y="2564096"/>
                  <a:ext cx="15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14:cNvPr>
                <p14:cNvContentPartPr/>
                <p14:nvPr/>
              </p14:nvContentPartPr>
              <p14:xfrm>
                <a:off x="1898782" y="2583536"/>
                <a:ext cx="47160" cy="88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89782" y="2574536"/>
                  <a:ext cx="64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14:cNvPr>
                <p14:cNvContentPartPr/>
                <p14:nvPr/>
              </p14:nvContentPartPr>
              <p14:xfrm>
                <a:off x="2105422" y="2679296"/>
                <a:ext cx="14040" cy="74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96782" y="2670296"/>
                  <a:ext cx="316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0C5D2CD-183E-1FB0-FAD9-316AFF28B4BD}"/>
              </a:ext>
            </a:extLst>
          </p:cNvPr>
          <p:cNvGrpSpPr/>
          <p:nvPr/>
        </p:nvGrpSpPr>
        <p:grpSpPr>
          <a:xfrm>
            <a:off x="2312422" y="2562296"/>
            <a:ext cx="334800" cy="176400"/>
            <a:chOff x="2312422" y="2562296"/>
            <a:chExt cx="33480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14:cNvPr>
                <p14:cNvContentPartPr/>
                <p14:nvPr/>
              </p14:nvContentPartPr>
              <p14:xfrm>
                <a:off x="2312422" y="2562296"/>
                <a:ext cx="149400" cy="91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03422" y="2553296"/>
                  <a:ext cx="16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14:cNvPr>
                <p14:cNvContentPartPr/>
                <p14:nvPr/>
              </p14:nvContentPartPr>
              <p14:xfrm>
                <a:off x="2386222" y="2567696"/>
                <a:ext cx="33120" cy="82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77222" y="2558696"/>
                  <a:ext cx="50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14:cNvPr>
                <p14:cNvContentPartPr/>
                <p14:nvPr/>
              </p14:nvContentPartPr>
              <p14:xfrm>
                <a:off x="2514382" y="2660576"/>
                <a:ext cx="132840" cy="78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05742" y="2651936"/>
                  <a:ext cx="1504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7145C44-4433-0054-AF87-6D9C845DA867}"/>
              </a:ext>
            </a:extLst>
          </p:cNvPr>
          <p:cNvGrpSpPr/>
          <p:nvPr/>
        </p:nvGrpSpPr>
        <p:grpSpPr>
          <a:xfrm>
            <a:off x="2822902" y="2535656"/>
            <a:ext cx="370800" cy="202680"/>
            <a:chOff x="2822902" y="2535656"/>
            <a:chExt cx="3708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14:cNvPr>
                <p14:cNvContentPartPr/>
                <p14:nvPr/>
              </p14:nvContentPartPr>
              <p14:xfrm>
                <a:off x="2822902" y="2535656"/>
                <a:ext cx="191880" cy="9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13902" y="2527016"/>
                  <a:ext cx="209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14:cNvPr>
                <p14:cNvContentPartPr/>
                <p14:nvPr/>
              </p14:nvContentPartPr>
              <p14:xfrm>
                <a:off x="2914342" y="2551496"/>
                <a:ext cx="41760" cy="82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05342" y="2542856"/>
                  <a:ext cx="5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14:cNvPr>
                <p14:cNvContentPartPr/>
                <p14:nvPr/>
              </p14:nvContentPartPr>
              <p14:xfrm>
                <a:off x="3109822" y="2621696"/>
                <a:ext cx="83880" cy="116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01182" y="2613056"/>
                  <a:ext cx="10152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585226E-F14F-49A2-D924-39D665A6028B}"/>
              </a:ext>
            </a:extLst>
          </p:cNvPr>
          <p:cNvGrpSpPr/>
          <p:nvPr/>
        </p:nvGrpSpPr>
        <p:grpSpPr>
          <a:xfrm>
            <a:off x="3365062" y="2530256"/>
            <a:ext cx="403200" cy="208800"/>
            <a:chOff x="3365062" y="2530256"/>
            <a:chExt cx="4032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14:cNvPr>
                <p14:cNvContentPartPr/>
                <p14:nvPr/>
              </p14:nvContentPartPr>
              <p14:xfrm>
                <a:off x="3365062" y="2530256"/>
                <a:ext cx="204840" cy="99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56062" y="2521616"/>
                  <a:ext cx="222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14:cNvPr>
                <p14:cNvContentPartPr/>
                <p14:nvPr/>
              </p14:nvContentPartPr>
              <p14:xfrm>
                <a:off x="3474502" y="2530256"/>
                <a:ext cx="29160" cy="10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65502" y="2521616"/>
                  <a:ext cx="46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14:cNvPr>
                <p14:cNvContentPartPr/>
                <p14:nvPr/>
              </p14:nvContentPartPr>
              <p14:xfrm>
                <a:off x="3646942" y="2631416"/>
                <a:ext cx="121320" cy="5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37942" y="262241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14:cNvPr>
                <p14:cNvContentPartPr/>
                <p14:nvPr/>
              </p14:nvContentPartPr>
              <p14:xfrm>
                <a:off x="3716062" y="2647256"/>
                <a:ext cx="41760" cy="91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7062" y="2638616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1227F3A-825F-D7AD-46C9-DF00D8A0FD32}"/>
              </a:ext>
            </a:extLst>
          </p:cNvPr>
          <p:cNvGrpSpPr/>
          <p:nvPr/>
        </p:nvGrpSpPr>
        <p:grpSpPr>
          <a:xfrm>
            <a:off x="3976342" y="2525216"/>
            <a:ext cx="371880" cy="222840"/>
            <a:chOff x="3976342" y="2525216"/>
            <a:chExt cx="37188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14:cNvPr>
                <p14:cNvContentPartPr/>
                <p14:nvPr/>
              </p14:nvContentPartPr>
              <p14:xfrm>
                <a:off x="3976342" y="2525216"/>
                <a:ext cx="183960" cy="10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67702" y="2516216"/>
                  <a:ext cx="201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14:cNvPr>
                <p14:cNvContentPartPr/>
                <p14:nvPr/>
              </p14:nvContentPartPr>
              <p14:xfrm>
                <a:off x="4086142" y="2535656"/>
                <a:ext cx="28800" cy="9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77142" y="2527016"/>
                  <a:ext cx="46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14:cNvPr>
                <p14:cNvContentPartPr/>
                <p14:nvPr/>
              </p14:nvContentPartPr>
              <p14:xfrm>
                <a:off x="4225822" y="2636816"/>
                <a:ext cx="83160" cy="111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16822" y="2627816"/>
                  <a:ext cx="100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14:cNvPr>
                <p14:cNvContentPartPr/>
                <p14:nvPr/>
              </p14:nvContentPartPr>
              <p14:xfrm>
                <a:off x="4247422" y="2619896"/>
                <a:ext cx="100800" cy="1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38782" y="2610896"/>
                  <a:ext cx="1184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6C029BF-607D-21AE-27CC-526B8C39BFD7}"/>
              </a:ext>
            </a:extLst>
          </p:cNvPr>
          <p:cNvGrpSpPr/>
          <p:nvPr/>
        </p:nvGrpSpPr>
        <p:grpSpPr>
          <a:xfrm>
            <a:off x="4529302" y="2541056"/>
            <a:ext cx="304200" cy="210960"/>
            <a:chOff x="4529302" y="2541056"/>
            <a:chExt cx="30420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14:cNvPr>
                <p14:cNvContentPartPr/>
                <p14:nvPr/>
              </p14:nvContentPartPr>
              <p14:xfrm>
                <a:off x="4529302" y="2541056"/>
                <a:ext cx="13860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20302" y="2532416"/>
                  <a:ext cx="156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14:cNvPr>
                <p14:cNvContentPartPr/>
                <p14:nvPr/>
              </p14:nvContentPartPr>
              <p14:xfrm>
                <a:off x="4599502" y="2541056"/>
                <a:ext cx="31320" cy="10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90502" y="2532056"/>
                  <a:ext cx="48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14:cNvPr>
                <p14:cNvContentPartPr/>
                <p14:nvPr/>
              </p14:nvContentPartPr>
              <p14:xfrm>
                <a:off x="4756462" y="2647256"/>
                <a:ext cx="7704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47462" y="2638616"/>
                  <a:ext cx="94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C1D9F6-CAAD-FA93-A0CC-8084C1C07D8C}"/>
              </a:ext>
            </a:extLst>
          </p:cNvPr>
          <p:cNvGrpSpPr/>
          <p:nvPr/>
        </p:nvGrpSpPr>
        <p:grpSpPr>
          <a:xfrm>
            <a:off x="5082262" y="2555816"/>
            <a:ext cx="345960" cy="231840"/>
            <a:chOff x="5082262" y="2555816"/>
            <a:chExt cx="3459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14:cNvPr>
                <p14:cNvContentPartPr/>
                <p14:nvPr/>
              </p14:nvContentPartPr>
              <p14:xfrm>
                <a:off x="5082262" y="2555816"/>
                <a:ext cx="171720" cy="10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73622" y="2547176"/>
                  <a:ext cx="189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14:cNvPr>
                <p14:cNvContentPartPr/>
                <p14:nvPr/>
              </p14:nvContentPartPr>
              <p14:xfrm>
                <a:off x="5139862" y="2556896"/>
                <a:ext cx="48960" cy="132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31222" y="2548256"/>
                  <a:ext cx="66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14:cNvPr>
                <p14:cNvContentPartPr/>
                <p14:nvPr/>
              </p14:nvContentPartPr>
              <p14:xfrm>
                <a:off x="5321302" y="2663456"/>
                <a:ext cx="80640" cy="12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2662" y="2654456"/>
                  <a:ext cx="98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14:cNvPr>
                <p14:cNvContentPartPr/>
                <p14:nvPr/>
              </p14:nvContentPartPr>
              <p14:xfrm>
                <a:off x="5352622" y="2727176"/>
                <a:ext cx="75600" cy="10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43622" y="2718176"/>
                  <a:ext cx="932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7E13D2C-ED78-39A9-E947-57ECE38B59A6}"/>
              </a:ext>
            </a:extLst>
          </p:cNvPr>
          <p:cNvGrpSpPr/>
          <p:nvPr/>
        </p:nvGrpSpPr>
        <p:grpSpPr>
          <a:xfrm>
            <a:off x="5704342" y="2583536"/>
            <a:ext cx="361080" cy="235800"/>
            <a:chOff x="5704342" y="2583536"/>
            <a:chExt cx="3610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14:cNvPr>
                <p14:cNvContentPartPr/>
                <p14:nvPr/>
              </p14:nvContentPartPr>
              <p14:xfrm>
                <a:off x="5704342" y="2591096"/>
                <a:ext cx="146160" cy="92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95342" y="2582456"/>
                  <a:ext cx="163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14:cNvPr>
                <p14:cNvContentPartPr/>
                <p14:nvPr/>
              </p14:nvContentPartPr>
              <p14:xfrm>
                <a:off x="5770942" y="2583536"/>
                <a:ext cx="34560" cy="106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61942" y="2574536"/>
                  <a:ext cx="52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14:cNvPr>
                <p14:cNvContentPartPr/>
                <p14:nvPr/>
              </p14:nvContentPartPr>
              <p14:xfrm>
                <a:off x="5937622" y="2678216"/>
                <a:ext cx="9684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28622" y="2669576"/>
                  <a:ext cx="114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14:cNvPr>
                <p14:cNvContentPartPr/>
                <p14:nvPr/>
              </p14:nvContentPartPr>
              <p14:xfrm>
                <a:off x="5958862" y="2743016"/>
                <a:ext cx="106560" cy="76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9862" y="2734376"/>
                  <a:ext cx="124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A5F249F-8584-8F1E-9FCD-EDA2CE7BEC19}"/>
              </a:ext>
            </a:extLst>
          </p:cNvPr>
          <p:cNvGrpSpPr/>
          <p:nvPr/>
        </p:nvGrpSpPr>
        <p:grpSpPr>
          <a:xfrm>
            <a:off x="6326062" y="2556896"/>
            <a:ext cx="322200" cy="265680"/>
            <a:chOff x="6326062" y="2556896"/>
            <a:chExt cx="32220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14:cNvPr>
                <p14:cNvContentPartPr/>
                <p14:nvPr/>
              </p14:nvContentPartPr>
              <p14:xfrm>
                <a:off x="6326062" y="2556896"/>
                <a:ext cx="151200" cy="9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17422" y="2548256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14:cNvPr>
                <p14:cNvContentPartPr/>
                <p14:nvPr/>
              </p14:nvContentPartPr>
              <p14:xfrm>
                <a:off x="6398782" y="2556896"/>
                <a:ext cx="50040" cy="128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89782" y="2548256"/>
                  <a:ext cx="67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14:cNvPr>
                <p14:cNvContentPartPr/>
                <p14:nvPr/>
              </p14:nvContentPartPr>
              <p14:xfrm>
                <a:off x="6569782" y="2664176"/>
                <a:ext cx="78480" cy="15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61142" y="2655176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14:cNvPr>
              <p14:cNvContentPartPr/>
              <p14:nvPr/>
            </p14:nvContentPartPr>
            <p14:xfrm>
              <a:off x="908782" y="2806016"/>
              <a:ext cx="1919160" cy="1076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00142" y="2797016"/>
                <a:ext cx="193680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75C250-6EE7-2995-A434-8C1914CED7BF}"/>
              </a:ext>
            </a:extLst>
          </p:cNvPr>
          <p:cNvGrpSpPr/>
          <p:nvPr/>
        </p:nvGrpSpPr>
        <p:grpSpPr>
          <a:xfrm>
            <a:off x="1239982" y="3055856"/>
            <a:ext cx="1496160" cy="235800"/>
            <a:chOff x="1239982" y="3055856"/>
            <a:chExt cx="149616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14:cNvPr>
                <p14:cNvContentPartPr/>
                <p14:nvPr/>
              </p14:nvContentPartPr>
              <p14:xfrm>
                <a:off x="1279942" y="3182576"/>
                <a:ext cx="137520" cy="88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70942" y="3173576"/>
                  <a:ext cx="155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14:cNvPr>
                <p14:cNvContentPartPr/>
                <p14:nvPr/>
              </p14:nvContentPartPr>
              <p14:xfrm>
                <a:off x="1311982" y="3205616"/>
                <a:ext cx="70560" cy="79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03342" y="3196976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14:cNvPr>
                <p14:cNvContentPartPr/>
                <p14:nvPr/>
              </p14:nvContentPartPr>
              <p14:xfrm>
                <a:off x="1239982" y="3221456"/>
                <a:ext cx="179640" cy="1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30982" y="3212456"/>
                  <a:ext cx="197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14:cNvPr>
                <p14:cNvContentPartPr/>
                <p14:nvPr/>
              </p14:nvContentPartPr>
              <p14:xfrm>
                <a:off x="1539862" y="3188696"/>
                <a:ext cx="178200" cy="102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31222" y="3180056"/>
                  <a:ext cx="195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14:cNvPr>
                <p14:cNvContentPartPr/>
                <p14:nvPr/>
              </p14:nvContentPartPr>
              <p14:xfrm>
                <a:off x="1786102" y="3237296"/>
                <a:ext cx="14040" cy="26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77102" y="3228656"/>
                  <a:ext cx="3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14:cNvPr>
                <p14:cNvContentPartPr/>
                <p14:nvPr/>
              </p14:nvContentPartPr>
              <p14:xfrm>
                <a:off x="1731022" y="3078896"/>
                <a:ext cx="2520" cy="3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22022" y="3070256"/>
                  <a:ext cx="20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14:cNvPr>
                <p14:cNvContentPartPr/>
                <p14:nvPr/>
              </p14:nvContentPartPr>
              <p14:xfrm>
                <a:off x="1796902" y="3082856"/>
                <a:ext cx="105480" cy="176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87902" y="3074216"/>
                  <a:ext cx="123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14:cNvPr>
                <p14:cNvContentPartPr/>
                <p14:nvPr/>
              </p14:nvContentPartPr>
              <p14:xfrm>
                <a:off x="1865662" y="3086816"/>
                <a:ext cx="241920" cy="156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57022" y="3077816"/>
                  <a:ext cx="259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14:cNvPr>
                <p14:cNvContentPartPr/>
                <p14:nvPr/>
              </p14:nvContentPartPr>
              <p14:xfrm>
                <a:off x="2218102" y="3066656"/>
                <a:ext cx="144720" cy="17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09462" y="3057656"/>
                  <a:ext cx="162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14:cNvPr>
                <p14:cNvContentPartPr/>
                <p14:nvPr/>
              </p14:nvContentPartPr>
              <p14:xfrm>
                <a:off x="2385142" y="3070976"/>
                <a:ext cx="113040" cy="183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76142" y="3062336"/>
                  <a:ext cx="130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14:cNvPr>
                <p14:cNvContentPartPr/>
                <p14:nvPr/>
              </p14:nvContentPartPr>
              <p14:xfrm>
                <a:off x="2508982" y="3163856"/>
                <a:ext cx="129600" cy="38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00342" y="3154856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14:cNvPr>
                <p14:cNvContentPartPr/>
                <p14:nvPr/>
              </p14:nvContentPartPr>
              <p14:xfrm>
                <a:off x="2610142" y="3055856"/>
                <a:ext cx="126000" cy="187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01142" y="3046856"/>
                  <a:ext cx="14364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14:cNvPr>
              <p14:cNvContentPartPr/>
              <p14:nvPr/>
            </p14:nvContentPartPr>
            <p14:xfrm>
              <a:off x="988702" y="3688736"/>
              <a:ext cx="143280" cy="145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9702" y="3679736"/>
                <a:ext cx="1609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14:cNvPr>
              <p14:cNvContentPartPr/>
              <p14:nvPr/>
            </p14:nvContentPartPr>
            <p14:xfrm>
              <a:off x="1345102" y="3672536"/>
              <a:ext cx="144720" cy="1245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336102" y="3663536"/>
                <a:ext cx="16236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A44488A-B92B-76A9-12A7-02CAC2FEEC56}"/>
              </a:ext>
            </a:extLst>
          </p:cNvPr>
          <p:cNvGrpSpPr/>
          <p:nvPr/>
        </p:nvGrpSpPr>
        <p:grpSpPr>
          <a:xfrm>
            <a:off x="1201102" y="3933176"/>
            <a:ext cx="1254240" cy="279000"/>
            <a:chOff x="1201102" y="3933176"/>
            <a:chExt cx="12542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14:cNvPr>
                <p14:cNvContentPartPr/>
                <p14:nvPr/>
              </p14:nvContentPartPr>
              <p14:xfrm>
                <a:off x="1201102" y="4026416"/>
                <a:ext cx="86760" cy="98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92462" y="4017416"/>
                  <a:ext cx="104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14:cNvPr>
                <p14:cNvContentPartPr/>
                <p14:nvPr/>
              </p14:nvContentPartPr>
              <p14:xfrm>
                <a:off x="1206862" y="4061336"/>
                <a:ext cx="8496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8222" y="4052696"/>
                  <a:ext cx="102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14:cNvPr>
                <p14:cNvContentPartPr/>
                <p14:nvPr/>
              </p14:nvContentPartPr>
              <p14:xfrm>
                <a:off x="1288942" y="4135856"/>
                <a:ext cx="109440" cy="76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80302" y="4127216"/>
                  <a:ext cx="127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14:cNvPr>
                <p14:cNvContentPartPr/>
                <p14:nvPr/>
              </p14:nvContentPartPr>
              <p14:xfrm>
                <a:off x="1392622" y="3987176"/>
                <a:ext cx="124200" cy="140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83982" y="3978176"/>
                  <a:ext cx="14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14:cNvPr>
                <p14:cNvContentPartPr/>
                <p14:nvPr/>
              </p14:nvContentPartPr>
              <p14:xfrm>
                <a:off x="1581982" y="4108496"/>
                <a:ext cx="113040" cy="39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73342" y="4099856"/>
                  <a:ext cx="130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14:cNvPr>
                <p14:cNvContentPartPr/>
                <p14:nvPr/>
              </p14:nvContentPartPr>
              <p14:xfrm>
                <a:off x="1849822" y="4024256"/>
                <a:ext cx="144720" cy="75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41182" y="401525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14:cNvPr>
                <p14:cNvContentPartPr/>
                <p14:nvPr/>
              </p14:nvContentPartPr>
              <p14:xfrm>
                <a:off x="1895182" y="4029656"/>
                <a:ext cx="61200" cy="69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86542" y="4020656"/>
                  <a:ext cx="78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14:cNvPr>
                <p14:cNvContentPartPr/>
                <p14:nvPr/>
              </p14:nvContentPartPr>
              <p14:xfrm>
                <a:off x="2051422" y="4125776"/>
                <a:ext cx="137160" cy="64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42422" y="4116776"/>
                  <a:ext cx="154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14:cNvPr>
                <p14:cNvContentPartPr/>
                <p14:nvPr/>
              </p14:nvContentPartPr>
              <p14:xfrm>
                <a:off x="2177422" y="3933176"/>
                <a:ext cx="180000" cy="194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68422" y="3924176"/>
                  <a:ext cx="197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14:cNvPr>
                <p14:cNvContentPartPr/>
                <p14:nvPr/>
              </p14:nvContentPartPr>
              <p14:xfrm>
                <a:off x="2445262" y="4103816"/>
                <a:ext cx="10080" cy="65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436622" y="4095176"/>
                  <a:ext cx="277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B82741-A339-0835-5A33-C0058BB33E7F}"/>
              </a:ext>
            </a:extLst>
          </p:cNvPr>
          <p:cNvGrpSpPr/>
          <p:nvPr/>
        </p:nvGrpSpPr>
        <p:grpSpPr>
          <a:xfrm>
            <a:off x="1910302" y="4406936"/>
            <a:ext cx="594000" cy="209520"/>
            <a:chOff x="1910302" y="4406936"/>
            <a:chExt cx="59400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14:cNvPr>
                <p14:cNvContentPartPr/>
                <p14:nvPr/>
              </p14:nvContentPartPr>
              <p14:xfrm>
                <a:off x="1910302" y="4469576"/>
                <a:ext cx="120600" cy="68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01662" y="4460936"/>
                  <a:ext cx="138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14:cNvPr>
                <p14:cNvContentPartPr/>
                <p14:nvPr/>
              </p14:nvContentPartPr>
              <p14:xfrm>
                <a:off x="1951702" y="4476056"/>
                <a:ext cx="52560" cy="82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43062" y="4467416"/>
                  <a:ext cx="70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14:cNvPr>
                <p14:cNvContentPartPr/>
                <p14:nvPr/>
              </p14:nvContentPartPr>
              <p14:xfrm>
                <a:off x="2101462" y="4555976"/>
                <a:ext cx="34560" cy="60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92822" y="4546976"/>
                  <a:ext cx="5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14:cNvPr>
                <p14:cNvContentPartPr/>
                <p14:nvPr/>
              </p14:nvContentPartPr>
              <p14:xfrm>
                <a:off x="2142142" y="4406936"/>
                <a:ext cx="15588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33502" y="4398296"/>
                  <a:ext cx="173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14:cNvPr>
                <p14:cNvContentPartPr/>
                <p14:nvPr/>
              </p14:nvContentPartPr>
              <p14:xfrm>
                <a:off x="2393782" y="4539056"/>
                <a:ext cx="110520" cy="60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84782" y="4530416"/>
                  <a:ext cx="1281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3CB04E4-F3D7-1C34-C3CF-4442C53D6318}"/>
              </a:ext>
            </a:extLst>
          </p:cNvPr>
          <p:cNvGrpSpPr/>
          <p:nvPr/>
        </p:nvGrpSpPr>
        <p:grpSpPr>
          <a:xfrm>
            <a:off x="2735782" y="4390736"/>
            <a:ext cx="507960" cy="245520"/>
            <a:chOff x="2735782" y="4390736"/>
            <a:chExt cx="507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14:cNvPr>
                <p14:cNvContentPartPr/>
                <p14:nvPr/>
              </p14:nvContentPartPr>
              <p14:xfrm>
                <a:off x="2735782" y="4475696"/>
                <a:ext cx="139680" cy="74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27142" y="4466696"/>
                  <a:ext cx="15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14:cNvPr>
                <p14:cNvContentPartPr/>
                <p14:nvPr/>
              </p14:nvContentPartPr>
              <p14:xfrm>
                <a:off x="2811382" y="4482536"/>
                <a:ext cx="48960" cy="73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2742" y="4473896"/>
                  <a:ext cx="66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14:cNvPr>
                <p14:cNvContentPartPr/>
                <p14:nvPr/>
              </p14:nvContentPartPr>
              <p14:xfrm>
                <a:off x="2955742" y="4571816"/>
                <a:ext cx="33480" cy="6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46742" y="4563176"/>
                  <a:ext cx="51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14:cNvPr>
                <p14:cNvContentPartPr/>
                <p14:nvPr/>
              </p14:nvContentPartPr>
              <p14:xfrm>
                <a:off x="2976982" y="4390736"/>
                <a:ext cx="154800" cy="154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67982" y="4381736"/>
                  <a:ext cx="172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14:cNvPr>
                <p14:cNvContentPartPr/>
                <p14:nvPr/>
              </p14:nvContentPartPr>
              <p14:xfrm>
                <a:off x="3189742" y="4513496"/>
                <a:ext cx="54000" cy="66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80742" y="4504496"/>
                  <a:ext cx="716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20A2DB6-EA46-42F5-B000-1D13032225E1}"/>
              </a:ext>
            </a:extLst>
          </p:cNvPr>
          <p:cNvGrpSpPr/>
          <p:nvPr/>
        </p:nvGrpSpPr>
        <p:grpSpPr>
          <a:xfrm>
            <a:off x="2742982" y="4843976"/>
            <a:ext cx="575280" cy="223560"/>
            <a:chOff x="2742982" y="4843976"/>
            <a:chExt cx="57528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14:cNvPr>
                <p14:cNvContentPartPr/>
                <p14:nvPr/>
              </p14:nvContentPartPr>
              <p14:xfrm>
                <a:off x="2742982" y="4898336"/>
                <a:ext cx="145440" cy="101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33982" y="4889336"/>
                  <a:ext cx="163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14:cNvPr>
                <p14:cNvContentPartPr/>
                <p14:nvPr/>
              </p14:nvContentPartPr>
              <p14:xfrm>
                <a:off x="2778982" y="4917416"/>
                <a:ext cx="81360" cy="68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69982" y="4908416"/>
                  <a:ext cx="99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14:cNvPr>
                <p14:cNvContentPartPr/>
                <p14:nvPr/>
              </p14:nvContentPartPr>
              <p14:xfrm>
                <a:off x="2913262" y="4978616"/>
                <a:ext cx="99000" cy="88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04262" y="4969976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14:cNvPr>
                <p14:cNvContentPartPr/>
                <p14:nvPr/>
              </p14:nvContentPartPr>
              <p14:xfrm>
                <a:off x="3011902" y="4843976"/>
                <a:ext cx="153000" cy="138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002902" y="4834976"/>
                  <a:ext cx="170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14:cNvPr>
                <p14:cNvContentPartPr/>
                <p14:nvPr/>
              </p14:nvContentPartPr>
              <p14:xfrm>
                <a:off x="3231862" y="4964576"/>
                <a:ext cx="86400" cy="54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22862" y="4955936"/>
                  <a:ext cx="1040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386BD01-1995-8C33-38FF-DA64E47A1870}"/>
              </a:ext>
            </a:extLst>
          </p:cNvPr>
          <p:cNvGrpSpPr/>
          <p:nvPr/>
        </p:nvGrpSpPr>
        <p:grpSpPr>
          <a:xfrm>
            <a:off x="3567022" y="4837496"/>
            <a:ext cx="513720" cy="235440"/>
            <a:chOff x="3567022" y="4837496"/>
            <a:chExt cx="5137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14:cNvPr>
                <p14:cNvContentPartPr/>
                <p14:nvPr/>
              </p14:nvContentPartPr>
              <p14:xfrm>
                <a:off x="3567022" y="4896176"/>
                <a:ext cx="122040" cy="77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58382" y="4887176"/>
                  <a:ext cx="139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14:cNvPr>
                <p14:cNvContentPartPr/>
                <p14:nvPr/>
              </p14:nvContentPartPr>
              <p14:xfrm>
                <a:off x="3620662" y="4906616"/>
                <a:ext cx="47520" cy="83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12022" y="4897976"/>
                  <a:ext cx="65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14:cNvPr>
                <p14:cNvContentPartPr/>
                <p14:nvPr/>
              </p14:nvContentPartPr>
              <p14:xfrm>
                <a:off x="3771862" y="4996256"/>
                <a:ext cx="89640" cy="76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63222" y="4987256"/>
                  <a:ext cx="107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14:cNvPr>
                <p14:cNvContentPartPr/>
                <p14:nvPr/>
              </p14:nvContentPartPr>
              <p14:xfrm>
                <a:off x="3832702" y="4837496"/>
                <a:ext cx="149400" cy="159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24062" y="4828856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14:cNvPr>
                <p14:cNvContentPartPr/>
                <p14:nvPr/>
              </p14:nvContentPartPr>
              <p14:xfrm>
                <a:off x="4061302" y="4996976"/>
                <a:ext cx="19440" cy="58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2662" y="4988336"/>
                  <a:ext cx="3708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14:cNvPr>
              <p14:cNvContentPartPr/>
              <p14:nvPr/>
            </p14:nvContentPartPr>
            <p14:xfrm>
              <a:off x="960262" y="5230616"/>
              <a:ext cx="3121920" cy="496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51622" y="5221616"/>
                <a:ext cx="3139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14:cNvPr>
              <p14:cNvContentPartPr/>
              <p14:nvPr/>
            </p14:nvContentPartPr>
            <p14:xfrm>
              <a:off x="1020382" y="5490536"/>
              <a:ext cx="143280" cy="129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11742" y="5481896"/>
                <a:ext cx="16092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E507531-C386-1410-E49C-3B310A84BF0F}"/>
              </a:ext>
            </a:extLst>
          </p:cNvPr>
          <p:cNvGrpSpPr/>
          <p:nvPr/>
        </p:nvGrpSpPr>
        <p:grpSpPr>
          <a:xfrm>
            <a:off x="1360942" y="5432936"/>
            <a:ext cx="1832760" cy="255240"/>
            <a:chOff x="1360942" y="5432936"/>
            <a:chExt cx="183276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14:cNvPr>
                <p14:cNvContentPartPr/>
                <p14:nvPr/>
              </p14:nvContentPartPr>
              <p14:xfrm>
                <a:off x="1360942" y="5523296"/>
                <a:ext cx="128160" cy="8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51942" y="5514656"/>
                  <a:ext cx="145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14:cNvPr>
                <p14:cNvContentPartPr/>
                <p14:nvPr/>
              </p14:nvContentPartPr>
              <p14:xfrm>
                <a:off x="1419262" y="5544536"/>
                <a:ext cx="4284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10262" y="5535896"/>
                  <a:ext cx="60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14:cNvPr>
                <p14:cNvContentPartPr/>
                <p14:nvPr/>
              </p14:nvContentPartPr>
              <p14:xfrm>
                <a:off x="1508182" y="5596736"/>
                <a:ext cx="77400" cy="76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99182" y="5588096"/>
                  <a:ext cx="95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14:cNvPr>
                <p14:cNvContentPartPr/>
                <p14:nvPr/>
              </p14:nvContentPartPr>
              <p14:xfrm>
                <a:off x="1578742" y="5464976"/>
                <a:ext cx="129240" cy="150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570102" y="5455976"/>
                  <a:ext cx="146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14:cNvPr>
                <p14:cNvContentPartPr/>
                <p14:nvPr/>
              </p14:nvContentPartPr>
              <p14:xfrm>
                <a:off x="1767382" y="5586656"/>
                <a:ext cx="96840" cy="60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58742" y="5577656"/>
                  <a:ext cx="114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14:cNvPr>
                <p14:cNvContentPartPr/>
                <p14:nvPr/>
              </p14:nvContentPartPr>
              <p14:xfrm>
                <a:off x="2051782" y="5497016"/>
                <a:ext cx="138240" cy="112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043142" y="5488016"/>
                  <a:ext cx="155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14:cNvPr>
                <p14:cNvContentPartPr/>
                <p14:nvPr/>
              </p14:nvContentPartPr>
              <p14:xfrm>
                <a:off x="2125222" y="5512856"/>
                <a:ext cx="28080" cy="90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16222" y="5503856"/>
                  <a:ext cx="45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14:cNvPr>
                <p14:cNvContentPartPr/>
                <p14:nvPr/>
              </p14:nvContentPartPr>
              <p14:xfrm>
                <a:off x="2236462" y="5597096"/>
                <a:ext cx="8712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27462" y="5588096"/>
                  <a:ext cx="10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14:cNvPr>
                <p14:cNvContentPartPr/>
                <p14:nvPr/>
              </p14:nvContentPartPr>
              <p14:xfrm>
                <a:off x="2307022" y="5443736"/>
                <a:ext cx="123480" cy="178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98382" y="5434736"/>
                  <a:ext cx="141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14:cNvPr>
                <p14:cNvContentPartPr/>
                <p14:nvPr/>
              </p14:nvContentPartPr>
              <p14:xfrm>
                <a:off x="2503942" y="5587376"/>
                <a:ext cx="11880" cy="52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94942" y="5578376"/>
                  <a:ext cx="29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14:cNvPr>
                <p14:cNvContentPartPr/>
                <p14:nvPr/>
              </p14:nvContentPartPr>
              <p14:xfrm>
                <a:off x="2620582" y="5486216"/>
                <a:ext cx="42480" cy="107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611942" y="5477576"/>
                  <a:ext cx="60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14:cNvPr>
                <p14:cNvContentPartPr/>
                <p14:nvPr/>
              </p14:nvContentPartPr>
              <p14:xfrm>
                <a:off x="2595382" y="5541296"/>
                <a:ext cx="84240" cy="12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586382" y="5532656"/>
                  <a:ext cx="10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14:cNvPr>
                <p14:cNvContentPartPr/>
                <p14:nvPr/>
              </p14:nvContentPartPr>
              <p14:xfrm>
                <a:off x="2737582" y="5528696"/>
                <a:ext cx="101160" cy="73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728942" y="5520056"/>
                  <a:ext cx="118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14:cNvPr>
                <p14:cNvContentPartPr/>
                <p14:nvPr/>
              </p14:nvContentPartPr>
              <p14:xfrm>
                <a:off x="2774302" y="5523296"/>
                <a:ext cx="43200" cy="86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65662" y="5514656"/>
                  <a:ext cx="60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14:cNvPr>
                <p14:cNvContentPartPr/>
                <p14:nvPr/>
              </p14:nvContentPartPr>
              <p14:xfrm>
                <a:off x="2942062" y="5624456"/>
                <a:ext cx="14040" cy="63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33062" y="5615456"/>
                  <a:ext cx="31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14:cNvPr>
                <p14:cNvContentPartPr/>
                <p14:nvPr/>
              </p14:nvContentPartPr>
              <p14:xfrm>
                <a:off x="2939542" y="5432936"/>
                <a:ext cx="130680" cy="169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30902" y="5424296"/>
                  <a:ext cx="148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14:cNvPr>
                <p14:cNvContentPartPr/>
                <p14:nvPr/>
              </p14:nvContentPartPr>
              <p14:xfrm>
                <a:off x="3131062" y="5571176"/>
                <a:ext cx="62640" cy="70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122422" y="5562536"/>
                  <a:ext cx="802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44B4CC4-ECD6-5A0D-452B-715E226041FC}"/>
              </a:ext>
            </a:extLst>
          </p:cNvPr>
          <p:cNvGrpSpPr/>
          <p:nvPr/>
        </p:nvGrpSpPr>
        <p:grpSpPr>
          <a:xfrm>
            <a:off x="3420502" y="5395856"/>
            <a:ext cx="1284480" cy="273600"/>
            <a:chOff x="3420502" y="5395856"/>
            <a:chExt cx="128448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14:cNvPr>
                <p14:cNvContentPartPr/>
                <p14:nvPr/>
              </p14:nvContentPartPr>
              <p14:xfrm>
                <a:off x="3420502" y="5522216"/>
                <a:ext cx="131400" cy="81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11862" y="5513216"/>
                  <a:ext cx="14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14:cNvPr>
                <p14:cNvContentPartPr/>
                <p14:nvPr/>
              </p14:nvContentPartPr>
              <p14:xfrm>
                <a:off x="3510142" y="5534096"/>
                <a:ext cx="46800" cy="75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01142" y="5525096"/>
                  <a:ext cx="64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14:cNvPr>
                <p14:cNvContentPartPr/>
                <p14:nvPr/>
              </p14:nvContentPartPr>
              <p14:xfrm>
                <a:off x="3646942" y="5608616"/>
                <a:ext cx="35640" cy="60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37942" y="5599616"/>
                  <a:ext cx="53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14:cNvPr>
                <p14:cNvContentPartPr/>
                <p14:nvPr/>
              </p14:nvContentPartPr>
              <p14:xfrm>
                <a:off x="3636142" y="5417096"/>
                <a:ext cx="170280" cy="165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27502" y="5408456"/>
                  <a:ext cx="187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14:cNvPr>
                <p14:cNvContentPartPr/>
                <p14:nvPr/>
              </p14:nvContentPartPr>
              <p14:xfrm>
                <a:off x="3879502" y="5587376"/>
                <a:ext cx="40320" cy="63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70502" y="5578376"/>
                  <a:ext cx="57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14:cNvPr>
                <p14:cNvContentPartPr/>
                <p14:nvPr/>
              </p14:nvContentPartPr>
              <p14:xfrm>
                <a:off x="3981742" y="5454176"/>
                <a:ext cx="55080" cy="105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72742" y="5445536"/>
                  <a:ext cx="72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14:cNvPr>
                <p14:cNvContentPartPr/>
                <p14:nvPr/>
              </p14:nvContentPartPr>
              <p14:xfrm>
                <a:off x="3964462" y="5514656"/>
                <a:ext cx="102600" cy="9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55462" y="5506016"/>
                  <a:ext cx="12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14:cNvPr>
                <p14:cNvContentPartPr/>
                <p14:nvPr/>
              </p14:nvContentPartPr>
              <p14:xfrm>
                <a:off x="4141222" y="5486216"/>
                <a:ext cx="118440" cy="78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132222" y="5477576"/>
                  <a:ext cx="136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14:cNvPr>
                <p14:cNvContentPartPr/>
                <p14:nvPr/>
              </p14:nvContentPartPr>
              <p14:xfrm>
                <a:off x="4153102" y="5486216"/>
                <a:ext cx="78840" cy="67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44102" y="547757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14:cNvPr>
                <p14:cNvContentPartPr/>
                <p14:nvPr/>
              </p14:nvContentPartPr>
              <p14:xfrm>
                <a:off x="4320862" y="5558936"/>
                <a:ext cx="96840" cy="87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12222" y="5550296"/>
                  <a:ext cx="114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14:cNvPr>
                <p14:cNvContentPartPr/>
                <p14:nvPr/>
              </p14:nvContentPartPr>
              <p14:xfrm>
                <a:off x="4406902" y="5395856"/>
                <a:ext cx="158400" cy="192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398262" y="5386856"/>
                  <a:ext cx="176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14:cNvPr>
                <p14:cNvContentPartPr/>
                <p14:nvPr/>
              </p14:nvContentPartPr>
              <p14:xfrm>
                <a:off x="4628662" y="5574776"/>
                <a:ext cx="76320" cy="34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619662" y="5566136"/>
                  <a:ext cx="93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1BBA7DD2-83AF-654C-E333-95BBF5380259}"/>
              </a:ext>
            </a:extLst>
          </p:cNvPr>
          <p:cNvGrpSpPr/>
          <p:nvPr/>
        </p:nvGrpSpPr>
        <p:grpSpPr>
          <a:xfrm>
            <a:off x="4954462" y="5358776"/>
            <a:ext cx="488880" cy="250920"/>
            <a:chOff x="4954462" y="5358776"/>
            <a:chExt cx="48888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14:cNvPr>
                <p14:cNvContentPartPr/>
                <p14:nvPr/>
              </p14:nvContentPartPr>
              <p14:xfrm>
                <a:off x="4954462" y="5422496"/>
                <a:ext cx="122760" cy="95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45822" y="5413496"/>
                  <a:ext cx="140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14:cNvPr>
                <p14:cNvContentPartPr/>
                <p14:nvPr/>
              </p14:nvContentPartPr>
              <p14:xfrm>
                <a:off x="4982182" y="5422496"/>
                <a:ext cx="57960" cy="97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73542" y="5413496"/>
                  <a:ext cx="75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14:cNvPr>
                <p14:cNvContentPartPr/>
                <p14:nvPr/>
              </p14:nvContentPartPr>
              <p14:xfrm>
                <a:off x="5113942" y="5510336"/>
                <a:ext cx="113760" cy="99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05302" y="5501336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14:cNvPr>
                <p14:cNvContentPartPr/>
                <p14:nvPr/>
              </p14:nvContentPartPr>
              <p14:xfrm>
                <a:off x="5203222" y="5358776"/>
                <a:ext cx="137520" cy="166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94222" y="5349776"/>
                  <a:ext cx="155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14:cNvPr>
                <p14:cNvContentPartPr/>
                <p14:nvPr/>
              </p14:nvContentPartPr>
              <p14:xfrm>
                <a:off x="5411662" y="5512856"/>
                <a:ext cx="31680" cy="96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03022" y="550385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14:cNvPr>
              <p14:cNvContentPartPr/>
              <p14:nvPr/>
            </p14:nvContentPartPr>
            <p14:xfrm>
              <a:off x="5057062" y="1404176"/>
              <a:ext cx="764280" cy="37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048422" y="1395536"/>
                <a:ext cx="781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14:cNvPr>
              <p14:cNvContentPartPr/>
              <p14:nvPr/>
            </p14:nvContentPartPr>
            <p14:xfrm>
              <a:off x="1320262" y="5722016"/>
              <a:ext cx="3773880" cy="168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311262" y="5713016"/>
                <a:ext cx="379152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42BE6A2-A308-2067-FB94-814E5B7A232F}"/>
              </a:ext>
            </a:extLst>
          </p:cNvPr>
          <p:cNvGrpSpPr/>
          <p:nvPr/>
        </p:nvGrpSpPr>
        <p:grpSpPr>
          <a:xfrm>
            <a:off x="739582" y="5988416"/>
            <a:ext cx="610920" cy="227520"/>
            <a:chOff x="739582" y="5988416"/>
            <a:chExt cx="61092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14:cNvPr>
                <p14:cNvContentPartPr/>
                <p14:nvPr/>
              </p14:nvContentPartPr>
              <p14:xfrm>
                <a:off x="819502" y="6017936"/>
                <a:ext cx="9720" cy="106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0862" y="6008936"/>
                  <a:ext cx="2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14:cNvPr>
                <p14:cNvContentPartPr/>
                <p14:nvPr/>
              </p14:nvContentPartPr>
              <p14:xfrm>
                <a:off x="739582" y="6065096"/>
                <a:ext cx="148320" cy="13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0582" y="605645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14:cNvPr>
                <p14:cNvContentPartPr/>
                <p14:nvPr/>
              </p14:nvContentPartPr>
              <p14:xfrm>
                <a:off x="956662" y="6053936"/>
                <a:ext cx="95760" cy="75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7662" y="6045296"/>
                  <a:ext cx="113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14:cNvPr>
                <p14:cNvContentPartPr/>
                <p14:nvPr/>
              </p14:nvContentPartPr>
              <p14:xfrm>
                <a:off x="979342" y="6065816"/>
                <a:ext cx="73440" cy="86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0342" y="6056816"/>
                  <a:ext cx="91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14:cNvPr>
                <p14:cNvContentPartPr/>
                <p14:nvPr/>
              </p14:nvContentPartPr>
              <p14:xfrm>
                <a:off x="1089502" y="6129536"/>
                <a:ext cx="109440" cy="86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0862" y="6120536"/>
                  <a:ext cx="127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14:cNvPr>
                <p14:cNvContentPartPr/>
                <p14:nvPr/>
              </p14:nvContentPartPr>
              <p14:xfrm>
                <a:off x="1148182" y="5988416"/>
                <a:ext cx="111600" cy="143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39182" y="5979776"/>
                  <a:ext cx="129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14:cNvPr>
                <p14:cNvContentPartPr/>
                <p14:nvPr/>
              </p14:nvContentPartPr>
              <p14:xfrm>
                <a:off x="1334302" y="6113696"/>
                <a:ext cx="16200" cy="63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25302" y="6104696"/>
                  <a:ext cx="338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9FD36CE-7DB2-E3A4-9BC1-F2C66B1FA77D}"/>
              </a:ext>
            </a:extLst>
          </p:cNvPr>
          <p:cNvGrpSpPr/>
          <p:nvPr/>
        </p:nvGrpSpPr>
        <p:grpSpPr>
          <a:xfrm>
            <a:off x="1357342" y="5623376"/>
            <a:ext cx="3412800" cy="693000"/>
            <a:chOff x="1357342" y="5623376"/>
            <a:chExt cx="341280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14:cNvPr>
                <p14:cNvContentPartPr/>
                <p14:nvPr/>
              </p14:nvContentPartPr>
              <p14:xfrm>
                <a:off x="1357342" y="5623376"/>
                <a:ext cx="3412800" cy="187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348342" y="5614376"/>
                  <a:ext cx="3430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14:cNvPr>
                <p14:cNvContentPartPr/>
                <p14:nvPr/>
              </p14:nvContentPartPr>
              <p14:xfrm>
                <a:off x="2807782" y="5769896"/>
                <a:ext cx="172800" cy="270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98782" y="5761256"/>
                  <a:ext cx="190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14:cNvPr>
                <p14:cNvContentPartPr/>
                <p14:nvPr/>
              </p14:nvContentPartPr>
              <p14:xfrm>
                <a:off x="2907862" y="6177416"/>
                <a:ext cx="165960" cy="138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898862" y="6168416"/>
                  <a:ext cx="183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14:cNvPr>
                <p14:cNvContentPartPr/>
                <p14:nvPr/>
              </p14:nvContentPartPr>
              <p14:xfrm>
                <a:off x="3081382" y="6066896"/>
                <a:ext cx="316800" cy="223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72742" y="6058256"/>
                  <a:ext cx="334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14:cNvPr>
                <p14:cNvContentPartPr/>
                <p14:nvPr/>
              </p14:nvContentPartPr>
              <p14:xfrm>
                <a:off x="3317542" y="6087056"/>
                <a:ext cx="10800" cy="22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8542" y="6078056"/>
                  <a:ext cx="28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14:cNvPr>
                <p14:cNvContentPartPr/>
                <p14:nvPr/>
              </p14:nvContentPartPr>
              <p14:xfrm>
                <a:off x="3426982" y="6024416"/>
                <a:ext cx="123120" cy="186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17982" y="6015416"/>
                  <a:ext cx="14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14:cNvPr>
                <p14:cNvContentPartPr/>
                <p14:nvPr/>
              </p14:nvContentPartPr>
              <p14:xfrm>
                <a:off x="3716062" y="6123776"/>
                <a:ext cx="144360" cy="86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07062" y="6114776"/>
                  <a:ext cx="162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14:cNvPr>
                <p14:cNvContentPartPr/>
                <p14:nvPr/>
              </p14:nvContentPartPr>
              <p14:xfrm>
                <a:off x="3870142" y="6121616"/>
                <a:ext cx="127080" cy="51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861142" y="6112976"/>
                  <a:ext cx="144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14:cNvPr>
                <p14:cNvContentPartPr/>
                <p14:nvPr/>
              </p14:nvContentPartPr>
              <p14:xfrm>
                <a:off x="3981742" y="5985896"/>
                <a:ext cx="122760" cy="176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72742" y="5977256"/>
                  <a:ext cx="14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14:cNvPr>
                <p14:cNvContentPartPr/>
                <p14:nvPr/>
              </p14:nvContentPartPr>
              <p14:xfrm>
                <a:off x="3991462" y="6085976"/>
                <a:ext cx="118080" cy="38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982822" y="6076976"/>
                  <a:ext cx="135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14:cNvPr>
                <p14:cNvContentPartPr/>
                <p14:nvPr/>
              </p14:nvContentPartPr>
              <p14:xfrm>
                <a:off x="4173622" y="6070496"/>
                <a:ext cx="78480" cy="176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64982" y="6061856"/>
                  <a:ext cx="96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14:cNvPr>
                <p14:cNvContentPartPr/>
                <p14:nvPr/>
              </p14:nvContentPartPr>
              <p14:xfrm>
                <a:off x="4247422" y="6062936"/>
                <a:ext cx="105840" cy="47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38782" y="6053936"/>
                  <a:ext cx="123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14:cNvPr>
                <p14:cNvContentPartPr/>
                <p14:nvPr/>
              </p14:nvContentPartPr>
              <p14:xfrm>
                <a:off x="4353982" y="5970056"/>
                <a:ext cx="70920" cy="122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344982" y="59610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14:cNvPr>
                <p14:cNvContentPartPr/>
                <p14:nvPr/>
              </p14:nvContentPartPr>
              <p14:xfrm>
                <a:off x="4295662" y="6017936"/>
                <a:ext cx="138240" cy="19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87022" y="6009296"/>
                  <a:ext cx="1558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13725EC9-F4F1-7D0B-D9AC-5EA2EE44B2C0}"/>
              </a:ext>
            </a:extLst>
          </p:cNvPr>
          <p:cNvGrpSpPr/>
          <p:nvPr/>
        </p:nvGrpSpPr>
        <p:grpSpPr>
          <a:xfrm>
            <a:off x="5167222" y="5770616"/>
            <a:ext cx="1887480" cy="785160"/>
            <a:chOff x="5167222" y="5770616"/>
            <a:chExt cx="188748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14:cNvPr>
                <p14:cNvContentPartPr/>
                <p14:nvPr/>
              </p14:nvContentPartPr>
              <p14:xfrm>
                <a:off x="5225902" y="5770616"/>
                <a:ext cx="153720" cy="216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216902" y="5761976"/>
                  <a:ext cx="171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14:cNvPr>
                <p14:cNvContentPartPr/>
                <p14:nvPr/>
              </p14:nvContentPartPr>
              <p14:xfrm>
                <a:off x="5167222" y="6076256"/>
                <a:ext cx="233280" cy="123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158582" y="6067616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14:cNvPr>
                <p14:cNvContentPartPr/>
                <p14:nvPr/>
              </p14:nvContentPartPr>
              <p14:xfrm>
                <a:off x="5472142" y="6076976"/>
                <a:ext cx="62280" cy="114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463502" y="6068336"/>
                  <a:ext cx="79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14:cNvPr>
                <p14:cNvContentPartPr/>
                <p14:nvPr/>
              </p14:nvContentPartPr>
              <p14:xfrm>
                <a:off x="5578342" y="6102896"/>
                <a:ext cx="83160" cy="45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69702" y="6094256"/>
                  <a:ext cx="100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14:cNvPr>
                <p14:cNvContentPartPr/>
                <p14:nvPr/>
              </p14:nvContentPartPr>
              <p14:xfrm>
                <a:off x="5746102" y="6080936"/>
                <a:ext cx="83160" cy="189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37102" y="6072296"/>
                  <a:ext cx="100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14:cNvPr>
                <p14:cNvContentPartPr/>
                <p14:nvPr/>
              </p14:nvContentPartPr>
              <p14:xfrm>
                <a:off x="6041302" y="6092456"/>
                <a:ext cx="140760" cy="54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32302" y="6083456"/>
                  <a:ext cx="158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14:cNvPr>
                <p14:cNvContentPartPr/>
                <p14:nvPr/>
              </p14:nvContentPartPr>
              <p14:xfrm>
                <a:off x="6225262" y="6034496"/>
                <a:ext cx="66960" cy="101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16262" y="6025496"/>
                  <a:ext cx="84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14:cNvPr>
                <p14:cNvContentPartPr/>
                <p14:nvPr/>
              </p14:nvContentPartPr>
              <p14:xfrm>
                <a:off x="6065782" y="6087056"/>
                <a:ext cx="71640" cy="59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056782" y="6078056"/>
                  <a:ext cx="89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14:cNvPr>
                <p14:cNvContentPartPr/>
                <p14:nvPr/>
              </p14:nvContentPartPr>
              <p14:xfrm>
                <a:off x="6384022" y="6049976"/>
                <a:ext cx="91440" cy="79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375022" y="6041336"/>
                  <a:ext cx="109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14:cNvPr>
                <p14:cNvContentPartPr/>
                <p14:nvPr/>
              </p14:nvContentPartPr>
              <p14:xfrm>
                <a:off x="6506782" y="6070856"/>
                <a:ext cx="143280" cy="50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498142" y="6062216"/>
                  <a:ext cx="160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14:cNvPr>
                <p14:cNvContentPartPr/>
                <p14:nvPr/>
              </p14:nvContentPartPr>
              <p14:xfrm>
                <a:off x="6698302" y="6055016"/>
                <a:ext cx="151200" cy="35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89662" y="6046376"/>
                  <a:ext cx="168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14:cNvPr>
                <p14:cNvContentPartPr/>
                <p14:nvPr/>
              </p14:nvContentPartPr>
              <p14:xfrm>
                <a:off x="6924742" y="5863136"/>
                <a:ext cx="129960" cy="251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915742" y="5854136"/>
                  <a:ext cx="147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14:cNvPr>
                <p14:cNvContentPartPr/>
                <p14:nvPr/>
              </p14:nvContentPartPr>
              <p14:xfrm>
                <a:off x="5297182" y="6354896"/>
                <a:ext cx="122040" cy="200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288542" y="6345896"/>
                  <a:ext cx="139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14:cNvPr>
                <p14:cNvContentPartPr/>
                <p14:nvPr/>
              </p14:nvContentPartPr>
              <p14:xfrm>
                <a:off x="5297182" y="6479816"/>
                <a:ext cx="125640" cy="11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288542" y="6471176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14:cNvPr>
                <p14:cNvContentPartPr/>
                <p14:nvPr/>
              </p14:nvContentPartPr>
              <p14:xfrm>
                <a:off x="5435782" y="6439856"/>
                <a:ext cx="66600" cy="81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427142" y="6431216"/>
                  <a:ext cx="84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14:cNvPr>
                <p14:cNvContentPartPr/>
                <p14:nvPr/>
              </p14:nvContentPartPr>
              <p14:xfrm>
                <a:off x="5565742" y="6460736"/>
                <a:ext cx="105840" cy="90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557102" y="6451736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14:cNvPr>
                <p14:cNvContentPartPr/>
                <p14:nvPr/>
              </p14:nvContentPartPr>
              <p14:xfrm>
                <a:off x="5708302" y="6483056"/>
                <a:ext cx="179640" cy="47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699662" y="6474416"/>
                  <a:ext cx="197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14:cNvPr>
                <p14:cNvContentPartPr/>
                <p14:nvPr/>
              </p14:nvContentPartPr>
              <p14:xfrm>
                <a:off x="6049582" y="6427976"/>
                <a:ext cx="202320" cy="72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040942" y="6418976"/>
                  <a:ext cx="219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14:cNvPr>
                <p14:cNvContentPartPr/>
                <p14:nvPr/>
              </p14:nvContentPartPr>
              <p14:xfrm>
                <a:off x="6344422" y="6449216"/>
                <a:ext cx="110160" cy="35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35422" y="6440216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14:cNvPr>
                <p14:cNvContentPartPr/>
                <p14:nvPr/>
              </p14:nvContentPartPr>
              <p14:xfrm>
                <a:off x="6335422" y="6433736"/>
                <a:ext cx="81720" cy="23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326422" y="6424736"/>
                  <a:ext cx="9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14:cNvPr>
                <p14:cNvContentPartPr/>
                <p14:nvPr/>
              </p14:nvContentPartPr>
              <p14:xfrm>
                <a:off x="6490222" y="6246176"/>
                <a:ext cx="122040" cy="2293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481222" y="6237176"/>
                  <a:ext cx="139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14:cNvPr>
                <p14:cNvContentPartPr/>
                <p14:nvPr/>
              </p14:nvContentPartPr>
              <p14:xfrm>
                <a:off x="6756982" y="6268496"/>
                <a:ext cx="244080" cy="1764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748342" y="6259856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14:cNvPr>
              <p14:cNvContentPartPr/>
              <p14:nvPr/>
            </p14:nvContentPartPr>
            <p14:xfrm>
              <a:off x="675862" y="1519376"/>
              <a:ext cx="965160" cy="496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667222" y="1510376"/>
                <a:ext cx="9828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D468BEC-22D1-CCE9-11DC-17E7C61888B4}"/>
              </a:ext>
            </a:extLst>
          </p:cNvPr>
          <p:cNvGrpSpPr/>
          <p:nvPr/>
        </p:nvGrpSpPr>
        <p:grpSpPr>
          <a:xfrm>
            <a:off x="2141062" y="2232536"/>
            <a:ext cx="2180880" cy="210240"/>
            <a:chOff x="2141062" y="2232536"/>
            <a:chExt cx="218088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14:cNvPr>
                <p14:cNvContentPartPr/>
                <p14:nvPr/>
              </p14:nvContentPartPr>
              <p14:xfrm>
                <a:off x="2162662" y="2284016"/>
                <a:ext cx="38520" cy="1587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53662" y="2275376"/>
                  <a:ext cx="56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14:cNvPr>
                <p14:cNvContentPartPr/>
                <p14:nvPr/>
              </p14:nvContentPartPr>
              <p14:xfrm>
                <a:off x="2141062" y="2232536"/>
                <a:ext cx="2180880" cy="126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132062" y="2223536"/>
                  <a:ext cx="219852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14:cNvPr>
              <p14:cNvContentPartPr/>
              <p14:nvPr/>
            </p14:nvContentPartPr>
            <p14:xfrm>
              <a:off x="2493142" y="1870376"/>
              <a:ext cx="120240" cy="138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2484502" y="1861736"/>
                <a:ext cx="13788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087F8D3-CE45-7C3C-B244-38A2FE80B11F}"/>
              </a:ext>
            </a:extLst>
          </p:cNvPr>
          <p:cNvGrpSpPr/>
          <p:nvPr/>
        </p:nvGrpSpPr>
        <p:grpSpPr>
          <a:xfrm>
            <a:off x="2737582" y="1773176"/>
            <a:ext cx="1136880" cy="206280"/>
            <a:chOff x="2737582" y="1773176"/>
            <a:chExt cx="113688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14:cNvPr>
                <p14:cNvContentPartPr/>
                <p14:nvPr/>
              </p14:nvContentPartPr>
              <p14:xfrm>
                <a:off x="2737582" y="1934816"/>
                <a:ext cx="114480" cy="44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728942" y="1926176"/>
                  <a:ext cx="132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14:cNvPr>
                <p14:cNvContentPartPr/>
                <p14:nvPr/>
              </p14:nvContentPartPr>
              <p14:xfrm>
                <a:off x="2904622" y="1795496"/>
                <a:ext cx="93240" cy="162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895982" y="1786496"/>
                  <a:ext cx="110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14:cNvPr>
                <p14:cNvContentPartPr/>
                <p14:nvPr/>
              </p14:nvContentPartPr>
              <p14:xfrm>
                <a:off x="3182542" y="1801976"/>
                <a:ext cx="150480" cy="1551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173902" y="1793336"/>
                  <a:ext cx="16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14:cNvPr>
                <p14:cNvContentPartPr/>
                <p14:nvPr/>
              </p14:nvContentPartPr>
              <p14:xfrm>
                <a:off x="3327982" y="1791536"/>
                <a:ext cx="86040" cy="144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318982" y="1782536"/>
                  <a:ext cx="103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14:cNvPr>
                <p14:cNvContentPartPr/>
                <p14:nvPr/>
              </p14:nvContentPartPr>
              <p14:xfrm>
                <a:off x="3463342" y="1877576"/>
                <a:ext cx="87480" cy="68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54342" y="1868576"/>
                  <a:ext cx="10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14:cNvPr>
                <p14:cNvContentPartPr/>
                <p14:nvPr/>
              </p14:nvContentPartPr>
              <p14:xfrm>
                <a:off x="3649102" y="1876496"/>
                <a:ext cx="61560" cy="864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640102" y="1867496"/>
                  <a:ext cx="7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14:cNvPr>
                <p14:cNvContentPartPr/>
                <p14:nvPr/>
              </p14:nvContentPartPr>
              <p14:xfrm>
                <a:off x="3684382" y="1773176"/>
                <a:ext cx="69480" cy="165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675382" y="1764176"/>
                  <a:ext cx="8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14:cNvPr>
                <p14:cNvContentPartPr/>
                <p14:nvPr/>
              </p14:nvContentPartPr>
              <p14:xfrm>
                <a:off x="3757822" y="1865696"/>
                <a:ext cx="116640" cy="86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749182" y="1857056"/>
                  <a:ext cx="13428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897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FFBA-4DC8-7BEB-689C-21A1C880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4C61BD-606D-D278-5D28-D27CE5AD9B16}"/>
              </a:ext>
            </a:extLst>
          </p:cNvPr>
          <p:cNvGrpSpPr/>
          <p:nvPr/>
        </p:nvGrpSpPr>
        <p:grpSpPr>
          <a:xfrm>
            <a:off x="646611" y="3359888"/>
            <a:ext cx="7834367" cy="676535"/>
            <a:chOff x="646611" y="3359888"/>
            <a:chExt cx="7834367" cy="6765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A6C055-0060-0C36-BC55-D2FA77CA6255}"/>
                </a:ext>
              </a:extLst>
            </p:cNvPr>
            <p:cNvSpPr/>
            <p:nvPr/>
          </p:nvSpPr>
          <p:spPr>
            <a:xfrm>
              <a:off x="646611" y="3840480"/>
              <a:ext cx="666206" cy="195943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E480A-B898-2AE2-8E26-0C153519CE36}"/>
                </a:ext>
              </a:extLst>
            </p:cNvPr>
            <p:cNvSpPr/>
            <p:nvPr/>
          </p:nvSpPr>
          <p:spPr>
            <a:xfrm>
              <a:off x="7641771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8CA008-5F1C-9117-5929-0DE91CB14C44}"/>
                </a:ext>
              </a:extLst>
            </p:cNvPr>
            <p:cNvSpPr/>
            <p:nvPr/>
          </p:nvSpPr>
          <p:spPr>
            <a:xfrm>
              <a:off x="4180114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EB207B-6D3C-AA60-36FC-57F9A8A6C385}"/>
                </a:ext>
              </a:extLst>
            </p:cNvPr>
            <p:cNvSpPr/>
            <p:nvPr/>
          </p:nvSpPr>
          <p:spPr>
            <a:xfrm>
              <a:off x="1414130" y="3359888"/>
              <a:ext cx="563526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528382-B0DA-12F8-2E31-676D8737E392}"/>
              </a:ext>
            </a:extLst>
          </p:cNvPr>
          <p:cNvSpPr txBox="1"/>
          <p:nvPr/>
        </p:nvSpPr>
        <p:spPr>
          <a:xfrm>
            <a:off x="600740" y="441251"/>
            <a:ext cx="801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Overlap-Save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239D-8ED1-7132-23E1-701422C72E8A}"/>
              </a:ext>
            </a:extLst>
          </p:cNvPr>
          <p:cNvSpPr txBox="1"/>
          <p:nvPr/>
        </p:nvSpPr>
        <p:spPr>
          <a:xfrm>
            <a:off x="600740" y="1308341"/>
            <a:ext cx="11137604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     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overlap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overlap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x[n]-&gt;   0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</a:t>
            </a:r>
            <a:r>
              <a:rPr lang="en-US" sz="1100" b="1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              </a:t>
            </a:r>
            <a:r>
              <a:rPr lang="en-US" sz="1100" b="1" dirty="0" err="1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</a:t>
            </a:r>
            <a:r>
              <a:rPr lang="en-US" sz="1100" b="1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                     </a:t>
            </a:r>
            <a:r>
              <a:rPr lang="en-US" sz="1100" b="1" dirty="0" err="1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 x7   x8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  *h[n]          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0h0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0h1</a:t>
            </a:r>
            <a:r>
              <a:rPr lang="en-US" sz="1100" dirty="0">
                <a:latin typeface="Aptos Mono" panose="020B0009020202020204" pitchFamily="49" charset="0"/>
              </a:rPr>
              <a:t>                        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</a:p>
          <a:p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</a:t>
            </a:r>
            <a:r>
              <a:rPr lang="en-US" sz="1100" dirty="0">
                <a:latin typeface="Aptos Mono" panose="020B0009020202020204" pitchFamily="49" charset="0"/>
              </a:rPr>
              <a:t>x2h1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</a:t>
            </a:r>
            <a:r>
              <a:rPr lang="en-US" sz="1100" dirty="0">
                <a:latin typeface="Aptos Mono" panose="020B0009020202020204" pitchFamily="49" charset="0"/>
              </a:rPr>
              <a:t>x5h1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-------------------------------  ---------------------------------------  ---------------------------------------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x0h0 x0h1+x1h0 x1h1+x2h0 </a:t>
            </a:r>
            <a:r>
              <a:rPr lang="en-US" sz="1100" dirty="0">
                <a:latin typeface="Aptos Mono" panose="020B0009020202020204" pitchFamily="49" charset="0"/>
              </a:rPr>
              <a:t>x2h1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x2h1+x3h0 x3h1+x4h0 x4h1+x5h0 </a:t>
            </a:r>
            <a:r>
              <a:rPr lang="en-US" sz="1100" dirty="0">
                <a:latin typeface="Aptos Mono" panose="020B0009020202020204" pitchFamily="49" charset="0"/>
              </a:rPr>
              <a:t>x5h1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x5h1+x6h0 x6h1+x7h0 x7h1+x8h0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wrap     0+x2h1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</a:t>
            </a:r>
            <a:r>
              <a:rPr lang="en-US" sz="1100" dirty="0">
                <a:latin typeface="Aptos Mono" panose="020B0009020202020204" pitchFamily="49" charset="0"/>
              </a:rPr>
              <a:t>  x2h0+x5h1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</a:t>
            </a:r>
            <a:r>
              <a:rPr lang="en-US" sz="1100" dirty="0">
                <a:latin typeface="Aptos Mono" panose="020B0009020202020204" pitchFamily="49" charset="0"/>
              </a:rPr>
              <a:t>  x5h0+x8h1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</a:t>
            </a:r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mod NFFT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Discard and concatenate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 ……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/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193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75DC054-2C52-17C6-ECF0-6CDA54687976}"/>
                  </a:ext>
                </a:extLst>
              </p14:cNvPr>
              <p14:cNvContentPartPr/>
              <p14:nvPr/>
            </p14:nvContentPartPr>
            <p14:xfrm>
              <a:off x="3828022" y="1620896"/>
              <a:ext cx="2127240" cy="75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75DC054-2C52-17C6-ECF0-6CDA546879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9022" y="1611896"/>
                <a:ext cx="21448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591727B-74F5-2E2F-C7FD-133D837B11DF}"/>
                  </a:ext>
                </a:extLst>
              </p14:cNvPr>
              <p14:cNvContentPartPr/>
              <p14:nvPr/>
            </p14:nvContentPartPr>
            <p14:xfrm>
              <a:off x="4152382" y="1950296"/>
              <a:ext cx="679320" cy="38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591727B-74F5-2E2F-C7FD-133D837B11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3742" y="1941656"/>
                <a:ext cx="6969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DD85C95-1F12-A681-018A-376FD6D65DC8}"/>
                  </a:ext>
                </a:extLst>
              </p14:cNvPr>
              <p14:cNvContentPartPr/>
              <p14:nvPr/>
            </p14:nvContentPartPr>
            <p14:xfrm>
              <a:off x="3179662" y="2349536"/>
              <a:ext cx="774000" cy="59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DD85C95-1F12-A681-018A-376FD6D65D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0662" y="2340536"/>
                <a:ext cx="791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19213CC-2B17-CE91-79B7-45C47AD2D73A}"/>
                  </a:ext>
                </a:extLst>
              </p14:cNvPr>
              <p14:cNvContentPartPr/>
              <p14:nvPr/>
            </p14:nvContentPartPr>
            <p14:xfrm>
              <a:off x="5476102" y="2392016"/>
              <a:ext cx="1423800" cy="34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19213CC-2B17-CE91-79B7-45C47AD2D7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67462" y="2383016"/>
                <a:ext cx="1441440" cy="5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BEFC3B-8C5B-5FF9-9F5E-F45AA2C53F75}"/>
              </a:ext>
            </a:extLst>
          </p:cNvPr>
          <p:cNvGrpSpPr/>
          <p:nvPr/>
        </p:nvGrpSpPr>
        <p:grpSpPr>
          <a:xfrm>
            <a:off x="887902" y="4816256"/>
            <a:ext cx="624600" cy="197640"/>
            <a:chOff x="887902" y="4816256"/>
            <a:chExt cx="62460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A1EB1EE-0529-9811-3A1A-9314D682D15C}"/>
                    </a:ext>
                  </a:extLst>
                </p14:cNvPr>
                <p14:cNvContentPartPr/>
                <p14:nvPr/>
              </p14:nvContentPartPr>
              <p14:xfrm>
                <a:off x="887902" y="4816256"/>
                <a:ext cx="159840" cy="176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A1EB1EE-0529-9811-3A1A-9314D682D15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9262" y="4807616"/>
                  <a:ext cx="177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F19D33-430D-1681-17CA-849C14EE366B}"/>
                    </a:ext>
                  </a:extLst>
                </p14:cNvPr>
                <p14:cNvContentPartPr/>
                <p14:nvPr/>
              </p14:nvContentPartPr>
              <p14:xfrm>
                <a:off x="1111102" y="4899056"/>
                <a:ext cx="401400" cy="114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F19D33-430D-1681-17CA-849C14EE36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2102" y="4890056"/>
                  <a:ext cx="419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4C9952-5959-661D-FC91-268FA3EDD323}"/>
                    </a:ext>
                  </a:extLst>
                </p14:cNvPr>
                <p14:cNvContentPartPr/>
                <p14:nvPr/>
              </p14:nvContentPartPr>
              <p14:xfrm>
                <a:off x="1296502" y="4891856"/>
                <a:ext cx="47160" cy="5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4C9952-5959-661D-FC91-268FA3EDD3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7502" y="4883216"/>
                  <a:ext cx="6480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7D847F-310C-3694-79E3-2D195DB3297D}"/>
              </a:ext>
            </a:extLst>
          </p:cNvPr>
          <p:cNvGrpSpPr/>
          <p:nvPr/>
        </p:nvGrpSpPr>
        <p:grpSpPr>
          <a:xfrm>
            <a:off x="1706542" y="4755776"/>
            <a:ext cx="1148400" cy="371160"/>
            <a:chOff x="1706542" y="4755776"/>
            <a:chExt cx="11484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78C07F5-1646-3AA0-ADA6-1734111FEB1B}"/>
                    </a:ext>
                  </a:extLst>
                </p14:cNvPr>
                <p14:cNvContentPartPr/>
                <p14:nvPr/>
              </p14:nvContentPartPr>
              <p14:xfrm>
                <a:off x="1709062" y="4755776"/>
                <a:ext cx="99360" cy="371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78C07F5-1646-3AA0-ADA6-1734111FEB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00062" y="4746776"/>
                  <a:ext cx="1170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21018A-368A-E4FA-AE19-221A1394099A}"/>
                    </a:ext>
                  </a:extLst>
                </p14:cNvPr>
                <p14:cNvContentPartPr/>
                <p14:nvPr/>
              </p14:nvContentPartPr>
              <p14:xfrm>
                <a:off x="1706542" y="4975376"/>
                <a:ext cx="117360" cy="32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21018A-368A-E4FA-AE19-221A139409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7542" y="4966376"/>
                  <a:ext cx="135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2699116-3EC7-1C48-7398-FF67E71423BB}"/>
                    </a:ext>
                  </a:extLst>
                </p14:cNvPr>
                <p14:cNvContentPartPr/>
                <p14:nvPr/>
              </p14:nvContentPartPr>
              <p14:xfrm>
                <a:off x="1876102" y="4904456"/>
                <a:ext cx="138240" cy="12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2699116-3EC7-1C48-7398-FF67E71423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67102" y="4895456"/>
                  <a:ext cx="155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D10A5E-E81E-0294-D6F4-2E623C13EE41}"/>
                    </a:ext>
                  </a:extLst>
                </p14:cNvPr>
                <p14:cNvContentPartPr/>
                <p14:nvPr/>
              </p14:nvContentPartPr>
              <p14:xfrm>
                <a:off x="2045302" y="4932176"/>
                <a:ext cx="128520" cy="9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D10A5E-E81E-0294-D6F4-2E623C13EE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6302" y="4923176"/>
                  <a:ext cx="146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546499-5C2D-AC85-45C1-56359224B23A}"/>
                    </a:ext>
                  </a:extLst>
                </p14:cNvPr>
                <p14:cNvContentPartPr/>
                <p14:nvPr/>
              </p14:nvContentPartPr>
              <p14:xfrm>
                <a:off x="2190382" y="4800416"/>
                <a:ext cx="116640" cy="235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546499-5C2D-AC85-45C1-56359224B2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81742" y="4791776"/>
                  <a:ext cx="134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794417-EAFF-29D3-9269-4232569BD387}"/>
                    </a:ext>
                  </a:extLst>
                </p14:cNvPr>
                <p14:cNvContentPartPr/>
                <p14:nvPr/>
              </p14:nvContentPartPr>
              <p14:xfrm>
                <a:off x="2160862" y="4903016"/>
                <a:ext cx="130680" cy="18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794417-EAFF-29D3-9269-4232569BD3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1862" y="4894016"/>
                  <a:ext cx="148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1C9AA78-9276-01BF-C2E9-94C955A7EEB7}"/>
                    </a:ext>
                  </a:extLst>
                </p14:cNvPr>
                <p14:cNvContentPartPr/>
                <p14:nvPr/>
              </p14:nvContentPartPr>
              <p14:xfrm>
                <a:off x="2356702" y="4917416"/>
                <a:ext cx="138240" cy="69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1C9AA78-9276-01BF-C2E9-94C955A7EE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47702" y="4908776"/>
                  <a:ext cx="155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5C36C8-2FBA-DF1E-8119-825063DBA562}"/>
                    </a:ext>
                  </a:extLst>
                </p14:cNvPr>
                <p14:cNvContentPartPr/>
                <p14:nvPr/>
              </p14:nvContentPartPr>
              <p14:xfrm>
                <a:off x="2546782" y="4910936"/>
                <a:ext cx="71640" cy="92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5C36C8-2FBA-DF1E-8119-825063DBA5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38142" y="4901936"/>
                  <a:ext cx="89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63E05A-FBDC-6EA0-E5D9-9B0B948C3421}"/>
                    </a:ext>
                  </a:extLst>
                </p14:cNvPr>
                <p14:cNvContentPartPr/>
                <p14:nvPr/>
              </p14:nvContentPartPr>
              <p14:xfrm>
                <a:off x="2683582" y="4896536"/>
                <a:ext cx="171360" cy="111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63E05A-FBDC-6EA0-E5D9-9B0B948C34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942" y="4887536"/>
                  <a:ext cx="1890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7A5D0D-A08C-37B7-7D83-F7B8FF81FF2D}"/>
              </a:ext>
            </a:extLst>
          </p:cNvPr>
          <p:cNvGrpSpPr/>
          <p:nvPr/>
        </p:nvGrpSpPr>
        <p:grpSpPr>
          <a:xfrm>
            <a:off x="3151942" y="4744616"/>
            <a:ext cx="893520" cy="244080"/>
            <a:chOff x="3151942" y="4744616"/>
            <a:chExt cx="89352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D072F4-D46A-5F56-B651-77EC7487595E}"/>
                    </a:ext>
                  </a:extLst>
                </p14:cNvPr>
                <p14:cNvContentPartPr/>
                <p14:nvPr/>
              </p14:nvContentPartPr>
              <p14:xfrm>
                <a:off x="3151942" y="4879256"/>
                <a:ext cx="123120" cy="97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D072F4-D46A-5F56-B651-77EC748759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43302" y="4870256"/>
                  <a:ext cx="140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1B636C-ADB7-63EF-B8A3-CA80A4D8C983}"/>
                    </a:ext>
                  </a:extLst>
                </p14:cNvPr>
                <p14:cNvContentPartPr/>
                <p14:nvPr/>
              </p14:nvContentPartPr>
              <p14:xfrm>
                <a:off x="3216022" y="4744616"/>
                <a:ext cx="240120" cy="217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1B636C-ADB7-63EF-B8A3-CA80A4D8C9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07382" y="4735976"/>
                  <a:ext cx="257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65C654A-0241-918C-5B32-44DF3E1CC898}"/>
                    </a:ext>
                  </a:extLst>
                </p14:cNvPr>
                <p14:cNvContentPartPr/>
                <p14:nvPr/>
              </p14:nvContentPartPr>
              <p14:xfrm>
                <a:off x="3470542" y="4885376"/>
                <a:ext cx="91800" cy="86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65C654A-0241-918C-5B32-44DF3E1CC8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61542" y="4876376"/>
                  <a:ext cx="109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943B94-AD10-7E64-F4F1-0335832F799E}"/>
                    </a:ext>
                  </a:extLst>
                </p14:cNvPr>
                <p14:cNvContentPartPr/>
                <p14:nvPr/>
              </p14:nvContentPartPr>
              <p14:xfrm>
                <a:off x="3620302" y="4896176"/>
                <a:ext cx="67680" cy="74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943B94-AD10-7E64-F4F1-0335832F799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11302" y="4887176"/>
                  <a:ext cx="85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C657DB6-93B5-59F3-CACA-CBC39F61E6AA}"/>
                    </a:ext>
                  </a:extLst>
                </p14:cNvPr>
                <p14:cNvContentPartPr/>
                <p14:nvPr/>
              </p14:nvContentPartPr>
              <p14:xfrm>
                <a:off x="3620302" y="4805816"/>
                <a:ext cx="2520" cy="1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C657DB6-93B5-59F3-CACA-CBC39F61E6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11302" y="4796816"/>
                  <a:ext cx="20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FEF369-2F19-0DCC-606E-88BA4FA2D46E}"/>
                    </a:ext>
                  </a:extLst>
                </p14:cNvPr>
                <p14:cNvContentPartPr/>
                <p14:nvPr/>
              </p14:nvContentPartPr>
              <p14:xfrm>
                <a:off x="3740182" y="4882136"/>
                <a:ext cx="131760" cy="10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FEF369-2F19-0DCC-606E-88BA4FA2D4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31182" y="4873136"/>
                  <a:ext cx="149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2E65B2-BB6D-5738-9C10-2074AE75F386}"/>
                    </a:ext>
                  </a:extLst>
                </p14:cNvPr>
                <p14:cNvContentPartPr/>
                <p14:nvPr/>
              </p14:nvContentPartPr>
              <p14:xfrm>
                <a:off x="3911902" y="4850456"/>
                <a:ext cx="133560" cy="137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2E65B2-BB6D-5738-9C10-2074AE75F3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02902" y="4841816"/>
                  <a:ext cx="15120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FC1A30C-3B0F-A9FB-2B5D-93521FBBA32B}"/>
              </a:ext>
            </a:extLst>
          </p:cNvPr>
          <p:cNvGrpSpPr/>
          <p:nvPr/>
        </p:nvGrpSpPr>
        <p:grpSpPr>
          <a:xfrm>
            <a:off x="4321942" y="4699256"/>
            <a:ext cx="1605960" cy="389880"/>
            <a:chOff x="4321942" y="4699256"/>
            <a:chExt cx="160596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474EA91-07EA-DD05-867C-05FADF266131}"/>
                    </a:ext>
                  </a:extLst>
                </p14:cNvPr>
                <p14:cNvContentPartPr/>
                <p14:nvPr/>
              </p14:nvContentPartPr>
              <p14:xfrm>
                <a:off x="4321942" y="4859456"/>
                <a:ext cx="209160" cy="74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474EA91-07EA-DD05-867C-05FADF26613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13302" y="4850456"/>
                  <a:ext cx="226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7FB3E5-4A7D-89A1-0429-643FDA626CF7}"/>
                    </a:ext>
                  </a:extLst>
                </p14:cNvPr>
                <p14:cNvContentPartPr/>
                <p14:nvPr/>
              </p14:nvContentPartPr>
              <p14:xfrm>
                <a:off x="4513462" y="4699256"/>
                <a:ext cx="558360" cy="244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7FB3E5-4A7D-89A1-0429-643FDA626C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04462" y="4690616"/>
                  <a:ext cx="5760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7B383F-C98E-93E2-A01D-DD56DFD559CF}"/>
                    </a:ext>
                  </a:extLst>
                </p14:cNvPr>
                <p14:cNvContentPartPr/>
                <p14:nvPr/>
              </p14:nvContentPartPr>
              <p14:xfrm>
                <a:off x="5236342" y="4826696"/>
                <a:ext cx="212760" cy="97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7B383F-C98E-93E2-A01D-DD56DFD559C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27702" y="4818056"/>
                  <a:ext cx="230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F34040-0396-A302-BD68-7A6EE0559CA3}"/>
                    </a:ext>
                  </a:extLst>
                </p14:cNvPr>
                <p14:cNvContentPartPr/>
                <p14:nvPr/>
              </p14:nvContentPartPr>
              <p14:xfrm>
                <a:off x="5449462" y="4795736"/>
                <a:ext cx="102600" cy="128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F34040-0396-A302-BD68-7A6EE0559C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40462" y="4786736"/>
                  <a:ext cx="120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025149-6EF1-FA7D-81AC-0F0F4F8C2B82}"/>
                    </a:ext>
                  </a:extLst>
                </p14:cNvPr>
                <p14:cNvContentPartPr/>
                <p14:nvPr/>
              </p14:nvContentPartPr>
              <p14:xfrm>
                <a:off x="5573302" y="4848296"/>
                <a:ext cx="17280" cy="64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025149-6EF1-FA7D-81AC-0F0F4F8C2B8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64662" y="4839296"/>
                  <a:ext cx="34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DF4705-CF07-1D73-608C-C11A7FCA9252}"/>
                    </a:ext>
                  </a:extLst>
                </p14:cNvPr>
                <p14:cNvContentPartPr/>
                <p14:nvPr/>
              </p14:nvContentPartPr>
              <p14:xfrm>
                <a:off x="5549902" y="4715456"/>
                <a:ext cx="14760" cy="3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DF4705-CF07-1D73-608C-C11A7FCA92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41262" y="4706456"/>
                  <a:ext cx="32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89E174-7A71-8FED-7757-592228ECE587}"/>
                    </a:ext>
                  </a:extLst>
                </p14:cNvPr>
                <p14:cNvContentPartPr/>
                <p14:nvPr/>
              </p14:nvContentPartPr>
              <p14:xfrm>
                <a:off x="5640262" y="4847216"/>
                <a:ext cx="132480" cy="4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89E174-7A71-8FED-7757-592228ECE5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31622" y="4838216"/>
                  <a:ext cx="150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958B07-931A-1C29-487D-99216FDAC817}"/>
                    </a:ext>
                  </a:extLst>
                </p14:cNvPr>
                <p14:cNvContentPartPr/>
                <p14:nvPr/>
              </p14:nvContentPartPr>
              <p14:xfrm>
                <a:off x="5828542" y="4821656"/>
                <a:ext cx="99360" cy="26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958B07-931A-1C29-487D-99216FDAC8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19542" y="4813016"/>
                  <a:ext cx="11700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D36298-DD45-DBB1-6B59-B835F932413F}"/>
              </a:ext>
            </a:extLst>
          </p:cNvPr>
          <p:cNvGrpSpPr/>
          <p:nvPr/>
        </p:nvGrpSpPr>
        <p:grpSpPr>
          <a:xfrm>
            <a:off x="6140302" y="4565696"/>
            <a:ext cx="1244160" cy="367200"/>
            <a:chOff x="6140302" y="4565696"/>
            <a:chExt cx="124416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23A478C-7941-6FE7-CE07-EB4E1F45E1F3}"/>
                    </a:ext>
                  </a:extLst>
                </p14:cNvPr>
                <p14:cNvContentPartPr/>
                <p14:nvPr/>
              </p14:nvContentPartPr>
              <p14:xfrm>
                <a:off x="6140302" y="4704296"/>
                <a:ext cx="169560" cy="19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23A478C-7941-6FE7-CE07-EB4E1F45E1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31662" y="4695296"/>
                  <a:ext cx="187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B54606-E410-1325-E89A-AEB078740D2A}"/>
                    </a:ext>
                  </a:extLst>
                </p14:cNvPr>
                <p14:cNvContentPartPr/>
                <p14:nvPr/>
              </p14:nvContentPartPr>
              <p14:xfrm>
                <a:off x="6347302" y="4811216"/>
                <a:ext cx="33120" cy="73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B54606-E410-1325-E89A-AEB078740D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38662" y="4802216"/>
                  <a:ext cx="50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40DFAB-B238-EA5C-45B8-9ED2479EBE71}"/>
                    </a:ext>
                  </a:extLst>
                </p14:cNvPr>
                <p14:cNvContentPartPr/>
                <p14:nvPr/>
              </p14:nvContentPartPr>
              <p14:xfrm>
                <a:off x="6321022" y="4698896"/>
                <a:ext cx="92160" cy="22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40DFAB-B238-EA5C-45B8-9ED2479EBE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12022" y="4689896"/>
                  <a:ext cx="109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AA7084-EB87-533F-10E8-0CA20E6117A6}"/>
                    </a:ext>
                  </a:extLst>
                </p14:cNvPr>
                <p14:cNvContentPartPr/>
                <p14:nvPr/>
              </p14:nvContentPartPr>
              <p14:xfrm>
                <a:off x="6347302" y="4778816"/>
                <a:ext cx="74160" cy="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AA7084-EB87-533F-10E8-0CA20E6117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38662" y="4770176"/>
                  <a:ext cx="91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FD4D3BF-6BEC-2FCF-F00E-0F4CE2FCACBD}"/>
                    </a:ext>
                  </a:extLst>
                </p14:cNvPr>
                <p14:cNvContentPartPr/>
                <p14:nvPr/>
              </p14:nvContentPartPr>
              <p14:xfrm>
                <a:off x="6522982" y="4720856"/>
                <a:ext cx="57240" cy="146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FD4D3BF-6BEC-2FCF-F00E-0F4CE2FCACB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13982" y="4711856"/>
                  <a:ext cx="74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A37361-12B5-B63D-4A76-7E3EC3714B35}"/>
                    </a:ext>
                  </a:extLst>
                </p14:cNvPr>
                <p14:cNvContentPartPr/>
                <p14:nvPr/>
              </p14:nvContentPartPr>
              <p14:xfrm>
                <a:off x="6434062" y="4631576"/>
                <a:ext cx="153000" cy="36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A37361-12B5-B63D-4A76-7E3EC3714B3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25062" y="4622576"/>
                  <a:ext cx="170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9B4883-243D-2F88-A588-D1CF87FC5676}"/>
                    </a:ext>
                  </a:extLst>
                </p14:cNvPr>
                <p14:cNvContentPartPr/>
                <p14:nvPr/>
              </p14:nvContentPartPr>
              <p14:xfrm>
                <a:off x="6729982" y="4565696"/>
                <a:ext cx="128160" cy="36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9B4883-243D-2F88-A588-D1CF87FC56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20982" y="4556696"/>
                  <a:ext cx="1458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2BB906-D5AC-C338-5AF6-619F381E0CD6}"/>
                    </a:ext>
                  </a:extLst>
                </p14:cNvPr>
                <p14:cNvContentPartPr/>
                <p14:nvPr/>
              </p14:nvContentPartPr>
              <p14:xfrm>
                <a:off x="6879022" y="4751816"/>
                <a:ext cx="57960" cy="114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2BB906-D5AC-C338-5AF6-619F381E0CD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0382" y="4743176"/>
                  <a:ext cx="75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3767E55-2CAC-F413-EF48-69C51BB1E09C}"/>
                    </a:ext>
                  </a:extLst>
                </p14:cNvPr>
                <p14:cNvContentPartPr/>
                <p14:nvPr/>
              </p14:nvContentPartPr>
              <p14:xfrm>
                <a:off x="6879022" y="4684856"/>
                <a:ext cx="82800" cy="41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3767E55-2CAC-F413-EF48-69C51BB1E09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70382" y="4675856"/>
                  <a:ext cx="100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5CAEAD-66C2-8CCA-1CAD-5726970B970E}"/>
                    </a:ext>
                  </a:extLst>
                </p14:cNvPr>
                <p14:cNvContentPartPr/>
                <p14:nvPr/>
              </p14:nvContentPartPr>
              <p14:xfrm>
                <a:off x="6884422" y="4757576"/>
                <a:ext cx="84960" cy="5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5CAEAD-66C2-8CCA-1CAD-5726970B970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75422" y="474893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0B4A2EC-DB06-ABC4-DB0D-7286D8C228DA}"/>
                    </a:ext>
                  </a:extLst>
                </p14:cNvPr>
                <p14:cNvContentPartPr/>
                <p14:nvPr/>
              </p14:nvContentPartPr>
              <p14:xfrm>
                <a:off x="7080982" y="4736696"/>
                <a:ext cx="47160" cy="135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0B4A2EC-DB06-ABC4-DB0D-7286D8C228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72342" y="4727696"/>
                  <a:ext cx="64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8EC575-46E9-486E-BBA4-46879CFEC8E3}"/>
                    </a:ext>
                  </a:extLst>
                </p14:cNvPr>
                <p14:cNvContentPartPr/>
                <p14:nvPr/>
              </p14:nvContentPartPr>
              <p14:xfrm>
                <a:off x="7059742" y="4676936"/>
                <a:ext cx="84600" cy="44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8EC575-46E9-486E-BBA4-46879CFEC8E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51102" y="4667936"/>
                  <a:ext cx="102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DD78395-350A-1DBA-F16A-AFC354FF3D9D}"/>
                    </a:ext>
                  </a:extLst>
                </p14:cNvPr>
                <p14:cNvContentPartPr/>
                <p14:nvPr/>
              </p14:nvContentPartPr>
              <p14:xfrm>
                <a:off x="7075942" y="4755776"/>
                <a:ext cx="83880" cy="19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DD78395-350A-1DBA-F16A-AFC354FF3D9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66942" y="4747136"/>
                  <a:ext cx="101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4FDAE5-0E23-0484-4117-396A7DC4C2CB}"/>
                    </a:ext>
                  </a:extLst>
                </p14:cNvPr>
                <p14:cNvContentPartPr/>
                <p14:nvPr/>
              </p14:nvContentPartPr>
              <p14:xfrm>
                <a:off x="7288342" y="4731296"/>
                <a:ext cx="59040" cy="119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4FDAE5-0E23-0484-4117-396A7DC4C2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79702" y="4722656"/>
                  <a:ext cx="76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700C49-FF24-CD61-29BF-F91B66B4FBCD}"/>
                    </a:ext>
                  </a:extLst>
                </p14:cNvPr>
                <p14:cNvContentPartPr/>
                <p14:nvPr/>
              </p14:nvContentPartPr>
              <p14:xfrm>
                <a:off x="7219222" y="4670456"/>
                <a:ext cx="165240" cy="1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700C49-FF24-CD61-29BF-F91B66B4FB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10582" y="4661816"/>
                  <a:ext cx="1828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9CFF62-8F37-ED77-40B6-6DFE9C447F80}"/>
              </a:ext>
            </a:extLst>
          </p:cNvPr>
          <p:cNvGrpSpPr/>
          <p:nvPr/>
        </p:nvGrpSpPr>
        <p:grpSpPr>
          <a:xfrm>
            <a:off x="7692622" y="4667576"/>
            <a:ext cx="185040" cy="187920"/>
            <a:chOff x="7692622" y="4667576"/>
            <a:chExt cx="18504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21E553-1C7A-AF20-0804-F320FED9C455}"/>
                    </a:ext>
                  </a:extLst>
                </p14:cNvPr>
                <p14:cNvContentPartPr/>
                <p14:nvPr/>
              </p14:nvContentPartPr>
              <p14:xfrm>
                <a:off x="7718902" y="4789616"/>
                <a:ext cx="24480" cy="55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21E553-1C7A-AF20-0804-F320FED9C45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10262" y="4780976"/>
                  <a:ext cx="42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E742E7-A1E7-9576-B76E-A34B0B560154}"/>
                    </a:ext>
                  </a:extLst>
                </p14:cNvPr>
                <p14:cNvContentPartPr/>
                <p14:nvPr/>
              </p14:nvContentPartPr>
              <p14:xfrm>
                <a:off x="7692622" y="4667576"/>
                <a:ext cx="16920" cy="6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E742E7-A1E7-9576-B76E-A34B0B5601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83622" y="4658576"/>
                  <a:ext cx="34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632736-65D3-8C95-A882-3BEFAB90209F}"/>
                    </a:ext>
                  </a:extLst>
                </p14:cNvPr>
                <p14:cNvContentPartPr/>
                <p14:nvPr/>
              </p14:nvContentPartPr>
              <p14:xfrm>
                <a:off x="7778662" y="4716896"/>
                <a:ext cx="99000" cy="13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632736-65D3-8C95-A882-3BEFAB9020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70022" y="4708256"/>
                  <a:ext cx="11664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BAA0F1C-AD50-9DD7-2977-9963B555E1A3}"/>
              </a:ext>
            </a:extLst>
          </p:cNvPr>
          <p:cNvGrpSpPr/>
          <p:nvPr/>
        </p:nvGrpSpPr>
        <p:grpSpPr>
          <a:xfrm>
            <a:off x="935422" y="5185256"/>
            <a:ext cx="815760" cy="371880"/>
            <a:chOff x="935422" y="5185256"/>
            <a:chExt cx="81576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D36AE6-4725-6411-4BB7-95C83E67EEEA}"/>
                    </a:ext>
                  </a:extLst>
                </p14:cNvPr>
                <p14:cNvContentPartPr/>
                <p14:nvPr/>
              </p14:nvContentPartPr>
              <p14:xfrm>
                <a:off x="935422" y="5185256"/>
                <a:ext cx="216720" cy="243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D36AE6-4725-6411-4BB7-95C83E67EEE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6782" y="5176256"/>
                  <a:ext cx="234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C4896DF-3AA6-332A-E60C-5CD8C494761A}"/>
                    </a:ext>
                  </a:extLst>
                </p14:cNvPr>
                <p14:cNvContentPartPr/>
                <p14:nvPr/>
              </p14:nvContentPartPr>
              <p14:xfrm>
                <a:off x="1196062" y="5353376"/>
                <a:ext cx="129240" cy="57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C4896DF-3AA6-332A-E60C-5CD8C49476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87062" y="5344376"/>
                  <a:ext cx="146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C2D10FE-3422-9882-3027-B95B4AC4D021}"/>
                    </a:ext>
                  </a:extLst>
                </p14:cNvPr>
                <p14:cNvContentPartPr/>
                <p14:nvPr/>
              </p14:nvContentPartPr>
              <p14:xfrm>
                <a:off x="1373902" y="5351576"/>
                <a:ext cx="115920" cy="205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C2D10FE-3422-9882-3027-B95B4AC4D0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64902" y="5342936"/>
                  <a:ext cx="133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9772C4A-A9F5-676B-07B4-7760E534F861}"/>
                    </a:ext>
                  </a:extLst>
                </p14:cNvPr>
                <p14:cNvContentPartPr/>
                <p14:nvPr/>
              </p14:nvContentPartPr>
              <p14:xfrm>
                <a:off x="1536262" y="5220536"/>
                <a:ext cx="79200" cy="183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9772C4A-A9F5-676B-07B4-7760E534F86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27262" y="5211536"/>
                  <a:ext cx="96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76B831-6614-0752-A42B-B0709A5A0487}"/>
                    </a:ext>
                  </a:extLst>
                </p14:cNvPr>
                <p14:cNvContentPartPr/>
                <p14:nvPr/>
              </p14:nvContentPartPr>
              <p14:xfrm>
                <a:off x="1483702" y="5304416"/>
                <a:ext cx="148680" cy="27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76B831-6614-0752-A42B-B0709A5A04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75062" y="5295776"/>
                  <a:ext cx="166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C4A2BB6-88FA-7A2D-F53B-489AE0EAB28E}"/>
                    </a:ext>
                  </a:extLst>
                </p14:cNvPr>
                <p14:cNvContentPartPr/>
                <p14:nvPr/>
              </p14:nvContentPartPr>
              <p14:xfrm>
                <a:off x="1594222" y="5206856"/>
                <a:ext cx="156960" cy="172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C4A2BB6-88FA-7A2D-F53B-489AE0EAB2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85222" y="5198216"/>
                  <a:ext cx="1746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1291179-3553-7687-F7ED-572856402D97}"/>
              </a:ext>
            </a:extLst>
          </p:cNvPr>
          <p:cNvGrpSpPr/>
          <p:nvPr/>
        </p:nvGrpSpPr>
        <p:grpSpPr>
          <a:xfrm>
            <a:off x="1940182" y="5152856"/>
            <a:ext cx="262800" cy="384840"/>
            <a:chOff x="1940182" y="5152856"/>
            <a:chExt cx="26280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A982CB3-E118-AA52-DFFC-F346511FC76E}"/>
                    </a:ext>
                  </a:extLst>
                </p14:cNvPr>
                <p14:cNvContentPartPr/>
                <p14:nvPr/>
              </p14:nvContentPartPr>
              <p14:xfrm>
                <a:off x="1940182" y="5336816"/>
                <a:ext cx="137880" cy="86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A982CB3-E118-AA52-DFFC-F346511FC7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31182" y="5327816"/>
                  <a:ext cx="155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582FDCD-8254-1FA1-B97A-D9081A22C3C8}"/>
                    </a:ext>
                  </a:extLst>
                </p14:cNvPr>
                <p14:cNvContentPartPr/>
                <p14:nvPr/>
              </p14:nvContentPartPr>
              <p14:xfrm>
                <a:off x="2066542" y="5152856"/>
                <a:ext cx="136440" cy="384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582FDCD-8254-1FA1-B97A-D9081A22C3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57902" y="5143856"/>
                  <a:ext cx="1540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E9479F0-2E68-D979-B37C-A0D487B1C762}"/>
                    </a:ext>
                  </a:extLst>
                </p14:cNvPr>
                <p14:cNvContentPartPr/>
                <p14:nvPr/>
              </p14:nvContentPartPr>
              <p14:xfrm>
                <a:off x="2072662" y="5410616"/>
                <a:ext cx="107280" cy="28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E9479F0-2E68-D979-B37C-A0D487B1C76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64022" y="5401976"/>
                  <a:ext cx="1249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FABDA1-1B0C-96F3-D61B-1B7F14438693}"/>
              </a:ext>
            </a:extLst>
          </p:cNvPr>
          <p:cNvGrpSpPr/>
          <p:nvPr/>
        </p:nvGrpSpPr>
        <p:grpSpPr>
          <a:xfrm>
            <a:off x="2429422" y="5226656"/>
            <a:ext cx="685080" cy="261360"/>
            <a:chOff x="2429422" y="5226656"/>
            <a:chExt cx="6850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2B1ED07-2C3B-6E72-51B0-AA47576AA7BD}"/>
                    </a:ext>
                  </a:extLst>
                </p14:cNvPr>
                <p14:cNvContentPartPr/>
                <p14:nvPr/>
              </p14:nvContentPartPr>
              <p14:xfrm>
                <a:off x="2429422" y="5278856"/>
                <a:ext cx="186840" cy="120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2B1ED07-2C3B-6E72-51B0-AA47576AA7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20422" y="5270216"/>
                  <a:ext cx="204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3CCBC49-0A0E-3CFF-073C-2BA75468CA7D}"/>
                    </a:ext>
                  </a:extLst>
                </p14:cNvPr>
                <p14:cNvContentPartPr/>
                <p14:nvPr/>
              </p14:nvContentPartPr>
              <p14:xfrm>
                <a:off x="2503942" y="5304776"/>
                <a:ext cx="74880" cy="11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3CCBC49-0A0E-3CFF-073C-2BA75468CA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94942" y="5295776"/>
                  <a:ext cx="92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36544F8-C249-4C4C-092B-7E5B22CC4E46}"/>
                    </a:ext>
                  </a:extLst>
                </p14:cNvPr>
                <p14:cNvContentPartPr/>
                <p14:nvPr/>
              </p14:nvContentPartPr>
              <p14:xfrm>
                <a:off x="2663782" y="5226656"/>
                <a:ext cx="146160" cy="22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36544F8-C249-4C4C-092B-7E5B22CC4E4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54782" y="5218016"/>
                  <a:ext cx="163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89FDDAB-4236-1552-60FE-A7E74AEE2B26}"/>
                    </a:ext>
                  </a:extLst>
                </p14:cNvPr>
                <p14:cNvContentPartPr/>
                <p14:nvPr/>
              </p14:nvContentPartPr>
              <p14:xfrm>
                <a:off x="2808862" y="5360216"/>
                <a:ext cx="146880" cy="6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89FDDAB-4236-1552-60FE-A7E74AEE2B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00222" y="5351216"/>
                  <a:ext cx="164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9016C6-CB14-53C5-9CCD-215ECA6F2F81}"/>
                    </a:ext>
                  </a:extLst>
                </p14:cNvPr>
                <p14:cNvContentPartPr/>
                <p14:nvPr/>
              </p14:nvContentPartPr>
              <p14:xfrm>
                <a:off x="2897062" y="5261216"/>
                <a:ext cx="217440" cy="226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9016C6-CB14-53C5-9CCD-215ECA6F2F8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88422" y="5252216"/>
                  <a:ext cx="23508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6661E5F-A600-E13D-F46B-D3613EEF6F25}"/>
              </a:ext>
            </a:extLst>
          </p:cNvPr>
          <p:cNvGrpSpPr/>
          <p:nvPr/>
        </p:nvGrpSpPr>
        <p:grpSpPr>
          <a:xfrm>
            <a:off x="3338062" y="5272016"/>
            <a:ext cx="1233720" cy="286560"/>
            <a:chOff x="3338062" y="5272016"/>
            <a:chExt cx="123372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F55DFE-D5A9-27F6-42DC-D0F62EB38FB5}"/>
                    </a:ext>
                  </a:extLst>
                </p14:cNvPr>
                <p14:cNvContentPartPr/>
                <p14:nvPr/>
              </p14:nvContentPartPr>
              <p14:xfrm>
                <a:off x="3338062" y="5292176"/>
                <a:ext cx="300240" cy="174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F55DFE-D5A9-27F6-42DC-D0F62EB38FB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29422" y="5283536"/>
                  <a:ext cx="317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62B1B7-4F12-998D-4542-3C51875B7453}"/>
                    </a:ext>
                  </a:extLst>
                </p14:cNvPr>
                <p14:cNvContentPartPr/>
                <p14:nvPr/>
              </p14:nvContentPartPr>
              <p14:xfrm>
                <a:off x="3623902" y="5337536"/>
                <a:ext cx="184320" cy="221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62B1B7-4F12-998D-4542-3C51875B74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14902" y="5328536"/>
                  <a:ext cx="201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F253379-6AAB-8202-865E-F930C8C240A5}"/>
                    </a:ext>
                  </a:extLst>
                </p14:cNvPr>
                <p14:cNvContentPartPr/>
                <p14:nvPr/>
              </p14:nvContentPartPr>
              <p14:xfrm>
                <a:off x="3804982" y="5279216"/>
                <a:ext cx="438480" cy="122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F253379-6AAB-8202-865E-F930C8C240A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95982" y="5270576"/>
                  <a:ext cx="456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DE48E8-57D3-2474-5FBC-76340AB26692}"/>
                    </a:ext>
                  </a:extLst>
                </p14:cNvPr>
                <p14:cNvContentPartPr/>
                <p14:nvPr/>
              </p14:nvContentPartPr>
              <p14:xfrm>
                <a:off x="4272622" y="5272016"/>
                <a:ext cx="2991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DE48E8-57D3-2474-5FBC-76340AB266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63622" y="5263016"/>
                  <a:ext cx="3168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725B1A0-67B5-9DEB-CFDB-C6C2D07EB38F}"/>
              </a:ext>
            </a:extLst>
          </p:cNvPr>
          <p:cNvGrpSpPr/>
          <p:nvPr/>
        </p:nvGrpSpPr>
        <p:grpSpPr>
          <a:xfrm>
            <a:off x="4875622" y="5165816"/>
            <a:ext cx="477360" cy="325080"/>
            <a:chOff x="4875622" y="5165816"/>
            <a:chExt cx="47736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661B3FF-58AE-BC27-8682-5698B40FAEF9}"/>
                    </a:ext>
                  </a:extLst>
                </p14:cNvPr>
                <p14:cNvContentPartPr/>
                <p14:nvPr/>
              </p14:nvContentPartPr>
              <p14:xfrm>
                <a:off x="4875622" y="5165816"/>
                <a:ext cx="226800" cy="218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661B3FF-58AE-BC27-8682-5698B40FAE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66982" y="5157176"/>
                  <a:ext cx="244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AF5A0F-03DF-639D-E385-5480C7819A8E}"/>
                    </a:ext>
                  </a:extLst>
                </p14:cNvPr>
                <p14:cNvContentPartPr/>
                <p14:nvPr/>
              </p14:nvContentPartPr>
              <p14:xfrm>
                <a:off x="5193142" y="5346896"/>
                <a:ext cx="159840" cy="120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AF5A0F-03DF-639D-E385-5480C7819A8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84142" y="5338256"/>
                  <a:ext cx="177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2C405B9-E711-C8D0-7419-472BD6AEDE65}"/>
                    </a:ext>
                  </a:extLst>
                </p14:cNvPr>
                <p14:cNvContentPartPr/>
                <p14:nvPr/>
              </p14:nvContentPartPr>
              <p14:xfrm>
                <a:off x="5211502" y="5342936"/>
                <a:ext cx="120960" cy="147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2C405B9-E711-C8D0-7419-472BD6AEDE6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02502" y="5333936"/>
                  <a:ext cx="1386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0477188-6951-9658-6ACA-1DEC6CF57E43}"/>
              </a:ext>
            </a:extLst>
          </p:cNvPr>
          <p:cNvGrpSpPr/>
          <p:nvPr/>
        </p:nvGrpSpPr>
        <p:grpSpPr>
          <a:xfrm>
            <a:off x="5937982" y="5230256"/>
            <a:ext cx="769320" cy="145080"/>
            <a:chOff x="5937982" y="5230256"/>
            <a:chExt cx="76932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980D93B-F6E4-8152-4932-227588D20F58}"/>
                    </a:ext>
                  </a:extLst>
                </p14:cNvPr>
                <p14:cNvContentPartPr/>
                <p14:nvPr/>
              </p14:nvContentPartPr>
              <p14:xfrm>
                <a:off x="5937982" y="5273456"/>
                <a:ext cx="97200" cy="101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980D93B-F6E4-8152-4932-227588D20F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29342" y="5264816"/>
                  <a:ext cx="114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041EC09-A0D2-058B-E503-45E1F2FEC9C6}"/>
                    </a:ext>
                  </a:extLst>
                </p14:cNvPr>
                <p14:cNvContentPartPr/>
                <p14:nvPr/>
              </p14:nvContentPartPr>
              <p14:xfrm>
                <a:off x="6102142" y="5248616"/>
                <a:ext cx="133560" cy="105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041EC09-A0D2-058B-E503-45E1F2FEC9C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93502" y="5239616"/>
                  <a:ext cx="151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A38792B-22C0-9F1C-6A77-34D769957E97}"/>
                    </a:ext>
                  </a:extLst>
                </p14:cNvPr>
                <p14:cNvContentPartPr/>
                <p14:nvPr/>
              </p14:nvContentPartPr>
              <p14:xfrm>
                <a:off x="6257662" y="5230256"/>
                <a:ext cx="84600" cy="113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A38792B-22C0-9F1C-6A77-34D769957E9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248662" y="5221616"/>
                  <a:ext cx="102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D82978E-B77E-3320-E063-0F7DC1F6F28F}"/>
                    </a:ext>
                  </a:extLst>
                </p14:cNvPr>
                <p14:cNvContentPartPr/>
                <p14:nvPr/>
              </p14:nvContentPartPr>
              <p14:xfrm>
                <a:off x="6369262" y="5230616"/>
                <a:ext cx="68040" cy="117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D82978E-B77E-3320-E063-0F7DC1F6F28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60262" y="5221976"/>
                  <a:ext cx="85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E08523C-7AAB-8CB7-6845-08A012464AA0}"/>
                    </a:ext>
                  </a:extLst>
                </p14:cNvPr>
                <p14:cNvContentPartPr/>
                <p14:nvPr/>
              </p14:nvContentPartPr>
              <p14:xfrm>
                <a:off x="6482302" y="5289296"/>
                <a:ext cx="132480" cy="54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E08523C-7AAB-8CB7-6845-08A012464AA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73662" y="5280296"/>
                  <a:ext cx="150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0D985BD-8F1C-8E64-E106-BE31BE9391F3}"/>
                    </a:ext>
                  </a:extLst>
                </p14:cNvPr>
                <p14:cNvContentPartPr/>
                <p14:nvPr/>
              </p14:nvContentPartPr>
              <p14:xfrm>
                <a:off x="6656542" y="5256176"/>
                <a:ext cx="50760" cy="119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0D985BD-8F1C-8E64-E106-BE31BE9391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47902" y="5247176"/>
                  <a:ext cx="684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E74B7FA-6B92-CFF0-9F2B-1B2EA2065E71}"/>
              </a:ext>
            </a:extLst>
          </p:cNvPr>
          <p:cNvGrpSpPr/>
          <p:nvPr/>
        </p:nvGrpSpPr>
        <p:grpSpPr>
          <a:xfrm>
            <a:off x="6947062" y="5055656"/>
            <a:ext cx="1588320" cy="377640"/>
            <a:chOff x="6947062" y="5055656"/>
            <a:chExt cx="158832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51847BB-76E2-B13D-827A-252C2730CBFE}"/>
                    </a:ext>
                  </a:extLst>
                </p14:cNvPr>
                <p14:cNvContentPartPr/>
                <p14:nvPr/>
              </p14:nvContentPartPr>
              <p14:xfrm>
                <a:off x="6985942" y="5254376"/>
                <a:ext cx="5040" cy="19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51847BB-76E2-B13D-827A-252C2730CBF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76942" y="5245376"/>
                  <a:ext cx="22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ED43DF-A806-4990-AB75-E27E69FDF0B6}"/>
                    </a:ext>
                  </a:extLst>
                </p14:cNvPr>
                <p14:cNvContentPartPr/>
                <p14:nvPr/>
              </p14:nvContentPartPr>
              <p14:xfrm>
                <a:off x="6947062" y="5123336"/>
                <a:ext cx="147600" cy="199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ED43DF-A806-4990-AB75-E27E69FDF0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38422" y="5114696"/>
                  <a:ext cx="165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B5C5C57-80B9-AB29-0F3C-105A5A0902BA}"/>
                    </a:ext>
                  </a:extLst>
                </p14:cNvPr>
                <p14:cNvContentPartPr/>
                <p14:nvPr/>
              </p14:nvContentPartPr>
              <p14:xfrm>
                <a:off x="7080982" y="5119376"/>
                <a:ext cx="93240" cy="199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B5C5C57-80B9-AB29-0F3C-105A5A0902B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72342" y="5110736"/>
                  <a:ext cx="110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55FC1C1-CA3E-2232-C355-97098EA493E1}"/>
                    </a:ext>
                  </a:extLst>
                </p14:cNvPr>
                <p14:cNvContentPartPr/>
                <p14:nvPr/>
              </p14:nvContentPartPr>
              <p14:xfrm>
                <a:off x="7208062" y="5247176"/>
                <a:ext cx="86760" cy="93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55FC1C1-CA3E-2232-C355-97098EA493E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99422" y="5238176"/>
                  <a:ext cx="104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8AB9711-72F1-D86F-D4DD-78901117AFA1}"/>
                    </a:ext>
                  </a:extLst>
                </p14:cNvPr>
                <p14:cNvContentPartPr/>
                <p14:nvPr/>
              </p14:nvContentPartPr>
              <p14:xfrm>
                <a:off x="7344502" y="5239976"/>
                <a:ext cx="104760" cy="101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8AB9711-72F1-D86F-D4DD-78901117AFA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35502" y="5231336"/>
                  <a:ext cx="122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C97232B-D71C-BD09-9820-3ABA73C96524}"/>
                    </a:ext>
                  </a:extLst>
                </p14:cNvPr>
                <p14:cNvContentPartPr/>
                <p14:nvPr/>
              </p14:nvContentPartPr>
              <p14:xfrm>
                <a:off x="7426582" y="5092736"/>
                <a:ext cx="60120" cy="18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C97232B-D71C-BD09-9820-3ABA73C9652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17942" y="5084096"/>
                  <a:ext cx="777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91166A9-CB39-EDE0-9A3A-6FACDD301EBA}"/>
                    </a:ext>
                  </a:extLst>
                </p14:cNvPr>
                <p14:cNvContentPartPr/>
                <p14:nvPr/>
              </p14:nvContentPartPr>
              <p14:xfrm>
                <a:off x="7477702" y="5224136"/>
                <a:ext cx="153000" cy="96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91166A9-CB39-EDE0-9A3A-6FACDD301EB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69062" y="5215136"/>
                  <a:ext cx="170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1625423-C8C2-9EB8-F2AA-386F140850D2}"/>
                    </a:ext>
                  </a:extLst>
                </p14:cNvPr>
                <p14:cNvContentPartPr/>
                <p14:nvPr/>
              </p14:nvContentPartPr>
              <p14:xfrm>
                <a:off x="7591102" y="5069336"/>
                <a:ext cx="475200" cy="257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1625423-C8C2-9EB8-F2AA-386F140850D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82462" y="5060696"/>
                  <a:ext cx="49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80C0B45-87E3-93E7-5D5B-E49FACA89120}"/>
                    </a:ext>
                  </a:extLst>
                </p14:cNvPr>
                <p14:cNvContentPartPr/>
                <p14:nvPr/>
              </p14:nvContentPartPr>
              <p14:xfrm>
                <a:off x="8099062" y="5245736"/>
                <a:ext cx="99360" cy="187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80C0B45-87E3-93E7-5D5B-E49FACA8912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90062" y="5237096"/>
                  <a:ext cx="117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DD658FE-CDB1-D499-C52D-0EB29FF7F1B8}"/>
                    </a:ext>
                  </a:extLst>
                </p14:cNvPr>
                <p14:cNvContentPartPr/>
                <p14:nvPr/>
              </p14:nvContentPartPr>
              <p14:xfrm>
                <a:off x="8213542" y="5055656"/>
                <a:ext cx="69840" cy="243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DD658FE-CDB1-D499-C52D-0EB29FF7F1B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04542" y="5046656"/>
                  <a:ext cx="874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DC0031-4C96-E317-8747-5BC22AD6A2E8}"/>
                    </a:ext>
                  </a:extLst>
                </p14:cNvPr>
                <p14:cNvContentPartPr/>
                <p14:nvPr/>
              </p14:nvContentPartPr>
              <p14:xfrm>
                <a:off x="8298502" y="5064656"/>
                <a:ext cx="236880" cy="227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DC0031-4C96-E317-8747-5BC22AD6A2E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89862" y="5056016"/>
                  <a:ext cx="25452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820FF74-9396-99BC-A0C1-F0AAE668DA5F}"/>
              </a:ext>
            </a:extLst>
          </p:cNvPr>
          <p:cNvGrpSpPr/>
          <p:nvPr/>
        </p:nvGrpSpPr>
        <p:grpSpPr>
          <a:xfrm>
            <a:off x="8777302" y="5090936"/>
            <a:ext cx="638280" cy="286200"/>
            <a:chOff x="8777302" y="5090936"/>
            <a:chExt cx="63828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4823A54-BB39-0656-99C4-E674A63DD411}"/>
                    </a:ext>
                  </a:extLst>
                </p14:cNvPr>
                <p14:cNvContentPartPr/>
                <p14:nvPr/>
              </p14:nvContentPartPr>
              <p14:xfrm>
                <a:off x="8777302" y="5090936"/>
                <a:ext cx="219240" cy="197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4823A54-BB39-0656-99C4-E674A63DD4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68302" y="5082296"/>
                  <a:ext cx="236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6E14AF-FDAE-9842-7E71-A865050A17D8}"/>
                    </a:ext>
                  </a:extLst>
                </p14:cNvPr>
                <p14:cNvContentPartPr/>
                <p14:nvPr/>
              </p14:nvContentPartPr>
              <p14:xfrm>
                <a:off x="9043702" y="5263016"/>
                <a:ext cx="49320" cy="10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6E14AF-FDAE-9842-7E71-A865050A17D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34702" y="5254016"/>
                  <a:ext cx="669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EBFE904-8B2D-C35D-345D-1C0D7FB360A0}"/>
                    </a:ext>
                  </a:extLst>
                </p14:cNvPr>
                <p14:cNvContentPartPr/>
                <p14:nvPr/>
              </p14:nvContentPartPr>
              <p14:xfrm>
                <a:off x="9037582" y="5217656"/>
                <a:ext cx="61560" cy="34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EBFE904-8B2D-C35D-345D-1C0D7FB360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28582" y="5208656"/>
                  <a:ext cx="79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782D7FA-31D6-A3B2-47C9-700C7D8615E0}"/>
                    </a:ext>
                  </a:extLst>
                </p14:cNvPr>
                <p14:cNvContentPartPr/>
                <p14:nvPr/>
              </p14:nvContentPartPr>
              <p14:xfrm>
                <a:off x="9048022" y="5286416"/>
                <a:ext cx="58680" cy="3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782D7FA-31D6-A3B2-47C9-700C7D8615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39382" y="5277416"/>
                  <a:ext cx="76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9391E3-51BC-B63F-7479-034EAC395573}"/>
                    </a:ext>
                  </a:extLst>
                </p14:cNvPr>
                <p14:cNvContentPartPr/>
                <p14:nvPr/>
              </p14:nvContentPartPr>
              <p14:xfrm>
                <a:off x="9159622" y="5278856"/>
                <a:ext cx="45000" cy="9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9391E3-51BC-B63F-7479-034EAC39557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50982" y="5270216"/>
                  <a:ext cx="62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E98EB32-F221-094E-6B89-0FCF09358306}"/>
                    </a:ext>
                  </a:extLst>
                </p14:cNvPr>
                <p14:cNvContentPartPr/>
                <p14:nvPr/>
              </p14:nvContentPartPr>
              <p14:xfrm>
                <a:off x="9159622" y="5224496"/>
                <a:ext cx="58680" cy="33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E98EB32-F221-094E-6B89-0FCF0935830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50982" y="5215496"/>
                  <a:ext cx="76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2A17656-CDA1-415A-11BB-D06E0D8D193F}"/>
                    </a:ext>
                  </a:extLst>
                </p14:cNvPr>
                <p14:cNvContentPartPr/>
                <p14:nvPr/>
              </p14:nvContentPartPr>
              <p14:xfrm>
                <a:off x="9165022" y="5289656"/>
                <a:ext cx="42840" cy="16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2A17656-CDA1-415A-11BB-D06E0D8D193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56382" y="5280656"/>
                  <a:ext cx="60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08A8BCF-4957-79E6-7962-188606F8C446}"/>
                    </a:ext>
                  </a:extLst>
                </p14:cNvPr>
                <p14:cNvContentPartPr/>
                <p14:nvPr/>
              </p14:nvContentPartPr>
              <p14:xfrm>
                <a:off x="9341782" y="5289656"/>
                <a:ext cx="44640" cy="86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08A8BCF-4957-79E6-7962-188606F8C44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32782" y="5280656"/>
                  <a:ext cx="62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E79B8C1-BA77-775F-CE93-74BF7239E1EF}"/>
                    </a:ext>
                  </a:extLst>
                </p14:cNvPr>
                <p14:cNvContentPartPr/>
                <p14:nvPr/>
              </p14:nvContentPartPr>
              <p14:xfrm>
                <a:off x="9311542" y="5259776"/>
                <a:ext cx="104040" cy="20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E79B8C1-BA77-775F-CE93-74BF7239E1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302542" y="5250776"/>
                  <a:ext cx="1216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0367592-5A8B-0F4C-A573-42AABB29DB14}"/>
              </a:ext>
            </a:extLst>
          </p:cNvPr>
          <p:cNvGrpSpPr/>
          <p:nvPr/>
        </p:nvGrpSpPr>
        <p:grpSpPr>
          <a:xfrm>
            <a:off x="9667222" y="5000216"/>
            <a:ext cx="1385280" cy="405720"/>
            <a:chOff x="9667222" y="5000216"/>
            <a:chExt cx="138528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DF56DB-BF09-0639-10F3-8961AE8667C7}"/>
                    </a:ext>
                  </a:extLst>
                </p14:cNvPr>
                <p14:cNvContentPartPr/>
                <p14:nvPr/>
              </p14:nvContentPartPr>
              <p14:xfrm>
                <a:off x="9667222" y="5188496"/>
                <a:ext cx="110880" cy="86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DF56DB-BF09-0639-10F3-8961AE8667C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58222" y="5179856"/>
                  <a:ext cx="128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C47AA79-012A-C778-D824-10B1AF9A441F}"/>
                    </a:ext>
                  </a:extLst>
                </p14:cNvPr>
                <p14:cNvContentPartPr/>
                <p14:nvPr/>
              </p14:nvContentPartPr>
              <p14:xfrm>
                <a:off x="9789262" y="5060336"/>
                <a:ext cx="112680" cy="345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C47AA79-012A-C778-D824-10B1AF9A441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80262" y="5051696"/>
                  <a:ext cx="130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6C231C6-46C9-BE82-23AC-A931C7CF1BC2}"/>
                    </a:ext>
                  </a:extLst>
                </p14:cNvPr>
                <p14:cNvContentPartPr/>
                <p14:nvPr/>
              </p14:nvContentPartPr>
              <p14:xfrm>
                <a:off x="9823102" y="5284616"/>
                <a:ext cx="44280" cy="10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6C231C6-46C9-BE82-23AC-A931C7CF1BC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14102" y="5275976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49F53F0-86FD-DD9E-763F-939354621AA4}"/>
                    </a:ext>
                  </a:extLst>
                </p14:cNvPr>
                <p14:cNvContentPartPr/>
                <p14:nvPr/>
              </p14:nvContentPartPr>
              <p14:xfrm>
                <a:off x="10054222" y="5077616"/>
                <a:ext cx="132120" cy="161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49F53F0-86FD-DD9E-763F-939354621A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45582" y="5068616"/>
                  <a:ext cx="149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86FCEE0-4E34-838D-524C-8202178BFFC3}"/>
                    </a:ext>
                  </a:extLst>
                </p14:cNvPr>
                <p14:cNvContentPartPr/>
                <p14:nvPr/>
              </p14:nvContentPartPr>
              <p14:xfrm>
                <a:off x="10212262" y="5113976"/>
                <a:ext cx="43560" cy="118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86FCEE0-4E34-838D-524C-8202178BFFC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03622" y="5105336"/>
                  <a:ext cx="61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98F7C67-FB0A-5927-5282-480AFCAF0359}"/>
                    </a:ext>
                  </a:extLst>
                </p14:cNvPr>
                <p14:cNvContentPartPr/>
                <p14:nvPr/>
              </p14:nvContentPartPr>
              <p14:xfrm>
                <a:off x="10223062" y="5068616"/>
                <a:ext cx="72360" cy="29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98F7C67-FB0A-5927-5282-480AFCAF035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214062" y="5059616"/>
                  <a:ext cx="90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7660246-1215-ED39-7386-943DD49D0CD1}"/>
                    </a:ext>
                  </a:extLst>
                </p14:cNvPr>
                <p14:cNvContentPartPr/>
                <p14:nvPr/>
              </p14:nvContentPartPr>
              <p14:xfrm>
                <a:off x="10249702" y="5143496"/>
                <a:ext cx="54720" cy="13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7660246-1215-ED39-7386-943DD49D0C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40702" y="5134496"/>
                  <a:ext cx="72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B0E48C0-707C-112B-3E62-90B97FC33851}"/>
                    </a:ext>
                  </a:extLst>
                </p14:cNvPr>
                <p14:cNvContentPartPr/>
                <p14:nvPr/>
              </p14:nvContentPartPr>
              <p14:xfrm>
                <a:off x="10398382" y="5113976"/>
                <a:ext cx="37800" cy="11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B0E48C0-707C-112B-3E62-90B97FC338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89742" y="5105336"/>
                  <a:ext cx="55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A46146A-3496-E947-0D4C-D5A1018D312A}"/>
                    </a:ext>
                  </a:extLst>
                </p14:cNvPr>
                <p14:cNvContentPartPr/>
                <p14:nvPr/>
              </p14:nvContentPartPr>
              <p14:xfrm>
                <a:off x="10324942" y="5049176"/>
                <a:ext cx="137880" cy="43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A46146A-3496-E947-0D4C-D5A1018D312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15942" y="5040176"/>
                  <a:ext cx="155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E90BF0-5D2C-93B4-EFC0-37B3518EB1CE}"/>
                    </a:ext>
                  </a:extLst>
                </p14:cNvPr>
                <p14:cNvContentPartPr/>
                <p14:nvPr/>
              </p14:nvContentPartPr>
              <p14:xfrm>
                <a:off x="10544902" y="5000216"/>
                <a:ext cx="84240" cy="334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E90BF0-5D2C-93B4-EFC0-37B3518EB1C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36262" y="4991576"/>
                  <a:ext cx="1018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29C5FA4-8F99-5226-D37A-E5807EC7F7DD}"/>
                    </a:ext>
                  </a:extLst>
                </p14:cNvPr>
                <p14:cNvContentPartPr/>
                <p14:nvPr/>
              </p14:nvContentPartPr>
              <p14:xfrm>
                <a:off x="10637782" y="5172656"/>
                <a:ext cx="75960" cy="131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29C5FA4-8F99-5226-D37A-E5807EC7F7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28782" y="5163656"/>
                  <a:ext cx="93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72567F-E5B8-93A6-74DF-C3902A009683}"/>
                    </a:ext>
                  </a:extLst>
                </p14:cNvPr>
                <p14:cNvContentPartPr/>
                <p14:nvPr/>
              </p14:nvContentPartPr>
              <p14:xfrm>
                <a:off x="10653622" y="5157896"/>
                <a:ext cx="79560" cy="30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72567F-E5B8-93A6-74DF-C3902A00968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44982" y="5148896"/>
                  <a:ext cx="97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435395-689F-143B-D587-72BA99158B03}"/>
                    </a:ext>
                  </a:extLst>
                </p14:cNvPr>
                <p14:cNvContentPartPr/>
                <p14:nvPr/>
              </p14:nvContentPartPr>
              <p14:xfrm>
                <a:off x="10659022" y="5225576"/>
                <a:ext cx="69480" cy="5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435395-689F-143B-D587-72BA99158B0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50022" y="5216936"/>
                  <a:ext cx="8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420B910-7C92-74FC-77B6-05B6F3F107E5}"/>
                    </a:ext>
                  </a:extLst>
                </p14:cNvPr>
                <p14:cNvContentPartPr/>
                <p14:nvPr/>
              </p14:nvContentPartPr>
              <p14:xfrm>
                <a:off x="10791862" y="5209736"/>
                <a:ext cx="41760" cy="108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420B910-7C92-74FC-77B6-05B6F3F107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783222" y="5201096"/>
                  <a:ext cx="59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D0A5882-78B9-8C96-7D7C-F6775505DEFD}"/>
                    </a:ext>
                  </a:extLst>
                </p14:cNvPr>
                <p14:cNvContentPartPr/>
                <p14:nvPr/>
              </p14:nvContentPartPr>
              <p14:xfrm>
                <a:off x="10786462" y="5144936"/>
                <a:ext cx="55080" cy="28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D0A5882-78B9-8C96-7D7C-F6775505DEF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777822" y="5135936"/>
                  <a:ext cx="72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78DA58E-F254-4395-2B07-CE207EC6719D}"/>
                    </a:ext>
                  </a:extLst>
                </p14:cNvPr>
                <p14:cNvContentPartPr/>
                <p14:nvPr/>
              </p14:nvContentPartPr>
              <p14:xfrm>
                <a:off x="10781062" y="5220536"/>
                <a:ext cx="79920" cy="10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78DA58E-F254-4395-2B07-CE207EC6719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72422" y="5211536"/>
                  <a:ext cx="97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C869DF9-314A-2755-A0C4-4E2F1FEFE550}"/>
                    </a:ext>
                  </a:extLst>
                </p14:cNvPr>
                <p14:cNvContentPartPr/>
                <p14:nvPr/>
              </p14:nvContentPartPr>
              <p14:xfrm>
                <a:off x="10983382" y="5172656"/>
                <a:ext cx="40680" cy="118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C869DF9-314A-2755-A0C4-4E2F1FEFE55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74382" y="5164016"/>
                  <a:ext cx="58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73B30B8-E325-E7D5-133C-D8DCEF77DD2F}"/>
                    </a:ext>
                  </a:extLst>
                </p14:cNvPr>
                <p14:cNvContentPartPr/>
                <p14:nvPr/>
              </p14:nvContentPartPr>
              <p14:xfrm>
                <a:off x="10894822" y="5124416"/>
                <a:ext cx="157680" cy="16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73B30B8-E325-E7D5-133C-D8DCEF77DD2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86182" y="5115776"/>
                  <a:ext cx="17532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410557A-91C9-6038-5309-52555E0EBBDC}"/>
                  </a:ext>
                </a:extLst>
              </p14:cNvPr>
              <p14:cNvContentPartPr/>
              <p14:nvPr/>
            </p14:nvContentPartPr>
            <p14:xfrm>
              <a:off x="3159502" y="5044856"/>
              <a:ext cx="856080" cy="486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410557A-91C9-6038-5309-52555E0EBBD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150862" y="5035856"/>
                <a:ext cx="873720" cy="6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DB016AF-FE73-2902-FB24-C08E77F3209C}"/>
              </a:ext>
            </a:extLst>
          </p:cNvPr>
          <p:cNvGrpSpPr/>
          <p:nvPr/>
        </p:nvGrpSpPr>
        <p:grpSpPr>
          <a:xfrm>
            <a:off x="9197062" y="5483696"/>
            <a:ext cx="134640" cy="191880"/>
            <a:chOff x="9197062" y="5483696"/>
            <a:chExt cx="1346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8F76B3A-64B0-7DEA-C795-D90BFA1B32E0}"/>
                    </a:ext>
                  </a:extLst>
                </p14:cNvPr>
                <p14:cNvContentPartPr/>
                <p14:nvPr/>
              </p14:nvContentPartPr>
              <p14:xfrm>
                <a:off x="9246382" y="5512856"/>
                <a:ext cx="85320" cy="162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8F76B3A-64B0-7DEA-C795-D90BFA1B32E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37742" y="5503856"/>
                  <a:ext cx="102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61A0A7C-57F3-0720-1C56-B56AF12AC081}"/>
                    </a:ext>
                  </a:extLst>
                </p14:cNvPr>
                <p14:cNvContentPartPr/>
                <p14:nvPr/>
              </p14:nvContentPartPr>
              <p14:xfrm>
                <a:off x="9197062" y="5483696"/>
                <a:ext cx="106200" cy="56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61A0A7C-57F3-0720-1C56-B56AF12AC08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188062" y="5474696"/>
                  <a:ext cx="12384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FEB52E2-F16F-A28D-F989-2215B1F0F0B5}"/>
              </a:ext>
            </a:extLst>
          </p:cNvPr>
          <p:cNvGrpSpPr/>
          <p:nvPr/>
        </p:nvGrpSpPr>
        <p:grpSpPr>
          <a:xfrm>
            <a:off x="9498742" y="5449496"/>
            <a:ext cx="820440" cy="261360"/>
            <a:chOff x="9498742" y="5449496"/>
            <a:chExt cx="82044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4F4C52D-9F23-6AD6-B969-D3415B4E2423}"/>
                    </a:ext>
                  </a:extLst>
                </p14:cNvPr>
                <p14:cNvContentPartPr/>
                <p14:nvPr/>
              </p14:nvContentPartPr>
              <p14:xfrm>
                <a:off x="9498742" y="5589536"/>
                <a:ext cx="86400" cy="121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4F4C52D-9F23-6AD6-B969-D3415B4E24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89742" y="5580896"/>
                  <a:ext cx="104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587AE4B-7874-27CD-5ECB-89D7AAF9A87E}"/>
                    </a:ext>
                  </a:extLst>
                </p14:cNvPr>
                <p14:cNvContentPartPr/>
                <p14:nvPr/>
              </p14:nvContentPartPr>
              <p14:xfrm>
                <a:off x="9574342" y="5528696"/>
                <a:ext cx="169920" cy="165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587AE4B-7874-27CD-5ECB-89D7AAF9A8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65702" y="5520056"/>
                  <a:ext cx="187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21DD9AC-E9C1-4A3D-6DDB-0ADC4BB6DBC9}"/>
                    </a:ext>
                  </a:extLst>
                </p14:cNvPr>
                <p14:cNvContentPartPr/>
                <p14:nvPr/>
              </p14:nvContentPartPr>
              <p14:xfrm>
                <a:off x="9783502" y="5624456"/>
                <a:ext cx="74520" cy="7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21DD9AC-E9C1-4A3D-6DDB-0ADC4BB6DBC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74502" y="5615816"/>
                  <a:ext cx="92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1CE8667-7D57-ACE5-8BD6-24980034FE8A}"/>
                    </a:ext>
                  </a:extLst>
                </p14:cNvPr>
                <p14:cNvContentPartPr/>
                <p14:nvPr/>
              </p14:nvContentPartPr>
              <p14:xfrm>
                <a:off x="9919942" y="5644256"/>
                <a:ext cx="113400" cy="43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1CE8667-7D57-ACE5-8BD6-24980034FE8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11302" y="5635256"/>
                  <a:ext cx="131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CABBA94-EF1F-7DD1-53ED-6EBBE079BBA7}"/>
                    </a:ext>
                  </a:extLst>
                </p14:cNvPr>
                <p14:cNvContentPartPr/>
                <p14:nvPr/>
              </p14:nvContentPartPr>
              <p14:xfrm>
                <a:off x="10047022" y="5516096"/>
                <a:ext cx="128160" cy="193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CABBA94-EF1F-7DD1-53ED-6EBBE079BBA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38382" y="5507456"/>
                  <a:ext cx="145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94B3D14-3D2F-22BE-9E02-F707D452E6D6}"/>
                    </a:ext>
                  </a:extLst>
                </p14:cNvPr>
                <p14:cNvContentPartPr/>
                <p14:nvPr/>
              </p14:nvContentPartPr>
              <p14:xfrm>
                <a:off x="10209022" y="5449496"/>
                <a:ext cx="110160" cy="217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94B3D14-3D2F-22BE-9E02-F707D452E6D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00022" y="5440496"/>
                  <a:ext cx="12780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76EEB94-0B03-5771-B684-86EF9A33E0B7}"/>
              </a:ext>
            </a:extLst>
          </p:cNvPr>
          <p:cNvGrpSpPr/>
          <p:nvPr/>
        </p:nvGrpSpPr>
        <p:grpSpPr>
          <a:xfrm>
            <a:off x="10515382" y="5406656"/>
            <a:ext cx="1132200" cy="271080"/>
            <a:chOff x="10515382" y="5406656"/>
            <a:chExt cx="113220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2F9A251-2AF3-EBB0-3046-7AC4F8A675F8}"/>
                    </a:ext>
                  </a:extLst>
                </p14:cNvPr>
                <p14:cNvContentPartPr/>
                <p14:nvPr/>
              </p14:nvContentPartPr>
              <p14:xfrm>
                <a:off x="10515382" y="5491616"/>
                <a:ext cx="377280" cy="1800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2F9A251-2AF3-EBB0-3046-7AC4F8A675F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506742" y="5482616"/>
                  <a:ext cx="394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D281ACF-6D0B-9D7A-7B21-4BDA3518371B}"/>
                    </a:ext>
                  </a:extLst>
                </p14:cNvPr>
                <p14:cNvContentPartPr/>
                <p14:nvPr/>
              </p14:nvContentPartPr>
              <p14:xfrm>
                <a:off x="10949542" y="5555336"/>
                <a:ext cx="104400" cy="88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D281ACF-6D0B-9D7A-7B21-4BDA3518371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40902" y="5546336"/>
                  <a:ext cx="122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5F59172-2DED-D413-4312-D6EE101B8AF0}"/>
                    </a:ext>
                  </a:extLst>
                </p14:cNvPr>
                <p14:cNvContentPartPr/>
                <p14:nvPr/>
              </p14:nvContentPartPr>
              <p14:xfrm>
                <a:off x="11041702" y="5406656"/>
                <a:ext cx="81720" cy="210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5F59172-2DED-D413-4312-D6EE101B8AF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33062" y="5397656"/>
                  <a:ext cx="99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F9AC921-4FF0-A9A7-2107-A19E811815FA}"/>
                    </a:ext>
                  </a:extLst>
                </p14:cNvPr>
                <p14:cNvContentPartPr/>
                <p14:nvPr/>
              </p14:nvContentPartPr>
              <p14:xfrm>
                <a:off x="11118022" y="5518256"/>
                <a:ext cx="104400" cy="96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F9AC921-4FF0-A9A7-2107-A19E811815F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109382" y="5509256"/>
                  <a:ext cx="122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FF0EC34-2E0B-74CE-9FBB-9AD4171A002D}"/>
                    </a:ext>
                  </a:extLst>
                </p14:cNvPr>
                <p14:cNvContentPartPr/>
                <p14:nvPr/>
              </p14:nvContentPartPr>
              <p14:xfrm>
                <a:off x="11376502" y="5522936"/>
                <a:ext cx="136080" cy="80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FF0EC34-2E0B-74CE-9FBB-9AD4171A002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67862" y="5513936"/>
                  <a:ext cx="153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82DAB6F-2D4F-B7B3-DDAD-821067FE5716}"/>
                    </a:ext>
                  </a:extLst>
                </p14:cNvPr>
                <p14:cNvContentPartPr/>
                <p14:nvPr/>
              </p14:nvContentPartPr>
              <p14:xfrm>
                <a:off x="11557582" y="5485496"/>
                <a:ext cx="90000" cy="192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82DAB6F-2D4F-B7B3-DDAD-821067FE571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548942" y="5476496"/>
                  <a:ext cx="1076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2486D2B-6325-BF0B-0761-BDD1C7033391}"/>
              </a:ext>
            </a:extLst>
          </p:cNvPr>
          <p:cNvGrpSpPr/>
          <p:nvPr/>
        </p:nvGrpSpPr>
        <p:grpSpPr>
          <a:xfrm>
            <a:off x="9500182" y="5821016"/>
            <a:ext cx="490320" cy="205200"/>
            <a:chOff x="9500182" y="5821016"/>
            <a:chExt cx="49032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499615A-6EBB-C139-8A07-C60FBEC0D2C1}"/>
                    </a:ext>
                  </a:extLst>
                </p14:cNvPr>
                <p14:cNvContentPartPr/>
                <p14:nvPr/>
              </p14:nvContentPartPr>
              <p14:xfrm>
                <a:off x="9574342" y="5970056"/>
                <a:ext cx="39960" cy="56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499615A-6EBB-C139-8A07-C60FBEC0D2C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65702" y="5961056"/>
                  <a:ext cx="57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8D72ECC-F4EB-B775-7A18-B2C08D8A431B}"/>
                    </a:ext>
                  </a:extLst>
                </p14:cNvPr>
                <p14:cNvContentPartPr/>
                <p14:nvPr/>
              </p14:nvContentPartPr>
              <p14:xfrm>
                <a:off x="9500182" y="5821016"/>
                <a:ext cx="25560" cy="35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8D72ECC-F4EB-B775-7A18-B2C08D8A431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91182" y="5812376"/>
                  <a:ext cx="43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16C169-EC8F-1FF8-42AD-6CC1760B07A7}"/>
                    </a:ext>
                  </a:extLst>
                </p14:cNvPr>
                <p14:cNvContentPartPr/>
                <p14:nvPr/>
              </p14:nvContentPartPr>
              <p14:xfrm>
                <a:off x="9622222" y="5938016"/>
                <a:ext cx="144360" cy="69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16C169-EC8F-1FF8-42AD-6CC1760B07A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13582" y="5929376"/>
                  <a:ext cx="162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486C547-3908-5A9A-4C43-42E5DA7A1F53}"/>
                    </a:ext>
                  </a:extLst>
                </p14:cNvPr>
                <p14:cNvContentPartPr/>
                <p14:nvPr/>
              </p14:nvContentPartPr>
              <p14:xfrm>
                <a:off x="9744622" y="5826416"/>
                <a:ext cx="102960" cy="187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486C547-3908-5A9A-4C43-42E5DA7A1F5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735622" y="5817776"/>
                  <a:ext cx="120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090EC25-FC76-87C0-772D-BEA24E45256A}"/>
                    </a:ext>
                  </a:extLst>
                </p14:cNvPr>
                <p14:cNvContentPartPr/>
                <p14:nvPr/>
              </p14:nvContentPartPr>
              <p14:xfrm>
                <a:off x="9770542" y="5931896"/>
                <a:ext cx="86040" cy="22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090EC25-FC76-87C0-772D-BEA24E45256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61902" y="5923256"/>
                  <a:ext cx="103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48FF21F-A656-DF44-D074-D6F7724EB412}"/>
                    </a:ext>
                  </a:extLst>
                </p14:cNvPr>
                <p14:cNvContentPartPr/>
                <p14:nvPr/>
              </p14:nvContentPartPr>
              <p14:xfrm>
                <a:off x="9892222" y="5910296"/>
                <a:ext cx="98280" cy="102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48FF21F-A656-DF44-D074-D6F7724EB41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83222" y="5901296"/>
                  <a:ext cx="11592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13A2FD2-C352-E86B-C3DB-0621CFB72975}"/>
              </a:ext>
            </a:extLst>
          </p:cNvPr>
          <p:cNvGrpSpPr/>
          <p:nvPr/>
        </p:nvGrpSpPr>
        <p:grpSpPr>
          <a:xfrm>
            <a:off x="10212622" y="5778176"/>
            <a:ext cx="712440" cy="266760"/>
            <a:chOff x="10212622" y="5778176"/>
            <a:chExt cx="7124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46D41DD-C905-EF36-83D0-2F7A28934420}"/>
                    </a:ext>
                  </a:extLst>
                </p14:cNvPr>
                <p14:cNvContentPartPr/>
                <p14:nvPr/>
              </p14:nvContentPartPr>
              <p14:xfrm>
                <a:off x="10212622" y="5927576"/>
                <a:ext cx="108000" cy="117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46D41DD-C905-EF36-83D0-2F7A2893442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03622" y="5918576"/>
                  <a:ext cx="125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971FBD2-3885-151F-AF61-E0A96393A9F9}"/>
                    </a:ext>
                  </a:extLst>
                </p14:cNvPr>
                <p14:cNvContentPartPr/>
                <p14:nvPr/>
              </p14:nvContentPartPr>
              <p14:xfrm>
                <a:off x="10345462" y="5927576"/>
                <a:ext cx="266040" cy="69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971FBD2-3885-151F-AF61-E0A96393A9F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36462" y="5918576"/>
                  <a:ext cx="283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F2E2047-FF28-76F5-56D1-91C626362635}"/>
                    </a:ext>
                  </a:extLst>
                </p14:cNvPr>
                <p14:cNvContentPartPr/>
                <p14:nvPr/>
              </p14:nvContentPartPr>
              <p14:xfrm>
                <a:off x="10642102" y="5778176"/>
                <a:ext cx="282960" cy="234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F2E2047-FF28-76F5-56D1-91C62636263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33462" y="5769536"/>
                  <a:ext cx="30060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C776F0A-3305-3072-D428-4695C75F5FAB}"/>
              </a:ext>
            </a:extLst>
          </p:cNvPr>
          <p:cNvGrpSpPr/>
          <p:nvPr/>
        </p:nvGrpSpPr>
        <p:grpSpPr>
          <a:xfrm>
            <a:off x="11092462" y="5773136"/>
            <a:ext cx="824040" cy="265680"/>
            <a:chOff x="11092462" y="5773136"/>
            <a:chExt cx="82404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908C8F8-8789-755B-B5BC-1F40C9534CED}"/>
                    </a:ext>
                  </a:extLst>
                </p14:cNvPr>
                <p14:cNvContentPartPr/>
                <p14:nvPr/>
              </p14:nvContentPartPr>
              <p14:xfrm>
                <a:off x="11101102" y="5782136"/>
                <a:ext cx="86400" cy="256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908C8F8-8789-755B-B5BC-1F40C9534CE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092462" y="5773496"/>
                  <a:ext cx="1040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CF04823-1FEB-D86C-DEBD-F83C5D6FC4F2}"/>
                    </a:ext>
                  </a:extLst>
                </p14:cNvPr>
                <p14:cNvContentPartPr/>
                <p14:nvPr/>
              </p14:nvContentPartPr>
              <p14:xfrm>
                <a:off x="11092462" y="5940536"/>
                <a:ext cx="77400" cy="19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CF04823-1FEB-D86C-DEBD-F83C5D6FC4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83462" y="5931896"/>
                  <a:ext cx="95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DCDF687-D19B-6C92-EED2-1E46C778585C}"/>
                    </a:ext>
                  </a:extLst>
                </p14:cNvPr>
                <p14:cNvContentPartPr/>
                <p14:nvPr/>
              </p14:nvContentPartPr>
              <p14:xfrm>
                <a:off x="11196862" y="5916776"/>
                <a:ext cx="97200" cy="64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DCDF687-D19B-6C92-EED2-1E46C778585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88222" y="5908136"/>
                  <a:ext cx="114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9DFAD7-3A42-3A1B-EDFB-000E40EC20E7}"/>
                    </a:ext>
                  </a:extLst>
                </p14:cNvPr>
                <p14:cNvContentPartPr/>
                <p14:nvPr/>
              </p14:nvContentPartPr>
              <p14:xfrm>
                <a:off x="11344822" y="5894816"/>
                <a:ext cx="84600" cy="82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9DFAD7-3A42-3A1B-EDFB-000E40EC2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36182" y="5885816"/>
                  <a:ext cx="102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D6DE6D1-61BB-BCD0-8A4D-FED11397E6A2}"/>
                    </a:ext>
                  </a:extLst>
                </p14:cNvPr>
                <p14:cNvContentPartPr/>
                <p14:nvPr/>
              </p14:nvContentPartPr>
              <p14:xfrm>
                <a:off x="11440582" y="5773136"/>
                <a:ext cx="112320" cy="188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D6DE6D1-61BB-BCD0-8A4D-FED11397E6A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31582" y="5764496"/>
                  <a:ext cx="129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168D84D-75C1-B260-8ECC-B98A799FAF00}"/>
                    </a:ext>
                  </a:extLst>
                </p14:cNvPr>
                <p14:cNvContentPartPr/>
                <p14:nvPr/>
              </p14:nvContentPartPr>
              <p14:xfrm>
                <a:off x="11606542" y="5816336"/>
                <a:ext cx="200520" cy="132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168D84D-75C1-B260-8ECC-B98A799FAF0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597902" y="5807336"/>
                  <a:ext cx="218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3D6E700-A0C8-B8A2-85FE-7CBCA02230E0}"/>
                    </a:ext>
                  </a:extLst>
                </p14:cNvPr>
                <p14:cNvContentPartPr/>
                <p14:nvPr/>
              </p14:nvContentPartPr>
              <p14:xfrm>
                <a:off x="11870782" y="5810576"/>
                <a:ext cx="45720" cy="123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3D6E700-A0C8-B8A2-85FE-7CBCA02230E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861782" y="5801576"/>
                  <a:ext cx="633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49E7C37-66D8-F9C1-4B34-8DDFA6DAAAB0}"/>
              </a:ext>
            </a:extLst>
          </p:cNvPr>
          <p:cNvGrpSpPr/>
          <p:nvPr/>
        </p:nvGrpSpPr>
        <p:grpSpPr>
          <a:xfrm>
            <a:off x="9422422" y="6150776"/>
            <a:ext cx="1662480" cy="348840"/>
            <a:chOff x="9422422" y="6150776"/>
            <a:chExt cx="166248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910B113-09B6-F1B9-48C7-E29B4C2FE216}"/>
                    </a:ext>
                  </a:extLst>
                </p14:cNvPr>
                <p14:cNvContentPartPr/>
                <p14:nvPr/>
              </p14:nvContentPartPr>
              <p14:xfrm>
                <a:off x="9447262" y="6197576"/>
                <a:ext cx="84960" cy="302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910B113-09B6-F1B9-48C7-E29B4C2FE21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38622" y="6188936"/>
                  <a:ext cx="102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90092EB-B84C-29CD-37BA-2A7E7F626767}"/>
                    </a:ext>
                  </a:extLst>
                </p14:cNvPr>
                <p14:cNvContentPartPr/>
                <p14:nvPr/>
              </p14:nvContentPartPr>
              <p14:xfrm>
                <a:off x="9422422" y="6371456"/>
                <a:ext cx="88560" cy="18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90092EB-B84C-29CD-37BA-2A7E7F62676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413422" y="6362816"/>
                  <a:ext cx="106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30ED549-EC5E-2849-793D-DCF4A87F192D}"/>
                    </a:ext>
                  </a:extLst>
                </p14:cNvPr>
                <p14:cNvContentPartPr/>
                <p14:nvPr/>
              </p14:nvContentPartPr>
              <p14:xfrm>
                <a:off x="9543742" y="6316736"/>
                <a:ext cx="83160" cy="91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30ED549-EC5E-2849-793D-DCF4A87F192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534742" y="6307736"/>
                  <a:ext cx="100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82D34CC-2D56-F4B1-DFC8-E57091A74875}"/>
                    </a:ext>
                  </a:extLst>
                </p14:cNvPr>
                <p14:cNvContentPartPr/>
                <p14:nvPr/>
              </p14:nvContentPartPr>
              <p14:xfrm>
                <a:off x="9665062" y="6292976"/>
                <a:ext cx="66960" cy="111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82D34CC-2D56-F4B1-DFC8-E57091A7487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656062" y="6283976"/>
                  <a:ext cx="84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216D2A5-C9DF-C07C-B911-0C369C8470DC}"/>
                    </a:ext>
                  </a:extLst>
                </p14:cNvPr>
                <p14:cNvContentPartPr/>
                <p14:nvPr/>
              </p14:nvContentPartPr>
              <p14:xfrm>
                <a:off x="9887182" y="6284696"/>
                <a:ext cx="128520" cy="126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216D2A5-C9DF-C07C-B911-0C369C8470D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878542" y="6276056"/>
                  <a:ext cx="146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99D2EB6-B053-B3B4-63EE-347F368316C6}"/>
                    </a:ext>
                  </a:extLst>
                </p14:cNvPr>
                <p14:cNvContentPartPr/>
                <p14:nvPr/>
              </p14:nvContentPartPr>
              <p14:xfrm>
                <a:off x="10039822" y="6152216"/>
                <a:ext cx="98640" cy="327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99D2EB6-B053-B3B4-63EE-347F368316C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030822" y="6143216"/>
                  <a:ext cx="1162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840F19-F072-6B6F-E682-85DB07299F4E}"/>
                    </a:ext>
                  </a:extLst>
                </p14:cNvPr>
                <p14:cNvContentPartPr/>
                <p14:nvPr/>
              </p14:nvContentPartPr>
              <p14:xfrm>
                <a:off x="10027222" y="6363536"/>
                <a:ext cx="90000" cy="26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840F19-F072-6B6F-E682-85DB07299F4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18222" y="6354896"/>
                  <a:ext cx="107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84BDEA7-41D4-C7A5-57B8-16850FE55381}"/>
                    </a:ext>
                  </a:extLst>
                </p14:cNvPr>
                <p14:cNvContentPartPr/>
                <p14:nvPr/>
              </p14:nvContentPartPr>
              <p14:xfrm>
                <a:off x="10158622" y="6214136"/>
                <a:ext cx="56520" cy="210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84BDEA7-41D4-C7A5-57B8-16850FE5538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49622" y="6205136"/>
                  <a:ext cx="74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FB2F601-78D5-1821-A8BA-885A07299047}"/>
                    </a:ext>
                  </a:extLst>
                </p14:cNvPr>
                <p14:cNvContentPartPr/>
                <p14:nvPr/>
              </p14:nvContentPartPr>
              <p14:xfrm>
                <a:off x="10191022" y="6344096"/>
                <a:ext cx="150120" cy="59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FB2F601-78D5-1821-A8BA-885A0729904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182382" y="6335456"/>
                  <a:ext cx="16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40EA4F6-8D45-6607-6304-4772F10C63E6}"/>
                    </a:ext>
                  </a:extLst>
                </p14:cNvPr>
                <p14:cNvContentPartPr/>
                <p14:nvPr/>
              </p14:nvContentPartPr>
              <p14:xfrm>
                <a:off x="10265542" y="6182816"/>
                <a:ext cx="16920" cy="38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40EA4F6-8D45-6607-6304-4772F10C63E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56902" y="6173816"/>
                  <a:ext cx="34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68AD9D8-700A-2CD7-3299-F716C16073C5}"/>
                    </a:ext>
                  </a:extLst>
                </p14:cNvPr>
                <p14:cNvContentPartPr/>
                <p14:nvPr/>
              </p14:nvContentPartPr>
              <p14:xfrm>
                <a:off x="10385782" y="6296936"/>
                <a:ext cx="171360" cy="105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68AD9D8-700A-2CD7-3299-F716C16073C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377142" y="6287936"/>
                  <a:ext cx="189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EC5549A-F187-0373-B08A-93D2CD812050}"/>
                    </a:ext>
                  </a:extLst>
                </p14:cNvPr>
                <p14:cNvContentPartPr/>
                <p14:nvPr/>
              </p14:nvContentPartPr>
              <p14:xfrm>
                <a:off x="10494142" y="6150776"/>
                <a:ext cx="11520" cy="73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EC5549A-F187-0373-B08A-93D2CD81205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485502" y="6141776"/>
                  <a:ext cx="29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10FA413-E206-4642-EC51-FD730FE4DD47}"/>
                    </a:ext>
                  </a:extLst>
                </p14:cNvPr>
                <p14:cNvContentPartPr/>
                <p14:nvPr/>
              </p14:nvContentPartPr>
              <p14:xfrm>
                <a:off x="10609342" y="6221696"/>
                <a:ext cx="235080" cy="137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10FA413-E206-4642-EC51-FD730FE4DD4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600702" y="6213056"/>
                  <a:ext cx="252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2A64912-CC73-3309-11A9-EFA3AB2FBCFD}"/>
                    </a:ext>
                  </a:extLst>
                </p14:cNvPr>
                <p14:cNvContentPartPr/>
                <p14:nvPr/>
              </p14:nvContentPartPr>
              <p14:xfrm>
                <a:off x="10878982" y="6242936"/>
                <a:ext cx="205920" cy="255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2A64912-CC73-3309-11A9-EFA3AB2FBCF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870342" y="6234296"/>
                  <a:ext cx="22356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DF3F8B5-D869-6DC9-3DAA-FA475F25C38C}"/>
              </a:ext>
            </a:extLst>
          </p:cNvPr>
          <p:cNvGrpSpPr/>
          <p:nvPr/>
        </p:nvGrpSpPr>
        <p:grpSpPr>
          <a:xfrm>
            <a:off x="11254822" y="6136016"/>
            <a:ext cx="239400" cy="300600"/>
            <a:chOff x="11254822" y="6136016"/>
            <a:chExt cx="2394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2AC3359-302B-DD81-BFEF-AD5C7745E27D}"/>
                    </a:ext>
                  </a:extLst>
                </p14:cNvPr>
                <p14:cNvContentPartPr/>
                <p14:nvPr/>
              </p14:nvContentPartPr>
              <p14:xfrm>
                <a:off x="11254822" y="6276056"/>
                <a:ext cx="95760" cy="78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2AC3359-302B-DD81-BFEF-AD5C7745E27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46182" y="6267416"/>
                  <a:ext cx="113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E2DE56B-A04B-B142-F753-93B692B85EAB}"/>
                    </a:ext>
                  </a:extLst>
                </p14:cNvPr>
                <p14:cNvContentPartPr/>
                <p14:nvPr/>
              </p14:nvContentPartPr>
              <p14:xfrm>
                <a:off x="11395942" y="6136016"/>
                <a:ext cx="84960" cy="300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E2DE56B-A04B-B142-F753-93B692B85EA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86942" y="6127016"/>
                  <a:ext cx="102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3F90900-D338-4F0B-9048-124B1E6B5AFB}"/>
                    </a:ext>
                  </a:extLst>
                </p14:cNvPr>
                <p14:cNvContentPartPr/>
                <p14:nvPr/>
              </p14:nvContentPartPr>
              <p14:xfrm>
                <a:off x="11392702" y="6307376"/>
                <a:ext cx="101520" cy="34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3F90900-D338-4F0B-9048-124B1E6B5AF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383702" y="6298736"/>
                  <a:ext cx="1191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377C381-48DD-884D-E4A9-DB3C14F33463}"/>
              </a:ext>
            </a:extLst>
          </p:cNvPr>
          <p:cNvGrpSpPr/>
          <p:nvPr/>
        </p:nvGrpSpPr>
        <p:grpSpPr>
          <a:xfrm>
            <a:off x="9558502" y="6586016"/>
            <a:ext cx="526680" cy="176400"/>
            <a:chOff x="9558502" y="6586016"/>
            <a:chExt cx="52668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7E9CD56-63F7-4AED-1C0C-7B905C612B46}"/>
                    </a:ext>
                  </a:extLst>
                </p14:cNvPr>
                <p14:cNvContentPartPr/>
                <p14:nvPr/>
              </p14:nvContentPartPr>
              <p14:xfrm>
                <a:off x="9597382" y="6613376"/>
                <a:ext cx="46440" cy="1490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7E9CD56-63F7-4AED-1C0C-7B905C612B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88742" y="6604376"/>
                  <a:ext cx="64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073EA3-7A90-8CED-64A7-2B968C4CA82E}"/>
                    </a:ext>
                  </a:extLst>
                </p14:cNvPr>
                <p14:cNvContentPartPr/>
                <p14:nvPr/>
              </p14:nvContentPartPr>
              <p14:xfrm>
                <a:off x="9558502" y="6592496"/>
                <a:ext cx="141120" cy="10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073EA3-7A90-8CED-64A7-2B968C4CA82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549502" y="6583496"/>
                  <a:ext cx="158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D05DE2B-DB63-3CA0-E7BD-C6CE882DA02B}"/>
                    </a:ext>
                  </a:extLst>
                </p14:cNvPr>
                <p14:cNvContentPartPr/>
                <p14:nvPr/>
              </p14:nvContentPartPr>
              <p14:xfrm>
                <a:off x="9611782" y="6685376"/>
                <a:ext cx="73440" cy="72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D05DE2B-DB63-3CA0-E7BD-C6CE882DA02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02782" y="6676736"/>
                  <a:ext cx="91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5A68DBA-FE86-1613-AD09-711656FD0A36}"/>
                    </a:ext>
                  </a:extLst>
                </p14:cNvPr>
                <p14:cNvContentPartPr/>
                <p14:nvPr/>
              </p14:nvContentPartPr>
              <p14:xfrm>
                <a:off x="9774142" y="6655856"/>
                <a:ext cx="25200" cy="105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5A68DBA-FE86-1613-AD09-711656FD0A3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65142" y="6646856"/>
                  <a:ext cx="42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EE7C533-4E44-19E4-B1BE-22E894A2EDEE}"/>
                    </a:ext>
                  </a:extLst>
                </p14:cNvPr>
                <p14:cNvContentPartPr/>
                <p14:nvPr/>
              </p14:nvContentPartPr>
              <p14:xfrm>
                <a:off x="9728782" y="6586016"/>
                <a:ext cx="110880" cy="43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EE7C533-4E44-19E4-B1BE-22E894A2EDE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19782" y="6577376"/>
                  <a:ext cx="128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BF2CB98-869A-365A-2C85-F467889CF43F}"/>
                    </a:ext>
                  </a:extLst>
                </p14:cNvPr>
                <p14:cNvContentPartPr/>
                <p14:nvPr/>
              </p14:nvContentPartPr>
              <p14:xfrm>
                <a:off x="9787102" y="6657296"/>
                <a:ext cx="50040" cy="201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BF2CB98-869A-365A-2C85-F467889CF43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778102" y="6648296"/>
                  <a:ext cx="67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DABA550-A4EF-30E9-249A-A19FCAD1DD1F}"/>
                    </a:ext>
                  </a:extLst>
                </p14:cNvPr>
                <p14:cNvContentPartPr/>
                <p14:nvPr/>
              </p14:nvContentPartPr>
              <p14:xfrm>
                <a:off x="9994462" y="6618416"/>
                <a:ext cx="45000" cy="103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DABA550-A4EF-30E9-249A-A19FCAD1DD1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985462" y="6609776"/>
                  <a:ext cx="62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462CBD8-4F5B-5653-41C6-8D3B800D267B}"/>
                    </a:ext>
                  </a:extLst>
                </p14:cNvPr>
                <p14:cNvContentPartPr/>
                <p14:nvPr/>
              </p14:nvContentPartPr>
              <p14:xfrm>
                <a:off x="9913462" y="6602576"/>
                <a:ext cx="171720" cy="7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462CBD8-4F5B-5653-41C6-8D3B800D267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904822" y="6593936"/>
                  <a:ext cx="18936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70E4229-4CD8-6921-4948-CC1B5C0FC675}"/>
              </a:ext>
            </a:extLst>
          </p:cNvPr>
          <p:cNvGrpSpPr/>
          <p:nvPr/>
        </p:nvGrpSpPr>
        <p:grpSpPr>
          <a:xfrm>
            <a:off x="622942" y="6181376"/>
            <a:ext cx="1413360" cy="385560"/>
            <a:chOff x="622942" y="6181376"/>
            <a:chExt cx="141336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540347-120A-F374-D8D3-604BE0012E43}"/>
                    </a:ext>
                  </a:extLst>
                </p14:cNvPr>
                <p14:cNvContentPartPr/>
                <p14:nvPr/>
              </p14:nvContentPartPr>
              <p14:xfrm>
                <a:off x="664342" y="6395216"/>
                <a:ext cx="11880" cy="46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540347-120A-F374-D8D3-604BE0012E4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55702" y="6386576"/>
                  <a:ext cx="29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90D316A-9ABB-EACD-5D2B-D663A72BE2E7}"/>
                    </a:ext>
                  </a:extLst>
                </p14:cNvPr>
                <p14:cNvContentPartPr/>
                <p14:nvPr/>
              </p14:nvContentPartPr>
              <p14:xfrm>
                <a:off x="622942" y="6293336"/>
                <a:ext cx="4680" cy="6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90D316A-9ABB-EACD-5D2B-D663A72BE2E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13942" y="6284336"/>
                  <a:ext cx="22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D97EB76-10C6-86D5-4936-555A876B2370}"/>
                    </a:ext>
                  </a:extLst>
                </p14:cNvPr>
                <p14:cNvContentPartPr/>
                <p14:nvPr/>
              </p14:nvContentPartPr>
              <p14:xfrm>
                <a:off x="747142" y="6218456"/>
                <a:ext cx="98280" cy="348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D97EB76-10C6-86D5-4936-555A876B237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38142" y="6209456"/>
                  <a:ext cx="1159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9410C53-5F48-DD17-1BDA-EB690DB6C18A}"/>
                    </a:ext>
                  </a:extLst>
                </p14:cNvPr>
                <p14:cNvContentPartPr/>
                <p14:nvPr/>
              </p14:nvContentPartPr>
              <p14:xfrm>
                <a:off x="690262" y="6406016"/>
                <a:ext cx="176400" cy="27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9410C53-5F48-DD17-1BDA-EB690DB6C18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81262" y="6397016"/>
                  <a:ext cx="194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5C2D7E0-5F69-B417-AA7D-05C602AD32BE}"/>
                    </a:ext>
                  </a:extLst>
                </p14:cNvPr>
                <p14:cNvContentPartPr/>
                <p14:nvPr/>
              </p14:nvContentPartPr>
              <p14:xfrm>
                <a:off x="1030822" y="6230336"/>
                <a:ext cx="191160" cy="1886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5C2D7E0-5F69-B417-AA7D-05C602AD32B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21822" y="6221336"/>
                  <a:ext cx="208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EBE2596-0E75-34CF-4C9A-3889EF73DE05}"/>
                    </a:ext>
                  </a:extLst>
                </p14:cNvPr>
                <p14:cNvContentPartPr/>
                <p14:nvPr/>
              </p14:nvContentPartPr>
              <p14:xfrm>
                <a:off x="1365982" y="6363176"/>
                <a:ext cx="117360" cy="5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EBE2596-0E75-34CF-4C9A-3889EF73DE0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357342" y="6354536"/>
                  <a:ext cx="135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DD15229-81FC-CC7A-D09C-84586F912F13}"/>
                    </a:ext>
                  </a:extLst>
                </p14:cNvPr>
                <p14:cNvContentPartPr/>
                <p14:nvPr/>
              </p14:nvContentPartPr>
              <p14:xfrm>
                <a:off x="1324582" y="6284696"/>
                <a:ext cx="105480" cy="15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DD15229-81FC-CC7A-D09C-84586F912F1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315942" y="6275696"/>
                  <a:ext cx="12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720E1E9-3E50-5CC5-6C50-19F7F42D9E16}"/>
                    </a:ext>
                  </a:extLst>
                </p14:cNvPr>
                <p14:cNvContentPartPr/>
                <p14:nvPr/>
              </p14:nvContentPartPr>
              <p14:xfrm>
                <a:off x="1573702" y="6240056"/>
                <a:ext cx="58680" cy="144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720E1E9-3E50-5CC5-6C50-19F7F42D9E1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564702" y="6231416"/>
                  <a:ext cx="76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FACEFD3-0EE1-5ADF-867A-5B54AFD2852D}"/>
                    </a:ext>
                  </a:extLst>
                </p14:cNvPr>
                <p14:cNvContentPartPr/>
                <p14:nvPr/>
              </p14:nvContentPartPr>
              <p14:xfrm>
                <a:off x="1663702" y="6219536"/>
                <a:ext cx="163080" cy="171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FACEFD3-0EE1-5ADF-867A-5B54AFD285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655062" y="6210536"/>
                  <a:ext cx="180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07A38E5-D938-2AF0-9F8C-8977C85E8AC1}"/>
                    </a:ext>
                  </a:extLst>
                </p14:cNvPr>
                <p14:cNvContentPartPr/>
                <p14:nvPr/>
              </p14:nvContentPartPr>
              <p14:xfrm>
                <a:off x="1881862" y="6181376"/>
                <a:ext cx="117000" cy="203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07A38E5-D938-2AF0-9F8C-8977C85E8A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872862" y="6172736"/>
                  <a:ext cx="134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22FC210-60F4-44BD-C76D-DF90C345BF3B}"/>
                    </a:ext>
                  </a:extLst>
                </p14:cNvPr>
                <p14:cNvContentPartPr/>
                <p14:nvPr/>
              </p14:nvContentPartPr>
              <p14:xfrm>
                <a:off x="1928662" y="6309896"/>
                <a:ext cx="107640" cy="111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22FC210-60F4-44BD-C76D-DF90C345BF3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920022" y="630125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9EC2983-2944-678D-725C-1425C48067E3}"/>
              </a:ext>
            </a:extLst>
          </p:cNvPr>
          <p:cNvGrpSpPr/>
          <p:nvPr/>
        </p:nvGrpSpPr>
        <p:grpSpPr>
          <a:xfrm>
            <a:off x="2359222" y="6149336"/>
            <a:ext cx="2409120" cy="379800"/>
            <a:chOff x="2359222" y="6149336"/>
            <a:chExt cx="240912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CA58846-E526-BE95-E7BF-F4949CF7C19A}"/>
                    </a:ext>
                  </a:extLst>
                </p14:cNvPr>
                <p14:cNvContentPartPr/>
                <p14:nvPr/>
              </p14:nvContentPartPr>
              <p14:xfrm>
                <a:off x="2359222" y="6341216"/>
                <a:ext cx="95760" cy="1879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CA58846-E526-BE95-E7BF-F4949CF7C19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350582" y="6332576"/>
                  <a:ext cx="113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2FEB2CA-3E53-415B-F49F-CF7FED7338FB}"/>
                    </a:ext>
                  </a:extLst>
                </p14:cNvPr>
                <p14:cNvContentPartPr/>
                <p14:nvPr/>
              </p14:nvContentPartPr>
              <p14:xfrm>
                <a:off x="2483422" y="6335816"/>
                <a:ext cx="41400" cy="102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2FEB2CA-3E53-415B-F49F-CF7FED7338F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474782" y="6327176"/>
                  <a:ext cx="590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1182982-6E21-77BE-4D30-78FE16C51E22}"/>
                    </a:ext>
                  </a:extLst>
                </p14:cNvPr>
                <p14:cNvContentPartPr/>
                <p14:nvPr/>
              </p14:nvContentPartPr>
              <p14:xfrm>
                <a:off x="2618422" y="6384776"/>
                <a:ext cx="13680" cy="57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1182982-6E21-77BE-4D30-78FE16C51E2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609422" y="6375776"/>
                  <a:ext cx="31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A3DDB9C-BEDD-CDCB-C0E9-AA32B5CC148A}"/>
                    </a:ext>
                  </a:extLst>
                </p14:cNvPr>
                <p14:cNvContentPartPr/>
                <p14:nvPr/>
              </p14:nvContentPartPr>
              <p14:xfrm>
                <a:off x="2573062" y="6290816"/>
                <a:ext cx="19080" cy="4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A3DDB9C-BEDD-CDCB-C0E9-AA32B5CC148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564062" y="6281816"/>
                  <a:ext cx="36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25E98DC-8BCD-2A46-0412-2304ABDE4522}"/>
                    </a:ext>
                  </a:extLst>
                </p14:cNvPr>
                <p14:cNvContentPartPr/>
                <p14:nvPr/>
              </p14:nvContentPartPr>
              <p14:xfrm>
                <a:off x="2695102" y="6310616"/>
                <a:ext cx="354600" cy="112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25E98DC-8BCD-2A46-0412-2304ABDE452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686462" y="6301976"/>
                  <a:ext cx="372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281EEB1-5ED1-5367-8BB7-5B5543962442}"/>
                    </a:ext>
                  </a:extLst>
                </p14:cNvPr>
                <p14:cNvContentPartPr/>
                <p14:nvPr/>
              </p14:nvContentPartPr>
              <p14:xfrm>
                <a:off x="3156622" y="6432656"/>
                <a:ext cx="28080" cy="53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281EEB1-5ED1-5367-8BB7-5B554396244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147622" y="6423656"/>
                  <a:ext cx="457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4015643-DDD7-C441-8DF8-C5D5D295084A}"/>
                    </a:ext>
                  </a:extLst>
                </p14:cNvPr>
                <p14:cNvContentPartPr/>
                <p14:nvPr/>
              </p14:nvContentPartPr>
              <p14:xfrm>
                <a:off x="3283702" y="6208016"/>
                <a:ext cx="76320" cy="263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4015643-DDD7-C441-8DF8-C5D5D295084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75062" y="6199016"/>
                  <a:ext cx="93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3E3AAC8-8E9A-9EF2-B1EF-4DA5A2696418}"/>
                    </a:ext>
                  </a:extLst>
                </p14:cNvPr>
                <p14:cNvContentPartPr/>
                <p14:nvPr/>
              </p14:nvContentPartPr>
              <p14:xfrm>
                <a:off x="3267502" y="6376136"/>
                <a:ext cx="97920" cy="40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3E3AAC8-8E9A-9EF2-B1EF-4DA5A269641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58862" y="6367496"/>
                  <a:ext cx="115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1630509-EFFA-D767-9278-021B5E0B58E1}"/>
                    </a:ext>
                  </a:extLst>
                </p14:cNvPr>
                <p14:cNvContentPartPr/>
                <p14:nvPr/>
              </p14:nvContentPartPr>
              <p14:xfrm>
                <a:off x="3401422" y="6330056"/>
                <a:ext cx="70200" cy="87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1630509-EFFA-D767-9278-021B5E0B58E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392782" y="6321416"/>
                  <a:ext cx="878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B828F31-C2B5-A81F-9D5D-D5F20EA25292}"/>
                    </a:ext>
                  </a:extLst>
                </p14:cNvPr>
                <p14:cNvContentPartPr/>
                <p14:nvPr/>
              </p14:nvContentPartPr>
              <p14:xfrm>
                <a:off x="3506542" y="6310256"/>
                <a:ext cx="60840" cy="1069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B828F31-C2B5-A81F-9D5D-D5F20EA2529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497542" y="6301256"/>
                  <a:ext cx="78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2FA9A9-5494-FA09-0F7F-2A16FA200E02}"/>
                    </a:ext>
                  </a:extLst>
                </p14:cNvPr>
                <p14:cNvContentPartPr/>
                <p14:nvPr/>
              </p14:nvContentPartPr>
              <p14:xfrm>
                <a:off x="3735862" y="6277496"/>
                <a:ext cx="102240" cy="133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2FA9A9-5494-FA09-0F7F-2A16FA200E0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727222" y="6268856"/>
                  <a:ext cx="119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0D8652D-1706-317C-86D1-D6B3791CACC5}"/>
                    </a:ext>
                  </a:extLst>
                </p14:cNvPr>
                <p14:cNvContentPartPr/>
                <p14:nvPr/>
              </p14:nvContentPartPr>
              <p14:xfrm>
                <a:off x="3822262" y="6331496"/>
                <a:ext cx="194760" cy="79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0D8652D-1706-317C-86D1-D6B3791CACC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813262" y="6322856"/>
                  <a:ext cx="212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BEFB038-055A-188A-A5ED-36A6DB154916}"/>
                    </a:ext>
                  </a:extLst>
                </p14:cNvPr>
                <p14:cNvContentPartPr/>
                <p14:nvPr/>
              </p14:nvContentPartPr>
              <p14:xfrm>
                <a:off x="3920902" y="6342296"/>
                <a:ext cx="50400" cy="75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BEFB038-055A-188A-A5ED-36A6DB15491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912262" y="6333296"/>
                  <a:ext cx="68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E994F97-129E-8162-43EB-CAAD4657D243}"/>
                    </a:ext>
                  </a:extLst>
                </p14:cNvPr>
                <p14:cNvContentPartPr/>
                <p14:nvPr/>
              </p14:nvContentPartPr>
              <p14:xfrm>
                <a:off x="4032862" y="6291176"/>
                <a:ext cx="131400" cy="92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E994F97-129E-8162-43EB-CAAD4657D24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023862" y="6282176"/>
                  <a:ext cx="149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D91B81D-E12C-8379-D093-C5794772C38D}"/>
                    </a:ext>
                  </a:extLst>
                </p14:cNvPr>
                <p14:cNvContentPartPr/>
                <p14:nvPr/>
              </p14:nvContentPartPr>
              <p14:xfrm>
                <a:off x="4204942" y="6322496"/>
                <a:ext cx="153720" cy="54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D91B81D-E12C-8379-D093-C5794772C38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196302" y="6313856"/>
                  <a:ext cx="171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481B60D-3030-88C6-3BCB-D956BFD40AFA}"/>
                    </a:ext>
                  </a:extLst>
                </p14:cNvPr>
                <p14:cNvContentPartPr/>
                <p14:nvPr/>
              </p14:nvContentPartPr>
              <p14:xfrm>
                <a:off x="4428142" y="6278216"/>
                <a:ext cx="80280" cy="2070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481B60D-3030-88C6-3BCB-D956BFD40AF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419142" y="6269216"/>
                  <a:ext cx="97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BD2498C-D134-BF45-55F4-ACF7ECDF0D88}"/>
                    </a:ext>
                  </a:extLst>
                </p14:cNvPr>
                <p14:cNvContentPartPr/>
                <p14:nvPr/>
              </p14:nvContentPartPr>
              <p14:xfrm>
                <a:off x="4566742" y="6149336"/>
                <a:ext cx="201600" cy="2142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BD2498C-D134-BF45-55F4-ACF7ECDF0D8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558102" y="6140696"/>
                  <a:ext cx="21924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288793C1-507E-56A6-B12E-B0D9053C796E}"/>
              </a:ext>
            </a:extLst>
          </p:cNvPr>
          <p:cNvGrpSpPr/>
          <p:nvPr/>
        </p:nvGrpSpPr>
        <p:grpSpPr>
          <a:xfrm>
            <a:off x="4151662" y="6554696"/>
            <a:ext cx="589680" cy="320760"/>
            <a:chOff x="4151662" y="6554696"/>
            <a:chExt cx="58968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541FDE3-F94A-61C2-CE0B-B6DD86EA8FAF}"/>
                    </a:ext>
                  </a:extLst>
                </p14:cNvPr>
                <p14:cNvContentPartPr/>
                <p14:nvPr/>
              </p14:nvContentPartPr>
              <p14:xfrm>
                <a:off x="4151662" y="6645056"/>
                <a:ext cx="137880" cy="673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541FDE3-F94A-61C2-CE0B-B6DD86EA8FA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143022" y="6636416"/>
                  <a:ext cx="155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66E6E73-A20E-C37C-0FFE-F4CCCA104EC1}"/>
                    </a:ext>
                  </a:extLst>
                </p14:cNvPr>
                <p14:cNvContentPartPr/>
                <p14:nvPr/>
              </p14:nvContentPartPr>
              <p14:xfrm>
                <a:off x="4296382" y="6604016"/>
                <a:ext cx="114480" cy="127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66E6E73-A20E-C37C-0FFE-F4CCCA104EC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287742" y="6595376"/>
                  <a:ext cx="132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30E5902-CD85-CBFF-C94D-1E584CA0F062}"/>
                    </a:ext>
                  </a:extLst>
                </p14:cNvPr>
                <p14:cNvContentPartPr/>
                <p14:nvPr/>
              </p14:nvContentPartPr>
              <p14:xfrm>
                <a:off x="4428142" y="6671696"/>
                <a:ext cx="25920" cy="32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30E5902-CD85-CBFF-C94D-1E584CA0F06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419502" y="6663056"/>
                  <a:ext cx="43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06EDD2C-C0D7-D6EA-6695-11C3DD64D6AC}"/>
                    </a:ext>
                  </a:extLst>
                </p14:cNvPr>
                <p14:cNvContentPartPr/>
                <p14:nvPr/>
              </p14:nvContentPartPr>
              <p14:xfrm>
                <a:off x="4391062" y="6554696"/>
                <a:ext cx="360" cy="3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06EDD2C-C0D7-D6EA-6695-11C3DD64D6A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382422" y="65460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FC3D52A-2F3D-DF08-9348-798149F0110F}"/>
                    </a:ext>
                  </a:extLst>
                </p14:cNvPr>
                <p14:cNvContentPartPr/>
                <p14:nvPr/>
              </p14:nvContentPartPr>
              <p14:xfrm>
                <a:off x="4502662" y="6667016"/>
                <a:ext cx="100440" cy="309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FC3D52A-2F3D-DF08-9348-798149F0110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494022" y="6658376"/>
                  <a:ext cx="118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ADE29DA-E73E-45E2-AB0E-19DA88B858E1}"/>
                    </a:ext>
                  </a:extLst>
                </p14:cNvPr>
                <p14:cNvContentPartPr/>
                <p14:nvPr/>
              </p14:nvContentPartPr>
              <p14:xfrm>
                <a:off x="4645582" y="6650456"/>
                <a:ext cx="95760" cy="2250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ADE29DA-E73E-45E2-AB0E-19DA88B858E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636582" y="6641816"/>
                  <a:ext cx="11340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D7DFB481-484F-5C09-2194-0A44000F12A8}"/>
              </a:ext>
            </a:extLst>
          </p:cNvPr>
          <p:cNvGrpSpPr/>
          <p:nvPr/>
        </p:nvGrpSpPr>
        <p:grpSpPr>
          <a:xfrm>
            <a:off x="4981102" y="6121976"/>
            <a:ext cx="3292560" cy="587796"/>
            <a:chOff x="4981102" y="6121976"/>
            <a:chExt cx="3292560" cy="58779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0FFC326-1B3B-CC46-48A6-E3A50F606413}"/>
                    </a:ext>
                  </a:extLst>
                </p14:cNvPr>
                <p14:cNvContentPartPr/>
                <p14:nvPr/>
              </p14:nvContentPartPr>
              <p14:xfrm>
                <a:off x="5076862" y="6218816"/>
                <a:ext cx="82080" cy="174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0FFC326-1B3B-CC46-48A6-E3A50F60641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068222" y="6210176"/>
                  <a:ext cx="99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47D434B-E5BC-D1A7-2DF6-4E48CE9AE87A}"/>
                    </a:ext>
                  </a:extLst>
                </p14:cNvPr>
                <p14:cNvContentPartPr/>
                <p14:nvPr/>
              </p14:nvContentPartPr>
              <p14:xfrm>
                <a:off x="5045542" y="6325016"/>
                <a:ext cx="122040" cy="28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47D434B-E5BC-D1A7-2DF6-4E48CE9AE87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036542" y="6316376"/>
                  <a:ext cx="139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4628F0F-F7F4-1229-443E-3FCCA2E043FA}"/>
                    </a:ext>
                  </a:extLst>
                </p14:cNvPr>
                <p14:cNvContentPartPr/>
                <p14:nvPr/>
              </p14:nvContentPartPr>
              <p14:xfrm>
                <a:off x="5151382" y="6198656"/>
                <a:ext cx="303120" cy="208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4628F0F-F7F4-1229-443E-3FCCA2E043F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142382" y="6189656"/>
                  <a:ext cx="320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B0E5322-18B5-52F4-528C-CF89C3746505}"/>
                    </a:ext>
                  </a:extLst>
                </p14:cNvPr>
                <p14:cNvContentPartPr/>
                <p14:nvPr/>
              </p14:nvContentPartPr>
              <p14:xfrm>
                <a:off x="5523262" y="6353456"/>
                <a:ext cx="220680" cy="669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B0E5322-18B5-52F4-528C-CF89C374650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514622" y="6344816"/>
                  <a:ext cx="238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7EC13F8-0D46-8F81-A3BB-C81351BA7443}"/>
                    </a:ext>
                  </a:extLst>
                </p14:cNvPr>
                <p14:cNvContentPartPr/>
                <p14:nvPr/>
              </p14:nvContentPartPr>
              <p14:xfrm>
                <a:off x="5959222" y="6285776"/>
                <a:ext cx="119160" cy="81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7EC13F8-0D46-8F81-A3BB-C81351BA744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950582" y="6276776"/>
                  <a:ext cx="136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F6C934E-C007-F0DB-F1CD-14B7DB044F36}"/>
                    </a:ext>
                  </a:extLst>
                </p14:cNvPr>
                <p14:cNvContentPartPr/>
                <p14:nvPr/>
              </p14:nvContentPartPr>
              <p14:xfrm>
                <a:off x="6105382" y="6257696"/>
                <a:ext cx="94320" cy="1116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F6C934E-C007-F0DB-F1CD-14B7DB044F3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096742" y="6249056"/>
                  <a:ext cx="111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AED792-4466-AF38-D46D-890C7C78DE8D}"/>
                    </a:ext>
                  </a:extLst>
                </p14:cNvPr>
                <p14:cNvContentPartPr/>
                <p14:nvPr/>
              </p14:nvContentPartPr>
              <p14:xfrm>
                <a:off x="6450622" y="6295496"/>
                <a:ext cx="75240" cy="82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AED792-4466-AF38-D46D-890C7C78DE8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1982" y="6286496"/>
                  <a:ext cx="928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F2C5AC2-25B4-5DD3-F8C5-0358289DC9D7}"/>
                    </a:ext>
                  </a:extLst>
                </p14:cNvPr>
                <p14:cNvContentPartPr/>
                <p14:nvPr/>
              </p14:nvContentPartPr>
              <p14:xfrm>
                <a:off x="6567622" y="6121976"/>
                <a:ext cx="129600" cy="2584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F2C5AC2-25B4-5DD3-F8C5-0358289DC9D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58982" y="6113336"/>
                  <a:ext cx="1472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A819312-673E-AA28-A21A-69D895870B2D}"/>
                    </a:ext>
                  </a:extLst>
                </p14:cNvPr>
                <p14:cNvContentPartPr/>
                <p14:nvPr/>
              </p14:nvContentPartPr>
              <p14:xfrm>
                <a:off x="6776422" y="6288296"/>
                <a:ext cx="99000" cy="1112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A819312-673E-AA28-A21A-69D895870B2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767422" y="6279296"/>
                  <a:ext cx="116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22DFE29-FCF6-F8F5-39EC-9BE4AB8FD3F8}"/>
                    </a:ext>
                  </a:extLst>
                </p14:cNvPr>
                <p14:cNvContentPartPr/>
                <p14:nvPr/>
              </p14:nvContentPartPr>
              <p14:xfrm>
                <a:off x="6913942" y="6289376"/>
                <a:ext cx="308160" cy="97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22DFE29-FCF6-F8F5-39EC-9BE4AB8FD3F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04942" y="6280736"/>
                  <a:ext cx="325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F79808C-AF58-5FC5-2CC2-66D8CD0285A1}"/>
                    </a:ext>
                  </a:extLst>
                </p14:cNvPr>
                <p14:cNvContentPartPr/>
                <p14:nvPr/>
              </p14:nvContentPartPr>
              <p14:xfrm>
                <a:off x="7230022" y="6177416"/>
                <a:ext cx="71640" cy="1738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F79808C-AF58-5FC5-2CC2-66D8CD0285A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221022" y="6168416"/>
                  <a:ext cx="89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98DEEC9-CC32-8F7F-A171-B21CDE1C5F11}"/>
                    </a:ext>
                  </a:extLst>
                </p14:cNvPr>
                <p14:cNvContentPartPr/>
                <p14:nvPr/>
              </p14:nvContentPartPr>
              <p14:xfrm>
                <a:off x="7202302" y="6256976"/>
                <a:ext cx="113040" cy="5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98DEEC9-CC32-8F7F-A171-B21CDE1C5F1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193662" y="6248336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7ACC740-9ABC-08B4-7FB3-F036CAA59BE2}"/>
                    </a:ext>
                  </a:extLst>
                </p14:cNvPr>
                <p14:cNvContentPartPr/>
                <p14:nvPr/>
              </p14:nvContentPartPr>
              <p14:xfrm>
                <a:off x="7334422" y="6252296"/>
                <a:ext cx="162360" cy="1008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7ACC740-9ABC-08B4-7FB3-F036CAA59BE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325422" y="6243296"/>
                  <a:ext cx="180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26A93A1-7FA6-7766-1FB2-33036228C389}"/>
                    </a:ext>
                  </a:extLst>
                </p14:cNvPr>
                <p14:cNvContentPartPr/>
                <p14:nvPr/>
              </p14:nvContentPartPr>
              <p14:xfrm>
                <a:off x="7495342" y="6259496"/>
                <a:ext cx="287640" cy="231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26A93A1-7FA6-7766-1FB2-33036228C38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486702" y="6250856"/>
                  <a:ext cx="305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A3BFD5B-E6A4-678D-687E-0B1F3E0722A1}"/>
                    </a:ext>
                  </a:extLst>
                </p14:cNvPr>
                <p14:cNvContentPartPr/>
                <p14:nvPr/>
              </p14:nvContentPartPr>
              <p14:xfrm>
                <a:off x="5013142" y="6565412"/>
                <a:ext cx="54720" cy="119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A3BFD5B-E6A4-678D-687E-0B1F3E0722A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004142" y="6556772"/>
                  <a:ext cx="72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A309E34-0E2E-9224-A28D-85C80056DC0B}"/>
                    </a:ext>
                  </a:extLst>
                </p14:cNvPr>
                <p14:cNvContentPartPr/>
                <p14:nvPr/>
              </p14:nvContentPartPr>
              <p14:xfrm>
                <a:off x="4981102" y="6538052"/>
                <a:ext cx="96840" cy="16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A309E34-0E2E-9224-A28D-85C80056DC0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972462" y="6529412"/>
                  <a:ext cx="114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5588889-7B0A-2A87-297A-3CDE358BF4C1}"/>
                    </a:ext>
                  </a:extLst>
                </p14:cNvPr>
                <p14:cNvContentPartPr/>
                <p14:nvPr/>
              </p14:nvContentPartPr>
              <p14:xfrm>
                <a:off x="5023582" y="6607892"/>
                <a:ext cx="61920" cy="5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5588889-7B0A-2A87-297A-3CDE358BF4C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014942" y="6599252"/>
                  <a:ext cx="79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E16F154-F04B-661D-86B0-12A2DB231832}"/>
                    </a:ext>
                  </a:extLst>
                </p14:cNvPr>
                <p14:cNvContentPartPr/>
                <p14:nvPr/>
              </p14:nvContentPartPr>
              <p14:xfrm>
                <a:off x="5193862" y="6613292"/>
                <a:ext cx="30240" cy="74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E16F154-F04B-661D-86B0-12A2DB23183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184862" y="6604292"/>
                  <a:ext cx="47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9BAB3EE-4717-B373-5BAD-153BEF84D06B}"/>
                    </a:ext>
                  </a:extLst>
                </p14:cNvPr>
                <p14:cNvContentPartPr/>
                <p14:nvPr/>
              </p14:nvContentPartPr>
              <p14:xfrm>
                <a:off x="5161822" y="6532652"/>
                <a:ext cx="92160" cy="27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9BAB3EE-4717-B373-5BAD-153BEF84D06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153182" y="6524012"/>
                  <a:ext cx="109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8693C08-7914-4D95-E33B-8BDACCFFB63D}"/>
                    </a:ext>
                  </a:extLst>
                </p14:cNvPr>
                <p14:cNvContentPartPr/>
                <p14:nvPr/>
              </p14:nvContentPartPr>
              <p14:xfrm>
                <a:off x="5193862" y="6593492"/>
                <a:ext cx="43560" cy="14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8693C08-7914-4D95-E33B-8BDACCFFB63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184862" y="6584492"/>
                  <a:ext cx="61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AEA7A29-7C63-CAE6-7831-54B0E23954A4}"/>
                    </a:ext>
                  </a:extLst>
                </p14:cNvPr>
                <p14:cNvContentPartPr/>
                <p14:nvPr/>
              </p14:nvContentPartPr>
              <p14:xfrm>
                <a:off x="5385382" y="6576212"/>
                <a:ext cx="36720" cy="889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AEA7A29-7C63-CAE6-7831-54B0E23954A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376382" y="6567212"/>
                  <a:ext cx="54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0CB7C44-6839-30CE-2F47-D1B2B621327F}"/>
                    </a:ext>
                  </a:extLst>
                </p14:cNvPr>
                <p14:cNvContentPartPr/>
                <p14:nvPr/>
              </p14:nvContentPartPr>
              <p14:xfrm>
                <a:off x="5332462" y="6543812"/>
                <a:ext cx="117000" cy="154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0CB7C44-6839-30CE-2F47-D1B2B621327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323462" y="6535172"/>
                  <a:ext cx="134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B81B6A7-60E4-1F49-1F16-088FF0AF8F01}"/>
                    </a:ext>
                  </a:extLst>
                </p14:cNvPr>
                <p14:cNvContentPartPr/>
                <p14:nvPr/>
              </p14:nvContentPartPr>
              <p14:xfrm>
                <a:off x="5593102" y="6581252"/>
                <a:ext cx="100800" cy="651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B81B6A7-60E4-1F49-1F16-088FF0AF8F0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584462" y="6572612"/>
                  <a:ext cx="118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FC9AE0B-A5A4-B825-26F5-AAD432B59614}"/>
                    </a:ext>
                  </a:extLst>
                </p14:cNvPr>
                <p14:cNvContentPartPr/>
                <p14:nvPr/>
              </p14:nvContentPartPr>
              <p14:xfrm>
                <a:off x="5736022" y="6581252"/>
                <a:ext cx="85680" cy="896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FC9AE0B-A5A4-B825-26F5-AAD432B5961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727382" y="6572612"/>
                  <a:ext cx="103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AFC930B-1FAC-BABB-C679-57A080FEC5F0}"/>
                    </a:ext>
                  </a:extLst>
                </p14:cNvPr>
                <p14:cNvContentPartPr/>
                <p14:nvPr/>
              </p14:nvContentPartPr>
              <p14:xfrm>
                <a:off x="5873542" y="6581252"/>
                <a:ext cx="128520" cy="1069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AFC930B-1FAC-BABB-C679-57A080FEC5F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864902" y="6572612"/>
                  <a:ext cx="146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816F113-030F-D39F-0352-82B48187CD73}"/>
                    </a:ext>
                  </a:extLst>
                </p14:cNvPr>
                <p14:cNvContentPartPr/>
                <p14:nvPr/>
              </p14:nvContentPartPr>
              <p14:xfrm>
                <a:off x="6181702" y="6500252"/>
                <a:ext cx="151200" cy="1558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816F113-030F-D39F-0352-82B48187CD7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173062" y="6491612"/>
                  <a:ext cx="168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5447458-243A-39BA-C8BF-CA3662FA8607}"/>
                    </a:ext>
                  </a:extLst>
                </p14:cNvPr>
                <p14:cNvContentPartPr/>
                <p14:nvPr/>
              </p14:nvContentPartPr>
              <p14:xfrm>
                <a:off x="6395182" y="6560012"/>
                <a:ext cx="36000" cy="896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5447458-243A-39BA-C8BF-CA3662FA860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386542" y="6551372"/>
                  <a:ext cx="536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9E10AD8-5E6B-A292-2C44-C4360D70F424}"/>
                    </a:ext>
                  </a:extLst>
                </p14:cNvPr>
                <p14:cNvContentPartPr/>
                <p14:nvPr/>
              </p14:nvContentPartPr>
              <p14:xfrm>
                <a:off x="6373942" y="6485852"/>
                <a:ext cx="118440" cy="162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9E10AD8-5E6B-A292-2C44-C4360D70F42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365302" y="6477212"/>
                  <a:ext cx="136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5E401EE-E7F8-26BA-2189-51A72B01050E}"/>
                    </a:ext>
                  </a:extLst>
                </p14:cNvPr>
                <p14:cNvContentPartPr/>
                <p14:nvPr/>
              </p14:nvContentPartPr>
              <p14:xfrm>
                <a:off x="6384742" y="6576212"/>
                <a:ext cx="72360" cy="5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5E401EE-E7F8-26BA-2189-51A72B01050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375742" y="6567212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5C1E3D1-E00D-984A-01D6-1F4E401E7E5A}"/>
                    </a:ext>
                  </a:extLst>
                </p14:cNvPr>
                <p14:cNvContentPartPr/>
                <p14:nvPr/>
              </p14:nvContentPartPr>
              <p14:xfrm>
                <a:off x="6565462" y="6554972"/>
                <a:ext cx="25560" cy="874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5C1E3D1-E00D-984A-01D6-1F4E401E7E5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556462" y="6545972"/>
                  <a:ext cx="43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95B3E80-1CC3-A7DD-62D0-B2F133FBCDA6}"/>
                    </a:ext>
                  </a:extLst>
                </p14:cNvPr>
                <p14:cNvContentPartPr/>
                <p14:nvPr/>
              </p14:nvContentPartPr>
              <p14:xfrm>
                <a:off x="6496342" y="6512132"/>
                <a:ext cx="122400" cy="154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95B3E80-1CC3-A7DD-62D0-B2F133FBCDA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487702" y="6503492"/>
                  <a:ext cx="14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443B7D9-B4CD-E14E-FFCB-47084E0913B9}"/>
                    </a:ext>
                  </a:extLst>
                </p14:cNvPr>
                <p14:cNvContentPartPr/>
                <p14:nvPr/>
              </p14:nvContentPartPr>
              <p14:xfrm>
                <a:off x="6921502" y="6645332"/>
                <a:ext cx="169200" cy="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443B7D9-B4CD-E14E-FFCB-47084E0913B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912862" y="6636332"/>
                  <a:ext cx="186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4668783-7C77-480F-3BC2-A819D8D7A25D}"/>
                    </a:ext>
                  </a:extLst>
                </p14:cNvPr>
                <p14:cNvContentPartPr/>
                <p14:nvPr/>
              </p14:nvContentPartPr>
              <p14:xfrm>
                <a:off x="6939862" y="6586652"/>
                <a:ext cx="66960" cy="244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4668783-7C77-480F-3BC2-A819D8D7A25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931222" y="6578012"/>
                  <a:ext cx="84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E54356-24BD-A796-628F-5958C87F298D}"/>
                    </a:ext>
                  </a:extLst>
                </p14:cNvPr>
                <p14:cNvContentPartPr/>
                <p14:nvPr/>
              </p14:nvContentPartPr>
              <p14:xfrm>
                <a:off x="6985582" y="6522932"/>
                <a:ext cx="221040" cy="1494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E54356-24BD-A796-628F-5958C87F298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976582" y="6513932"/>
                  <a:ext cx="238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7E006AB-04DE-3C8D-968A-5D572C7395C9}"/>
                    </a:ext>
                  </a:extLst>
                </p14:cNvPr>
                <p14:cNvContentPartPr/>
                <p14:nvPr/>
              </p14:nvContentPartPr>
              <p14:xfrm>
                <a:off x="6944182" y="6597452"/>
                <a:ext cx="41400" cy="36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7E006AB-04DE-3C8D-968A-5D572C7395C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935542" y="6588452"/>
                  <a:ext cx="59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1D01AA5-E7AD-C021-FD12-D38DBFFE47DD}"/>
                    </a:ext>
                  </a:extLst>
                </p14:cNvPr>
                <p14:cNvContentPartPr/>
                <p14:nvPr/>
              </p14:nvContentPartPr>
              <p14:xfrm>
                <a:off x="7431262" y="6535892"/>
                <a:ext cx="180720" cy="1638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1D01AA5-E7AD-C021-FD12-D38DBFFE47D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422622" y="6526892"/>
                  <a:ext cx="198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7103075-A554-6BB9-1267-10DBA0DA3F9C}"/>
                    </a:ext>
                  </a:extLst>
                </p14:cNvPr>
                <p14:cNvContentPartPr/>
                <p14:nvPr/>
              </p14:nvContentPartPr>
              <p14:xfrm>
                <a:off x="7676062" y="6458852"/>
                <a:ext cx="95760" cy="2509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7103075-A554-6BB9-1267-10DBA0DA3F9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667422" y="6450212"/>
                  <a:ext cx="113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BB7DBA7-8FBC-BEC0-3F26-4A89BF693FB6}"/>
                    </a:ext>
                  </a:extLst>
                </p14:cNvPr>
                <p14:cNvContentPartPr/>
                <p14:nvPr/>
              </p14:nvContentPartPr>
              <p14:xfrm>
                <a:off x="7814302" y="6525092"/>
                <a:ext cx="181800" cy="1378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BB7DBA7-8FBC-BEC0-3F26-4A89BF693FB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805662" y="6516452"/>
                  <a:ext cx="199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0F573E9-D67D-552A-A42C-62490B62D15E}"/>
                    </a:ext>
                  </a:extLst>
                </p14:cNvPr>
                <p14:cNvContentPartPr/>
                <p14:nvPr/>
              </p14:nvContentPartPr>
              <p14:xfrm>
                <a:off x="7979542" y="6447692"/>
                <a:ext cx="95400" cy="70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0F573E9-D67D-552A-A42C-62490B62D15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970902" y="6438692"/>
                  <a:ext cx="113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B93BF53-6D4D-5C57-0B60-5AA52086FAFD}"/>
                    </a:ext>
                  </a:extLst>
                </p14:cNvPr>
                <p14:cNvContentPartPr/>
                <p14:nvPr/>
              </p14:nvContentPartPr>
              <p14:xfrm>
                <a:off x="8160262" y="6430772"/>
                <a:ext cx="113400" cy="2638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B93BF53-6D4D-5C57-0B60-5AA52086FAF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151622" y="6422132"/>
                  <a:ext cx="131040" cy="281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FBD082D-E344-07D8-AA95-9FC1726F67E0}"/>
              </a:ext>
            </a:extLst>
          </p:cNvPr>
          <p:cNvGrpSpPr/>
          <p:nvPr/>
        </p:nvGrpSpPr>
        <p:grpSpPr>
          <a:xfrm>
            <a:off x="731980" y="1175894"/>
            <a:ext cx="514800" cy="213480"/>
            <a:chOff x="731980" y="1175894"/>
            <a:chExt cx="5148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CF1AC9F-A679-44C2-218E-EFB5C9D03F50}"/>
                    </a:ext>
                  </a:extLst>
                </p14:cNvPr>
                <p14:cNvContentPartPr/>
                <p14:nvPr/>
              </p14:nvContentPartPr>
              <p14:xfrm>
                <a:off x="950860" y="1220534"/>
                <a:ext cx="57240" cy="168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CF1AC9F-A679-44C2-218E-EFB5C9D03F5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1860" y="1211894"/>
                  <a:ext cx="74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0A2FD89-1947-01B8-D7A0-D8F33F4EC329}"/>
                    </a:ext>
                  </a:extLst>
                </p14:cNvPr>
                <p14:cNvContentPartPr/>
                <p14:nvPr/>
              </p14:nvContentPartPr>
              <p14:xfrm>
                <a:off x="731980" y="1175894"/>
                <a:ext cx="371880" cy="14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0A2FD89-1947-01B8-D7A0-D8F33F4EC3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3340" y="1166894"/>
                  <a:ext cx="389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814AB7-3C15-89DE-F80E-C56E42B54B88}"/>
                    </a:ext>
                  </a:extLst>
                </p14:cNvPr>
                <p14:cNvContentPartPr/>
                <p14:nvPr/>
              </p14:nvContentPartPr>
              <p14:xfrm>
                <a:off x="1096660" y="1307654"/>
                <a:ext cx="150120" cy="6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814AB7-3C15-89DE-F80E-C56E42B54B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660" y="1298654"/>
                  <a:ext cx="167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752CD8D-9014-1926-BF46-E64617BFD554}"/>
              </a:ext>
            </a:extLst>
          </p:cNvPr>
          <p:cNvGrpSpPr/>
          <p:nvPr/>
        </p:nvGrpSpPr>
        <p:grpSpPr>
          <a:xfrm>
            <a:off x="1528660" y="1279214"/>
            <a:ext cx="326880" cy="236520"/>
            <a:chOff x="1528660" y="1279214"/>
            <a:chExt cx="32688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C54085-3639-0B35-9690-5B55C043F35A}"/>
                    </a:ext>
                  </a:extLst>
                </p14:cNvPr>
                <p14:cNvContentPartPr/>
                <p14:nvPr/>
              </p14:nvContentPartPr>
              <p14:xfrm>
                <a:off x="1528660" y="1279214"/>
                <a:ext cx="159480" cy="236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C54085-3639-0B35-9690-5B55C043F3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9660" y="1270574"/>
                  <a:ext cx="177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E5ABBA-10B2-E2B0-622C-28A1340B67B5}"/>
                    </a:ext>
                  </a:extLst>
                </p14:cNvPr>
                <p14:cNvContentPartPr/>
                <p14:nvPr/>
              </p14:nvContentPartPr>
              <p14:xfrm>
                <a:off x="1750420" y="1295054"/>
                <a:ext cx="105120" cy="75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E5ABBA-10B2-E2B0-622C-28A1340B67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1420" y="1286414"/>
                  <a:ext cx="1227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53C50D-254C-DFEA-91AA-F1C4A22871AA}"/>
              </a:ext>
            </a:extLst>
          </p:cNvPr>
          <p:cNvGrpSpPr/>
          <p:nvPr/>
        </p:nvGrpSpPr>
        <p:grpSpPr>
          <a:xfrm>
            <a:off x="2126980" y="1086974"/>
            <a:ext cx="634320" cy="343440"/>
            <a:chOff x="2126980" y="1086974"/>
            <a:chExt cx="63432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BB38B1-0A24-DCD0-E4BE-C1B007C8E771}"/>
                    </a:ext>
                  </a:extLst>
                </p14:cNvPr>
                <p14:cNvContentPartPr/>
                <p14:nvPr/>
              </p14:nvContentPartPr>
              <p14:xfrm>
                <a:off x="2142820" y="1086974"/>
                <a:ext cx="87840" cy="34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BB38B1-0A24-DCD0-E4BE-C1B007C8E7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34180" y="1078334"/>
                  <a:ext cx="1054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98981C-7541-0B98-11BC-3DDB3FB342BA}"/>
                    </a:ext>
                  </a:extLst>
                </p14:cNvPr>
                <p14:cNvContentPartPr/>
                <p14:nvPr/>
              </p14:nvContentPartPr>
              <p14:xfrm>
                <a:off x="2126980" y="1274534"/>
                <a:ext cx="109080" cy="43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98981C-7541-0B98-11BC-3DDB3FB342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18340" y="1265534"/>
                  <a:ext cx="126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8B45E9-8211-E410-18B6-E1EB31664DED}"/>
                    </a:ext>
                  </a:extLst>
                </p14:cNvPr>
                <p14:cNvContentPartPr/>
                <p14:nvPr/>
              </p14:nvContentPartPr>
              <p14:xfrm>
                <a:off x="2268460" y="1232414"/>
                <a:ext cx="60840" cy="11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8B45E9-8211-E410-18B6-E1EB31664D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9460" y="1223414"/>
                  <a:ext cx="78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4ECA0F1-9EFE-D556-0C8B-DD6895E6E004}"/>
                    </a:ext>
                  </a:extLst>
                </p14:cNvPr>
                <p14:cNvContentPartPr/>
                <p14:nvPr/>
              </p14:nvContentPartPr>
              <p14:xfrm>
                <a:off x="2404540" y="1253294"/>
                <a:ext cx="108360" cy="90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4ECA0F1-9EFE-D556-0C8B-DD6895E6E0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5900" y="1244654"/>
                  <a:ext cx="126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470F81-0757-6BAE-AA68-67BC5107F262}"/>
                    </a:ext>
                  </a:extLst>
                </p14:cNvPr>
                <p14:cNvContentPartPr/>
                <p14:nvPr/>
              </p14:nvContentPartPr>
              <p14:xfrm>
                <a:off x="2528380" y="1280294"/>
                <a:ext cx="232920" cy="6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470F81-0757-6BAE-AA68-67BC5107F2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9380" y="1271294"/>
                  <a:ext cx="25056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59D4EF0-D521-BACD-B853-5027613E33C1}"/>
              </a:ext>
            </a:extLst>
          </p:cNvPr>
          <p:cNvGrpSpPr/>
          <p:nvPr/>
        </p:nvGrpSpPr>
        <p:grpSpPr>
          <a:xfrm>
            <a:off x="3070540" y="1080134"/>
            <a:ext cx="317160" cy="264600"/>
            <a:chOff x="3070540" y="1080134"/>
            <a:chExt cx="31716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EAE785-9FC3-31D1-E10A-0AD46F5084C1}"/>
                    </a:ext>
                  </a:extLst>
                </p14:cNvPr>
                <p14:cNvContentPartPr/>
                <p14:nvPr/>
              </p14:nvContentPartPr>
              <p14:xfrm>
                <a:off x="3070540" y="1080134"/>
                <a:ext cx="162360" cy="216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EAE785-9FC3-31D1-E10A-0AD46F5084C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1900" y="1071134"/>
                  <a:ext cx="180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BDE5581-9E86-87B7-DD1D-8B86692E0854}"/>
                    </a:ext>
                  </a:extLst>
                </p14:cNvPr>
                <p14:cNvContentPartPr/>
                <p14:nvPr/>
              </p14:nvContentPartPr>
              <p14:xfrm>
                <a:off x="3266380" y="1261214"/>
                <a:ext cx="121320" cy="8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BDE5581-9E86-87B7-DD1D-8B86692E08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57740" y="1252214"/>
                  <a:ext cx="138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1C85E5-5B23-B6E4-4B6D-52AC25839EDC}"/>
                    </a:ext>
                  </a:extLst>
                </p14:cNvPr>
                <p14:cNvContentPartPr/>
                <p14:nvPr/>
              </p14:nvContentPartPr>
              <p14:xfrm>
                <a:off x="3302020" y="1280294"/>
                <a:ext cx="66600" cy="6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1C85E5-5B23-B6E4-4B6D-52AC25839E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93020" y="1271294"/>
                  <a:ext cx="842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144F3F-DB2A-9F53-A010-18865230E2D7}"/>
              </a:ext>
            </a:extLst>
          </p:cNvPr>
          <p:cNvGrpSpPr/>
          <p:nvPr/>
        </p:nvGrpSpPr>
        <p:grpSpPr>
          <a:xfrm>
            <a:off x="3697660" y="1085174"/>
            <a:ext cx="1830240" cy="281880"/>
            <a:chOff x="3697660" y="1085174"/>
            <a:chExt cx="183024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D74168-ADCF-CDAD-A4C5-874D6297B5E1}"/>
                    </a:ext>
                  </a:extLst>
                </p14:cNvPr>
                <p14:cNvContentPartPr/>
                <p14:nvPr/>
              </p14:nvContentPartPr>
              <p14:xfrm>
                <a:off x="3697660" y="1185254"/>
                <a:ext cx="96480" cy="18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D74168-ADCF-CDAD-A4C5-874D6297B5E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88660" y="1176614"/>
                  <a:ext cx="114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B67AC4-117C-C4B4-F56D-D1BABC38C8EF}"/>
                    </a:ext>
                  </a:extLst>
                </p14:cNvPr>
                <p14:cNvContentPartPr/>
                <p14:nvPr/>
              </p14:nvContentPartPr>
              <p14:xfrm>
                <a:off x="3835900" y="1174094"/>
                <a:ext cx="7920" cy="83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B67AC4-117C-C4B4-F56D-D1BABC38C8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27260" y="1165094"/>
                  <a:ext cx="25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1258E6-87AC-0285-E8DC-7B9E5FC70750}"/>
                    </a:ext>
                  </a:extLst>
                </p14:cNvPr>
                <p14:cNvContentPartPr/>
                <p14:nvPr/>
              </p14:nvContentPartPr>
              <p14:xfrm>
                <a:off x="3942460" y="1227014"/>
                <a:ext cx="9720" cy="42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1258E6-87AC-0285-E8DC-7B9E5FC707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3460" y="1218374"/>
                  <a:ext cx="27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FAA958-378C-1468-A836-AE53C888340B}"/>
                    </a:ext>
                  </a:extLst>
                </p14:cNvPr>
                <p14:cNvContentPartPr/>
                <p14:nvPr/>
              </p14:nvContentPartPr>
              <p14:xfrm>
                <a:off x="3921220" y="1085174"/>
                <a:ext cx="11160" cy="15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FAA958-378C-1468-A836-AE53C88834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12220" y="1076534"/>
                  <a:ext cx="28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ADED027-0C8E-3867-54CB-B8DE4B7FFC4E}"/>
                    </a:ext>
                  </a:extLst>
                </p14:cNvPr>
                <p14:cNvContentPartPr/>
                <p14:nvPr/>
              </p14:nvContentPartPr>
              <p14:xfrm>
                <a:off x="4006180" y="1136294"/>
                <a:ext cx="383760" cy="127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ADED027-0C8E-3867-54CB-B8DE4B7FFC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97540" y="1127654"/>
                  <a:ext cx="401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9AF4D4-08A9-7A6D-78B2-A575981D4A45}"/>
                    </a:ext>
                  </a:extLst>
                </p14:cNvPr>
                <p14:cNvContentPartPr/>
                <p14:nvPr/>
              </p14:nvContentPartPr>
              <p14:xfrm>
                <a:off x="4527100" y="1179134"/>
                <a:ext cx="168120" cy="93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9AF4D4-08A9-7A6D-78B2-A575981D4A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18460" y="1170494"/>
                  <a:ext cx="185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28EF1B-322E-4A04-E962-9A451E2C6F92}"/>
                    </a:ext>
                  </a:extLst>
                </p14:cNvPr>
                <p14:cNvContentPartPr/>
                <p14:nvPr/>
              </p14:nvContentPartPr>
              <p14:xfrm>
                <a:off x="4727260" y="1183094"/>
                <a:ext cx="352800" cy="75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28EF1B-322E-4A04-E962-9A451E2C6F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18260" y="1174094"/>
                  <a:ext cx="370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92B919-CA43-4AB4-26C6-8ADA89DEA32B}"/>
                    </a:ext>
                  </a:extLst>
                </p14:cNvPr>
                <p14:cNvContentPartPr/>
                <p14:nvPr/>
              </p14:nvContentPartPr>
              <p14:xfrm>
                <a:off x="5158540" y="1093094"/>
                <a:ext cx="369360" cy="167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92B919-CA43-4AB4-26C6-8ADA89DEA3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9900" y="1084094"/>
                  <a:ext cx="387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BBAE5D-D439-D810-102E-760D659335FC}"/>
                    </a:ext>
                  </a:extLst>
                </p14:cNvPr>
                <p14:cNvContentPartPr/>
                <p14:nvPr/>
              </p14:nvContentPartPr>
              <p14:xfrm>
                <a:off x="5168980" y="1258334"/>
                <a:ext cx="39240" cy="1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BBAE5D-D439-D810-102E-760D659335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59980" y="1249334"/>
                  <a:ext cx="568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FA48299-4AFB-A9BF-3AAC-7CE16B683459}"/>
              </a:ext>
            </a:extLst>
          </p:cNvPr>
          <p:cNvGrpSpPr/>
          <p:nvPr/>
        </p:nvGrpSpPr>
        <p:grpSpPr>
          <a:xfrm>
            <a:off x="5850100" y="1048814"/>
            <a:ext cx="279360" cy="230400"/>
            <a:chOff x="5850100" y="1048814"/>
            <a:chExt cx="27936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DACF79-31E6-EC3E-F658-51E9DFCF960E}"/>
                    </a:ext>
                  </a:extLst>
                </p14:cNvPr>
                <p14:cNvContentPartPr/>
                <p14:nvPr/>
              </p14:nvContentPartPr>
              <p14:xfrm>
                <a:off x="5877460" y="1048814"/>
                <a:ext cx="83160" cy="230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DACF79-31E6-EC3E-F658-51E9DFCF96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68820" y="1039814"/>
                  <a:ext cx="100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660EE8-053F-D276-9CE0-4981C29525DE}"/>
                    </a:ext>
                  </a:extLst>
                </p14:cNvPr>
                <p14:cNvContentPartPr/>
                <p14:nvPr/>
              </p14:nvContentPartPr>
              <p14:xfrm>
                <a:off x="5850100" y="1173374"/>
                <a:ext cx="123480" cy="1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660EE8-053F-D276-9CE0-4981C29525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41100" y="1164374"/>
                  <a:ext cx="141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E0150D9-48CF-AA84-933B-E0A9861C4C4D}"/>
                    </a:ext>
                  </a:extLst>
                </p14:cNvPr>
                <p14:cNvContentPartPr/>
                <p14:nvPr/>
              </p14:nvContentPartPr>
              <p14:xfrm>
                <a:off x="6034420" y="1174094"/>
                <a:ext cx="95040" cy="75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E0150D9-48CF-AA84-933B-E0A9861C4C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5780" y="1165094"/>
                  <a:ext cx="11268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CB2FA7-F4BD-BDCB-43D6-6760441EBFCC}"/>
              </a:ext>
            </a:extLst>
          </p:cNvPr>
          <p:cNvGrpSpPr/>
          <p:nvPr/>
        </p:nvGrpSpPr>
        <p:grpSpPr>
          <a:xfrm>
            <a:off x="6355180" y="969974"/>
            <a:ext cx="1075320" cy="377640"/>
            <a:chOff x="6355180" y="969974"/>
            <a:chExt cx="107532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26CEF2-F99F-9255-4AB5-223577089F27}"/>
                    </a:ext>
                  </a:extLst>
                </p14:cNvPr>
                <p14:cNvContentPartPr/>
                <p14:nvPr/>
              </p14:nvContentPartPr>
              <p14:xfrm>
                <a:off x="6355180" y="1157174"/>
                <a:ext cx="125280" cy="11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26CEF2-F99F-9255-4AB5-223577089F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46540" y="1148174"/>
                  <a:ext cx="142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2202E38-9519-3632-FC94-5738BA5C16D3}"/>
                    </a:ext>
                  </a:extLst>
                </p14:cNvPr>
                <p14:cNvContentPartPr/>
                <p14:nvPr/>
              </p14:nvContentPartPr>
              <p14:xfrm>
                <a:off x="6472900" y="985454"/>
                <a:ext cx="74880" cy="32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2202E38-9519-3632-FC94-5738BA5C16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63900" y="976454"/>
                  <a:ext cx="925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F212669-9BE9-A56F-FD25-01AF25DFE7AB}"/>
                    </a:ext>
                  </a:extLst>
                </p14:cNvPr>
                <p14:cNvContentPartPr/>
                <p14:nvPr/>
              </p14:nvContentPartPr>
              <p14:xfrm>
                <a:off x="6443380" y="1222694"/>
                <a:ext cx="83160" cy="3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212669-9BE9-A56F-FD25-01AF25DFE7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34380" y="1214054"/>
                  <a:ext cx="100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5935B76-5B24-E905-E6A4-ECCD0664976B}"/>
                    </a:ext>
                  </a:extLst>
                </p14:cNvPr>
                <p14:cNvContentPartPr/>
                <p14:nvPr/>
              </p14:nvContentPartPr>
              <p14:xfrm>
                <a:off x="6619420" y="1033334"/>
                <a:ext cx="77400" cy="314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5935B76-5B24-E905-E6A4-ECCD066497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10420" y="1024334"/>
                  <a:ext cx="95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AFC660-5BF5-EB27-2DBA-FA11A997B493}"/>
                    </a:ext>
                  </a:extLst>
                </p14:cNvPr>
                <p14:cNvContentPartPr/>
                <p14:nvPr/>
              </p14:nvContentPartPr>
              <p14:xfrm>
                <a:off x="6589900" y="1228094"/>
                <a:ext cx="195120" cy="59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AFC660-5BF5-EB27-2DBA-FA11A997B4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81260" y="1219094"/>
                  <a:ext cx="212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9121BF-9581-A00C-4121-5EF5D2002B0A}"/>
                    </a:ext>
                  </a:extLst>
                </p14:cNvPr>
                <p14:cNvContentPartPr/>
                <p14:nvPr/>
              </p14:nvContentPartPr>
              <p14:xfrm>
                <a:off x="6765220" y="1127294"/>
                <a:ext cx="5040" cy="15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9121BF-9581-A00C-4121-5EF5D2002B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56580" y="1118654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4BC079-EB17-F7D8-1859-0A4867858CF9}"/>
                    </a:ext>
                  </a:extLst>
                </p14:cNvPr>
                <p14:cNvContentPartPr/>
                <p14:nvPr/>
              </p14:nvContentPartPr>
              <p14:xfrm>
                <a:off x="6880420" y="1183814"/>
                <a:ext cx="159120" cy="10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4BC079-EB17-F7D8-1859-0A4867858CF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71420" y="1174814"/>
                  <a:ext cx="176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E70EDA-8BD6-5BE6-FB3C-2ADC53F5FC43}"/>
                    </a:ext>
                  </a:extLst>
                </p14:cNvPr>
                <p14:cNvContentPartPr/>
                <p14:nvPr/>
              </p14:nvContentPartPr>
              <p14:xfrm>
                <a:off x="6967540" y="1025054"/>
                <a:ext cx="22680" cy="70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E70EDA-8BD6-5BE6-FB3C-2ADC53F5FC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58540" y="1016054"/>
                  <a:ext cx="40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512EC3-0425-0CDB-9091-EB7A42432A31}"/>
                    </a:ext>
                  </a:extLst>
                </p14:cNvPr>
                <p14:cNvContentPartPr/>
                <p14:nvPr/>
              </p14:nvContentPartPr>
              <p14:xfrm>
                <a:off x="7125580" y="1146014"/>
                <a:ext cx="197280" cy="123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512EC3-0425-0CDB-9091-EB7A42432A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16940" y="1137374"/>
                  <a:ext cx="214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72213A7-2835-1609-3AF0-37375BFDB3B1}"/>
                    </a:ext>
                  </a:extLst>
                </p14:cNvPr>
                <p14:cNvContentPartPr/>
                <p14:nvPr/>
              </p14:nvContentPartPr>
              <p14:xfrm>
                <a:off x="7313140" y="969974"/>
                <a:ext cx="84960" cy="262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72213A7-2835-1609-3AF0-37375BFDB3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04140" y="960974"/>
                  <a:ext cx="1026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AA73FF-F70A-F4A9-6112-3D1DE7F61B00}"/>
                    </a:ext>
                  </a:extLst>
                </p14:cNvPr>
                <p14:cNvContentPartPr/>
                <p14:nvPr/>
              </p14:nvContentPartPr>
              <p14:xfrm>
                <a:off x="7315660" y="1133774"/>
                <a:ext cx="114840" cy="8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AA73FF-F70A-F4A9-6112-3D1DE7F61B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06660" y="1124774"/>
                  <a:ext cx="132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71D252-9D7D-6E90-A89D-B1D73BE2D1EF}"/>
                    </a:ext>
                  </a:extLst>
                </p14:cNvPr>
                <p14:cNvContentPartPr/>
                <p14:nvPr/>
              </p14:nvContentPartPr>
              <p14:xfrm>
                <a:off x="7132060" y="1149254"/>
                <a:ext cx="5760" cy="29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71D252-9D7D-6E90-A89D-B1D73BE2D1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23420" y="1140254"/>
                  <a:ext cx="2340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87647EB-2320-A56E-4A10-5A5617C958F5}"/>
                  </a:ext>
                </a:extLst>
              </p14:cNvPr>
              <p14:cNvContentPartPr/>
              <p14:nvPr/>
            </p14:nvContentPartPr>
            <p14:xfrm>
              <a:off x="7722460" y="1112534"/>
              <a:ext cx="35640" cy="126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87647EB-2320-A56E-4A10-5A5617C958F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13460" y="1103534"/>
                <a:ext cx="53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B5F3B28-7FC4-26F0-1642-3A8F3463F907}"/>
                  </a:ext>
                </a:extLst>
              </p14:cNvPr>
              <p14:cNvContentPartPr/>
              <p14:nvPr/>
            </p14:nvContentPartPr>
            <p14:xfrm>
              <a:off x="7690420" y="1055294"/>
              <a:ext cx="117720" cy="446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B5F3B28-7FC4-26F0-1642-3A8F3463F90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681420" y="1046294"/>
                <a:ext cx="1353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568AB51-BE4B-4A0A-9211-536DCDDDE274}"/>
                  </a:ext>
                </a:extLst>
              </p14:cNvPr>
              <p14:cNvContentPartPr/>
              <p14:nvPr/>
            </p14:nvContentPartPr>
            <p14:xfrm>
              <a:off x="7706260" y="1120814"/>
              <a:ext cx="79560" cy="151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568AB51-BE4B-4A0A-9211-536DCDDDE27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697620" y="1111814"/>
                <a:ext cx="972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0B1CFE9-0BEB-4B48-BE8A-D65B3B7F24DF}"/>
                  </a:ext>
                </a:extLst>
              </p14:cNvPr>
              <p14:cNvContentPartPr/>
              <p14:nvPr/>
            </p14:nvContentPartPr>
            <p14:xfrm>
              <a:off x="7903180" y="1152494"/>
              <a:ext cx="39240" cy="896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0B1CFE9-0BEB-4B48-BE8A-D65B3B7F24D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894180" y="1143854"/>
                <a:ext cx="568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4F298CC-3480-F044-6B27-DBF69A923361}"/>
                  </a:ext>
                </a:extLst>
              </p14:cNvPr>
              <p14:cNvContentPartPr/>
              <p14:nvPr/>
            </p14:nvContentPartPr>
            <p14:xfrm>
              <a:off x="7892380" y="1077614"/>
              <a:ext cx="66960" cy="327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4F298CC-3480-F044-6B27-DBF69A92336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883740" y="1068614"/>
                <a:ext cx="846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1643D44-B3C9-0A2B-44D5-BB7FF1BE38CF}"/>
                  </a:ext>
                </a:extLst>
              </p14:cNvPr>
              <p14:cNvContentPartPr/>
              <p14:nvPr/>
            </p14:nvContentPartPr>
            <p14:xfrm>
              <a:off x="7881940" y="1153574"/>
              <a:ext cx="87840" cy="68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1643D44-B3C9-0A2B-44D5-BB7FF1BE38C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872940" y="1144934"/>
                <a:ext cx="1054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1458A3A-C1C8-CA49-69F5-BFEE432A865F}"/>
                  </a:ext>
                </a:extLst>
              </p14:cNvPr>
              <p14:cNvContentPartPr/>
              <p14:nvPr/>
            </p14:nvContentPartPr>
            <p14:xfrm>
              <a:off x="8078500" y="1136654"/>
              <a:ext cx="67320" cy="106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1458A3A-C1C8-CA49-69F5-BFEE432A865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69860" y="1128014"/>
                <a:ext cx="849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132650C-B48C-91C7-36FC-2AB6D4A4307C}"/>
                  </a:ext>
                </a:extLst>
              </p14:cNvPr>
              <p14:cNvContentPartPr/>
              <p14:nvPr/>
            </p14:nvContentPartPr>
            <p14:xfrm>
              <a:off x="7931620" y="1072574"/>
              <a:ext cx="237960" cy="16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132650C-B48C-91C7-36FC-2AB6D4A4307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922620" y="1063934"/>
                <a:ext cx="2556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4741EEC-3466-C9C1-849B-E50D244AB065}"/>
                  </a:ext>
                </a:extLst>
              </p14:cNvPr>
              <p14:cNvContentPartPr/>
              <p14:nvPr/>
            </p14:nvContentPartPr>
            <p14:xfrm>
              <a:off x="8303500" y="1253654"/>
              <a:ext cx="30600" cy="52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4741EEC-3466-C9C1-849B-E50D244AB06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94860" y="1244654"/>
                <a:ext cx="4824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D18F8DEA-E062-8FE5-AA86-009C8642CC25}"/>
              </a:ext>
            </a:extLst>
          </p:cNvPr>
          <p:cNvGrpSpPr/>
          <p:nvPr/>
        </p:nvGrpSpPr>
        <p:grpSpPr>
          <a:xfrm>
            <a:off x="8561980" y="1099574"/>
            <a:ext cx="441720" cy="127800"/>
            <a:chOff x="8561980" y="1099574"/>
            <a:chExt cx="441720" cy="1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19E8B64-4FA6-7B23-F18B-765F443EDF8B}"/>
                    </a:ext>
                  </a:extLst>
                </p14:cNvPr>
                <p14:cNvContentPartPr/>
                <p14:nvPr/>
              </p14:nvContentPartPr>
              <p14:xfrm>
                <a:off x="8561980" y="1142054"/>
                <a:ext cx="159480" cy="81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9E8B64-4FA6-7B23-F18B-765F443EDF8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53340" y="1133054"/>
                  <a:ext cx="177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DAF1DE-C738-2F3C-7B24-F984F0762B7C}"/>
                    </a:ext>
                  </a:extLst>
                </p14:cNvPr>
                <p14:cNvContentPartPr/>
                <p14:nvPr/>
              </p14:nvContentPartPr>
              <p14:xfrm>
                <a:off x="8731900" y="1099574"/>
                <a:ext cx="271800" cy="127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DAF1DE-C738-2F3C-7B24-F984F0762B7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23260" y="1090574"/>
                  <a:ext cx="28944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2F1AE01-18E2-213C-6B00-5ED60444517B}"/>
              </a:ext>
            </a:extLst>
          </p:cNvPr>
          <p:cNvGrpSpPr/>
          <p:nvPr/>
        </p:nvGrpSpPr>
        <p:grpSpPr>
          <a:xfrm>
            <a:off x="9260740" y="1046294"/>
            <a:ext cx="699840" cy="259920"/>
            <a:chOff x="9260740" y="1046294"/>
            <a:chExt cx="69984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0CDA0B-E769-4A20-9B92-1904F4F96D26}"/>
                    </a:ext>
                  </a:extLst>
                </p14:cNvPr>
                <p14:cNvContentPartPr/>
                <p14:nvPr/>
              </p14:nvContentPartPr>
              <p14:xfrm>
                <a:off x="9260740" y="1046294"/>
                <a:ext cx="227520" cy="19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0CDA0B-E769-4A20-9B92-1904F4F96D2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51740" y="1037654"/>
                  <a:ext cx="245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E0D36AC-90DE-EAF5-2B96-FAECEA57028F}"/>
                    </a:ext>
                  </a:extLst>
                </p14:cNvPr>
                <p14:cNvContentPartPr/>
                <p14:nvPr/>
              </p14:nvContentPartPr>
              <p14:xfrm>
                <a:off x="9578620" y="1163294"/>
                <a:ext cx="45720" cy="140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E0D36AC-90DE-EAF5-2B96-FAECEA5702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69620" y="1154294"/>
                  <a:ext cx="63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1DA198E-4721-790D-56A6-D34C5FFC027C}"/>
                    </a:ext>
                  </a:extLst>
                </p14:cNvPr>
                <p14:cNvContentPartPr/>
                <p14:nvPr/>
              </p14:nvContentPartPr>
              <p14:xfrm>
                <a:off x="9561700" y="1160774"/>
                <a:ext cx="99720" cy="18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1DA198E-4721-790D-56A6-D34C5FFC027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53060" y="1151774"/>
                  <a:ext cx="117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6B1DC6-BBE1-6633-2E5E-F5F65F03102E}"/>
                    </a:ext>
                  </a:extLst>
                </p14:cNvPr>
                <p14:cNvContentPartPr/>
                <p14:nvPr/>
              </p14:nvContentPartPr>
              <p14:xfrm>
                <a:off x="9599140" y="1211174"/>
                <a:ext cx="52920" cy="5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6B1DC6-BBE1-6633-2E5E-F5F65F0310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90140" y="1202534"/>
                  <a:ext cx="7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997D45-85CF-FBED-5E15-154BC80C6062}"/>
                    </a:ext>
                  </a:extLst>
                </p14:cNvPr>
                <p14:cNvContentPartPr/>
                <p14:nvPr/>
              </p14:nvContentPartPr>
              <p14:xfrm>
                <a:off x="9742420" y="1205774"/>
                <a:ext cx="37800" cy="100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997D45-85CF-FBED-5E15-154BC80C60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33780" y="1197134"/>
                  <a:ext cx="55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DE71633-266A-4873-01CF-7E0EC65BD4DE}"/>
                    </a:ext>
                  </a:extLst>
                </p14:cNvPr>
                <p14:cNvContentPartPr/>
                <p14:nvPr/>
              </p14:nvContentPartPr>
              <p14:xfrm>
                <a:off x="9731980" y="1159334"/>
                <a:ext cx="47160" cy="25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DE71633-266A-4873-01CF-7E0EC65BD4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22980" y="1150694"/>
                  <a:ext cx="64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5BD9C73-6034-8524-9EEC-BE0519235D94}"/>
                    </a:ext>
                  </a:extLst>
                </p14:cNvPr>
                <p14:cNvContentPartPr/>
                <p14:nvPr/>
              </p14:nvContentPartPr>
              <p14:xfrm>
                <a:off x="9726580" y="1211894"/>
                <a:ext cx="71280" cy="15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5BD9C73-6034-8524-9EEC-BE0519235D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7580" y="1203254"/>
                  <a:ext cx="88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60F1EFB-EB4D-5CAD-6A5A-83F38A534BF7}"/>
                    </a:ext>
                  </a:extLst>
                </p14:cNvPr>
                <p14:cNvContentPartPr/>
                <p14:nvPr/>
              </p14:nvContentPartPr>
              <p14:xfrm>
                <a:off x="9896500" y="1179134"/>
                <a:ext cx="51840" cy="106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60F1EFB-EB4D-5CAD-6A5A-83F38A534B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87860" y="1170494"/>
                  <a:ext cx="69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2B72762-5E1E-3369-18F6-96A51D2C9D69}"/>
                    </a:ext>
                  </a:extLst>
                </p14:cNvPr>
                <p14:cNvContentPartPr/>
                <p14:nvPr/>
              </p14:nvContentPartPr>
              <p14:xfrm>
                <a:off x="9848620" y="1170494"/>
                <a:ext cx="111960" cy="11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2B72762-5E1E-3369-18F6-96A51D2C9D6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39980" y="1161494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EA249AC-A769-C272-6AEB-84AFF6D812F3}"/>
                  </a:ext>
                </a:extLst>
              </p14:cNvPr>
              <p14:cNvContentPartPr/>
              <p14:nvPr/>
            </p14:nvContentPartPr>
            <p14:xfrm>
              <a:off x="10220860" y="1077254"/>
              <a:ext cx="172080" cy="103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EA249AC-A769-C272-6AEB-84AFF6D812F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212220" y="1068254"/>
                <a:ext cx="18972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B96D9F2A-F04C-6113-568D-8A9CC2B12197}"/>
              </a:ext>
            </a:extLst>
          </p:cNvPr>
          <p:cNvGrpSpPr/>
          <p:nvPr/>
        </p:nvGrpSpPr>
        <p:grpSpPr>
          <a:xfrm>
            <a:off x="10433620" y="987974"/>
            <a:ext cx="378720" cy="191520"/>
            <a:chOff x="10433620" y="987974"/>
            <a:chExt cx="37872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627003-1E28-5573-54FE-22C009B9459B}"/>
                    </a:ext>
                  </a:extLst>
                </p14:cNvPr>
                <p14:cNvContentPartPr/>
                <p14:nvPr/>
              </p14:nvContentPartPr>
              <p14:xfrm>
                <a:off x="10478260" y="1104614"/>
                <a:ext cx="9720" cy="42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627003-1E28-5573-54FE-22C009B945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69260" y="1095974"/>
                  <a:ext cx="27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0317061-E92F-89B8-1ACF-FBBE51A224B8}"/>
                    </a:ext>
                  </a:extLst>
                </p14:cNvPr>
                <p14:cNvContentPartPr/>
                <p14:nvPr/>
              </p14:nvContentPartPr>
              <p14:xfrm>
                <a:off x="10433620" y="1007774"/>
                <a:ext cx="360" cy="1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0317061-E92F-89B8-1ACF-FBBE51A224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24620" y="999134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F61CCB-8413-67F4-1CB3-E2F8500D784E}"/>
                    </a:ext>
                  </a:extLst>
                </p14:cNvPr>
                <p14:cNvContentPartPr/>
                <p14:nvPr/>
              </p14:nvContentPartPr>
              <p14:xfrm>
                <a:off x="10504900" y="987974"/>
                <a:ext cx="60120" cy="177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F61CCB-8413-67F4-1CB3-E2F8500D78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96260" y="978974"/>
                  <a:ext cx="77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E84A2A4-0208-F3AF-9290-D9EA405E52E4}"/>
                    </a:ext>
                  </a:extLst>
                </p14:cNvPr>
                <p14:cNvContentPartPr/>
                <p14:nvPr/>
              </p14:nvContentPartPr>
              <p14:xfrm>
                <a:off x="10507780" y="1098494"/>
                <a:ext cx="75240" cy="6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E84A2A4-0208-F3AF-9290-D9EA405E52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98780" y="1089494"/>
                  <a:ext cx="92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80D1986-E1DF-F815-FB8C-0D9C470BA724}"/>
                    </a:ext>
                  </a:extLst>
                </p14:cNvPr>
                <p14:cNvContentPartPr/>
                <p14:nvPr/>
              </p14:nvContentPartPr>
              <p14:xfrm>
                <a:off x="10625140" y="987974"/>
                <a:ext cx="187200" cy="19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80D1986-E1DF-F815-FB8C-0D9C470BA7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16140" y="978974"/>
                  <a:ext cx="20484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EC8A561-0AFD-0B91-303F-68F86CC58F49}"/>
              </a:ext>
            </a:extLst>
          </p:cNvPr>
          <p:cNvGrpSpPr/>
          <p:nvPr/>
        </p:nvGrpSpPr>
        <p:grpSpPr>
          <a:xfrm>
            <a:off x="910900" y="1550294"/>
            <a:ext cx="795960" cy="288720"/>
            <a:chOff x="910900" y="1550294"/>
            <a:chExt cx="79596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FAE627-625D-11CE-D2F2-5629057DC21C}"/>
                    </a:ext>
                  </a:extLst>
                </p14:cNvPr>
                <p14:cNvContentPartPr/>
                <p14:nvPr/>
              </p14:nvContentPartPr>
              <p14:xfrm>
                <a:off x="910900" y="1695734"/>
                <a:ext cx="165600" cy="143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FAE627-625D-11CE-D2F2-5629057DC21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1900" y="1687094"/>
                  <a:ext cx="183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BFFFEC-E246-F6D4-6F8D-C84C4D40FECE}"/>
                    </a:ext>
                  </a:extLst>
                </p14:cNvPr>
                <p14:cNvContentPartPr/>
                <p14:nvPr/>
              </p14:nvContentPartPr>
              <p14:xfrm>
                <a:off x="1093060" y="1750094"/>
                <a:ext cx="222840" cy="46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BFFFEC-E246-F6D4-6F8D-C84C4D40FEC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4420" y="1741454"/>
                  <a:ext cx="240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F0064F-77EE-EB3E-7408-D632CB5E9F8F}"/>
                    </a:ext>
                  </a:extLst>
                </p14:cNvPr>
                <p14:cNvContentPartPr/>
                <p14:nvPr/>
              </p14:nvContentPartPr>
              <p14:xfrm>
                <a:off x="1364500" y="1550294"/>
                <a:ext cx="342360" cy="247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F0064F-77EE-EB3E-7408-D632CB5E9F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55860" y="1541654"/>
                  <a:ext cx="360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C9CB489-5DA2-7C08-92C1-34D2B9A922C9}"/>
                    </a:ext>
                  </a:extLst>
                </p14:cNvPr>
                <p14:cNvContentPartPr/>
                <p14:nvPr/>
              </p14:nvContentPartPr>
              <p14:xfrm>
                <a:off x="1401220" y="1736414"/>
                <a:ext cx="1440" cy="1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C9CB489-5DA2-7C08-92C1-34D2B9A922C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92580" y="1727774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B5ABA89-135A-5813-6B66-A22615A7B943}"/>
              </a:ext>
            </a:extLst>
          </p:cNvPr>
          <p:cNvGrpSpPr/>
          <p:nvPr/>
        </p:nvGrpSpPr>
        <p:grpSpPr>
          <a:xfrm>
            <a:off x="1926820" y="1540574"/>
            <a:ext cx="1861920" cy="315720"/>
            <a:chOff x="1926820" y="1540574"/>
            <a:chExt cx="186192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1B73FAD-BAEB-4DFE-5331-EE3D4E44C79B}"/>
                    </a:ext>
                  </a:extLst>
                </p14:cNvPr>
                <p14:cNvContentPartPr/>
                <p14:nvPr/>
              </p14:nvContentPartPr>
              <p14:xfrm>
                <a:off x="1926820" y="1710134"/>
                <a:ext cx="88920" cy="146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1B73FAD-BAEB-4DFE-5331-EE3D4E44C79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917820" y="1701134"/>
                  <a:ext cx="106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CAC500-E774-EE60-11AD-87DC1736C37C}"/>
                    </a:ext>
                  </a:extLst>
                </p14:cNvPr>
                <p14:cNvContentPartPr/>
                <p14:nvPr/>
              </p14:nvContentPartPr>
              <p14:xfrm>
                <a:off x="2033380" y="1663694"/>
                <a:ext cx="48960" cy="100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CAC500-E774-EE60-11AD-87DC1736C37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024380" y="1654694"/>
                  <a:ext cx="66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879A6FF-BA52-BC65-8BA1-450E784182C9}"/>
                    </a:ext>
                  </a:extLst>
                </p14:cNvPr>
                <p14:cNvContentPartPr/>
                <p14:nvPr/>
              </p14:nvContentPartPr>
              <p14:xfrm>
                <a:off x="2150740" y="1732094"/>
                <a:ext cx="2520" cy="19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879A6FF-BA52-BC65-8BA1-450E784182C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142100" y="1723454"/>
                  <a:ext cx="20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A9BB5CC-1431-20A5-EA15-EFB1ACCD9AA8}"/>
                    </a:ext>
                  </a:extLst>
                </p14:cNvPr>
                <p14:cNvContentPartPr/>
                <p14:nvPr/>
              </p14:nvContentPartPr>
              <p14:xfrm>
                <a:off x="2076580" y="1576574"/>
                <a:ext cx="22320" cy="30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A9BB5CC-1431-20A5-EA15-EFB1ACCD9AA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067580" y="1567934"/>
                  <a:ext cx="39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A470B9-EA17-39A8-6CFE-17B06F038E16}"/>
                    </a:ext>
                  </a:extLst>
                </p14:cNvPr>
                <p14:cNvContentPartPr/>
                <p14:nvPr/>
              </p14:nvContentPartPr>
              <p14:xfrm>
                <a:off x="2219860" y="1647494"/>
                <a:ext cx="370080" cy="106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A470B9-EA17-39A8-6CFE-17B06F038E1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211220" y="1638494"/>
                  <a:ext cx="387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9DFE95B-6272-8D22-7DE6-593DA9736A7D}"/>
                    </a:ext>
                  </a:extLst>
                </p14:cNvPr>
                <p14:cNvContentPartPr/>
                <p14:nvPr/>
              </p14:nvContentPartPr>
              <p14:xfrm>
                <a:off x="2740420" y="1540574"/>
                <a:ext cx="128160" cy="275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9DFE95B-6272-8D22-7DE6-593DA9736A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731780" y="1531934"/>
                  <a:ext cx="145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41689-7895-F425-4E3F-FDFE086B8F40}"/>
                    </a:ext>
                  </a:extLst>
                </p14:cNvPr>
                <p14:cNvContentPartPr/>
                <p14:nvPr/>
              </p14:nvContentPartPr>
              <p14:xfrm>
                <a:off x="2736460" y="1720574"/>
                <a:ext cx="116640" cy="22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41689-7895-F425-4E3F-FDFE086B8F4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27460" y="1711574"/>
                  <a:ext cx="134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C65AE8-65E0-4C88-2627-F24CFDA531D5}"/>
                    </a:ext>
                  </a:extLst>
                </p14:cNvPr>
                <p14:cNvContentPartPr/>
                <p14:nvPr/>
              </p14:nvContentPartPr>
              <p14:xfrm>
                <a:off x="2883340" y="1706534"/>
                <a:ext cx="138960" cy="49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C65AE8-65E0-4C88-2627-F24CFDA531D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74340" y="1697894"/>
                  <a:ext cx="156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BA7578A-EB7D-17E2-FEC3-B7C1A8470ED8}"/>
                    </a:ext>
                  </a:extLst>
                </p14:cNvPr>
                <p14:cNvContentPartPr/>
                <p14:nvPr/>
              </p14:nvContentPartPr>
              <p14:xfrm>
                <a:off x="3064780" y="1678814"/>
                <a:ext cx="107640" cy="84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BA7578A-EB7D-17E2-FEC3-B7C1A8470ED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55780" y="1670174"/>
                  <a:ext cx="125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0F4E2E4-E92C-DAD9-98D8-EAD470F2685D}"/>
                    </a:ext>
                  </a:extLst>
                </p14:cNvPr>
                <p14:cNvContentPartPr/>
                <p14:nvPr/>
              </p14:nvContentPartPr>
              <p14:xfrm>
                <a:off x="3154420" y="1551374"/>
                <a:ext cx="41040" cy="20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0F4E2E4-E92C-DAD9-98D8-EAD470F268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145780" y="1542374"/>
                  <a:ext cx="58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3CB34A-7B29-9FD5-3006-776F975F3A22}"/>
                    </a:ext>
                  </a:extLst>
                </p14:cNvPr>
                <p14:cNvContentPartPr/>
                <p14:nvPr/>
              </p14:nvContentPartPr>
              <p14:xfrm>
                <a:off x="3158020" y="1672694"/>
                <a:ext cx="77760" cy="28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3CB34A-7B29-9FD5-3006-776F975F3A2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49380" y="1663694"/>
                  <a:ext cx="95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AB893DD-7901-813B-9C51-246BDA27630B}"/>
                    </a:ext>
                  </a:extLst>
                </p14:cNvPr>
                <p14:cNvContentPartPr/>
                <p14:nvPr/>
              </p14:nvContentPartPr>
              <p14:xfrm>
                <a:off x="3283300" y="1605014"/>
                <a:ext cx="194760" cy="138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AB893DD-7901-813B-9C51-246BDA27630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274660" y="1596374"/>
                  <a:ext cx="21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760DA2-2B53-A00F-D6E2-0F5DB8DC46A3}"/>
                    </a:ext>
                  </a:extLst>
                </p14:cNvPr>
                <p14:cNvContentPartPr/>
                <p14:nvPr/>
              </p14:nvContentPartPr>
              <p14:xfrm>
                <a:off x="3529540" y="1607534"/>
                <a:ext cx="102240" cy="132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760DA2-2B53-A00F-D6E2-0F5DB8DC46A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20540" y="1598534"/>
                  <a:ext cx="119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25A2775-9FB6-03D3-4D7D-BE0E61456681}"/>
                    </a:ext>
                  </a:extLst>
                </p14:cNvPr>
                <p14:cNvContentPartPr/>
                <p14:nvPr/>
              </p14:nvContentPartPr>
              <p14:xfrm>
                <a:off x="3761740" y="1753334"/>
                <a:ext cx="27000" cy="58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25A2775-9FB6-03D3-4D7D-BE0E614566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752740" y="1744694"/>
                  <a:ext cx="446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D44F53E-F511-42AB-8DA1-6E7D6F87C448}"/>
              </a:ext>
            </a:extLst>
          </p:cNvPr>
          <p:cNvGrpSpPr/>
          <p:nvPr/>
        </p:nvGrpSpPr>
        <p:grpSpPr>
          <a:xfrm>
            <a:off x="4054060" y="1597454"/>
            <a:ext cx="484560" cy="178560"/>
            <a:chOff x="4054060" y="1597454"/>
            <a:chExt cx="48456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7FE1CE3-5A59-18DF-A89D-80351D24A153}"/>
                    </a:ext>
                  </a:extLst>
                </p14:cNvPr>
                <p14:cNvContentPartPr/>
                <p14:nvPr/>
              </p14:nvContentPartPr>
              <p14:xfrm>
                <a:off x="4054060" y="1625534"/>
                <a:ext cx="193680" cy="106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7FE1CE3-5A59-18DF-A89D-80351D24A15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045420" y="1616534"/>
                  <a:ext cx="211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F09581D-8C0B-8C00-DD14-64282D2AC4B7}"/>
                    </a:ext>
                  </a:extLst>
                </p14:cNvPr>
                <p14:cNvContentPartPr/>
                <p14:nvPr/>
              </p14:nvContentPartPr>
              <p14:xfrm>
                <a:off x="4273660" y="1652174"/>
                <a:ext cx="14760" cy="1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F09581D-8C0B-8C00-DD14-64282D2AC4B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264660" y="1643534"/>
                  <a:ext cx="32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DDD2FB1-7043-0573-96CC-9D3E1C3F49E2}"/>
                    </a:ext>
                  </a:extLst>
                </p14:cNvPr>
                <p14:cNvContentPartPr/>
                <p14:nvPr/>
              </p14:nvContentPartPr>
              <p14:xfrm>
                <a:off x="4328740" y="1597454"/>
                <a:ext cx="172080" cy="178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DDD2FB1-7043-0573-96CC-9D3E1C3F49E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320100" y="1588814"/>
                  <a:ext cx="189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0F451EA-24AD-A8EC-F2E6-CE55A92443F1}"/>
                    </a:ext>
                  </a:extLst>
                </p14:cNvPr>
                <p14:cNvContentPartPr/>
                <p14:nvPr/>
              </p14:nvContentPartPr>
              <p14:xfrm>
                <a:off x="4256020" y="1672694"/>
                <a:ext cx="4680" cy="22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0F451EA-24AD-A8EC-F2E6-CE55A92443F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247380" y="1664054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A1A19D2-5803-A1A5-6E2F-D016D58E5FE5}"/>
                    </a:ext>
                  </a:extLst>
                </p14:cNvPr>
                <p14:cNvContentPartPr/>
                <p14:nvPr/>
              </p14:nvContentPartPr>
              <p14:xfrm>
                <a:off x="4527100" y="1659014"/>
                <a:ext cx="11520" cy="21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A1A19D2-5803-A1A5-6E2F-D016D58E5FE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518460" y="1650374"/>
                  <a:ext cx="291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8FC60A4-97C4-5762-1DB0-8390FD131C2D}"/>
              </a:ext>
            </a:extLst>
          </p:cNvPr>
          <p:cNvGrpSpPr/>
          <p:nvPr/>
        </p:nvGrpSpPr>
        <p:grpSpPr>
          <a:xfrm>
            <a:off x="4826260" y="1492334"/>
            <a:ext cx="780480" cy="216720"/>
            <a:chOff x="4826260" y="1492334"/>
            <a:chExt cx="78048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E419843-EB6B-0267-432C-54F1DB0ACCA7}"/>
                    </a:ext>
                  </a:extLst>
                </p14:cNvPr>
                <p14:cNvContentPartPr/>
                <p14:nvPr/>
              </p14:nvContentPartPr>
              <p14:xfrm>
                <a:off x="4826260" y="1534094"/>
                <a:ext cx="239400" cy="174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E419843-EB6B-0267-432C-54F1DB0ACCA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17260" y="1525454"/>
                  <a:ext cx="257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8F8F372-D305-CA98-7A5E-000A546BAF19}"/>
                    </a:ext>
                  </a:extLst>
                </p14:cNvPr>
                <p14:cNvContentPartPr/>
                <p14:nvPr/>
              </p14:nvContentPartPr>
              <p14:xfrm>
                <a:off x="5186980" y="1633094"/>
                <a:ext cx="132480" cy="19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8F8F372-D305-CA98-7A5E-000A546BAF1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78340" y="1624454"/>
                  <a:ext cx="150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BDF5D9-6548-E4ED-19BE-0855B5BCD579}"/>
                    </a:ext>
                  </a:extLst>
                </p14:cNvPr>
                <p14:cNvContentPartPr/>
                <p14:nvPr/>
              </p14:nvContentPartPr>
              <p14:xfrm>
                <a:off x="5165020" y="1575854"/>
                <a:ext cx="112320" cy="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BDF5D9-6548-E4ED-19BE-0855B5BCD57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156020" y="1566854"/>
                  <a:ext cx="129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803FF33-A2FD-82C3-9757-63B840A83A93}"/>
                    </a:ext>
                  </a:extLst>
                </p14:cNvPr>
                <p14:cNvContentPartPr/>
                <p14:nvPr/>
              </p14:nvContentPartPr>
              <p14:xfrm>
                <a:off x="5455180" y="1492334"/>
                <a:ext cx="151560" cy="187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803FF33-A2FD-82C3-9757-63B840A83A9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46180" y="1483694"/>
                  <a:ext cx="16920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BF49A72-88A1-5074-34AA-5B29BFF52592}"/>
                  </a:ext>
                </a:extLst>
              </p14:cNvPr>
              <p14:cNvContentPartPr/>
              <p14:nvPr/>
            </p14:nvContentPartPr>
            <p14:xfrm>
              <a:off x="5607100" y="1340414"/>
              <a:ext cx="99000" cy="126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BF49A72-88A1-5074-34AA-5B29BFF5259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5598100" y="1331774"/>
                <a:ext cx="116640" cy="1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4DCE9B1-ADD5-C49A-8FEC-B8E01A871B6B}"/>
              </a:ext>
            </a:extLst>
          </p:cNvPr>
          <p:cNvGrpSpPr/>
          <p:nvPr/>
        </p:nvGrpSpPr>
        <p:grpSpPr>
          <a:xfrm>
            <a:off x="6031900" y="1457414"/>
            <a:ext cx="525960" cy="206280"/>
            <a:chOff x="6031900" y="1457414"/>
            <a:chExt cx="52596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4816F2A-22D6-0C7C-D6E0-A3FA5046FB39}"/>
                    </a:ext>
                  </a:extLst>
                </p14:cNvPr>
                <p14:cNvContentPartPr/>
                <p14:nvPr/>
              </p14:nvContentPartPr>
              <p14:xfrm>
                <a:off x="6031900" y="1593134"/>
                <a:ext cx="325800" cy="70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4816F2A-22D6-0C7C-D6E0-A3FA5046FB3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23260" y="1584134"/>
                  <a:ext cx="343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79F159-4BF8-0541-1DBE-336FFCF45A73}"/>
                    </a:ext>
                  </a:extLst>
                </p14:cNvPr>
                <p14:cNvContentPartPr/>
                <p14:nvPr/>
              </p14:nvContentPartPr>
              <p14:xfrm>
                <a:off x="6406660" y="1457414"/>
                <a:ext cx="151200" cy="201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79F159-4BF8-0541-1DBE-336FFCF45A7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98020" y="1448774"/>
                  <a:ext cx="1688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12EA107-A84E-FF41-2163-907A45132800}"/>
              </a:ext>
            </a:extLst>
          </p:cNvPr>
          <p:cNvGrpSpPr/>
          <p:nvPr/>
        </p:nvGrpSpPr>
        <p:grpSpPr>
          <a:xfrm>
            <a:off x="6787900" y="1419614"/>
            <a:ext cx="499680" cy="271080"/>
            <a:chOff x="6787900" y="1419614"/>
            <a:chExt cx="49968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ECBEB26-DD86-4366-76F9-68F6FA311948}"/>
                    </a:ext>
                  </a:extLst>
                </p14:cNvPr>
                <p14:cNvContentPartPr/>
                <p14:nvPr/>
              </p14:nvContentPartPr>
              <p14:xfrm>
                <a:off x="6787900" y="1535894"/>
                <a:ext cx="152280" cy="154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ECBEB26-DD86-4366-76F9-68F6FA31194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778900" y="1527254"/>
                  <a:ext cx="169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48C1509-77B9-BDE8-9AC8-F67337CABD65}"/>
                    </a:ext>
                  </a:extLst>
                </p14:cNvPr>
                <p14:cNvContentPartPr/>
                <p14:nvPr/>
              </p14:nvContentPartPr>
              <p14:xfrm>
                <a:off x="6953140" y="1560014"/>
                <a:ext cx="132480" cy="77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48C1509-77B9-BDE8-9AC8-F67337CABD6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944140" y="1551374"/>
                  <a:ext cx="1501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6087467-AD62-7CF2-C012-BBC5DE53A95C}"/>
                    </a:ext>
                  </a:extLst>
                </p14:cNvPr>
                <p14:cNvContentPartPr/>
                <p14:nvPr/>
              </p14:nvContentPartPr>
              <p14:xfrm>
                <a:off x="7151860" y="1419614"/>
                <a:ext cx="135720" cy="205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6087467-AD62-7CF2-C012-BBC5DE53A95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43220" y="1410974"/>
                  <a:ext cx="15336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A417A79-F226-BB1F-9E71-2CB787C85F40}"/>
              </a:ext>
            </a:extLst>
          </p:cNvPr>
          <p:cNvGrpSpPr/>
          <p:nvPr/>
        </p:nvGrpSpPr>
        <p:grpSpPr>
          <a:xfrm>
            <a:off x="7562980" y="1419974"/>
            <a:ext cx="587880" cy="260640"/>
            <a:chOff x="7562980" y="1419974"/>
            <a:chExt cx="58788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FE4C226-CC8E-9620-166D-BDF56FFE652A}"/>
                    </a:ext>
                  </a:extLst>
                </p14:cNvPr>
                <p14:cNvContentPartPr/>
                <p14:nvPr/>
              </p14:nvContentPartPr>
              <p14:xfrm>
                <a:off x="7562980" y="1508534"/>
                <a:ext cx="123120" cy="105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FE4C226-CC8E-9620-166D-BDF56FFE65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553980" y="1499534"/>
                  <a:ext cx="140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657C06-C4EE-5C76-B1AD-E5B58BC9F6C5}"/>
                    </a:ext>
                  </a:extLst>
                </p14:cNvPr>
                <p14:cNvContentPartPr/>
                <p14:nvPr/>
              </p14:nvContentPartPr>
              <p14:xfrm>
                <a:off x="7589260" y="1519694"/>
                <a:ext cx="53640" cy="90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657C06-C4EE-5C76-B1AD-E5B58BC9F6C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80620" y="1511054"/>
                  <a:ext cx="71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FD2BB6-E851-6736-23B5-A73080D3CFF6}"/>
                    </a:ext>
                  </a:extLst>
                </p14:cNvPr>
                <p14:cNvContentPartPr/>
                <p14:nvPr/>
              </p14:nvContentPartPr>
              <p14:xfrm>
                <a:off x="7748740" y="1422494"/>
                <a:ext cx="119880" cy="247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FD2BB6-E851-6736-23B5-A73080D3CFF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740100" y="1413494"/>
                  <a:ext cx="1375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D6DBB98-9BC3-1C07-0B27-07FBD8565247}"/>
                    </a:ext>
                  </a:extLst>
                </p14:cNvPr>
                <p14:cNvContentPartPr/>
                <p14:nvPr/>
              </p14:nvContentPartPr>
              <p14:xfrm>
                <a:off x="7870060" y="1534814"/>
                <a:ext cx="147960" cy="57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D6DBB98-9BC3-1C07-0B27-07FBD856524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861060" y="1525814"/>
                  <a:ext cx="165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418067-645E-17A7-596C-0D8B612D05F6}"/>
                    </a:ext>
                  </a:extLst>
                </p14:cNvPr>
                <p14:cNvContentPartPr/>
                <p14:nvPr/>
              </p14:nvContentPartPr>
              <p14:xfrm>
                <a:off x="7972300" y="1419974"/>
                <a:ext cx="178560" cy="260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418067-645E-17A7-596C-0D8B612D05F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963300" y="1411334"/>
                  <a:ext cx="19620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4D960D7-98BB-9711-C3C5-9A5B8799DABC}"/>
              </a:ext>
            </a:extLst>
          </p:cNvPr>
          <p:cNvGrpSpPr/>
          <p:nvPr/>
        </p:nvGrpSpPr>
        <p:grpSpPr>
          <a:xfrm>
            <a:off x="8344180" y="1397294"/>
            <a:ext cx="553320" cy="240120"/>
            <a:chOff x="8344180" y="1397294"/>
            <a:chExt cx="55332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C367F5-BAC0-38E2-9DA1-55B3575820F4}"/>
                    </a:ext>
                  </a:extLst>
                </p14:cNvPr>
                <p14:cNvContentPartPr/>
                <p14:nvPr/>
              </p14:nvContentPartPr>
              <p14:xfrm>
                <a:off x="8344180" y="1540934"/>
                <a:ext cx="202680" cy="96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C367F5-BAC0-38E2-9DA1-55B3575820F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35540" y="1531934"/>
                  <a:ext cx="220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DADAA9-51E2-E88D-FA32-DA0ACE462FCB}"/>
                    </a:ext>
                  </a:extLst>
                </p14:cNvPr>
                <p14:cNvContentPartPr/>
                <p14:nvPr/>
              </p14:nvContentPartPr>
              <p14:xfrm>
                <a:off x="8600860" y="1433654"/>
                <a:ext cx="122400" cy="174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DADAA9-51E2-E88D-FA32-DA0ACE462FC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91860" y="1425014"/>
                  <a:ext cx="140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ACBC8AB-15D2-2E69-0C45-2A237F479B9D}"/>
                    </a:ext>
                  </a:extLst>
                </p14:cNvPr>
                <p14:cNvContentPartPr/>
                <p14:nvPr/>
              </p14:nvContentPartPr>
              <p14:xfrm>
                <a:off x="8556940" y="1551374"/>
                <a:ext cx="39240" cy="67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ACBC8AB-15D2-2E69-0C45-2A237F479B9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548300" y="1542374"/>
                  <a:ext cx="56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3907F31-B471-B0B6-F736-5C1F8CCB8954}"/>
                    </a:ext>
                  </a:extLst>
                </p14:cNvPr>
                <p14:cNvContentPartPr/>
                <p14:nvPr/>
              </p14:nvContentPartPr>
              <p14:xfrm>
                <a:off x="8551540" y="1455614"/>
                <a:ext cx="5760" cy="15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3907F31-B471-B0B6-F736-5C1F8CCB89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42900" y="1446974"/>
                  <a:ext cx="23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13FEE20-FF56-3379-D38D-D9281165E6FB}"/>
                    </a:ext>
                  </a:extLst>
                </p14:cNvPr>
                <p14:cNvContentPartPr/>
                <p14:nvPr/>
              </p14:nvContentPartPr>
              <p14:xfrm>
                <a:off x="8695180" y="1397294"/>
                <a:ext cx="202320" cy="207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13FEE20-FF56-3379-D38D-D9281165E6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86540" y="1388294"/>
                  <a:ext cx="2199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7A55A50-5E73-C3B1-CEF7-1FF220C978A1}"/>
              </a:ext>
            </a:extLst>
          </p:cNvPr>
          <p:cNvGrpSpPr/>
          <p:nvPr/>
        </p:nvGrpSpPr>
        <p:grpSpPr>
          <a:xfrm>
            <a:off x="9152380" y="1441214"/>
            <a:ext cx="1424520" cy="291600"/>
            <a:chOff x="9152380" y="1441214"/>
            <a:chExt cx="142452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E0ED477-4B6B-AC90-65A9-29CB109551C3}"/>
                    </a:ext>
                  </a:extLst>
                </p14:cNvPr>
                <p14:cNvContentPartPr/>
                <p14:nvPr/>
              </p14:nvContentPartPr>
              <p14:xfrm>
                <a:off x="9152380" y="1466414"/>
                <a:ext cx="172800" cy="191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E0ED477-4B6B-AC90-65A9-29CB109551C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43380" y="1457774"/>
                  <a:ext cx="190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02EF5D8-94F0-AC24-C867-7B3B6833F1B6}"/>
                    </a:ext>
                  </a:extLst>
                </p14:cNvPr>
                <p14:cNvContentPartPr/>
                <p14:nvPr/>
              </p14:nvContentPartPr>
              <p14:xfrm>
                <a:off x="9396820" y="1625894"/>
                <a:ext cx="37800" cy="91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02EF5D8-94F0-AC24-C867-7B3B6833F1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88180" y="1616894"/>
                  <a:ext cx="55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398AF5C-4991-C08F-F50D-B8E580FCCEC7}"/>
                    </a:ext>
                  </a:extLst>
                </p14:cNvPr>
                <p14:cNvContentPartPr/>
                <p14:nvPr/>
              </p14:nvContentPartPr>
              <p14:xfrm>
                <a:off x="9370540" y="1583054"/>
                <a:ext cx="108000" cy="5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398AF5C-4991-C08F-F50D-B8E580FCCEC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61540" y="1574054"/>
                  <a:ext cx="125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7B987A8-6988-90EE-E26C-6B10F782E318}"/>
                    </a:ext>
                  </a:extLst>
                </p14:cNvPr>
                <p14:cNvContentPartPr/>
                <p14:nvPr/>
              </p14:nvContentPartPr>
              <p14:xfrm>
                <a:off x="9391780" y="1630934"/>
                <a:ext cx="75600" cy="9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7B987A8-6988-90EE-E26C-6B10F782E31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382780" y="1622294"/>
                  <a:ext cx="93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096212C-F8C7-B5E6-8F84-BDA76ED6605A}"/>
                    </a:ext>
                  </a:extLst>
                </p14:cNvPr>
                <p14:cNvContentPartPr/>
                <p14:nvPr/>
              </p14:nvContentPartPr>
              <p14:xfrm>
                <a:off x="9545860" y="1641734"/>
                <a:ext cx="34920" cy="83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096212C-F8C7-B5E6-8F84-BDA76ED6605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36860" y="1632734"/>
                  <a:ext cx="52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8ACCC69-C017-64CF-6F9A-B400E86490FD}"/>
                    </a:ext>
                  </a:extLst>
                </p14:cNvPr>
                <p14:cNvContentPartPr/>
                <p14:nvPr/>
              </p14:nvContentPartPr>
              <p14:xfrm>
                <a:off x="9519220" y="1593494"/>
                <a:ext cx="86760" cy="5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8ACCC69-C017-64CF-6F9A-B400E86490F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10220" y="1584854"/>
                  <a:ext cx="104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EEBC34A-E6DB-E6A6-BA54-173916559F13}"/>
                    </a:ext>
                  </a:extLst>
                </p14:cNvPr>
                <p14:cNvContentPartPr/>
                <p14:nvPr/>
              </p14:nvContentPartPr>
              <p14:xfrm>
                <a:off x="9551260" y="1651814"/>
                <a:ext cx="75240" cy="11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EEBC34A-E6DB-E6A6-BA54-173916559F1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42260" y="1643174"/>
                  <a:ext cx="92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21A8CCF-E136-BDAC-90E3-4BCBABA4C516}"/>
                    </a:ext>
                  </a:extLst>
                </p14:cNvPr>
                <p14:cNvContentPartPr/>
                <p14:nvPr/>
              </p14:nvContentPartPr>
              <p14:xfrm>
                <a:off x="9721180" y="1615094"/>
                <a:ext cx="47880" cy="117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21A8CCF-E136-BDAC-90E3-4BCBABA4C51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712540" y="1606454"/>
                  <a:ext cx="65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535A477-097D-AEEE-9FC0-F40F5DEB4A17}"/>
                    </a:ext>
                  </a:extLst>
                </p14:cNvPr>
                <p14:cNvContentPartPr/>
                <p14:nvPr/>
              </p14:nvContentPartPr>
              <p14:xfrm>
                <a:off x="9654220" y="1589534"/>
                <a:ext cx="136800" cy="21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535A477-097D-AEEE-9FC0-F40F5DEB4A1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45220" y="1580894"/>
                  <a:ext cx="154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397C1CD-D6DD-6852-F928-664A716F46E9}"/>
                    </a:ext>
                  </a:extLst>
                </p14:cNvPr>
                <p14:cNvContentPartPr/>
                <p14:nvPr/>
              </p14:nvContentPartPr>
              <p14:xfrm>
                <a:off x="9936100" y="1561814"/>
                <a:ext cx="184320" cy="6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397C1CD-D6DD-6852-F928-664A716F46E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27100" y="1553174"/>
                  <a:ext cx="201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E03B906-1002-A73B-0B2C-461AD2FC6C4F}"/>
                    </a:ext>
                  </a:extLst>
                </p14:cNvPr>
                <p14:cNvContentPartPr/>
                <p14:nvPr/>
              </p14:nvContentPartPr>
              <p14:xfrm>
                <a:off x="10183420" y="1441214"/>
                <a:ext cx="187560" cy="194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E03B906-1002-A73B-0B2C-461AD2FC6C4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74780" y="1432214"/>
                  <a:ext cx="20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0DD2F53-2D68-7727-E542-7F62227EF013}"/>
                    </a:ext>
                  </a:extLst>
                </p14:cNvPr>
                <p14:cNvContentPartPr/>
                <p14:nvPr/>
              </p14:nvContentPartPr>
              <p14:xfrm>
                <a:off x="10449460" y="1588454"/>
                <a:ext cx="127440" cy="97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0DD2F53-2D68-7727-E542-7F62227EF0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40820" y="1579814"/>
                  <a:ext cx="145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6A69C33-E19C-1B55-41CE-D906C8A187F4}"/>
                    </a:ext>
                  </a:extLst>
                </p14:cNvPr>
                <p14:cNvContentPartPr/>
                <p14:nvPr/>
              </p14:nvContentPartPr>
              <p14:xfrm>
                <a:off x="10471420" y="1587734"/>
                <a:ext cx="79200" cy="91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6A69C33-E19C-1B55-41CE-D906C8A187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62780" y="1578734"/>
                  <a:ext cx="968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085D405-1E71-19BE-10BC-D6E4C5833A54}"/>
              </a:ext>
            </a:extLst>
          </p:cNvPr>
          <p:cNvGrpSpPr/>
          <p:nvPr/>
        </p:nvGrpSpPr>
        <p:grpSpPr>
          <a:xfrm>
            <a:off x="10805860" y="1486934"/>
            <a:ext cx="694080" cy="165960"/>
            <a:chOff x="10805860" y="1486934"/>
            <a:chExt cx="694080" cy="1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5C692E5-3D56-D895-1F99-431BC4878046}"/>
                    </a:ext>
                  </a:extLst>
                </p14:cNvPr>
                <p14:cNvContentPartPr/>
                <p14:nvPr/>
              </p14:nvContentPartPr>
              <p14:xfrm>
                <a:off x="10805860" y="1502774"/>
                <a:ext cx="175320" cy="135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5C692E5-3D56-D895-1F99-431BC487804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96860" y="1493774"/>
                  <a:ext cx="192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5B9FE9F-F537-7DA9-8F69-5FFFD11B18CA}"/>
                    </a:ext>
                  </a:extLst>
                </p14:cNvPr>
                <p14:cNvContentPartPr/>
                <p14:nvPr/>
              </p14:nvContentPartPr>
              <p14:xfrm>
                <a:off x="10885420" y="1503854"/>
                <a:ext cx="288360" cy="122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5B9FE9F-F537-7DA9-8F69-5FFFD11B18C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76780" y="1494854"/>
                  <a:ext cx="306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FFEAF24-E2F0-7331-3883-FBD3C42CEC6E}"/>
                    </a:ext>
                  </a:extLst>
                </p14:cNvPr>
                <p14:cNvContentPartPr/>
                <p14:nvPr/>
              </p14:nvContentPartPr>
              <p14:xfrm>
                <a:off x="11245420" y="1520054"/>
                <a:ext cx="92520" cy="115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FFEAF24-E2F0-7331-3883-FBD3C42CEC6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236780" y="1511414"/>
                  <a:ext cx="110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B18FB1E-1831-B3C6-56AD-AFF94DB380E4}"/>
                    </a:ext>
                  </a:extLst>
                </p14:cNvPr>
                <p14:cNvContentPartPr/>
                <p14:nvPr/>
              </p14:nvContentPartPr>
              <p14:xfrm>
                <a:off x="11387620" y="1486934"/>
                <a:ext cx="112320" cy="1659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B18FB1E-1831-B3C6-56AD-AFF94DB380E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78620" y="1478294"/>
                  <a:ext cx="1299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F434A47-0C91-4A65-9CD8-9D71EF3B03C2}"/>
              </a:ext>
            </a:extLst>
          </p:cNvPr>
          <p:cNvGrpSpPr/>
          <p:nvPr/>
        </p:nvGrpSpPr>
        <p:grpSpPr>
          <a:xfrm>
            <a:off x="2350180" y="2971440"/>
            <a:ext cx="2837880" cy="1276200"/>
            <a:chOff x="2350180" y="2971440"/>
            <a:chExt cx="2837880" cy="12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4EBCE77-59D5-5A66-3197-31188CEEC3F8}"/>
                    </a:ext>
                  </a:extLst>
                </p14:cNvPr>
                <p14:cNvContentPartPr/>
                <p14:nvPr/>
              </p14:nvContentPartPr>
              <p14:xfrm>
                <a:off x="3082060" y="2971440"/>
                <a:ext cx="38520" cy="1276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4EBCE77-59D5-5A66-3197-31188CEEC3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073060" y="2962800"/>
                  <a:ext cx="56160" cy="12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2A03893-B495-6D73-1EE1-BE1129FB5975}"/>
                    </a:ext>
                  </a:extLst>
                </p14:cNvPr>
                <p14:cNvContentPartPr/>
                <p14:nvPr/>
              </p14:nvContentPartPr>
              <p14:xfrm>
                <a:off x="2350180" y="4019400"/>
                <a:ext cx="2837880" cy="48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2A03893-B495-6D73-1EE1-BE1129FB597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341180" y="4010400"/>
                  <a:ext cx="28555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E7E9960-558E-BEE7-2131-D3501A530104}"/>
              </a:ext>
            </a:extLst>
          </p:cNvPr>
          <p:cNvGrpSpPr/>
          <p:nvPr/>
        </p:nvGrpSpPr>
        <p:grpSpPr>
          <a:xfrm>
            <a:off x="5809780" y="2733120"/>
            <a:ext cx="516960" cy="278280"/>
            <a:chOff x="5809780" y="2733120"/>
            <a:chExt cx="51696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14E991E-8B07-433C-2676-9CE99A16B981}"/>
                    </a:ext>
                  </a:extLst>
                </p14:cNvPr>
                <p14:cNvContentPartPr/>
                <p14:nvPr/>
              </p14:nvContentPartPr>
              <p14:xfrm>
                <a:off x="5809780" y="2844720"/>
                <a:ext cx="147600" cy="113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14E991E-8B07-433C-2676-9CE99A16B98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800780" y="2835720"/>
                  <a:ext cx="165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D9F7721-1319-E156-F952-5D575201B33C}"/>
                    </a:ext>
                  </a:extLst>
                </p14:cNvPr>
                <p14:cNvContentPartPr/>
                <p14:nvPr/>
              </p14:nvContentPartPr>
              <p14:xfrm>
                <a:off x="5844700" y="2855160"/>
                <a:ext cx="66240" cy="109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D9F7721-1319-E156-F952-5D575201B33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36060" y="2846160"/>
                  <a:ext cx="83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EE17891-6D7E-9EA4-9492-61F20A0E2FDD}"/>
                    </a:ext>
                  </a:extLst>
                </p14:cNvPr>
                <p14:cNvContentPartPr/>
                <p14:nvPr/>
              </p14:nvContentPartPr>
              <p14:xfrm>
                <a:off x="5968180" y="2733120"/>
                <a:ext cx="103680" cy="278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EE17891-6D7E-9EA4-9492-61F20A0E2FD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959540" y="2724120"/>
                  <a:ext cx="121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88DE641-930C-B8C7-750F-D80B62E2B81F}"/>
                    </a:ext>
                  </a:extLst>
                </p14:cNvPr>
                <p14:cNvContentPartPr/>
                <p14:nvPr/>
              </p14:nvContentPartPr>
              <p14:xfrm>
                <a:off x="6075460" y="2898000"/>
                <a:ext cx="132840" cy="54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88DE641-930C-B8C7-750F-D80B62E2B81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66820" y="2889000"/>
                  <a:ext cx="150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AB1C0D7-8253-4DE4-8F84-FB8EDB780134}"/>
                    </a:ext>
                  </a:extLst>
                </p14:cNvPr>
                <p14:cNvContentPartPr/>
                <p14:nvPr/>
              </p14:nvContentPartPr>
              <p14:xfrm>
                <a:off x="6176620" y="2770200"/>
                <a:ext cx="150120" cy="235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AB1C0D7-8253-4DE4-8F84-FB8EDB78013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67620" y="2761200"/>
                  <a:ext cx="16776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60FE829-B8F4-A655-5766-339CC42AE0F8}"/>
              </a:ext>
            </a:extLst>
          </p:cNvPr>
          <p:cNvGrpSpPr/>
          <p:nvPr/>
        </p:nvGrpSpPr>
        <p:grpSpPr>
          <a:xfrm>
            <a:off x="6521860" y="2891520"/>
            <a:ext cx="96480" cy="75600"/>
            <a:chOff x="6521860" y="2891520"/>
            <a:chExt cx="9648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796FE5D-5B76-C5A2-2E9A-59792A6C7278}"/>
                    </a:ext>
                  </a:extLst>
                </p14:cNvPr>
                <p14:cNvContentPartPr/>
                <p14:nvPr/>
              </p14:nvContentPartPr>
              <p14:xfrm>
                <a:off x="6521860" y="2946600"/>
                <a:ext cx="96480" cy="20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796FE5D-5B76-C5A2-2E9A-59792A6C727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12860" y="2937960"/>
                  <a:ext cx="11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9747139-09DA-7DC9-0A46-8736C24E1748}"/>
                    </a:ext>
                  </a:extLst>
                </p14:cNvPr>
                <p14:cNvContentPartPr/>
                <p14:nvPr/>
              </p14:nvContentPartPr>
              <p14:xfrm>
                <a:off x="6525820" y="2891520"/>
                <a:ext cx="81720" cy="17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9747139-09DA-7DC9-0A46-8736C24E174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517180" y="2882880"/>
                  <a:ext cx="9936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51BEEAD-CC3F-5B93-4919-9DB6083287B0}"/>
              </a:ext>
            </a:extLst>
          </p:cNvPr>
          <p:cNvGrpSpPr/>
          <p:nvPr/>
        </p:nvGrpSpPr>
        <p:grpSpPr>
          <a:xfrm>
            <a:off x="6777460" y="2584080"/>
            <a:ext cx="1165680" cy="426240"/>
            <a:chOff x="6777460" y="2584080"/>
            <a:chExt cx="116568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97F64E8-8CA0-00C6-A99B-7F75ECEF9545}"/>
                    </a:ext>
                  </a:extLst>
                </p14:cNvPr>
                <p14:cNvContentPartPr/>
                <p14:nvPr/>
              </p14:nvContentPartPr>
              <p14:xfrm>
                <a:off x="6777460" y="2889000"/>
                <a:ext cx="175680" cy="121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97F64E8-8CA0-00C6-A99B-7F75ECEF954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768460" y="2880000"/>
                  <a:ext cx="193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8D8D1B8-1B6F-00FC-095D-177574214112}"/>
                    </a:ext>
                  </a:extLst>
                </p14:cNvPr>
                <p14:cNvContentPartPr/>
                <p14:nvPr/>
              </p14:nvContentPartPr>
              <p14:xfrm>
                <a:off x="6936580" y="2748960"/>
                <a:ext cx="83160" cy="192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8D8D1B8-1B6F-00FC-095D-17757421411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927940" y="2740320"/>
                  <a:ext cx="100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EC4ACE8-3842-45F1-2F42-64ED2C65BF36}"/>
                    </a:ext>
                  </a:extLst>
                </p14:cNvPr>
                <p14:cNvContentPartPr/>
                <p14:nvPr/>
              </p14:nvContentPartPr>
              <p14:xfrm>
                <a:off x="6881500" y="2616480"/>
                <a:ext cx="2520" cy="108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EC4ACE8-3842-45F1-2F42-64ED2C65BF3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72500" y="2607480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91A66F8-4639-1B6B-C99D-EE3D4545613A}"/>
                    </a:ext>
                  </a:extLst>
                </p14:cNvPr>
                <p14:cNvContentPartPr/>
                <p14:nvPr/>
              </p14:nvContentPartPr>
              <p14:xfrm>
                <a:off x="7037740" y="2658960"/>
                <a:ext cx="78480" cy="86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91A66F8-4639-1B6B-C99D-EE3D4545613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029100" y="2649960"/>
                  <a:ext cx="96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05D1BE5-F889-A981-04E7-7C98D05FF8D0}"/>
                    </a:ext>
                  </a:extLst>
                </p14:cNvPr>
                <p14:cNvContentPartPr/>
                <p14:nvPr/>
              </p14:nvContentPartPr>
              <p14:xfrm>
                <a:off x="7186780" y="2701080"/>
                <a:ext cx="32400" cy="60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05D1BE5-F889-A981-04E7-7C98D05FF8D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177780" y="2692440"/>
                  <a:ext cx="50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8CD74A5-2814-D2ED-DAD9-25DF194BF9FE}"/>
                    </a:ext>
                  </a:extLst>
                </p14:cNvPr>
                <p14:cNvContentPartPr/>
                <p14:nvPr/>
              </p14:nvContentPartPr>
              <p14:xfrm>
                <a:off x="7229260" y="2690640"/>
                <a:ext cx="36000" cy="63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8CD74A5-2814-D2ED-DAD9-25DF194BF9F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220260" y="2681640"/>
                  <a:ext cx="53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E69F976-EF77-8AF5-02C1-0D2B097A575C}"/>
                    </a:ext>
                  </a:extLst>
                </p14:cNvPr>
                <p14:cNvContentPartPr/>
                <p14:nvPr/>
              </p14:nvContentPartPr>
              <p14:xfrm>
                <a:off x="7175620" y="2654280"/>
                <a:ext cx="91080" cy="154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E69F976-EF77-8AF5-02C1-0D2B097A575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166620" y="2645280"/>
                  <a:ext cx="108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848EE0B-A2E1-E629-2700-9867F5B2F9D4}"/>
                    </a:ext>
                  </a:extLst>
                </p14:cNvPr>
                <p14:cNvContentPartPr/>
                <p14:nvPr/>
              </p14:nvContentPartPr>
              <p14:xfrm>
                <a:off x="7371460" y="2584080"/>
                <a:ext cx="80640" cy="213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848EE0B-A2E1-E629-2700-9867F5B2F9D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62820" y="2575440"/>
                  <a:ext cx="98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5D85472-3494-098C-E54E-328ECD4F9062}"/>
                    </a:ext>
                  </a:extLst>
                </p14:cNvPr>
                <p14:cNvContentPartPr/>
                <p14:nvPr/>
              </p14:nvContentPartPr>
              <p14:xfrm>
                <a:off x="7363900" y="2708280"/>
                <a:ext cx="88920" cy="9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5D85472-3494-098C-E54E-328ECD4F906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355260" y="2699640"/>
                  <a:ext cx="106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1777509-9276-08AF-13FD-70208145EF8B}"/>
                    </a:ext>
                  </a:extLst>
                </p14:cNvPr>
                <p14:cNvContentPartPr/>
                <p14:nvPr/>
              </p14:nvContentPartPr>
              <p14:xfrm>
                <a:off x="7500340" y="2674440"/>
                <a:ext cx="113760" cy="57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1777509-9276-08AF-13FD-70208145EF8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91340" y="2665800"/>
                  <a:ext cx="131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1052BF2-17C9-8D6F-43E7-F76BBFC1C867}"/>
                    </a:ext>
                  </a:extLst>
                </p14:cNvPr>
                <p14:cNvContentPartPr/>
                <p14:nvPr/>
              </p14:nvContentPartPr>
              <p14:xfrm>
                <a:off x="7656220" y="2600280"/>
                <a:ext cx="99360" cy="204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1052BF2-17C9-8D6F-43E7-F76BBFC1C86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47580" y="2591280"/>
                  <a:ext cx="117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B89FC19-2CCE-F708-9134-D514E7B1774D}"/>
                    </a:ext>
                  </a:extLst>
                </p14:cNvPr>
                <p14:cNvContentPartPr/>
                <p14:nvPr/>
              </p14:nvContentPartPr>
              <p14:xfrm>
                <a:off x="7791580" y="2682000"/>
                <a:ext cx="44280" cy="168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B89FC19-2CCE-F708-9134-D514E7B1774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82580" y="2673000"/>
                  <a:ext cx="61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EBA410C-65FB-5841-D14D-577715AAF568}"/>
                    </a:ext>
                  </a:extLst>
                </p14:cNvPr>
                <p14:cNvContentPartPr/>
                <p14:nvPr/>
              </p14:nvContentPartPr>
              <p14:xfrm>
                <a:off x="7746940" y="2778480"/>
                <a:ext cx="83160" cy="5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EBA410C-65FB-5841-D14D-577715AAF56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38300" y="2769840"/>
                  <a:ext cx="100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10281FE-A028-A17E-17F8-0C2BCAB4CD37}"/>
                    </a:ext>
                  </a:extLst>
                </p14:cNvPr>
                <p14:cNvContentPartPr/>
                <p14:nvPr/>
              </p14:nvContentPartPr>
              <p14:xfrm>
                <a:off x="7884100" y="2775600"/>
                <a:ext cx="59040" cy="101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10281FE-A028-A17E-17F8-0C2BCAB4CD3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875460" y="2766600"/>
                  <a:ext cx="7668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969769E-16AE-DC65-DFB2-B70D778E6DE3}"/>
                  </a:ext>
                </a:extLst>
              </p14:cNvPr>
              <p14:cNvContentPartPr/>
              <p14:nvPr/>
            </p14:nvContentPartPr>
            <p14:xfrm>
              <a:off x="5094100" y="3955320"/>
              <a:ext cx="184320" cy="10080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969769E-16AE-DC65-DFB2-B70D778E6DE3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085460" y="3946680"/>
                <a:ext cx="20196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A732CD7-BD82-4925-131B-2AAC92E57D99}"/>
              </a:ext>
            </a:extLst>
          </p:cNvPr>
          <p:cNvGrpSpPr/>
          <p:nvPr/>
        </p:nvGrpSpPr>
        <p:grpSpPr>
          <a:xfrm>
            <a:off x="5480020" y="3868200"/>
            <a:ext cx="273600" cy="391320"/>
            <a:chOff x="5480020" y="3868200"/>
            <a:chExt cx="27360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C55AFC6-D7EF-4460-75BE-AE3809FD8B6C}"/>
                    </a:ext>
                  </a:extLst>
                </p14:cNvPr>
                <p14:cNvContentPartPr/>
                <p14:nvPr/>
              </p14:nvContentPartPr>
              <p14:xfrm>
                <a:off x="5506300" y="3868200"/>
                <a:ext cx="108000" cy="3913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C55AFC6-D7EF-4460-75BE-AE3809FD8B6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497660" y="3859560"/>
                  <a:ext cx="1256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9AE8FD3-8AC9-95EF-2E02-CBDC24C7BC45}"/>
                    </a:ext>
                  </a:extLst>
                </p14:cNvPr>
                <p14:cNvContentPartPr/>
                <p14:nvPr/>
              </p14:nvContentPartPr>
              <p14:xfrm>
                <a:off x="5480020" y="4050360"/>
                <a:ext cx="117360" cy="38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9AE8FD3-8AC9-95EF-2E02-CBDC24C7BC4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471020" y="4041360"/>
                  <a:ext cx="135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23DA279-0220-1FAC-43A9-7AF5872EA631}"/>
                    </a:ext>
                  </a:extLst>
                </p14:cNvPr>
                <p14:cNvContentPartPr/>
                <p14:nvPr/>
              </p14:nvContentPartPr>
              <p14:xfrm>
                <a:off x="5663620" y="4069440"/>
                <a:ext cx="90000" cy="110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23DA279-0220-1FAC-43A9-7AF5872EA63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54980" y="4060800"/>
                  <a:ext cx="10764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6B75D17-D7FD-2931-FD98-1B15EA9B09EE}"/>
                  </a:ext>
                </a:extLst>
              </p14:cNvPr>
              <p14:cNvContentPartPr/>
              <p14:nvPr/>
            </p14:nvContentPartPr>
            <p14:xfrm>
              <a:off x="3792700" y="3924720"/>
              <a:ext cx="26640" cy="13932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6B75D17-D7FD-2931-FD98-1B15EA9B09E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3784060" y="3916080"/>
                <a:ext cx="442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0DC6945-8114-19F3-5057-AD76455E72F2}"/>
                  </a:ext>
                </a:extLst>
              </p14:cNvPr>
              <p14:cNvContentPartPr/>
              <p14:nvPr/>
            </p14:nvContentPartPr>
            <p14:xfrm>
              <a:off x="7387300" y="2818800"/>
              <a:ext cx="133200" cy="3240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0DC6945-8114-19F3-5057-AD76455E72F2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7378300" y="2809800"/>
                <a:ext cx="1508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8B85CBA-77A8-A946-DF10-7F1E7FD6027D}"/>
              </a:ext>
            </a:extLst>
          </p:cNvPr>
          <p:cNvGrpSpPr/>
          <p:nvPr/>
        </p:nvGrpSpPr>
        <p:grpSpPr>
          <a:xfrm>
            <a:off x="2816380" y="3194640"/>
            <a:ext cx="2258640" cy="1190880"/>
            <a:chOff x="2816380" y="3194640"/>
            <a:chExt cx="2258640" cy="11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63EEC1A-C08C-EC9A-4FBB-6D470B7FB3CE}"/>
                    </a:ext>
                  </a:extLst>
                </p14:cNvPr>
                <p14:cNvContentPartPr/>
                <p14:nvPr/>
              </p14:nvContentPartPr>
              <p14:xfrm>
                <a:off x="3789460" y="3962880"/>
                <a:ext cx="16920" cy="88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63EEC1A-C08C-EC9A-4FBB-6D470B7FB3C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780460" y="3953880"/>
                  <a:ext cx="34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B3E708-CACF-BF20-CBD0-A3E15476A823}"/>
                    </a:ext>
                  </a:extLst>
                </p14:cNvPr>
                <p14:cNvContentPartPr/>
                <p14:nvPr/>
              </p14:nvContentPartPr>
              <p14:xfrm>
                <a:off x="3756340" y="4136760"/>
                <a:ext cx="108000" cy="248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B3E708-CACF-BF20-CBD0-A3E15476A82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747700" y="4127760"/>
                  <a:ext cx="1256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6C74CEE-3FFF-3557-4A4C-3E076B25E264}"/>
                    </a:ext>
                  </a:extLst>
                </p14:cNvPr>
                <p14:cNvContentPartPr/>
                <p14:nvPr/>
              </p14:nvContentPartPr>
              <p14:xfrm>
                <a:off x="3741940" y="4269600"/>
                <a:ext cx="90360" cy="10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6C74CEE-3FFF-3557-4A4C-3E076B25E26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732940" y="4260960"/>
                  <a:ext cx="10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726E1FE-964B-3B86-3EB1-FE4B6DB9E5B3}"/>
                    </a:ext>
                  </a:extLst>
                </p14:cNvPr>
                <p14:cNvContentPartPr/>
                <p14:nvPr/>
              </p14:nvContentPartPr>
              <p14:xfrm>
                <a:off x="3794860" y="3578400"/>
                <a:ext cx="16560" cy="237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726E1FE-964B-3B86-3EB1-FE4B6DB9E5B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785860" y="3569400"/>
                  <a:ext cx="342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51BA52F-B409-85F1-7336-C7CF06D9366A}"/>
                    </a:ext>
                  </a:extLst>
                </p14:cNvPr>
                <p14:cNvContentPartPr/>
                <p14:nvPr/>
              </p14:nvContentPartPr>
              <p14:xfrm>
                <a:off x="3767860" y="3282840"/>
                <a:ext cx="32760" cy="625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51BA52F-B409-85F1-7336-C7CF06D9366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758860" y="3273840"/>
                  <a:ext cx="5040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DF91BDC-B056-027B-DDB4-ED18CBAF231A}"/>
                    </a:ext>
                  </a:extLst>
                </p14:cNvPr>
                <p14:cNvContentPartPr/>
                <p14:nvPr/>
              </p14:nvContentPartPr>
              <p14:xfrm>
                <a:off x="3710620" y="3194640"/>
                <a:ext cx="146880" cy="120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DF91BDC-B056-027B-DDB4-ED18CBAF231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01620" y="3186000"/>
                  <a:ext cx="164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74174E5-56F2-2D4E-DB87-DED30BDA57EC}"/>
                    </a:ext>
                  </a:extLst>
                </p14:cNvPr>
                <p14:cNvContentPartPr/>
                <p14:nvPr/>
              </p14:nvContentPartPr>
              <p14:xfrm>
                <a:off x="3773620" y="3239280"/>
                <a:ext cx="238320" cy="309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74174E5-56F2-2D4E-DB87-DED30BDA57E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64620" y="3230640"/>
                  <a:ext cx="255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6AA13-9775-218B-8315-3AF84592599F}"/>
                    </a:ext>
                  </a:extLst>
                </p14:cNvPr>
                <p14:cNvContentPartPr/>
                <p14:nvPr/>
              </p14:nvContentPartPr>
              <p14:xfrm>
                <a:off x="3831940" y="3280680"/>
                <a:ext cx="1243080" cy="851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6AA13-9775-218B-8315-3AF84592599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23300" y="3271680"/>
                  <a:ext cx="1260720" cy="86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C3F9E03-69B3-1E02-99C7-900C6F66A220}"/>
                    </a:ext>
                  </a:extLst>
                </p14:cNvPr>
                <p14:cNvContentPartPr/>
                <p14:nvPr/>
              </p14:nvContentPartPr>
              <p14:xfrm>
                <a:off x="2816380" y="3233880"/>
                <a:ext cx="1090440" cy="882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C3F9E03-69B3-1E02-99C7-900C6F66A22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807380" y="3225240"/>
                  <a:ext cx="110808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4F6F80E-62A8-E584-4E22-38B4A420001B}"/>
                    </a:ext>
                  </a:extLst>
                </p14:cNvPr>
                <p14:cNvContentPartPr/>
                <p14:nvPr/>
              </p14:nvContentPartPr>
              <p14:xfrm>
                <a:off x="4097620" y="3455280"/>
                <a:ext cx="366840" cy="54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4F6F80E-62A8-E584-4E22-38B4A420001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088980" y="3446640"/>
                  <a:ext cx="38448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50DEB7D-BFF2-A647-4BCE-6EC63C576544}"/>
              </a:ext>
            </a:extLst>
          </p:cNvPr>
          <p:cNvGrpSpPr/>
          <p:nvPr/>
        </p:nvGrpSpPr>
        <p:grpSpPr>
          <a:xfrm>
            <a:off x="4713580" y="3296520"/>
            <a:ext cx="565200" cy="387000"/>
            <a:chOff x="4713580" y="3296520"/>
            <a:chExt cx="56520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384F547-5A45-CB67-1D5C-4A439B1AF1BF}"/>
                    </a:ext>
                  </a:extLst>
                </p14:cNvPr>
                <p14:cNvContentPartPr/>
                <p14:nvPr/>
              </p14:nvContentPartPr>
              <p14:xfrm>
                <a:off x="4713580" y="3368520"/>
                <a:ext cx="119520" cy="110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384F547-5A45-CB67-1D5C-4A439B1AF1B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04940" y="3359520"/>
                  <a:ext cx="137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E8AD4B-4081-4D49-0CF3-493C73D91C46}"/>
                    </a:ext>
                  </a:extLst>
                </p14:cNvPr>
                <p14:cNvContentPartPr/>
                <p14:nvPr/>
              </p14:nvContentPartPr>
              <p14:xfrm>
                <a:off x="4847500" y="3408120"/>
                <a:ext cx="38520" cy="51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E8AD4B-4081-4D49-0CF3-493C73D91C4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838500" y="3399480"/>
                  <a:ext cx="56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DC6B400-3DA4-E984-0E5B-5AE2D7FBEF52}"/>
                    </a:ext>
                  </a:extLst>
                </p14:cNvPr>
                <p14:cNvContentPartPr/>
                <p14:nvPr/>
              </p14:nvContentPartPr>
              <p14:xfrm>
                <a:off x="4826260" y="3296520"/>
                <a:ext cx="29520" cy="252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DC6B400-3DA4-E984-0E5B-5AE2D7FBEF5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817260" y="3287880"/>
                  <a:ext cx="47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F866BB8-87D9-6426-61B0-ACFCCF3B43F4}"/>
                    </a:ext>
                  </a:extLst>
                </p14:cNvPr>
                <p14:cNvContentPartPr/>
                <p14:nvPr/>
              </p14:nvContentPartPr>
              <p14:xfrm>
                <a:off x="4927060" y="3392640"/>
                <a:ext cx="124560" cy="41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F866BB8-87D9-6426-61B0-ACFCCF3B43F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918420" y="3384000"/>
                  <a:ext cx="142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1944D53-B3F2-B913-6C36-00C65EA5250E}"/>
                    </a:ext>
                  </a:extLst>
                </p14:cNvPr>
                <p14:cNvContentPartPr/>
                <p14:nvPr/>
              </p14:nvContentPartPr>
              <p14:xfrm>
                <a:off x="5171860" y="3349800"/>
                <a:ext cx="106920" cy="748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1944D53-B3F2-B913-6C36-00C65EA5250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162860" y="3340800"/>
                  <a:ext cx="124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2824408-89FA-5FA6-5AFF-8EF5A5D45F57}"/>
                    </a:ext>
                  </a:extLst>
                </p14:cNvPr>
                <p14:cNvContentPartPr/>
                <p14:nvPr/>
              </p14:nvContentPartPr>
              <p14:xfrm>
                <a:off x="5168620" y="3328560"/>
                <a:ext cx="61920" cy="97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2824408-89FA-5FA6-5AFF-8EF5A5D45F5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159980" y="3319560"/>
                  <a:ext cx="79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D3AE043-17FA-D89F-1573-9CC46DDC4D92}"/>
                    </a:ext>
                  </a:extLst>
                </p14:cNvPr>
                <p14:cNvContentPartPr/>
                <p14:nvPr/>
              </p14:nvContentPartPr>
              <p14:xfrm>
                <a:off x="4805380" y="3519720"/>
                <a:ext cx="451800" cy="259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D3AE043-17FA-D89F-1573-9CC46DDC4D9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96740" y="3511080"/>
                  <a:ext cx="469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B3F937E-8801-E3A2-3AC9-0DC79DA183B4}"/>
                    </a:ext>
                  </a:extLst>
                </p14:cNvPr>
                <p14:cNvContentPartPr/>
                <p14:nvPr/>
              </p14:nvContentPartPr>
              <p14:xfrm>
                <a:off x="4932460" y="3610080"/>
                <a:ext cx="144000" cy="73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B3F937E-8801-E3A2-3AC9-0DC79DA183B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23820" y="3601440"/>
                  <a:ext cx="161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01B72A8-4193-D649-A2F7-8D74DF862756}"/>
                    </a:ext>
                  </a:extLst>
                </p14:cNvPr>
                <p14:cNvContentPartPr/>
                <p14:nvPr/>
              </p14:nvContentPartPr>
              <p14:xfrm>
                <a:off x="4993660" y="3610080"/>
                <a:ext cx="45360" cy="67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01B72A8-4193-D649-A2F7-8D74DF86275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85020" y="3601440"/>
                  <a:ext cx="630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6BE860EE-90E9-BF4D-D791-A600D2BB3676}"/>
              </a:ext>
            </a:extLst>
          </p:cNvPr>
          <p:cNvGrpSpPr/>
          <p:nvPr/>
        </p:nvGrpSpPr>
        <p:grpSpPr>
          <a:xfrm>
            <a:off x="5533300" y="3335760"/>
            <a:ext cx="1706040" cy="357120"/>
            <a:chOff x="5533300" y="3335760"/>
            <a:chExt cx="170604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E0BB1E6-A600-3761-8B84-643244D08C58}"/>
                    </a:ext>
                  </a:extLst>
                </p14:cNvPr>
                <p14:cNvContentPartPr/>
                <p14:nvPr/>
              </p14:nvContentPartPr>
              <p14:xfrm>
                <a:off x="5595940" y="3509280"/>
                <a:ext cx="14760" cy="44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E0BB1E6-A600-3761-8B84-643244D08C5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86940" y="3500280"/>
                  <a:ext cx="32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FA2DF88-47C1-18EB-FD80-70158102FB24}"/>
                    </a:ext>
                  </a:extLst>
                </p14:cNvPr>
                <p14:cNvContentPartPr/>
                <p14:nvPr/>
              </p14:nvContentPartPr>
              <p14:xfrm>
                <a:off x="5533300" y="3397680"/>
                <a:ext cx="360" cy="14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FA2DF88-47C1-18EB-FD80-70158102FB2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524300" y="3388680"/>
                  <a:ext cx="18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83903FB-E438-B258-B126-83EEBC20E40A}"/>
                    </a:ext>
                  </a:extLst>
                </p14:cNvPr>
                <p14:cNvContentPartPr/>
                <p14:nvPr/>
              </p14:nvContentPartPr>
              <p14:xfrm>
                <a:off x="5673340" y="3482640"/>
                <a:ext cx="137520" cy="74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83903FB-E438-B258-B126-83EEBC20E40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64340" y="3473640"/>
                  <a:ext cx="155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401AD68-3853-910D-66E5-2D0F31D895C5}"/>
                    </a:ext>
                  </a:extLst>
                </p14:cNvPr>
                <p14:cNvContentPartPr/>
                <p14:nvPr/>
              </p14:nvContentPartPr>
              <p14:xfrm>
                <a:off x="5956300" y="3335760"/>
                <a:ext cx="119880" cy="2984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401AD68-3853-910D-66E5-2D0F31D895C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47300" y="3327120"/>
                  <a:ext cx="1375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B09E23B-9E8C-3A1D-19F2-849D74CF3672}"/>
                    </a:ext>
                  </a:extLst>
                </p14:cNvPr>
                <p14:cNvContentPartPr/>
                <p14:nvPr/>
              </p14:nvContentPartPr>
              <p14:xfrm>
                <a:off x="5947660" y="3512520"/>
                <a:ext cx="91080" cy="18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B09E23B-9E8C-3A1D-19F2-849D74CF367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39020" y="3503520"/>
                  <a:ext cx="10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11E5572-F174-A873-B179-911F6F33C7BC}"/>
                    </a:ext>
                  </a:extLst>
                </p14:cNvPr>
                <p14:cNvContentPartPr/>
                <p14:nvPr/>
              </p14:nvContentPartPr>
              <p14:xfrm>
                <a:off x="6088780" y="3430440"/>
                <a:ext cx="199080" cy="104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11E5572-F174-A873-B179-911F6F33C7B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79780" y="3421440"/>
                  <a:ext cx="216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09DA167-11A9-97AA-66D4-9358BDE53591}"/>
                    </a:ext>
                  </a:extLst>
                </p14:cNvPr>
                <p14:cNvContentPartPr/>
                <p14:nvPr/>
              </p14:nvContentPartPr>
              <p14:xfrm>
                <a:off x="6324220" y="3418920"/>
                <a:ext cx="164520" cy="241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09DA167-11A9-97AA-66D4-9358BDE5359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315220" y="3409920"/>
                  <a:ext cx="182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35C79C8-4242-85A6-5442-B60B3586D8A3}"/>
                    </a:ext>
                  </a:extLst>
                </p14:cNvPr>
                <p14:cNvContentPartPr/>
                <p14:nvPr/>
              </p14:nvContentPartPr>
              <p14:xfrm>
                <a:off x="6442300" y="3403800"/>
                <a:ext cx="489240" cy="105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35C79C8-4242-85A6-5442-B60B3586D8A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433660" y="3394800"/>
                  <a:ext cx="506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F64D259-1A0C-7CDC-A660-72041155D796}"/>
                    </a:ext>
                  </a:extLst>
                </p14:cNvPr>
                <p14:cNvContentPartPr/>
                <p14:nvPr/>
              </p14:nvContentPartPr>
              <p14:xfrm>
                <a:off x="6956740" y="3408120"/>
                <a:ext cx="282600" cy="284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F64D259-1A0C-7CDC-A660-72041155D79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947740" y="3399480"/>
                  <a:ext cx="30024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378FAAD-7374-496D-EEE1-5F0D894583A7}"/>
              </a:ext>
            </a:extLst>
          </p:cNvPr>
          <p:cNvGrpSpPr/>
          <p:nvPr/>
        </p:nvGrpSpPr>
        <p:grpSpPr>
          <a:xfrm>
            <a:off x="7457860" y="3269880"/>
            <a:ext cx="1334520" cy="191520"/>
            <a:chOff x="7457860" y="3269880"/>
            <a:chExt cx="133452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9409605-ECD9-155D-E6A6-41E9D77B00AF}"/>
                    </a:ext>
                  </a:extLst>
                </p14:cNvPr>
                <p14:cNvContentPartPr/>
                <p14:nvPr/>
              </p14:nvContentPartPr>
              <p14:xfrm>
                <a:off x="7457860" y="3269880"/>
                <a:ext cx="356760" cy="191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9409605-ECD9-155D-E6A6-41E9D77B00A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48860" y="3261240"/>
                  <a:ext cx="374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1017569-1F03-A66B-F08E-DCA18C7ACA20}"/>
                    </a:ext>
                  </a:extLst>
                </p14:cNvPr>
                <p14:cNvContentPartPr/>
                <p14:nvPr/>
              </p14:nvContentPartPr>
              <p14:xfrm>
                <a:off x="7918300" y="3328560"/>
                <a:ext cx="92160" cy="1116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1017569-1F03-A66B-F08E-DCA18C7ACA2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909300" y="3319560"/>
                  <a:ext cx="109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DAEFF8F-3454-E8CE-ED86-133CA460655D}"/>
                    </a:ext>
                  </a:extLst>
                </p14:cNvPr>
                <p14:cNvContentPartPr/>
                <p14:nvPr/>
              </p14:nvContentPartPr>
              <p14:xfrm>
                <a:off x="8088940" y="3344400"/>
                <a:ext cx="370800" cy="810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DAEFF8F-3454-E8CE-ED86-133CA460655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79940" y="3335760"/>
                  <a:ext cx="388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288AD13-D271-BFE5-790C-1A65AE585353}"/>
                    </a:ext>
                  </a:extLst>
                </p14:cNvPr>
                <p14:cNvContentPartPr/>
                <p14:nvPr/>
              </p14:nvContentPartPr>
              <p14:xfrm>
                <a:off x="8470900" y="3309840"/>
                <a:ext cx="321480" cy="130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288AD13-D271-BFE5-790C-1A65AE58535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462260" y="3301200"/>
                  <a:ext cx="3391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EC44444-734D-7197-02D8-3F303995544C}"/>
              </a:ext>
            </a:extLst>
          </p:cNvPr>
          <p:cNvGrpSpPr/>
          <p:nvPr/>
        </p:nvGrpSpPr>
        <p:grpSpPr>
          <a:xfrm>
            <a:off x="8988220" y="3131640"/>
            <a:ext cx="245880" cy="410760"/>
            <a:chOff x="8988220" y="3131640"/>
            <a:chExt cx="24588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FDFEE34-9B25-2B89-CECA-F4DFB17DCD2F}"/>
                    </a:ext>
                  </a:extLst>
                </p14:cNvPr>
                <p14:cNvContentPartPr/>
                <p14:nvPr/>
              </p14:nvContentPartPr>
              <p14:xfrm>
                <a:off x="8988220" y="3344040"/>
                <a:ext cx="113760" cy="76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FDFEE34-9B25-2B89-CECA-F4DFB17DCD2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979220" y="3335400"/>
                  <a:ext cx="131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2F18A41-9E0C-291B-122C-66D55DF65C2B}"/>
                    </a:ext>
                  </a:extLst>
                </p14:cNvPr>
                <p14:cNvContentPartPr/>
                <p14:nvPr/>
              </p14:nvContentPartPr>
              <p14:xfrm>
                <a:off x="9137620" y="3131640"/>
                <a:ext cx="96480" cy="410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2F18A41-9E0C-291B-122C-66D55DF65C2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28980" y="3123000"/>
                  <a:ext cx="1141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93C1B0F-CF87-7F74-9F08-7A837134FCED}"/>
                    </a:ext>
                  </a:extLst>
                </p14:cNvPr>
                <p14:cNvContentPartPr/>
                <p14:nvPr/>
              </p14:nvContentPartPr>
              <p14:xfrm>
                <a:off x="9170380" y="3415680"/>
                <a:ext cx="15480" cy="36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93C1B0F-CF87-7F74-9F08-7A837134FCE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161740" y="3406680"/>
                  <a:ext cx="33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244B65A-D671-7D42-3365-1CDD63A466A7}"/>
                    </a:ext>
                  </a:extLst>
                </p14:cNvPr>
                <p14:cNvContentPartPr/>
                <p14:nvPr/>
              </p14:nvContentPartPr>
              <p14:xfrm>
                <a:off x="9165700" y="3360240"/>
                <a:ext cx="14760" cy="6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244B65A-D671-7D42-3365-1CDD63A466A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157060" y="3351600"/>
                  <a:ext cx="32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F81A737-866B-EA8E-527F-48CA6C77B514}"/>
                    </a:ext>
                  </a:extLst>
                </p14:cNvPr>
                <p14:cNvContentPartPr/>
                <p14:nvPr/>
              </p14:nvContentPartPr>
              <p14:xfrm>
                <a:off x="9081100" y="3343680"/>
                <a:ext cx="152640" cy="22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F81A737-866B-EA8E-527F-48CA6C77B51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072100" y="3335040"/>
                  <a:ext cx="1702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374ADEC0-05BB-08DA-8CDC-6DFA2D97095B}"/>
              </a:ext>
            </a:extLst>
          </p:cNvPr>
          <p:cNvGrpSpPr/>
          <p:nvPr/>
        </p:nvGrpSpPr>
        <p:grpSpPr>
          <a:xfrm>
            <a:off x="9560980" y="3142440"/>
            <a:ext cx="1565640" cy="315000"/>
            <a:chOff x="9560980" y="3142440"/>
            <a:chExt cx="156564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00C53F8-EBCD-043C-6406-D93B78D4E31B}"/>
                    </a:ext>
                  </a:extLst>
                </p14:cNvPr>
                <p14:cNvContentPartPr/>
                <p14:nvPr/>
              </p14:nvContentPartPr>
              <p14:xfrm>
                <a:off x="9578620" y="3144600"/>
                <a:ext cx="91080" cy="2642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00C53F8-EBCD-043C-6406-D93B78D4E31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569980" y="3135960"/>
                  <a:ext cx="108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A2FE81B-B450-2599-4198-991E79F00C3F}"/>
                    </a:ext>
                  </a:extLst>
                </p14:cNvPr>
                <p14:cNvContentPartPr/>
                <p14:nvPr/>
              </p14:nvContentPartPr>
              <p14:xfrm>
                <a:off x="9560980" y="3296160"/>
                <a:ext cx="124560" cy="16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A2FE81B-B450-2599-4198-991E79F00C3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552340" y="3287160"/>
                  <a:ext cx="142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DC2E548-05B3-A2E1-B041-DDE9CEC9B7BC}"/>
                    </a:ext>
                  </a:extLst>
                </p14:cNvPr>
                <p14:cNvContentPartPr/>
                <p14:nvPr/>
              </p14:nvContentPartPr>
              <p14:xfrm>
                <a:off x="9738460" y="3281040"/>
                <a:ext cx="27000" cy="997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DC2E548-05B3-A2E1-B041-DDE9CEC9B7B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729460" y="3272400"/>
                  <a:ext cx="44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D6BD95B-F17B-727C-84F3-45A97CA2B3C3}"/>
                    </a:ext>
                  </a:extLst>
                </p14:cNvPr>
                <p14:cNvContentPartPr/>
                <p14:nvPr/>
              </p14:nvContentPartPr>
              <p14:xfrm>
                <a:off x="9851500" y="3333960"/>
                <a:ext cx="338760" cy="691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D6BD95B-F17B-727C-84F3-45A97CA2B3C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842500" y="3324960"/>
                  <a:ext cx="356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666E71-8981-252A-3865-33D8782E8C9D}"/>
                    </a:ext>
                  </a:extLst>
                </p14:cNvPr>
                <p14:cNvContentPartPr/>
                <p14:nvPr/>
              </p14:nvContentPartPr>
              <p14:xfrm>
                <a:off x="10276300" y="3339720"/>
                <a:ext cx="83880" cy="117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666E71-8981-252A-3865-33D8782E8C9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267300" y="3331080"/>
                  <a:ext cx="101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4412711-6F84-9A09-9786-55F0D7F9255E}"/>
                    </a:ext>
                  </a:extLst>
                </p14:cNvPr>
                <p14:cNvContentPartPr/>
                <p14:nvPr/>
              </p14:nvContentPartPr>
              <p14:xfrm>
                <a:off x="10421020" y="3339000"/>
                <a:ext cx="110160" cy="89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4412711-6F84-9A09-9786-55F0D7F9255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412020" y="3330360"/>
                  <a:ext cx="127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7CAC5A8-A7C0-0CD7-D7D9-7EAE1923C9FB}"/>
                    </a:ext>
                  </a:extLst>
                </p14:cNvPr>
                <p14:cNvContentPartPr/>
                <p14:nvPr/>
              </p14:nvContentPartPr>
              <p14:xfrm>
                <a:off x="10541260" y="3142440"/>
                <a:ext cx="174960" cy="2710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7CAC5A8-A7C0-0CD7-D7D9-7EAE1923C9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532260" y="3133440"/>
                  <a:ext cx="192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51809A5-655E-A044-6E13-59A67233C4F2}"/>
                    </a:ext>
                  </a:extLst>
                </p14:cNvPr>
                <p14:cNvContentPartPr/>
                <p14:nvPr/>
              </p14:nvContentPartPr>
              <p14:xfrm>
                <a:off x="10663300" y="3179520"/>
                <a:ext cx="36720" cy="457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51809A5-655E-A044-6E13-59A67233C4F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654660" y="3170880"/>
                  <a:ext cx="54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EF8E6A6-2235-A6F4-A6C4-180DCC151B55}"/>
                    </a:ext>
                  </a:extLst>
                </p14:cNvPr>
                <p14:cNvContentPartPr/>
                <p14:nvPr/>
              </p14:nvContentPartPr>
              <p14:xfrm>
                <a:off x="10806940" y="3306240"/>
                <a:ext cx="87480" cy="910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EF8E6A6-2235-A6F4-A6C4-180DCC151B5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797940" y="3297240"/>
                  <a:ext cx="105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7C48CEA-484B-F319-A41C-AB4091CC9BFA}"/>
                    </a:ext>
                  </a:extLst>
                </p14:cNvPr>
                <p14:cNvContentPartPr/>
                <p14:nvPr/>
              </p14:nvContentPartPr>
              <p14:xfrm>
                <a:off x="10945180" y="3308400"/>
                <a:ext cx="181440" cy="57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7C48CEA-484B-F319-A41C-AB4091CC9BF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936540" y="3299760"/>
                  <a:ext cx="19908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8557612E-D546-7159-E1E2-8592167752C8}"/>
              </a:ext>
            </a:extLst>
          </p:cNvPr>
          <p:cNvGrpSpPr/>
          <p:nvPr/>
        </p:nvGrpSpPr>
        <p:grpSpPr>
          <a:xfrm>
            <a:off x="7703380" y="3599640"/>
            <a:ext cx="372600" cy="239400"/>
            <a:chOff x="7703380" y="3599640"/>
            <a:chExt cx="37260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BE1B937-5FF2-0787-3012-97D662431891}"/>
                    </a:ext>
                  </a:extLst>
                </p14:cNvPr>
                <p14:cNvContentPartPr/>
                <p14:nvPr/>
              </p14:nvContentPartPr>
              <p14:xfrm>
                <a:off x="7771420" y="3599640"/>
                <a:ext cx="86040" cy="2394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BE1B937-5FF2-0787-3012-97D66243189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762420" y="3590640"/>
                  <a:ext cx="103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958EBB5-8A6B-D370-1AB6-6C6BC837630E}"/>
                    </a:ext>
                  </a:extLst>
                </p14:cNvPr>
                <p14:cNvContentPartPr/>
                <p14:nvPr/>
              </p14:nvContentPartPr>
              <p14:xfrm>
                <a:off x="7703380" y="3753720"/>
                <a:ext cx="201240" cy="57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958EBB5-8A6B-D370-1AB6-6C6BC837630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694740" y="3744720"/>
                  <a:ext cx="218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A93F95D-FBD4-CD57-A256-5FAFF7EBF868}"/>
                    </a:ext>
                  </a:extLst>
                </p14:cNvPr>
                <p14:cNvContentPartPr/>
                <p14:nvPr/>
              </p14:nvContentPartPr>
              <p14:xfrm>
                <a:off x="7933780" y="3732840"/>
                <a:ext cx="142200" cy="91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A93F95D-FBD4-CD57-A256-5FAFF7EBF86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24780" y="3724200"/>
                  <a:ext cx="15984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481D2AFA-22CE-1812-CC63-ABE5F84B61F5}"/>
              </a:ext>
            </a:extLst>
          </p:cNvPr>
          <p:cNvGrpSpPr/>
          <p:nvPr/>
        </p:nvGrpSpPr>
        <p:grpSpPr>
          <a:xfrm>
            <a:off x="8317180" y="3562560"/>
            <a:ext cx="930240" cy="408960"/>
            <a:chOff x="8317180" y="3562560"/>
            <a:chExt cx="93024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D2054EC-1FC6-8429-0C40-0F57519CEE0D}"/>
                    </a:ext>
                  </a:extLst>
                </p14:cNvPr>
                <p14:cNvContentPartPr/>
                <p14:nvPr/>
              </p14:nvContentPartPr>
              <p14:xfrm>
                <a:off x="8317180" y="3581640"/>
                <a:ext cx="304920" cy="231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D2054EC-1FC6-8429-0C40-0F57519CEE0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308540" y="3573000"/>
                  <a:ext cx="322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8C1488F-1808-12FD-A8AF-EB3174C3A4F3}"/>
                    </a:ext>
                  </a:extLst>
                </p14:cNvPr>
                <p14:cNvContentPartPr/>
                <p14:nvPr/>
              </p14:nvContentPartPr>
              <p14:xfrm>
                <a:off x="8637940" y="3739680"/>
                <a:ext cx="149040" cy="50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8C1488F-1808-12FD-A8AF-EB3174C3A4F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629300" y="3730680"/>
                  <a:ext cx="166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CEE6816-045E-4CF2-6025-84C812170C68}"/>
                    </a:ext>
                  </a:extLst>
                </p14:cNvPr>
                <p14:cNvContentPartPr/>
                <p14:nvPr/>
              </p14:nvContentPartPr>
              <p14:xfrm>
                <a:off x="8842420" y="3729960"/>
                <a:ext cx="101880" cy="241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CEE6816-045E-4CF2-6025-84C812170C6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833780" y="3721320"/>
                  <a:ext cx="119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812BEE6-5A8F-02ED-21C0-856CD2B1B5C9}"/>
                    </a:ext>
                  </a:extLst>
                </p14:cNvPr>
                <p14:cNvContentPartPr/>
                <p14:nvPr/>
              </p14:nvContentPartPr>
              <p14:xfrm>
                <a:off x="8919820" y="3562560"/>
                <a:ext cx="100440" cy="2188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812BEE6-5A8F-02ED-21C0-856CD2B1B5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10820" y="3553560"/>
                  <a:ext cx="118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2679B5F-7E15-BE1E-EBD8-7919A3CE1AA9}"/>
                    </a:ext>
                  </a:extLst>
                </p14:cNvPr>
                <p14:cNvContentPartPr/>
                <p14:nvPr/>
              </p14:nvContentPartPr>
              <p14:xfrm>
                <a:off x="8914420" y="3567960"/>
                <a:ext cx="333000" cy="212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2679B5F-7E15-BE1E-EBD8-7919A3CE1AA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905420" y="3558960"/>
                  <a:ext cx="3506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BABD3F1A-7E70-232D-82E2-C9032511B377}"/>
              </a:ext>
            </a:extLst>
          </p:cNvPr>
          <p:cNvGrpSpPr/>
          <p:nvPr/>
        </p:nvGrpSpPr>
        <p:grpSpPr>
          <a:xfrm>
            <a:off x="9567100" y="3601080"/>
            <a:ext cx="455400" cy="276120"/>
            <a:chOff x="9567100" y="3601080"/>
            <a:chExt cx="45540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D1E1911-93DE-BAEF-1036-C76DF2623DEB}"/>
                    </a:ext>
                  </a:extLst>
                </p14:cNvPr>
                <p14:cNvContentPartPr/>
                <p14:nvPr/>
              </p14:nvContentPartPr>
              <p14:xfrm>
                <a:off x="9567100" y="3601080"/>
                <a:ext cx="203040" cy="223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D1E1911-93DE-BAEF-1036-C76DF2623DE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558100" y="3592440"/>
                  <a:ext cx="220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DB8639F-50CB-2E53-A11F-D6B2F48DAF55}"/>
                    </a:ext>
                  </a:extLst>
                </p14:cNvPr>
                <p14:cNvContentPartPr/>
                <p14:nvPr/>
              </p14:nvContentPartPr>
              <p14:xfrm>
                <a:off x="9870220" y="3787560"/>
                <a:ext cx="152280" cy="896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DB8639F-50CB-2E53-A11F-D6B2F48DAF5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861580" y="3778920"/>
                  <a:ext cx="169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1238194-CDF8-E545-9D73-A46D25F93221}"/>
                    </a:ext>
                  </a:extLst>
                </p14:cNvPr>
                <p14:cNvContentPartPr/>
                <p14:nvPr/>
              </p14:nvContentPartPr>
              <p14:xfrm>
                <a:off x="9872380" y="3774960"/>
                <a:ext cx="100440" cy="928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1238194-CDF8-E545-9D73-A46D25F9322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863380" y="3766320"/>
                  <a:ext cx="1180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FC8567D-6222-7BEA-2854-3A8282BFF42C}"/>
              </a:ext>
            </a:extLst>
          </p:cNvPr>
          <p:cNvGrpSpPr/>
          <p:nvPr/>
        </p:nvGrpSpPr>
        <p:grpSpPr>
          <a:xfrm>
            <a:off x="1551340" y="2843280"/>
            <a:ext cx="1015560" cy="201960"/>
            <a:chOff x="1551340" y="2843280"/>
            <a:chExt cx="101556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0D1A9AE-C853-13AE-6130-BADAEC0880A4}"/>
                    </a:ext>
                  </a:extLst>
                </p14:cNvPr>
                <p14:cNvContentPartPr/>
                <p14:nvPr/>
              </p14:nvContentPartPr>
              <p14:xfrm>
                <a:off x="1615060" y="2928960"/>
                <a:ext cx="26640" cy="1162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0D1A9AE-C853-13AE-6130-BADAEC0880A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606420" y="2919960"/>
                  <a:ext cx="44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76F0857-1384-7D15-FC20-FE44E6B474C3}"/>
                    </a:ext>
                  </a:extLst>
                </p14:cNvPr>
                <p14:cNvContentPartPr/>
                <p14:nvPr/>
              </p14:nvContentPartPr>
              <p14:xfrm>
                <a:off x="1551340" y="2886120"/>
                <a:ext cx="149400" cy="150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76F0857-1384-7D15-FC20-FE44E6B474C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542700" y="2877480"/>
                  <a:ext cx="167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F7826B7-29F5-D6D3-2D35-37D6EBC0BBA8}"/>
                    </a:ext>
                  </a:extLst>
                </p14:cNvPr>
                <p14:cNvContentPartPr/>
                <p14:nvPr/>
              </p14:nvContentPartPr>
              <p14:xfrm>
                <a:off x="1758700" y="2945880"/>
                <a:ext cx="43200" cy="691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F7826B7-29F5-D6D3-2D35-37D6EBC0BBA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749700" y="2936880"/>
                  <a:ext cx="60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E14A591-2743-A2D2-33E7-93CE70432821}"/>
                    </a:ext>
                  </a:extLst>
                </p14:cNvPr>
                <p14:cNvContentPartPr/>
                <p14:nvPr/>
              </p14:nvContentPartPr>
              <p14:xfrm>
                <a:off x="1737460" y="2854800"/>
                <a:ext cx="80640" cy="43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E14A591-2743-A2D2-33E7-93CE7043282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728460" y="2845800"/>
                  <a:ext cx="982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634924E-EB25-F155-40EE-EF829C069581}"/>
                    </a:ext>
                  </a:extLst>
                </p14:cNvPr>
                <p14:cNvContentPartPr/>
                <p14:nvPr/>
              </p14:nvContentPartPr>
              <p14:xfrm>
                <a:off x="1737460" y="2924280"/>
                <a:ext cx="80280" cy="16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634924E-EB25-F155-40EE-EF829C06958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728460" y="2915280"/>
                  <a:ext cx="97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BCFC648-AD86-26AF-B6F2-9BD3798B6E78}"/>
                    </a:ext>
                  </a:extLst>
                </p14:cNvPr>
                <p14:cNvContentPartPr/>
                <p14:nvPr/>
              </p14:nvContentPartPr>
              <p14:xfrm>
                <a:off x="1896940" y="2919240"/>
                <a:ext cx="45000" cy="795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BCFC648-AD86-26AF-B6F2-9BD3798B6E7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887940" y="2910240"/>
                  <a:ext cx="62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38C062F-1694-5E0D-461E-642C2F16E5CD}"/>
                    </a:ext>
                  </a:extLst>
                </p14:cNvPr>
                <p14:cNvContentPartPr/>
                <p14:nvPr/>
              </p14:nvContentPartPr>
              <p14:xfrm>
                <a:off x="1839340" y="2865960"/>
                <a:ext cx="111240" cy="316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38C062F-1694-5E0D-461E-642C2F16E5C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830340" y="2857320"/>
                  <a:ext cx="128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EA97A1E-7088-245C-96AB-6F1BDF17FC13}"/>
                    </a:ext>
                  </a:extLst>
                </p14:cNvPr>
                <p14:cNvContentPartPr/>
                <p14:nvPr/>
              </p14:nvContentPartPr>
              <p14:xfrm>
                <a:off x="2070460" y="2843280"/>
                <a:ext cx="71640" cy="1958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EA97A1E-7088-245C-96AB-6F1BDF17FC1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061460" y="2834280"/>
                  <a:ext cx="89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4FB7C27-B566-CD3A-9B92-385D26C43EF9}"/>
                    </a:ext>
                  </a:extLst>
                </p14:cNvPr>
                <p14:cNvContentPartPr/>
                <p14:nvPr/>
              </p14:nvContentPartPr>
              <p14:xfrm>
                <a:off x="2178820" y="2956320"/>
                <a:ext cx="33840" cy="69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4FB7C27-B566-CD3A-9B92-385D26C43EF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69820" y="2947680"/>
                  <a:ext cx="51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4EAA305-0286-672C-05C8-2E668D298C2C}"/>
                    </a:ext>
                  </a:extLst>
                </p14:cNvPr>
                <p14:cNvContentPartPr/>
                <p14:nvPr/>
              </p14:nvContentPartPr>
              <p14:xfrm>
                <a:off x="2178820" y="2882520"/>
                <a:ext cx="74880" cy="262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4EAA305-0286-672C-05C8-2E668D298C2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169820" y="2873520"/>
                  <a:ext cx="92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B97982A-0D7F-02FB-7670-BB971B9D6361}"/>
                    </a:ext>
                  </a:extLst>
                </p14:cNvPr>
                <p14:cNvContentPartPr/>
                <p14:nvPr/>
              </p14:nvContentPartPr>
              <p14:xfrm>
                <a:off x="2183860" y="2967120"/>
                <a:ext cx="5868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B97982A-0D7F-02FB-7670-BB971B9D636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175220" y="2958120"/>
                  <a:ext cx="76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B452A7F-04D5-5613-0FEB-0C5991FBDA8D}"/>
                    </a:ext>
                  </a:extLst>
                </p14:cNvPr>
                <p14:cNvContentPartPr/>
                <p14:nvPr/>
              </p14:nvContentPartPr>
              <p14:xfrm>
                <a:off x="2317060" y="2924280"/>
                <a:ext cx="30600" cy="810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B452A7F-04D5-5613-0FEB-0C5991FBDA8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08060" y="2915640"/>
                  <a:ext cx="48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00446C4-8E98-F913-4B57-BCEEFE42F1ED}"/>
                    </a:ext>
                  </a:extLst>
                </p14:cNvPr>
                <p14:cNvContentPartPr/>
                <p14:nvPr/>
              </p14:nvContentPartPr>
              <p14:xfrm>
                <a:off x="2290420" y="2865960"/>
                <a:ext cx="67320" cy="108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00446C4-8E98-F913-4B57-BCEEFE42F1E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281420" y="2857320"/>
                  <a:ext cx="84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72798B3-E0F4-AB53-110C-2899EA3C8585}"/>
                    </a:ext>
                  </a:extLst>
                </p14:cNvPr>
                <p14:cNvContentPartPr/>
                <p14:nvPr/>
              </p14:nvContentPartPr>
              <p14:xfrm>
                <a:off x="2327500" y="2925360"/>
                <a:ext cx="69120" cy="154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72798B3-E0F4-AB53-110C-2899EA3C858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318860" y="2916360"/>
                  <a:ext cx="86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6592031-9424-B524-5387-7C1174A10E9B}"/>
                    </a:ext>
                  </a:extLst>
                </p14:cNvPr>
                <p14:cNvContentPartPr/>
                <p14:nvPr/>
              </p14:nvContentPartPr>
              <p14:xfrm>
                <a:off x="2519020" y="2898000"/>
                <a:ext cx="33840" cy="954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6592031-9424-B524-5387-7C1174A10E9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510020" y="2889000"/>
                  <a:ext cx="514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8248F25-941B-7D4F-0B17-535C09FD0BDC}"/>
                    </a:ext>
                  </a:extLst>
                </p14:cNvPr>
                <p14:cNvContentPartPr/>
                <p14:nvPr/>
              </p14:nvContentPartPr>
              <p14:xfrm>
                <a:off x="2414980" y="2854440"/>
                <a:ext cx="151920" cy="23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8248F25-941B-7D4F-0B17-535C09FD0BD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406340" y="2845440"/>
                  <a:ext cx="16956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41896EBE-412E-13FF-8F59-573398ACC090}"/>
                  </a:ext>
                </a:extLst>
              </p14:cNvPr>
              <p14:cNvContentPartPr/>
              <p14:nvPr/>
            </p14:nvContentPartPr>
            <p14:xfrm>
              <a:off x="3719620" y="3160440"/>
              <a:ext cx="102240" cy="14148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41896EBE-412E-13FF-8F59-573398ACC090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3710980" y="3151800"/>
                <a:ext cx="11988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543CFB06-4CD7-18ED-0F0B-FDAE7DCBC127}"/>
              </a:ext>
            </a:extLst>
          </p:cNvPr>
          <p:cNvGrpSpPr/>
          <p:nvPr/>
        </p:nvGrpSpPr>
        <p:grpSpPr>
          <a:xfrm>
            <a:off x="4097260" y="3947400"/>
            <a:ext cx="840240" cy="113760"/>
            <a:chOff x="4097260" y="3947400"/>
            <a:chExt cx="84024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4686D6C-EFB7-3148-F4A9-B97F482E2610}"/>
                    </a:ext>
                  </a:extLst>
                </p14:cNvPr>
                <p14:cNvContentPartPr/>
                <p14:nvPr/>
              </p14:nvContentPartPr>
              <p14:xfrm>
                <a:off x="4097260" y="3947400"/>
                <a:ext cx="86040" cy="777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4686D6C-EFB7-3148-F4A9-B97F482E261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088260" y="3938400"/>
                  <a:ext cx="103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806847F-C8FE-7FD9-81C4-6B10C510E19A}"/>
                    </a:ext>
                  </a:extLst>
                </p14:cNvPr>
                <p14:cNvContentPartPr/>
                <p14:nvPr/>
              </p14:nvContentPartPr>
              <p14:xfrm>
                <a:off x="4380220" y="3969720"/>
                <a:ext cx="66600" cy="763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806847F-C8FE-7FD9-81C4-6B10C510E19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371220" y="3961080"/>
                  <a:ext cx="84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9287EE1-986C-C911-8AB2-20C083E2161E}"/>
                    </a:ext>
                  </a:extLst>
                </p14:cNvPr>
                <p14:cNvContentPartPr/>
                <p14:nvPr/>
              </p14:nvContentPartPr>
              <p14:xfrm>
                <a:off x="4623940" y="3972960"/>
                <a:ext cx="60120" cy="669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9287EE1-986C-C911-8AB2-20C083E2161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614940" y="3964320"/>
                  <a:ext cx="77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725FEDF-C7CE-96BD-EB4E-D4B6F119E276}"/>
                    </a:ext>
                  </a:extLst>
                </p14:cNvPr>
                <p14:cNvContentPartPr/>
                <p14:nvPr/>
              </p14:nvContentPartPr>
              <p14:xfrm>
                <a:off x="4850380" y="3982680"/>
                <a:ext cx="87120" cy="784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725FEDF-C7CE-96BD-EB4E-D4B6F119E27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841380" y="3974040"/>
                  <a:ext cx="1047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93BAC27E-7C5B-E414-E50D-3BE84B45AB7B}"/>
              </a:ext>
            </a:extLst>
          </p:cNvPr>
          <p:cNvGrpSpPr/>
          <p:nvPr/>
        </p:nvGrpSpPr>
        <p:grpSpPr>
          <a:xfrm>
            <a:off x="3178540" y="3961080"/>
            <a:ext cx="467280" cy="84960"/>
            <a:chOff x="3178540" y="3961080"/>
            <a:chExt cx="467280" cy="8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9EF39AD9-D568-9330-AA46-0F3A8D60EED1}"/>
                    </a:ext>
                  </a:extLst>
                </p14:cNvPr>
                <p14:cNvContentPartPr/>
                <p14:nvPr/>
              </p14:nvContentPartPr>
              <p14:xfrm>
                <a:off x="3561940" y="3961080"/>
                <a:ext cx="83880" cy="70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9EF39AD9-D568-9330-AA46-0F3A8D60EED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552940" y="3952080"/>
                  <a:ext cx="101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AECFD26-7DFB-0239-D5C7-924B3AA8BFF3}"/>
                    </a:ext>
                  </a:extLst>
                </p14:cNvPr>
                <p14:cNvContentPartPr/>
                <p14:nvPr/>
              </p14:nvContentPartPr>
              <p14:xfrm>
                <a:off x="3352780" y="3961800"/>
                <a:ext cx="59760" cy="68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AECFD26-7DFB-0239-D5C7-924B3AA8BFF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344140" y="3952800"/>
                  <a:ext cx="77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2CF08EE-9808-2EC6-58DB-B19FA793BE7D}"/>
                    </a:ext>
                  </a:extLst>
                </p14:cNvPr>
                <p14:cNvContentPartPr/>
                <p14:nvPr/>
              </p14:nvContentPartPr>
              <p14:xfrm>
                <a:off x="3178540" y="3999240"/>
                <a:ext cx="59400" cy="46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2CF08EE-9808-2EC6-58DB-B19FA793BE7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169900" y="3990600"/>
                  <a:ext cx="770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BD3772F7-1425-2E5E-5579-88714EB0C617}"/>
              </a:ext>
            </a:extLst>
          </p:cNvPr>
          <p:cNvGrpSpPr/>
          <p:nvPr/>
        </p:nvGrpSpPr>
        <p:grpSpPr>
          <a:xfrm>
            <a:off x="1118620" y="3173400"/>
            <a:ext cx="1227240" cy="289080"/>
            <a:chOff x="1118620" y="3173400"/>
            <a:chExt cx="122724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B6B2489-26C4-9391-3E3A-1EA079C5FF81}"/>
                    </a:ext>
                  </a:extLst>
                </p14:cNvPr>
                <p14:cNvContentPartPr/>
                <p14:nvPr/>
              </p14:nvContentPartPr>
              <p14:xfrm>
                <a:off x="1118620" y="3242880"/>
                <a:ext cx="207720" cy="1562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B6B2489-26C4-9391-3E3A-1EA079C5FF8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09980" y="3234240"/>
                  <a:ext cx="22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2BA2BC5-BB12-15AD-2995-22C701D575A4}"/>
                    </a:ext>
                  </a:extLst>
                </p14:cNvPr>
                <p14:cNvContentPartPr/>
                <p14:nvPr/>
              </p14:nvContentPartPr>
              <p14:xfrm>
                <a:off x="1365220" y="3360240"/>
                <a:ext cx="47520" cy="1022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2BA2BC5-BB12-15AD-2995-22C701D575A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356580" y="3351600"/>
                  <a:ext cx="65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5D063CC-2BD3-2D3C-DF49-02ACF150A138}"/>
                    </a:ext>
                  </a:extLst>
                </p14:cNvPr>
                <p14:cNvContentPartPr/>
                <p14:nvPr/>
              </p14:nvContentPartPr>
              <p14:xfrm>
                <a:off x="1349380" y="3315240"/>
                <a:ext cx="95400" cy="190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5D063CC-2BD3-2D3C-DF49-02ACF150A13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340380" y="3306240"/>
                  <a:ext cx="113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696D505-C43D-77E6-B2ED-9B6B42900C09}"/>
                    </a:ext>
                  </a:extLst>
                </p14:cNvPr>
                <p14:cNvContentPartPr/>
                <p14:nvPr/>
              </p14:nvContentPartPr>
              <p14:xfrm>
                <a:off x="1376020" y="3386880"/>
                <a:ext cx="63720" cy="50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696D505-C43D-77E6-B2ED-9B6B42900C0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367020" y="3378240"/>
                  <a:ext cx="81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1CB52F8-D875-ABC7-A106-BD030F8E5C7D}"/>
                    </a:ext>
                  </a:extLst>
                </p14:cNvPr>
                <p14:cNvContentPartPr/>
                <p14:nvPr/>
              </p14:nvContentPartPr>
              <p14:xfrm>
                <a:off x="1508860" y="3371040"/>
                <a:ext cx="37440" cy="810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1CB52F8-D875-ABC7-A106-BD030F8E5C7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499860" y="3362040"/>
                  <a:ext cx="55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A80ACC4-9DDE-6B25-095E-7E2835702CBD}"/>
                    </a:ext>
                  </a:extLst>
                </p14:cNvPr>
                <p14:cNvContentPartPr/>
                <p14:nvPr/>
              </p14:nvContentPartPr>
              <p14:xfrm>
                <a:off x="1476820" y="3324240"/>
                <a:ext cx="97560" cy="46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A80ACC4-9DDE-6B25-095E-7E2835702CB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68180" y="3315600"/>
                  <a:ext cx="115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8F445EF-A3B9-0C07-6248-EC2E5CDF17B1}"/>
                    </a:ext>
                  </a:extLst>
                </p14:cNvPr>
                <p14:cNvContentPartPr/>
                <p14:nvPr/>
              </p14:nvContentPartPr>
              <p14:xfrm>
                <a:off x="1524700" y="3376440"/>
                <a:ext cx="64440" cy="57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8F445EF-A3B9-0C07-6248-EC2E5CDF17B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16060" y="3367440"/>
                  <a:ext cx="82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66E8651-8BD1-C781-A5A7-9E97AA3FAAAB}"/>
                    </a:ext>
                  </a:extLst>
                </p14:cNvPr>
                <p14:cNvContentPartPr/>
                <p14:nvPr/>
              </p14:nvContentPartPr>
              <p14:xfrm>
                <a:off x="1636300" y="3349800"/>
                <a:ext cx="43200" cy="892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66E8651-8BD1-C781-A5A7-9E97AA3FAAA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627660" y="3340800"/>
                  <a:ext cx="60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4EEF918-F129-B21E-FA7E-A7A9D4D80B11}"/>
                    </a:ext>
                  </a:extLst>
                </p14:cNvPr>
                <p14:cNvContentPartPr/>
                <p14:nvPr/>
              </p14:nvContentPartPr>
              <p14:xfrm>
                <a:off x="1577260" y="3333960"/>
                <a:ext cx="123480" cy="10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4EEF918-F129-B21E-FA7E-A7A9D4D80B1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568260" y="3324960"/>
                  <a:ext cx="141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549C3CA-2DCE-408E-712D-8C5CD5C9D9ED}"/>
                    </a:ext>
                  </a:extLst>
                </p14:cNvPr>
                <p14:cNvContentPartPr/>
                <p14:nvPr/>
              </p14:nvContentPartPr>
              <p14:xfrm>
                <a:off x="1825300" y="3317760"/>
                <a:ext cx="87840" cy="108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549C3CA-2DCE-408E-712D-8C5CD5C9D9E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816660" y="3309120"/>
                  <a:ext cx="105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AD56DE6-A88E-7A3C-0EF4-78E0B147AB10}"/>
                    </a:ext>
                  </a:extLst>
                </p14:cNvPr>
                <p14:cNvContentPartPr/>
                <p14:nvPr/>
              </p14:nvContentPartPr>
              <p14:xfrm>
                <a:off x="1765540" y="3268080"/>
                <a:ext cx="147960" cy="75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AD56DE6-A88E-7A3C-0EF4-78E0B147AB1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756540" y="3259440"/>
                  <a:ext cx="165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3F04C50-7401-0448-DEEC-BE24F4ECA9C1}"/>
                    </a:ext>
                  </a:extLst>
                </p14:cNvPr>
                <p14:cNvContentPartPr/>
                <p14:nvPr/>
              </p14:nvContentPartPr>
              <p14:xfrm>
                <a:off x="2003140" y="3173400"/>
                <a:ext cx="196560" cy="1771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3F04C50-7401-0448-DEEC-BE24F4ECA9C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994500" y="3164760"/>
                  <a:ext cx="214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57C467A-A433-9901-505F-F86DA6A3E6AD}"/>
                    </a:ext>
                  </a:extLst>
                </p14:cNvPr>
                <p14:cNvContentPartPr/>
                <p14:nvPr/>
              </p14:nvContentPartPr>
              <p14:xfrm>
                <a:off x="2183860" y="3284640"/>
                <a:ext cx="162000" cy="85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57C467A-A433-9901-505F-F86DA6A3E6A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175220" y="3276000"/>
                  <a:ext cx="17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2E2D20E-9CEC-9E4C-E582-5A3C7E65E164}"/>
                    </a:ext>
                  </a:extLst>
                </p14:cNvPr>
                <p14:cNvContentPartPr/>
                <p14:nvPr/>
              </p14:nvContentPartPr>
              <p14:xfrm>
                <a:off x="2235340" y="3290760"/>
                <a:ext cx="65880" cy="885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2E2D20E-9CEC-9E4C-E582-5A3C7E65E16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226340" y="3281760"/>
                  <a:ext cx="8352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2B2DC00D-610E-D7CB-3817-A0772704C82E}"/>
              </a:ext>
            </a:extLst>
          </p:cNvPr>
          <p:cNvGrpSpPr/>
          <p:nvPr/>
        </p:nvGrpSpPr>
        <p:grpSpPr>
          <a:xfrm>
            <a:off x="897580" y="4323960"/>
            <a:ext cx="1597680" cy="307800"/>
            <a:chOff x="897580" y="4323960"/>
            <a:chExt cx="159768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F06A2AD-9D64-7B15-5851-7020CF03988B}"/>
                    </a:ext>
                  </a:extLst>
                </p14:cNvPr>
                <p14:cNvContentPartPr/>
                <p14:nvPr/>
              </p14:nvContentPartPr>
              <p14:xfrm>
                <a:off x="902620" y="4514040"/>
                <a:ext cx="44640" cy="6984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F06A2AD-9D64-7B15-5851-7020CF03988B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93980" y="4505040"/>
                  <a:ext cx="62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F058539-750F-7ADE-18BC-1EFA1F59A0B2}"/>
                    </a:ext>
                  </a:extLst>
                </p14:cNvPr>
                <p14:cNvContentPartPr/>
                <p14:nvPr/>
              </p14:nvContentPartPr>
              <p14:xfrm>
                <a:off x="897580" y="4439520"/>
                <a:ext cx="2520" cy="46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F058539-750F-7ADE-18BC-1EFA1F59A0B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88580" y="4430880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7BFCE7B-6378-6A8F-C22B-A01526FBB24A}"/>
                    </a:ext>
                  </a:extLst>
                </p14:cNvPr>
                <p14:cNvContentPartPr/>
                <p14:nvPr/>
              </p14:nvContentPartPr>
              <p14:xfrm>
                <a:off x="973900" y="4492080"/>
                <a:ext cx="80280" cy="1083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7BFCE7B-6378-6A8F-C22B-A01526FBB24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64900" y="4483080"/>
                  <a:ext cx="97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C682400-FA5D-F3F3-8C41-D93D58A7EE0A}"/>
                    </a:ext>
                  </a:extLst>
                </p14:cNvPr>
                <p14:cNvContentPartPr/>
                <p14:nvPr/>
              </p14:nvContentPartPr>
              <p14:xfrm>
                <a:off x="1184500" y="4462560"/>
                <a:ext cx="142200" cy="1375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C682400-FA5D-F3F3-8C41-D93D58A7EE0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75860" y="4453920"/>
                  <a:ext cx="159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85F9C2C-6F46-C151-5070-523DFAF37C22}"/>
                    </a:ext>
                  </a:extLst>
                </p14:cNvPr>
                <p14:cNvContentPartPr/>
                <p14:nvPr/>
              </p14:nvContentPartPr>
              <p14:xfrm>
                <a:off x="1264420" y="4467960"/>
                <a:ext cx="223920" cy="892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85F9C2C-6F46-C151-5070-523DFAF37C2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255420" y="4459320"/>
                  <a:ext cx="241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312C67B3-9138-5915-209C-02463DC6511D}"/>
                    </a:ext>
                  </a:extLst>
                </p14:cNvPr>
                <p14:cNvContentPartPr/>
                <p14:nvPr/>
              </p14:nvContentPartPr>
              <p14:xfrm>
                <a:off x="1529380" y="4465440"/>
                <a:ext cx="106560" cy="820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312C67B3-9138-5915-209C-02463DC6511D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520380" y="4456440"/>
                  <a:ext cx="124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988835E-C2C9-D516-9DD2-579120E41B03}"/>
                    </a:ext>
                  </a:extLst>
                </p14:cNvPr>
                <p14:cNvContentPartPr/>
                <p14:nvPr/>
              </p14:nvContentPartPr>
              <p14:xfrm>
                <a:off x="1800460" y="4451760"/>
                <a:ext cx="84240" cy="1800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988835E-C2C9-D516-9DD2-579120E41B0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791820" y="4442760"/>
                  <a:ext cx="101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39FEBB4-E646-4DC7-7A9D-090EA8C26745}"/>
                    </a:ext>
                  </a:extLst>
                </p14:cNvPr>
                <p14:cNvContentPartPr/>
                <p14:nvPr/>
              </p14:nvContentPartPr>
              <p14:xfrm>
                <a:off x="1917820" y="4474440"/>
                <a:ext cx="75240" cy="547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39FEBB4-E646-4DC7-7A9D-090EA8C2674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908820" y="4465800"/>
                  <a:ext cx="92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5E2E001-5CAB-6A8C-925B-ADB045356011}"/>
                    </a:ext>
                  </a:extLst>
                </p14:cNvPr>
                <p14:cNvContentPartPr/>
                <p14:nvPr/>
              </p14:nvContentPartPr>
              <p14:xfrm>
                <a:off x="2035180" y="4344840"/>
                <a:ext cx="73080" cy="2019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5E2E001-5CAB-6A8C-925B-ADB04535601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026540" y="4335840"/>
                  <a:ext cx="90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6CDE6D3-1CCF-2B65-58F8-CAB527949909}"/>
                    </a:ext>
                  </a:extLst>
                </p14:cNvPr>
                <p14:cNvContentPartPr/>
                <p14:nvPr/>
              </p14:nvContentPartPr>
              <p14:xfrm>
                <a:off x="2142460" y="4338360"/>
                <a:ext cx="74160" cy="2026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6CDE6D3-1CCF-2B65-58F8-CAB52794990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133460" y="4329720"/>
                  <a:ext cx="91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6D252FA-5F14-AA08-E663-18B2EA9574E4}"/>
                    </a:ext>
                  </a:extLst>
                </p14:cNvPr>
                <p14:cNvContentPartPr/>
                <p14:nvPr/>
              </p14:nvContentPartPr>
              <p14:xfrm>
                <a:off x="2256940" y="4399560"/>
                <a:ext cx="61200" cy="1141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6D252FA-5F14-AA08-E663-18B2EA9574E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248300" y="4390920"/>
                  <a:ext cx="78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313A08E-10D2-4D9B-9B42-0EB20C7D7B35}"/>
                    </a:ext>
                  </a:extLst>
                </p14:cNvPr>
                <p14:cNvContentPartPr/>
                <p14:nvPr/>
              </p14:nvContentPartPr>
              <p14:xfrm>
                <a:off x="2398420" y="4323960"/>
                <a:ext cx="96840" cy="2271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313A08E-10D2-4D9B-9B42-0EB20C7D7B3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389780" y="4314960"/>
                  <a:ext cx="11448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E892188-C662-0E0E-C9DB-8D4FBFC7C099}"/>
              </a:ext>
            </a:extLst>
          </p:cNvPr>
          <p:cNvGrpSpPr/>
          <p:nvPr/>
        </p:nvGrpSpPr>
        <p:grpSpPr>
          <a:xfrm>
            <a:off x="3768220" y="3196440"/>
            <a:ext cx="41040" cy="47520"/>
            <a:chOff x="3768220" y="3196440"/>
            <a:chExt cx="4104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731A671-D4C4-74DF-F3EA-EC1588557E8E}"/>
                    </a:ext>
                  </a:extLst>
                </p14:cNvPr>
                <p14:cNvContentPartPr/>
                <p14:nvPr/>
              </p14:nvContentPartPr>
              <p14:xfrm>
                <a:off x="3779020" y="3196440"/>
                <a:ext cx="30240" cy="475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731A671-D4C4-74DF-F3EA-EC1588557E8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770020" y="3187440"/>
                  <a:ext cx="47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AB3AB168-C1BA-C73E-15C5-458C88AAD931}"/>
                    </a:ext>
                  </a:extLst>
                </p14:cNvPr>
                <p14:cNvContentPartPr/>
                <p14:nvPr/>
              </p14:nvContentPartPr>
              <p14:xfrm>
                <a:off x="3768220" y="3222000"/>
                <a:ext cx="360" cy="3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AB3AB168-C1BA-C73E-15C5-458C88AAD93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759580" y="3213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3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325FC55A-593B-562A-2340-580353DBDF5C}"/>
                  </a:ext>
                </a:extLst>
              </p14:cNvPr>
              <p14:cNvContentPartPr/>
              <p14:nvPr/>
            </p14:nvContentPartPr>
            <p14:xfrm>
              <a:off x="3953260" y="3561480"/>
              <a:ext cx="86400" cy="604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325FC55A-593B-562A-2340-580353DBDF5C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3944260" y="3552480"/>
                <a:ext cx="10404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1" name="Group 380">
            <a:extLst>
              <a:ext uri="{FF2B5EF4-FFF2-40B4-BE49-F238E27FC236}">
                <a16:creationId xmlns:a16="http://schemas.microsoft.com/office/drawing/2014/main" id="{91E763D3-A7C8-6E45-2B3A-4AE0D042CDEE}"/>
              </a:ext>
            </a:extLst>
          </p:cNvPr>
          <p:cNvGrpSpPr/>
          <p:nvPr/>
        </p:nvGrpSpPr>
        <p:grpSpPr>
          <a:xfrm>
            <a:off x="3579580" y="3578400"/>
            <a:ext cx="72000" cy="72000"/>
            <a:chOff x="3579580" y="3578400"/>
            <a:chExt cx="7200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307648F-477A-DFBE-8114-151C0B556EE5}"/>
                    </a:ext>
                  </a:extLst>
                </p14:cNvPr>
                <p14:cNvContentPartPr/>
                <p14:nvPr/>
              </p14:nvContentPartPr>
              <p14:xfrm>
                <a:off x="3579580" y="3578400"/>
                <a:ext cx="72000" cy="720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307648F-477A-DFBE-8114-151C0B556EE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570940" y="3569760"/>
                  <a:ext cx="89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C438C1F6-0B4B-4C23-0311-E2DD90EE4EED}"/>
                    </a:ext>
                  </a:extLst>
                </p14:cNvPr>
                <p14:cNvContentPartPr/>
                <p14:nvPr/>
              </p14:nvContentPartPr>
              <p14:xfrm>
                <a:off x="3592900" y="3599640"/>
                <a:ext cx="360" cy="3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C438C1F6-0B4B-4C23-0311-E2DD90EE4EE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583900" y="35906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9F46E60C-61E0-4AEC-423A-CA644A8377A8}"/>
              </a:ext>
            </a:extLst>
          </p:cNvPr>
          <p:cNvGrpSpPr/>
          <p:nvPr/>
        </p:nvGrpSpPr>
        <p:grpSpPr>
          <a:xfrm>
            <a:off x="4113820" y="3856320"/>
            <a:ext cx="542160" cy="307080"/>
            <a:chOff x="4113820" y="3856320"/>
            <a:chExt cx="54216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7149548-951A-4AD9-D0E7-5048D42E4509}"/>
                    </a:ext>
                  </a:extLst>
                </p14:cNvPr>
                <p14:cNvContentPartPr/>
                <p14:nvPr/>
              </p14:nvContentPartPr>
              <p14:xfrm>
                <a:off x="4113820" y="3963960"/>
                <a:ext cx="46800" cy="118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7149548-951A-4AD9-D0E7-5048D42E450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104820" y="3955320"/>
                  <a:ext cx="64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FE36D76-B30F-1075-534E-C1BF5BCBFE5B}"/>
                    </a:ext>
                  </a:extLst>
                </p14:cNvPr>
                <p14:cNvContentPartPr/>
                <p14:nvPr/>
              </p14:nvContentPartPr>
              <p14:xfrm>
                <a:off x="4396780" y="4022280"/>
                <a:ext cx="15120" cy="136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FE36D76-B30F-1075-534E-C1BF5BCBFE5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388140" y="4013280"/>
                  <a:ext cx="3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E6B2BADF-5A3E-8331-060B-F0682FF5670A}"/>
                    </a:ext>
                  </a:extLst>
                </p14:cNvPr>
                <p14:cNvContentPartPr/>
                <p14:nvPr/>
              </p14:nvContentPartPr>
              <p14:xfrm>
                <a:off x="4636900" y="3998520"/>
                <a:ext cx="19080" cy="162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E6B2BADF-5A3E-8331-060B-F0682FF5670A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628260" y="3989520"/>
                  <a:ext cx="36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5CBB81F-94A5-CD06-E3CF-6901157EA39B}"/>
                    </a:ext>
                  </a:extLst>
                </p14:cNvPr>
                <p14:cNvContentPartPr/>
                <p14:nvPr/>
              </p14:nvContentPartPr>
              <p14:xfrm>
                <a:off x="4261420" y="4089240"/>
                <a:ext cx="63360" cy="741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5CBB81F-94A5-CD06-E3CF-6901157EA39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252780" y="4080240"/>
                  <a:ext cx="81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3C58DD6-B17B-61FD-8A24-BDA20221B69F}"/>
                    </a:ext>
                  </a:extLst>
                </p14:cNvPr>
                <p14:cNvContentPartPr/>
                <p14:nvPr/>
              </p14:nvContentPartPr>
              <p14:xfrm>
                <a:off x="4485700" y="3856320"/>
                <a:ext cx="64800" cy="846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3C58DD6-B17B-61FD-8A24-BDA20221B69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477060" y="3847320"/>
                  <a:ext cx="824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C0D10426-754F-C92D-37BF-BCFB25D41C4F}"/>
                  </a:ext>
                </a:extLst>
              </p14:cNvPr>
              <p14:cNvContentPartPr/>
              <p14:nvPr/>
            </p14:nvContentPartPr>
            <p14:xfrm>
              <a:off x="4746700" y="4062240"/>
              <a:ext cx="66600" cy="5904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C0D10426-754F-C92D-37BF-BCFB25D41C4F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4737700" y="4053240"/>
                <a:ext cx="842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73DF9296-DC20-21C8-52DE-7837804D26AF}"/>
                  </a:ext>
                </a:extLst>
              </p14:cNvPr>
              <p14:cNvContentPartPr/>
              <p14:nvPr/>
            </p14:nvContentPartPr>
            <p14:xfrm>
              <a:off x="4976740" y="3876840"/>
              <a:ext cx="57600" cy="5580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73DF9296-DC20-21C8-52DE-7837804D26AF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4967740" y="3867840"/>
                <a:ext cx="752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B26A37DE-F18A-2D47-B9BF-553DEC0C7D12}"/>
                  </a:ext>
                </a:extLst>
              </p14:cNvPr>
              <p14:cNvContentPartPr/>
              <p14:nvPr/>
            </p14:nvContentPartPr>
            <p14:xfrm>
              <a:off x="3460780" y="4054680"/>
              <a:ext cx="74880" cy="6120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B26A37DE-F18A-2D47-B9BF-553DEC0C7D12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3452140" y="4046040"/>
                <a:ext cx="925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7EE3E03A-E182-A948-9CCF-1E697029AF5D}"/>
                  </a:ext>
                </a:extLst>
              </p14:cNvPr>
              <p14:cNvContentPartPr/>
              <p14:nvPr/>
            </p14:nvContentPartPr>
            <p14:xfrm>
              <a:off x="3252340" y="3877560"/>
              <a:ext cx="71280" cy="7272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7EE3E03A-E182-A948-9CCF-1E697029AF5D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3243340" y="3868920"/>
                <a:ext cx="889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F9D4711D-D002-C413-B9B1-D6F7ACA345B1}"/>
                  </a:ext>
                </a:extLst>
              </p14:cNvPr>
              <p14:cNvContentPartPr/>
              <p14:nvPr/>
            </p14:nvContentPartPr>
            <p14:xfrm>
              <a:off x="3051100" y="4077360"/>
              <a:ext cx="69120" cy="4392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F9D4711D-D002-C413-B9B1-D6F7ACA345B1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3042460" y="4068720"/>
                <a:ext cx="867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EA83AE10-0F86-607B-AA80-67FB3B66CE49}"/>
                  </a:ext>
                </a:extLst>
              </p14:cNvPr>
              <p14:cNvContentPartPr/>
              <p14:nvPr/>
            </p14:nvContentPartPr>
            <p14:xfrm>
              <a:off x="2306260" y="3557880"/>
              <a:ext cx="125280" cy="18000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EA83AE10-0F86-607B-AA80-67FB3B66CE49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2297620" y="3549240"/>
                <a:ext cx="1429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DC1DDFC4-1BA5-1233-D141-0D956F333704}"/>
                  </a:ext>
                </a:extLst>
              </p14:cNvPr>
              <p14:cNvContentPartPr/>
              <p14:nvPr/>
            </p14:nvContentPartPr>
            <p14:xfrm>
              <a:off x="2486260" y="3711240"/>
              <a:ext cx="101520" cy="5940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DC1DDFC4-1BA5-1233-D141-0D956F333704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2477260" y="3702240"/>
                <a:ext cx="1191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C45340F5-8F0B-A863-3833-C87787320341}"/>
                  </a:ext>
                </a:extLst>
              </p14:cNvPr>
              <p14:cNvContentPartPr/>
              <p14:nvPr/>
            </p14:nvContentPartPr>
            <p14:xfrm>
              <a:off x="2479780" y="3710520"/>
              <a:ext cx="65880" cy="6516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C45340F5-8F0B-A863-3833-C87787320341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2471140" y="3701880"/>
                <a:ext cx="8352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D5A5ABA7-B197-9F9C-288E-C332E82FCF0F}"/>
              </a:ext>
            </a:extLst>
          </p:cNvPr>
          <p:cNvGrpSpPr/>
          <p:nvPr/>
        </p:nvGrpSpPr>
        <p:grpSpPr>
          <a:xfrm>
            <a:off x="716860" y="3583440"/>
            <a:ext cx="1374480" cy="664920"/>
            <a:chOff x="716860" y="3583440"/>
            <a:chExt cx="1374480" cy="6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E7DE087-102E-A6C5-3A5E-D41862D5EB8F}"/>
                    </a:ext>
                  </a:extLst>
                </p14:cNvPr>
                <p14:cNvContentPartPr/>
                <p14:nvPr/>
              </p14:nvContentPartPr>
              <p14:xfrm>
                <a:off x="776620" y="3785760"/>
                <a:ext cx="29880" cy="766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E7DE087-102E-A6C5-3A5E-D41862D5EB8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67980" y="3776760"/>
                  <a:ext cx="47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771C4F4A-A15A-1333-2D60-FBA4E924A361}"/>
                    </a:ext>
                  </a:extLst>
                </p14:cNvPr>
                <p14:cNvContentPartPr/>
                <p14:nvPr/>
              </p14:nvContentPartPr>
              <p14:xfrm>
                <a:off x="716860" y="3675240"/>
                <a:ext cx="3240" cy="46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771C4F4A-A15A-1333-2D60-FBA4E924A36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07860" y="3666240"/>
                  <a:ext cx="20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FC8753E-7FAD-0813-21E6-6E15FFF05D76}"/>
                    </a:ext>
                  </a:extLst>
                </p14:cNvPr>
                <p14:cNvContentPartPr/>
                <p14:nvPr/>
              </p14:nvContentPartPr>
              <p14:xfrm>
                <a:off x="843580" y="3676680"/>
                <a:ext cx="107280" cy="3168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FC8753E-7FAD-0813-21E6-6E15FFF05D7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34940" y="3668040"/>
                  <a:ext cx="1249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2C70EBA-2C20-3977-2EDF-B9C389859BB7}"/>
                    </a:ext>
                  </a:extLst>
                </p14:cNvPr>
                <p14:cNvContentPartPr/>
                <p14:nvPr/>
              </p14:nvContentPartPr>
              <p14:xfrm>
                <a:off x="843940" y="3864960"/>
                <a:ext cx="128160" cy="11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2C70EBA-2C20-3977-2EDF-B9C389859BB7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34940" y="3856320"/>
                  <a:ext cx="145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FDD6E77-2170-B74E-4FB8-ECFD9E873DBB}"/>
                    </a:ext>
                  </a:extLst>
                </p14:cNvPr>
                <p14:cNvContentPartPr/>
                <p14:nvPr/>
              </p14:nvContentPartPr>
              <p14:xfrm>
                <a:off x="1084060" y="3696480"/>
                <a:ext cx="175680" cy="1627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FDD6E77-2170-B74E-4FB8-ECFD9E873DB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75420" y="3687840"/>
                  <a:ext cx="1933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AF3BD60-72B6-6822-F7BA-F443C63B8121}"/>
                    </a:ext>
                  </a:extLst>
                </p14:cNvPr>
                <p14:cNvContentPartPr/>
                <p14:nvPr/>
              </p14:nvContentPartPr>
              <p14:xfrm>
                <a:off x="1328500" y="3817440"/>
                <a:ext cx="25200" cy="658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AF3BD60-72B6-6822-F7BA-F443C63B812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319860" y="3808800"/>
                  <a:ext cx="42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50135B9-55F5-8BFD-1B7F-90EEA7F1D05E}"/>
                    </a:ext>
                  </a:extLst>
                </p14:cNvPr>
                <p14:cNvContentPartPr/>
                <p14:nvPr/>
              </p14:nvContentPartPr>
              <p14:xfrm>
                <a:off x="1322740" y="3744000"/>
                <a:ext cx="61200" cy="313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50135B9-55F5-8BFD-1B7F-90EEA7F1D05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314100" y="3735360"/>
                  <a:ext cx="78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4D22510-120F-3B49-1EAD-72170B949C9B}"/>
                    </a:ext>
                  </a:extLst>
                </p14:cNvPr>
                <p14:cNvContentPartPr/>
                <p14:nvPr/>
              </p14:nvContentPartPr>
              <p14:xfrm>
                <a:off x="1317340" y="3827160"/>
                <a:ext cx="61200" cy="122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4D22510-120F-3B49-1EAD-72170B949C9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308700" y="3818160"/>
                  <a:ext cx="78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32C9569-B141-2212-9398-F29C11892F44}"/>
                    </a:ext>
                  </a:extLst>
                </p14:cNvPr>
                <p14:cNvContentPartPr/>
                <p14:nvPr/>
              </p14:nvContentPartPr>
              <p14:xfrm>
                <a:off x="1434340" y="3807000"/>
                <a:ext cx="22680" cy="55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32C9569-B141-2212-9398-F29C11892F4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425700" y="3798000"/>
                  <a:ext cx="40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3C5B2E5-35DD-36AE-BEA3-C6DF506C6A10}"/>
                    </a:ext>
                  </a:extLst>
                </p14:cNvPr>
                <p14:cNvContentPartPr/>
                <p14:nvPr/>
              </p14:nvContentPartPr>
              <p14:xfrm>
                <a:off x="1428940" y="3744360"/>
                <a:ext cx="64440" cy="20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3C5B2E5-35DD-36AE-BEA3-C6DF506C6A10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420300" y="3735720"/>
                  <a:ext cx="82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FAF96B3-2A72-8664-20B3-7B6D9641D5C2}"/>
                    </a:ext>
                  </a:extLst>
                </p14:cNvPr>
                <p14:cNvContentPartPr/>
                <p14:nvPr/>
              </p14:nvContentPartPr>
              <p14:xfrm>
                <a:off x="1434340" y="3795840"/>
                <a:ext cx="53280" cy="165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FAF96B3-2A72-8664-20B3-7B6D9641D5C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425700" y="3787200"/>
                  <a:ext cx="70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091543D-066D-8295-A6C0-427432A1E00A}"/>
                    </a:ext>
                  </a:extLst>
                </p14:cNvPr>
                <p14:cNvContentPartPr/>
                <p14:nvPr/>
              </p14:nvContentPartPr>
              <p14:xfrm>
                <a:off x="1609660" y="3801600"/>
                <a:ext cx="26280" cy="550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091543D-066D-8295-A6C0-427432A1E00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601020" y="3792960"/>
                  <a:ext cx="43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BF2727A-B21A-6708-CBE6-1E6D39980B85}"/>
                    </a:ext>
                  </a:extLst>
                </p14:cNvPr>
                <p14:cNvContentPartPr/>
                <p14:nvPr/>
              </p14:nvContentPartPr>
              <p14:xfrm>
                <a:off x="1534420" y="3727080"/>
                <a:ext cx="139680" cy="316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BF2727A-B21A-6708-CBE6-1E6D39980B85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525420" y="3718440"/>
                  <a:ext cx="157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99D09B2-1EE8-49C3-E9D2-26D151B125F6}"/>
                    </a:ext>
                  </a:extLst>
                </p14:cNvPr>
                <p14:cNvContentPartPr/>
                <p14:nvPr/>
              </p14:nvContentPartPr>
              <p14:xfrm>
                <a:off x="1829260" y="3722040"/>
                <a:ext cx="62640" cy="57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99D09B2-1EE8-49C3-E9D2-26D151B125F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820620" y="3713040"/>
                  <a:ext cx="80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C340C55-1AF1-DDF0-73FC-86206544CD7B}"/>
                    </a:ext>
                  </a:extLst>
                </p14:cNvPr>
                <p14:cNvContentPartPr/>
                <p14:nvPr/>
              </p14:nvContentPartPr>
              <p14:xfrm>
                <a:off x="1827100" y="3670560"/>
                <a:ext cx="64800" cy="90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C340C55-1AF1-DDF0-73FC-86206544CD7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818100" y="3661920"/>
                  <a:ext cx="82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E3FBFD4A-DBCD-82AA-BE38-F980FCB2E582}"/>
                    </a:ext>
                  </a:extLst>
                </p14:cNvPr>
                <p14:cNvContentPartPr/>
                <p14:nvPr/>
              </p14:nvContentPartPr>
              <p14:xfrm>
                <a:off x="1966060" y="3583440"/>
                <a:ext cx="125280" cy="1764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E3FBFD4A-DBCD-82AA-BE38-F980FCB2E58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957060" y="3574800"/>
                  <a:ext cx="142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8DC4F11-3F9B-CF64-36CF-A20B63CF4CFE}"/>
                    </a:ext>
                  </a:extLst>
                </p14:cNvPr>
                <p14:cNvContentPartPr/>
                <p14:nvPr/>
              </p14:nvContentPartPr>
              <p14:xfrm>
                <a:off x="796060" y="4185000"/>
                <a:ext cx="250920" cy="633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8DC4F11-3F9B-CF64-36CF-A20B63CF4CF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87420" y="4176000"/>
                  <a:ext cx="268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941E2F4-6ADD-F645-BB3B-2A60F3DBC711}"/>
                    </a:ext>
                  </a:extLst>
                </p14:cNvPr>
                <p14:cNvContentPartPr/>
                <p14:nvPr/>
              </p14:nvContentPartPr>
              <p14:xfrm>
                <a:off x="1110340" y="4042800"/>
                <a:ext cx="95400" cy="1890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941E2F4-6ADD-F645-BB3B-2A60F3DBC71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101340" y="4033800"/>
                  <a:ext cx="113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498663F-6FAD-EC8A-6A3D-43F4BFA32732}"/>
                    </a:ext>
                  </a:extLst>
                </p14:cNvPr>
                <p14:cNvContentPartPr/>
                <p14:nvPr/>
              </p14:nvContentPartPr>
              <p14:xfrm>
                <a:off x="1343980" y="4099320"/>
                <a:ext cx="150120" cy="950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498663F-6FAD-EC8A-6A3D-43F4BFA3273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335340" y="4090680"/>
                  <a:ext cx="167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7A64771-B2AD-DFD3-1FDE-439DB1689869}"/>
                    </a:ext>
                  </a:extLst>
                </p14:cNvPr>
                <p14:cNvContentPartPr/>
                <p14:nvPr/>
              </p14:nvContentPartPr>
              <p14:xfrm>
                <a:off x="1401220" y="4104720"/>
                <a:ext cx="38880" cy="878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7A64771-B2AD-DFD3-1FDE-439DB168986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392580" y="4095720"/>
                  <a:ext cx="565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3CE8113-8A1F-9EA6-A632-4BED0400CB5C}"/>
                    </a:ext>
                  </a:extLst>
                </p14:cNvPr>
                <p14:cNvContentPartPr/>
                <p14:nvPr/>
              </p14:nvContentPartPr>
              <p14:xfrm>
                <a:off x="1486900" y="4020120"/>
                <a:ext cx="93960" cy="1717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3CE8113-8A1F-9EA6-A632-4BED0400CB5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478260" y="4011480"/>
                  <a:ext cx="111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AF23C6C-45F0-D8E5-0665-CC0F69B6969D}"/>
                    </a:ext>
                  </a:extLst>
                </p14:cNvPr>
                <p14:cNvContentPartPr/>
                <p14:nvPr/>
              </p14:nvContentPartPr>
              <p14:xfrm>
                <a:off x="1592020" y="4107600"/>
                <a:ext cx="139680" cy="673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AF23C6C-45F0-D8E5-0665-CC0F69B6969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583380" y="4098600"/>
                  <a:ext cx="157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6E0C1BD-48CE-9F67-611F-C3B1E40E3055}"/>
                    </a:ext>
                  </a:extLst>
                </p14:cNvPr>
                <p14:cNvContentPartPr/>
                <p14:nvPr/>
              </p14:nvContentPartPr>
              <p14:xfrm>
                <a:off x="1684180" y="4005720"/>
                <a:ext cx="158400" cy="221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6E0C1BD-48CE-9F67-611F-C3B1E40E305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675540" y="3997080"/>
                  <a:ext cx="17604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0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D5691CF1-1B6F-B2FC-F593-F1B771AC972A}"/>
                  </a:ext>
                </a:extLst>
              </p14:cNvPr>
              <p14:cNvContentPartPr/>
              <p14:nvPr/>
            </p14:nvContentPartPr>
            <p14:xfrm>
              <a:off x="2178100" y="3665160"/>
              <a:ext cx="16920" cy="1836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D5691CF1-1B6F-B2FC-F593-F1B771AC972A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2169460" y="3656160"/>
                <a:ext cx="345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7" name="Group 416">
            <a:extLst>
              <a:ext uri="{FF2B5EF4-FFF2-40B4-BE49-F238E27FC236}">
                <a16:creationId xmlns:a16="http://schemas.microsoft.com/office/drawing/2014/main" id="{E924C8A7-1649-01AE-C963-F5F35BD66903}"/>
              </a:ext>
            </a:extLst>
          </p:cNvPr>
          <p:cNvGrpSpPr/>
          <p:nvPr/>
        </p:nvGrpSpPr>
        <p:grpSpPr>
          <a:xfrm>
            <a:off x="918820" y="4952880"/>
            <a:ext cx="420120" cy="306720"/>
            <a:chOff x="918820" y="4952880"/>
            <a:chExt cx="4201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6DC6021-D13D-AD33-8029-9390B1977C08}"/>
                    </a:ext>
                  </a:extLst>
                </p14:cNvPr>
                <p14:cNvContentPartPr/>
                <p14:nvPr/>
              </p14:nvContentPartPr>
              <p14:xfrm>
                <a:off x="1051660" y="5013720"/>
                <a:ext cx="63360" cy="1551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6DC6021-D13D-AD33-8029-9390B1977C0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42660" y="5005080"/>
                  <a:ext cx="81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DE1DE87-2396-9814-EE8A-9EE275E810E2}"/>
                    </a:ext>
                  </a:extLst>
                </p14:cNvPr>
                <p14:cNvContentPartPr/>
                <p14:nvPr/>
              </p14:nvContentPartPr>
              <p14:xfrm>
                <a:off x="918820" y="4959720"/>
                <a:ext cx="202320" cy="277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DE1DE87-2396-9814-EE8A-9EE275E810E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10180" y="4951080"/>
                  <a:ext cx="219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CA1C3D49-7794-4066-F427-03E58F21AC30}"/>
                    </a:ext>
                  </a:extLst>
                </p14:cNvPr>
                <p14:cNvContentPartPr/>
                <p14:nvPr/>
              </p14:nvContentPartPr>
              <p14:xfrm>
                <a:off x="1062820" y="5168160"/>
                <a:ext cx="132840" cy="57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CA1C3D49-7794-4066-F427-03E58F21AC30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53820" y="5159160"/>
                  <a:ext cx="150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039E3BF1-6530-62B5-2788-9A9B2CC8D5C6}"/>
                    </a:ext>
                  </a:extLst>
                </p14:cNvPr>
                <p14:cNvContentPartPr/>
                <p14:nvPr/>
              </p14:nvContentPartPr>
              <p14:xfrm>
                <a:off x="1203220" y="4952880"/>
                <a:ext cx="88200" cy="3067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039E3BF1-6530-62B5-2788-9A9B2CC8D5C6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94220" y="4943880"/>
                  <a:ext cx="1058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D3BF946B-DB92-D1E8-20F1-58750FB5E495}"/>
                    </a:ext>
                  </a:extLst>
                </p14:cNvPr>
                <p14:cNvContentPartPr/>
                <p14:nvPr/>
              </p14:nvContentPartPr>
              <p14:xfrm>
                <a:off x="1157860" y="5156640"/>
                <a:ext cx="181080" cy="223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D3BF946B-DB92-D1E8-20F1-58750FB5E49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49220" y="5148000"/>
                  <a:ext cx="19872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70183296-2758-1C13-9F54-37D92B3B2BAC}"/>
              </a:ext>
            </a:extLst>
          </p:cNvPr>
          <p:cNvGrpSpPr/>
          <p:nvPr/>
        </p:nvGrpSpPr>
        <p:grpSpPr>
          <a:xfrm>
            <a:off x="1524700" y="4896720"/>
            <a:ext cx="2005560" cy="261360"/>
            <a:chOff x="1524700" y="4896720"/>
            <a:chExt cx="200556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700A7FF-F0B1-73FD-BB1A-490DA54DC96E}"/>
                    </a:ext>
                  </a:extLst>
                </p14:cNvPr>
                <p14:cNvContentPartPr/>
                <p14:nvPr/>
              </p14:nvContentPartPr>
              <p14:xfrm>
                <a:off x="1524700" y="5050440"/>
                <a:ext cx="223920" cy="91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700A7FF-F0B1-73FD-BB1A-490DA54DC96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516060" y="5041800"/>
                  <a:ext cx="241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F768C8C-DE66-ED03-836B-C019DA8FD163}"/>
                    </a:ext>
                  </a:extLst>
                </p14:cNvPr>
                <p14:cNvContentPartPr/>
                <p14:nvPr/>
              </p14:nvContentPartPr>
              <p14:xfrm>
                <a:off x="1790020" y="5041440"/>
                <a:ext cx="144720" cy="1166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F768C8C-DE66-ED03-836B-C019DA8FD16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781020" y="5032440"/>
                  <a:ext cx="162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4AF7A8ED-5F43-A925-BA23-2115381258C0}"/>
                    </a:ext>
                  </a:extLst>
                </p14:cNvPr>
                <p14:cNvContentPartPr/>
                <p14:nvPr/>
              </p14:nvContentPartPr>
              <p14:xfrm>
                <a:off x="2094580" y="4955400"/>
                <a:ext cx="180000" cy="1800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4AF7A8ED-5F43-A925-BA23-2115381258C0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085580" y="4946400"/>
                  <a:ext cx="197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23DA004-F953-878A-CBAB-866F8880147D}"/>
                    </a:ext>
                  </a:extLst>
                </p14:cNvPr>
                <p14:cNvContentPartPr/>
                <p14:nvPr/>
              </p14:nvContentPartPr>
              <p14:xfrm>
                <a:off x="2319580" y="5069520"/>
                <a:ext cx="131400" cy="486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23DA004-F953-878A-CBAB-866F8880147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310940" y="5060880"/>
                  <a:ext cx="149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57917F49-B2A5-9087-F020-654062E8CEA6}"/>
                    </a:ext>
                  </a:extLst>
                </p14:cNvPr>
                <p14:cNvContentPartPr/>
                <p14:nvPr/>
              </p14:nvContentPartPr>
              <p14:xfrm>
                <a:off x="2476540" y="5024880"/>
                <a:ext cx="102240" cy="1000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57917F49-B2A5-9087-F020-654062E8CEA6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467540" y="5015880"/>
                  <a:ext cx="119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1A6DFF8-6E1F-64CB-096C-E636A083E674}"/>
                    </a:ext>
                  </a:extLst>
                </p14:cNvPr>
                <p14:cNvContentPartPr/>
                <p14:nvPr/>
              </p14:nvContentPartPr>
              <p14:xfrm>
                <a:off x="2624500" y="5016960"/>
                <a:ext cx="167760" cy="12600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1A6DFF8-6E1F-64CB-096C-E636A083E67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615860" y="5008320"/>
                  <a:ext cx="185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894EB96-9DEA-61CB-904B-89641B22FB0A}"/>
                    </a:ext>
                  </a:extLst>
                </p14:cNvPr>
                <p14:cNvContentPartPr/>
                <p14:nvPr/>
              </p14:nvContentPartPr>
              <p14:xfrm>
                <a:off x="2626300" y="5023440"/>
                <a:ext cx="63360" cy="493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894EB96-9DEA-61CB-904B-89641B22FB0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617300" y="5014800"/>
                  <a:ext cx="81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A81FCFE-822C-489A-3C64-03B8FCC743A9}"/>
                    </a:ext>
                  </a:extLst>
                </p14:cNvPr>
                <p14:cNvContentPartPr/>
                <p14:nvPr/>
              </p14:nvContentPartPr>
              <p14:xfrm>
                <a:off x="2981260" y="4896720"/>
                <a:ext cx="75600" cy="1972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A81FCFE-822C-489A-3C64-03B8FCC743A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972620" y="4888080"/>
                  <a:ext cx="93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DE12815-B332-65B9-F148-7C71976C270C}"/>
                    </a:ext>
                  </a:extLst>
                </p14:cNvPr>
                <p14:cNvContentPartPr/>
                <p14:nvPr/>
              </p14:nvContentPartPr>
              <p14:xfrm>
                <a:off x="2953900" y="5013000"/>
                <a:ext cx="139320" cy="2232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DE12815-B332-65B9-F148-7C71976C270C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945260" y="5004360"/>
                  <a:ext cx="156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F659A12C-019D-0140-BF67-E6F89F80229C}"/>
                    </a:ext>
                  </a:extLst>
                </p14:cNvPr>
                <p14:cNvContentPartPr/>
                <p14:nvPr/>
              </p14:nvContentPartPr>
              <p14:xfrm>
                <a:off x="3118780" y="4986720"/>
                <a:ext cx="219960" cy="1015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F659A12C-019D-0140-BF67-E6F89F80229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3110140" y="4977720"/>
                  <a:ext cx="237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E52946D2-3B66-9925-33D3-B4D9449BC834}"/>
                    </a:ext>
                  </a:extLst>
                </p14:cNvPr>
                <p14:cNvContentPartPr/>
                <p14:nvPr/>
              </p14:nvContentPartPr>
              <p14:xfrm>
                <a:off x="3434860" y="4992120"/>
                <a:ext cx="95400" cy="712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E52946D2-3B66-9925-33D3-B4D9449BC834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425860" y="4983120"/>
                  <a:ext cx="1130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27942DC3-AE61-BE82-A215-B27A5036CF1B}"/>
              </a:ext>
            </a:extLst>
          </p:cNvPr>
          <p:cNvGrpSpPr/>
          <p:nvPr/>
        </p:nvGrpSpPr>
        <p:grpSpPr>
          <a:xfrm>
            <a:off x="3726100" y="4838400"/>
            <a:ext cx="756000" cy="234000"/>
            <a:chOff x="3726100" y="4838400"/>
            <a:chExt cx="75600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4807D92D-7F4F-BD64-CB74-509153F830B8}"/>
                    </a:ext>
                  </a:extLst>
                </p14:cNvPr>
                <p14:cNvContentPartPr/>
                <p14:nvPr/>
              </p14:nvContentPartPr>
              <p14:xfrm>
                <a:off x="3757780" y="4838400"/>
                <a:ext cx="130680" cy="2340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4807D92D-7F4F-BD64-CB74-509153F830B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3748780" y="4829400"/>
                  <a:ext cx="1483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FD76021-ECE9-D9F9-679A-7C05F6BA42B1}"/>
                    </a:ext>
                  </a:extLst>
                </p14:cNvPr>
                <p14:cNvContentPartPr/>
                <p14:nvPr/>
              </p14:nvContentPartPr>
              <p14:xfrm>
                <a:off x="3726100" y="4965840"/>
                <a:ext cx="154080" cy="68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FD76021-ECE9-D9F9-679A-7C05F6BA42B1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3717460" y="4956840"/>
                  <a:ext cx="171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A65EC470-496E-FD0B-94A6-DE1FF101E16C}"/>
                    </a:ext>
                  </a:extLst>
                </p14:cNvPr>
                <p14:cNvContentPartPr/>
                <p14:nvPr/>
              </p14:nvContentPartPr>
              <p14:xfrm>
                <a:off x="3910780" y="4996800"/>
                <a:ext cx="82080" cy="716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A65EC470-496E-FD0B-94A6-DE1FF101E16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3902140" y="4987800"/>
                  <a:ext cx="99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8F770D5-8332-03E7-2AF2-23C9AAF7957D}"/>
                    </a:ext>
                  </a:extLst>
                </p14:cNvPr>
                <p14:cNvContentPartPr/>
                <p14:nvPr/>
              </p14:nvContentPartPr>
              <p14:xfrm>
                <a:off x="4055500" y="4961880"/>
                <a:ext cx="292320" cy="946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8F770D5-8332-03E7-2AF2-23C9AAF7957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046500" y="4953240"/>
                  <a:ext cx="309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B3A3931-342B-AFC6-E045-B87C5AFC2AEE}"/>
                    </a:ext>
                  </a:extLst>
                </p14:cNvPr>
                <p14:cNvContentPartPr/>
                <p14:nvPr/>
              </p14:nvContentPartPr>
              <p14:xfrm>
                <a:off x="4375900" y="4928760"/>
                <a:ext cx="106200" cy="11232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B3A3931-342B-AFC6-E045-B87C5AFC2AEE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366900" y="4919760"/>
                  <a:ext cx="1238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8456E261-074B-38EF-4653-C7615F7C42C1}"/>
              </a:ext>
            </a:extLst>
          </p:cNvPr>
          <p:cNvGrpSpPr/>
          <p:nvPr/>
        </p:nvGrpSpPr>
        <p:grpSpPr>
          <a:xfrm>
            <a:off x="4697740" y="4753440"/>
            <a:ext cx="1427760" cy="323280"/>
            <a:chOff x="4697740" y="4753440"/>
            <a:chExt cx="142776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6EA0D37-916F-F896-353E-976CCFB29B3B}"/>
                    </a:ext>
                  </a:extLst>
                </p14:cNvPr>
                <p14:cNvContentPartPr/>
                <p14:nvPr/>
              </p14:nvContentPartPr>
              <p14:xfrm>
                <a:off x="4697740" y="4799160"/>
                <a:ext cx="128520" cy="2743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6EA0D37-916F-F896-353E-976CCFB29B3B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4689100" y="4790160"/>
                  <a:ext cx="146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234B994-4878-A64D-2F42-86786D10AF95}"/>
                    </a:ext>
                  </a:extLst>
                </p14:cNvPr>
                <p14:cNvContentPartPr/>
                <p14:nvPr/>
              </p14:nvContentPartPr>
              <p14:xfrm>
                <a:off x="4787020" y="4944600"/>
                <a:ext cx="94320" cy="1015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234B994-4878-A64D-2F42-86786D10AF95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4778380" y="4935960"/>
                  <a:ext cx="111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67645371-276B-2998-EADB-68B5C8940551}"/>
                    </a:ext>
                  </a:extLst>
                </p14:cNvPr>
                <p14:cNvContentPartPr/>
                <p14:nvPr/>
              </p14:nvContentPartPr>
              <p14:xfrm>
                <a:off x="4922020" y="4987080"/>
                <a:ext cx="35640" cy="5868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67645371-276B-2998-EADB-68B5C894055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4913020" y="4978440"/>
                  <a:ext cx="53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A00D73E-ECF4-8630-AE09-50EC7439E006}"/>
                    </a:ext>
                  </a:extLst>
                </p14:cNvPr>
                <p14:cNvContentPartPr/>
                <p14:nvPr/>
              </p14:nvContentPartPr>
              <p14:xfrm>
                <a:off x="4911220" y="4888080"/>
                <a:ext cx="2520" cy="39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A00D73E-ECF4-8630-AE09-50EC7439E00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02580" y="4879080"/>
                  <a:ext cx="20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C6024E14-956E-D401-24EF-8795388F6E4C}"/>
                    </a:ext>
                  </a:extLst>
                </p14:cNvPr>
                <p14:cNvContentPartPr/>
                <p14:nvPr/>
              </p14:nvContentPartPr>
              <p14:xfrm>
                <a:off x="5001580" y="5008320"/>
                <a:ext cx="126360" cy="4824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C6024E14-956E-D401-24EF-8795388F6E4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4992940" y="4999680"/>
                  <a:ext cx="14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2DE6287-AA1B-2CA8-E533-7C4D18CFD983}"/>
                    </a:ext>
                  </a:extLst>
                </p14:cNvPr>
                <p14:cNvContentPartPr/>
                <p14:nvPr/>
              </p14:nvContentPartPr>
              <p14:xfrm>
                <a:off x="5165740" y="4976640"/>
                <a:ext cx="131760" cy="752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2DE6287-AA1B-2CA8-E533-7C4D18CFD983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5157100" y="4967640"/>
                  <a:ext cx="149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E86E505B-A408-90B9-27DD-93316D183FCB}"/>
                    </a:ext>
                  </a:extLst>
                </p14:cNvPr>
                <p14:cNvContentPartPr/>
                <p14:nvPr/>
              </p14:nvContentPartPr>
              <p14:xfrm>
                <a:off x="5363740" y="4923360"/>
                <a:ext cx="60480" cy="10800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E86E505B-A408-90B9-27DD-93316D183FCB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5354740" y="4914720"/>
                  <a:ext cx="78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95CC3D64-AE68-64D8-31E1-5B9327759889}"/>
                    </a:ext>
                  </a:extLst>
                </p14:cNvPr>
                <p14:cNvContentPartPr/>
                <p14:nvPr/>
              </p14:nvContentPartPr>
              <p14:xfrm>
                <a:off x="5480020" y="4975200"/>
                <a:ext cx="89640" cy="612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95CC3D64-AE68-64D8-31E1-5B9327759889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471020" y="4966560"/>
                  <a:ext cx="107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A185B4E-C094-11B3-AF65-D0F6C788DD12}"/>
                    </a:ext>
                  </a:extLst>
                </p14:cNvPr>
                <p14:cNvContentPartPr/>
                <p14:nvPr/>
              </p14:nvContentPartPr>
              <p14:xfrm>
                <a:off x="5618260" y="4971240"/>
                <a:ext cx="35640" cy="6372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A185B4E-C094-11B3-AF65-D0F6C788DD12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5609620" y="4962240"/>
                  <a:ext cx="53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17B39929-82FA-6611-B72A-317F8B820A60}"/>
                    </a:ext>
                  </a:extLst>
                </p14:cNvPr>
                <p14:cNvContentPartPr/>
                <p14:nvPr/>
              </p14:nvContentPartPr>
              <p14:xfrm>
                <a:off x="5602420" y="4875480"/>
                <a:ext cx="6840" cy="46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17B39929-82FA-6611-B72A-317F8B820A6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5593420" y="4866840"/>
                  <a:ext cx="24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87DDF5A5-E20C-5C08-3DA8-002833E9024D}"/>
                    </a:ext>
                  </a:extLst>
                </p14:cNvPr>
                <p14:cNvContentPartPr/>
                <p14:nvPr/>
              </p14:nvContentPartPr>
              <p14:xfrm>
                <a:off x="5696380" y="4801320"/>
                <a:ext cx="100080" cy="2494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87DDF5A5-E20C-5C08-3DA8-002833E9024D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5687380" y="4792680"/>
                  <a:ext cx="117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4A32F00-EFCE-ECE1-1FDF-C7F0E94045B8}"/>
                    </a:ext>
                  </a:extLst>
                </p14:cNvPr>
                <p14:cNvContentPartPr/>
                <p14:nvPr/>
              </p14:nvContentPartPr>
              <p14:xfrm>
                <a:off x="5813380" y="4916520"/>
                <a:ext cx="98640" cy="1033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4A32F00-EFCE-ECE1-1FDF-C7F0E94045B8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804380" y="4907880"/>
                  <a:ext cx="116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7391CC8-5EE2-DCBC-B89F-FD1B97B085F2}"/>
                    </a:ext>
                  </a:extLst>
                </p14:cNvPr>
                <p14:cNvContentPartPr/>
                <p14:nvPr/>
              </p14:nvContentPartPr>
              <p14:xfrm>
                <a:off x="5942620" y="4753440"/>
                <a:ext cx="182880" cy="3232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7391CC8-5EE2-DCBC-B89F-FD1B97B085F2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933620" y="4744440"/>
                  <a:ext cx="20052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EB8166FB-962C-1647-6EEF-970CE5421E58}"/>
              </a:ext>
            </a:extLst>
          </p:cNvPr>
          <p:cNvGrpSpPr/>
          <p:nvPr/>
        </p:nvGrpSpPr>
        <p:grpSpPr>
          <a:xfrm>
            <a:off x="6378580" y="4790520"/>
            <a:ext cx="570240" cy="241200"/>
            <a:chOff x="6378580" y="4790520"/>
            <a:chExt cx="57024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ECFB825-B8EC-843E-C0FA-5EEAC2EB1AC3}"/>
                    </a:ext>
                  </a:extLst>
                </p14:cNvPr>
                <p14:cNvContentPartPr/>
                <p14:nvPr/>
              </p14:nvContentPartPr>
              <p14:xfrm>
                <a:off x="6378580" y="4944600"/>
                <a:ext cx="182520" cy="871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ECFB825-B8EC-843E-C0FA-5EEAC2EB1AC3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6369580" y="4935960"/>
                  <a:ext cx="200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FEBA1607-D98A-3FF1-1735-786404C8C027}"/>
                    </a:ext>
                  </a:extLst>
                </p14:cNvPr>
                <p14:cNvContentPartPr/>
                <p14:nvPr/>
              </p14:nvContentPartPr>
              <p14:xfrm>
                <a:off x="6628420" y="4965840"/>
                <a:ext cx="15120" cy="475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FEBA1607-D98A-3FF1-1735-786404C8C027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6619420" y="4957200"/>
                  <a:ext cx="32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79517FD-CA02-AB1C-F15A-2CAA475F82D5}"/>
                    </a:ext>
                  </a:extLst>
                </p14:cNvPr>
                <p14:cNvContentPartPr/>
                <p14:nvPr/>
              </p14:nvContentPartPr>
              <p14:xfrm>
                <a:off x="6596380" y="4822200"/>
                <a:ext cx="360" cy="122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79517FD-CA02-AB1C-F15A-2CAA475F82D5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6587740" y="4813560"/>
                  <a:ext cx="1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01AB942-8FDE-629B-B0A0-5EC05CEFB2F7}"/>
                    </a:ext>
                  </a:extLst>
                </p14:cNvPr>
                <p14:cNvContentPartPr/>
                <p14:nvPr/>
              </p14:nvContentPartPr>
              <p14:xfrm>
                <a:off x="6713380" y="4822200"/>
                <a:ext cx="57240" cy="1821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01AB942-8FDE-629B-B0A0-5EC05CEFB2F7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6704740" y="4813560"/>
                  <a:ext cx="74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53FEE717-A3FF-75A6-BB6A-506BF57797EF}"/>
                    </a:ext>
                  </a:extLst>
                </p14:cNvPr>
                <p14:cNvContentPartPr/>
                <p14:nvPr/>
              </p14:nvContentPartPr>
              <p14:xfrm>
                <a:off x="6680980" y="4960440"/>
                <a:ext cx="102240" cy="576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53FEE717-A3FF-75A6-BB6A-506BF57797EF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671980" y="4951800"/>
                  <a:ext cx="119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B099EC80-CE6B-4C3A-FB5F-DDD5E0568C30}"/>
                    </a:ext>
                  </a:extLst>
                </p14:cNvPr>
                <p14:cNvContentPartPr/>
                <p14:nvPr/>
              </p14:nvContentPartPr>
              <p14:xfrm>
                <a:off x="6777100" y="4790520"/>
                <a:ext cx="171720" cy="2260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B099EC80-CE6B-4C3A-FB5F-DDD5E0568C30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768460" y="4781520"/>
                  <a:ext cx="18936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F9F36B3C-083E-79A5-C93F-9A8E87483353}"/>
              </a:ext>
            </a:extLst>
          </p:cNvPr>
          <p:cNvGrpSpPr/>
          <p:nvPr/>
        </p:nvGrpSpPr>
        <p:grpSpPr>
          <a:xfrm>
            <a:off x="7120900" y="4749840"/>
            <a:ext cx="1272960" cy="371160"/>
            <a:chOff x="7120900" y="4749840"/>
            <a:chExt cx="127296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F68B136E-382C-D012-6F04-4580A4012766}"/>
                    </a:ext>
                  </a:extLst>
                </p14:cNvPr>
                <p14:cNvContentPartPr/>
                <p14:nvPr/>
              </p14:nvContentPartPr>
              <p14:xfrm>
                <a:off x="7122700" y="4784040"/>
                <a:ext cx="59400" cy="2988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F68B136E-382C-D012-6F04-4580A4012766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7114060" y="4775040"/>
                  <a:ext cx="770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28F7068-9EA7-6769-1B4F-D8A3E0B05D97}"/>
                    </a:ext>
                  </a:extLst>
                </p14:cNvPr>
                <p14:cNvContentPartPr/>
                <p14:nvPr/>
              </p14:nvContentPartPr>
              <p14:xfrm>
                <a:off x="7120900" y="4958280"/>
                <a:ext cx="76680" cy="115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28F7068-9EA7-6769-1B4F-D8A3E0B05D97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7111900" y="4949280"/>
                  <a:ext cx="94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76B43F9-F74B-4710-47AA-0DD2CB7C79CD}"/>
                    </a:ext>
                  </a:extLst>
                </p14:cNvPr>
                <p14:cNvContentPartPr/>
                <p14:nvPr/>
              </p14:nvContentPartPr>
              <p14:xfrm>
                <a:off x="7191100" y="4887720"/>
                <a:ext cx="233640" cy="1170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76B43F9-F74B-4710-47AA-0DD2CB7C79CD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7182100" y="4879080"/>
                  <a:ext cx="251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4044327-D53F-D9E0-181B-D77B5F978AED}"/>
                    </a:ext>
                  </a:extLst>
                </p14:cNvPr>
                <p14:cNvContentPartPr/>
                <p14:nvPr/>
              </p14:nvContentPartPr>
              <p14:xfrm>
                <a:off x="7455700" y="4907520"/>
                <a:ext cx="96480" cy="2134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4044327-D53F-D9E0-181B-D77B5F978AED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7447060" y="4898520"/>
                  <a:ext cx="114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4C9348FC-3202-4FC0-D746-349DAE8B18FB}"/>
                    </a:ext>
                  </a:extLst>
                </p14:cNvPr>
                <p14:cNvContentPartPr/>
                <p14:nvPr/>
              </p14:nvContentPartPr>
              <p14:xfrm>
                <a:off x="7553260" y="4841280"/>
                <a:ext cx="374400" cy="14472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4C9348FC-3202-4FC0-D746-349DAE8B18FB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7544620" y="4832280"/>
                  <a:ext cx="392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2808494-BC92-1580-013A-894DDF22EC45}"/>
                    </a:ext>
                  </a:extLst>
                </p14:cNvPr>
                <p14:cNvContentPartPr/>
                <p14:nvPr/>
              </p14:nvContentPartPr>
              <p14:xfrm>
                <a:off x="7950340" y="4858920"/>
                <a:ext cx="233280" cy="12888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2808494-BC92-1580-013A-894DDF22EC4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941340" y="4849920"/>
                  <a:ext cx="250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3C9C2686-6DF2-1624-ABBC-2B88447E1F7B}"/>
                    </a:ext>
                  </a:extLst>
                </p14:cNvPr>
                <p14:cNvContentPartPr/>
                <p14:nvPr/>
              </p14:nvContentPartPr>
              <p14:xfrm>
                <a:off x="8084980" y="4749840"/>
                <a:ext cx="20520" cy="504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3C9C2686-6DF2-1624-ABBC-2B88447E1F7B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8076340" y="4740840"/>
                  <a:ext cx="38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4AFAD721-B45F-DB7A-F34A-35299F859F33}"/>
                    </a:ext>
                  </a:extLst>
                </p14:cNvPr>
                <p14:cNvContentPartPr/>
                <p14:nvPr/>
              </p14:nvContentPartPr>
              <p14:xfrm>
                <a:off x="8207380" y="4825440"/>
                <a:ext cx="106200" cy="14688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4AFAD721-B45F-DB7A-F34A-35299F859F33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8198380" y="4816800"/>
                  <a:ext cx="123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C1175E85-F5AD-6388-A116-3E679ADE3296}"/>
                    </a:ext>
                  </a:extLst>
                </p14:cNvPr>
                <p14:cNvContentPartPr/>
                <p14:nvPr/>
              </p14:nvContentPartPr>
              <p14:xfrm>
                <a:off x="8276140" y="4822200"/>
                <a:ext cx="117720" cy="1335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C1175E85-F5AD-6388-A116-3E679ADE3296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8267140" y="4813560"/>
                  <a:ext cx="1353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266B5081-C1A5-B88D-EF61-3E7B14147571}"/>
              </a:ext>
            </a:extLst>
          </p:cNvPr>
          <p:cNvGrpSpPr/>
          <p:nvPr/>
        </p:nvGrpSpPr>
        <p:grpSpPr>
          <a:xfrm>
            <a:off x="8634700" y="4694400"/>
            <a:ext cx="1855440" cy="361080"/>
            <a:chOff x="8634700" y="4694400"/>
            <a:chExt cx="185544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F1144DC-A827-9383-279C-90F05DCA870E}"/>
                    </a:ext>
                  </a:extLst>
                </p14:cNvPr>
                <p14:cNvContentPartPr/>
                <p14:nvPr/>
              </p14:nvContentPartPr>
              <p14:xfrm>
                <a:off x="8634700" y="4863600"/>
                <a:ext cx="77760" cy="9792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F1144DC-A827-9383-279C-90F05DCA870E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8626060" y="4854960"/>
                  <a:ext cx="95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5E00054-DCDF-6410-6E56-10CFE82B9CEF}"/>
                    </a:ext>
                  </a:extLst>
                </p14:cNvPr>
                <p14:cNvContentPartPr/>
                <p14:nvPr/>
              </p14:nvContentPartPr>
              <p14:xfrm>
                <a:off x="8738020" y="4694400"/>
                <a:ext cx="115920" cy="2667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5E00054-DCDF-6410-6E56-10CFE82B9CEF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8729020" y="4685400"/>
                  <a:ext cx="1335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CEF40FF-0347-BCDA-9367-8BD777542CB1}"/>
                    </a:ext>
                  </a:extLst>
                </p14:cNvPr>
                <p14:cNvContentPartPr/>
                <p14:nvPr/>
              </p14:nvContentPartPr>
              <p14:xfrm>
                <a:off x="8902900" y="4869720"/>
                <a:ext cx="91440" cy="921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CEF40FF-0347-BCDA-9367-8BD777542CB1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8893900" y="4860720"/>
                  <a:ext cx="109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3D2423D-F1DC-C89E-886D-1DB70C25499E}"/>
                    </a:ext>
                  </a:extLst>
                </p14:cNvPr>
                <p14:cNvContentPartPr/>
                <p14:nvPr/>
              </p14:nvContentPartPr>
              <p14:xfrm>
                <a:off x="8994340" y="4860720"/>
                <a:ext cx="101160" cy="10620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3D2423D-F1DC-C89E-886D-1DB70C25499E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8985700" y="4851720"/>
                  <a:ext cx="118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FDAFF26C-E6CE-8E34-4012-27D429008B1A}"/>
                    </a:ext>
                  </a:extLst>
                </p14:cNvPr>
                <p14:cNvContentPartPr/>
                <p14:nvPr/>
              </p14:nvContentPartPr>
              <p14:xfrm>
                <a:off x="9115300" y="4871160"/>
                <a:ext cx="128880" cy="9540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FDAFF26C-E6CE-8E34-4012-27D429008B1A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9106300" y="4862520"/>
                  <a:ext cx="146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FCC70D19-C0B6-AFE2-E24A-F0B0F4FFDF27}"/>
                    </a:ext>
                  </a:extLst>
                </p14:cNvPr>
                <p14:cNvContentPartPr/>
                <p14:nvPr/>
              </p14:nvContentPartPr>
              <p14:xfrm>
                <a:off x="9411580" y="4737240"/>
                <a:ext cx="129600" cy="2286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FCC70D19-C0B6-AFE2-E24A-F0B0F4FFDF27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402940" y="4728240"/>
                  <a:ext cx="147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7BD83A28-5034-55C8-5B58-EC85C5947D0A}"/>
                    </a:ext>
                  </a:extLst>
                </p14:cNvPr>
                <p14:cNvContentPartPr/>
                <p14:nvPr/>
              </p14:nvContentPartPr>
              <p14:xfrm>
                <a:off x="9402940" y="4852080"/>
                <a:ext cx="96480" cy="68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7BD83A28-5034-55C8-5B58-EC85C5947D0A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9393940" y="4843080"/>
                  <a:ext cx="114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F9B49AA-7AB8-4D9F-DD3A-B9A14D99170C}"/>
                    </a:ext>
                  </a:extLst>
                </p14:cNvPr>
                <p14:cNvContentPartPr/>
                <p14:nvPr/>
              </p14:nvContentPartPr>
              <p14:xfrm>
                <a:off x="9562780" y="4876200"/>
                <a:ext cx="95760" cy="853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F9B49AA-7AB8-4D9F-DD3A-B9A14D99170C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9553780" y="4867200"/>
                  <a:ext cx="113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A0DE8A2-5960-AC11-C10F-13CD11E4F3DF}"/>
                    </a:ext>
                  </a:extLst>
                </p14:cNvPr>
                <p14:cNvContentPartPr/>
                <p14:nvPr/>
              </p14:nvContentPartPr>
              <p14:xfrm>
                <a:off x="9758260" y="4858560"/>
                <a:ext cx="169560" cy="1969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A0DE8A2-5960-AC11-C10F-13CD11E4F3DF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9749260" y="4849560"/>
                  <a:ext cx="18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AC32D9B9-419F-7501-977F-B4B4CD647612}"/>
                    </a:ext>
                  </a:extLst>
                </p14:cNvPr>
                <p14:cNvContentPartPr/>
                <p14:nvPr/>
              </p14:nvContentPartPr>
              <p14:xfrm>
                <a:off x="9993700" y="4753440"/>
                <a:ext cx="39960" cy="21348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AC32D9B9-419F-7501-977F-B4B4CD647612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9984700" y="4744440"/>
                  <a:ext cx="57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527B4DE5-CFA4-0F73-587C-DC4758B9CDDD}"/>
                    </a:ext>
                  </a:extLst>
                </p14:cNvPr>
                <p14:cNvContentPartPr/>
                <p14:nvPr/>
              </p14:nvContentPartPr>
              <p14:xfrm>
                <a:off x="9931060" y="4881240"/>
                <a:ext cx="132120" cy="104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527B4DE5-CFA4-0F73-587C-DC4758B9CDDD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9922060" y="4872600"/>
                  <a:ext cx="149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E6E589EC-8A53-1D8D-D128-0726327A075A}"/>
                    </a:ext>
                  </a:extLst>
                </p14:cNvPr>
                <p14:cNvContentPartPr/>
                <p14:nvPr/>
              </p14:nvContentPartPr>
              <p14:xfrm>
                <a:off x="10073260" y="4758480"/>
                <a:ext cx="416880" cy="20988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E6E589EC-8A53-1D8D-D128-0726327A075A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10064620" y="4749840"/>
                  <a:ext cx="4345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D3E54597-50AD-7F19-6EC7-F5823D605565}"/>
              </a:ext>
            </a:extLst>
          </p:cNvPr>
          <p:cNvGrpSpPr/>
          <p:nvPr/>
        </p:nvGrpSpPr>
        <p:grpSpPr>
          <a:xfrm>
            <a:off x="997300" y="5454720"/>
            <a:ext cx="1176480" cy="212040"/>
            <a:chOff x="997300" y="5454720"/>
            <a:chExt cx="117648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0D625E78-8578-F06C-C740-10B3A29E9572}"/>
                    </a:ext>
                  </a:extLst>
                </p14:cNvPr>
                <p14:cNvContentPartPr/>
                <p14:nvPr/>
              </p14:nvContentPartPr>
              <p14:xfrm>
                <a:off x="997300" y="5454720"/>
                <a:ext cx="164160" cy="19764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0D625E78-8578-F06C-C740-10B3A29E9572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988660" y="5446080"/>
                  <a:ext cx="181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F38EF67-9FB2-E541-32E2-39AD8862087F}"/>
                    </a:ext>
                  </a:extLst>
                </p14:cNvPr>
                <p14:cNvContentPartPr/>
                <p14:nvPr/>
              </p14:nvContentPartPr>
              <p14:xfrm>
                <a:off x="1198900" y="5561640"/>
                <a:ext cx="152280" cy="8640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F38EF67-9FB2-E541-32E2-39AD8862087F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1189900" y="5552640"/>
                  <a:ext cx="169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7AD93C97-8BEF-A992-4576-C1B019C83415}"/>
                    </a:ext>
                  </a:extLst>
                </p14:cNvPr>
                <p14:cNvContentPartPr/>
                <p14:nvPr/>
              </p14:nvContentPartPr>
              <p14:xfrm>
                <a:off x="1385380" y="5587920"/>
                <a:ext cx="241200" cy="7884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7AD93C97-8BEF-A992-4576-C1B019C83415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1376740" y="5578920"/>
                  <a:ext cx="258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A49CFF9-00D1-41E5-1CC2-CD49330F51A1}"/>
                    </a:ext>
                  </a:extLst>
                </p14:cNvPr>
                <p14:cNvContentPartPr/>
                <p14:nvPr/>
              </p14:nvContentPartPr>
              <p14:xfrm>
                <a:off x="1764100" y="5557320"/>
                <a:ext cx="239400" cy="9144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A49CFF9-00D1-41E5-1CC2-CD49330F51A1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1755100" y="5548680"/>
                  <a:ext cx="25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8D8ECFF7-C9D7-0282-5A7A-F597E3D946BB}"/>
                    </a:ext>
                  </a:extLst>
                </p14:cNvPr>
                <p14:cNvContentPartPr/>
                <p14:nvPr/>
              </p14:nvContentPartPr>
              <p14:xfrm>
                <a:off x="1445140" y="5635800"/>
                <a:ext cx="360" cy="36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8D8ECFF7-C9D7-0282-5A7A-F597E3D946B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436140" y="5626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B84B594-F918-2663-DD66-C1F130DFB191}"/>
                    </a:ext>
                  </a:extLst>
                </p14:cNvPr>
                <p14:cNvContentPartPr/>
                <p14:nvPr/>
              </p14:nvContentPartPr>
              <p14:xfrm>
                <a:off x="2049940" y="5536440"/>
                <a:ext cx="123840" cy="9972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B84B594-F918-2663-DD66-C1F130DFB191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2041300" y="5527800"/>
                  <a:ext cx="1414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9E69227E-0245-4AB4-5F62-CE4C26FD74E6}"/>
              </a:ext>
            </a:extLst>
          </p:cNvPr>
          <p:cNvGrpSpPr/>
          <p:nvPr/>
        </p:nvGrpSpPr>
        <p:grpSpPr>
          <a:xfrm>
            <a:off x="2418940" y="5427720"/>
            <a:ext cx="1124280" cy="166680"/>
            <a:chOff x="2418940" y="5427720"/>
            <a:chExt cx="112428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136D5EA-9DE7-70C3-2AB0-EF812BAACC22}"/>
                    </a:ext>
                  </a:extLst>
                </p14:cNvPr>
                <p14:cNvContentPartPr/>
                <p14:nvPr/>
              </p14:nvContentPartPr>
              <p14:xfrm>
                <a:off x="2465380" y="5524200"/>
                <a:ext cx="16200" cy="579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136D5EA-9DE7-70C3-2AB0-EF812BAACC22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2456740" y="5515200"/>
                  <a:ext cx="33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CC1431D-9B72-66E4-2779-98EEF428CA6E}"/>
                    </a:ext>
                  </a:extLst>
                </p14:cNvPr>
                <p14:cNvContentPartPr/>
                <p14:nvPr/>
              </p14:nvContentPartPr>
              <p14:xfrm>
                <a:off x="2418940" y="5427720"/>
                <a:ext cx="4680" cy="612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CC1431D-9B72-66E4-2779-98EEF428CA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10300" y="5419080"/>
                  <a:ext cx="22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A162FB1D-6B8F-3094-3815-ED0611AC3B67}"/>
                    </a:ext>
                  </a:extLst>
                </p14:cNvPr>
                <p14:cNvContentPartPr/>
                <p14:nvPr/>
              </p14:nvContentPartPr>
              <p14:xfrm>
                <a:off x="2513620" y="5534640"/>
                <a:ext cx="130680" cy="5868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A162FB1D-6B8F-3094-3815-ED0611AC3B67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2504620" y="5526000"/>
                  <a:ext cx="148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2FFE4307-B018-DF97-122D-E60CD95DDB8A}"/>
                    </a:ext>
                  </a:extLst>
                </p14:cNvPr>
                <p14:cNvContentPartPr/>
                <p14:nvPr/>
              </p14:nvContentPartPr>
              <p14:xfrm>
                <a:off x="2686420" y="5495760"/>
                <a:ext cx="98280" cy="9864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2FFE4307-B018-DF97-122D-E60CD95DDB8A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2677780" y="5486760"/>
                  <a:ext cx="115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F052C37D-8C67-A274-200C-E41C09D3F0A7}"/>
                    </a:ext>
                  </a:extLst>
                </p14:cNvPr>
                <p14:cNvContentPartPr/>
                <p14:nvPr/>
              </p14:nvContentPartPr>
              <p14:xfrm>
                <a:off x="2852020" y="5459400"/>
                <a:ext cx="245160" cy="12060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F052C37D-8C67-A274-200C-E41C09D3F0A7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2843380" y="5450760"/>
                  <a:ext cx="262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A16138D5-3BC9-F96D-1762-39460C6CB4CC}"/>
                    </a:ext>
                  </a:extLst>
                </p14:cNvPr>
                <p14:cNvContentPartPr/>
                <p14:nvPr/>
              </p14:nvContentPartPr>
              <p14:xfrm>
                <a:off x="3143620" y="5506200"/>
                <a:ext cx="84240" cy="7596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A16138D5-3BC9-F96D-1762-39460C6CB4CC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3134620" y="5497560"/>
                  <a:ext cx="101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25894475-7530-004B-2B2A-90A7CD9B30F8}"/>
                    </a:ext>
                  </a:extLst>
                </p14:cNvPr>
                <p14:cNvContentPartPr/>
                <p14:nvPr/>
              </p14:nvContentPartPr>
              <p14:xfrm>
                <a:off x="3271420" y="5438160"/>
                <a:ext cx="271800" cy="13500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25894475-7530-004B-2B2A-90A7CD9B30F8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3262780" y="5429160"/>
                  <a:ext cx="28944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87797793-BDB6-320C-AEEE-A3B63EC75CDB}"/>
              </a:ext>
            </a:extLst>
          </p:cNvPr>
          <p:cNvGrpSpPr/>
          <p:nvPr/>
        </p:nvGrpSpPr>
        <p:grpSpPr>
          <a:xfrm>
            <a:off x="3736900" y="5311440"/>
            <a:ext cx="387720" cy="250920"/>
            <a:chOff x="3736900" y="5311440"/>
            <a:chExt cx="38772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B46688D8-7E24-470A-EB40-9445D8B9818D}"/>
                    </a:ext>
                  </a:extLst>
                </p14:cNvPr>
                <p14:cNvContentPartPr/>
                <p14:nvPr/>
              </p14:nvContentPartPr>
              <p14:xfrm>
                <a:off x="3736900" y="5311440"/>
                <a:ext cx="158040" cy="25092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B46688D8-7E24-470A-EB40-9445D8B9818D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3727900" y="5302440"/>
                  <a:ext cx="175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586A48B6-56A0-852D-57DF-98EE27788CFA}"/>
                    </a:ext>
                  </a:extLst>
                </p14:cNvPr>
                <p14:cNvContentPartPr/>
                <p14:nvPr/>
              </p14:nvContentPartPr>
              <p14:xfrm>
                <a:off x="3747700" y="5439240"/>
                <a:ext cx="79560" cy="2196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586A48B6-56A0-852D-57DF-98EE27788CFA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3738700" y="5430240"/>
                  <a:ext cx="97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787AAE56-3E57-224D-22DE-2B9BE323AA38}"/>
                    </a:ext>
                  </a:extLst>
                </p14:cNvPr>
                <p14:cNvContentPartPr/>
                <p14:nvPr/>
              </p14:nvContentPartPr>
              <p14:xfrm>
                <a:off x="3842740" y="5332680"/>
                <a:ext cx="281880" cy="1976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787AAE56-3E57-224D-22DE-2B9BE323AA38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3833740" y="5324040"/>
                  <a:ext cx="29952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61FA0433-D404-742A-0FA5-05E9D7255AD9}"/>
              </a:ext>
            </a:extLst>
          </p:cNvPr>
          <p:cNvGrpSpPr/>
          <p:nvPr/>
        </p:nvGrpSpPr>
        <p:grpSpPr>
          <a:xfrm>
            <a:off x="4357540" y="5327640"/>
            <a:ext cx="1218960" cy="338760"/>
            <a:chOff x="4357540" y="5327640"/>
            <a:chExt cx="121896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B3DA992-77AD-1D82-8923-39D395B753B8}"/>
                    </a:ext>
                  </a:extLst>
                </p14:cNvPr>
                <p14:cNvContentPartPr/>
                <p14:nvPr/>
              </p14:nvContentPartPr>
              <p14:xfrm>
                <a:off x="4362580" y="5327640"/>
                <a:ext cx="106200" cy="30996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B3DA992-77AD-1D82-8923-39D395B753B8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4353940" y="5319000"/>
                  <a:ext cx="123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402F1107-AEBF-8B1D-5DC8-D8DED7BFAF05}"/>
                    </a:ext>
                  </a:extLst>
                </p14:cNvPr>
                <p14:cNvContentPartPr/>
                <p14:nvPr/>
              </p14:nvContentPartPr>
              <p14:xfrm>
                <a:off x="4357540" y="5503320"/>
                <a:ext cx="102240" cy="266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402F1107-AEBF-8B1D-5DC8-D8DED7BFAF05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4348540" y="5494680"/>
                  <a:ext cx="119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6A6C69A7-E628-BE5A-ECC6-3B4E12CF75A2}"/>
                    </a:ext>
                  </a:extLst>
                </p14:cNvPr>
                <p14:cNvContentPartPr/>
                <p14:nvPr/>
              </p14:nvContentPartPr>
              <p14:xfrm>
                <a:off x="4482820" y="5426640"/>
                <a:ext cx="242280" cy="11628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6A6C69A7-E628-BE5A-ECC6-3B4E12CF75A2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4474180" y="5417640"/>
                  <a:ext cx="259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8490A58-FAB5-C537-43F3-A3CB685224F5}"/>
                    </a:ext>
                  </a:extLst>
                </p14:cNvPr>
                <p14:cNvContentPartPr/>
                <p14:nvPr/>
              </p14:nvContentPartPr>
              <p14:xfrm>
                <a:off x="4743100" y="5446800"/>
                <a:ext cx="99720" cy="2059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8490A58-FAB5-C537-43F3-A3CB685224F5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4734100" y="5437800"/>
                  <a:ext cx="1173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6804DB9-0569-516C-A966-ADFCFE6444E8}"/>
                    </a:ext>
                  </a:extLst>
                </p14:cNvPr>
                <p14:cNvContentPartPr/>
                <p14:nvPr/>
              </p14:nvContentPartPr>
              <p14:xfrm>
                <a:off x="4635820" y="5448600"/>
                <a:ext cx="4680" cy="1080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6804DB9-0569-516C-A966-ADFCFE6444E8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4627180" y="5439600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2C97B51-4915-45EC-4378-C4DC6BA8DB6D}"/>
                    </a:ext>
                  </a:extLst>
                </p14:cNvPr>
                <p14:cNvContentPartPr/>
                <p14:nvPr/>
              </p14:nvContentPartPr>
              <p14:xfrm>
                <a:off x="4857940" y="5393880"/>
                <a:ext cx="437760" cy="13500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2C97B51-4915-45EC-4378-C4DC6BA8DB6D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4849300" y="5385240"/>
                  <a:ext cx="455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FABDD01F-1A30-2A7C-4117-A5CB2A43277F}"/>
                    </a:ext>
                  </a:extLst>
                </p14:cNvPr>
                <p14:cNvContentPartPr/>
                <p14:nvPr/>
              </p14:nvContentPartPr>
              <p14:xfrm>
                <a:off x="5343580" y="5433840"/>
                <a:ext cx="232920" cy="23256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FABDD01F-1A30-2A7C-4117-A5CB2A43277F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5334580" y="5424840"/>
                  <a:ext cx="25056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69417D39-48FC-D644-C496-475BCA8DE22D}"/>
              </a:ext>
            </a:extLst>
          </p:cNvPr>
          <p:cNvGrpSpPr/>
          <p:nvPr/>
        </p:nvGrpSpPr>
        <p:grpSpPr>
          <a:xfrm>
            <a:off x="5784220" y="5231880"/>
            <a:ext cx="1264320" cy="287280"/>
            <a:chOff x="5784220" y="5231880"/>
            <a:chExt cx="126432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B404CE19-E076-8FB8-8873-D1A133C35AFE}"/>
                    </a:ext>
                  </a:extLst>
                </p14:cNvPr>
                <p14:cNvContentPartPr/>
                <p14:nvPr/>
              </p14:nvContentPartPr>
              <p14:xfrm>
                <a:off x="5784220" y="5358240"/>
                <a:ext cx="199080" cy="1551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B404CE19-E076-8FB8-8873-D1A133C35AFE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5775220" y="5349600"/>
                  <a:ext cx="216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F33EC87B-A963-602C-2B21-B71C56ED986A}"/>
                    </a:ext>
                  </a:extLst>
                </p14:cNvPr>
                <p14:cNvContentPartPr/>
                <p14:nvPr/>
              </p14:nvContentPartPr>
              <p14:xfrm>
                <a:off x="6017140" y="5375160"/>
                <a:ext cx="93600" cy="12924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F33EC87B-A963-602C-2B21-B71C56ED986A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6008500" y="5366520"/>
                  <a:ext cx="111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47836DD0-6031-247E-463C-BAD6BCC889E4}"/>
                    </a:ext>
                  </a:extLst>
                </p14:cNvPr>
                <p14:cNvContentPartPr/>
                <p14:nvPr/>
              </p14:nvContentPartPr>
              <p14:xfrm>
                <a:off x="6171940" y="5389200"/>
                <a:ext cx="91440" cy="1299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47836DD0-6031-247E-463C-BAD6BCC889E4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6162940" y="5380200"/>
                  <a:ext cx="109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F6E4B8E-0545-146E-A2C1-EBC86E87E7A4}"/>
                    </a:ext>
                  </a:extLst>
                </p14:cNvPr>
                <p14:cNvContentPartPr/>
                <p14:nvPr/>
              </p14:nvContentPartPr>
              <p14:xfrm>
                <a:off x="6292540" y="5231880"/>
                <a:ext cx="257760" cy="26604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F6E4B8E-0545-146E-A2C1-EBC86E87E7A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6283540" y="5223240"/>
                  <a:ext cx="2754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F90B3E9-0CB1-378E-2B7C-2644A885B395}"/>
                    </a:ext>
                  </a:extLst>
                </p14:cNvPr>
                <p14:cNvContentPartPr/>
                <p14:nvPr/>
              </p14:nvContentPartPr>
              <p14:xfrm>
                <a:off x="6596380" y="5258160"/>
                <a:ext cx="149760" cy="22608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F90B3E9-0CB1-378E-2B7C-2644A885B395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6587740" y="5249520"/>
                  <a:ext cx="167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6C10BB90-5F8F-6A16-CD8D-BA63FD02FC13}"/>
                    </a:ext>
                  </a:extLst>
                </p14:cNvPr>
                <p14:cNvContentPartPr/>
                <p14:nvPr/>
              </p14:nvContentPartPr>
              <p14:xfrm>
                <a:off x="6677020" y="5281560"/>
                <a:ext cx="10080" cy="392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6C10BB90-5F8F-6A16-CD8D-BA63FD02FC13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6668380" y="5272560"/>
                  <a:ext cx="27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B06C6A99-B83D-F80E-0F38-4F1B981FAFD7}"/>
                    </a:ext>
                  </a:extLst>
                </p14:cNvPr>
                <p14:cNvContentPartPr/>
                <p14:nvPr/>
              </p14:nvContentPartPr>
              <p14:xfrm>
                <a:off x="6772420" y="5401800"/>
                <a:ext cx="86400" cy="820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B06C6A99-B83D-F80E-0F38-4F1B981FAFD7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6763420" y="5393160"/>
                  <a:ext cx="104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AFE510B0-BA84-E477-17F8-2D88F698C9BC}"/>
                    </a:ext>
                  </a:extLst>
                </p14:cNvPr>
                <p14:cNvContentPartPr/>
                <p14:nvPr/>
              </p14:nvContentPartPr>
              <p14:xfrm>
                <a:off x="6878260" y="5411880"/>
                <a:ext cx="170280" cy="6336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AFE510B0-BA84-E477-17F8-2D88F698C9B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6869620" y="5402880"/>
                  <a:ext cx="1879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739A8CE5-7B71-B879-049E-D36529E74CDE}"/>
              </a:ext>
            </a:extLst>
          </p:cNvPr>
          <p:cNvGrpSpPr/>
          <p:nvPr/>
        </p:nvGrpSpPr>
        <p:grpSpPr>
          <a:xfrm>
            <a:off x="7237540" y="5261400"/>
            <a:ext cx="1015560" cy="236880"/>
            <a:chOff x="7237540" y="5261400"/>
            <a:chExt cx="101556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27A93A1-AB19-083C-F40A-84BDC9E61131}"/>
                    </a:ext>
                  </a:extLst>
                </p14:cNvPr>
                <p14:cNvContentPartPr/>
                <p14:nvPr/>
              </p14:nvContentPartPr>
              <p14:xfrm>
                <a:off x="7237540" y="5261400"/>
                <a:ext cx="154440" cy="22716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27A93A1-AB19-083C-F40A-84BDC9E6113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228540" y="5252400"/>
                  <a:ext cx="172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FFA79413-F67A-4058-03FB-A63C685218C1}"/>
                    </a:ext>
                  </a:extLst>
                </p14:cNvPr>
                <p14:cNvContentPartPr/>
                <p14:nvPr/>
              </p14:nvContentPartPr>
              <p14:xfrm>
                <a:off x="7404940" y="5393520"/>
                <a:ext cx="116640" cy="10476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FFA79413-F67A-4058-03FB-A63C685218C1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395940" y="5384880"/>
                  <a:ext cx="134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8ED310A3-23FB-2E7F-05BE-1B9FADEF97D3}"/>
                    </a:ext>
                  </a:extLst>
                </p14:cNvPr>
                <p14:cNvContentPartPr/>
                <p14:nvPr/>
              </p14:nvContentPartPr>
              <p14:xfrm>
                <a:off x="7537420" y="5279400"/>
                <a:ext cx="77400" cy="19512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8ED310A3-23FB-2E7F-05BE-1B9FADEF97D3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528780" y="5270760"/>
                  <a:ext cx="950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C3BB326E-5E6F-8D81-2EA8-5A9D3F1271E5}"/>
                    </a:ext>
                  </a:extLst>
                </p14:cNvPr>
                <p14:cNvContentPartPr/>
                <p14:nvPr/>
              </p14:nvContentPartPr>
              <p14:xfrm>
                <a:off x="7510060" y="5396760"/>
                <a:ext cx="107640" cy="1620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C3BB326E-5E6F-8D81-2EA8-5A9D3F1271E5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7501060" y="5387760"/>
                  <a:ext cx="125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F74DE298-C1B9-42BA-7940-35B752AD21E9}"/>
                    </a:ext>
                  </a:extLst>
                </p14:cNvPr>
                <p14:cNvContentPartPr/>
                <p14:nvPr/>
              </p14:nvContentPartPr>
              <p14:xfrm>
                <a:off x="7654420" y="5371560"/>
                <a:ext cx="166680" cy="7920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F74DE298-C1B9-42BA-7940-35B752AD21E9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7645780" y="5362560"/>
                  <a:ext cx="184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F6A1772-BB03-813A-7CB3-FB556961CF7A}"/>
                    </a:ext>
                  </a:extLst>
                </p14:cNvPr>
                <p14:cNvContentPartPr/>
                <p14:nvPr/>
              </p14:nvContentPartPr>
              <p14:xfrm>
                <a:off x="7856380" y="5350320"/>
                <a:ext cx="241200" cy="11700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F6A1772-BB03-813A-7CB3-FB556961CF7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7847380" y="5341320"/>
                  <a:ext cx="258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1F3792BC-7950-3B90-CF7E-1CC71C9FC53E}"/>
                    </a:ext>
                  </a:extLst>
                </p14:cNvPr>
                <p14:cNvContentPartPr/>
                <p14:nvPr/>
              </p14:nvContentPartPr>
              <p14:xfrm>
                <a:off x="8111620" y="5364720"/>
                <a:ext cx="141480" cy="8352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1F3792BC-7950-3B90-CF7E-1CC71C9FC53E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8102980" y="5355720"/>
                  <a:ext cx="15912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B7A5E715-ED14-D1FF-83D0-9F3D7AEE40E3}"/>
              </a:ext>
            </a:extLst>
          </p:cNvPr>
          <p:cNvGrpSpPr/>
          <p:nvPr/>
        </p:nvGrpSpPr>
        <p:grpSpPr>
          <a:xfrm>
            <a:off x="8429140" y="5243040"/>
            <a:ext cx="421560" cy="201960"/>
            <a:chOff x="8429140" y="5243040"/>
            <a:chExt cx="42156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1017150B-95CF-4BAA-0F93-57F58A48580D}"/>
                    </a:ext>
                  </a:extLst>
                </p14:cNvPr>
                <p14:cNvContentPartPr/>
                <p14:nvPr/>
              </p14:nvContentPartPr>
              <p14:xfrm>
                <a:off x="8451820" y="5243040"/>
                <a:ext cx="91440" cy="20160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1017150B-95CF-4BAA-0F93-57F58A48580D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8443180" y="5234400"/>
                  <a:ext cx="109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D3985D18-394D-9939-9BFF-8016CE2F163A}"/>
                    </a:ext>
                  </a:extLst>
                </p14:cNvPr>
                <p14:cNvContentPartPr/>
                <p14:nvPr/>
              </p14:nvContentPartPr>
              <p14:xfrm>
                <a:off x="8429140" y="5327280"/>
                <a:ext cx="97560" cy="3204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D3985D18-394D-9939-9BFF-8016CE2F163A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8420140" y="5318640"/>
                  <a:ext cx="115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83A0899E-4337-DE9C-456C-B048EAC17F8A}"/>
                    </a:ext>
                  </a:extLst>
                </p14:cNvPr>
                <p14:cNvContentPartPr/>
                <p14:nvPr/>
              </p14:nvContentPartPr>
              <p14:xfrm>
                <a:off x="8568820" y="5253120"/>
                <a:ext cx="171360" cy="18108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83A0899E-4337-DE9C-456C-B048EAC17F8A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8560180" y="5244120"/>
                  <a:ext cx="189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4A563372-2DA5-9918-2F2A-6A85A6A4E337}"/>
                    </a:ext>
                  </a:extLst>
                </p14:cNvPr>
                <p14:cNvContentPartPr/>
                <p14:nvPr/>
              </p14:nvContentPartPr>
              <p14:xfrm>
                <a:off x="8721460" y="5321880"/>
                <a:ext cx="129240" cy="12312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4A563372-2DA5-9918-2F2A-6A85A6A4E337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8712460" y="5312880"/>
                  <a:ext cx="1468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928D4C29-8078-887E-E07B-85FC1547624F}"/>
              </a:ext>
            </a:extLst>
          </p:cNvPr>
          <p:cNvGrpSpPr/>
          <p:nvPr/>
        </p:nvGrpSpPr>
        <p:grpSpPr>
          <a:xfrm>
            <a:off x="9032140" y="5210280"/>
            <a:ext cx="567360" cy="218160"/>
            <a:chOff x="9032140" y="5210280"/>
            <a:chExt cx="56736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1FD944E0-5744-ECBA-B9C8-33AFB5E1E738}"/>
                    </a:ext>
                  </a:extLst>
                </p14:cNvPr>
                <p14:cNvContentPartPr/>
                <p14:nvPr/>
              </p14:nvContentPartPr>
              <p14:xfrm>
                <a:off x="9068500" y="5210280"/>
                <a:ext cx="74520" cy="21816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1FD944E0-5744-ECBA-B9C8-33AFB5E1E738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9059860" y="5201640"/>
                  <a:ext cx="92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9624D8A3-0ECF-763B-5125-298C3386CA77}"/>
                    </a:ext>
                  </a:extLst>
                </p14:cNvPr>
                <p14:cNvContentPartPr/>
                <p14:nvPr/>
              </p14:nvContentPartPr>
              <p14:xfrm>
                <a:off x="9032140" y="5342400"/>
                <a:ext cx="137880" cy="2268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9624D8A3-0ECF-763B-5125-298C3386CA77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9023140" y="5333760"/>
                  <a:ext cx="155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8B42E25A-9A6A-7BF7-24CD-6642DF1D5ACB}"/>
                    </a:ext>
                  </a:extLst>
                </p14:cNvPr>
                <p14:cNvContentPartPr/>
                <p14:nvPr/>
              </p14:nvContentPartPr>
              <p14:xfrm>
                <a:off x="9206020" y="5299560"/>
                <a:ext cx="208440" cy="11412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8B42E25A-9A6A-7BF7-24CD-6642DF1D5ACB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9197380" y="5290920"/>
                  <a:ext cx="226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A343BC2B-CAC4-A672-251B-319A023417CD}"/>
                    </a:ext>
                  </a:extLst>
                </p14:cNvPr>
                <p14:cNvContentPartPr/>
                <p14:nvPr/>
              </p14:nvContentPartPr>
              <p14:xfrm>
                <a:off x="9524260" y="5342400"/>
                <a:ext cx="75240" cy="763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A343BC2B-CAC4-A672-251B-319A023417CD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9515260" y="5333760"/>
                  <a:ext cx="928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DCCC446E-7D9D-45DB-F4AE-A812D0A1CE88}"/>
              </a:ext>
            </a:extLst>
          </p:cNvPr>
          <p:cNvGrpSpPr/>
          <p:nvPr/>
        </p:nvGrpSpPr>
        <p:grpSpPr>
          <a:xfrm>
            <a:off x="9790300" y="5130720"/>
            <a:ext cx="1043640" cy="254160"/>
            <a:chOff x="9790300" y="5130720"/>
            <a:chExt cx="104364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217E3573-24BE-3641-1CE0-302332DD3B72}"/>
                    </a:ext>
                  </a:extLst>
                </p14:cNvPr>
                <p14:cNvContentPartPr/>
                <p14:nvPr/>
              </p14:nvContentPartPr>
              <p14:xfrm>
                <a:off x="9790300" y="5230800"/>
                <a:ext cx="118800" cy="15120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217E3573-24BE-3641-1CE0-302332DD3B72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9781300" y="5222160"/>
                  <a:ext cx="136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3D6671FD-2516-EFF7-6E28-1C48C8F9BB29}"/>
                    </a:ext>
                  </a:extLst>
                </p14:cNvPr>
                <p14:cNvContentPartPr/>
                <p14:nvPr/>
              </p14:nvContentPartPr>
              <p14:xfrm>
                <a:off x="9940420" y="5322240"/>
                <a:ext cx="13320" cy="6264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3D6671FD-2516-EFF7-6E28-1C48C8F9BB29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9931780" y="5313240"/>
                  <a:ext cx="30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5CF287C2-E86B-5FC4-DA38-C6798BA8075E}"/>
                    </a:ext>
                  </a:extLst>
                </p14:cNvPr>
                <p14:cNvContentPartPr/>
                <p14:nvPr/>
              </p14:nvContentPartPr>
              <p14:xfrm>
                <a:off x="9939700" y="5201640"/>
                <a:ext cx="5400" cy="180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5CF287C2-E86B-5FC4-DA38-C6798BA8075E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9931060" y="5193000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B9AF29A-8621-B1D4-7B23-28B429390222}"/>
                    </a:ext>
                  </a:extLst>
                </p14:cNvPr>
                <p14:cNvContentPartPr/>
                <p14:nvPr/>
              </p14:nvContentPartPr>
              <p14:xfrm>
                <a:off x="10004140" y="5301000"/>
                <a:ext cx="125280" cy="7452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B9AF29A-8621-B1D4-7B23-28B429390222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9995500" y="5292000"/>
                  <a:ext cx="142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FF97B3B5-02E1-A07E-9561-A5B4799D1ED8}"/>
                    </a:ext>
                  </a:extLst>
                </p14:cNvPr>
                <p14:cNvContentPartPr/>
                <p14:nvPr/>
              </p14:nvContentPartPr>
              <p14:xfrm>
                <a:off x="10198540" y="5311440"/>
                <a:ext cx="88200" cy="5472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FF97B3B5-02E1-A07E-9561-A5B4799D1ED8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0189900" y="5302440"/>
                  <a:ext cx="105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84F6BCBD-EB32-73AB-63C9-BD9A1F40EB5A}"/>
                    </a:ext>
                  </a:extLst>
                </p14:cNvPr>
                <p14:cNvContentPartPr/>
                <p14:nvPr/>
              </p14:nvContentPartPr>
              <p14:xfrm>
                <a:off x="10386820" y="5272560"/>
                <a:ext cx="69840" cy="8712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84F6BCBD-EB32-73AB-63C9-BD9A1F40EB5A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0378180" y="5263560"/>
                  <a:ext cx="87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49B3A49F-E55B-89CC-537C-7BB376FA1500}"/>
                    </a:ext>
                  </a:extLst>
                </p14:cNvPr>
                <p14:cNvContentPartPr/>
                <p14:nvPr/>
              </p14:nvContentPartPr>
              <p14:xfrm>
                <a:off x="10482580" y="5290200"/>
                <a:ext cx="29880" cy="7164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49B3A49F-E55B-89CC-537C-7BB376FA1500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473940" y="5281560"/>
                  <a:ext cx="47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5DE71017-E328-EB43-517E-62BCF2AC187A}"/>
                    </a:ext>
                  </a:extLst>
                </p14:cNvPr>
                <p14:cNvContentPartPr/>
                <p14:nvPr/>
              </p14:nvContentPartPr>
              <p14:xfrm>
                <a:off x="10491580" y="5199840"/>
                <a:ext cx="12600" cy="4464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5DE71017-E328-EB43-517E-62BCF2AC187A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482580" y="5190840"/>
                  <a:ext cx="30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BC265D08-469B-B952-BB79-1694D6C14D4B}"/>
                    </a:ext>
                  </a:extLst>
                </p14:cNvPr>
                <p14:cNvContentPartPr/>
                <p14:nvPr/>
              </p14:nvContentPartPr>
              <p14:xfrm>
                <a:off x="10619020" y="5130720"/>
                <a:ext cx="66600" cy="23940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BC265D08-469B-B952-BB79-1694D6C14D4B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10020" y="5121720"/>
                  <a:ext cx="84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84953C58-EB91-ED96-6709-712BA330F32D}"/>
                    </a:ext>
                  </a:extLst>
                </p14:cNvPr>
                <p14:cNvContentPartPr/>
                <p14:nvPr/>
              </p14:nvContentPartPr>
              <p14:xfrm>
                <a:off x="10725940" y="5250240"/>
                <a:ext cx="108000" cy="13176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84953C58-EB91-ED96-6709-712BA330F32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717300" y="5241240"/>
                  <a:ext cx="12564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D0098F4C-2171-D279-ADF9-B99B9520128C}"/>
              </a:ext>
            </a:extLst>
          </p:cNvPr>
          <p:cNvGrpSpPr/>
          <p:nvPr/>
        </p:nvGrpSpPr>
        <p:grpSpPr>
          <a:xfrm>
            <a:off x="1062100" y="5900760"/>
            <a:ext cx="372600" cy="415080"/>
            <a:chOff x="1062100" y="5900760"/>
            <a:chExt cx="37260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9DEAFCA0-EE10-BF6E-32B0-E0BA15BE80E5}"/>
                    </a:ext>
                  </a:extLst>
                </p14:cNvPr>
                <p14:cNvContentPartPr/>
                <p14:nvPr/>
              </p14:nvContentPartPr>
              <p14:xfrm>
                <a:off x="1062100" y="5900760"/>
                <a:ext cx="144720" cy="20916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9DEAFCA0-EE10-BF6E-32B0-E0BA15BE80E5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53460" y="5891760"/>
                  <a:ext cx="162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4E39023E-1CBA-583F-61D9-76CB774D7270}"/>
                    </a:ext>
                  </a:extLst>
                </p14:cNvPr>
                <p14:cNvContentPartPr/>
                <p14:nvPr/>
              </p14:nvContentPartPr>
              <p14:xfrm>
                <a:off x="1266580" y="6035400"/>
                <a:ext cx="168120" cy="28044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4E39023E-1CBA-583F-61D9-76CB774D7270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257940" y="6026400"/>
                  <a:ext cx="18576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AB18B8EF-600C-1FBC-C95D-5A1B27AC2451}"/>
              </a:ext>
            </a:extLst>
          </p:cNvPr>
          <p:cNvGrpSpPr/>
          <p:nvPr/>
        </p:nvGrpSpPr>
        <p:grpSpPr>
          <a:xfrm>
            <a:off x="1629460" y="5933520"/>
            <a:ext cx="667080" cy="311760"/>
            <a:chOff x="1629460" y="5933520"/>
            <a:chExt cx="66708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DCACD1C0-00C6-FCE1-FD4B-89843D787F98}"/>
                    </a:ext>
                  </a:extLst>
                </p14:cNvPr>
                <p14:cNvContentPartPr/>
                <p14:nvPr/>
              </p14:nvContentPartPr>
              <p14:xfrm>
                <a:off x="1629460" y="5997240"/>
                <a:ext cx="171360" cy="8064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DCACD1C0-00C6-FCE1-FD4B-89843D787F98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620460" y="5988600"/>
                  <a:ext cx="189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007ED0AC-5359-3E81-1D05-5207BCB31F6C}"/>
                    </a:ext>
                  </a:extLst>
                </p14:cNvPr>
                <p14:cNvContentPartPr/>
                <p14:nvPr/>
              </p14:nvContentPartPr>
              <p14:xfrm>
                <a:off x="1826020" y="5976000"/>
                <a:ext cx="73800" cy="12312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007ED0AC-5359-3E81-1D05-5207BCB31F6C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817380" y="5967360"/>
                  <a:ext cx="91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847EB13E-BA1E-0D85-8C4F-3EBBAD127EAD}"/>
                    </a:ext>
                  </a:extLst>
                </p14:cNvPr>
                <p14:cNvContentPartPr/>
                <p14:nvPr/>
              </p14:nvContentPartPr>
              <p14:xfrm>
                <a:off x="1907380" y="6018480"/>
                <a:ext cx="51840" cy="5400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847EB13E-BA1E-0D85-8C4F-3EBBAD127EAD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898740" y="6009840"/>
                  <a:ext cx="69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B4DF897D-F638-8BA2-3924-DC1294EF9EDA}"/>
                    </a:ext>
                  </a:extLst>
                </p14:cNvPr>
                <p14:cNvContentPartPr/>
                <p14:nvPr/>
              </p14:nvContentPartPr>
              <p14:xfrm>
                <a:off x="1912780" y="5933520"/>
                <a:ext cx="24840" cy="3096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B4DF897D-F638-8BA2-3924-DC1294EF9EDA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904140" y="5924520"/>
                  <a:ext cx="42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581DCD26-0CAB-3773-FCC4-E51B662276E1}"/>
                    </a:ext>
                  </a:extLst>
                </p14:cNvPr>
                <p14:cNvContentPartPr/>
                <p14:nvPr/>
              </p14:nvContentPartPr>
              <p14:xfrm>
                <a:off x="2003140" y="6029280"/>
                <a:ext cx="104760" cy="3888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581DCD26-0CAB-3773-FCC4-E51B662276E1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994500" y="6020280"/>
                  <a:ext cx="122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ACED2746-EAA0-8B91-5FA7-687A1CDE33A4}"/>
                    </a:ext>
                  </a:extLst>
                </p14:cNvPr>
                <p14:cNvContentPartPr/>
                <p14:nvPr/>
              </p14:nvContentPartPr>
              <p14:xfrm>
                <a:off x="2197540" y="6008040"/>
                <a:ext cx="99000" cy="23724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ACED2746-EAA0-8B91-5FA7-687A1CDE33A4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2188900" y="5999040"/>
                  <a:ext cx="11664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C5798D34-4F9E-4109-1447-C6F5E53C5210}"/>
              </a:ext>
            </a:extLst>
          </p:cNvPr>
          <p:cNvGrpSpPr/>
          <p:nvPr/>
        </p:nvGrpSpPr>
        <p:grpSpPr>
          <a:xfrm>
            <a:off x="2571940" y="5946480"/>
            <a:ext cx="581400" cy="151920"/>
            <a:chOff x="2571940" y="5946480"/>
            <a:chExt cx="58140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5BCC1043-A6A6-EA2F-8031-F859DDD3E7A9}"/>
                    </a:ext>
                  </a:extLst>
                </p14:cNvPr>
                <p14:cNvContentPartPr/>
                <p14:nvPr/>
              </p14:nvContentPartPr>
              <p14:xfrm>
                <a:off x="2571940" y="5946480"/>
                <a:ext cx="206280" cy="15192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5BCC1043-A6A6-EA2F-8031-F859DDD3E7A9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2563300" y="5937480"/>
                  <a:ext cx="223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F1FF6617-5613-037A-0F7E-1EB31BC1F144}"/>
                    </a:ext>
                  </a:extLst>
                </p14:cNvPr>
                <p14:cNvContentPartPr/>
                <p14:nvPr/>
              </p14:nvContentPartPr>
              <p14:xfrm>
                <a:off x="2657260" y="5954400"/>
                <a:ext cx="338400" cy="10800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F1FF6617-5613-037A-0F7E-1EB31BC1F144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2648260" y="5945760"/>
                  <a:ext cx="356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A1F95898-9586-1F52-E1C6-B093B73D2806}"/>
                    </a:ext>
                  </a:extLst>
                </p14:cNvPr>
                <p14:cNvContentPartPr/>
                <p14:nvPr/>
              </p14:nvContentPartPr>
              <p14:xfrm>
                <a:off x="2990620" y="5970600"/>
                <a:ext cx="162720" cy="10116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A1F95898-9586-1F52-E1C6-B093B73D2806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2981980" y="5961960"/>
                  <a:ext cx="18036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795FCCB5-CD2B-3EEA-B229-4B390A265524}"/>
              </a:ext>
            </a:extLst>
          </p:cNvPr>
          <p:cNvGrpSpPr/>
          <p:nvPr/>
        </p:nvGrpSpPr>
        <p:grpSpPr>
          <a:xfrm>
            <a:off x="3358180" y="5790600"/>
            <a:ext cx="1310400" cy="377640"/>
            <a:chOff x="3358180" y="5790600"/>
            <a:chExt cx="131040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57399687-91BE-4FCD-1AB4-A5787CAD8570}"/>
                    </a:ext>
                  </a:extLst>
                </p14:cNvPr>
                <p14:cNvContentPartPr/>
                <p14:nvPr/>
              </p14:nvContentPartPr>
              <p14:xfrm>
                <a:off x="3358180" y="5955840"/>
                <a:ext cx="122760" cy="20268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57399687-91BE-4FCD-1AB4-A5787CAD8570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3349540" y="5946840"/>
                  <a:ext cx="140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8CFFC260-063B-726C-BEE2-8BF329D01529}"/>
                    </a:ext>
                  </a:extLst>
                </p14:cNvPr>
                <p14:cNvContentPartPr/>
                <p14:nvPr/>
              </p14:nvContentPartPr>
              <p14:xfrm>
                <a:off x="3512260" y="5978160"/>
                <a:ext cx="106920" cy="5616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8CFFC260-063B-726C-BEE2-8BF329D01529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3503260" y="5969160"/>
                  <a:ext cx="124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48707AC7-7586-4802-3A42-56AFAAC7B783}"/>
                    </a:ext>
                  </a:extLst>
                </p14:cNvPr>
                <p14:cNvContentPartPr/>
                <p14:nvPr/>
              </p14:nvContentPartPr>
              <p14:xfrm>
                <a:off x="3696220" y="6048720"/>
                <a:ext cx="19080" cy="2952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48707AC7-7586-4802-3A42-56AFAAC7B783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3687580" y="6040080"/>
                  <a:ext cx="36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00DC7F3E-3CC5-4C6E-9FC0-B5E20EAE6AB9}"/>
                    </a:ext>
                  </a:extLst>
                </p14:cNvPr>
                <p14:cNvContentPartPr/>
                <p14:nvPr/>
              </p14:nvContentPartPr>
              <p14:xfrm>
                <a:off x="3640060" y="5815080"/>
                <a:ext cx="167760" cy="27360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00DC7F3E-3CC5-4C6E-9FC0-B5E20EAE6AB9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3631420" y="5806080"/>
                  <a:ext cx="185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79D166E-1B56-04F4-1129-539A8188FF70}"/>
                    </a:ext>
                  </a:extLst>
                </p14:cNvPr>
                <p14:cNvContentPartPr/>
                <p14:nvPr/>
              </p14:nvContentPartPr>
              <p14:xfrm>
                <a:off x="3866500" y="5790600"/>
                <a:ext cx="107640" cy="25560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79D166E-1B56-04F4-1129-539A8188FF70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3857860" y="5781600"/>
                  <a:ext cx="125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80B54D23-88D0-37CC-2044-9DBFFE0B9C0E}"/>
                    </a:ext>
                  </a:extLst>
                </p14:cNvPr>
                <p14:cNvContentPartPr/>
                <p14:nvPr/>
              </p14:nvContentPartPr>
              <p14:xfrm>
                <a:off x="4076740" y="5954760"/>
                <a:ext cx="360" cy="6408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80B54D23-88D0-37CC-2044-9DBFFE0B9C0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4067740" y="5945760"/>
                  <a:ext cx="18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2FE8D964-4337-2EFB-B1CC-A9C727686338}"/>
                    </a:ext>
                  </a:extLst>
                </p14:cNvPr>
                <p14:cNvContentPartPr/>
                <p14:nvPr/>
              </p14:nvContentPartPr>
              <p14:xfrm>
                <a:off x="4047940" y="5836680"/>
                <a:ext cx="2520" cy="144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2FE8D964-4337-2EFB-B1CC-A9C72768633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38940" y="5827680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8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F94FAD33-7502-1A2F-FAC8-101B5F9564D3}"/>
                    </a:ext>
                  </a:extLst>
                </p14:cNvPr>
                <p14:cNvContentPartPr/>
                <p14:nvPr/>
              </p14:nvContentPartPr>
              <p14:xfrm>
                <a:off x="4151620" y="5954760"/>
                <a:ext cx="114480" cy="5148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F94FAD33-7502-1A2F-FAC8-101B5F9564D3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4142980" y="5945760"/>
                  <a:ext cx="132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0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8806E7FC-3B1C-C43A-BDDA-873B999D4C37}"/>
                    </a:ext>
                  </a:extLst>
                </p14:cNvPr>
                <p14:cNvContentPartPr/>
                <p14:nvPr/>
              </p14:nvContentPartPr>
              <p14:xfrm>
                <a:off x="4286620" y="5937120"/>
                <a:ext cx="156600" cy="23112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8806E7FC-3B1C-C43A-BDDA-873B999D4C37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4277980" y="5928480"/>
                  <a:ext cx="174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741A4F12-A458-4202-CD85-DB70D51C17C2}"/>
                    </a:ext>
                  </a:extLst>
                </p14:cNvPr>
                <p14:cNvContentPartPr/>
                <p14:nvPr/>
              </p14:nvContentPartPr>
              <p14:xfrm>
                <a:off x="4538980" y="5801760"/>
                <a:ext cx="127800" cy="12492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741A4F12-A458-4202-CD85-DB70D51C17C2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4530340" y="5793120"/>
                  <a:ext cx="145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FE51FBEE-B61C-B14C-7EB5-E67C6B1DDCA1}"/>
                    </a:ext>
                  </a:extLst>
                </p14:cNvPr>
                <p14:cNvContentPartPr/>
                <p14:nvPr/>
              </p14:nvContentPartPr>
              <p14:xfrm>
                <a:off x="4640140" y="6008040"/>
                <a:ext cx="28440" cy="2700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FE51FBEE-B61C-B14C-7EB5-E67C6B1DDCA1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4631140" y="5999040"/>
                  <a:ext cx="46080" cy="4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4" name="TextBox 563">
            <a:extLst>
              <a:ext uri="{FF2B5EF4-FFF2-40B4-BE49-F238E27FC236}">
                <a16:creationId xmlns:a16="http://schemas.microsoft.com/office/drawing/2014/main" id="{F0EC5EAB-5877-B964-0A1E-ABB352319C77}"/>
              </a:ext>
            </a:extLst>
          </p:cNvPr>
          <p:cNvSpPr txBox="1"/>
          <p:nvPr/>
        </p:nvSpPr>
        <p:spPr>
          <a:xfrm>
            <a:off x="626797" y="194394"/>
            <a:ext cx="7847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Two Reasons to Consider Zero Padding for DFT/FFTs</a:t>
            </a:r>
          </a:p>
        </p:txBody>
      </p:sp>
    </p:spTree>
    <p:extLst>
      <p:ext uri="{BB962C8B-B14F-4D97-AF65-F5344CB8AC3E}">
        <p14:creationId xmlns:p14="http://schemas.microsoft.com/office/powerpoint/2010/main" val="788186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85B726-59B0-7C19-BB06-9F1F6E17A34B}"/>
              </a:ext>
            </a:extLst>
          </p:cNvPr>
          <p:cNvSpPr txBox="1"/>
          <p:nvPr/>
        </p:nvSpPr>
        <p:spPr>
          <a:xfrm>
            <a:off x="552893" y="414668"/>
            <a:ext cx="5162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Two Sinusoids Close in Frequency</a:t>
            </a:r>
          </a:p>
        </p:txBody>
      </p:sp>
      <p:pic>
        <p:nvPicPr>
          <p:cNvPr id="4" name="Picture 3" descr="The image displays a snippet of MATLAB code, showing the initialization of variables for signal processing, including parameters for sampling rate, signal lengths, frequencies, and waveform definitions.&#10;&#10;AI-generated content may be incorrect.">
            <a:extLst>
              <a:ext uri="{FF2B5EF4-FFF2-40B4-BE49-F238E27FC236}">
                <a16:creationId xmlns:a16="http://schemas.microsoft.com/office/drawing/2014/main" id="{1A9E3948-1DA0-5F8E-8D4A-B7CDD81CA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72" y="4247715"/>
            <a:ext cx="6241312" cy="2323206"/>
          </a:xfrm>
          <a:prstGeom prst="rect">
            <a:avLst/>
          </a:prstGeom>
        </p:spPr>
      </p:pic>
      <p:pic>
        <p:nvPicPr>
          <p:cNvPr id="6" name="Picture 5" descr="The diagram shows two overlapping sinusoidal waves, one with a frequency of 400 Hz and another at 406 Hz, plotted over a time interval with labeled amplitudes and frequencies.&#10;&#10;AI-generated content may be incorrect.">
            <a:extLst>
              <a:ext uri="{FF2B5EF4-FFF2-40B4-BE49-F238E27FC236}">
                <a16:creationId xmlns:a16="http://schemas.microsoft.com/office/drawing/2014/main" id="{700A91D5-44C7-A86A-13B3-7D2D1024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941" y="959154"/>
            <a:ext cx="6970137" cy="436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8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88CA-DF2A-B1E7-CA45-AE9CA736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DAF72-D338-5414-9A0B-A4AB2AF29837}"/>
              </a:ext>
            </a:extLst>
          </p:cNvPr>
          <p:cNvSpPr txBox="1"/>
          <p:nvPr/>
        </p:nvSpPr>
        <p:spPr>
          <a:xfrm>
            <a:off x="701749" y="435934"/>
            <a:ext cx="5162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Two Sinusoids Close in Frequency</a:t>
            </a:r>
          </a:p>
        </p:txBody>
      </p:sp>
      <p:pic>
        <p:nvPicPr>
          <p:cNvPr id="4" name="Picture 3" descr="The image shows a segment of Python code implementing Fast Fourier Transform (FFT) functions using NumPy, calculating the FFT of two variables `x1` and `x2` with different normalization factors `N1` and `N2`, and computing their respective frequency bins `ff1` and `ff2`.&#10;&#10;AI-generated content may be incorrect.">
            <a:extLst>
              <a:ext uri="{FF2B5EF4-FFF2-40B4-BE49-F238E27FC236}">
                <a16:creationId xmlns:a16="http://schemas.microsoft.com/office/drawing/2014/main" id="{9BBF61B7-19F1-8029-166E-A9270EC68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92" y="1114353"/>
            <a:ext cx="3452555" cy="1680447"/>
          </a:xfrm>
          <a:prstGeom prst="rect">
            <a:avLst/>
          </a:prstGeom>
        </p:spPr>
      </p:pic>
      <p:pic>
        <p:nvPicPr>
          <p:cNvPr id="6" name="Picture 5" descr="The diagram displays a frequency spectrum analysis, showing peaks at 400 Hz and 406 Hz, with the magnitude of the peaks decreasing as the frequency increases.&#10;&#10;AI-generated content may be incorrect.">
            <a:extLst>
              <a:ext uri="{FF2B5EF4-FFF2-40B4-BE49-F238E27FC236}">
                <a16:creationId xmlns:a16="http://schemas.microsoft.com/office/drawing/2014/main" id="{BEB274F7-E673-772F-ED06-993035834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136" y="2196254"/>
            <a:ext cx="7245621" cy="44969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14BDF-3D55-432C-B00C-33D54900D98C}"/>
              </a:ext>
            </a:extLst>
          </p:cNvPr>
          <p:cNvSpPr txBox="1"/>
          <p:nvPr/>
        </p:nvSpPr>
        <p:spPr>
          <a:xfrm>
            <a:off x="481492" y="3232298"/>
            <a:ext cx="3535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Blue</a:t>
            </a:r>
            <a:r>
              <a:rPr lang="en-US" dirty="0"/>
              <a:t> to </a:t>
            </a:r>
            <a:r>
              <a:rPr lang="en-US" dirty="0">
                <a:solidFill>
                  <a:srgbClr val="FFC000"/>
                </a:solidFill>
              </a:rPr>
              <a:t>orange</a:t>
            </a:r>
            <a:r>
              <a:rPr lang="en-US" dirty="0"/>
              <a:t>: Zero padding increases graph resolution but not frequency resolution.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47188-2295-B116-AA8B-C1EF8E9101A7}"/>
              </a:ext>
            </a:extLst>
          </p:cNvPr>
          <p:cNvSpPr txBox="1"/>
          <p:nvPr/>
        </p:nvSpPr>
        <p:spPr>
          <a:xfrm>
            <a:off x="481492" y="4380613"/>
            <a:ext cx="341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Orange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: More signal samples increases frequency resolution.</a:t>
            </a:r>
          </a:p>
        </p:txBody>
      </p:sp>
    </p:spTree>
    <p:extLst>
      <p:ext uri="{BB962C8B-B14F-4D97-AF65-F5344CB8AC3E}">
        <p14:creationId xmlns:p14="http://schemas.microsoft.com/office/powerpoint/2010/main" val="245649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</TotalTime>
  <Words>1890</Words>
  <Application>Microsoft Office PowerPoint</Application>
  <PresentationFormat>Widescreen</PresentationFormat>
  <Paragraphs>222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Mono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DFT Computation</vt:lpstr>
      <vt:lpstr>DFT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17</cp:revision>
  <cp:lastPrinted>2026-10-06T19:57:47Z</cp:lastPrinted>
  <dcterms:created xsi:type="dcterms:W3CDTF">2013-01-27T09:14:16Z</dcterms:created>
  <dcterms:modified xsi:type="dcterms:W3CDTF">2026-10-14T00:30:57Z</dcterms:modified>
  <cp:category/>
</cp:coreProperties>
</file>