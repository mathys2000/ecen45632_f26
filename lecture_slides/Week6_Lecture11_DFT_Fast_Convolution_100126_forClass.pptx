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5" r:id="rId13"/>
    <p:sldId id="266" r:id="rId14"/>
    <p:sldId id="299" r:id="rId15"/>
    <p:sldId id="267" r:id="rId16"/>
    <p:sldId id="268" r:id="rId17"/>
    <p:sldId id="300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28B8D-495C-9403-A36C-1446EC36600C}"/>
              </a:ext>
            </a:extLst>
          </p:cNvPr>
          <p:cNvSpPr txBox="1"/>
          <p:nvPr/>
        </p:nvSpPr>
        <p:spPr>
          <a:xfrm>
            <a:off x="600740" y="441251"/>
            <a:ext cx="787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Overlap-Add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2A5E-ED1D-9C87-6AA0-379012EE9CE4}"/>
              </a:ext>
            </a:extLst>
          </p:cNvPr>
          <p:cNvSpPr txBox="1"/>
          <p:nvPr/>
        </p:nvSpPr>
        <p:spPr>
          <a:xfrm>
            <a:off x="600740" y="1467293"/>
            <a:ext cx="961714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x[n]-&gt;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x2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x5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x7  x8</a:t>
            </a:r>
            <a:r>
              <a:rPr lang="en-US" sz="1100" dirty="0">
                <a:latin typeface="Aptos Mono" panose="020B0009020202020204" pitchFamily="49" charset="0"/>
              </a:rPr>
              <a:t>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 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*h[n]                          *h[n]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x2h1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x5h1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  -----------------------------  -----------------------------  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overlap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and add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                         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/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35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FBA-4DC8-7BEB-689C-21A1C88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4C61BD-606D-D278-5D28-D27CE5AD9B16}"/>
              </a:ext>
            </a:extLst>
          </p:cNvPr>
          <p:cNvGrpSpPr/>
          <p:nvPr/>
        </p:nvGrpSpPr>
        <p:grpSpPr>
          <a:xfrm>
            <a:off x="646611" y="3359888"/>
            <a:ext cx="7834367" cy="676535"/>
            <a:chOff x="646611" y="3359888"/>
            <a:chExt cx="7834367" cy="6765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6C055-0060-0C36-BC55-D2FA77CA6255}"/>
                </a:ext>
              </a:extLst>
            </p:cNvPr>
            <p:cNvSpPr/>
            <p:nvPr/>
          </p:nvSpPr>
          <p:spPr>
            <a:xfrm>
              <a:off x="646611" y="3840480"/>
              <a:ext cx="666206" cy="195943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E480A-B898-2AE2-8E26-0C153519CE36}"/>
                </a:ext>
              </a:extLst>
            </p:cNvPr>
            <p:cNvSpPr/>
            <p:nvPr/>
          </p:nvSpPr>
          <p:spPr>
            <a:xfrm>
              <a:off x="7641771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CA008-5F1C-9117-5929-0DE91CB14C44}"/>
                </a:ext>
              </a:extLst>
            </p:cNvPr>
            <p:cNvSpPr/>
            <p:nvPr/>
          </p:nvSpPr>
          <p:spPr>
            <a:xfrm>
              <a:off x="4180114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B207B-6D3C-AA60-36FC-57F9A8A6C385}"/>
                </a:ext>
              </a:extLst>
            </p:cNvPr>
            <p:cNvSpPr/>
            <p:nvPr/>
          </p:nvSpPr>
          <p:spPr>
            <a:xfrm>
              <a:off x="1414130" y="3359888"/>
              <a:ext cx="563526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528382-B0DA-12F8-2E31-676D8737E392}"/>
              </a:ext>
            </a:extLst>
          </p:cNvPr>
          <p:cNvSpPr txBox="1"/>
          <p:nvPr/>
        </p:nvSpPr>
        <p:spPr>
          <a:xfrm>
            <a:off x="600740" y="441251"/>
            <a:ext cx="801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Overlap-Save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239D-8ED1-7132-23E1-701422C72E8A}"/>
              </a:ext>
            </a:extLst>
          </p:cNvPr>
          <p:cNvSpPr txBox="1"/>
          <p:nvPr/>
        </p:nvSpPr>
        <p:spPr>
          <a:xfrm>
            <a:off x="600740" y="1308341"/>
            <a:ext cx="1113760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     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overlap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overlap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x[n]-&gt;   0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</a:t>
            </a:r>
            <a:r>
              <a:rPr lang="en-US" sz="1100" b="1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              </a:t>
            </a:r>
            <a:r>
              <a:rPr lang="en-US" sz="1100" b="1" dirty="0" err="1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</a:t>
            </a:r>
            <a:r>
              <a:rPr lang="en-US" sz="1100" b="1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                     </a:t>
            </a:r>
            <a:r>
              <a:rPr lang="en-US" sz="1100" b="1" dirty="0" err="1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 x7   x8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  *h[n]          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0h0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0h1</a:t>
            </a:r>
            <a:r>
              <a:rPr lang="en-US" sz="1100" dirty="0">
                <a:latin typeface="Aptos Mono" panose="020B0009020202020204" pitchFamily="49" charset="0"/>
              </a:rPr>
              <a:t>                        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</a:p>
          <a:p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</a:t>
            </a:r>
            <a:r>
              <a:rPr lang="en-US" sz="1100" dirty="0">
                <a:latin typeface="Aptos Mono" panose="020B0009020202020204" pitchFamily="49" charset="0"/>
              </a:rPr>
              <a:t>x2h1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</a:t>
            </a:r>
            <a:r>
              <a:rPr lang="en-US" sz="1100" dirty="0">
                <a:latin typeface="Aptos Mono" panose="020B0009020202020204" pitchFamily="49" charset="0"/>
              </a:rPr>
              <a:t>x5h1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-------------------------------  ---------------------------------------  ---------------------------------------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x0h0 x0h1+x1h0 x1h1+x2h0 </a:t>
            </a:r>
            <a:r>
              <a:rPr lang="en-US" sz="1100" dirty="0">
                <a:latin typeface="Aptos Mono" panose="020B0009020202020204" pitchFamily="49" charset="0"/>
              </a:rPr>
              <a:t>x2h1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x2h1+x3h0 x3h1+x4h0 x4h1+x5h0 </a:t>
            </a:r>
            <a:r>
              <a:rPr lang="en-US" sz="1100" dirty="0">
                <a:latin typeface="Aptos Mono" panose="020B0009020202020204" pitchFamily="49" charset="0"/>
              </a:rPr>
              <a:t>x5h1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x5h1+x6h0 x6h1+x7h0 x7h1+x8h0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wrap     0+x2h1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</a:t>
            </a:r>
            <a:r>
              <a:rPr lang="en-US" sz="1100" dirty="0">
                <a:latin typeface="Aptos Mono" panose="020B0009020202020204" pitchFamily="49" charset="0"/>
              </a:rPr>
              <a:t>  x2h0+x5h1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</a:t>
            </a:r>
            <a:r>
              <a:rPr lang="en-US" sz="1100" dirty="0">
                <a:latin typeface="Aptos Mono" panose="020B0009020202020204" pitchFamily="49" charset="0"/>
              </a:rPr>
              <a:t>  x5h0+x8h1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</a:t>
            </a:r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mod NFFT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Discard and concatenate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 ……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/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193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1837</Words>
  <Application>Microsoft Office PowerPoint</Application>
  <PresentationFormat>Widescreen</PresentationFormat>
  <Paragraphs>215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Mono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8</cp:revision>
  <cp:lastPrinted>2026-09-30T19:48:56Z</cp:lastPrinted>
  <dcterms:created xsi:type="dcterms:W3CDTF">2013-01-27T09:14:16Z</dcterms:created>
  <dcterms:modified xsi:type="dcterms:W3CDTF">2026-10-07T14:44:14Z</dcterms:modified>
  <cp:category/>
</cp:coreProperties>
</file>