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13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1576 120 24575,'-36'-10'0,"-10"-2"0,-80-10 0,-60 19-7186,104 5 7588,32-2-616,-316-2 7936,209-5-8446,-153-10 724,154 14 0,120 3 0,33 0 0,1 0 0,0 0 0,-1-1 0,1 1 0,0-1 0,0 1 0,-4-2 0,6 2 0,0 0 0,0 0 0,-1 0 0,1 0 0,0-1 0,0 1 0,0 0 0,0 0 0,0 0 0,-1 0 0,1 0 0,0 0 0,0-1 0,0 1 0,0 0 0,0 0 0,0 0 0,-1 0 0,1-1 0,0 1 0,0 0 0,0 0 0,0 0 0,0 0 0,0-1 0,0 1 0,0 0 0,0 0 0,0 0 0,0-1 0,0 1 0,0 0 0,0 0 0,10-8 0,0 3 0,0 1 0,0 0 0,0 1 0,0 0 0,1 1 0,18-3 0,68 2 0,-71 3 0,606 25-430,-3 35 0,-475-40 430,-242-29 860,21 3-860,-295-23 0,-73 27 0,230 4 0,-117-2 0,291-3-1365,22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 24575,'0'0'0,"0"-1"0,-1 1 0,1-1 0,0 1 0,0-1 0,-1 1 0,1 0 0,0-1 0,0 1 0,-1-1 0,1 1 0,0 0 0,-1-1 0,1 1 0,-1 0 0,1-1 0,0 1 0,-1 0 0,1-1 0,-2 1 0,2 0 0,0 0 0,0 0 0,-1 1 0,1-1 0,0 0 0,0 0 0,-1 0 0,1 1 0,0-1 0,0 0 0,-1 0 0,1 1 0,0-1 0,0 0 0,0 0 0,0 1 0,0-1 0,-1 0 0,1 1 0,0-1 0,0 0 0,0 1 0,-3 23 0,3 3 0,1-1 0,7 41 0,15 51 0,-22-115 0,8 36 0,2-2 0,2 0 0,2 0 0,1-1 0,28 47 0,-13-29 0,-38-68-26,-1 0 0,-13-18-1,8 13-1259,4 4-5540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24575,'25'10'0,"11"4"0,5-2 0,-3-1 0,-5-4 0,-6-2 0,-5-3 0,-3-1 0,-3-4 0,-1 0 0,-1-4 0,-3-2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24575,'-4'14'0,"1"0"0,1 0 0,0 0 0,1 1 0,0-1 0,1 1 0,1-1 0,0 0 0,1 1 0,1-1 0,5 18 0,6 12 0,2 0 0,25 48 0,-10-34 0,68 95 0,-96-148 0,4 7 120,-4-5-321,-3-7 175,0 0 1,0 0-1,0 0 0,0 0 1,0 0-1,0 1 0,0-1 1,0 0-1,0 0 0,0 0 0,0 0 1,0 0-1,0 0 0,0 0 1,0 0-1,0 0 0,0 0 1,0 0-1,0 1 0,0-1 1,0 0-1,0 0 0,0 0 1,0 0-1,0 0 0,0 0 1,0 0-1,0 0 0,0 0 1,0 0-1,0 0 0,-1 0 1,1 0-1,0 0 0,0 1 0,0-1 1,0 0-1,0 0 0,0 0 1,0 0-1,0 0 0,0 0 1,0 0-1,0 0 0,0 0 1,-1 0-1,1 0 0,0 0 1,0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3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45 24575,'-9'-44'0,"9"44"0,0 0 0,0 0 0,0 0 0,0 0 0,0 0 0,0 0 0,0 0 0,0 0 0,0 0 0,0 0 0,0 0 0,0 0 0,0 1 0,0-1 0,0 0 0,0 0 0,0 0 0,0 0 0,0 0 0,0 0 0,0 0 0,0 0 0,0 0 0,0 0 0,-1 0 0,1 0 0,0 0 0,0 0 0,0 0 0,0 0 0,0 0 0,0 0 0,0 0 0,0 0 0,0 0 0,0 0 0,0 0 0,0 0 0,0 0 0,0 0 0,0 0 0,-1 0 0,1 0 0,0 0 0,0 0 0,0 0 0,0 0 0,0 0 0,0 0 0,0 0 0,0 0 0,0 0 0,0 0 0,0 0 0,0 0 0,0 0 0,0 0 0,0 0 0,0 0 0,0-1 0,0 1 0,0 0 0,-1 0 0,1 0 0,0 0 0,0 0 0,0 0 0,-3 9 0,-3 13 0,-31 317 0,36-314 0,1-1 0,2 0 0,0 0 0,2 0 0,1 0 0,12 38 0,-11-45 0,1 0 0,1-1 0,0 0 0,2-1 0,-1 1 0,2-2 0,0 1 0,1-2 0,20 20 0,3-4 0,69 45 0,-90-66-1365,-1-1-5461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3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0 251 24575,'50'-12'0,"-27"7"0,0-1 0,-1 0 0,1-2 0,35-18 0,-55 24 0,0 0 0,0 1 0,-1-1 0,1 0 0,-1 0 0,0-1 0,1 1 0,-1 0 0,0-1 0,0 0 0,0 1 0,-1-1 0,1 0 0,-1 0 0,1 0 0,-1 0 0,0 0 0,1-5 0,-2 4 0,0 1 0,0-1 0,0 1 0,0-1 0,-1 1 0,1-1 0,-1 1 0,0 0 0,0-1 0,0 1 0,0 0 0,-1-1 0,1 1 0,-1 0 0,0 0 0,-4-5 0,-1 0 0,-1-1 0,0 1 0,0 1 0,-12-10 0,15 14 0,1 0 0,0 0 0,-1 1 0,1-1 0,-1 1 0,0 0 0,0 1 0,0-1 0,0 1 0,0 0 0,-8-1 0,10 2 0,1 1 0,-1-1 0,0 1 0,0-1 0,1 1 0,-1 0 0,0 0 0,1 0 0,-1 0 0,1 1 0,0-1 0,-1 1 0,1 0 0,0-1 0,0 1 0,0 0 0,0 0 0,0 0 0,0 0 0,1 1 0,-1-1 0,1 0 0,0 1 0,-3 4 0,-1 6 0,0 0 0,1 0 0,-5 22 0,9-33 0,-2 6 0,0 1 0,1 0 0,0 0 0,0-1 0,1 1 0,1 0 0,-1 0 0,1 0 0,1 0 0,-1-1 0,1 1 0,1-1 0,0 1 0,0-1 0,1 0 0,5 10 0,0-4 0,0-1 0,2 1 0,-1-2 0,1 1 0,1-2 0,0 1 0,1-2 0,0 1 0,1-2 0,0 0 0,0 0 0,24 9 0,-16-9 0,1-1 0,1-1 0,-1-1 0,1 0 0,0-2 0,0-1 0,47 0 0,-71-3-17,3 0-67,-1 0-1,0 0 1,0 0 0,0 0 0,1-1-1,-1 1 1,0 0 0,0-1 0,0 0-1,0 1 1,0-1 0,0 0 0,0 0-1,0 0 1,2-2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4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0 24575,'2'0'0,"-1"1"0,0-1 0,1 0 0,-1 1 0,1-1 0,-1 1 0,0-1 0,1 1 0,-1 0 0,0-1 0,1 1 0,-1 0 0,0 0 0,0 0 0,0 0 0,0 0 0,0 0 0,0 0 0,0 1 0,0-1 0,-1 0 0,1 0 0,0 1 0,0 1 0,2 5 0,0 0 0,4 17 0,-5-17 0,26 102 0,27 92 0,1-43 0,-55-159 0,-1 1 0,0-1 0,0 1 0,1-1 0,-1 1 0,0-1 0,0 1 0,0-1 0,0 1 0,0-1 0,0 1 0,0-1 0,0 1 0,0-1 0,0 1 0,0-1 0,0 1 0,0-1 0,0 1 0,-1-1 0,1 1 0,0-1 0,0 1 0,0-1 0,-1 1 0,1-1 0,0 0 0,-1 1 0,1-1 0,0 1 0,-1-1 0,0 1 0,0-1 0,-1 0 0,1 1 0,0-1 0,0 0 0,0 0 0,0 0 0,0 0 0,0 0 0,-1 0 0,1-1 0,0 1 0,-2-1 0,-3-1 0,-1 0 0,0-1 0,-9-4 0,5-1 0,1 0 0,0 0 0,0 0 0,-14-17 0,0 0 0,11 13 0,0 0 0,1-2 0,-16-22 0,25 32 0,1 0 0,0 0 0,0 0 0,0 0 0,0 0 0,0-1 0,1 1 0,0 0 0,0-1 0,0 1 0,0-1 0,1 0 0,0 1 0,0-1 0,0 1 0,0-1 0,1 0 0,-1 1 0,3-7 0,-2 9 0,0 0 0,0 0 0,0 0 0,1 1 0,-1-1 0,0 0 0,1 1 0,-1-1 0,1 0 0,0 1 0,-1 0 0,1-1 0,0 1 0,0 0 0,0 0 0,0 0 0,0 0 0,0 0 0,0 1 0,0-1 0,1 1 0,-1-1 0,3 1 0,6-1 0,1 0 0,0 1 0,14 1 0,-9 0 0,-2 0-103,-4-1-213,-1 1 1,1-2-1,13-1 1,-11-1-6511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4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24575,'5'0'0,"-1"2"0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5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24575,'20'22'0,"-2"1"0,19 28 0,8 11 0,-38-54 0,0 0 0,0 0 0,1-1 0,0 0 0,10 7 0,-16-12 0,1 0 0,-1-1 0,1 1 0,0-1 0,0 0 0,-1 0 0,1 0 0,0 0 0,0 0 0,0-1 0,0 1 0,0-1 0,0 0 0,0 0 0,0 0 0,0 0 0,0-1 0,0 1 0,0-1 0,0 1 0,0-1 0,4-2 0,-4 1 0,-1 0 0,0 0 0,1 1 0,-1-2 0,0 1 0,0 0 0,0 0 0,0-1 0,-1 1 0,1-1 0,-1 1 0,1-1 0,-1 0 0,0 0 0,0 0 0,0 1 0,0-1 0,0-3 0,0 0 0,0 1 0,-1-1 0,1 1 0,-1-1 0,0 1 0,0-1 0,-1 1 0,-2-10 0,9 26 0,0 0 0,1 0 0,0 0 0,0-1 0,1 0 0,17 16 0,-20-21 0,0-2 0,1 1 0,0 0 0,-1-1 0,1 0 0,1-1 0,-1 1 0,0-1 0,0 0 0,12 1 0,-15-2 0,0-1 0,1 0 0,-1 0 0,0 0 0,1 0 0,-1 0 0,0-1 0,0 1 0,1-1 0,-1 0 0,0 0 0,0 0 0,0 0 0,0-1 0,0 1 0,0-1 0,-1 0 0,1 0 0,0 0 0,-1 0 0,1 0 0,-1 0 0,2-4 0,0 1 6,0-1 0,-1 0-1,0 0 1,0 0 0,0-1-1,-1 1 1,0-1 0,0 1 0,-1-1-1,0 0 1,0 1 0,0-1-1,-1 0 1,0 0 0,-1 0-1,1 1 1,-1-1 0,-1 0 0,1 0-1,-3-7 1,-1 2-141,1 1 0,-2-1 0,1 1 0,-1 0 0,-1 1 0,0 0 0,-1 0 0,0 0 0,0 1 0,-11-10 0,6 8-6691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5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24575,'28'19'0,"-1"1"0,-1 2 0,-1 0 0,0 2 0,32 41 0,-41-43 0,-1 0 0,-1 2 0,-1-1 0,-1 2 0,-1 0 0,-1 0 0,10 37 0,-11-25 0,-2 1 0,-1-1 0,1 51 0,-7-70 0,0 0 0,-1-1 0,-1 1 0,-1-1 0,0 0 0,-2 1 0,0-2 0,0 1 0,-12 22 0,13-32-80,0 0 0,-1-1-1,0 1 1,0-1 0,0-1-1,0 1 1,-1-1 0,0 0-1,-1 0 1,1-1 0,-1 1 0,1-1-1,-1-1 1,0 1 0,-1-1-1,-7 2 1,0-1-6746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9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38 24575,'-1'1'0,"0"1"0,0 0 0,0-1 0,0 1 0,1-1 0,-1 1 0,1 0 0,-1 0 0,1-1 0,-1 1 0,1 0 0,0 0 0,0 0 0,0 0 0,0-1 0,0 1 0,1 0 0,-1 0 0,0 0 0,2 2 0,0 5 0,1 1 0,5 10 0,-5-14 0,1 0 0,-1 0 0,1 0 0,0 0 0,0-1 0,1 1 0,0-1 0,7 6 0,-11-10 0,1 0 0,0 0 0,-1 1 0,1-2 0,0 1 0,0 0 0,0 0 0,-1 0 0,1-1 0,0 1 0,0-1 0,0 1 0,0-1 0,3 0 0,-4 0 0,1-1 0,-1 1 0,1 0 0,-1-1 0,1 1 0,-1-1 0,0 0 0,1 1 0,-1-1 0,0 0 0,1 0 0,-1 0 0,0 0 0,0 0 0,0 0 0,0 0 0,0-1 0,0 1 0,0 0 0,0 0 0,0-2 0,4-7 0,-1 1 0,-1-1 0,0 1 0,4-20 0,0-1 0,-3 16 0,3-18 0,-6 31 0,-1 0 0,1-1 0,-1 1 0,1 0 0,0 0 0,-1 0 0,1-1 0,0 1 0,0 0 0,0 0 0,-1 0 0,1 0 0,0 0 0,1 0 0,-1 1 0,0-1 0,2-1 0,-2 2 0,1 0 0,-1 0 0,0 0 0,0 0 0,1 0 0,-1 0 0,0 0 0,0 0 0,1 1 0,-1-1 0,0 1 0,0-1 0,0 1 0,0-1 0,0 1 0,0 0 0,0-1 0,0 1 0,0 0 0,0 0 0,1 1 0,20 22 0,-20-21 0,72 87 0,-59-70-1365,-11-11-5461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6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52 24575,'-30'-5'0,"-12"-4"0,-2-1 0,4 2 0,6 1 0,7 3 0,5 2 0,4 1 0,3 1 0,1 0 0,3-2 0,1-1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6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18 24575,'-8'3'0,"-4"0"0,-4 0 0,2 2 0,0 1 0,1-2 0,-1-1 0,0-3 0,0-3 0,-1 1 0,-2-3 0,-1 0 0,-3-3 0,1 2 0,-3-2 0,4 1-8191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8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809 16 24575,'0'0'0,"0"0"0,1-1 0,-1 1 0,0 0 0,0 0 0,0 0 0,1 0 0,-1-1 0,0 1 0,0 0 0,0 0 0,0 0 0,0 0 0,0-1 0,0 1 0,1 0 0,-1 0 0,0-1 0,0 1 0,0 0 0,0 0 0,0 0 0,0-1 0,0 1 0,0 0 0,0 0 0,0-1 0,0 1 0,0 0 0,0 0 0,0 0 0,0-1 0,-1 1 0,1 0 0,0-1 0,-9-2 0,-12 2 0,-5 5 0,1 0 0,-1-2 0,0-1 0,0-1 0,-39-5 0,17 0 0,-1 1 0,-49 4 0,56 0 0,26 1 0,-1 1 0,-19 4 0,2 0 0,0 0 0,19-3 0,-25 3 0,35-6 0,4 0 0,-1-1 0,0 1 0,0 1 0,0-1 0,0 0 0,0 0 0,1 1 0,-1-1 0,0 1 0,0-1 0,0 1 0,1 0 0,-3 1 0,4-2 0,0 1 0,0-1 0,0 0 0,0 0 0,0 1 0,0-1 0,0 0 0,0 0 0,0 1 0,0-1 0,0 0 0,0 1 0,0-1 0,0 0 0,1 0 0,-1 1 0,0-1 0,0 0 0,0 0 0,0 0 0,0 1 0,1-1 0,-1 0 0,0 0 0,0 0 0,0 1 0,1-1 0,-1 0 0,0 0 0,0 0 0,1 0 0,-1 0 0,0 0 0,0 1 0,1-1 0,-1 0 0,11 5 0,42 15 0,67 29 0,-76-30 0,-26-12 0,-1 1 0,1 0 0,-2 1 0,21 15 0,-36-23 0,1 0 0,-1 0 0,0 0 0,1 0 0,-1 0 0,0 0 0,0 1 0,0-1 0,0 0 0,0 1 0,0-1 0,0 1 0,-1-1 0,1 1 0,0-1 0,-1 1 0,1-1 0,-1 1 0,0 0 0,0-1 0,1 1 0,-1 0 0,0-1 0,0 1 0,0 0 0,-1-1 0,1 1 0,0-1 0,-1 1 0,0 2 0,-1-1 0,0 0 0,0 1 0,0-1 0,0 0 0,-1-1 0,1 1 0,-1 0 0,0-1 0,0 1 0,0-1 0,0 0 0,-5 3 0,-33 16 0,22-12 0,-31 21 0,19-5 0,-34 33 0,45-38 0,-1-1 0,-1-1 0,-1-1 0,-28 17 0,36-26 0,-12 6 0,-29 20 0,56-34 0,0 0 0,0 0 0,0 0 0,0 0 0,0 0 0,0 0 0,0 0 0,-1 0 0,1 0 0,0 1 0,0-1 0,0 0 0,0 0 0,0 0 0,0 0 0,0 0 0,0 0 0,0 0 0,0 0 0,0 0 0,-1 1 0,1-1 0,0 0 0,0 0 0,0 0 0,0 0 0,0 0 0,0 0 0,0 1 0,0-1 0,0 0 0,0 0 0,0 0 0,0 0 0,0 0 0,0 0 0,0 1 0,0-1 0,0 0 0,1 0 0,4 2 0,11-1 0,-15-1 0,-1 0 0,261-2 0,-161-4 0,91 0 0,-133 9-455,0 2 0,91 19 0,-132-19-6371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0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24575,'1'47'0,"2"0"0,2-1 0,19 82 0,-12-82 0,-2 0 0,-2 1 0,-2 0 0,0 71 0,-5-124 0,1 0 0,-1 1 0,1-1 0,1 0 0,-1 1 0,5-8 0,23-38 0,-29 50 0,3-6 0,0 0 0,1 0 0,0 0 0,1 1 0,-1-1 0,12-8 0,-15 14 0,0-1 0,0 1 0,0 0 0,0 0 0,0 0 0,1 0 0,-1 0 0,0 0 0,1 1 0,-1-1 0,0 1 0,1 0 0,-1 0 0,1 0 0,-1 0 0,1 0 0,-1 0 0,0 0 0,1 1 0,-1 0 0,0-1 0,1 1 0,-1 0 0,0 0 0,0 0 0,0 0 0,4 3 0,8 5 0,0 1 0,-1 0 0,22 23 0,-28-26 0,-1 0 0,0 1 0,0 0 0,-1 0 0,0 0 0,0 1 0,-1 0 0,4 10 0,-7-17-151,0 1-1,-1-1 0,1 1 0,-1 0 1,0-1-1,1 1 0,-1-1 1,-1 4-1,-1 4-6674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1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28 24575,'-1'-2'0,"-1"0"0,1 0 0,-1 0 0,0 0 0,1 1 0,-1-1 0,0 0 0,0 1 0,0-1 0,0 1 0,0 0 0,-1 0 0,1 0 0,0 0 0,-1 0 0,1 0 0,0 1 0,-1-1 0,1 1 0,-1-1 0,1 1 0,-1 0 0,1 0 0,-1 0 0,1 0 0,-1 1 0,1-1 0,0 1 0,-1-1 0,1 1 0,-1 0 0,1 0 0,0 0 0,0 0 0,0 0 0,-1 1 0,1-1 0,0 1 0,1-1 0,-1 1 0,0 0 0,0-1 0,1 1 0,-1 0 0,1 0 0,-2 4 0,-1-1 0,1 1 0,1 1 0,-1-1 0,1 0 0,0 1 0,1-1 0,0 1 0,0-1 0,0 1 0,0 0 0,1-1 0,0 1 0,2 8 0,1 7 0,2 1 0,11 33 0,0-4 0,18 153 0,-31-183 0,0 0 0,2 1 0,0-1 0,9 21 0,-13-40 7,1 0 0,0 0-1,0 0 1,0 0 0,0 0-1,1 0 1,-1-1-1,1 1 1,0-1 0,-1 0-1,1 0 1,0 0 0,0 0-1,1 0 1,-1-1 0,0 1-1,6 1 1,-5-2-78,-1 0 1,0-1-1,0 1 0,0-1 0,1 1 1,-1-1-1,0 0 0,0 0 1,1-1-1,-1 1 0,0-1 0,0 1 1,0-1-1,0 0 0,0 0 1,0-1-1,0 1 0,0-1 0,0 1 1,3-3-1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1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24575,'1'13'0,"1"-1"0,0 0 0,1 0 0,0 0 0,0-1 0,2 1 0,-1-1 0,2 0 0,-1 0 0,1 0 0,1-1 0,0 0 0,17 18 0,-24-27 0,1 0 0,0 0 0,0 0 0,0 0 0,0 0 0,0 0 0,0 0 0,1 0 0,-1 0 0,0-1 0,0 1 0,1 0 0,-1-1 0,0 1 0,1-1 0,-1 1 0,0-1 0,1 0 0,-1 0 0,1 1 0,-1-1 0,1 0 0,-1 0 0,1 0 0,-1-1 0,0 1 0,1 0 0,-1-1 0,1 1 0,-1 0 0,0-1 0,1 0 0,-1 1 0,0-1 0,0 0 0,1 0 0,-1 1 0,0-1 0,1-2 0,4-3 0,0-1 0,-1 0 0,0-1 0,0 1 0,5-12 0,2-2 0,-12 20 0,1 0 0,0-1 0,-1 1 0,1 0 0,0 0 0,0 0 0,0 0 0,0 0 0,0 0 0,0 0 0,0 0 0,1 1 0,-1-1 0,0 0 0,0 1 0,1-1 0,-1 1 0,0-1 0,3 0 0,-3 1 0,1 1 0,0-1 0,-1 0 0,1 1 0,-1-1 0,1 1 0,-1-1 0,0 1 0,1-1 0,-1 1 0,1 0 0,-1 0 0,0 0 0,0 0 0,0 0 0,1 0 0,0 2 0,37 44 0,-27-31 0,17 18 0,-22-26-1365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2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24575,'21'6'0,"-1"1"0,0 2 0,0 0 0,-1 1 0,29 20 0,-45-28 0,0 0 0,-1 1 0,0-1 0,0 1 0,0 0 0,0-1 0,0 1 0,0 0 0,0 0 0,-1 0 0,0 0 0,0 1 0,2 4 0,-1 3 0,-1 0 0,1 20 0,1 11 0,26 147 0,-24-161 0,1 0 0,1-1 0,1 0 0,2 0 0,21 44 0,-19-51 0,-6-11 0,0 1 0,5 11 0,-10-19 0,0 0 0,-1 0 0,1-1 0,-1 1 0,1 0 0,-1 0 0,1 0 0,-1 0 0,0 0 0,0 0 0,0 0 0,0-1 0,0 1 0,-1 0 0,1 0 0,-1 0 0,1 0 0,-2 3 0,1-4 0,0 0 0,0 1 0,0-1 0,0 0 0,0 0 0,0 0 0,0 0 0,0 0 0,0-1 0,-1 1 0,1 0 0,0-1 0,-1 1 0,1 0 0,0-1 0,-1 0 0,1 1 0,-1-1 0,1 0 0,-1 1 0,1-1 0,-2 0 0,-4-1 0,-1 1 0,1-1 0,-10-2 0,2 0 0,-24-4-1365,21 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3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1 232 24575,'25'-3'0,"2"0"0,37-8 0,-57 9 0,-1 0 0,0 0 0,0 0 0,0-1 0,0 0 0,0 0 0,0 0 0,-1-1 0,1 0 0,-1 0 0,6-6 0,-9 7 0,0 1 0,0-1 0,0 0 0,0 0 0,-1 0 0,1 0 0,-1 0 0,1 0 0,-1 0 0,0 0 0,-1-1 0,1 1 0,0 0 0,-1-1 0,0 1 0,0-1 0,0 1 0,0 0 0,0-1 0,-1 1 0,1 0 0,-3-7 0,0 4 0,1-1 0,-1 1 0,-1 0 0,1 0 0,-1 0 0,0 0 0,0 1 0,-1-1 0,-10-8 0,12 10 0,-1 1 0,0 0 0,0 0 0,0 0 0,-1 0 0,-4-2 0,8 5 0,0-1 0,0 1 0,-1 0 0,1 0 0,0-1 0,0 1 0,0 0 0,-1 0 0,1 0 0,0 0 0,0 0 0,0 0 0,-1 1 0,1-1 0,0 0 0,0 1 0,0-1 0,0 1 0,0-1 0,0 1 0,0-1 0,0 1 0,0 0 0,0-1 0,0 1 0,0 0 0,0 0 0,0 0 0,1 0 0,-1-1 0,-1 3 0,-3 6 0,-1 1 0,1 0 0,1 0 0,0 0 0,0 0 0,-2 16 0,-9 22 0,14-45 0,0 0 0,0-1 0,1 1 0,-1 0 0,1 0 0,0-1 0,0 1 0,0 0 0,0 0 0,0-1 0,0 1 0,1 0 0,-1 0 0,1-1 0,0 1 0,0 0 0,0-1 0,0 1 0,1-1 0,-1 0 0,0 1 0,1-1 0,0 0 0,0 0 0,-1 0 0,1 0 0,4 3 0,5 4 0,0-1 0,1 0 0,0 0 0,15 6 0,-16-8 0,19 8 0,0-1 0,1-2 0,0 0 0,1-3 0,0 0 0,42 4 0,-42-6 0,-25-4 0,0 0 0,0-1 0,0 0 0,0 0 0,0-1 0,0 0 0,0 0 0,13-2 0,-19 2-72,1-1 1,0 0-1,-1 0 0,1 0 0,-1 0 0,1 0 0,-1 0 0,1 0 1,-1 0-1,0-1 0,1 1 0,-1 0 0,0-1 0,0 1 0,0-1 1,0 1-1,0-1 0,0-2 0,3-7-6754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3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0 24575,'-10'0'0,"-6"0"0,-2 0 0,-2 0 0,2 0 0,0 0 0,1 0 0,0 0 0,2 3 0,0 0 0,-2 0 0,-1 0 0,0-2 0,-2 1 0,1-4 0,2-1-8191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4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0 24575,'1'11'0,"1"-1"0,-1 1 0,2-1 0,6 19 0,0 2 0,108 337 0,-115-362 0,2 3 0,0 1 0,-1-1 0,-1 1 0,1 0 0,-1 0 0,-1 0 0,0 12 0,0-21 0,-2 1 0,1-1 0,0 0 0,0 0 0,0 0 0,0 0 0,-1 0 0,1 0 0,0 0 0,-1 0 0,1 0 0,-1 0 0,1 0 0,-1 0 0,0 0 0,1 0 0,-1-1 0,0 1 0,0 0 0,0 0 0,1-1 0,-1 1 0,-2 0 0,2 0 0,-1 0 0,0-1 0,0 1 0,0-1 0,0 0 0,0 0 0,0 1 0,0-1 0,0-1 0,0 1 0,0 0 0,-2-1 0,-4-1 0,0 0 0,0-1 0,1 0 0,-1 0 0,-8-6 0,7 2 0,-1 0 0,2-1 0,-1 0 0,1 0 0,0-1 0,1 0 0,0 0 0,0-1 0,1 0 0,0 0 0,1 0 0,0-1 0,0 0 0,2 0 0,-6-22 0,8 29 0,1 1 0,0-1 0,0 0 0,0 1 0,1-1 0,-1 0 0,1 1 0,0-1 0,0 1 0,0-1 0,0 1 0,1-1 0,-1 1 0,1 0 0,0 0 0,0-1 0,0 1 0,1 1 0,-1-1 0,4-3 0,3-2 0,0 0 0,0 1 0,0 1 0,1 0 0,13-7 0,-11 8-1365,-2 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4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24575,'3'-3'0,"0"2"0,0 4 0,0 3 0,-1 4 0,-4 2 0,0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5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24575,'9'15'0,"0"0"0,1-1 0,0 0 0,1-1 0,1 0 0,18 15 0,-23-21 0,1-2 0,-1 1 0,1-1 0,0 0 0,0 0 0,10 3 0,-16-7 0,0 0 0,-1 0 0,1-1 0,0 1 0,0-1 0,0 1 0,0-1 0,0 0 0,0 0 0,-1 0 0,1 0 0,0 0 0,0 0 0,0 0 0,0-1 0,0 1 0,0-1 0,-1 1 0,1-1 0,0 0 0,0 1 0,-1-1 0,1 0 0,0 0 0,-1-1 0,1 1 0,-1 0 0,1 0 0,-1-1 0,0 1 0,0-1 0,1 1 0,-1-1 0,0 1 0,0-1 0,1-3 0,-1 1 0,0 0 0,1 0 0,-1 0 0,-1 0 0,1 0 0,0-6 0,-1 11 0,0 1 0,0-1 0,0 1 0,0-1 0,1 0 0,-1 1 0,1-1 0,-1 1 0,1-1 0,-1 0 0,1 1 0,0-1 0,-1 0 0,1 0 0,0 0 0,0 1 0,2 0 0,-1 1 0,1-1 0,0 0 0,0 0 0,0 0 0,0 0 0,1 0 0,4 1 0,-4-1 0,0-1 0,0 1 0,1-1 0,-1 0 0,1-1 0,-1 1 0,1-1 0,-1 0 0,1 0 0,-1 0 0,1 0 0,-1-1 0,9-2 0,-10 1 0,1 0 0,-1 0 0,0 0 0,0 0 0,0-1 0,0 0 0,0 1 0,0-1 0,-1 0 0,1 0 0,-1-1 0,0 1 0,0 0 0,0-1 0,0 1 0,0-1 0,-1 0 0,0 1 0,0-1 0,0 0 0,0 0 0,0-5 0,0 1 0,-1 0 0,1 0 0,-1 0 0,-1 0 0,0 0 0,0 1 0,0-1 0,-1 0 0,0 0 0,-4-9 0,3 12-151,1 1-1,-1-1 0,0 1 0,0 0 1,0 0-1,-1 0 0,1 1 1,-5-4-1,-4-3-6674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5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24575,'3'2'0,"0"1"0,0-1 0,0 1 0,-1-1 0,1 1 0,-1 0 0,1 0 0,-1 0 0,0 1 0,0-1 0,-1 0 0,1 1 0,1 6 0,-1-5 0,0 0 0,1 0 0,-1-1 0,1 1 0,-1-1 0,6 6 0,-7-9 0,-1-1 0,1 1 0,-1-1 0,1 1 0,-1-1 0,1 1 0,0-1 0,-1 0 0,1 1 0,0-1 0,-1 0 0,1 1 0,0-1 0,0 0 0,-1 0 0,1 0 0,0 0 0,0 0 0,-1 0 0,1 0 0,0 0 0,0 0 0,-1 0 0,1 0 0,0 0 0,-1 0 0,1-1 0,0 1 0,0 0 0,-1-1 0,1 1 0,0 0 0,-1-1 0,1 1 0,-1-1 0,1 1 0,0-1 0,3-3 0,0 0 0,-1 0 0,0 0 0,4-8 0,0 2 0,-5 7 0,0 1 0,0-1 0,0 1 0,1 0 0,-1-1 0,1 1 0,-1 0 0,1 1 0,0-1 0,0 0 0,-1 1 0,1-1 0,0 1 0,1 0 0,-1 0 0,0 0 0,0 1 0,6-1 0,-3 1 0,1 0 0,-1 1 0,0 0 0,0 0 0,0 1 0,0-1 0,0 1 0,0 1 0,6 2 0,32 15 0,107 55 0,-61-18-287,-70-43-791,-1-2-5748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6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24575,'1'15'0,"-1"-1"0,2 0 0,4 22 0,-3-17 0,-3-16 0,0 1 0,1-1 0,-1 1 0,1-1 0,0 1 0,2 4 0,-3-7 0,0-1 0,0 0 0,0 0 0,1 0 0,-1 0 0,0 0 0,0 0 0,0 0 0,0 1 0,0-1 0,0 0 0,0 0 0,0 0 0,0 0 0,1 0 0,-1 0 0,0 0 0,0 0 0,0 0 0,0 0 0,0 0 0,0 0 0,1 0 0,-1 0 0,0 0 0,0 0 0,0 0 0,0 0 0,0 0 0,0 0 0,1 0 0,-1 0 0,0 0 0,0 0 0,0 0 0,0 0 0,0 0 0,0 0 0,1 0 0,5-6 0,5-11 0,-9 13 0,4-5 0,2-4 0,0 1 0,1 0 0,12-12 0,-17 20 0,-1 1 0,1 0 0,0 0 0,0 1 0,0-1 0,0 1 0,0 0 0,1 0 0,-1 0 0,1 0 0,-1 1 0,1 0 0,-1 0 0,7-1 0,-1 2 0,1 0 0,-1 1 0,0 0 0,1 1 0,-1 0 0,0 0 0,0 1 0,0 0 0,10 6 0,-17-8-85,-1 1 0,1-1-1,-1 1 1,0 0 0,0 0-1,0 0 1,0 0 0,0 0-1,0 1 1,-1-1 0,1 0-1,-1 1 1,0-1 0,1 1-1,0 3 1,2 5-6741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2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24575,'0'-7'0,"0"9"0,2 14 0,71 159 0,-70-168 0,43 86 0,25 58 0,-50-106 0,-14-32 0,-1-1 0,-1 1 0,0 0 0,-1 0 0,4 18 0,-8-31 0,1 1 0,-1 0 0,0-1 0,0 1 0,0-1 0,0 1 0,0 0 0,0-1 0,0 1 0,0 0 0,0-1 0,0 1 0,0 0 0,0-1 0,-1 1 0,1-1 0,0 1 0,0 0 0,-1-1 0,1 1 0,-1 0 0,1-1 0,-1 0 0,1 0 0,-1 0 0,1 0 0,0 0 0,-1 0 0,1 0 0,-1 0 0,1 0 0,-1 0 0,1-1 0,0 1 0,-1 0 0,1 0 0,-1 0 0,1-1 0,0 1 0,-1 0 0,1 0 0,0-1 0,-1 1 0,1-1 0,-20-21 0,12 10-1365,0 2-5461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 24575,'0'0'0,"1"0"0,0-1 0,-1 1 0,1 0 0,-1 0 0,1 0 0,-1 0 0,1 0 0,0 0 0,-1 0 0,1 0 0,-1 0 0,1 1 0,-1-1 0,1 0 0,0 0 0,-1 0 0,1 1 0,-1-1 0,1 0 0,-1 1 0,1-1 0,-1 0 0,0 1 0,1-1 0,-1 1 0,1 0 0,-1 0 0,-1-1 0,1 1 0,0-1 0,-1 1 0,0 0 0,1-1 0,-1 1 0,1-1 0,-1 1 0,0-1 0,1 0 0,-1 1 0,0-1 0,1 0 0,-1 1 0,0-1 0,1 0 0,-1 0 0,0 0 0,0 0 0,0 1 0,-30 5 0,1-2 0,-1 0 0,-56-2 0,42-3-1365,33 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3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24575,'0'15'0,"3"8"0,0 2 0,0-1 0,2-1 0,3-6 0,0-4-8191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3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24575,'0'-10'0,"0"-1"0,2 4 0,2 6 0,-1 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4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24575,'7'11'0,"1"0"0,1 0 0,0 0 0,0-1 0,1 0 0,0-1 0,18 12 0,-25-18 0,1-1 0,0 1 0,0-1 0,0 0 0,0 0 0,1 0 0,-1-1 0,6 2 0,-9-3 0,0 1 0,0-1 0,0 0 0,0 0 0,0 0 0,0 0 0,1 0 0,-1 0 0,0-1 0,0 1 0,0 0 0,0 0 0,0-1 0,0 1 0,0-1 0,0 1 0,0-1 0,0 1 0,0-1 0,0 0 0,-1 1 0,1-1 0,0 0 0,0 0 0,-1 1 0,1-1 0,0 0 0,-1 0 0,1 0 0,-1 0 0,1 0 0,-1 0 0,1 0 0,-1 0 0,0 0 0,1 0 0,-1 0 0,0-3 0,1-5 0,0 0 0,-1 0 0,0 0 0,0 0 0,-1 0 0,-1 0 0,-2-12 0,3 20 0,1 1 0,0 0 0,0-1 0,0 1 0,0 0 0,0-1 0,0 1 0,0-1 0,-1 1 0,1 0 0,0-1 0,0 1 0,0-1 0,1 1 0,-1 0 0,0-1 0,0 1 0,0-1 0,0 1 0,0 0 0,0-1 0,0 1 0,1 0 0,-1-1 0,0 1 0,0 0 0,1-1 0,-1 1 0,0-1 0,1 1 0,0 0 0,-1 0 0,1 0 0,0 0 0,-1 0 0,1 0 0,0 1 0,-1-1 0,1 0 0,0 0 0,-1 0 0,1 0 0,-1 1 0,1-1 0,-1 0 0,2 1 0,26 20 0,-23-17 0,20 17 0,-16-13 0,1 0 0,-1-1 0,1 0 0,0 0 0,1-1 0,18 7 0,-28-12 0,1-1 0,-1 1 0,1-1 0,-1 1 0,1-1 0,0 0 0,-1 0 0,1 0 0,-1 0 0,1 0 0,0 0 0,-1 0 0,1-1 0,-1 1 0,1 0 0,2-2 0,-3 1 0,0 1 0,0-1 0,0 0 0,-1 1 0,1-1 0,0 0 0,0 0 0,-1 0 0,1 0 0,0 0 0,-1 0 0,1 0 0,-1 0 0,1 0 0,-1 0 0,0 0 0,1 0 0,-1-2 0,1 0 0,-1 0 0,0 0 0,0-1 0,0 1 0,-1 0 0,1 0 0,-1-1 0,0 1 0,1 0 0,-1 0 0,-1 0 0,1 0 0,0 0 0,-1 0 0,-2-3 0,3 5 0,0 0 0,1 0 0,-1-1 0,0 1 0,0 0 0,1-1 0,-1 1 0,1 0 0,-1-1 0,1 1 0,-1-3 0,1 4 0,0 0 0,0-1 0,0 1 0,0 0 0,1 0 0,-1-1 0,0 1 0,0 0 0,0 0 0,0 0 0,0-1 0,0 1 0,0 0 0,0 0 0,1 0 0,-1-1 0,0 1 0,0 0 0,0 0 0,0 0 0,1 0 0,-1 0 0,0 0 0,0-1 0,0 1 0,1 0 0,-1 0 0,0 0 0,12 1 0,-1 3 0,0 0 0,-1 1 0,1 0 0,13 11 0,-11-8 0,27 13 0,-27-16 0,1 0 0,-1-1 0,25 4 0,-32-7 0,1-1 0,0 1 0,-1-1 0,1 0 0,0-1 0,0 0 0,-1 0 0,1 0 0,12-5 0,-15 4 0,1 0 0,-1 0 0,0-1 0,0 0 0,0 0 0,-1 0 0,1 0 0,4-5 0,23-34 0,-27 34 0,1 0 0,1 1 0,-1 0 0,1 0 0,1 0 0,-1 1 0,13-10 0,-18 16 0,-1 0 0,1 0 0,0-1 0,-1 1 0,1 0 0,-1-1 0,1 1 0,-1-1 0,1 1 0,-1-1 0,1 1 0,-1-1 0,0 1 0,1-1 0,-1 1 0,1-1 0,-1 1 0,0-1 0,0 0 0,1 1 0,-1-1 0,0 1 0,0-1 0,0-1 0,0 2 0,0-1 0,-1 0 0,1 1 0,0-1 0,-1 0 0,1 1 0,-1-1 0,1 0 0,-1 1 0,1-1 0,-1 1 0,1-1 0,-1 1 0,1-1 0,-1 1 0,0 0 0,-1-1 0,-5-3 0,-1 1 0,0 0 0,-9-1 0,10 2 0,-4-2 0,6 2 0,0 0 0,-1 1 0,1 0 0,0-1 0,0 2 0,-1-1 0,-9 1 0,14 0 0,0 0 0,0 1 0,0-1 0,1 1 0,-1-1 0,0 1 0,0 0 0,0-1 0,0 1 0,1 0 0,-1-1 0,0 1 0,1 0 0,-1 0 0,0 0 0,1 0 0,-1 0 0,1 0 0,0 0 0,-1-1 0,1 1 0,0 0 0,-1 1 0,1-1 0,0 0 0,0 0 0,0 0 0,0 0 0,0 0 0,0 0 0,0 0 0,0 0 0,1 1 0,0 4 0,0 0 0,0-1 0,0 1 0,4 8 0,-3-8-7,1 0-1,0 0 1,1 0-1,-1 0 1,1-1-1,0 0 0,0 1 1,1-2-1,0 1 1,10 8-1,-8-8 37,1 0-1,1 0 1,-1-1-1,0 0 1,1-1-1,18 5 1,2-3-371,0-1 1,1-1 0,52-2-1,-77-1 226,8 0-6710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5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0 24575,'-1'4'0,"0"0"0,0-1 0,0 1 0,-1-1 0,0 0 0,0 1 0,0-1 0,0 0 0,0 0 0,-5 4 0,-1 4 0,-19 33 0,1 2 0,-33 83 0,40-84 0,-71 170 0,70-167 0,7-16 0,-11 39 0,23-68-170,0 1-1,0 0 0,0-1 1,-1 1-1,0-1 0,1 0 1,-4 4-1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6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1 184 24575,'4'19'0,"0"0"0,1 0 0,1-1 0,0 0 0,18 32 0,-24-49 0,0 0 0,1 0 0,-1-1 0,1 1 0,-1 0 0,1-1 0,-1 1 0,1 0 0,-1-1 0,1 1 0,0 0 0,-1-1 0,1 1 0,0-1 0,0 0 0,-1 1 0,1-1 0,0 1 0,0-1 0,1 0 0,-2 0 0,1 0 0,-1 0 0,1 0 0,-1-1 0,1 1 0,-1 0 0,0 0 0,1-1 0,-1 1 0,1 0 0,-1-1 0,0 1 0,1-1 0,-1 1 0,0-1 0,1 1 0,-1 0 0,0-1 0,0 1 0,0-1 0,1 1 0,-1-1 0,0 0 0,1-4 0,0 0 0,0 0 0,0 0 0,-1 0 0,0-8 0,-1 1 0,-1 0 0,0 0 0,-1 0 0,-1 1 0,-8-20 0,-31-52 0,34 68 0,17 18 0,8 10 0,-11-9 0,7 4 0,0 0 0,1-1 0,-1 0 0,2-1 0,-1-1 0,0 0 0,1-1 0,0 0 0,0-1 0,0 0 0,0-1 0,1-1 0,-1-1 0,1 0 0,16-2 0,-27 2 0,0-1 0,-1 0 0,1 0 0,0 0 0,0 0 0,-1-1 0,1 0 0,-1 1 0,1-1 0,-1-1 0,0 1 0,0 0 0,0-1 0,0 1 0,0-1 0,-1 0 0,1 0 0,-1 0 0,0 0 0,1-1 0,-2 1 0,1 0 0,0-1 0,1-4 0,-1 3 0,-1 0 0,0 1 0,1-1 0,-2 0 0,1 0 0,0 0 0,-1 0 0,0 0 0,0 0 0,-1 0 0,0 0 0,1 0 0,-1 0 0,-1 0 0,1 0 0,-1 0 0,0 1 0,-4-8 0,5 10 0,0 0 0,0 1 0,0-1 0,-1 1 0,1-1 0,0 1 0,-1-1 0,1 1 0,-1 0 0,0 0 0,1 0 0,-1 0 0,0 0 0,1 0 0,-1 0 0,0 0 0,0 1 0,-3-2 0,4 2 0,-1 0 0,1 1 0,-1-1 0,1 0 0,0 0 0,-1 1 0,1-1 0,0 0 0,-1 1 0,1 0 0,0-1 0,-1 1 0,1 0 0,0-1 0,0 1 0,0 0 0,0 0 0,0 0 0,0 0 0,0 0 0,0 0 0,0 1 0,0-1 0,1 0 0,-1 0 0,0 2 0,-2 2 0,1-1 0,1 1 0,-1 0 0,1 0 0,-1 0 0,2 0 0,-1 0 0,0 0 0,1 0 0,0 0 0,0 0 0,0 0 0,1 0 0,0 0 0,0 0 0,0 0 0,1 0 0,-1 0 0,1-1 0,0 1 0,3 4 0,-2-3 0,1-1 0,0 1 0,0-1 0,0 0 0,0 0 0,1 0 0,0-1 0,0 1 0,0-1 0,1 0 0,-1-1 0,1 1 0,0-1 0,0 0 0,11 3 0,4 0-273,0-1 0,0 0 0,1-2 0,39 2 0,-49-6-6553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6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0 24575,'-4'4'0,"0"0"0,1 1 0,-1-1 0,1 1 0,0 0 0,0 0 0,0 0 0,1 0 0,-1 1 0,-2 9 0,5-11 0,-1 0 0,0 1 0,1-1 0,0 0 0,0 0 0,0 1 0,1-1 0,-1 0 0,1 0 0,0 0 0,0 0 0,1 0 0,-1 0 0,1 0 0,2 5 0,4 3 0,1 0 0,0-1 0,0 1 0,1-2 0,0 0 0,1 0 0,24 17 0,-33-26 0,0 0 0,-1 0 0,1 1 0,0-1 0,-1 1 0,1-1 0,-1 1 0,1-1 0,-1 1 0,0 0 0,0 0 0,0 0 0,0 0 0,0 0 0,0 0 0,-1 0 0,1 0 0,-1 0 0,1 0 0,-1 3 0,0-3 0,0 0 0,-1 0 0,1 0 0,-1-1 0,1 1 0,-1 0 0,0 0 0,0-1 0,0 1 0,0-1 0,0 1 0,0-1 0,0 1 0,-1-1 0,1 0 0,0 1 0,-1-1 0,1 0 0,-1 0 0,1 0 0,-1 0 0,0 0 0,-2 1 0,-4 1-151,0-1-1,0 1 0,0-1 0,0-1 1,0 1-1,-1-1 0,1-1 1,-12 0-1,7 0-6674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7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0 24575,'-8'3'0,"-1"0"0,1 1 0,1 0 0,-1 0 0,1 0 0,-1 1 0,1 0 0,1 1 0,-11 10 0,15-14 0,0 0 0,0 0 0,0 0 0,1 1 0,-1-1 0,1 1 0,0-1 0,0 1 0,0-1 0,0 1 0,0 0 0,0-1 0,1 1 0,-1 0 0,1 0 0,0-1 0,0 1 0,0 0 0,0 0 0,1 0 0,-1-1 0,1 1 0,-1 0 0,1 0 0,0-1 0,0 1 0,0-1 0,0 1 0,1-1 0,-1 1 0,1-1 0,0 0 0,1 3 0,3 1 0,0 1 0,0-1 0,1-1 0,-1 1 0,1-1 0,0 0 0,1-1 0,-1 1 0,9 2 0,-12-5 0,0 0 0,0-1 0,0 0 0,0 0 0,0 0 0,0 0 0,0 0 0,0-1 0,0 0 0,0 0 0,0 0 0,0 0 0,0-1 0,0 1 0,0-1 0,0 0 0,0 0 0,0-1 0,0 1 0,-1-1 0,5-2 0,-6 2 0,1 0 0,-1 0 0,0-1 0,0 1 0,0-1 0,0 1 0,0-1 0,-1 0 0,1 1 0,-1-1 0,0 0 0,1 0 0,-1 0 0,-1 0 0,1 0 0,0 0 0,-1-1 0,0 1 0,1 0 0,-1 0 0,0 0 0,-1 0 0,1-1 0,-2-3 0,2 3 0,-1-1 0,0 1 0,0 0 0,-1 0 0,1 1 0,-1-1 0,0 0 0,0 0 0,0 1 0,-1-1 0,1 1 0,-1 0 0,0-1 0,0 1 0,0 1 0,0-1 0,-7-4 0,6 5-227,0 0-1,0 1 1,0-1-1,0 1 1,-6-1-1,-3 1-6598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7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24575,'24'38'0,"37"50"0,-54-79 0,1 0 0,0-1 0,1 0 0,-1 0 0,2-1 0,18 12 0,-26-17 0,1-1 0,-1 0 0,0 0 0,1 0 0,-1 0 0,1 0 0,-1-1 0,1 1 0,-1-1 0,1 1 0,-1-1 0,1 0 0,0 0 0,-1 0 0,1-1 0,-1 1 0,1-1 0,4-1 0,-5 1 0,1 0 0,-1-1 0,0 1 0,0-1 0,0 1 0,0-1 0,0 0 0,0 0 0,-1 0 0,1 0 0,-1 0 0,1 0 0,-1-1 0,0 1 0,0 0 0,0-1 0,0 1 0,1-6 0,5-58 0,-7 66 0,1-1 0,-1 1 0,0-1 0,0 1 0,0 0 0,0-1 0,0 1 0,1-1 0,-1 1 0,0 0 0,0-1 0,0 1 0,1 0 0,-1-1 0,0 1 0,1 0 0,-1-1 0,0 1 0,1 0 0,-1 0 0,0-1 0,1 1 0,-1 0 0,0 0 0,1 0 0,-1 0 0,1 0 0,-1-1 0,0 1 0,1 0 0,-1 0 0,1 0 0,-1 0 0,0 0 0,1 0 0,-1 0 0,1 0 0,-1 0 0,1 1 0,-1-1 0,0 0 0,1 0 0,-1 0 0,1 0 0,-1 0 0,1 1 0,20 15 0,-11-8 0,-4-4 0,0-1 0,0 0 0,1 0 0,-1-1 0,1 0 0,-1 0 0,15 2 0,-1-3 0,28 0 0,-33-2 0,0 1 0,0 1 0,0 1 0,23 4 0,42 23 0,-79-28 0,0-1 0,0 1 0,0-1 0,0 0 0,0 1 0,0-1 0,0 0 0,0 0 0,0 0 0,0 0 0,0 0 0,1 0 0,-1 0 0,0 0 0,0 0 0,0-1 0,0 1 0,0 0 0,0-1 0,0 1 0,0-1 0,0 1 0,0-1 0,0 1 0,0-1 0,-1 0 0,1 1 0,0-1 0,0 0 0,0-1 0,0 1 0,-1-1 0,1 1 0,-1-1 0,1 1 0,-1-1 0,0 1 0,0-1 0,0 1 0,0-1 0,0 1 0,0-1 0,0 1 0,0-1 0,-1 1 0,1-1 0,-1 1 0,1-1 0,-1 1 0,1-1 0,-1 1 0,-1-3 0,-9-12 0,-17-22 0,19 27 0,0-1 0,0 0 0,1 0 0,-7-17 0,13 25 0,0-1 0,1 1 0,0 0 0,-1-1 0,1 1 0,1-1 0,-1 0 0,1 1 0,0-8 0,0 10 0,0 1 0,1-1 0,-1 0 0,1 1 0,-1-1 0,1 0 0,0 1 0,0-1 0,0 1 0,-1-1 0,2 1 0,-1-1 0,0 1 0,0 0 0,0 0 0,0-1 0,1 1 0,-1 0 0,1 0 0,-1 0 0,1 0 0,-1 1 0,1-1 0,-1 0 0,1 1 0,0-1 0,-1 1 0,4-1 0,-1 0-80,1 1 0,-1 0-1,1 0 1,-1 0 0,1 1-1,-1 0 1,0 0 0,1 0-1,-1 0 1,0 0 0,1 1 0,-1 0-1,0 0 1,0 0 0,-1 0-1,8 6 1,-1 0-6746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8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43 24575,'-3'-3'0,"-22"-25"0,24 27 0,0 0 0,-1 0 0,1 0 0,0 0 0,-1 0 0,1 0 0,-1 0 0,1 1 0,-1-1 0,1 0 0,-1 1 0,1-1 0,-1 1 0,0 0 0,1 0 0,-1-1 0,0 1 0,-2 0 0,3 1 0,0-1 0,0 1 0,0-1 0,0 0 0,0 1 0,1 0 0,-1-1 0,0 1 0,0-1 0,1 1 0,-1 0 0,0 0 0,1-1 0,-1 1 0,1 0 0,-1 0 0,1 0 0,-1 0 0,1 0 0,-1 0 0,1 0 0,0 0 0,0 0 0,0-1 0,-1 3 0,-1 27 0,3-26 0,-1 2 0,0 0 0,1 0 0,0 1 0,0-1 0,1 0 0,0 0 0,0 0 0,0-1 0,1 1 0,0 0 0,0-1 0,0 0 0,1 0 0,0 0 0,0 0 0,0 0 0,0-1 0,7 6 0,1-1 0,0 0 0,1-1 0,0-1 0,0 0 0,0-1 0,25 8 0,-25-10 0,1-1 0,-1-1 0,1 0 0,20 1 0,56-7 0,-85 4 0,0-1 0,-1 0 0,1 0 0,0 0 0,0 0 0,-1-1 0,1 0 0,-1 0 0,0 0 0,0-1 0,1 1 0,-1-1 0,-1 0 0,1 0 0,0-1 0,-1 1 0,0-1 0,0 0 0,0 1 0,5-9 0,-7 9 0,1-1 0,0 0 0,-1 0 0,0 0 0,0 0 0,0 0 0,0 0 0,-1 0 0,1 0 0,-1 0 0,0 0 0,0 0 0,-1 0 0,1 0 0,-1 0 0,0 0 0,0 0 0,0 0 0,0 0 0,-1 0 0,0 1 0,0-1 0,0 1 0,-5-7 0,3 4 0,-1 0 0,0 1 0,-1-1 0,1 1 0,-1 0 0,0 1 0,-9-6 0,14 9 0,-1 0 0,1 1 0,-1-1 0,1 0 0,-1 1 0,1-1 0,-1 0 0,1 1 0,-1 0 0,1-1 0,-1 1 0,0 0 0,1 0 0,-1 0 0,1 0 0,-1 0 0,0 1 0,1-1 0,-1 0 0,1 1 0,-1-1 0,1 1 0,-1-1 0,1 1 0,-1 0 0,1 0 0,0-1 0,-1 1 0,1 0 0,0 0 0,0 0 0,-1 1 0,1-1 0,0 0 0,0 0 0,0 1 0,1-1 0,-1 0 0,0 1 0,-1 2 0,1 0 0,0 0 0,0 0 0,0 0 0,0 1 0,0-1 0,1 0 0,0 1 0,0-1 0,0 0 0,1 1 0,-1-1 0,1 0 0,0 0 0,0 1 0,2 4 0,0-2 0,-1-1 0,1 0 0,0 0 0,1 0 0,-1 0 0,1 0 0,0-1 0,1 0 0,5 6 0,-4-6-97,1-1-1,0 0 1,0 0-1,0 0 1,0-1-1,1 0 1,-1 0-1,1-1 1,0 0-1,0 0 1,0-1-1,0 0 0,12 0 1,-7-1-6729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9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29 24575,'-12'-6'0,"-1"1"0,-22-8 0,30 12 0,1 0 0,-1 0 0,1 0 0,-1 1 0,1-1 0,-1 1 0,1 1 0,-1-1 0,1 0 0,-1 1 0,1 0 0,-5 1 0,7-1 0,0 0 0,0 0 0,0 0 0,1 0 0,-1 0 0,0 1 0,1-1 0,-1 0 0,1 1 0,0-1 0,-1 1 0,1 0 0,0-1 0,0 1 0,0 0 0,0-1 0,0 1 0,1 0 0,-1 0 0,0 0 0,1 0 0,-1 0 0,1 3 0,-1 5 0,1-1 0,0 1 0,2 17 0,0-10 0,-2-12 0,1-1 0,-1 1 0,1-1 0,0 1 0,1-1 0,-1 1 0,1-1 0,0 0 0,0 0 0,0 1 0,0-2 0,1 1 0,0 0 0,0 0 0,0-1 0,3 4 0,-1-4 0,-1 1 0,1-1 0,-1 0 0,1-1 0,0 1 0,0-1 0,0 0 0,0 0 0,0 0 0,1-1 0,-1 0 0,1 0 0,6 0 0,56-1-1365,-55 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9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0 24575,'-13'2'0,"0"0"0,-26 8 0,36-9 0,0 0 0,0 0 0,0 0 0,0 1 0,1-1 0,-1 1 0,0 0 0,1 0 0,-1 0 0,1 0 0,-1 0 0,1 0 0,0 0 0,0 1 0,0-1 0,0 1 0,1 0 0,-3 4 0,4-5 0,-1-1 0,1 1 0,0 0 0,0-1 0,0 1 0,0 0 0,0 0 0,1-1 0,-1 1 0,0 0 0,1-1 0,-1 1 0,1 0 0,0-1 0,-1 1 0,1-1 0,0 1 0,0-1 0,0 1 0,0-1 0,0 0 0,1 1 0,-1-1 0,0 0 0,0 0 0,1 0 0,-1 0 0,2 1 0,4 2 0,0 1 0,0-2 0,0 1 0,14 4 0,-14-5 0,7 1 0,-1 1 0,1-2 0,0 0 0,18 2 0,-28-5 0,-1 0 0,1 0 0,-1 0 0,0-1 0,1 1 0,-1-1 0,1 0 0,-1 0 0,0 0 0,4-2 0,-5 2 0,0 0 0,0-1 0,-1 1 0,1-1 0,0 1 0,0-1 0,-1 0 0,1 0 0,-1 0 0,0 0 0,1 0 0,-1 0 0,0 0 0,0 0 0,0 0 0,0-3 0,0 3 4,0-1 0,-1 1 0,1 0 0,-1-1 0,0 1-1,0-1 1,0 1 0,0 0 0,0-1 0,0 1 0,-1-1 0,1 1-1,-1 0 1,1-1 0,-1 1 0,0 0 0,0 0 0,0 0 0,0-1 0,-1 1-1,1 0 1,-1 0 0,1 1 0,-1-1 0,1 0 0,-1 0 0,0 1-1,0-1 1,0 1 0,-3-2 0,-1 0-169,0-1 0,-1 1 0,1 0 0,-1 1 0,0 0 0,0 0 0,0 0 0,-14 0 0,8 1-6661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24575,'15'22'0,"-5"-6"0,0 0 0,25 27 0,-32-40 0,1 0 0,-1 1 0,1-1 0,0 0 0,0-1 0,0 1 0,0-1 0,0 0 0,1 0 0,-1 0 0,1 0 0,-1-1 0,1 0 0,0 0 0,0 0 0,6 0 0,-7-1 0,0-1 0,0 0 0,-1 1 0,1-2 0,-1 1 0,1 0 0,-1-1 0,1 0 0,-1 1 0,0-1 0,0-1 0,0 1 0,0 0 0,0-1 0,0 1 0,-1-1 0,1 0 0,-1 0 0,0 0 0,0 0 0,3-5 0,-5 7 0,1 0 0,-1 0 0,1 0 0,0 0 0,0 0 0,-1 0 0,1 1 0,0-1 0,0 0 0,0 0 0,0 0 0,0 1 0,0-1 0,0 1 0,0-1 0,0 1 0,0-1 0,0 1 0,1 0 0,-1-1 0,0 1 0,0 0 0,0 0 0,1 0 0,-1 0 0,0 0 0,0 0 0,0 0 0,0 0 0,1 0 0,-1 1 0,0-1 0,0 0 0,0 1 0,0-1 0,0 1 0,0-1 0,2 2 0,4 3 0,0 0 0,0 0 0,0 0 0,8 10 0,-6-6 0,3 2-195,0 0 0,1-1 0,0 0 0,1-1 0,0-1 0,26 12 0,-27-15-6631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0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39 24575,'-3'-5'0,"0"1"0,0 0 0,-1-1 0,1 1 0,-1 1 0,-6-6 0,9 8 0,1 1 0,-1-1 0,0 1 0,1-1 0,-1 1 0,0 0 0,0-1 0,1 1 0,-1 0 0,0 0 0,0-1 0,1 1 0,-1 0 0,0 0 0,0 0 0,0 0 0,1 0 0,-1 0 0,0 0 0,-1 1 0,1-1 0,0 1 0,0 0 0,1-1 0,-1 1 0,0 0 0,0 0 0,1-1 0,-1 1 0,0 0 0,1 0 0,-1 0 0,1 0 0,-1 0 0,1 0 0,-1 0 0,1 0 0,0 0 0,0 0 0,-1 0 0,1 2 0,-1 2 0,1 1 0,-1-1 0,1 1 0,0-1 0,1 1 0,-1 0 0,1-1 0,0 1 0,1-1 0,-1 0 0,1 1 0,0-1 0,0 0 0,1 0 0,-1 0 0,1 0 0,6 7 0,6 6 0,0-1 0,1-1 0,19 15 0,-13-11 0,-8-9 0,-7-4 0,1-1 0,-1 1 0,8 9 0,-14-15 0,0 1 0,0 0 0,1-1 0,-1 1 0,-1 0 0,1-1 0,0 1 0,0 0 0,-1 0 0,1 0 0,-1-1 0,1 1 0,-1 0 0,0 0 0,1 0 0,-1 0 0,0 0 0,-1 0 0,1 0 0,0 0 0,0 0 0,-2 2 0,1-2 0,0 0 0,0 0 0,0 0 0,-1-1 0,1 1 0,-1 0 0,0 0 0,1-1 0,-1 1 0,0-1 0,0 0 0,0 1 0,0-1 0,0 0 0,0 0 0,0 0 0,0-1 0,0 1 0,-1 0 0,-3 0 0,-5 1 0,-1-1 0,-20 1 0,28-2 0,-83-1-1365,67 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1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 24575,'0'0'0,"0"0"0,0 0 0,0 0 0,0-1 0,-1 1 0,1 0 0,0 0 0,0 0 0,0 0 0,0-1 0,0 1 0,-1 0 0,1 0 0,0 0 0,0 0 0,0 0 0,-1 0 0,1 0 0,0 0 0,0 0 0,0-1 0,-1 1 0,1 0 0,0 0 0,0 0 0,-1 0 0,1 0 0,0 0 0,0 0 0,0 0 0,-1 1 0,1-1 0,0 0 0,0 0 0,0 0 0,-1 0 0,1 0 0,0 0 0,0 0 0,0 0 0,-1 1 0,1-1 0,0 0 0,0 0 0,0 0 0,0 0 0,0 0 0,-1 1 0,1-1 0,0 0 0,0 0 0,0 0 0,0 1 0,0-1 0,0 0 0,0 0 0,0 0 0,0 1 0,-1 13 0,3-8 0,0-1 0,0 0 0,1 0 0,-1 0 0,1-1 0,0 1 0,1-1 0,-1 1 0,1-1 0,0 0 0,0 0 0,8 5 0,-1-1 0,0 0 0,1-1 0,0 0 0,14 5 0,-12-6 0,0-1 0,1 0 0,26 5 0,-36-10 0,-1 1 0,1-1 0,0 0 0,0 0 0,0-1 0,0 1 0,5-2 0,-8 1 0,1 0 0,-1 1 0,0-1 0,1-1 0,-1 1 0,0 0 0,0 0 0,0-1 0,0 1 0,0-1 0,0 0 0,0 0 0,0 0 0,2-3 0,-3 2 0,1 0 0,0-1 0,-1 1 0,0-1 0,0 1 0,0-1 0,0 0 0,0 1 0,-1-8 0,-1-36 0,0 34 0,7 24 0,0-1 0,0 0 0,1 0 0,11 14 0,-1-4-455,1-1 0,37 32 0,-42-42-6371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24575,'0'0'0,"-1"0"0,1 1 0,0-1 0,-1 0 0,1 0 0,0 1 0,0-1 0,0 0 0,-1 0 0,1 1 0,0-1 0,0 0 0,0 1 0,0-1 0,-1 0 0,1 1 0,0-1 0,0 1 0,0-1 0,0 0 0,0 1 0,0-1 0,0 0 0,0 1 0,0-1 0,0 0 0,0 1 0,1-1 0,-1 0 0,0 1 0,0-1 0,0 0 0,0 1 0,0-1 0,1 0 0,-1 1 0,6 16 0,-6-17 0,2 6 0,1 0 0,-1-1 0,1 1 0,0-1 0,1 1 0,-1-1 0,1 0 0,0 0 0,0-1 0,1 1 0,-1-1 0,1 0 0,0 0 0,0-1 0,1 1 0,-1-1 0,11 4 0,-10-5 0,-2 0 0,0 0 0,0-1 0,0 0 0,1 0 0,-1 0 0,8 1 0,-11-2 0,0-1 0,1 1 0,-1 0 0,0 0 0,0-1 0,1 1 0,-1-1 0,0 1 0,0-1 0,0 0 0,1 1 0,-1-1 0,0 0 0,0 0 0,0 0 0,0 1 0,-1-1 0,1 0 0,0 0 0,0-1 0,0 1 0,-1 0 0,1 0 0,-1 0 0,1 0 0,-1-1 0,1-1 0,1-3 0,0-1 0,-1 1 0,0-1 0,0 0 0,0 0 0,-1 0 0,0 1 0,0-1 0,-1 0 0,0 0 0,0 1 0,-1-1 0,-4-11 0,13 28 0,0-1 0,1 0 0,9 8 0,-5-5 0,-12-12 0,12 13 0,1 0 0,14 11 0,-23-21 0,-1-1 0,1 1 0,0-1 0,0 0 0,0 0 0,0 0 0,0 0 0,0-1 0,0 0 0,0 0 0,1 0 0,-1 0 0,1-1 0,4 1 0,-7-1 0,-1 0 0,1-1 0,0 1 0,0-1 0,-1 1 0,1-1 0,-1 1 0,1-1 0,-1 0 0,1 0 0,-1 0 0,1 0 0,-1 0 0,1 0 0,-1 0 0,0 0 0,0 0 0,0-1 0,0 1 0,0-1 0,0 1 0,0 0 0,0-1 0,0 0 0,0-2 0,2-4 0,-1-1 0,0 1 0,-1-1 0,1-9 0,3-14 0,-5 32 0,0 0 0,0-1 0,0 1 0,0 0 0,0 0 0,0-1 0,0 1 0,0 0 0,1 0 0,-1-1 0,0 1 0,0 0 0,0 0 0,0-1 0,0 1 0,1 0 0,-1 0 0,0 0 0,0-1 0,0 1 0,1 0 0,-1 0 0,0 0 0,0 0 0,1 0 0,-1-1 0,0 1 0,0 0 0,1 0 0,-1 0 0,0 0 0,0 0 0,1 0 0,-1 0 0,0 0 0,0 0 0,1 0 0,-1 0 0,0 0 0,0 0 0,1 0 0,-1 0 0,0 0 0,0 1 0,1-1 0,-1 0 0,0 0 0,0 0 0,1 0 0,-1 0 0,0 1 0,0-1 0,1 0 0,13 15 0,-7-7 0,-1-2-136,0-1-1,1 1 1,0-1-1,0 0 1,0-1-1,1 0 1,-1 0-1,1 0 0,11 3 1,-7-5-6690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24575,'3'7'0,"3"6"0,0 2 0,0 2 0,1 0 0,-1 0 0,-1-1 0,1-3 0,-1-3-8191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3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24575,'39'71'0,"-29"-50"0,1-1 0,16 22 0,-26-41 0,0 0 0,-1 0 0,1 0 0,0 0 0,0 0 0,0 0 0,0 0 0,-1-1 0,1 1 0,0 0 0,0-1 0,1 1 0,-1-1 0,0 1 0,0-1 0,2 1 0,-2-1 0,-1 0 0,1 0 0,0 0 0,-1 0 0,1 0 0,0 0 0,0 0 0,-1-1 0,1 1 0,-1 0 0,1-1 0,0 1 0,-1 0 0,1-1 0,0 1 0,-1-1 0,1 1 0,-1-1 0,1 1 0,0-2 0,1 0 0,0-1 0,-1 0 0,1 0 0,-1 0 0,0-1 0,1 1 0,-1 0 0,-1-1 0,1 1 0,0-4 0,0-3 0,2-14 0,10-48 0,-12 71 0,-1 0 0,0-1 0,1 1 0,-1 0 0,1-1 0,-1 1 0,1 0 0,0 0 0,0-1 0,-1 1 0,1 0 0,0 0 0,0 0 0,0 0 0,0 0 0,0 0 0,0 0 0,1 0 0,-1 1 0,0-1 0,0 0 0,1 1 0,-1-1 0,2 0 0,-1 1 0,0 0 0,0 0 0,0 0 0,0 1 0,-1-1 0,1 0 0,0 1 0,0-1 0,0 1 0,-1 0 0,1 0 0,0-1 0,0 1 0,-1 0 0,1 0 0,-1 1 0,3 1 0,31 34 0,-5-4 0,10 7-60,13 12 222,-46-46-372,0-1 1,0 0-1,0 0 1,1-1-1,0 0 1,11 4-1,-6-4-6616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3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 24575,'-6'0'0,"0"0"0,0 0 0,0 1 0,1 0 0,-1 0 0,0 0 0,1 1 0,-1 0 0,-10 5 0,13-5 0,1 0 0,-1 0 0,0 0 0,1 0 0,0 0 0,-1 1 0,1-1 0,0 1 0,0-1 0,0 1 0,1 0 0,-1 0 0,1 0 0,-1 0 0,1 0 0,0 0 0,0 0 0,0 0 0,0 5 0,0 1 0,0-1 0,1 1 0,0-1 0,1 10 0,-1-15 0,1-1 0,-1 1 0,0-1 0,1 1 0,0-1 0,0 1 0,-1-1 0,1 1 0,1-1 0,-1 0 0,0 1 0,0-1 0,1 0 0,0 0 0,-1 0 0,1 0 0,4 3 0,-6-5 0,1 1 0,0-1 0,1 1 0,-1-1 0,0 0 0,0 1 0,0-1 0,0 0 0,0 0 0,0 0 0,0 0 0,0 1 0,0-2 0,1 1 0,-1 0 0,0 0 0,0 0 0,0 0 0,2-1 0,-1-1 0,1 1 0,-1 0 0,1-1 0,-1 1 0,0-1 0,0 0 0,0 1 0,2-3 0,1-2 0,0 0 0,-1 0 0,1-1 0,-1 1 0,3-9 0,-6 12 0,7-13 0,-3 13 0,-1 10 0,0 8 0,-1 0 0,-1 0 0,1 17 0,0 3 0,25 129 0,-1-10 0,-23-121 0,-1 1 0,-3 53 0,0-79 0,-1 0 0,0 0 0,-1-1 0,1 1 0,-1 0 0,-1-1 0,-3 9 0,4-13 0,1-1 0,0 1 0,-1-1 0,0 0 0,1 0 0,-1 0 0,0 0 0,0 0 0,0 0 0,0 0 0,-1-1 0,1 1 0,0-1 0,-1 1 0,1-1 0,-1 0 0,1 0 0,-1 0 0,1 0 0,-1-1 0,0 1 0,0-1 0,-5 1 0,1-2 0,-1 1 0,0-1 0,0-1 0,0 1 0,0-1 0,1-1 0,-1 1 0,1-1 0,-1-1 0,1 1 0,0-1 0,1 0 0,-1-1 0,-6-5 0,3 1 0,0 0 0,0-1 0,1 0 0,1 0 0,-1-1 0,2 0 0,-11-18 0,14 20 0,0-1 0,0 1 0,1-1 0,0 0 0,1 0 0,0 0 0,0 0 0,1 0 0,1-1 0,0 1 0,0 0 0,1 0 0,2-11 0,-2 14 0,1 1 0,-1 0 0,1 0 0,1 0 0,-1 0 0,1 1 0,0-1 0,0 1 0,1-1 0,0 1 0,0 0 0,0 0 0,0 1 0,1-1 0,0 1 0,0 0 0,0 0 0,0 1 0,0-1 0,1 1 0,11-4 0,-9 4-273,0 1 0,1 0 0,-1 0 0,11 0 0,-4 1-6553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2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61 153 24575,'11'47'0,"-7"-30"0,0 0 0,1 0 0,11 26 0,-8-33 0,-7-10 0,-1 1 0,0-1 0,0 0 0,0 0 0,0 0 0,1 0 0,-1 0 0,0 0 0,0 0 0,0 0 0,0 0 0,1 0 0,-1 0 0,0 0 0,0-1 0,0 1 0,0 0 0,0 0 0,1 0 0,-1 0 0,0 0 0,0 0 0,0 0 0,0 0 0,0 0 0,0-1 0,1 1 0,-1 0 0,0 0 0,0 0 0,0 0 0,0 0 0,0 0 0,0-1 0,0 1 0,0 0 0,0 0 0,0 0 0,0-1 0,1 0 0,-1-1 0,1 0 0,-1 0 0,0 0 0,0 0 0,0 0 0,0 0 0,0 0 0,0 1 0,-1-4 0,-6-14 0,-1 0 0,0 0 0,-1 1 0,-1 1 0,-16-22 0,-2-5 0,10 13 0,27 40 0,1-1 0,-1-1 0,2 0 0,-1 0 0,1-1 0,0 0 0,1-1 0,-1 0 0,1-1 0,13 3 0,-5-3 0,0 0 0,0-2 0,0 0 0,1-1 0,28-3 0,-43 1 0,1 0 0,-1 0 0,0 0 0,0-1 0,0 0 0,-1 0 0,1-1 0,0 0 0,-1 0 0,0 0 0,0-1 0,9-6 0,-12 8 0,0 0 0,0 0 0,0 0 0,0 0 0,-1 0 0,1-1 0,-1 1 0,0 0 0,1-1 0,-1 1 0,0-1 0,0 1 0,0-1 0,-1 0 0,1 1 0,-1-1 0,1 0 0,-1 1 0,0-1 0,0 0 0,0 0 0,0 1 0,-1-1 0,1 0 0,-1 1 0,0-1 0,0 0 0,0 1 0,0-1 0,0 1 0,-2-3 0,2 2 0,-1 0 0,0 1 0,0-1 0,0 1 0,0 0 0,-1-1 0,1 1 0,0 0 0,-1 1 0,0-1 0,1 0 0,-1 1 0,0-1 0,0 1 0,0 0 0,0 0 0,0 0 0,-3 0 0,4 0 0,0 1 0,1 0 0,-1 0 0,0 0 0,1 0 0,-1 1 0,0-1 0,1 0 0,-1 1 0,0-1 0,1 1 0,-1-1 0,1 1 0,-1 0 0,1 0 0,-1 0 0,1 0 0,-1 0 0,1 0 0,0 0 0,0 0 0,0 0 0,-1 1 0,1-1 0,0 0 0,1 1 0,-1-1 0,0 1 0,0-1 0,1 1 0,-1 0 0,0-1 0,1 1 0,-1 3 0,0-1 0,0 1 0,0 0 0,1-1 0,0 1 0,0 0 0,0-1 0,0 1 0,1 0 0,-1 0 0,1-1 0,0 1 0,1-1 0,-1 1 0,3 4 0,0-3 0,-1 1 0,1-1 0,1 0 0,-1 0 0,1 0 0,0-1 0,0 0 0,8 6 0,2 0 0,0-1 0,1 0 0,0-2 0,0 0 0,0 0 0,29 7 0,-25-9-455,-1-1 0,41 4 0,-45-8-6371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3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169 390 24575,'-10'-9'0,"-5"-5"0,-27-18 0,38 29 0,0 0 0,0 1 0,-1-1 0,1 1 0,-1 0 0,0 1 0,1-1 0,-1 1 0,0 0 0,0 0 0,-9 0 0,12 1 0,1 0 0,-1 0 0,1 0 0,0 0 0,-1 1 0,1-1 0,-1 0 0,1 1 0,0 0 0,-1-1 0,1 1 0,0 0 0,0-1 0,-1 1 0,1 0 0,0 0 0,0 0 0,0 0 0,0 0 0,0 0 0,-1 2 0,1-1 0,0 1 0,0 0 0,-1-1 0,2 1 0,-1 0 0,0 0 0,1 0 0,-1 0 0,1-1 0,0 5 0,0-1 0,0 0 0,0 0 0,1 1 0,0-1 0,1 0 0,-1 0 0,1-1 0,0 1 0,5 10 0,-4-12 0,1 1 0,-1-1 0,1 0 0,0 0 0,0-1 0,1 1 0,-1-1 0,1 0 0,-1 0 0,1 0 0,0-1 0,0 0 0,0 0 0,11 3 0,-14-4 0,0-1 0,0 1 0,0-1 0,0 0 0,0 0 0,1 0 0,-1 0 0,0 0 0,0 0 0,0-1 0,0 1 0,0-1 0,0 1 0,0-1 0,0 0 0,0 0 0,0 1 0,0-2 0,-1 1 0,1 0 0,0 0 0,0 0 0,-1-1 0,1 1 0,-1-1 0,0 0 0,1 1 0,-1-1 0,0 0 0,0 0 0,0 1 0,0-1 0,0 0 0,0 0 0,-1 0 0,1 0 0,-1 0 0,1 0 0,-1-1 0,0-2 0,1-2 0,0-1 0,-1 0 0,0-9 0,-1 33 0,1-10 0,-1 0 0,1 0 0,0 0 0,1 0 0,-1 0 0,1 0 0,1 0 0,2 10 0,-1-11 0,1 1 0,-1-1 0,1 1 0,0-1 0,0 0 0,1 0 0,0-1 0,-1 0 0,1 1 0,1-1 0,-1-1 0,1 1 0,7 3 0,-10-6 0,0 1 0,0-1 0,1 0 0,-1 0 0,0 0 0,1 0 0,-1 0 0,0-1 0,1 0 0,-1 1 0,1-1 0,-1-1 0,0 1 0,1 0 0,-1-1 0,1 0 0,-1 1 0,0-1 0,0-1 0,1 1 0,-1 0 0,0-1 0,0 0 0,0 1 0,-1-1 0,6-5 0,-5 4 0,0-1 0,0 0 0,0 0 0,-1 0 0,0-1 0,0 1 0,0 0 0,0-1 0,-1 1 0,2-9 0,0-5 0,2-25 0,-2-12 0,-5-85 0,0 114 0,-1 1 0,-2 0 0,0 0 0,-2 0 0,-15-39 0,20 61 0,1 1 0,0-1 0,-1 1 0,1-1 0,-1 1 0,0 0 0,0-1 0,0 1 0,0 0 0,0 0 0,-3-2 0,4 4 0,1-1 0,-1 1 0,0 0 0,1 0 0,-1-1 0,0 1 0,0 0 0,1 0 0,-1 0 0,0 0 0,1 0 0,-1 0 0,0 0 0,0 0 0,1 0 0,-1 0 0,0 0 0,0 0 0,0 1 0,0-1 0,0 1 0,-1 0 0,1-1 0,0 1 0,0 0 0,0 0 0,0 0 0,1 0 0,-1 0 0,0 0 0,0 0 0,1 0 0,-1 1 0,0 1 0,-4 7 0,1 0 0,1 1 0,0-1 0,1 1 0,-1 0 0,2 0 0,0 0 0,0 0 0,1 0 0,1 0 0,-1 0 0,4 13 0,-1-7 0,1 0 0,1 0 0,1-1 0,0 0 0,1 0 0,0 0 0,12 16 0,-1-7-170,1-1-1,1-1 0,1-1 1,1 0-1,0-2 0,2 0 1,45 27-1,-52-36-6655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4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1 24575,'-20'0'0,"-10"0"0,-1 0 0,1 0 0,2 0 0,2 0 0,1 0 0,2 0 0,2 0 0,3 0 0,4 0-8191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253 694 24575,'-50'-225'0,"33"140"0,10 50 0,-2 1 0,-2 0 0,-1 0 0,-1 1 0,-2 1 0,-1 0 0,-31-46 0,3 12 0,44 65 0,0 1 0,0 0 0,0-1 0,0 1 0,-1 0 0,1 0 0,0-1 0,0 1 0,0 0 0,-1-1 0,1 1 0,0 0 0,0 0 0,-1 0 0,1-1 0,0 1 0,0 0 0,-1 0 0,1 0 0,0 0 0,-1 0 0,1-1 0,0 1 0,-1 0 0,1 0 0,0 0 0,-1 0 0,1 0 0,0 0 0,-1 0 0,-2 9 0,3 17 0,3-5 0,1-1 0,1 1 0,1-1 0,8 20 0,-5-14 0,5 11 0,2-1 0,1 0 0,38 55 0,-19-39 0,67 74 0,-85-106 0,-1-1 0,25 23 0,-37-38 0,1 1 0,-1-1 0,1 0 0,0-1 0,-1 0 0,2 0 0,-1 0 0,0 0 0,0-1 0,7 1 0,-10-2 0,0-1 0,0 1 0,-1-1 0,1 0 0,0 0 0,0 0 0,-1 0 0,1-1 0,0 1 0,-1-1 0,1 0 0,0 1 0,-1-1 0,1 0 0,-1-1 0,1 1 0,-1 0 0,0-1 0,1 1 0,-1-1 0,0 0 0,0 0 0,0 0 0,0 0 0,0 0 0,-1 0 0,1 0 0,-1-1 0,1 1 0,-1-1 0,2-3 0,0-4 0,0 1 0,-1 0 0,1-1 0,-2 1 0,0-1 0,0 1 0,-1-18 0,-1-12 0,2 46 0,1 0 0,-1 0 0,2-1 0,-1 1 0,0-1 0,1 0 0,1 0 0,-1 0 0,1 0 0,0 0 0,5 5 0,8 9 0,34 32 0,-30-32-1365,-12-12-5461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24575,'5'5'0,"2"4"0,-1 1-8191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152 118 24575,'-10'-16'0,"4"5"0,-1 0 0,-1 0 0,1 1 0,-2-1 0,1 2 0,-2-1 0,-12-10 0,21 19 0,0 1 0,0-1 0,0 0 0,0 0 0,0 1 0,0-1 0,0 1 0,0-1 0,0 1 0,-1-1 0,1 1 0,0 0 0,0-1 0,0 1 0,-1 0 0,1 0 0,0 0 0,0 0 0,-1 0 0,1 0 0,0 0 0,0 1 0,-1-1 0,1 0 0,0 1 0,0-1 0,0 1 0,0-1 0,-1 1 0,1-1 0,0 1 0,0 0 0,0 0 0,0 0 0,1-1 0,-1 1 0,0 0 0,0 0 0,0 0 0,1 0 0,-1 0 0,0 0 0,1 1 0,-1-1 0,1 0 0,-1 1 0,-2 6 0,0 0 0,1 0 0,0 0 0,1 0 0,-2 13 0,2 4 0,0 0 0,1-1 0,2 1 0,0-1 0,2 1 0,7 25 0,-5-30 0,0-1 0,2 1 0,0-1 0,1-1 0,1 0 0,1 0 0,21 26 0,34 28 0,-42-47 0,-1 1 0,23 33 0,-42-53 0,1 1 0,-2 0 0,1-1 0,-1 2 0,0-1 0,1 8 0,-3-11 0,0 0 0,-1 0 0,1 0 0,-1 0 0,0 0 0,0 0 0,-1 0 0,1 0 0,-1 0 0,0 0 0,0 0 0,-3 7 0,-2 4-1365,0-3-5461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6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78 24575,'-28'-13'0,"-14"-3"0,-2 0 0,1 3 0,5 4 0,5 3 0,5 3 0,4 2 0,2 1 0,2 3 0,5 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6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147 140 24575,'3'-8'0,"2"-1"0,-1-1 0,-1 0 0,1 1 0,-2-1 0,1-1 0,-2 1 0,1 0 0,-1-15 0,-1 23 0,0 1 0,0 0 0,0 0 0,0-1 0,-1 1 0,1 0 0,0 0 0,-1 0 0,1 0 0,-1 0 0,0 0 0,1 0 0,-1 0 0,0 0 0,1 0 0,-1 0 0,0 0 0,0 0 0,0 0 0,0 1 0,0-1 0,0 0 0,0 1 0,0-1 0,0 0 0,0 1 0,-1 0 0,1-1 0,0 1 0,0 0 0,0-1 0,0 1 0,-1 0 0,1 0 0,0 0 0,0 0 0,-1 0 0,1 0 0,-2 1 0,-7 1 0,1 0 0,0 0 0,0 1 0,-10 4 0,9-3 0,-3 0 0,7-2 0,0 0 0,0 0 0,0 1 0,0 0 0,-9 6 0,14-8 0,-1 0 0,1 0 0,0 0 0,0 0 0,0 1 0,0-1 0,0 0 0,0 1 0,0-1 0,1 1 0,-1-1 0,0 1 0,1-1 0,-1 1 0,1-1 0,-1 1 0,1 0 0,0-1 0,0 1 0,0-1 0,0 1 0,0 0 0,0-1 0,0 1 0,1 0 0,-1-1 0,1 3 0,5 15 0,1-1 0,10 19 0,-11-25 0,-4-9 0,0 0 0,1 0 0,-1 0 0,1 0 0,-1 0 0,1-1 0,0 1 0,0-1 0,1 0 0,-1 1 0,0-2 0,1 1 0,-1 0 0,1-1 0,6 3 0,3-1 0,-1 0 0,1 0 0,18 1 0,21 3 0,9 1 0,-43-6-498,26 5 0,-41-7 129,10 3-6457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17 24575,'-7'-14'0,"4"11"0,3 10 0,6 21 0,1-1 0,1 0 0,13 27 0,3 9 0,0-3 0,64 114 0,-59-121 0,-11-23-1365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16 24575,'-30'-3'0,"-12"0"0,-2 0 0,4 0 0,6 1 0,7 1 0,5 1 0,5 2 0,1 1 0,2 1 0,3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77 24575,'-5'-1'0,"-5"-2"0,1 1 0,0 1 0,-1-1 0,1 1 0,-1 1 0,1 0 0,-1 0 0,1 1 0,-13 3 0,21-4 0,-1 0 0,1 0 0,0 1 0,0-1 0,0 1 0,0-1 0,0 1 0,0-1 0,0 1 0,0-1 0,0 1 0,1 0 0,-1-1 0,0 1 0,0 0 0,0 0 0,1 0 0,-1 0 0,1 0 0,-1 0 0,0 0 0,0 2 0,1-2 0,0 0 0,0 0 0,0 1 0,0-1 0,0 0 0,1 0 0,-1 1 0,0-1 0,1 0 0,-1 0 0,1 0 0,-1 1 0,1-1 0,0 0 0,-1 0 0,2 2 0,3 2 0,-1 0 0,1 0 0,0-1 0,1 1 0,-1-1 0,7 4 0,6 2 0,1 1 0,1-2 0,-1-1 0,32 9 0,-43-15 0,0 0 0,0-1 0,1 0 0,-1 0 0,1-1 0,9-1 0,-13 0 0,0 0 0,0 0 0,0 0 0,0-1 0,0 1 0,-1-1 0,1 0 0,-1-1 0,1 1 0,-1-1 0,5-3 0,-7 4 0,0 1 0,-1-1 0,1 1 0,-1-1 0,1 0 0,-1 0 0,1 0 0,-1 0 0,0 1 0,0-2 0,0 1 0,0 0 0,-1 0 0,1 0 0,0 0 0,-1 0 0,1-1 0,-1-1 0,0 0 0,0 1 0,-1-1 0,1 1 0,-1-1 0,0 1 0,0-1 0,0 1 0,0-1 0,0 1 0,-4-5 0,0 0 0,0 1 0,0-1 0,-1 1 0,0 1 0,-1-1 0,1 1 0,-1 0 0,-10-6 0,9 7-136,0 1-1,0 0 1,-1 0-1,1 1 1,-1 0-1,0 0 1,0 1-1,0 0 0,-13 0 1,6 1-6690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6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4 24575,'-12'-2'0,"0"1"0,0 1 0,-16 1 0,25-1 0,1 0 0,-1 0 0,1 0 0,-1 1 0,1 0 0,-1-1 0,1 1 0,-1 0 0,1 0 0,0 0 0,-1 0 0,1 1 0,0-1 0,0 1 0,0-1 0,0 1 0,0 0 0,1 0 0,-1 0 0,0 0 0,1 0 0,-3 3 0,4-3 0,-1 0 0,1 1 0,-1-1 0,1 0 0,0 1 0,0-1 0,0 0 0,0 1 0,0-1 0,1 0 0,-1 1 0,1-1 0,0 0 0,-1 0 0,1 0 0,0 1 0,0-1 0,3 3 0,1 5 0,2-1 0,10 12 0,-8-12-76,0 0 1,0 0-1,1-2 0,0 1 0,0-1 0,1 0 0,0-1 0,0-1 1,1 0-1,0 0 0,-1-1 0,2 0 0,-1-1 0,0-1 1,0 0-1,1 0 0,21-1 0,-17-1-6750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3 24575,'-7'7'0,"1"1"0,1 0 0,-1 1 0,2-1 0,-9 18 0,12-23 0,1 0 0,-1-1 0,0 1 0,1 0 0,-1 0 0,1 0 0,0-1 0,0 1 0,0 0 0,0 0 0,0 0 0,1 0 0,0-1 0,-1 1 0,1 0 0,0-1 0,0 1 0,0 0 0,1-1 0,-1 1 0,0-1 0,1 0 0,0 1 0,0-1 0,2 2 0,3 3 0,0-1 0,0 0 0,1-1 0,0 0 0,0 0 0,1 0 0,17 6 0,-22-10 0,0 1 0,0-1 0,0 0 0,0 0 0,1 0 0,-1-1 0,0 1 0,0-1 0,1 0 0,-1 0 0,0-1 0,1 1 0,-1-1 0,0 0 0,0 0 0,0 0 0,0-1 0,0 1 0,8-5 0,-11 5 0,0-1 0,1 1 0,-1 0 0,1 0 0,-1-1 0,0 1 0,0-1 0,0 1 0,0-1 0,0 0 0,0 1 0,0-1 0,-1 0 0,1 0 0,-1 0 0,1 1 0,0-3 0,-1 0 0,0 0 0,0 0 0,0 1 0,-1-1 0,1 0 0,-1 1 0,0-1 0,-1-5 0,-1 2 0,0 0 0,0 0 0,-1 0 0,0 0 0,0 1 0,-1-1 0,-9-10 0,8 12 14,0 0-1,0 0 0,0 1 0,-1-1 1,0 1-1,0 1 0,0-1 1,-15-4-1,16 6-127,1 1 0,-1 0-1,0 0 1,0 0 0,0 0 0,0 1-1,1 0 1,-1 1 0,0-1 0,0 1-1,0 0 1,-8 3 0,4 0-6712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24575,'11'11'0,"9"9"0,-1-1 0,25 16 0,-39-31 0,1 0 0,0 0 0,0-1 0,0 0 0,1 0 0,-1 0 0,1-1 0,-1 0 0,1 0 0,0 0 0,0-1 0,0 0 0,9-1 0,-13 0 0,-1 0 0,1-1 0,-1 0 0,1 0 0,0 1 0,-1-2 0,0 1 0,1 0 0,-1 0 0,0-1 0,1 1 0,-1-1 0,0 0 0,0 1 0,0-1 0,0 0 0,-1 0 0,1 0 0,-1-1 0,1 1 0,-1 0 0,2-4 0,-1 3 0,-1-1 0,1 1 0,-1-1 0,0 0 0,0 1 0,0-1 0,-1 0 0,1 0 0,-1 0 0,0 1 0,0-1 0,0 0 0,-1 0 0,1 0 0,-2-4 0,0 2 0,3 11 0,4 12 0,1-9 0,0 0 0,0-1 0,0 1 0,1-1 0,0-1 0,0 1 0,1-1 0,-1-1 0,2 1 0,-1-1 0,0-1 0,1 1 0,0-1 0,18 5 0,-21-8 0,-1 0 0,1 0 0,-1 0 0,1-1 0,-1 0 0,1 0 0,-1 0 0,9-2 0,-12 2 0,-1-1 0,1 1 0,-1-1 0,1 1 0,-1-1 0,1 1 0,-1-1 0,0 0 0,1 0 0,-1 0 0,0 0 0,0 0 0,0 0 0,0 0 0,0 0 0,0 0 0,0 0 0,0 0 0,0-1 0,0 1 0,-1 0 0,1-1 0,0 1 0,-1-1 0,1 1 0,-1-1 0,0 1 0,1-1 0,-1 1 0,0-1 0,0 1 0,0-1 0,0 1 0,0-1 0,-1-1 0,1 0 0,-1 0 0,0-1 0,0 1 0,0 0 0,-4-5 0,-2-12 0,7 20 0,0 0 0,0 0 0,0-1 0,1 1 0,-1 0 0,0 0 0,0 0 0,0 0 0,0 0 0,1 0 0,-1 0 0,0 0 0,0 0 0,0 0 0,0 0 0,1 0 0,-1 0 0,0 0 0,0 0 0,0 0 0,1 0 0,-1 0 0,0 0 0,0 0 0,0 0 0,0 0 0,1 0 0,-1 0 0,0 1 0,0-1 0,0 0 0,0 0 0,1 0 0,-1 0 0,0 0 0,0 0 0,0 1 0,0-1 0,0 0 0,9 5 0,17 13-682,47 25-1,-57-34-6143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8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62 197 24575,'34'148'0,"2"4"0,-31-136 0,-5-16 0,0 1 0,0-1 0,1 1 0,-1 0 0,0-1 0,0 1 0,0-1 0,1 1 0,-1-1 0,0 1 0,1-1 0,-1 1 0,0-1 0,1 1 0,-1-1 0,1 1 0,-1-1 0,0 0 0,1 1 0,-1-1 0,1 0 0,0 1 0,-1-3 0,1-1 0,-1 1 0,0 0 0,-1-1 0,1 1 0,0 0 0,-1 0 0,1-1 0,-1 1 0,-1-4 0,0 2 0,-57-154 0,6 20 0,46 116 0,2 0 0,0 0 0,1-1 0,-1-32 0,5 52 0,0 1 0,0-1 0,0 1 0,0-1 0,0 1 0,1-1 0,-1 1 0,1-1 0,0 1 0,-1 0 0,1-1 0,1 1 0,1-4 0,-2 5 0,0 0 0,0 0 0,1 0 0,-1 0 0,0 0 0,1 0 0,-1 0 0,1 1 0,-1-1 0,1 0 0,-1 1 0,1-1 0,-1 1 0,1-1 0,0 1 0,-1 0 0,1 0 0,0 0 0,-1 0 0,1 0 0,2 1 0,3 0 0,-1 0 0,1 1 0,-1 0 0,1 0 0,-1 0 0,0 1 0,0 0 0,0 1 0,7 4 0,6 6 0,21 19 0,-35-28 0,0 0 0,0 0 0,0 0 0,-1 0 0,0 1 0,0 0 0,-1 0 0,1 0 0,3 10 0,-6-13 0,0-1 0,-1 0 0,1 0 0,-1 1 0,0-1 0,1 0 0,-1 1 0,0-1 0,0 0 0,-1 1 0,1-1 0,0 0 0,-1 1 0,0-1 0,1 0 0,-1 0 0,0 1 0,0-1 0,0 0 0,0 0 0,-1 0 0,1 0 0,0-1 0,-1 1 0,1 0 0,-1 0 0,0-1 0,0 1 0,1-1 0,-1 0 0,-4 3 0,-4 1-195,-1-1 0,0 0 0,1 0 0,-2-1 0,1 0 0,-20 2 0,8-2-6631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8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24575,'27'34'0,"-10"-12"0,21 22 0,-33-39 0,0 1 0,1-2 0,0 1 0,0-1 0,0 0 0,0 0 0,1 0 0,-1-1 0,8 3 0,-9-5 0,-1 0 0,0 0 0,1 0 0,-1 0 0,1-1 0,-1 1 0,1-1 0,-1 0 0,1-1 0,-1 1 0,0-1 0,1 0 0,-1 0 0,1 0 0,-1 0 0,7-4 0,-8 3 0,1-1 0,-1 1 0,0-1 0,0 1 0,0-1 0,0 0 0,0-1 0,0 1 0,-1 0 0,0-1 0,1 1 0,-1-1 0,-1 0 0,1 0 0,0 0 0,-1 0 0,2-6 0,-1-14 0,-2 21 0,0 0 0,0 0 0,0 0 0,0-1 0,1 1 0,0 0 0,-1 0 0,1 0 0,0 0 0,1 0 0,1-3 0,-3 6 0,0 0 0,0 0 0,0 0 0,1 0 0,-1 0 0,0 0 0,0 0 0,1 0 0,-1 0 0,0 0 0,0 0 0,0 1 0,1-1 0,-1 0 0,0 0 0,0 0 0,0 0 0,0 0 0,1 1 0,-1-1 0,0 0 0,0 0 0,0 0 0,0 0 0,0 1 0,0-1 0,1 0 0,-1 0 0,0 1 0,0-1 0,0 0 0,0 0 0,0 0 0,0 1 0,0-1 0,0 0 0,0 1 0,4 10 0,-4-10 0,6 20-227,2-1-1,0 1 1,1-2-1,1 1 1,18 25-1,-21-35-6598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24575,'20'55'0,"-12"-33"0,0 0 0,1 0 0,17 28 0,-11-26 0,-1 2 0,0 0 0,-3 0 0,0 2 0,11 41 0,-21-60 0,1 0 0,-1 15 0,-1-17 0,0-1 0,0 1 0,1-1 0,0 1 0,0-1 0,4 10 0,-4-14 5,0 0-1,0 0 1,1-1 0,-1 1-1,1-1 1,-1 1-1,1-1 1,0 1 0,-1-1-1,1 0 1,0 0 0,0 0-1,0 0 1,0 0-1,0 0 1,0-1 0,0 1-1,0-1 1,0 1-1,0-1 1,0 0 0,0 0-1,1 0 1,-1 0-1,3 0 1,1 0-170,0-1 0,0 0 0,-1 0 0,1 0 0,0 0 0,-1-1 0,1 0 0,6-3 0,-2-2-6661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 24575,'-30'2'0,"-13"4"0,-1 1 0,4-1 0,7 0 0,5 1 0,7-2 0,3 1 0,2-1 0,5-1-8191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100 206 24575,'12'-61'0,"-9"48"0,0 0 0,0-1 0,-1 1 0,-1-1 0,0-17 0,-1 29 0,0 0 0,-1 0 0,1-1 0,0 1 0,-1 0 0,1 0 0,-1 0 0,0 0 0,0 1 0,0-1 0,0 0 0,0 0 0,0 0 0,0 1 0,0-1 0,-1 0 0,1 1 0,0-1 0,-1 1 0,0 0 0,1 0 0,-1-1 0,0 1 0,0 0 0,1 0 0,-3 0 0,1 0 0,1 1 0,-1-1 0,1 1 0,0 0 0,-1 0 0,1 0 0,-1 1 0,1-1 0,-1 0 0,1 1 0,0 0 0,-1-1 0,1 1 0,0 0 0,0 0 0,-1 0 0,1 1 0,0-1 0,0 0 0,0 1 0,-2 2 0,0-1 0,1 1 0,-1-1 0,1 1 0,0 0 0,0 0 0,0 0 0,0 0 0,1 0 0,0 1 0,0-1 0,0 1 0,0 0 0,1-1 0,0 1 0,0 0 0,0 0 0,1 0 0,-1 0 0,1 0 0,0 0 0,0-1 0,1 1 0,0 0 0,0 0 0,0 0 0,0 0 0,1-1 0,0 1 0,0-1 0,0 1 0,0-1 0,1 0 0,-1 1 0,5 3 0,2 3-72,0-1 1,0 0-1,1-1 0,1 0 0,-1-1 0,2 0 0,-1 0 0,1-2 1,0 1-1,0-1 0,1-1 0,0 0 0,0-1 0,0 0 0,0-1 1,1-1-1,-1 0 0,15 0 0,-16-2-6754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0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88 24575,'-1'-1'0,"-7"-11"0,-1 0 0,0 1 0,-22-20 0,28 29 0,0-1 0,0 1 0,0 0 0,-1 0 0,1 0 0,-1 1 0,1-1 0,-8-1 0,9 2 0,0 1 0,-1 0 0,1 0 0,0 0 0,-1 0 0,1 0 0,-1 0 0,1 1 0,0-1 0,-1 1 0,1 0 0,0-1 0,0 1 0,0 0 0,-4 2 0,1 0 0,2-1 0,0 0 0,1-1 0,-1 1 0,1 0 0,-1 0 0,1 0 0,-4 4 0,6-5 0,-1 0 0,1 1 0,-1-1 0,1 0 0,-1 0 0,1 1 0,0-1 0,-1 0 0,1 1 0,0-1 0,0 1 0,0-1 0,0 0 0,0 1 0,0-1 0,1 0 0,-1 1 0,0-1 0,1 0 0,-1 1 0,2 0 0,52 118 0,50 106 0,-10-27 0,-51-99 0,-41-97-37,-2-5 116,-3-7-967,2 8 369,-2-9-6307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13 24575,'-27'-3'0,"-13"0"0,0 0 0,2 0 0,7 4 0,5 3 0,7 2-8191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80 24575,'-2'-2'0,"-6"-5"0,-1 0 0,-15-8 0,22 13 0,0 1 0,0 0 0,0 0 0,0 0 0,0 1 0,0-1 0,-1 0 0,1 1 0,0-1 0,0 1 0,-1 0 0,1 0 0,0 0 0,-1 0 0,1 0 0,0 0 0,-1 1 0,-3 0 0,5 0 0,-1 0 0,1 0 0,-1 0 0,1 0 0,0 1 0,0-1 0,-1 0 0,1 1 0,0-1 0,0 0 0,0 1 0,1-1 0,-1 1 0,0 0 0,0-1 0,1 1 0,-1-1 0,1 1 0,0 0 0,-1 0 0,1-1 0,0 1 0,0 0 0,0 0 0,0-1 0,0 1 0,1 3 0,0 3 0,1-1 0,0 1 0,0 0 0,5 12 0,-5-16 0,0 0 0,0 0 0,0-1 0,0 1 0,1 0 0,0-1 0,-1 0 0,1 1 0,1-1 0,-1-1 0,0 1 0,1 0 0,-1-1 0,1 1 0,0-1 0,6 2 0,-5-2 0,0 0 0,0-1 0,1 0 0,-1 0 0,0 0 0,1-1 0,-1 0 0,1 0 0,-1 0 0,1-1 0,-1 1 0,11-4 0,-14 3 0,0 1 0,1-1 0,-1 0 0,1 0 0,-1 0 0,0 0 0,0-1 0,0 1 0,0 0 0,0-1 0,0 0 0,0 1 0,0-1 0,0 0 0,-1 0 0,1 0 0,-1 0 0,0 0 0,1-1 0,-1 1 0,0 0 0,0-1 0,0 1 0,-1 0 0,1-1 0,0-3 0,-1 3 0,0 0 0,0 0 0,0 0 0,0-1 0,-1 1 0,1 0 0,-1 0 0,0 0 0,0 0 0,0 0 0,0 0 0,-1 0 0,1 0 0,-1 1 0,0-1 0,0 0 0,0 1 0,0-1 0,0 1 0,-4-3 0,-3-1 0,0 0 0,0 0 0,-1 1 0,0 0 0,0 1 0,-19-5 0,18 5 0,0 1 0,0-2 0,1 1 0,0-1 0,-16-11 0,21 11-1365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75 208 24575,'1'-1'0,"0"0"0,0 0 0,-1 0 0,1 0 0,0 0 0,-1 0 0,1-1 0,-1 1 0,1 0 0,-1 0 0,0 0 0,1-1 0,-1 1 0,0 0 0,0 0 0,0-1 0,0 1 0,0 0 0,0 0 0,0-1 0,-1 1 0,1 0 0,0 0 0,-1-1 0,1 1 0,-1 0 0,0-2 0,-3-3 0,1 0 0,-1 0 0,-9-10 0,7 9 0,1 0 0,-2-2 0,0 0 0,0-1 0,-10-20 0,16 28 0,0-1 0,0 1 0,0-1 0,1 0 0,-1 1 0,1-1 0,-1 0 0,1 0 0,0-4 0,1 5 0,-1 0 0,0 1 0,1-1 0,-1 1 0,1-1 0,-1 1 0,1-1 0,0 1 0,0 0 0,0-1 0,0 1 0,0 0 0,0-1 0,0 1 0,0 0 0,0 0 0,0 0 0,2-1 0,-1 1-85,0 0 0,0 0-1,1 0 1,-1 0 0,0 0-1,1 0 1,-1 1 0,0-1-1,1 1 1,-1 0 0,1-1-1,-1 1 1,1 0 0,-1 0-1,3 1 1,9 2-6741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8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75 24575,'-25'-15'0,"-42"-19"0,55 29 0,0 0 0,0 1 0,0 1 0,-1 0 0,1 1 0,-15-2 0,22 4 0,0 1 0,-1-1 0,1 1 0,0 0 0,0 0 0,0 1 0,1 0 0,-1-1 0,0 2 0,0-1 0,1 0 0,0 1 0,-6 4 0,4-2 0,0 0 0,0 0 0,1 0 0,-1 1 0,1 0 0,1 0 0,-1 1 0,-4 7 0,9-12 0,-1-1 0,0 1 0,1-1 0,-1 1 0,1-1 0,-1 1 0,1 0 0,0-1 0,0 1 0,0-1 0,0 1 0,0 0 0,0-1 0,0 1 0,0-1 0,1 1 0,-1-1 0,1 4 0,1-3 0,-1 1 0,1-1 0,-1 1 0,1-1 0,0 0 0,0 1 0,0-1 0,0 0 0,4 3 0,3 1 0,1 0 0,-1 0 0,2-1 0,12 5 0,10 1 0,1-2 0,0 0 0,66 6 0,-95-15 0,0 1 0,-1-1 0,1 0 0,-1 0 0,1-1 0,-1 0 0,1 1 0,-1-1 0,1-1 0,-1 1 0,0-1 0,1 1 0,-1-1 0,6-4 0,-8 4 0,0 1 0,-1-1 0,1 0 0,0 0 0,0 0 0,-1 0 0,1 0 0,-1 0 0,0 0 0,1-1 0,-1 1 0,0 0 0,0-1 0,-1 1 0,1-1 0,0 1 0,-1-1 0,0 1 0,1-1 0,-1 1 0,0-1 0,0 0 0,-1 1 0,1-1 0,0 1 0,-1-1 0,0-2 0,-1 1 0,1 1 0,-1-1 0,0 0 0,0 1 0,0-1 0,0 1 0,-5-5 0,6 7 0,0-1 0,0 1 0,0 0 0,0 0 0,-1 0 0,1 0 0,0 1 0,-1-1 0,1 0 0,-2 0 0,2 1 0,1-1 0,-1 1 0,0 0 0,1 0 0,-1 0 0,0 0 0,1 0 0,-1 0 0,0 0 0,1 0 0,-1 0 0,0 1 0,1-1 0,-1 0 0,1 0 0,-1 0 0,0 1 0,1-1 0,-1 0 0,1 1 0,-1-1 0,1 1 0,-1-1 0,0 1 0,0 0 0,0 1 0,1-1 0,-1 0 0,0 0 0,1 1 0,-1-1 0,1 0 0,0 1 0,-1-1 0,1 1 0,0-1 0,0 0 0,0 1 0,0-1 0,0 1 0,0-1 0,0 0 0,0 1 0,1-1 0,-1 1 0,1-1 0,-1 0 0,1 1 0,-1-1 0,1 0 0,0 0 0,-1 1 0,1-1 0,1 1 0,2 4 0,1 0 0,-1 0 0,1-1 0,7 8 0,-4-7 0,-1 1 0,1-1 0,0 0 0,1-1 0,-1 0 0,1 0 0,0-1 0,0 0 0,0-1 0,1 0 0,10 2 0,-17-5 0,0 1 0,1-1 0,-1 0 0,0-1 0,0 1 0,0-1 0,1 1 0,-1-1 0,0 0 0,0 0 0,0 0 0,0-1 0,0 1 0,0-1 0,0 1 0,-1-1 0,1 0 0,0 0 0,-1 0 0,0-1 0,1 1 0,-1 0 0,0-1 0,0 0 0,-1 1 0,3-5 0,0 1 0,-1-1 0,0 0 0,0-1 0,-1 1 0,0 0 0,0-1 0,-1 1 0,0-1 0,1-15 0,-3 23 0,1 0 0,0-1 0,0 1 0,0 0 0,0-1 0,0 1 0,0 0 0,0-1 0,0 1 0,0 0 0,0-1 0,0 1 0,1 0 0,-1-1 0,0 1 0,0 0 0,0-1 0,0 1 0,0 0 0,1-1 0,-1 1 0,0 0 0,0 0 0,1-1 0,5 5 0,12 23 0,-9-13 0,-2-5 0,0-1 0,1 0 0,-1-1 0,2 0 0,14 11 0,-17-15 0,-1 1 0,1-1 0,-1-1 0,1 1 0,0-1 0,0 0 0,0-1 0,0 1 0,1-1 0,-1 0 0,8 0 0,-12-1 0,1 0 0,-1-1 0,0 1 0,0 0 0,1-1 0,-1 1 0,0-1 0,0 0 0,0 1 0,0-1 0,0 0 0,0 0 0,0-1 0,0 1 0,0 0 0,0-1 0,0 1 0,-1-1 0,1 1 0,-1-1 0,3-3 0,-2 1 0,0 0 0,0-1 0,0 0 0,0 1 0,-1-1 0,1 0 0,-1 0 0,0-7 0,-1 11 0,0 0 0,0 0 0,0 0 0,0 1 0,0-1 0,0 0 0,1 0 0,-1 0 0,0 1 0,0-1 0,0 0 0,1 0 0,-1 1 0,1-1 0,-1 0 0,0 1 0,1-1 0,-1 0 0,1 1 0,-1-1 0,1 1 0,0-1 0,-1 1 0,1-1 0,0 1 0,-1-1 0,2 0 0,0 1 0,0 0 0,0 1 0,0-1 0,-1 0 0,1 0 0,0 1 0,0-1 0,0 1 0,2 1 0,6 1 0,11 4 0,1-1 0,29 4 0,-39-8 0,1-1 0,-1-1 0,1 0 0,-1-1 0,23-4 0,-33 4-43,21-1 212,-22 2-234,0 0 0,0 0 0,0 0 0,0 0 1,0 0-1,-1 1 0,1-1 0,0 0 0,0 1 0,0-1 1,0 1-1,-1-1 0,1 1 0,0-1 0,0 1 1,-1-1-1,1 1 0,0 0 0,-1-1 0,1 1 1,-1 0-1,2 1 0,1 6-6761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181 427 24575,'-15'-12'0,"-2"-2"0,-24-15 0,36 26 0,0 1 0,0-1 0,0 1 0,0 0 0,0 0 0,-1 0 0,1 1 0,-1 0 0,1 0 0,-7-1 0,10 2 0,0 0 0,0 1 0,1-1 0,-1 0 0,0 0 0,0 1 0,1-1 0,-1 1 0,0 0 0,1-1 0,-1 1 0,0 0 0,1 0 0,-1 0 0,1 0 0,-1 0 0,1 0 0,0 0 0,0 1 0,-1-1 0,1 1 0,0-1 0,0 0 0,0 1 0,0 0 0,1-1 0,-1 1 0,0 0 0,1-1 0,-1 1 0,1 0 0,-1 0 0,1-1 0,0 1 0,0 0 0,0 0 0,0 2 0,0 1 0,0-1 0,0 1 0,1 0 0,0 0 0,0-1 0,0 1 0,0-1 0,1 1 0,0-1 0,0 0 0,0 1 0,0-1 0,5 6 0,-1-3 0,1 0 0,0-1 0,1 0 0,-1 0 0,1 0 0,1-1 0,15 8 0,-20-11 0,1 0 0,-1 0 0,1-1 0,-1 0 0,1 0 0,0 0 0,-1 0 0,1-1 0,0 1 0,0-1 0,-1 0 0,1-1 0,0 1 0,0-1 0,-1 0 0,1 0 0,8-4 0,-12 4 0,1 0 0,0 0 0,-1 0 0,0 0 0,1 0 0,-1-1 0,0 1 0,0-1 0,0 1 0,0-1 0,0 1 0,0-1 0,0 1 0,0-1 0,0 0 0,-1 1 0,1-1 0,-1 0 0,0 0 0,1-2 0,0-4 0,0-1 0,-1-17 0,-1 14 0,0-10 0,-1-1 0,-1 1 0,-2 0 0,0 0 0,-12-34 0,-52-101 0,66 150 0,-8-17 0,2 5 0,0 0 0,-17-25 0,26 44 0,0 0 0,0 0 0,0 1 0,0-1 0,0 0 0,0 0 0,0 0 0,0 0 0,0 0 0,0 0 0,0 1 0,0-1 0,0 0 0,0 0 0,-1 0 0,1 0 0,0 0 0,0 0 0,0 0 0,0 0 0,0 1 0,0-1 0,0 0 0,0 0 0,-1 0 0,1 0 0,0 0 0,0 0 0,0 0 0,0 0 0,0 0 0,0 0 0,-1 0 0,1 0 0,0 0 0,0 0 0,0 0 0,0 0 0,0 0 0,-1 0 0,1 0 0,0 0 0,0 0 0,0 0 0,0 0 0,0 0 0,0 0 0,0 0 0,-1 0 0,1 0 0,0 0 0,0-1 0,0 1 0,0 0 0,0 0 0,0 0 0,0 0 0,0 0 0,-1 0 0,1 0 0,0-1 0,0 1 0,0 0 0,0 0 0,0 0 0,0 11 0,2 4 0,1 0 0,1 0 0,0-1 0,1 0 0,1 0 0,8 15 0,6 16 0,9 26-682,57 99-1,-76-153-6143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3 0,2 0 0,2 0 0,-1 0 0,2 1 0,0 1 0,2-2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0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33 24575,'-38'21'0,"1"1"0,-41 33 0,76-54 0,1 1 0,-1-1 0,0 0 0,0 0 0,0 0 0,0 0 0,0 0 0,0 0 0,0 0 0,0-1 0,0 1 0,0-1 0,-1 1 0,1-1 0,-4 0 0,5 0 0,-1-1 0,1 1 0,-1-1 0,1 0 0,-1 0 0,1 1 0,0-1 0,-1 0 0,1 0 0,0 0 0,0 0 0,0 0 0,0 0 0,-1-1 0,2 1 0,-1 0 0,0-1 0,0 1 0,0 0 0,1-1 0,-1 1 0,0-3 0,-1-3 0,0 1 0,0-1 0,0 0 0,1 1 0,1-1 0,-1 0 0,1 0 0,0 0 0,0 0 0,1 0 0,0 1 0,2-10 0,-2 15-57,0-1 0,0 1 1,1-1-1,-1 1 0,0 0 0,0 0 0,1-1 0,-1 1 0,1 0 0,-1 0 0,1 0 1,0 0-1,-1 1 0,1-1 0,0 0 0,-1 1 0,1-1 0,0 1 0,0 0 1,-1-1-1,1 1 0,0 0 0,3 0 0,8 0-6769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1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33 24575,'-35'-9'0,"-53"-11"0,78 18 0,0 1 0,0 0 0,0 1 0,0 0 0,0 1 0,-18 3 0,27-4 0,-1 1 0,1-1 0,-1 0 0,1 1 0,-1-1 0,1 1 0,-1 0 0,1 0 0,0-1 0,-1 1 0,1 0 0,0 0 0,0 0 0,-1 0 0,1 0 0,0 1 0,0-1 0,0 0 0,0 0 0,1 1 0,-3 2 0,3-2 0,-1 0 0,1 1 0,0-1 0,0 0 0,0 0 0,0 0 0,0 1 0,0-1 0,1 0 0,-1 0 0,1 1 0,-1-1 0,3 3 0,1 5 0,1-1 0,0 0 0,1-1 0,0 1 0,11 11 0,18 16 0,1-3 0,2-1 0,65 41 0,-38-37 0,-61-32 0,-4-2 0,-11-2 0,-17-3 0,-19-6 0,-41-7 0,47 10 27,-27-3-1419,56 8-5434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1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24575,'10'-5'0,"5"-1"0,4-1 0,0 2 0,0 2 0,-3 0-8191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2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24575,'2'8'0,"4"4"0,1 4 0,1 1 0,2 0 0,0 0 0,0-4 0,1 0 0,-1-1 0,0-2 0,0-3 0,0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2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4 0,0 4 0,2 3 0,2 5 0,-1-2-8191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3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91 24575,'-46'-26'0,"28"14"0,-2 1 0,1 1 0,-1 1 0,-32-11 0,50 20 0,-1-1 0,1 1 0,0-1 0,-1 1 0,1 0 0,0 0 0,-1 0 0,1 0 0,0 0 0,-1 1 0,1-1 0,0 1 0,0-1 0,-1 1 0,-2 1 0,4-1 0,0 0 0,0 0 0,0-1 0,0 1 0,1 0 0,-1 0 0,0 0 0,0 0 0,1 0 0,-1 0 0,0 0 0,1 0 0,-1 1 0,1-1 0,0 0 0,-1 0 0,1 0 0,0 1 0,0-1 0,0 0 0,-1 0 0,1 1 0,0-1 0,1 0 0,-1 0 0,0 0 0,0 1 0,1-1 0,0 2 0,0 3 0,1-1 0,0 0 0,0 0 0,0-1 0,1 1 0,-1 0 0,1-1 0,0 1 0,1-1 0,-1 0 0,1 0 0,0 0 0,0-1 0,0 1 0,0-1 0,0 0 0,1 0 0,0-1 0,-1 1 0,1-1 0,0 0 0,0 0 0,0-1 0,8 2 0,-12-3 0,1 0 0,0 0 0,-1 0 0,1 0 0,-1 0 0,1-1 0,0 1 0,-1 0 0,1-1 0,-1 1 0,1-1 0,-1 0 0,1 1 0,-1-1 0,1 0 0,-1 0 0,0 0 0,1 0 0,-1 0 0,1-2 0,15-8 0,-17 11 0,1 0 0,-1 0 0,1-1 0,0 1 0,-1 1 0,1-1 0,-1 0 0,1 0 0,-1 0 0,1 0 0,-1 0 0,1 0 0,-1 1 0,1-1 0,-1 0 0,1 0 0,-1 1 0,1-1 0,-1 0 0,1 1 0,-1-1 0,1 0 0,-1 1 0,0-1 0,1 1 0,-1-1 0,0 1 0,1-1 0,-1 1 0,0 0 0,9 18 0,-8-18 0,38 98 0,70 198 0,-108-294 0,0 0 0,0 1 0,-1-1 0,1 1 0,-1-1 0,0 8 0,0-11 0,0 1 0,0-1 0,0 0 0,0 1 0,0-1 0,0 0 0,0 1 0,0-1 0,0 0 0,-1 1 0,1-1 0,0 0 0,0 1 0,0-1 0,-1 0 0,1 0 0,0 1 0,0-1 0,-1 0 0,1 0 0,0 1 0,-1-1 0,1 0 0,0 0 0,-1 0 0,1 1 0,-1-1 0,0 0 0,0 0 0,0 0 0,0-1 0,0 1 0,0 0 0,0 0 0,0-1 0,0 1 0,0 0 0,0-1 0,0 1 0,0-1 0,1 0 0,-3 0 0,-34-28 0,-36-36 0,17 15 0,49 43-23,0 0-1,-10-14 0,7 9-1270,3 3-5532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3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24575,'8'9'0,"-1"1"0,1 0 0,7 13 0,-9-12 0,1 0 0,16 18 0,-17-23 0,0 0 0,1 0 0,0-1 0,0 0 0,0 0 0,0-1 0,1 1 0,13 4 0,-18-8 0,1 0 0,-1 0 0,0 0 0,0-1 0,0 1 0,0-1 0,1 0 0,-1 0 0,0 0 0,0 0 0,0-1 0,0 1 0,1-1 0,-1 0 0,0 0 0,0 0 0,0 0 0,0 0 0,-1-1 0,1 0 0,0 1 0,0-1 0,-1 0 0,1 0 0,-1 0 0,3-4 0,-2 3 0,-1-1 0,0 1 0,0 0 0,-1 0 0,1-1 0,-1 1 0,1-1 0,-1 0 0,0 1 0,-1-1 0,2-6 0,2-12 0,-4 22 0,0 0 0,0 0 0,0-1 0,0 1 0,0 0 0,0 0 0,1-1 0,-1 1 0,0 0 0,0 0 0,0-1 0,0 1 0,0 0 0,0 0 0,1-1 0,-1 1 0,0 0 0,0 0 0,0 0 0,0-1 0,1 1 0,-1 0 0,0 0 0,0 0 0,1 0 0,-1 0 0,0 0 0,0-1 0,1 1 0,-1 0 0,0 0 0,0 0 0,1 0 0,-1 0 0,1 0 0,7 7 0,9 20 0,-14-22 0,-1-2-67,8 14-582,21 27 0,-23-34-6177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4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86 449 24575,'-9'4'0,"0"0"0,0 1 0,0 0 0,0 0 0,-10 9 0,17-12 0,1-1 0,-1 1 0,0 0 0,0 0 0,1-1 0,-1 1 0,1 0 0,0 0 0,0 1 0,0-1 0,0 0 0,0 0 0,0 0 0,0 1 0,0-1 0,1 0 0,0 1 0,-1-1 0,1 1 0,0-1 0,0 1 0,0-1 0,0 0 0,1 1 0,-1-1 0,1 1 0,1 3 0,1 2 0,1-1 0,0 0 0,0-1 0,1 1 0,-1-1 0,2 0 0,-1 0 0,1 0 0,10 8 0,-13-12 0,0 0 0,0 0 0,0 0 0,0 0 0,0-1 0,1 0 0,-1 1 0,0-1 0,1 0 0,5 0 0,-7-1 0,0 0 0,1 0 0,-1 0 0,0 0 0,0-1 0,0 1 0,1-1 0,-1 1 0,0-1 0,0 0 0,0 0 0,0 0 0,0 0 0,0 0 0,-1 0 0,1-1 0,0 1 0,2-3 0,-2 1 0,1 0 0,-1 0 0,0-1 0,0 1 0,0-1 0,-1 0 0,1 0 0,-1 1 0,0-1 0,0 0 0,0 0 0,0 0 0,-1 0 0,1 0 0,-1-6 0,0 6 0,0 0 0,-1 0 0,1 0 0,-1 0 0,1 0 0,-1 0 0,0 0 0,-1 0 0,1 0 0,-1 0 0,0 1 0,0-1 0,0 1 0,-5-7 0,7 9 0,0 1 0,-1-1 0,1 1 0,-1-1 0,0 1 0,1-1 0,-1 1 0,1-1 0,-1 1 0,0-1 0,1 1 0,-1 0 0,0 0 0,1-1 0,-1 1 0,0 0 0,0 0 0,1 0 0,-1-1 0,0 1 0,-1 0 0,2 1 0,-1-1 0,1 0 0,-1 1 0,1-1 0,-1 0 0,1 1 0,-1-1 0,1 1 0,-1-1 0,1 0 0,0 1 0,-1-1 0,1 1 0,0-1 0,0 1 0,-1 0 0,1-1 0,0 1 0,0-1 0,-1 2 0,1 1 0,-1 1 0,1-1 0,0 1 0,0-1 0,0 1 0,0-1 0,1 7 0,1-5 0,0 1 0,0-1 0,0 0 0,1 0 0,0 0 0,-1 0 0,2-1 0,-1 1 0,1-1 0,-1 0 0,1 0 0,0 0 0,1 0 0,-1-1 0,1 0 0,-1 0 0,1 0 0,6 3 0,-7-4 0,1-1 0,-1 1 0,1 0 0,-1-1 0,1 0 0,0 0 0,0-1 0,-1 0 0,1 1 0,0-1 0,0-1 0,0 1 0,-1-1 0,1 0 0,0 0 0,-1 0 0,1 0 0,-1-1 0,1 0 0,-1 0 0,6-4 0,-3 2 0,-1-1 0,0 1 0,-1-1 0,1-1 0,-1 1 0,0-1 0,0 0 0,-1 0 0,0 0 0,0-1 0,5-12 0,-5 9 0,0-1 0,-2 0 0,1 1 0,-1-1 0,-1 0 0,0 0 0,0-14 0,-3-9 0,-2 0 0,-2 0 0,-1 1 0,-13-39 0,-16-35 0,29 90 0,0 1 0,-1 0 0,-1 0 0,-14-18 0,22 32 0,0 1 0,0 0 0,-1-1 0,1 1 0,0 0 0,0 0 0,-1 0 0,1 0 0,-1 0 0,1 0 0,-1 0 0,1 1 0,-1-1 0,-3 0 0,5 0 0,-1 2 0,0-1 0,0 0 0,0 0 0,0 0 0,0 0 0,1 0 0,-1 1 0,0-1 0,0 0 0,0 1 0,1-1 0,-1 1 0,0-1 0,0 1 0,1-1 0,-1 1 0,0-1 0,1 1 0,-1 0 0,1-1 0,-1 1 0,1 0 0,-1-1 0,1 1 0,-1 0 0,1 0 0,0 0 0,0-1 0,-1 1 0,1 2 0,-3 10 0,0 0 0,2 0 0,-1 1 0,2-1 0,0 1 0,2 16 0,-2-19 0,2 15 0,1 0 0,1 0 0,1 0 0,1-1 0,19 48 0,-17-53 0,2-1 0,0 0 0,1 0 0,1-1 0,1-1 0,0 0 0,26 24 0,-34-36-93,1 1-48,0 0-1,0-1 1,0 0 0,0 0-1,1 0 1,0-1 0,0 0-1,15 6 1,-9-7-6685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4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20 24575,'-7'-2'0,"-5"-3"0,-1 1 0,-20-3 0,31 7 0,-1-1 0,1 1 0,-1 0 0,1 0 0,-1 0 0,0 0 0,1 0 0,-1 0 0,1 1 0,-1-1 0,1 1 0,0 0 0,-1 0 0,1 0 0,0 0 0,-1 0 0,1 0 0,0 1 0,-4 2 0,5-2 0,0 0 0,0 0 0,0 0 0,0 0 0,0 0 0,0 0 0,1 0 0,-1 0 0,1 0 0,0 1 0,-1-1 0,1 0 0,0 0 0,0 0 0,0 1 0,1-1 0,-1 0 0,0 0 0,1 0 0,1 4 0,1 3 0,0 0 0,1 0 0,5 10 0,5 3 0,1-1 0,0-1 0,1 0 0,23 20 0,-25-26 0,-14-13 0,1-1 0,-1 0 0,0 1 0,1-1 0,-1 1 0,1-1 0,-1 1 0,0-1 0,1 1 0,-1-1 0,0 1 0,0-1 0,0 1 0,1 0 0,-1-1 0,0 1 0,0-1 0,0 1 0,0 0 0,0-1 0,0 1 0,0-1 0,0 1 0,0 0 0,0-1 0,0 1 0,-1 0 0,1 0 0,-1 0 0,0 0 0,0 0 0,0 0 0,1 0 0,-1 0 0,0 0 0,0-1 0,0 1 0,-1 0 0,1-1 0,0 1 0,-1 0 0,-7 2 0,1 0 0,-1-1 0,-9 2 0,12-3 0,-80 16-1365,61-12-5461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5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73 24575,'7'-14'0,"-7"14"0,0 0 0,1 0 0,-1 0 0,0 0 0,0 0 0,0 0 0,0 0 0,0 0 0,0-1 0,1 1 0,-1 0 0,0 0 0,0 0 0,0 0 0,0 0 0,0 0 0,1 0 0,-1 0 0,0 0 0,0 1 0,0-1 0,0 0 0,0 0 0,1 0 0,-1 0 0,0 0 0,0 0 0,0 0 0,0 0 0,0 0 0,0 0 0,0 0 0,1 0 0,-1 1 0,0-1 0,0 0 0,0 0 0,0 0 0,0 0 0,0 0 0,0 0 0,0 1 0,0-1 0,0 0 0,0 0 0,7 28 0,-4-15 0,30 110 0,14 63 0,-41-151 0,-1 0 0,-1 0 0,-2 50 0,-6-91 0,-2-10 0,-17-112 0,-38-157 0,52 259 0,0-2 0,2 0 0,-8-45 0,16 62 0,3 15 0,9 17 0,-11-16 0,27 46 0,37 50 0,-45-74 0,1 0 0,1-2 0,32 28 0,-25-28 0,1-2 0,37 22 0,-47-33 0,-1-2 0,1 0 0,1-1 0,41 11 0,-58-19 0,0 0 0,-1 0 0,1 0 0,0-1 0,0 0 0,8 0 0,-12 0 0,1-1 0,-1 1 0,0 0 0,0-1 0,0 1 0,0-1 0,1 1 0,-1-1 0,0 1 0,0-1 0,0 0 0,0 0 0,0 0 0,0 1 0,0-1 0,-1 0 0,1 0 0,0 0 0,0 0 0,-1 0 0,1-1 0,-1 1 0,1 0 0,-1 0 0,1 0 0,-1 0 0,0-1 0,1 1 0,-1 0 0,0-3 0,1-6 0,-1-1 0,0 0 0,-1 1 0,0-1 0,-1 0 0,0 1 0,-5-14 0,-29-70 0,36 94 0,-72-161 0,71 161 0,0 6 0,3 10 0,2-2-1365,-1 0-5461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2 265 24575,'20'-12'0,"-2"-1"0,0 0 0,0-2 0,-2 0 0,23-26 0,-37 38 0,0 0 0,0 0 0,0-1 0,-1 1 0,1-1 0,-1 1 0,0-1 0,0 0 0,0 1 0,0-1 0,-1 0 0,0 0 0,1 0 0,-1 1 0,-1-1 0,1 0 0,-1 0 0,1 0 0,-1 1 0,0-1 0,0 0 0,-1 1 0,-2-7 0,2 6 0,-1 0 0,1-1 0,-1 1 0,0 0 0,0 1 0,0-1 0,-1 0 0,1 1 0,-1 0 0,0 0 0,0 0 0,0 0 0,0 1 0,0-1 0,-1 1 0,1 0 0,-1 0 0,-5-1 0,8 3 0,1-1 0,-1 1 0,0 0 0,1 0 0,-1 0 0,0 0 0,1 0 0,-1 0 0,0 0 0,1 1 0,-1-1 0,0 0 0,1 1 0,-1-1 0,1 1 0,-1 0 0,1 0 0,-1-1 0,-2 3 0,2-1 0,0 0 0,1 0 0,-1 0 0,0 1 0,1-1 0,-1 0 0,1 1 0,0-1 0,0 1 0,-2 4 0,0 5 0,1 0 0,0 0 0,1 0 0,0 15 0,1-17 0,0-1 0,0 0 0,1 1 0,0-1 0,1 1 0,0-1 0,1 0 0,-1 0 0,2 0 0,-1-1 0,1 1 0,1-1 0,-1 0 0,2 0 0,-1 0 0,1 0 0,0-1 0,11 11 0,-6-10 0,-1 0 0,1-1 0,0 0 0,0-1 0,1 0 0,18 7 0,-21-10 0,-1-1 0,1 0 0,-1 0 0,1 0 0,0-1 0,0-1 0,-1 1 0,1-1 0,0-1 0,14-2 0,-20 2-36,0 1 0,0-1 0,1 0 1,-1-1-1,0 1 0,0 0 0,0-1 0,0 0 0,0 0 0,0 0 0,-1 0 0,1 0 0,-1 0 0,1-1 0,-1 1 0,0-1 0,0 0 1,0 1-1,0-1 0,0 0 0,-1 0 0,1 0 0,-1-1 0,0 1 0,0 0 0,0 0 0,-1-1 0,1 1 0,-1 0 0,1-1 0,-1 1 1,0-1-1,0 1 0,-1 0 0,1-1 0,-1 1 0,-1-6 0,-2-4-6790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6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48 181 24575,'0'-4'0,"0"1"0,1-1 0,-1 1 0,1-1 0,-1 1 0,1-1 0,0 1 0,0 0 0,1-1 0,-1 1 0,1 0 0,0 0 0,-1 0 0,1 0 0,1 0 0,2-3 0,2-1 0,1 1 0,0 0 0,0 0 0,13-6 0,1-1 0,-20 12 0,-1 0 0,1 0 0,-1 0 0,1-1 0,-1 1 0,0 0 0,1-1 0,-1 1 0,0-1 0,0 0 0,0 1 0,0-1 0,0 0 0,-1 0 0,1 1 0,0-1 0,-1 0 0,1 0 0,-1 0 0,0 0 0,0-3 0,0 4 0,0-1 0,0 1 0,0-1 0,-1 1 0,1 0 0,0-1 0,-1 1 0,0 0 0,1 0 0,-1-1 0,0 1 0,1 0 0,-1 0 0,0 0 0,0 0 0,0 0 0,0 0 0,0 0 0,0 0 0,0 0 0,0 1 0,0-1 0,-1 0 0,1 1 0,0-1 0,-1 1 0,1-1 0,0 1 0,-1-1 0,-1 1 0,-3-1 0,1 0 0,-2 0 0,1 1 0,0-1 0,0 1 0,0 1 0,0-1 0,0 1 0,0 0 0,0 1 0,1 0 0,-8 2 0,10-2 0,-1-1 0,1 1 0,0 0 0,0 1 0,0-1 0,0 0 0,0 1 0,1 0 0,-1-1 0,1 1 0,0 0 0,-1 0 0,1 1 0,1-1 0,-1 0 0,0 1 0,1-1 0,0 1 0,0-1 0,-2 7 0,2-2 0,0-1 0,0 1 0,0-1 0,1 1 0,1 0 0,-1-1 0,1 1 0,0 0 0,1-1 0,-1 1 0,5 9 0,-2-9 0,0 0 0,0 0 0,1-1 0,0 1 0,0-1 0,1-1 0,0 1 0,0-1 0,12 10 0,-8-8 0,0 0 0,0-1 0,1 0 0,0-1 0,1 0 0,-1-1 0,1 0 0,0 0 0,0-1 0,1-1 0,-1 0 0,1-1 0,0 0 0,-1-1 0,23-1 0,-32 0 9,0-1-1,0 1 1,0-1-1,0 0 1,0 0 0,0 0-1,0 0 1,-1 0-1,1-1 1,-1 1-1,1-1 1,-1 1-1,3-3 1,-1 0-221,-1 1 0,0-1 0,0 0-1,0 0 1,0-1 0,3-7 0,-1 3-6614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6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131 424 24575,'-18'4'0,"-30"11"0,43-12 0,-1-1 0,1 1 0,0 0 0,-1 0 0,1 0 0,1 1 0,-1 0 0,-8 8 0,12-11 0,0 0 0,0-1 0,0 1 0,1 0 0,-1 0 0,0 1 0,0-1 0,1 0 0,-1 0 0,1 0 0,-1 0 0,1 0 0,-1 1 0,1-1 0,0 0 0,-1 0 0,1 1 0,0-1 0,0 0 0,0 1 0,0-1 0,0 0 0,1 0 0,-1 1 0,0-1 0,0 0 0,1 0 0,-1 1 0,1-1 0,-1 0 0,1 0 0,-1 0 0,1 0 0,0 0 0,0 0 0,0 0 0,-1 0 0,1 0 0,0 0 0,0 0 0,0 0 0,2 0 0,0 2 0,1-1 0,0 0 0,-1-1 0,1 1 0,0-1 0,0 0 0,0 0 0,0 0 0,0 0 0,0-1 0,1 1 0,3-1 0,-3-1 0,-1 0 0,1 0 0,-1 0 0,1 0 0,-1-1 0,0 0 0,1 0 0,-1 0 0,0-1 0,0 1 0,-1-1 0,1 0 0,-1 0 0,1 0 0,-1 0 0,0-1 0,0 1 0,0-1 0,0 0 0,-1 0 0,3-6 0,1-1 0,-1 0 0,-1 0 0,0 0 0,-1-1 0,0 1 0,0-1 0,0-16 0,-2 11 0,-2 0 0,0 0 0,-1 0 0,-1 0 0,0 0 0,-1 1 0,-10-26 0,-55-108 0,66 143 0,0 0 0,-1 1 0,0-1 0,-1 1 0,1-1 0,-1 1 0,-10-9 0,14 15 0,1-1 0,0 1 0,-1 0 0,1 0 0,0-1 0,-1 1 0,1 0 0,-1 0 0,1 0 0,0-1 0,-1 1 0,1 0 0,-1 0 0,1 0 0,-1 0 0,1 0 0,0 0 0,-1 0 0,1 0 0,-1 0 0,1 0 0,-1 0 0,1 0 0,0 0 0,-1 0 0,1 0 0,-1 1 0,1-1 0,-1 0 0,1 0 0,0 1 0,-1-1 0,1 0 0,0 0 0,-1 1 0,1-1 0,0 0 0,-1 1 0,1-1 0,0 0 0,0 1 0,-1-1 0,1 0 0,0 1 0,0-1 0,0 1 0,0-1 0,-1 1 0,1-1 0,0 0 0,0 1 0,0-1 0,0 1 0,0 0 0,-3 29 0,3-27 0,1 20 0,0 0 0,2-1 0,0 1 0,13 41 0,-2-21 0,29 61 0,3-11-682,67 99-1,-107-182-6143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7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24575,'2'-11'0,"-2"8"0,0 0 0,1 0 0,-1 0 0,1 0 0,-1 1 0,1-1 0,0 0 0,3-4 0,-4 6 0,0 1 0,0 0 0,0 0 0,0 0 0,1 0 0,-1 0 0,0 0 0,0-1 0,0 1 0,0 0 0,0 0 0,1 0 0,-1 0 0,0 0 0,0 0 0,0 0 0,0 0 0,1 0 0,-1 0 0,0 0 0,0 0 0,0 0 0,1 0 0,-1 0 0,0 0 0,0 0 0,0 0 0,0 0 0,1 0 0,-1 0 0,0 0 0,0 0 0,0 1 0,0-1 0,1 0 0,-1 0 0,0 0 0,0 0 0,0 0 0,0 0 0,0 1 0,0-1 0,0 0 0,1 0 0,-1 0 0,5 9 0,3 10 0,12 39 0,-6-12 0,-3-16 0,68 184 0,17-7 0,-92-200 0,0 0 0,1 0 0,0 0 0,0-1 0,0 0 0,8 8 0,-11-13 0,-1 0 0,1 1 0,-1-1 0,1 0 0,0 0 0,-1 0 0,1 0 0,0 0 0,0 0 0,0-1 0,-1 1 0,1-1 0,0 1 0,0-1 0,0 0 0,0 1 0,0-1 0,0 0 0,0 0 0,0-1 0,0 1 0,0 0 0,0-1 0,0 1 0,0-1 0,0 1 0,-1-1 0,1 0 0,0 0 0,0 0 0,2-2 0,-1 0-97,0 0-1,0-1 1,-1 1-1,1-1 1,-1 0-1,0 0 1,0 0-1,0 0 1,0 0-1,-1 0 1,0 0-1,0-1 0,1-4 1,1-7-6729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25 24575,'-33'-5'0,"-12"-2"0,-3 1 0,6 1 0,7 4 0,6 2 0,7 3 0,4 2 0,2 1 0,2 0 0,1 2 0,-1-2 0,3 2 0,1-2 0,-1-1 0,-1-3 0,2 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8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62 24575,'-3'3'0,"0"1"0,1 0 0,0 1 0,0-1 0,0 0 0,0 1 0,1-1 0,-2 7 0,-1 2 0,-1 1 0,2-4 0,0-1 0,0 1 0,-1-1 0,0 0 0,-7 9 0,9-16 0,1 1 0,-1-1 0,0-1 0,1 1 0,-1 0 0,0 0 0,0-1 0,-1 1 0,1-1 0,0 0 0,0 1 0,-1-1 0,1 0 0,0 0 0,-1-1 0,1 1 0,-1 0 0,0-1 0,1 0 0,-1 0 0,1 1 0,-1-1 0,1-1 0,-6 0 0,-5-2 0,-1 0 0,1-1 0,0-1 0,1-1 0,-1 1 0,1-2 0,0 0 0,1 0 0,-1-1 0,-12-12 0,21 17 0,0 0 0,0 0 0,1 0 0,-1 0 0,1-1 0,0 1 0,0-1 0,0 0 0,0 0 0,1 1 0,-1-1 0,1 0 0,0 0 0,0 0 0,0-7 0,1 8 0,0 1 0,0-1 0,0 0 0,0 1 0,1-1 0,-1 1 0,1-1 0,0 0 0,0 1 0,0-1 0,0 1 0,0 0 0,0-1 0,1 1 0,-1 0 0,1 0 0,-1 0 0,1 0 0,0 0 0,0 0 0,0 0 0,0 1 0,0-1 0,5-2 0,3-1-80,1 1 0,0 1-1,-1-1 1,1 2 0,0-1-1,1 2 1,-1-1 0,0 1-1,0 1 1,1 0 0,-1 1 0,0 0-1,0 1 1,0 0 0,0 1-1,21 7 1,-19-4-6746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9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24575,'7'6'0,"-1"-1"0,1 1 0,-1 0 0,0 0 0,-1 0 0,0 1 0,0 0 0,6 11 0,3 9 0,10 29 0,-18-41 0,72 194 0,-42-109 0,-36-98 0,7 16 0,-7-17 0,1-1 0,-1 1 0,0-1 0,0 1 0,0-1 0,1 1 0,-1-1 0,0 1 0,1 0 0,-1-1 0,1 0 0,-1 1 0,0-1 0,1 1 0,-1-1 0,1 1 0,-1-1 0,1 0 0,-1 1 0,1-1 0,0 0 0,0-1 0,0 0 0,-1 0 0,1 0 0,0 0 0,-1 0 0,0 0 0,1 0 0,-1 0 0,0 0 0,1-1 0,-1 1 0,0 0 0,0 0 0,0 0 0,0-1 0,0-1 0,0-1 0,2-14 0,1 1 0,8-27 0,-10 40 0,1-1 0,0 0 0,0 1 0,0-1 0,0 1 0,1-1 0,-1 1 0,1 0 0,0 0 0,1 1 0,-1-1 0,1 1 0,6-6 0,-8 8 0,-1 0 0,0 0 0,1 1 0,-1-1 0,0 1 0,1 0 0,-1-1 0,0 1 0,1 0 0,-1 0 0,1-1 0,-1 1 0,1 0 0,-1 1 0,1-1 0,-1 0 0,0 0 0,1 1 0,1 0 0,0 0 0,0 0 0,-1 1 0,1-1 0,-1 1 0,0 0 0,1 0 0,-1 0 0,0 0 0,2 3 0,0 0 0,0 1 0,0-1 0,-1 1 0,0-1 0,0 1 0,-1 0 0,0 0 0,2 8 0,-3-10 0,-1 0 0,1 0 0,-1 0 0,0-1 0,0 1 0,-1 0 0,1 0 0,-1-1 0,0 1 0,0 0 0,0-1 0,-1 1 0,1-1 0,-1 1 0,0-1 0,0 0 0,0 0 0,0 0 0,0 0 0,-1 0 0,1 0 0,-1 0 0,0-1 0,-5 4 0,2-2 0,0 0 0,0 0 0,-1-1 0,0 0 0,1 0 0,-1 0 0,-1-1 0,1 0 0,0 0 0,0-1 0,-13 1 0,12-2 0,1 0 0,0 0 0,-1-1 0,1 0 0,0 0 0,-1-1 0,1 0 0,-9-4 0,12 4 0,0 0 0,-1-1 0,1 1 0,0-1 0,1 0 0,-1 0 0,1 0 0,-1-1 0,1 0 0,0 1 0,0-1 0,0 0 0,-3-8 0,-6-14-1365,8 14-5461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9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36 381 24575,'20'13'0,"-16"-10"0,1 0 0,-1 0 0,1 0 0,0-1 0,0 1 0,0-1 0,1 0 0,6 1 0,-12-3 0,1 0 0,-1 0 0,1 0 0,-1 0 0,1 0 0,-1 0 0,1 0 0,-1 0 0,0 0 0,1 0 0,-1 0 0,1 0 0,-1-1 0,1 1 0,-1 0 0,0 0 0,1-1 0,-1 1 0,1 0 0,-1 0 0,0-1 0,1 1 0,-1 0 0,0-1 0,0 1 0,1 0 0,-1-1 0,0 1 0,0-1 0,1 1 0,-1 0 0,0-1 0,0 1 0,0-1 0,0 1 0,0-1 0,0 1 0,0 0 0,0-1 0,0 1 0,0-1 0,0 1 0,0-1 0,0 1 0,0-1 0,0 1 0,0-1 0,0 1 0,-1-1 0,-7-24 0,7 23 0,-9-18 0,0 1 0,-2 0 0,-19-24 0,-9-14 0,39 56 0,1 0 0,-1 0 0,0 1 0,1-1 0,0 0 0,-1 0 0,1 0 0,-1 1 0,1-1 0,0 0 0,0 0 0,-1 0 0,1 0 0,0 0 0,0 0 0,0 0 0,0-1 0,1 1 0,-1 1 0,0 0 0,0 0 0,1-1 0,-1 1 0,0 0 0,1 0 0,-1 0 0,0-1 0,1 1 0,-1 0 0,1 0 0,-1 0 0,0 0 0,1 0 0,-1 0 0,1 0 0,-1 0 0,0 0 0,1 0 0,-1 0 0,1 0 0,-1 0 0,0 0 0,1 0 0,0 0 0,6 2 0,-1 0 0,1 1 0,7 3 0,-11-5 0,19 9 0,0-2 0,0 0 0,1-1 0,0-1 0,0-1 0,1-2 0,45 2 0,-63-5 0,5 1 0,-1-1 0,1-1 0,-1 0 0,12-3 0,-19 4 0,-1-1 0,0 0 0,1 0 0,-1 1 0,0-1 0,0-1 0,0 1 0,0 0 0,0 0 0,0-1 0,0 1 0,0-1 0,0 0 0,-1 1 0,1-1 0,-1 0 0,1 0 0,-1 0 0,0 0 0,0 0 0,1 0 0,-2-1 0,3-3 0,-2-2 0,0 0 0,0 0 0,0 0 0,-1 0 0,-1 0 0,1 0 0,-1 0 0,0 0 0,-1 0 0,0 0 0,0 1 0,-1-1 0,0 1 0,0-1 0,-7-9 0,6 10 0,0 1 0,0 0 0,0 0 0,-1 1 0,0-1 0,0 1 0,-1 0 0,0 0 0,0 1 0,0 0 0,0 0 0,0 0 0,-1 1 0,0 0 0,1 0 0,-16-4 0,21 7 0,0 0 0,-1 0 0,1 0 0,-1-1 0,1 1 0,-1 1 0,1-1 0,0 0 0,-1 0 0,1 0 0,-1 1 0,1-1 0,0 1 0,-1-1 0,1 1 0,0 0 0,-1-1 0,1 1 0,0 0 0,0 0 0,0 0 0,0 0 0,0 0 0,0 0 0,0 0 0,0 0 0,0 0 0,0 0 0,1 1 0,-1-1 0,0 0 0,1 1 0,-1-1 0,1 0 0,-1 3 0,-1 3 0,1 0 0,0 0 0,0 1 0,0-1 0,1 13 0,1-8 0,1 1 0,0-1 0,1 0 0,1 1 0,-1-1 0,2 0 0,0-1 0,0 1 0,1-1 0,0 0 0,11 13 0,-1-4 0,0-1 0,1-1 0,0 0 0,37 26 0,-42-34 15,1-2 0,1 0 0,-1 0 0,1-1 0,1-1 0,-1-1 0,18 5 0,-24-8-102,-1 0-1,0-1 1,1 0 0,-1 0-1,1-1 1,-1 0 0,1 0-1,-1-1 1,0 0-1,1 0 1,-1-1 0,0 1-1,1-2 1,-1 1 0,0-1-1,11-6 1,-7 0-6739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24575,'-5'13'0,"0"1"0,1 0 0,1-1 0,0 2 0,-1 24 0,4-34 0,0 1 0,0 0 0,1 0 0,0 0 0,0-1 0,0 1 0,1 0 0,0-1 0,0 0 0,0 1 0,1-1 0,-1 0 0,1 0 0,1 0 0,-1 0 0,8 8 0,-8-10 0,0-1 0,0 1 0,0-1 0,0 1 0,1-1 0,-1 0 0,1 0 0,-1-1 0,1 1 0,-1-1 0,1 0 0,0 0 0,0 0 0,0 0 0,0 0 0,-1-1 0,7 0 0,-7 0 0,-1 0 0,1-1 0,0 0 0,0 1 0,0-1 0,-1 0 0,1 0 0,-1-1 0,1 1 0,-1 0 0,1-1 0,-1 1 0,0-1 0,0 0 0,1 0 0,-1 0 0,-1 0 0,1 0 0,0-1 0,0 1 0,-1 0 0,1-1 0,-1 1 0,2-5 0,-2 2 0,1 1 0,-1-1 0,0 1 0,-1-1 0,1 0 0,-1 1 0,0-1 0,0 1 0,0-1 0,-1 0 0,1 1 0,-1-1 0,0 1 0,-1-1 0,1 1 0,-1 0 0,0-1 0,0 1 0,0 0 0,0 0 0,-4-4 0,6 8 0,0-1 0,-1 1 0,1-1 0,0 1 0,-1-1 0,1 1 0,0-1 0,-1 1 0,1 0 0,-1-1 0,1 1 0,-1 0 0,1-1 0,-1 1 0,1 0 0,-1 0 0,1-1 0,-1 1 0,1 0 0,-1 0 0,1 0 0,-1 0 0,0 0 0,1 0 0,0 1 0,0-1 0,-1 0 0,1 0 0,0 1 0,0-1 0,0 0 0,-1 1 0,1-1 0,0 1 0,0-1 0,0 0 0,0 1 0,0-1 0,0 1 0,0-1 0,0 0 0,0 1 0,0-1 0,0 1 0,4 26 0,1-15-85,1-1 0,0 0-1,0 0 1,1 0 0,1-1-1,0 0 1,0-1 0,1 1-1,0-2 1,1 1 0,0-1-1,0-1 1,1 0 0,0 0-1,16 7 1,-14-9-6741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24575,'12'63'0,"22"62"0,27 59 0,-16-54 0,-21-71-1365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0 24575,'-19'5'0,"4"-1"0,0 0 0,-22 10 0,34-12 0,0-1 0,-1 1 0,1 0 0,0 0 0,1 0 0,-1 0 0,0 0 0,1 1 0,-1-1 0,1 1 0,0-1 0,-1 1 0,1 0 0,1 0 0,-1 0 0,-2 6 0,3-6 0,1-1 0,-1 1 0,1-1 0,0 1 0,0 0 0,0-1 0,1 1 0,-1 0 0,0-1 0,1 1 0,0 0 0,0-1 0,0 1 0,0-1 0,0 0 0,0 1 0,0-1 0,1 0 0,-1 0 0,1 1 0,0-1 0,-1-1 0,1 1 0,4 3 0,2 2 0,0-1 0,1 0 0,-1 0 0,1-1 0,11 4 0,-3-2 0,1-2 0,0 0 0,0-1 0,21 2 0,-34-5 0,4 0-91,0-1 0,0 0 0,1 0 0,-1-1 0,0 0 0,0 0 0,0-1 0,0-1 0,0 1 0,-1-1 0,1-1 0,-1 1 0,0-2 0,13-7 0,-11 5-6735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1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24575,'0'2'0,"0"4"0,3 1 0,0 1 0,0 2 0,0 0-8191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1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72 24575,'210'-16'0,"-209"16"0,0 0 0,0 0 0,0 0 0,0 0 0,0-1 0,0 1 0,0 0 0,0 0 0,0-1 0,0 1 0,0-1 0,0 1 0,0-1 0,0 1 0,0-1 0,1-1 0,-2 2 0,0 0 0,0-1 0,0 1 0,0 0 0,0-1 0,0 1 0,0-1 0,0 1 0,0 0 0,0-1 0,0 1 0,0-1 0,0 1 0,0 0 0,0-1 0,0 1 0,0-1 0,0 1 0,-1 0 0,1-1 0,0 1 0,0 0 0,0-1 0,-1 1 0,1 0 0,0 0 0,0-1 0,-1 1 0,-2-3 0,0 0 0,-1 1 0,1-1 0,-1 1 0,1 0 0,-7-3 0,2 1 0,0 1 0,-1 0 0,1 1 0,0 0 0,-1 0 0,0 1 0,-10-1 0,14 2 0,0 1 0,0-1 0,0 1 0,0 0 0,0 0 0,1 1 0,-1-1 0,0 1 0,1 0 0,-1 0 0,1 1 0,0 0 0,0-1 0,-5 5 0,-32 29-1365,31-26-5461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2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 24575,'0'0'0,"0"0"0,0 0 0,0-1 0,0 1 0,0 0 0,0 0 0,0 0 0,-1-1 0,1 1 0,0 0 0,1 0 0,-1 0 0,0-1 0,0 1 0,0 0 0,0 0 0,0 0 0,0-1 0,0 1 0,0 0 0,0 0 0,0 0 0,0 0 0,0-1 0,0 1 0,1 0 0,-1 0 0,0 0 0,0 0 0,0 0 0,0 0 0,0-1 0,1 1 0,-1 0 0,0 0 0,0 0 0,0 0 0,1 0 0,5 5 0,4 10 0,-6-9 0,0 0 0,0 0 0,1-1 0,-1 0 0,1 0 0,0 0 0,0-1 0,1 1 0,-1-1 0,10 5 0,-12-7 0,1 0 0,-1-1 0,1 1 0,0-1 0,0 0 0,-1 0 0,1 0 0,0-1 0,0 1 0,0-1 0,0 0 0,0 0 0,0 0 0,0 0 0,-1-1 0,1 0 0,0 0 0,0 0 0,6-2 0,-3-1 0,1-1 0,-1 0 0,0 0 0,-1 0 0,1-1 0,-1 0 0,0 0 0,-1-1 0,1 1 0,-1-1 0,-1 0 0,1-1 0,-1 1 0,0-1 0,-1 0 0,5-15 0,-8 23 0,0-1 0,0 1 0,0-1 0,0 1 0,0-1 0,1 1 0,-1-1 0,0 1 0,0 0 0,0-1 0,1 1 0,-1-1 0,0 1 0,1-1 0,-1 1 0,0 0 0,1-1 0,-1 1 0,1 0 0,-1-1 0,1 1 0,-1 0 0,0 0 0,1-1 0,0 1 0,0 0 0,-1 0 0,1 0 0,-1 1 0,1-1 0,0 0 0,-1 0 0,1 1 0,-1-1 0,1 0 0,-1 1 0,1-1 0,-1 1 0,0-1 0,1 1 0,-1-1 0,1 1 0,-1-1 0,1 1 0,15 34 0,-12-27 0,9 19-682,27 39-1,-32-53-6143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2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151 211 24575,'162'377'0,"-158"-366"0,2 3 0,-1 0 0,-1 0 0,0 0 0,2 16 0,-6-30 0,1 1 0,-1-1 0,0 1 0,0-1 0,0 0 0,0 1 0,0-1 0,0 1 0,0-1 0,0 1 0,0-1 0,0 1 0,0-1 0,0 1 0,0-1 0,0 1 0,0-1 0,0 0 0,-1 1 0,1-1 0,0 1 0,0-1 0,-1 1 0,1-1 0,0 0 0,0 1 0,-1-1 0,1 0 0,0 1 0,-1-1 0,0 1 0,1-2 0,-1 1 0,0 0 0,0 0 0,0 0 0,0-1 0,1 1 0,-1-1 0,0 1 0,0 0 0,1-1 0,-1 1 0,0-1 0,1 0 0,-2 0 0,-23-28 0,25 29 0,-31-45 0,1-1 0,-30-66 0,-33-106 0,80 184 0,1 0 0,-13-71 0,24 102 0,1-1 0,-1 1 0,1-1 0,0 1 0,0 0 0,1-1 0,-1 1 0,1 0 0,-1-1 0,1 1 0,0 0 0,1 0 0,1-5 0,-2 6 0,0 1 0,0 0 0,1-1 0,-1 1 0,0 0 0,1 0 0,-1 0 0,0 0 0,1 0 0,-1 0 0,1 1 0,0-1 0,-1 0 0,1 1 0,-1-1 0,1 1 0,0-1 0,0 1 0,-1 0 0,1 0 0,0 0 0,0 0 0,-1 0 0,1 0 0,0 0 0,-1 1 0,4 0 0,0 0 0,0 0 0,-1 1 0,1 0 0,0 0 0,-1 0 0,1 1 0,-1-1 0,1 1 0,-1 0 0,0 0 0,0 1 0,-1-1 0,1 1 0,-1 0 0,1 0 0,-1 0 0,-1 0 0,1 0 0,0 1 0,-1 0 0,0-1 0,0 1 0,0 0 0,-1 0 0,0 0 0,0 0 0,0 0 0,0 0 0,-1 0 0,0 0 0,0 0 0,0 0 0,-1 0 0,1 1 0,-1-1 0,-1 0 0,1-1 0,-1 1 0,0 0 0,0 0 0,0-1 0,0 1 0,-1-1 0,0 1 0,0-1 0,-4 4 0,-6 4-195,0-1 0,-1 0 0,0-2 0,-1 1 0,0-2 0,-30 14 0,23-13-6631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3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179 711 24575,'8'-29'0,"-2"0"0,-1-1 0,3-49 0,-8 58 0,-1-1 0,-1 0 0,-1 1 0,0 0 0,-12-38 0,-17-26 0,-81-154 0,106 226 0,4 6 0,-1-1 0,0 1 0,-7-8 0,11 15 0,0-1 0,0 1 0,0 0 0,0 0 0,-1 0 0,1 0 0,0 0 0,0-1 0,0 1 0,0 0 0,0 0 0,0 0 0,0 0 0,0 0 0,-1 0 0,1 0 0,0-1 0,0 1 0,0 0 0,0 0 0,0 0 0,-1 0 0,1 0 0,0 0 0,0 0 0,0 0 0,0 0 0,0 0 0,-1 0 0,1 0 0,0 0 0,0 0 0,0 0 0,0 0 0,-1 0 0,1 0 0,0 0 0,0 0 0,0 0 0,0 0 0,-2 8 0,3 10 0,111 373 0,-102-365 0,1-1 0,1 0 0,2 0 0,0-1 0,1-1 0,2 0 0,0-2 0,22 22 0,-33-37 30,0-1 0,0-1 0,13 9 0,-16-12-154,-1 1 0,1 0 1,0-1-1,0 0 0,0 0 0,1 0 1,-1 0-1,0 0 0,0-1 0,0 1 1,6-1-1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4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183 175 24575,'-12'-17'0,"-45"-57"0,48 63 0,0 1 0,-1 0 0,0 1 0,-18-12 0,27 20 0,0 0 0,0 0 0,-1 0 0,1 0 0,0 1 0,0-1 0,-1 0 0,1 1 0,0-1 0,-1 1 0,1 0 0,0-1 0,-1 1 0,1 0 0,-1 0 0,1 0 0,0 0 0,-1 0 0,1 0 0,-1 0 0,1 1 0,0-1 0,-1 0 0,1 1 0,-2 0 0,2 0 0,0 0 0,0 0 0,0 1 0,0-1 0,0 0 0,0 1 0,1-1 0,-1 1 0,0-1 0,1 1 0,-1-1 0,1 1 0,-1-1 0,1 1 0,0 0 0,-1-1 0,1 1 0,0-1 0,0 1 0,1 3 0,0 7 0,1 1 0,1-1 0,0 0 0,1 1 0,0-1 0,0-1 0,1 1 0,1-1 0,0 0 0,1 0 0,0-1 0,0 0 0,1 0 0,1 0 0,-1-1 0,2-1 0,-1 1 0,1-1 0,0-1 0,20 11 0,-25-15 0,0-1 0,-1 0 0,1 0 0,0-1 0,0 0 0,0 1 0,0-1 0,0-1 0,0 1 0,1-1 0,-1 0 0,0 0 0,0-1 0,8-1 0,-10 1 0,0 0 0,1 0 0,-1-1 0,0 1 0,0-1 0,0 0 0,0 0 0,0 0 0,0 0 0,0 0 0,-1-1 0,1 1 0,-1-1 0,0 1 0,0-1 0,0 0 0,0 0 0,0 0 0,-1 0 0,1-1 0,1-5 0,-1 3 0,-1 0 0,0-1 0,-1 1 0,1 0 0,-1 0 0,0 0 0,0-1 0,-1 1 0,0 0 0,0 0 0,-1 0 0,1 0 0,-1 0 0,-1 0 0,-4-9 0,0 3 0,0 0 0,0 0 0,-1 1 0,-1 0 0,0 1 0,-11-10 0,14 15 20,1 0 0,-1 0 0,-1 1 0,1 0 0,-10-4 0,12 6-134,1 1 0,0-1-1,-1 1 1,1 0 0,-1 0 0,0 1-1,1-1 1,-1 1 0,0 0 0,1 0-1,-1 0 1,-6 1 0,0 2-6712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4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24575,'12'0'0,"-1"1"0,0 0 0,-1 1 0,1 0 0,0 1 0,0 0 0,-1 0 0,0 1 0,0 1 0,0 0 0,0 0 0,11 8 0,-20-12 0,0 0 0,1 0 0,-1 0 0,1 0 0,-1 0 0,1 0 0,-1 0 0,1-1 0,0 1 0,-1-1 0,1 1 0,0-1 0,-1 0 0,1 0 0,0 1 0,0-1 0,-1 0 0,1-1 0,0 1 0,-1 0 0,1 0 0,0-1 0,0 1 0,-1-1 0,1 1 0,-1-1 0,1 0 0,-1 0 0,2-1 0,0 0 0,-1 0 0,0-1 0,0 1 0,0-1 0,0 0 0,0 0 0,-1 1 0,1-1 0,-1 0 0,0 0 0,0-1 0,0 1 0,0 0 0,0-5 0,0-8 0,-2 13 0,1 0 0,0 1 0,0-1 0,0 0 0,1 1 0,-1-1 0,1 1 0,-1-1 0,3-4 0,-3 7 0,1 0 0,-1 0 0,0-1 0,0 1 0,1 0 0,-1 0 0,0 0 0,1 0 0,-1 0 0,0 0 0,1 0 0,-1 0 0,0 0 0,1 0 0,-1 0 0,0 0 0,1 0 0,-1 0 0,0 1 0,1-1 0,-1 0 0,0 0 0,0 0 0,1 0 0,-1 1 0,0-1 0,0 0 0,1 0 0,-1 0 0,0 1 0,0-1 0,1 0 0,-1 0 0,0 1 0,0-1 0,10 12 0,-9-10 0,22 29-70,11 15 247,-30-41-361,0-1 0,0 0 0,0 0 0,1-1 0,0 1 0,-1-1 0,9 4 0,-4-3-6642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24575,'-1'33'0,"0"-19"0,1-1 0,0 0 0,1 0 0,0 0 0,5 21 0,-5-33 0,-1 0 0,0 1 0,1-1 0,-1 0 0,1 0 0,-1 0 0,1 0 0,-1 0 0,1 0 0,0 0 0,0 0 0,-1 0 0,1 0 0,0 0 0,0 0 0,0 0 0,0-1 0,0 1 0,0 0 0,0-1 0,0 1 0,0-1 0,1 1 0,1 0 0,-2-1 0,0 0 0,0 0 0,1-1 0,-1 1 0,0 0 0,0-1 0,0 1 0,0 0 0,0-1 0,0 0 0,0 1 0,0-1 0,0 1 0,0-1 0,-1 0 0,1 0 0,0 1 0,0-1 0,0 0 0,-1 0 0,1 0 0,-1 0 0,1 0 0,-1 0 0,1 0 0,-1 0 0,1-2 0,4-12 0,-4 11 0,0 1 0,0-1 0,0 1 0,1 0 0,-1 0 0,1 0 0,2-4 0,-4 7 0,0-1 0,1 1 0,-1 0 0,0 0 0,0 0 0,0 0 0,0 0 0,1-1 0,-1 1 0,0 0 0,0 0 0,0 0 0,1 0 0,-1 0 0,0 0 0,0 0 0,0 0 0,1 0 0,-1 0 0,0 0 0,0 0 0,1 0 0,-1 0 0,0 0 0,0 0 0,0 0 0,1 0 0,-1 0 0,0 0 0,0 0 0,0 0 0,1 1 0,-1-1 0,0 0 0,0 0 0,0 0 0,0 0 0,1 0 0,-1 0 0,0 1 0,0-1 0,0 0 0,0 0 0,0 0 0,0 1 0,1-1 0,-1 0 0,0 0 0,0 1 0,5 11 0,-5-12 0,41 170 0,-16-63 0,-10-45 0,36 153 0,-50-210 0,0 0 0,0-1 0,-1 1 0,0 0 0,0 6 0,0-11 0,0 1 0,0 0 0,0 0 0,0 0 0,0-1 0,-1 1 0,1 0 0,0 0 0,0-1 0,-1 1 0,1 0 0,0-1 0,-1 1 0,1 0 0,-1-1 0,1 1 0,-1-1 0,1 1 0,-1-1 0,1 1 0,-1-1 0,0 1 0,1-1 0,-1 1 0,0-1 0,1 0 0,-1 1 0,0-1 0,0 0 0,1 0 0,-1 1 0,0-1 0,0 0 0,1 0 0,-1 0 0,0 0 0,0 0 0,0 0 0,1 0 0,-1 0 0,-1-1 0,-5-1 0,0 0 0,1 0 0,-1-1 0,1 0 0,-1 0 0,1-1 0,0 1 0,0-1 0,0-1 0,-5-5 0,-4-4 0,0 0 0,-15-22 0,24 29-105,1-1 0,0 1 0,0-1 0,1 0 0,0 0 0,0-1 0,1 1 0,0-1 0,1 1 0,0-1 0,0 0 0,0-12 0,2 9-6721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24575,'8'13'0,"2"6"0,2 3 0,1 0 0,2-2 0,0 0 0,0-3 0,0-1 0,1-3 0,-4-4-8191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24575,'7'7'0,"3"6"0,0 2 0,-2 2 0,-3-2-8191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6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24575,'25'21'0,"33"26"0,-50-41 0,0-1 0,1 0 0,0 0 0,-1-1 0,15 5 0,-20-8 0,-1-1 0,1 1 0,0-1 0,-1 1 0,1-1 0,0 0 0,0 0 0,-1 0 0,1 0 0,0-1 0,0 1 0,-1-1 0,1 1 0,3-2 0,-1-1 0,0 0 0,0 0 0,0 0 0,8-7 0,17-12 0,-29 22-45,0-1-1,0 1 1,0-1-1,0 1 1,0 0-1,0 0 1,0-1-1,0 1 1,0 0-1,0 0 1,0 0-1,0 0 1,0 0-1,0 0 1,0 0-1,-1 1 1,1-1-1,0 0 1,0 0-1,0 1 1,0-1-1,0 1 1,0-1-1,0 1 0,-1-1 1,1 1-1,0-1 1,0 1-1,1 1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6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43 233 24575,'25'39'0,"-1"1"0,-2 0 0,-1 2 0,24 75 0,-44-114 0,1 2 0,0 1 0,0 0 0,-1 0 0,1 0 0,-1 7 0,-3-11 0,-3-5 0,-5-6 0,10 9 0,-12-14 0,0 0 0,0-1 0,2 0 0,-10-18 0,2 0 0,-12-37 0,18 42 0,2-2 0,-10-53 0,17 70 0,1 0 0,1 0 0,1 0 0,0 0 0,0 0 0,1 0 0,1-1 0,0 1 0,5-14 0,-6 24 0,0-1 0,1 0 0,-1 1 0,1-1 0,0 1 0,0-1 0,1 1 0,-1 0 0,1 0 0,-1 0 0,1 0 0,0 0 0,0 1 0,0-1 0,0 1 0,1 0 0,-1 0 0,1 0 0,-1 0 0,1 1 0,0-1 0,0 1 0,-1 0 0,1 0 0,0 0 0,0 1 0,0-1 0,0 1 0,0 0 0,0 0 0,0 1 0,0-1 0,0 1 0,0 0 0,0 0 0,0 0 0,-1 0 0,1 1 0,0-1 0,-1 1 0,1 0 0,-1 0 0,0 1 0,0-1 0,5 5 0,-4-3 0,0 0 0,0 0 0,0 0 0,-1 0 0,0 1 0,1-1 0,-2 1 0,1 0 0,2 6 0,-4-9 0,-1 0 0,1 1 0,0-1 0,-1 0 0,0 1 0,1-1 0,-1 1 0,0-1 0,0 0 0,-1 1 0,1-1 0,0 0 0,-1 1 0,1-1 0,-1 0 0,0 1 0,0-1 0,0 0 0,0 0 0,0 0 0,0 0 0,-1 0 0,-1 3 0,-3 1 0,-1 0 0,1 0 0,-1-1 0,0 0 0,-1 0 0,1-1 0,-12 6 0,-7 1 0,-26 7 0,43-16-455,0 1 0,-17 1 0,13-3-6371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24575,'0'4'0,"0"0"0,1 0 0,0 0 0,-1 0 0,2 0 0,-1 0 0,0 0 0,1 0 0,0 0 0,0 0 0,0-1 0,0 1 0,0-1 0,1 1 0,0-1 0,5 5 0,-6-6 0,-1-1 0,1 1 0,0-1 0,0 0 0,0 1 0,0-1 0,0 0 0,0 0 0,0-1 0,1 1 0,-1 0 0,0-1 0,0 1 0,1-1 0,-1 0 0,0 0 0,1 0 0,-1 0 0,0 0 0,0 0 0,1-1 0,-1 1 0,0-1 0,0 1 0,1-1 0,-1 0 0,0 0 0,0 0 0,0 0 0,0 0 0,2-2 0,-1 0 0,0 0 0,0 0 0,0 0 0,-1 0 0,1-1 0,-1 1 0,0-1 0,0 1 0,3-8 0,1-2 0,-6 13 0,1-1 0,-1 0 0,0 1 0,1-1 0,-1 1 0,0-1 0,1 1 0,-1-1 0,1 1 0,-1-1 0,1 1 0,-1-1 0,1 1 0,-1 0 0,1-1 0,-1 1 0,1 0 0,0 0 0,-1-1 0,1 1 0,-1 0 0,1 0 0,0 0 0,-1 0 0,1-1 0,0 1 0,-1 0 0,1 0 0,0 0 0,-1 1 0,1-1 0,0 0 0,-1 0 0,1 0 0,-1 0 0,1 1 0,0-1 0,-1 0 0,1 0 0,-1 1 0,1-1 0,-1 1 0,1-1 0,-1 0 0,2 2 0,2 2 0,1 0 0,-1 1 0,8 10 0,-8-10 0,-1-1-100,27 29-1165,-20-24-5561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24575,'0'-3'0,"1"1"0,-1-1 0,1 0 0,0 1 0,0-1 0,0 1 0,3-5 0,-4 7 0,0 0 0,0-1 0,1 1 0,-1 0 0,0-1 0,1 1 0,-1 0 0,0-1 0,1 1 0,-1 0 0,0 0 0,1 0 0,-1-1 0,1 1 0,-1 0 0,0 0 0,1 0 0,-1 0 0,1 0 0,-1 0 0,1 0 0,0 0 0,0 0 0,0 0 0,-1 1 0,1-1 0,0 0 0,0 1 0,-1-1 0,1 0 0,0 1 0,-1-1 0,1 1 0,0 0 0,-1-1 0,1 1 0,0 1 0,9 12 0,-1 1 0,0 0 0,-1 0 0,-1 1 0,10 29 0,0 0 0,7 12-116,13 31-508,28 99-1,-61-173-6201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7 24575,'-17'-3'0,"-9"0"0,-2 2 0,-2 2 0,3 0 0,0 3 0,-1 1 0,3-1 0,3-1 0,5-1-8191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23 24575,'-1'-2'0,"0"1"0,0-1 0,0 1 0,0-1 0,0 1 0,0 0 0,0 0 0,0 0 0,-1-1 0,1 1 0,0 0 0,-1 0 0,1 1 0,-1-1 0,1 0 0,-1 0 0,1 1 0,-1-1 0,0 1 0,1 0 0,-1-1 0,0 1 0,1 0 0,-1 0 0,0 0 0,1 0 0,-1 0 0,0 0 0,0 0 0,1 1 0,-1-1 0,1 1 0,-4 0 0,2 1 0,-1-1 0,1 1 0,-1 0 0,1 0 0,0 0 0,-1 0 0,1 0 0,0 1 0,1-1 0,-1 1 0,0 0 0,1 0 0,-1 0 0,-1 3 0,2-1 0,0-1 0,0 0 0,0 1 0,1-1 0,0 1 0,0-1 0,0 1 0,0-1 0,1 1 0,0 0 0,0-1 0,0 1 0,0 0 0,2 6 0,0-4 0,0-1 0,0 0 0,1 0 0,-1 0 0,1 0 0,0-1 0,1 1 0,0-1 0,0 0 0,4 5 0,6 4 0,-1-2 0,19 13 0,-16-14 0,24 25 0,-39-35 0,0 0 0,0-1 0,-1 1 0,1 0 0,0 0 0,0 0 0,-1 1 0,1-1 0,-1 0 0,1 0 0,-1 0 0,1 0 0,-1 0 0,0 1 0,1-1 0,-1 0 0,0 0 0,0 2 0,0-2 0,-1 0 0,1 0 0,0-1 0,-1 1 0,1 0 0,-1 0 0,1-1 0,-1 1 0,1 0 0,-1-1 0,0 1 0,1-1 0,-1 1 0,0-1 0,1 1 0,-1-1 0,0 1 0,0-1 0,1 0 0,-1 1 0,0-1 0,0 0 0,0 0 0,1 0 0,-1 0 0,0 1 0,-1-1 0,-43 1-1365,32-1-5461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24575,'7'22'0,"3"11"0,0 1 0,0-2 0,-1-4 0,-3-4 0,-1-6-8191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24575,'5'15'0,"2"7"0,-1 1-8191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24575,'23'32'0,"33"37"0,-55-68 0,0 1 0,0-1 0,1 0 0,-1 1 0,0-1 0,1 0 0,-1 0 0,1 0 0,0 0 0,-1 0 0,1 0 0,0 0 0,0-1 0,0 1 0,-1 0 0,1-1 0,0 0 0,0 1 0,0-1 0,0 0 0,0 0 0,0 0 0,0 0 0,0 0 0,0-1 0,-1 1 0,1-1 0,0 1 0,0-1 0,0 0 0,2-1 0,0 0 0,-1 0 0,-1 0 0,1-1 0,0 1 0,0-1 0,-1 0 0,0 0 0,1 0 0,-1 0 0,0 0 0,-1 0 0,1-1 0,-1 1 0,1 0 0,1-7 0,-2 3 0,0 4 0,-1 0 0,1 0 0,0 0 0,0 0 0,0 1 0,3-5 0,-4 7 0,0-1 0,0 1 0,1 0 0,-1-1 0,0 1 0,0 0 0,1-1 0,-1 1 0,0 0 0,1 0 0,-1 0 0,0-1 0,1 1 0,-1 0 0,1 0 0,-1 0 0,0 0 0,1 0 0,-1 0 0,1 0 0,0 0 0,-1 0 0,1 0 0,0 0 0,0 0 0,0 1 0,0-1 0,0 0 0,-1 1 0,1-1 0,0 1 0,0-1 0,-1 1 0,1-1 0,1 2 0,16 17-455,0 0 0,20 28 0,-29-34-6371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24575,'16'31'0,"6"14"0,3 7 0,-1 3 0,-1-1 0,-3-2 0,-2-5 0,-1-2 0,-2-5 0,0-3 0,-3-4 0,-1-4 0,0-3 0,-1-2 0,-1-6 0,-1-6-8191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67 24575,'-30'-15'0,"-12"-2"0,-3 1 0,6 4 0,5 6 0,7 7 0,5 5 0,4 2 0,5 3 0,2-2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0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29 24575,'-10'-3'0,"-48"-16"0,51 17 0,0 0 0,0 1 0,0 1 0,0-1 0,-1 1 0,-7 1 0,13-1 0,0 0 0,1 0 0,-1 0 0,1 0 0,-1 1 0,1-1 0,-1 1 0,1-1 0,-1 1 0,1 0 0,-1-1 0,1 1 0,0 0 0,-1 0 0,1 0 0,0 0 0,0 0 0,0 0 0,-2 3 0,2-3 0,1 1 0,-1-1 0,1 1 0,-1-1 0,1 1 0,0 0 0,0-1 0,-1 1 0,1-1 0,0 1 0,0 0 0,1-1 0,-1 1 0,0-1 0,0 1 0,1 1 0,2 3 0,-1 0 0,1 0 0,0 0 0,0-1 0,0 1 0,1-1 0,0 0 0,6 7 0,0-3 0,-1-1 0,1 1 0,1-2 0,-1 0 0,2 0 0,-1-1 0,23 10 0,-28-14 0,-1-1 0,1 1 0,0-1 0,0 0 0,0-1 0,0 1 0,-1-1 0,11-1 0,-12 0 0,0 1 0,-1-1 0,1 0 0,0-1 0,0 1 0,-1-1 0,1 0 0,-1 1 0,0-2 0,1 1 0,-1 0 0,0-1 0,0 1 0,3-4 0,-4 4 5,0-1 0,-1 1 0,1 0-1,0-1 1,-1 0 0,1 1 0,-1-1 0,0 0-1,0 0 1,0 0 0,0 1 0,0-1 0,-1 0-1,1 0 1,-1 0 0,0 0 0,0-1-1,0 1 1,0 0 0,-1 0 0,1 0 0,-1 0-1,1 1 1,-3-7 0,0 4-111,1 1 0,0-1 0,-1 0 0,0 1 0,0 0 0,-1 0-1,1 0 1,-1 0 0,0 0 0,0 1 0,0 0 0,0 0 0,-7-4 0,-2 0-6720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1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24575,'53'167'0,"13"38"0,-52-160 0,-7-21 0,1-1 0,12 25 0,-19-46 0,-1-1 0,1 0 0,-1 0 0,1 0 0,0 0 0,0 0 0,-1 0 0,1 0 0,0 0 0,0 0 0,0 0 0,2 1 0,-3-2 0,0 0 0,1 0 0,-1 0 0,0 0 0,1 0 0,-1 0 0,0 0 0,0 0 0,1 0 0,-1 0 0,0 0 0,0 0 0,1 0 0,-1 0 0,0-1 0,0 1 0,1 0 0,-1 0 0,0 0 0,0 0 0,1-1 0,-1 1 0,0 0 0,0 0 0,0 0 0,1-1 0,-1 1 0,0 0 0,0 0 0,0-1 0,0 1 0,0 0 0,0 0 0,1-1 0,0-4 0,1-1 0,-1 1 0,0-1 0,1-6 0,-1 2 0,5-28 0,-5 22 0,6-22 0,-7 36 0,1 1 0,-1-1 0,1 1 0,-1-1 0,1 1 0,-1-1 0,1 1 0,0 0 0,0-1 0,-1 1 0,1 0 0,0-1 0,0 1 0,1 0 0,-1 0 0,0 0 0,0 0 0,0 0 0,1 0 0,-1 0 0,1 1 0,-1-1 0,0 0 0,1 1 0,-1-1 0,1 1 0,0-1 0,-1 1 0,1 0 0,-1 0 0,1-1 0,-1 1 0,4 1 0,-1-1 0,-1 1 0,0 0 0,1 0 0,-1 0 0,0 1 0,1-1 0,-1 1 0,0 0 0,0 0 0,0 0 0,-1 0 0,1 0 0,0 1 0,3 3 0,0 2 0,1 0 0,-1 0 0,0 1 0,0 0 0,-1 0 0,-1 1 0,5 11 0,-8-18 0,0-1 0,-1 0 0,1 1 0,-1-1 0,0 1 0,1-1 0,-1 1 0,0-1 0,0 1 0,-1-1 0,1 1 0,0-1 0,-1 0 0,0 1 0,1-1 0,-1 0 0,0 1 0,0-1 0,0 0 0,-1 0 0,1 0 0,0 0 0,-1 0 0,1 0 0,-1 0 0,0 0 0,0-1 0,0 1 0,1-1 0,-2 1 0,1-1 0,0 0 0,0 1 0,0-1 0,-5 1 0,-1 1 0,0-1 0,0 0 0,0-1 0,0 1 0,0-2 0,0 1 0,0-1 0,-1 0 0,1-1 0,0 0 0,0 0 0,-9-3 0,-4-1 0,1-2 0,0-1 0,-28-13 0,45 19-114,0 0 1,0 0-1,0 0 0,0 0 0,0 0 1,0-1-1,0 1 0,1-1 0,-1 0 1,1 0-1,-3-3 0,0-5-6712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24575,'15'33'0,"8"15"0,2 8 0,-1-1 0,-1-5 0,-3-3 0,-2-5 0,-1-4 0,-2-4 0,0-3 0,-3-3 0,-1-5 0,0-4 0,-2-2 0,-2-4-8191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1 24575,'-9'0'0,"-1"0"0,1 1 0,-1 0 0,-14 4 0,22-5 0,0 1 0,-1 0 0,1 0 0,0 0 0,0 0 0,0 0 0,-1 0 0,1 1 0,0-1 0,0 0 0,1 1 0,-1 0 0,0 0 0,1-1 0,-1 1 0,1 0 0,-1 0 0,1 0 0,0 0 0,0 1 0,0-1 0,-2 4 0,2 1 0,0 0 0,0 0 0,0 0 0,1 0 0,0 0 0,0-1 0,1 1 0,0 0 0,0 0 0,0 0 0,1 0 0,0-1 0,1 1 0,-1-1 0,1 0 0,0 0 0,1 0 0,-1 0 0,1 0 0,1-1 0,-1 1 0,1-1 0,0 0 0,0-1 0,0 1 0,1-1 0,-1 0 0,1 0 0,0-1 0,10 5 0,-8-5 0,-1 0 0,1-1 0,0 0 0,-1 0 0,1-1 0,11 1 0,-17-2 0,0 0 0,0 0 0,0 0 0,0 0 0,0-1 0,0 1 0,0-1 0,0 0 0,0 1 0,-1-1 0,1 0 0,0 0 0,0 0 0,-1 0 0,1 0 0,0-1 0,-1 1 0,1 0 0,-1-1 0,0 1 0,1-1 0,-1 0 0,0 1 0,0-1 0,0 0 0,0 0 0,0 0 0,-1 1 0,1-1 0,0-2 0,1-3-47,-1 0 0,0-1 0,0 1 0,-1 0 0,0 0 0,0 0 0,-1-1 0,0 1 0,0 0-1,0 0 1,-1 0 0,0 0 0,-1 1 0,0-1 0,0 0 0,0 1 0,0 0 0,-1 0 0,0 0 0,-1 0 0,1 0 0,-1 1-1,0 0 1,0 0 0,-1 0 0,0 1 0,1 0 0,-14-7 0,6 5-6779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0 24575,'-7'8'0,"0"0"0,0-1 0,1 2 0,0-1 0,0 1 0,1 0 0,0 0 0,-6 19 0,9-23 0,1 0 0,0 1 0,0-1 0,0 1 0,0-1 0,1 1 0,0-1 0,0 1 0,1-1 0,-1 1 0,1-1 0,1 1 0,-1-1 0,1 0 0,0 0 0,0 1 0,0-1 0,4 5 0,-2-4 0,0 0 0,0 0 0,1-1 0,-1 0 0,1 0 0,1 0 0,-1 0 0,1-1 0,-1 0 0,1 0 0,0-1 0,1 1 0,11 4 0,-8-5 0,1 0 0,-1-1 0,1 0 0,0-1 0,-1 0 0,1-1 0,0 0 0,15-2 0,-22 2-91,0-1 0,0 0 0,0 0 0,0 0 0,-1 0 0,1-1 0,0 0 0,-1 0 0,1 0 0,-1 0 0,0 0 0,0-1 0,0 1 0,5-6 0,1-3-6735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24575,'30'43'0,"-2"1"0,-1 1 0,-3 2 0,-2 0 0,-2 2 0,16 58 0,-21-53-97,-9-27-114,1-1 0,1-1-1,2 1 1,0-1-1,17 27 1,-22-43-6615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 24575,'-16'8'0,"1"0"0,0 1 0,-14 12 0,25-18 0,0 0 0,1 0 0,-1 1 0,1 0 0,-1-1 0,1 1 0,0 0 0,1 1 0,-1-1 0,1 0 0,0 1 0,0 0 0,0-1 0,0 1 0,0 6 0,2-7 0,0 0 0,0-1 0,0 1 0,1 0 0,0-1 0,-1 1 0,2-1 0,-1 1 0,0-1 0,1 0 0,-1 1 0,1-1 0,0 0 0,0 0 0,0 0 0,0 0 0,1 0 0,-1-1 0,4 4 0,1-1 0,-1 1 0,1-1 0,-1-1 0,1 1 0,1-1 0,-1 0 0,11 4 0,-2-5 0,-1 1 0,1-2 0,0 0 0,0-1 0,-1-1 0,24-2 0,1 1 0,-14-2-1365,-17 0-5461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3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28 24575,'-14'-6'0,"-33"-11"0,43 15 0,0 1 0,0 1 0,-1-1 0,1 1 0,0-1 0,0 1 0,0 0 0,0 1 0,-7 0 0,11-1 0,-1 1 0,0-1 0,0 0 0,0 0 0,0 1 0,0-1 0,0 1 0,0-1 0,0 1 0,1-1 0,-1 1 0,0-1 0,0 1 0,1 0 0,-1 0 0,0-1 0,1 1 0,-1 0 0,1 0 0,-1 0 0,1-1 0,-1 1 0,1 0 0,-1 2 0,1-1 0,0 0 0,-1 0 0,1 0 0,1 0 0,-1 0 0,0 0 0,0 0 0,1 0 0,-1 0 0,1 0 0,1 2 0,2 5 0,0-1 0,1 1 0,11 13 0,7 9 0,2-1 0,0-2 0,40 35 0,-63-62 0,3 3 0,0 0 0,-1 0 0,0 0 0,0 0 0,7 9 0,-10-11 0,-1-1 0,1 0 0,0 1 0,-1-1 0,1 0 0,-1 1 0,0-1 0,0 0 0,1 1 0,-1-1 0,0 1 0,0-1 0,0 0 0,0 1 0,0-1 0,-1 1 0,1-1 0,0 0 0,-1 1 0,1-1 0,-1 0 0,1 1 0,-1-1 0,0 0 0,1 0 0,-1 0 0,0 1 0,0-1 0,0 0 0,-1 1 0,-2 1 5,0 1 0,0-1 0,0 0-1,0 0 1,-1 0 0,1 0 0,-1-1-1,0 0 1,0 0 0,-8 3 0,-6-1-157,-31 4 1,20-3-964,7-1-5711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6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24575,'23'36'0,"-5"-5"0,75 140 0,28 106 0,-106-229 0,-21-70-273,-1 1 0,0 0 0,-2 1 0,-15-28 0,15 33-6553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6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24575,'30'-10'0,"15"-4"0,5 2 0,-4 1 0,-4 4 0,-5 3 0,-5 1 0,-7 2 0,-4 1 0,-4 1 0,-4-3 0,-7-1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7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24575,'28'0'0,"14"0"0,4 0 0,-2 0 0,-4 0 0,-6 0 0,-4 0 0,-5 0 0,-4 0 0,-2 0 0,-3 0 0,-2 0 0,-2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7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146 237 24575,'-14'-1'0,"-1"-1"0,-22 3 0,32-1 0,-1 1 0,0 0 0,1 0 0,-1 0 0,1 1 0,-1 0 0,1 0 0,0 0 0,-7 4 0,11-5 0,-1 0 0,1 0 0,0 0 0,0 0 0,0 0 0,0 0 0,0 0 0,0 0 0,0 0 0,0 0 0,0 1 0,0-1 0,0 0 0,1 1 0,-1-1 0,1 0 0,-1 1 0,1-1 0,-1 1 0,1-1 0,0 1 0,0 1 0,0 0 0,0 0 0,1 0 0,-1 0 0,1-1 0,0 1 0,0-1 0,0 1 0,0 0 0,1-1 0,-1 0 0,3 4 0,4 3 0,0 0 0,0 0 0,0-1 0,17 12 0,-14-12 0,1 0 0,-1-1 0,1-1 0,1 0 0,-1-1 0,16 5 0,-19-8 0,1 1 0,-1-2 0,1 1 0,-1-1 0,1-1 0,0 1 0,-1-2 0,1 1 0,14-4 0,-20 3 0,-1 0 0,1 0 0,0 0 0,-1-1 0,1 1 0,-1-1 0,1 0 0,-1 0 0,0 0 0,0-1 0,0 1 0,0-1 0,0 1 0,0-1 0,-1 0 0,0 0 0,1 0 0,-1 0 0,0-1 0,0 1 0,-1-1 0,1 1 0,-1-1 0,2-4 0,-2 1 0,0 1 0,0 0 0,-1-1 0,0 1 0,0 0 0,0-1 0,-1 1 0,0-1 0,0 1 0,0 0 0,-1 0 0,0 0 0,0 0 0,-4-7 0,-1 1 0,0 1 0,-1 0 0,0 0 0,-1 0 0,0 1 0,-12-11 0,3 6 0,-1 0 0,-34-21 0,46 32 0,0 1 0,-16-7 0,21 10 0,-1-1 0,1 0 0,-1 1 0,1-1 0,-1 1 0,1 0 0,-1-1 0,1 1 0,-1 1 0,0-1 0,1 0 0,-1 1 0,-2 0 0,4-1 0,0 1 0,0-1 0,0 1 0,1-1 0,-1 1 0,0-1 0,0 1 0,1-1 0,-1 1 0,1 0 0,-1-1 0,0 1 0,1 0 0,-1-1 0,1 1 0,0 0 0,-1 0 0,1 0 0,0-1 0,-1 1 0,1 0 0,0 0 0,0 0 0,0 0 0,-1 0 0,1 0 0,0-1 0,0 1 0,0 0 0,1 0 0,-1 0 0,0 0 0,0 0 0,0 0 0,1-1 0,-1 1 0,0 0 0,1 0 0,0 1 0,1 2 0,0 0 0,0 0 0,1-1 0,-1 1 0,1-1 0,6 6 0,1 0 0,0-1 0,1 0 0,1-1 0,-1 0 0,1-1 0,0 0 0,17 5 0,94 21 0,-48-15 0,-52-10 0,139 32 0,-162-39 0,1 0 0,-1 0 0,1 1 0,-1-1 0,0 0 0,1 0 0,-1 0 0,1 0 0,-1 0 0,1 0 0,-1 0 0,1 0 0,-1 0 0,1 0 0,-1 0 0,1 0 0,-1 0 0,1-1 0,-1 1 0,0 0 0,1 0 0,-1 0 0,1-1 0,-1 1 0,1-1 0,-1 1 0,0-1 0,0 1 0,0-1 0,0 0 0,0 1 0,0-1 0,0 1 0,0-1 0,0 1 0,-1-1 0,1 1 0,0-1 0,0 1 0,-1-1 0,1 1 0,0-1 0,-1 1 0,0-1 0,-24-27 0,18 21 0,-11-11 0,5 5 0,0-1 0,1 0 0,-14-22 0,24 32 0,-1 0 0,1 0 0,0 0 0,0-1 0,1 1 0,-1-1 0,1 1 0,0-1 0,0 0 0,0 1 0,1-1 0,0 0 0,0 1 0,0-1 0,0 0 0,1 1 0,0-1 0,2-7 0,-2 9 0,1 0 0,-1 0 0,1 0 0,0 0 0,0 0 0,0 0 0,1 1 0,-1-1 0,1 0 0,-1 1 0,1 0 0,0 0 0,0 0 0,0 0 0,0 0 0,0 1 0,0-1 0,6-1 0,5-1 0,1 0 0,30-4 0,-29 5 0,11-1-682,35 0-1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1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56 24575,'-11'-4'0,"-26"-10"0,-2 1 0,-49-9 0,85 21 0,0 1 0,0-1 0,0 1 0,0 0 0,0 0 0,0 0 0,0 0 0,0 1 0,0-1 0,1 1 0,-1-1 0,0 1 0,0 0 0,-3 2 0,4-2 0,1 1 0,-1-1 0,1 1 0,-1-1 0,1 1 0,0-1 0,-1 1 0,1 0 0,0 0 0,0 0 0,0 0 0,1 0 0,-1 0 0,0 0 0,1 0 0,-1 0 0,1 0 0,0 0 0,-1 0 0,1 3 0,0 17 0,1-1 0,0 1 0,1-1 0,2 0 0,0 1 0,1-2 0,9 23 0,7 10 0,40 74 0,88 119 0,-121-202 0,81 112 0,-107-153 0,9 8 119,-9-12-322,-3-7-1078,-1-2-5545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1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47 24575,'-30'-8'0,"-13"-2"0,-3 0 0,3 3 0,6 1 0,7 3 0,7 1 0,4 1 0,5 4 0,3 1 0,1 2 0,4 0 0,6-1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2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139 238 24575,'-6'3'0,"-8"5"0,-24 10 0,34-16 0,0-1 0,1 0 0,-1 0 0,0 0 0,0 0 0,0-1 0,1 1 0,-1-1 0,0 0 0,0 0 0,0-1 0,-6 0 0,9 1 0,0-1 0,-1 1 0,1-1 0,0 1 0,0-1 0,-1 0 0,1 1 0,0-1 0,0 0 0,0 0 0,0 0 0,0 0 0,0 0 0,0 0 0,0 0 0,0 0 0,1 0 0,-1 0 0,0 0 0,1-1 0,-1 1 0,1 0 0,-1 0 0,1-1 0,0 1 0,-1 0 0,1-1 0,0 1 0,0-1 0,0-1 0,1-4 0,-1-1 0,2 1 0,-1 0 0,5-12 0,-1 2 0,-4 14 0,0-3 0,0 0 0,1 0 0,0 0 0,5-9 0,-7 14 0,1 0 0,-1 0 0,1 1 0,-1-1 0,1 0 0,0 0 0,-1 0 0,1 1 0,0-1 0,0 0 0,-1 1 0,1-1 0,0 1 0,0-1 0,0 1 0,0-1 0,0 1 0,0-1 0,0 1 0,0 0 0,0-1 0,0 1 0,0 0 0,0 0 0,0 0 0,0 0 0,0 0 0,0 0 0,0 0 0,0 0 0,0 1 0,0-1 0,0 0 0,2 1 0,7 3 0,0-1 0,1 0 0,-1-1 0,1-1 0,19 2 0,55-5 0,-77 1 0,35-3 0,0-2 0,77-22 0,-116 27 0,-1 0 0,1-1 0,0 1 0,-1-1 0,1 0 0,-1 0 0,0 0 0,1 0 0,-1 0 0,3-4 0,-6 6 0,1-1 0,0 0 0,-1 0 0,1 0 0,-1 0 0,1 0 0,-1 0 0,1 0 0,-1 0 0,0 0 0,1 0 0,-1 0 0,0 0 0,0 0 0,0 0 0,1 0 0,-1 0 0,0 0 0,-1 0 0,1 0 0,0 0 0,0 0 0,0 0 0,-1 0 0,1 0 0,0 0 0,-1 0 0,1 0 0,-1 0 0,1 0 0,-1 1 0,1-1 0,-1 0 0,0 0 0,0 0 0,1 1 0,-1-1 0,0 0 0,0 1 0,0-1 0,-1 0 0,-4-4 0,-1 1 0,1 0 0,-1 1 0,0 0 0,0 0 0,0 0 0,-1 1 0,1 0 0,-1 0 0,1 1 0,-1 0 0,0 0 0,1 1 0,-1 0 0,0 0 0,1 1 0,-15 3 0,20-4 0,0 0 0,1 1 0,-1-1 0,1 1 0,-1 0 0,1-1 0,-1 1 0,1 0 0,0 0 0,-1 0 0,1 0 0,0 0 0,0 0 0,-1 0 0,1 0 0,0 0 0,0 1 0,0-1 0,0 0 0,1 1 0,-1-1 0,0 1 0,1-1 0,-1 1 0,1-1 0,-1 1 0,1 0 0,0-1 0,-1 1 0,1-1 0,0 1 0,0 0 0,0-1 0,0 1 0,1-1 0,-1 3 0,2 1 0,0 0 0,-1 1 0,2-1 0,-1 0 0,1-1 0,-1 1 0,1 0 0,1-1 0,4 7 0,5 2 0,0-1 0,1 0 0,0-1 0,0 0 0,23 12 0,-12-10 0,0-1 0,48 16 0,-37-19-1365,-21-7-5461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2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1 24575,'-1'0'0,"-75"10"0,70-8 0,-1-1 0,0 1 0,1 1 0,-1-1 0,1 1 0,0 0 0,0 0 0,-10 8 0,15-11 0,0 1 0,0 0 0,1 0 0,-1-1 0,0 1 0,1 0 0,-1 0 0,0 0 0,1 0 0,-1 0 0,1 0 0,-1 0 0,1 0 0,0 0 0,-1 0 0,1 0 0,0 0 0,0 0 0,0 0 0,0 0 0,-1 0 0,2 1 0,-1 0 0,1 0 0,-1 0 0,1 0 0,0 0 0,-1 0 0,1 0 0,0 0 0,0 0 0,1-1 0,2 4 0,3 3 0,0-1 0,1 0 0,15 9 0,-19-13 0,4 3 0,1-1 0,-1 0 0,1 0 0,0-1 0,18 5 0,-22-7 0,-1-1 0,1 0 0,-1 0 0,1-1 0,0 0 0,-1 0 0,1 0 0,0 0 0,-1 0 0,1-1 0,0 0 0,-1 0 0,1 0 0,7-4 0,-10 4 0,1-1 0,-1 0 0,0 1 0,0-1 0,0 0 0,0 0 0,0 0 0,0-1 0,0 1 0,-1 0 0,1-1 0,-1 1 0,1-1 0,-1 1 0,1-5 0,-1 5 0,0-1 0,-1 1 0,1 0 0,-1 0 0,0 0 0,1 0 0,-1 0 0,0 0 0,0 0 0,0 0 0,-1-1 0,1 1 0,0 0 0,-1 0 0,0 0 0,1 0 0,-1 0 0,0 0 0,0 0 0,0 0 0,-1-1 0,1 2 0,1 1 0,0 0 0,0 0 0,0-1 0,0 1 0,-1 0 0,1 0 0,0-1 0,0 1 0,0 0 0,-1 0 0,1 0 0,0-1 0,0 1 0,-1 0 0,1 0 0,0 0 0,-1 0 0,1 0 0,0 0 0,0 0 0,-1-1 0,1 1 0,0 0 0,-1 0 0,1 0 0,0 0 0,-1 0 0,1 0 0,0 0 0,0 0 0,-1 1 0,1-1 0,0 0 0,-1 0 0,1 0 0,0 0 0,0 0 0,-1 0 0,1 1 0,0-1 0,0 0 0,-1 0 0,1 0 0,0 1 0,0-1 0,-1 0 0,1 0 0,0 0 0,0 1 0,0-1 0,0 0 0,-1 1 0,1-1 0,0 0 0,0 0 0,0 1 0,0-1 0,0 0 0,0 1 0,-5 20 0,4 0 0,1 1 0,0-1 0,2 0 0,0 0 0,2 1 0,0-1 0,1-1 0,16 40 0,7 7 0,49 79 0,-53-103 0,-15-28-1365,-2-2-5461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3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224 406 24575,'-28'-10'0,"7"1"0,-1 1 0,0 1 0,-1 1 0,-34-4 0,55 10 0,0 0 0,-1 0 0,1 0 0,0 0 0,0 0 0,-1 1 0,1-1 0,0 1 0,0-1 0,-1 1 0,1 0 0,0 0 0,0 0 0,0 0 0,0 0 0,0 1 0,1-1 0,-1 1 0,-2 1 0,4-2 0,-1 0 0,0 0 0,0 1 0,1-1 0,-1 0 0,1 1 0,-1-1 0,1 0 0,0 1 0,-1-1 0,1 0 0,0 1 0,0-1 0,0 0 0,0 1 0,0-1 0,0 1 0,0-1 0,1 0 0,-1 1 0,0-1 0,1 0 0,-1 1 0,1-1 0,0 0 0,-1 0 0,1 1 0,0-1 0,0 0 0,0 0 0,0 0 0,1 1 0,6 7 0,1 0 0,1 0 0,0-1 0,0-1 0,0 0 0,1 0 0,0-1 0,0 0 0,1-1 0,0 0 0,0-1 0,0 0 0,0-1 0,0 0 0,1-1 0,20 1 0,-29-3 0,1 0 0,-1 0 0,1-1 0,-1 1 0,0-1 0,1 0 0,-1 0 0,0-1 0,0 1 0,0-1 0,0 0 0,0 0 0,0 0 0,0 0 0,-1-1 0,1 0 0,-1 0 0,0 0 0,0 0 0,0 0 0,0 0 0,0-1 0,-1 1 0,1-1 0,-1 0 0,0 0 0,0 0 0,-1 0 0,1 0 0,-1 0 0,0-1 0,0 1 0,0 0 0,-1 0 0,1-1 0,-1 1 0,0-1 0,0 1 0,-1 0 0,1-1 0,-2-4 0,-2-6 0,0 0 0,-2 1 0,-12-27 0,-27-40 0,33 61 0,-10-16 0,-2 1 0,-1 1 0,-46-47 0,71 80 0,-14-11 0,10 12 0,6 9 0,7 12 0,0 0 0,20 28 0,-7-11 0,19 36 0,86 116 0,-121-183-227,0 0-1,0 0 1,1-1-1,0 1 1,11 7-1,-2-5-6598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4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99 24575,'-3'0'0,"-13"-4"0,-29-2 0,42 6 0,-1-1 0,1 1 0,-1 0 0,0 1 0,1-1 0,-1 1 0,1-1 0,-1 1 0,1 0 0,-1 0 0,1 1 0,0-1 0,-1 1 0,-3 2 0,6-3 0,0 0 0,0 0 0,1 0 0,-1 0 0,0 0 0,0 1 0,0-1 0,1 0 0,-1 0 0,0 1 0,1-1 0,0 1 0,-1-1 0,1 0 0,0 1 0,-1-1 0,1 1 0,0-1 0,0 0 0,0 1 0,0-1 0,1 1 0,-1-1 0,0 1 0,0-1 0,1 0 0,-1 1 0,1-1 0,-1 0 0,1 1 0,0-1 0,1 2 0,2 4 0,1 0 0,0 0 0,1 0 0,5 5 0,-5-6 0,0 0 0,0 0 0,1-1 0,-1 0 0,1 0 0,0-1 0,1 0 0,-1 0 0,1-1 0,0 0 0,0 0 0,0-1 0,0 1 0,0-2 0,0 1 0,0-2 0,1 1 0,-1-1 0,0 0 0,11-1 0,-16 0 0,-1 1 0,1-1 0,0 1 0,-1-1 0,1 0 0,-1 0 0,1 0 0,-1 0 0,0 0 0,1-1 0,-1 1 0,0-1 0,0 1 0,0-1 0,0 0 0,0 0 0,0 0 0,-1 0 0,1 0 0,-1 0 0,1-1 0,-1 1 0,0 0 0,0-1 0,0 1 0,0-1 0,0 1 0,0-5 0,0 2 0,0 0 0,-1-1 0,0 1 0,0 0 0,0 0 0,-1 0 0,0 0 0,1-1 0,-2 1 0,1 0 0,-1 0 0,0 1 0,-4-10 0,-1 3 0,1 0 0,-2 1 0,1 0 0,-2 0 0,1 0 0,-1 1 0,-1 1 0,1 0 0,-21-13 0,28 20-42,-1-1-1,1 1 0,-1 0 1,0 0-1,1 0 0,-1 1 1,0-1-1,0 1 0,0 0 1,0-1-1,1 1 0,-1 0 1,0 1-1,0-1 0,0 0 1,0 1-1,1 0 0,-1 0 1,0 0-1,0 0 0,1 0 1,-1 0-1,1 0 0,-1 1 1,1 0-1,0-1 0,-1 1 1,1 0-1,0 0 0,0 0 1,-3 5-1,-2 2-6783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4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24575,'25'8'0,"-1"2"0,1 0 0,-2 2 0,37 23 0,-33-15 0,-21-15 0,1 0 0,-1-1 0,0 0 0,1 0 0,0-1 0,10 4 0,-17-6 0,1-1 0,0 0 0,-1 1 0,1-1 0,0 0 0,0 0 0,0 0 0,-1 0 0,1 0 0,0 0 0,0 0 0,-1 0 0,1 0 0,0 0 0,0 0 0,0 0 0,-1-1 0,1 1 0,0 0 0,-1-1 0,1 1 0,0 0 0,0-1 0,-1 1 0,1-1 0,0 0 0,0 0 0,-1 0 0,1 0 0,-1 0 0,0 0 0,1 0 0,-1-1 0,0 1 0,0 0 0,1 0 0,-1 0 0,0 0 0,0-1 0,0 1 0,-1 0 0,1-2 0,-1-3 0,-1 0 0,1 0 0,-1 0 0,-1 1 0,-3-9 0,-44-59 0,65 89 0,0-1 0,33 24 0,-45-36 0,9 6 0,0-1 0,1 0 0,-1 0 0,21 8 0,-29-14 0,1 0 0,0 0 0,-1-1 0,1 0 0,0 0 0,0 0 0,0 0 0,0-1 0,0 0 0,0 0 0,-1 0 0,1-1 0,0 1 0,0-1 0,0 0 0,0-1 0,5-1 0,-8 1 0,0 1 0,0-1 0,0 0 0,0 0 0,0 0 0,0 0 0,0 0 0,0-1 0,-1 1 0,1 0 0,-1-1 0,0 1 0,0-1 0,0 0 0,0 1 0,0-1 0,0-3 0,1-5 0,0 0 0,1-22 0,-3 31 0,0-3 0,0 0 0,0 1 0,1-1 0,0 0 0,0 1 0,2-10 0,-2 13 0,0 0 0,-1 0 0,1 0 0,0 0 0,0 0 0,0 0 0,0 0 0,0 0 0,0 1 0,0-1 0,0 0 0,0 0 0,0 1 0,0-1 0,0 1 0,0-1 0,1 1 0,-1-1 0,0 1 0,0 0 0,1 0 0,-1-1 0,0 1 0,1 0 0,-1 0 0,0 0 0,0 0 0,1 1 0,-1-1 0,2 1 0,4 0 0,-1 1 0,0-1 0,0 2 0,0-1 0,0 1 0,8 4 0,34 25 0,-32-21 0,-11-8-151,-1 0-1,0 1 0,0-1 0,0 1 1,0 0-1,0 0 0,-1 0 1,7 9-1,-5-2-6674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 24575,'-3'0'0,"-1"1"0,1 0 0,0 0 0,-1 0 0,1 0 0,0 1 0,0-1 0,0 1 0,0 0 0,1 0 0,-1 0 0,-3 3 0,5-4 0,-1 1 0,1 0 0,0 0 0,0-1 0,0 1 0,0 0 0,1 0 0,-1 0 0,0 0 0,1 0 0,-1 0 0,1 0 0,0 0 0,-1 0 0,1 0 0,0 0 0,0 0 0,1 0 0,-1 0 0,0 0 0,1 3 0,2 3 0,0 1 0,0-1 0,0 0 0,1 0 0,0 0 0,10 12 0,-11-15 0,1 0 0,-1-1 0,1 0 0,0 0 0,0 0 0,1 0 0,-1-1 0,1 1 0,-1-1 0,1 0 0,9 3 0,-13-6 0,-1 1 0,1-1 0,0 0 0,0 0 0,0 1 0,0-1 0,0 0 0,0 0 0,0 0 0,-1 0 0,1 0 0,0 0 0,0-1 0,0 1 0,0 0 0,0 0 0,0-1 0,-1 1 0,1 0 0,0-1 0,0 1 0,0-1 0,0 0 0,1 0 0,-1-1 0,0 1 0,0-1 0,0 1 0,0-1 0,0 1 0,-1-1 0,1 0 0,0 1 0,-1-1 0,1-2 0,1-5 0,-1-1 0,0 1 0,-1-15 0,0 21 0,0-5 0,-1-1 0,0 1 0,0 0 0,0 0 0,-1 0 0,0 0 0,-1 1 0,1-1 0,-7-11 0,19 37 0,1-1 0,0 0 0,19 21 0,-13-19-106,-12-12-8,0-1-1,0 1 1,1-1-1,-1-1 1,1 1-1,1-1 1,-1 0-1,1-1 1,0 1-1,9 3 1,-5-4-6712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24575,'20'27'0,"7"12"0,1 0 0,-4-5 0,-4-8 0,-5-9-8191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24575,'8'18'0,"2"5"-8191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24575,'3'4'0,"0"-1"0,1 0 0,-1 0 0,1 0 0,0-1 0,0 1 0,6 1 0,-10-3 0,1-1 0,0 0 0,-1 0 0,1 1 0,0-1 0,0 0 0,-1 0 0,1 0 0,0 0 0,0 0 0,-1 0 0,1 0 0,0 0 0,0 0 0,-1-1 0,1 1 0,0 0 0,0 0 0,-1-1 0,2 0 0,-1 1 0,0-1 0,-1 0 0,1 0 0,0 0 0,0 0 0,-1-1 0,1 1 0,-1 0 0,1 0 0,-1 0 0,1 0 0,-1 0 0,0-1 0,1 1 0,-1 0 0,0-2 0,1-19 0,-1 16 0,0 0 0,0 1 0,0-1 0,1 1 0,0-1 0,2-6 0,-3 12 0,1-1 0,-1 0 0,0 0 0,1 0 0,-1 0 0,1 1 0,0-1 0,-1 0 0,1 1 0,0-1 0,-1 0 0,1 1 0,0-1 0,0 1 0,-1-1 0,1 1 0,1-1 0,-1 1 0,1-1 0,-1 1 0,1 0 0,-1 0 0,1 0 0,-1 0 0,1 0 0,-1 0 0,1 0 0,-1 0 0,1 1 0,-1-1 0,0 1 0,2 0 0,11 5 0,-1 0 0,0 2 0,-1 0 0,0 0 0,20 18 0,-1-1 0,-10-5-1365,-12-10-5461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6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77 24575,'122'320'0,"-22"-80"0,-95-227 0,-3-10 0,-4-7 0,-110-201 0,-4-7 0,81 124 0,31 75 0,0 0 0,1-1 0,0 0 0,-1-24 0,4 36 0,0 0 0,0 0 0,0-1 0,0 1 0,0 0 0,1 0 0,-1 0 0,1 0 0,-1 0 0,1 0 0,0 0 0,0 0 0,0 0 0,0 0 0,0 0 0,0 0 0,0 1 0,1-1 0,-1 0 0,3-1 0,-2 2 0,0-1 0,0 1 0,1 0 0,-1 0 0,0 1 0,1-1 0,-1 0 0,1 1 0,-1 0 0,0-1 0,1 1 0,-1 0 0,1 0 0,-1 0 0,1 1 0,-1-1 0,4 1 0,6 2 0,-1 1 0,0-1 0,0 2 0,0 0 0,0 0 0,9 7 0,-2 0 0,-1 0 0,23 22 0,-33-28 0,-1 0 0,0 1 0,0 0 0,-1 0 0,0 1 0,5 8 0,-9-15 0,-1 1 0,1 0 0,0 0 0,-1-1 0,1 1 0,-1 0 0,0 0 0,1 0 0,-1 0 0,0-1 0,0 1 0,0 0 0,0 0 0,-1 3 0,0-3 0,0-1 0,0 1 0,1-1 0,-1 0 0,0 1 0,0-1 0,0 0 0,-1 0 0,1 0 0,0 0 0,0 0 0,-1 0 0,1 0 0,0 0 0,-1 0 0,1 0 0,-1-1 0,1 1 0,-1-1 0,-2 1 0,-6 2 0,-1-1 0,0 0 0,0-1 0,-18 0 0,-45-5 0,26-6-1365,35 8-5461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7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121 263 24575,'0'0'0,"0"1"0,0-1 0,0 0 0,0 0 0,0 0 0,0 0 0,0 1 0,-1-1 0,1 0 0,0 0 0,0 0 0,0 0 0,0 0 0,0 0 0,-1 1 0,1-1 0,0 0 0,0 0 0,0 0 0,0 0 0,-1 0 0,1 0 0,0 0 0,0 0 0,0 0 0,0 0 0,-1 0 0,1 0 0,0 0 0,0 0 0,0 0 0,-1 0 0,1 0 0,0 0 0,0 0 0,0 0 0,0 0 0,-1 0 0,1 0 0,0 0 0,0-1 0,0 1 0,0 0 0,-1 0 0,1 0 0,0 0 0,0 0 0,0 0 0,0-1 0,0 1 0,-1 0 0,-9-7 0,3 1 0,-7-4 0,1-1 0,-23-25 0,32 31 0,0 1 0,1-1 0,0 0 0,0 0 0,1 0 0,0 0 0,-1 0 0,1 0 0,1-1 0,-1 1 0,1-1 0,0 1 0,0-8 0,1 5 0,0 0 0,0 1 0,0-1 0,1 0 0,1 0 0,-1 0 0,6-14 0,-6 20 0,0 0 0,0-1 0,0 1 0,0 0 0,1 0 0,-1 0 0,1 0 0,0 0 0,-1 0 0,1 0 0,0 1 0,0-1 0,0 1 0,0-1 0,0 1 0,0 0 0,1 0 0,-1 0 0,0 0 0,1 0 0,-1 0 0,0 1 0,1-1 0,-1 1 0,1-1 0,-1 1 0,1 0 0,4 1 0,-2-1-97,0 1-1,0 1 1,0-1-1,0 1 1,0-1-1,-1 1 1,1 1-1,-1-1 1,1 1-1,-1 0 1,0 0-1,0 0 0,5 5 1,1 0-6729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7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138 107 24575,'-12'-10'0,"4"4"0,1-1 0,-1 1 0,-1 1 0,1-1 0,-1 2 0,0-1 0,0 1 0,-15-5 0,23 9 0,0-1 0,0 1 0,-1 0 0,1 0 0,0 0 0,0 0 0,0 0 0,0 0 0,0 0 0,0 0 0,-1 0 0,1 1 0,0-1 0,0 0 0,0 1 0,0-1 0,0 1 0,0-1 0,0 1 0,0-1 0,0 1 0,0 0 0,-1 1 0,1-1 0,0 1 0,1-1 0,-1 1 0,0-1 0,0 1 0,1 0 0,-1-1 0,1 1 0,-1 0 0,1 0 0,0-1 0,0 1 0,0 2 0,0 3 0,1-1 0,-1 0 0,1 0 0,1 0 0,-1 0 0,1 0 0,4 8 0,-1-5 0,0 0 0,0-1 0,1 0 0,1 0 0,-1-1 0,1 1 0,1-2 0,-1 1 0,1-1 0,10 7 0,-11-9 0,1 1 0,0-1 0,0-1 0,0 1 0,0-1 0,0-1 0,1 0 0,-1 0 0,1 0 0,0-1 0,16 0 0,-23-1 0,0 0 0,1-1 0,-1 1 0,0-1 0,0 1 0,0-1 0,0 0 0,0 0 0,0 0 0,0 0 0,-1 0 0,1 0 0,0-1 0,-1 1 0,1 0 0,0-1 0,-1 0 0,0 1 0,1-1 0,-1 0 0,0 1 0,0-1 0,0 0 0,0 0 0,0 0 0,0 0 0,-1 0 0,1 0 0,-1 0 0,1 0 0,-1-5 0,1 0 0,0 1 0,-1-1 0,0 0 0,-1 0 0,0 1 0,0-1 0,0 0 0,-1 1 0,-2-8 0,1 5 12,-1 0 0,-1 0 0,0 0 0,0 1 0,-1-1 0,0 1 0,0 0 0,-1 1 0,-8-8 0,10 11-118,-1-1 0,0 1 0,0 0 0,0 0 0,0 1 0,-1 0-1,1 0 1,-1 0 0,0 1 0,0 0 0,0 1 0,0-1 0,-9 0 0,-1 2-6720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26 24575,'-13'8'0,"1"1"0,-1 0 0,-16 16 0,25-20 0,-1 0 0,1 0 0,0 0 0,0 0 0,0 1 0,1-1 0,0 1 0,0 0 0,0 0 0,-2 10 0,4-13 0,1 0 0,0 0 0,0 0 0,0 0 0,0 0 0,0 0 0,0 1 0,1-1 0,0 0 0,0-1 0,-1 1 0,2 0 0,-1 0 0,0 0 0,0 0 0,1-1 0,0 1 0,0-1 0,-1 1 0,1-1 0,0 0 0,1 0 0,2 3 0,6 4 0,1 0 0,0-1 0,21 11 0,-25-15 0,3 1 0,0 0 0,1 0 0,-1-1 0,1-1 0,0 0 0,0-1 0,0 0 0,24 1 0,-26-3 0,-1-1 0,0 1 0,1-1 0,-1-1 0,0 0 0,0 0 0,0-1 0,0 0 0,0 0 0,0-1 0,-1 0 0,10-7 0,-12 6 0,-1 0 0,0 0 0,0-1 0,0 1 0,0-1 0,-1 0 0,0-1 0,-1 1 0,1-1 0,-1 1 0,-1-1 0,1 0 0,-1 0 0,0 0 0,-1-1 0,1 1 0,-2 0 0,1-1 0,-1-11 0,0 12 0,-1 1 0,0 0 0,0 0 0,0 0 0,-1 0 0,0 0 0,0 1 0,0-1 0,-1 0 0,-5-8 0,5 10 0,0 0 0,0 1 0,0-1 0,0 1 0,-1 0 0,1 0 0,-1 0 0,0 0 0,0 1 0,0 0 0,0 0 0,0 0 0,-1 0 0,1 0 0,-6 0 0,8 1 0,1 1 0,-1 0 0,1-1 0,-1 1 0,0 0 0,1 0 0,-1 0 0,1 1 0,-1-1 0,0 0 0,1 0 0,-1 1 0,1-1 0,-1 1 0,1 0 0,-1-1 0,1 1 0,0 0 0,-2 1 0,1 0 0,-1 0 0,1 0 0,0 1 0,0-1 0,0 0 0,1 1 0,-1 0 0,0-1 0,-1 5 0,-1 5 0,0 0 0,1 0 0,-4 22 0,6-26 0,1 1 0,0 0 0,0 0 0,1 0 0,0 0 0,1 0 0,-1-1 0,2 1 0,-1 0 0,1-1 0,1 0 0,-1 0 0,2 0 0,-1 0 0,9 12 0,-9-15 0,0 1 0,1-1 0,-1 0 0,1 0 0,0-1 0,0 1 0,0-1 0,1 0 0,0 0 0,-1-1 0,1 0 0,1 0 0,-1 0 0,0-1 0,1 0 0,-1 0 0,1 0 0,0-1 0,-1 0 0,1-1 0,7 1 0,-11-2-97,0 1-1,0-1 1,0 1-1,0-1 1,0 0-1,0 0 1,-1 0-1,1 0 1,0-1-1,-1 1 1,1-1-1,-1 0 0,4-2 1,3-6-6729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6 24575,'-4'-2'0,"1"1"0,-1 0 0,0 1 0,1-1 0,-1 1 0,0-1 0,-6 2 0,9-1 0,1 0 0,-1 0 0,0 0 0,0 0 0,1 0 0,-1 1 0,0-1 0,0 0 0,1 1 0,-1-1 0,0 0 0,1 1 0,-1-1 0,1 1 0,-1-1 0,0 1 0,1-1 0,-1 1 0,1 0 0,0-1 0,-1 1 0,1 0 0,-1-1 0,1 1 0,0 0 0,-1 0 0,1-1 0,0 1 0,0 0 0,0 0 0,0-1 0,-1 1 0,1 0 0,0 0 0,0-1 0,1 1 0,-1 0 0,0 0 0,0-1 0,0 1 0,0 0 0,1 1 0,2 6 0,-1 0 0,1 0 0,1 0 0,-1-1 0,8 12 0,28 35 0,-26-36 0,5 5 0,14 21 0,-32-44 0,1 1 0,-1-1 0,0 1 0,0-1 0,1 1 0,-1-1 0,0 1 0,0-1 0,0 1 0,1-1 0,-1 1 0,0-1 0,0 1 0,0-1 0,0 1 0,0-1 0,0 1 0,0-1 0,0 1 0,0-1 0,0 1 0,0-1 0,-1 1 0,1-1 0,0 1 0,0-1 0,0 1 0,-1 0 0,0 0 0,0-1 0,0 1 0,0 0 0,1-1 0,-1 1 0,0-1 0,0 1 0,0-1 0,0 0 0,-1 1 0,1-1 0,0 0 0,-1 0 0,-7 1 0,0 0 0,-16-3 0,17 2 0,-79-2-1365,74 2-5461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38 24575,'-10'-8'0,"5"3"0,-1 0 0,0 1 0,0 0 0,-9-5 0,15 8 0,0 1 0,-1 0 0,1 0 0,0 0 0,-1-1 0,1 1 0,0 0 0,-1 0 0,1 0 0,0 0 0,-1-1 0,1 1 0,-1 0 0,1 0 0,0 0 0,-1 0 0,1 0 0,0 0 0,-1 0 0,1 0 0,-1 0 0,1 0 0,0 0 0,-1 1 0,1-1 0,-1 0 0,1 0 0,0 0 0,-1 0 0,1 1 0,0-1 0,-1 0 0,1 0 0,0 0 0,0 1 0,-1-1 0,1 0 0,0 1 0,0-1 0,-1 0 0,1 1 0,0-1 0,0 0 0,0 1 0,-1-1 0,1 0 0,0 1 0,0-1 0,0 1 0,0-1 0,0 0 0,0 1 0,0-1 0,0 0 0,0 1 0,0-1 0,0 1 0,0-1 0,0 1 0,1 3 0,-1 0 0,1-1 0,0 1 0,3 6 0,9 19 0,33 50 0,-15-29 0,19 23 0,-49-72 0,0 1 0,1-1 0,-1 1 0,0-1 0,0 1 0,-1 0 0,1-1 0,0 1 0,-1 0 0,1 0 0,0 0 0,-1 0 0,0-1 0,0 1 0,1 0 0,-1 0 0,0 0 0,0 0 0,-1 2 0,0-2 0,0-1 0,1 1 0,-1-1 0,0 0 0,0 1 0,-1-1 0,1 0 0,0 1 0,0-1 0,-1 0 0,1 0 0,0 0 0,-1 0 0,1 0 0,-1-1 0,1 1 0,-1 0 0,0-1 0,1 1 0,-1-1 0,-3 1 0,-21 3 0,0-1 0,0-1 0,0-1 0,-30-3 0,7 1 0,-29 0-1365,49 1-5461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24575,'8'18'0,"2"7"0,2 4 0,-1-2 0,0-6 0,-2-3 0,1-2 0,-3-2 0,2-3 0,-2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24575,'10'10'0,"6"6"0,0 3 0,-2 0 0,-2 0 0,-2-3-8191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24575,'9'3'0,"0"0"0,0 1 0,0 0 0,13 9 0,-15-8 0,1-1 0,0 0 0,0 0 0,0-1 0,13 4 0,-19-6 0,0-1 0,1 0 0,-1 1 0,0-1 0,0 0 0,1-1 0,-1 1 0,0 0 0,0-1 0,0 1 0,1-1 0,-1 0 0,0 1 0,0-1 0,0 0 0,0 0 0,2-2 0,2-2 0,0 0 0,0 0 0,8-11 0,-10 11 0,-1 1 0,1-1 0,0 1 0,1 1 0,-1-1 0,1 0 0,6-3 0,-10 6 5,0 1 0,0 0 0,0-1 0,0 1 0,0 0 0,0 0 0,0 0 0,0 0 0,0 0 0,0 0 0,0 0 0,-1 0 0,1 0 0,0 0 0,0 0 0,0 0 0,0 1 0,0-1 0,0 0 0,0 1 0,0-1 0,-1 1 0,3 0 0,-2 1-191,1 0 1,0-1-1,0 1 0,-1 0 1,1 0-1,-1 0 1,3 3-1,1 6-6640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0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 24575,'-7'-1'0,"-1"1"0,1-1 0,0 1 0,-1 0 0,1 1 0,0 0 0,-13 3 0,18-4 0,1 0 0,-1 1 0,1 0 0,-1-1 0,1 1 0,-1 0 0,1 0 0,0-1 0,-1 1 0,1 0 0,0 1 0,0-1 0,-1 0 0,1 0 0,0 0 0,0 1 0,1-1 0,-1 0 0,0 1 0,0-1 0,1 1 0,-1-1 0,0 1 0,1-1 0,0 1 0,-1 0 0,1-1 0,0 1 0,0 0 0,0-1 0,0 1 0,0-1 0,0 1 0,0 0 0,1-1 0,-1 1 0,0-1 0,1 1 0,1 2 0,0 2 0,0 0 0,0-1 0,1 0 0,0 1 0,0-1 0,0 0 0,1 0 0,0-1 0,0 1 0,0-1 0,0 0 0,1 0 0,0 0 0,8 5 0,-9-7 0,-1 0 0,1-1 0,-1 1 0,1-1 0,-1 0 0,1 0 0,0 0 0,-1-1 0,1 1 0,0-1 0,0 0 0,-1 0 0,1 0 0,0-1 0,0 1 0,-1-1 0,1 0 0,0 0 0,-1 0 0,1 0 0,-1-1 0,1 0 0,-1 1 0,5-4 0,-2-1 0,1 1 0,-1-1 0,0 0 0,7-9 0,11-10 0,-24 24 0,0 1 0,0 0 0,0 0 0,0 0 0,1-1 0,-1 1 0,0 0 0,0 0 0,0 0 0,1-1 0,-1 1 0,0 0 0,0 0 0,0 0 0,1 0 0,-1 0 0,0 0 0,0 0 0,1 0 0,-1-1 0,0 1 0,1 0 0,-1 0 0,0 0 0,0 0 0,1 0 0,-1 0 0,0 0 0,0 0 0,1 1 0,-1-1 0,0 0 0,0 0 0,1 0 0,-1 0 0,0 0 0,0 0 0,1 0 0,-1 1 0,0-1 0,0 0 0,0 0 0,1 0 0,-1 1 0,0-1 0,0 0 0,0 0 0,0 0 0,1 1 0,-1-1 0,0 0 0,0 0 0,0 1 0,0-1 0,0 0 0,0 0 0,0 1 0,0-1 0,0 0 0,0 1 0,2 20 0,-2-18 0,14 208 0,0 14 0,-14-201 0,0 33 0,0-51 0,-1 0 0,0 0 0,0 0 0,0 0 0,-1 0 0,-5 11 0,7-16 0,-1 1 0,0-1 0,0 1 0,0-1 0,-1 0 0,1 0 0,0 1 0,-1-1 0,1 0 0,0 0 0,-1 0 0,1 0 0,-1 0 0,1-1 0,-1 1 0,0 0 0,1-1 0,-1 1 0,0-1 0,0 0 0,1 1 0,-1-1 0,0 0 0,0 0 0,1 0 0,-1 0 0,0 0 0,0-1 0,1 1 0,-1-1 0,0 1 0,-2-2 0,-5-1 0,1 0 0,-1-1 0,1 0 0,-14-10 0,5 2 0,0-1 0,1-1 0,-18-19 0,26 24 0,1 1 0,0-1 0,0-1 0,1 1 0,1-1 0,-1 0 0,-6-20 0,11 29 0,0-1 0,1 0 0,-1 0 0,1 0 0,-1 0 0,1-1 0,0 1 0,0 0 0,0 0 0,0 0 0,0 0 0,1 0 0,-1 0 0,0 0 0,1 0 0,-1 0 0,1 0 0,0 0 0,0 0 0,0 1 0,0-1 0,0 0 0,0 0 0,0 1 0,1-1 0,-1 1 0,1-1 0,-1 1 0,1-1 0,-1 1 0,1 0 0,0 0 0,0 0 0,-1 0 0,4-1 0,0 0 0,1 0 0,-1 1 0,0 0 0,1 0 0,0 0 0,-1 0 0,1 1 0,-1 0 0,1 0 0,0 1 0,-1 0 0,7 1 0,-5 0-227,1 0-1,-1 1 1,0-1-1,0 2 1,7 3-1,-3 1-6598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1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24575,'13'22'0,"2"0"0,0-2 0,1 0 0,1 0 0,1-1 0,1-2 0,0 0 0,26 17 0,-39-30 0,-1 0 0,1-1 0,0 0 0,0-1 0,1 1 0,-1-1 0,0 0 0,1-1 0,0 0 0,-1 0 0,1 0 0,7 0 0,-11-2 0,1 1 0,-1 0 0,0-1 0,0 0 0,0 0 0,0 0 0,0 0 0,0 0 0,0 0 0,0-1 0,0 1 0,-1-1 0,1 0 0,0 0 0,-1 0 0,0 0 0,1-1 0,-1 1 0,0 0 0,0-1 0,-1 0 0,1 1 0,0-1 0,-1 0 0,1 0 0,-1 0 0,1-4 0,-1 2 0,1 0 0,-1 0 0,0-1 0,-1 1 0,1 0 0,-1-1 0,0 1 0,-1 0 0,-1-9 0,2 11 0,-1 0 0,0-1 0,0 1 0,0 0 0,0 0 0,0 0 0,-1 1 0,1-1 0,-1 0 0,0 0 0,0 1 0,0-1 0,0 1 0,0 0 0,-1 0 0,1-1 0,-3 0 0,4 2 0,0 1 0,1 0 0,-1-1 0,1 1 0,-1 0 0,1-1 0,-1 1 0,0 0 0,1 0 0,-1 0 0,0-1 0,1 1 0,-1 0 0,0 0 0,1 0 0,-1 0 0,1 0 0,-1 0 0,-1 1 0,2-1 0,-1 0 0,1 1 0,0-1 0,-1 0 0,1 0 0,0 1 0,-1-1 0,1 0 0,0 1 0,0-1 0,-1 1 0,1-1 0,0 0 0,0 1 0,-1-1 0,1 1 0,0-1 0,0 1 0,0-1 0,0 1 0,0 2 0,-1-1 0,1 0 0,0 1 0,1-1 0,-1 0 0,0 0 0,1 1 0,-1-1 0,2 3 0,1 1 0,0 0 0,1-1 0,-1 1 0,1-1 0,1 0 0,-1 0 0,1-1 0,-1 1 0,1-1 0,1 0 0,-1 0 0,6 2 0,1 2 0,1-2 0,-1 0 0,1-1 0,22 7 0,-21-9 0,0 0 0,1-1 0,-1-1 0,15 0 0,-21-1 0,0 0 0,0-1 0,0 0 0,0-1 0,0 0 0,-1 0 0,1 0 0,12-7 0,-18 8 0,1-1 0,-1 0 0,1 0 0,-1 0 0,0-1 0,0 1 0,0 0 0,0-1 0,-1 1 0,1-1 0,-1 0 0,1 0 0,-1 1 0,0-1 0,0 0 0,0 0 0,0 0 0,-1 0 0,1 0 0,-1 0 0,0 0 0,0-1 0,0 1 0,-1-5 0,0 0 0,0-1 0,0 1 0,-1-1 0,0 1 0,-1 0 0,0 0 0,-7-14 0,3 12-136,0-1-1,-1 1 1,0 1-1,-1-1 1,0 1-1,-1 1 1,0 0-1,0 0 0,-15-8 1,8 7-6690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2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197 295 24575,'-4'-40'0,"-12"-53"0,13 77 0,-2 1 0,0 0 0,0 1 0,-2-1 0,1 1 0,-14-20 0,17 31 0,1 0 0,0 0 0,-1 0 0,0 0 0,0 0 0,0 1 0,0-1 0,0 1 0,-1 0 0,1 0 0,-1 0 0,1 0 0,-1 1 0,-6-3 0,8 4 0,0 0 0,0-1 0,0 1 0,0 0 0,0 0 0,0 0 0,0 1 0,0-1 0,0 0 0,0 1 0,0-1 0,0 1 0,0 0 0,0-1 0,0 1 0,1 0 0,-1 0 0,0 1 0,0-1 0,1 0 0,-1 0 0,1 1 0,-1-1 0,1 1 0,0-1 0,-1 1 0,1 0 0,0 0 0,-1 1 0,-1 4 0,0-1 0,0 1 0,1 0 0,0 0 0,0 0 0,1 0 0,-1 0 0,2 0 0,-1 0 0,1 1 0,0-1 0,0 0 0,3 11 0,-2-9 0,1 0 0,1 0 0,0-1 0,0 1 0,0-1 0,1 1 0,0-1 0,1 0 0,0-1 0,7 10 0,1-3 0,0 1 0,0-2 0,1 0 0,1 0 0,0-2 0,32 19 0,-27-19-109,73 35 352,-80-40-493,0-2 0,0 1 0,0-2 1,1 0-1,19 2 0,-20-4-6576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3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24575,'164'241'0,"-161"-237"0,0 0 0,1 0 0,-1-1 0,1 1 0,0-1 0,6 4 0,-9-6 0,0-1 0,-1 0 0,1 1 0,0-1 0,0 0 0,-1 0 0,1 1 0,0-1 0,0 0 0,-1 0 0,1 0 0,0 0 0,0 0 0,0 0 0,-1 0 0,1 0 0,0 0 0,0 0 0,1-1 0,-1 1 0,-1-1 0,1 0 0,0 0 0,0 1 0,-1-1 0,1 0 0,-1 0 0,1 1 0,0-1 0,-1 0 0,0 0 0,1 0 0,-1 0 0,1 0 0,-1 0 0,0 0 0,0 0 0,0 0 0,1-2 0,-1-9 0,0 0 0,0 0 0,-1 0 0,-1 0 0,0 0 0,0 1 0,-1-1 0,-6-13 0,1-2 0,3 13 0,4 12 0,0 0 0,0 0 0,0 0 0,0 0 0,0-1 0,1 1 0,-1 0 0,1 0 0,-1-1 0,1 1 0,0-1 0,0-2 0,1 5 0,-1 0 0,0-1 0,0 1 0,1 0 0,-1 0 0,1 0 0,-1 0 0,0 0 0,1-1 0,-1 1 0,0 0 0,1 0 0,-1 0 0,1 0 0,-1 0 0,0 0 0,1 0 0,-1 0 0,0 0 0,1 0 0,-1 1 0,1-1 0,-1 0 0,0 0 0,1 0 0,-1 0 0,0 0 0,1 1 0,-1-1 0,12 7 0,-12-7 0,17 11 0,-1 1 0,15 16 0,21 14 0,-37-31 0,2 0 0,-1-1 0,2-1 0,-1 0 0,1-1 0,0-1 0,1-1 0,0-1 0,0 0 0,21 1 0,-35-5 0,0-1 0,1 0 0,-1 0 0,0-1 0,0 0 0,0 1 0,0-2 0,0 1 0,0-1 0,0 1 0,0-1 0,8-5 0,-10 5 0,0 0 0,0 0 0,0-1 0,-1 1 0,1-1 0,-1 0 0,1 0 0,-1 0 0,0 0 0,0 0 0,0 0 0,0-1 0,-1 1 0,0 0 0,1-1 0,-1 0 0,0 1 0,0-6 0,0 0 0,0 0 0,-1 0 0,-1 0 0,0 0 0,0 0 0,0 0 0,-1 0 0,-1 0 0,1 1 0,-1-1 0,-1 1 0,-4-10 0,3 9 0,-1 0 0,0 0 0,0 1 0,0-1 0,-1 1 0,0 1 0,-1 0 0,0 0 0,0 0 0,-12-7 0,18 12 0,-1 1 0,1 0 0,-1-1 0,1 1 0,-1 0 0,0 1 0,1-1 0,-1 0 0,0 1 0,1 0 0,-1-1 0,0 1 0,0 0 0,0 0 0,1 1 0,-1-1 0,-5 2 0,6-1 0,0-1 0,1 1 0,-1 0 0,0 0 0,0 1 0,1-1 0,-1 0 0,1 0 0,-1 1 0,1-1 0,0 1 0,0-1 0,-1 1 0,1 0 0,0 0 0,0-1 0,0 1 0,1 0 0,-1 0 0,0 0 0,1 0 0,-1 0 0,1 0 0,0 3 0,-1 6 0,1 0 0,0 1 0,1-1 0,0 0 0,1 0 0,0-1 0,0 1 0,2 0 0,-1-1 0,1 1 0,11 18 0,-7-15 0,2 1 0,-1-2 0,2 1 0,0-1 0,0-1 0,1 0 0,16 12 0,-17-16 0,1-1 0,0 0 0,0 0 0,1-1 0,-1-1 0,1 0 0,1-1 0,-1 0 0,0-1 0,1 0 0,0-1 0,0-1 0,0 0 0,-1-1 0,1 0 0,0-2 0,25-4 0,-32 4 0,-1 0 0,1 0 0,-1-1 0,0 0 0,0 0 0,0-1 0,-1 1 0,1-1 0,-1-1 0,0 1 0,0-1 0,0 1 0,-1-1 0,1-1 0,4-7 0,-4 5 0,-1 0 0,0 0 0,0-1 0,-1 1 0,0-1 0,0 0 0,-1 0 0,0 0 0,-1 0 0,1-15 0,-2 3 0,-4-38 0,2 51 0,1 0 0,-1 1 0,0 0 0,0-1 0,-1 1 0,0 0 0,-1 0 0,-5-8 0,9 14 0,0 0 0,-1 0 0,1 1 0,-1-1 0,1 0 0,-1 1 0,1-1 0,-1 0 0,0 1 0,1-1 0,-1 1 0,0-1 0,1 1 0,-1-1 0,0 1 0,0 0 0,1-1 0,-1 1 0,0 0 0,0 0 0,0-1 0,1 1 0,-1 0 0,0 0 0,-1 0 0,1 1 0,0-1 0,0 0 0,0 1 0,0 0 0,0-1 0,0 1 0,0 0 0,0-1 0,0 1 0,0 0 0,0 0 0,1 0 0,-1 0 0,0 0 0,0 1 0,-4 6 0,1 1 0,0-1 0,-3 15 0,5-19 0,1 0 0,-3 7 0,0 0 0,1 1 0,0-1 0,-1 19 0,4-27 0,0 1 0,0 0 0,1-1 0,-1 1 0,1-1 0,0 1 0,0-1 0,0 1 0,0-1 0,1 0 0,-1 1 0,1-1 0,0 0 0,0 0 0,0 0 0,0 0 0,0 0 0,6 4 0,3 2 0,1 0 0,-1-1 0,2-1 0,-1 0 0,1 0 0,0-1 0,21 6 0,99 21 0,-98-28-341,1-1 0,-1-1-1,39-4 1,-62 1-6485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4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196 543 24575,'-9'-6'0,"-16"-11"0,-1 2 0,0 1 0,-29-11 0,52 23 0,-1 1 0,0 0 0,0 0 0,0 0 0,0 0 0,0 1 0,-5-1 0,9 1 0,-1 0 0,0 1 0,0-1 0,0 0 0,1 0 0,-1 0 0,0 0 0,0 1 0,0-1 0,1 0 0,-1 1 0,0-1 0,1 1 0,-1-1 0,0 1 0,1-1 0,-1 1 0,0-1 0,1 1 0,-1 0 0,1-1 0,-1 1 0,1 0 0,-1-1 0,1 1 0,0 0 0,-1 0 0,1-1 0,0 1 0,0 0 0,0 0 0,-1 0 0,1-1 0,0 1 0,0 0 0,0 0 0,0 0 0,0 1 0,1 4 0,0 0 0,0 1 0,1-1 0,-1 0 0,1 0 0,1 0 0,-1 0 0,1 0 0,0 0 0,1-1 0,3 6 0,9 10 0,24 25 0,-36-42 0,-4-3 0,10 10 0,1 0 0,0 0 0,1-1 0,21 14 0,-30-22 0,0-1 0,0 1 0,0-1 0,0 0 0,0 1 0,1-2 0,-1 1 0,1 0 0,-1-1 0,0 1 0,7-1 0,-8 0 0,1-1 0,-1 1 0,1-1 0,-1 0 0,1 0 0,-1 0 0,0 0 0,1 0 0,-1 0 0,0-1 0,0 1 0,0-1 0,0 0 0,0 1 0,0-1 0,-1 0 0,4-4 0,-1-1 0,0 0 0,0 0 0,0-1 0,-1 1 0,0-1 0,-1 0 0,0 0 0,0 0 0,0 0 0,-1 0 0,0 0 0,-1 0 0,0-11 0,-2-7 0,-1 0 0,-12-48 0,-20-52 0,-56-131 0,73 202 0,92 262 0,16-6 0,-62-139 0,26 70-1365,-50-116-5461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5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 24575,'0'0'0,"0"0"0,0 0 0,0-1 0,0 1 0,0 0 0,0 0 0,0 0 0,0 0 0,-1-1 0,1 1 0,0 0 0,0 0 0,0 0 0,0 0 0,0 0 0,-1 0 0,1 0 0,0-1 0,0 1 0,0 0 0,0 0 0,0 0 0,-1 0 0,1 0 0,0 0 0,0 0 0,0 0 0,-1 0 0,1 0 0,0 0 0,0 0 0,0 0 0,0 0 0,-1 0 0,1 0 0,0 0 0,0 0 0,0 0 0,-1 0 0,1 1 0,0-1 0,0 0 0,0 0 0,-1 10 0,6 13 0,22 42 0,52 91 0,-37-84 0,-16-29 0,29 67 0,-49-96 0,-5-11 0,1 1 0,0 0 0,-1-1 0,1 1 0,-1 0 0,0 0 0,0 7 0,-1-11 1,0 0 0,0 0 0,0 1 0,0-1 0,0 0 0,0 0 0,0 0-1,0 1 1,0-1 0,-1 0 0,1 0 0,0 0 0,0 0 0,0 0 0,0 1 0,0-1-1,-1 0 1,1 0 0,0 0 0,0 0 0,0 0 0,0 0 0,-1 0 0,1 1 0,0-1-1,0 0 1,0 0 0,-1 0 0,1 0 0,0 0 0,0 0 0,0 0 0,-1 0 0,1 0-1,0 0 1,0 0 0,0 0 0,-1 0 0,1 0 0,0 0 0,0-1 0,0 1 0,0 0 0,-1 0-1,1 0 1,0 0 0,0 0 0,0 0 0,0 0 0,-1-1 0,1 1 0,0 0 0,0 0-1,0 0 1,0 0 0,-1-1 0,-10-7-1228,11 8 1038,-11-10-6637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6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 24575,'-23'7'0,"-12"3"0,-3 0 0,3-3 0,2-1 0,4-3 0,5-1 0,3-1 0,4-1 0,1 0 0,2-1 0,0 1 0,2-1-8191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6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46 24575,'-25'-6'0,"-52"-12"0,65 16 0,1 1 0,-1 0 0,0 0 0,-16 2 0,26-1 0,1 1 0,-1-1 0,1 0 0,-1 0 0,1 1 0,-1-1 0,1 1 0,-1-1 0,1 1 0,0 0 0,-1-1 0,1 1 0,0 0 0,0 0 0,-3 2 0,4-2 0,0-1 0,-1 1 0,1 0 0,0 0 0,0-1 0,-1 1 0,1 0 0,0-1 0,0 1 0,0 0 0,0 0 0,0 0 0,0-1 0,0 1 0,0 0 0,0 0 0,0-1 0,1 1 0,-1 0 0,0 0 0,1-1 0,-1 1 0,0 0 0,1-1 0,-1 1 0,0 0 0,1-1 0,-1 1 0,1-1 0,0 1 0,0 0 0,4 4 0,1 0 0,-1 0 0,1-1 0,0 0 0,0 0 0,1 0 0,10 4 0,-2-2 0,1 0 0,21 4 0,-19-7 0,1 0 0,0-1 0,-1 0 0,20-2 0,-28-1 0,1 0 0,-1 0 0,1-1 0,-1 0 0,0-1 0,1 0 0,-2-1 0,16-7 0,-23 10 0,0 1 0,-1-1 0,1 0 0,-1 0 0,0 0 0,1 0 0,-1-1 0,0 1 0,0 0 0,1 0 0,-1-1 0,0 1 0,0-1 0,-1 1 0,1-1 0,0 1 0,0-1 0,-1 0 0,1 1 0,0-4 0,-1 4 0,0-1 0,-1 1 0,1-1 0,0 1 0,-1 0 0,1-1 0,-1 1 0,1-1 0,-1 1 0,0 0 0,0-1 0,1 1 0,-1 0 0,0 0 0,0 0 0,0-1 0,0 1 0,-1 0 0,1 0 0,0 1 0,0-1 0,0 0 0,-3-1 0,-5-3 20,-1 1 0,1 0 0,-1 0 0,0 1 0,-19-4 0,7 4-763,-36-1 1,39 3-6084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24575,'103'231'0,"-87"-196"0,102 206 0,-99-202 0,-3-11-1365,-11-19-5461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31 24575,'-30'-5'0,"-13"-2"0,-1 1 0,2 1 0,5 1 0,7 2 0,5 1 0,8 3 0,4 1 0,4 3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45 24575,'-29'-11'0,"-40"-14"0,60 23 0,1 0 0,-1 0 0,0 1 0,0 0 0,-16 0 0,24 1 0,0 0 0,-1 0 0,1 0 0,-1 1 0,1-1 0,0 0 0,-1 1 0,1-1 0,0 0 0,0 1 0,-1 0 0,1-1 0,0 1 0,0 0 0,0-1 0,0 1 0,-1 0 0,0 2 0,2-3 0,-1 1 0,1 0 0,0 0 0,-1 0 0,1 0 0,0 0 0,0 0 0,-1 0 0,1 0 0,0-1 0,0 1 0,0 0 0,0 0 0,0 0 0,1 0 0,-1 0 0,0 0 0,0 0 0,1 2 0,1 1 0,1 0 0,-1 1 0,1-1 0,0 0 0,0 0 0,0 0 0,0-1 0,6 6 0,14 10 0,44 28 0,-57-41 0,0 0 0,1-1 0,0 0 0,0-1 0,1 0 0,-1-1 0,16 3 0,-24-5 0,1-1 0,-1 0 0,0 1 0,0-1 0,0-1 0,0 1 0,0 0 0,0-1 0,0 0 0,0 1 0,0-1 0,0 0 0,0-1 0,0 1 0,4-3 0,-5 2 0,0 1 0,0-1 0,-1 0 0,1 0 0,0 0 0,-1 0 0,0 0 0,1 0 0,-1-1 0,0 1 0,0 0 0,0-1 0,0 1 0,-1-1 0,1 1 0,-1-1 0,1 1 0,-1-1 0,0-2 0,-1-14 0,1 15 0,5 16 0,0-2-105,0 1 0,1-1 0,0 1 0,1-2 0,0 1 0,0-1 0,1 0 0,0 0 0,1-1 0,0 0 0,0-1 0,16 10 0,-12-10-6721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9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24575,'8'32'0,"4"17"0,4 4 0,-2-2 0,0-4 0,-1-3 0,1-3 0,0-5 0,1-5 0,-1-6 0,-2-4 0,0-3 0,-3-3 0,0-3 0,0-4 0,0-6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0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26 24575,'-14'38'0,"8"-22"0,0 0 0,1 1 0,0 0 0,-2 26 0,6-40 0,1-1 0,0 1 0,0 0 0,0-1 0,1 1 0,-1-1 0,1 1 0,-1-1 0,1 1 0,0-1 0,0 1 0,0-1 0,0 0 0,1 0 0,-1 1 0,3 3 0,-1-4 0,0 1 0,-1-1 0,1 0 0,0 0 0,0 0 0,1 0 0,-1-1 0,0 1 0,0-1 0,7 2 0,5 0 0,0-1 0,1 0 0,-1-1 0,24-2 0,-30 1 0,5-1 0,1-1 0,0-1 0,-1 0 0,1-1 0,-1 0 0,0-1 0,0-1 0,19-11 0,-29 15 0,0 0 0,0-1 0,-1 0 0,1 1 0,-1-1 0,0 0 0,1-1 0,-1 1 0,-1 0 0,1-1 0,0 0 0,-1 1 0,0-1 0,0 0 0,0 0 0,0-1 0,-1 1 0,0 0 0,1-1 0,-1 1 0,-1 0 0,1-1 0,-1 1 0,0-1 0,0 1 0,0-1 0,-1 1 0,1-1 0,-1 1 0,0 0 0,0-1 0,-1 1 0,1 0 0,-1 0 0,0 0 0,0 0 0,0 0 0,-1 0 0,1 0 0,-7-6 0,5 7 0,-21-21 0,24 23 0,-1 0 0,1 0 0,-1 0 0,0 0 0,1 0 0,-1 0 0,0 0 0,1 0 0,-1 1 0,0-1 0,0 1 0,0-1 0,1 1 0,-5 0 0,5 0 0,1 0 0,-1 1 0,0-1 0,0 0 0,0 1 0,1-1 0,-1 1 0,0-1 0,0 1 0,1-1 0,-1 1 0,0 0 0,1-1 0,-1 1 0,1 0 0,-1-1 0,1 1 0,-1 0 0,1 0 0,-1-1 0,1 1 0,0 0 0,0 0 0,-1 0 0,1 0 0,0 0 0,0 1 0,-2 27 0,2-26 0,0 3 0,0-1 0,1 1 0,0-1 0,0 1 0,0-1 0,0 0 0,1 1 0,0-1 0,0 0 0,0 0 0,6 9 0,-3-8 0,0 0 0,0-1 0,0 1 0,0-1 0,1 0 0,0 0 0,11 6 0,6 1 0,-1-1 0,2-2 0,-1 0 0,28 6 0,-51-15 0,22 6 0,0-2 0,0 0 0,0-1 0,1-1 0,41-3 0,-47-1-1365,-5-2-5461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1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121 129 24575,'8'37'0,"1"0"0,15 37 0,33 68 0,-66-158 0,-20-24 0,6 9 0,-23-31 0,-22-36 0,66 95 0,-6-11 0,1 1 0,0-2 0,-8-21 0,14 32 0,0 0 0,0 0 0,0-1 0,1 1 0,0 0 0,0 0 0,0-8 0,0 10 0,1-1 0,-1 1 0,1 0 0,0 0 0,0-1 0,0 1 0,0 0 0,0 0 0,0 0 0,0 0 0,1 0 0,-1 1 0,1-1 0,-1 0 0,3-1 0,-1 1 0,1 0 0,-1 0 0,0 0 0,1 1 0,-1-1 0,1 1 0,-1 0 0,1 0 0,0 1 0,-1-1 0,1 1 0,0 0 0,0 0 0,-1 0 0,1 0 0,0 0 0,0 1 0,-1 0 0,1 0 0,6 2 0,7 3 0,-1 1 0,0 0 0,15 10 0,-5-2 0,-2 2 0,1 0 0,-2 2 0,-1 0 0,0 2 0,-1 0 0,-1 1 0,-2 1 0,29 45 0,-43-62 0,-1 1 0,0-1 0,0 1 0,0 0 0,-1 0 0,0 0 0,2 9 0,-4-12 0,0-1 0,0 1 0,0-1 0,0 1 0,-1-1 0,1 1 0,-1-1 0,0 1 0,0-1 0,0 0 0,0 1 0,-1-1 0,1 0 0,-1 0 0,0 0 0,-4 5 0,1-2 7,-1 0 0,0 0 0,0 0 0,0-1 0,-1 0 0,1-1 0,-1 1 0,-1-1 0,1-1 0,0 1 0,-1-1 0,0 0-1,1-1 1,-16 3 0,-4-2-353,-1 0-1,-54-3 1,65 0-84,4-1-6396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1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24575,'15'20'0,"8"11"0,2 4 0,-4-2 0,-1-2 0,-3-3 0,-4-4 0,-2-4 0,-2-3 0,-1-3 0,-1-3 0,-2-5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0 134 24575,'18'-18'0,"10"-5"0,4-2 0,-2 3 0,-1 7 0,-2 4 0,-4 5 0,-3 1 0,-3 1 0,-1 1 0,-1 1 0,-3 4 0,-4 4 0,-5 0 0,-7 0 0,-4 2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24575,'23'-5'0,"9"-2"0,3 1 0,-3-2 0,-4 1 0,-7 2-8191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24575,'10'20'0,"6"12"0,0 2 0,0-1 0,-1-4 0,-2-2 0,-1-3 0,0-4 0,-2-1 0,-1-3 0,2-1 0,-2 0 0,-3-4-8191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35 24575,'-20'-10'0,"-9"-1"0,-2 2 0,4 4 0,4 7 0,4 4 0,2 4 0,1 1 0,2 0 0,0-1 0,0 0 0,3-2-8191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3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40 24575,'8'-36'0,"-5"33"0,-3 8 0,-2 10 0,-6 16 0,-1-1 0,-1 0 0,-19 39 0,-62 138 0,77-170 0,2 1 0,2 1 0,-9 65 0,6-19-1365,12-72-5461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24575,'8'15'0,"4"8"0,4 4 0,0 3 0,1 0 0,-2-2 0,0 0 0,1-1 0,0-2 0,-2-2 0,-2-2 0,0-2 0,-2-3 0,0-2 0,-2-3 0,-3-5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24575,'27'-5'0,"13"-2"0,3 1 0,-2 1 0,-6 1 0,-7 2 0,-5 0 0,-4 2 0,-3 0 0,-6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24575,'0'-3'0,"0"-3"0,3 0 0,0-2 0,3 0 0,2 2 0,3 1 0,2 3 0,1 0 0,-2 4 0,0 2 0,0-1 0,1 0 0,-2-1-8191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24575,'5'25'0,"1"11"0,1 2 0,0-1 0,0-4 0,1-5 0,-1-2 0,1-4 0,-1-2 0,1-2 0,-1-2 0,1-4 0,-1-1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24575,'8'-15'0,"5"-5"0,2 1 0,2 4 0,0 4 0,0 4 0,-1 3 0,0 3 0,-1 3 0,0 2 0,0 0 0,0 0 0,0 1 0,-1 0 0,-4-1 0,-5 1 0,-5 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24575,'15'-5'0,"8"-4"0,2-1 0,-1 2 0,-1 2 0,-3 2 0,-2 1 0,-4 5 0,-4 1-8191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6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24575,'1'0'0,"0"0"0,-1 1 0,1-1 0,0 0 0,0 1 0,-1-1 0,1 1 0,-1-1 0,1 1 0,0-1 0,-1 1 0,1-1 0,-1 1 0,1 0 0,-1-1 0,0 1 0,1 0 0,-1-1 0,1 1 0,-1 1 0,7 15 0,-7-16 0,30 111 0,30 52 0,-59-160-107,-3-6 234,-6-11-210,3 6-1219,-2-3-5524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7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530 89 24575,'-3'-5'0,"0"-1"0,-1 1 0,0 0 0,1 0 0,-2 1 0,1-1 0,-1 1 0,1 0 0,-1 0 0,0 0 0,-1 0 0,1 1 0,0 0 0,-1 0 0,0 1 0,0 0 0,0 0 0,0 0 0,0 0 0,0 1 0,0 0 0,0 1 0,-13-1 0,-9 2 0,-105-4 0,-85-7-1365,201 10-5461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9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15 24575,'0'0'0,"0"-1"0,1 0 0,-1 1 0,0-1 0,1 1 0,-1-1 0,0 0 0,1 1 0,-1-1 0,1 1 0,-1-1 0,1 1 0,-1-1 0,1 1 0,-1 0 0,1-1 0,0 1 0,-1-1 0,1 1 0,0 0 0,-1 0 0,1-1 0,0 1 0,-1 0 0,1 0 0,0 0 0,1 0 0,22-3 0,-21 3 0,13 0 0,0 0 0,0 1 0,0 1 0,0 1 0,0 0 0,0 1 0,0 1 0,-1 0 0,0 1 0,0 1 0,-1 0 0,22 15 0,-32-19 0,-1-1 0,1 1 0,-1 0 0,1 1 0,-1-1 0,0 0 0,0 1 0,-1 0 0,1 0 0,-1 0 0,0 0 0,0 0 0,0 0 0,2 9 0,-3-11 0,-1 1 0,1-1 0,-1 1 0,0-1 0,0 1 0,0 0 0,0-1 0,-1 1 0,1-1 0,-1 1 0,1-1 0,-1 1 0,0-1 0,0 1 0,0-1 0,0 0 0,0 1 0,-1-1 0,1 0 0,-1 0 0,0 0 0,1 0 0,-1 0 0,0-1 0,0 1 0,0 0 0,-4 2 0,0-1 0,1-1 0,-1 1 0,0-1 0,0 0 0,-1 0 0,1-1 0,0 0 0,0 0 0,-1 0 0,-10-1 0,5 0 0,0-1 0,1 0 0,-1-1 0,-22-6 0,17 2 0,0 0 0,1-1 0,-1-1 0,2-1 0,-1 0 0,-20-15 0,35 23 0,0-1 0,-1 1 0,1 0 0,0 0 0,-1 0 0,1-1 0,0 1 0,0-1 0,0 1 0,0-1 0,0 1 0,1-1 0,-1 1 0,0-1 0,1 0 0,-1 1 0,1-1 0,-1 0 0,1 0 0,0 1 0,0-1 0,0 0 0,0 0 0,0 0 0,0 1 0,1-1 0,-1 0 0,0 0 0,1 1 0,0-1 0,-1 0 0,1 1 0,0-1 0,0 1 0,0-1 0,0 1 0,2-3 0,0 0 0,0 1 0,0-1 0,1 1 0,0 0 0,0 0 0,-1 1 0,2-1 0,-1 1 0,0-1 0,0 2 0,1-1 0,-1 0 0,6-1 0,21 0-1365,-18 3-5461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0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5 24575,'-2'-1'0,"0"0"0,0 0 0,0 1 0,0-1 0,0 1 0,0 0 0,0-1 0,0 1 0,0 0 0,0 0 0,-1 0 0,1 1 0,0-1 0,0 0 0,0 1 0,0-1 0,0 1 0,0 0 0,0 0 0,0 0 0,1 0 0,-1 0 0,0 0 0,0 0 0,1 1 0,-1-1 0,1 0 0,-1 1 0,1 0 0,-1-1 0,1 1 0,0 0 0,0 0 0,0-1 0,-1 3 0,-1 3 0,1 0 0,0 1 0,0-1 0,0 0 0,1 0 0,0 1 0,1-1 0,0 15 0,3 7 0,0 0 0,12 42 0,23 56 0,-28-95 0,138 361 0,-143-382 0,-3-6 0,0 0 0,1 1 0,-1-1 0,1 0 0,6 7 0,-13-29-1365,0 5-5461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0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61 24575,'-30'-10'0,"-13"-3"0,-1 0 0,4 3 0,7 2 0,5 4 0,9 1-8191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24575,'11'27'0,"64"149"0,-56-125 0,19 80 0,-37-128 0,3 23 0,-3-25 0,-1 0 0,0 0 0,0 0 0,0 0 0,0 0 0,0 0 0,0 0 0,0 0 0,-1 0 0,1 1 0,0-1 0,0 0 0,-1 0 0,1-1 0,-1 1 0,1 0 0,-1 0 0,1 0 0,-2 1 0,2-2 0,-1 0 0,1 0 0,-1 0 0,1 0 0,0 0 0,-1 0 0,1 0 0,-1 0 0,1 0 0,-1 0 0,1 0 0,0-1 0,-1 1 0,1 0 0,-1 0 0,1 0 0,0-1 0,-1 1 0,1 0 0,0-1 0,-1 1 0,1 0 0,0 0 0,-1-1 0,1 1 0,0-1 0,0 1 0,0 0 0,-1-1 0,1 1 0,0-1 0,0 1 0,-8-15 0,7 10 0,-1 0 0,1 0 0,0 0 0,0 0 0,0-1 0,1 1 0,0 0 0,0 0 0,0 0 0,1-1 0,0 1 0,1-7 0,-1 10 0,0-1 0,0 1 0,0-1 0,1 1 0,-1-1 0,0 1 0,1 0 0,0 0 0,-1-1 0,1 1 0,0 1 0,0-1 0,0 0 0,1 0 0,-1 1 0,0-1 0,0 1 0,1 0 0,-1 0 0,1 0 0,-1 0 0,1 0 0,0 0 0,-1 0 0,4 1 0,0-1 0,0 1 0,0 1 0,0-1 0,0 1 0,0 0 0,-1 0 0,1 1 0,0 0 0,-1 0 0,1 0 0,-1 1 0,0-1 0,1 1 0,-1 0 0,-1 1 0,1 0 0,5 4 0,-4-3 0,-1 1 0,1-1 0,-1 1 0,0 0 0,0 1 0,-1-1 0,0 1 0,0 0 0,0 0 0,-1 0 0,0 1 0,3 11 0,-6-16 0,1-1 0,-1 0 0,1 1 0,-1-1 0,0 1 0,0-1 0,0 1 0,-1-1 0,1 0 0,-1 1 0,1-1 0,-1 1 0,0-1 0,0 0 0,0 0 0,0 0 0,0 1 0,-2 2 0,1-3 0,-1 0 0,1 0 0,0 0 0,-1 0 0,0 0 0,1 0 0,-1-1 0,0 1 0,0-1 0,1 0 0,-1 0 0,-5 1 0,-2 0 0,0-1 0,0 0 0,-1 0 0,1-1 0,0-1 0,0 1 0,-18-5 0,14 2-227,1-1-1,0 0 1,1-1-1,-1 0 1,-17-11-1,20 10-6598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24575,'13'16'0,"8"11"0,4 7 0,0 3 0,-1 2 0,-3 0 0,-3-2 0,-1-2 0,-1 0 0,-4-2 0,0-3 0,-1-1 0,-2-3 0,0-4 0,1-2 0,-1-3 0,-2-4-8191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140 105 24575,'-8'-4'0,"-12"-3"0,-22-7 0,38 13 0,-1-1 0,0 1 0,0 1 0,0-1 0,0 1 0,0 0 0,0 0 0,0 0 0,0 1 0,-6 1 0,10-2 0,1 0 0,-1 1 0,1-1 0,-1 0 0,1 0 0,0 0 0,-1 0 0,1 1 0,-1-1 0,1 0 0,-1 0 0,1 1 0,0-1 0,-1 0 0,1 1 0,0-1 0,0 0 0,-1 1 0,1-1 0,0 1 0,-1-1 0,1 1 0,0-1 0,0 0 0,0 1 0,0-1 0,0 1 0,-1-1 0,1 1 0,0 0 0,0 0 0,1 0 0,-1 1 0,0-1 0,1 0 0,-1 0 0,1 0 0,-1 1 0,1-1 0,-1 0 0,1 0 0,1 1 0,2 3 0,0 0 0,0 0 0,8 5 0,0 1 0,1-2 0,27 15 0,-34-20 0,0-1 0,1-1 0,0 1 0,-1-1 0,1 0 0,0-1 0,0 1 0,0-1 0,8 0 0,-13-1 0,0 0 0,1 0 0,-1-1 0,0 1 0,0 0 0,0-1 0,0 1 0,1-1 0,-1 0 0,0 0 0,0 0 0,0 0 0,0 0 0,0 0 0,-1 0 0,1-1 0,0 1 0,-1-1 0,1 1 0,0-1 0,-1 0 0,0 1 0,1-1 0,-1 0 0,0 0 0,0 0 0,1-2 0,-1 0 0,0 0 0,0 0 0,-1 0 0,1 0 0,-1 1 0,0-1 0,0 0 0,0 0 0,0 0 0,-1 0 0,1 0 0,-1 0 0,0 1 0,-3-7 0,1 3 12,-1 0 0,0 0 0,0 0 0,0 1 0,-1 0 0,0 0 0,0 0 0,0 1 0,-11-9 0,13 11-95,-1 0 1,0 1-1,0-1 1,0 1-1,0 0 1,0 0-1,0 0 1,-1 1-1,1-1 1,-1 1-1,1 0 1,-1 1-1,1-1 1,-1 1-1,1 0 1,-1 0-1,-6 1 1,-2 2-6744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24575,'-2'17'0,"0"-1"0,1 1 0,1-1 0,1 1 0,0 0 0,7 30 0,-6-41 0,0 0 0,0-1 0,0 1 0,0-1 0,1 1 0,0-1 0,0 0 0,0 0 0,1-1 0,0 1 0,0-1 0,0 1 0,0-1 0,1-1 0,-1 1 0,1 0 0,0-1 0,0 0 0,1 0 0,-1-1 0,1 0 0,9 4 0,-9-5 0,0 0 0,-1 0 0,1 0 0,0 0 0,0-1 0,0 0 0,0 0 0,0 0 0,-1-1 0,1 0 0,0 0 0,0-1 0,-1 0 0,1 0 0,-1 0 0,6-3 0,-7 3 0,-1 0 0,0-1 0,1 1 0,-1-1 0,0 0 0,-1 0 0,1 0 0,0 0 0,-1 0 0,0 0 0,0-1 0,0 1 0,0-1 0,0 0 0,-1 1 0,1-1 0,-1 0 0,0 0 0,0 0 0,-1 0 0,1 0 0,-1 0 0,0 0 0,0-4 0,-2-5-1365,-2 3-5461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3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24575,'22'30'0,"11"17"0,2 9 0,-3 2 0,-7-4 0,-5-6 0,-3-6 0,-4-5 0,-6-4 0,0-5 0,-2-3 0,-1-2 0,-2-3 0,-1-2 0,1-5 0,2-1 0,-1-1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3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24575,'-3'5'0,"0"0"0,0 0 0,1 0 0,-1 0 0,1 0 0,0 1 0,1-1 0,-1 1 0,1-1 0,0 1 0,1 0 0,-1 5 0,1-6 0,1 0 0,-1-1 0,1 1 0,0 0 0,1-1 0,-1 1 0,1-1 0,0 0 0,0 1 0,0-1 0,1 0 0,-1 0 0,1 0 0,6 6 0,-5-6 4,1 1-1,1-1 1,-1 0-1,1 0 1,-1 0 0,1-1-1,0 0 1,0 0-1,0 0 1,1-1-1,-1 0 1,1-1-1,-1 1 1,8 0-1,11 0-106,1-1-1,36-3 0,-11 0-1003,-38 2-5719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4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30 24575,'-6'-3'0,"-6"-3"0,-26-10 0,35 15 0,0 0 0,1 1 0,-1-1 0,0 1 0,0-1 0,0 1 0,1 0 0,-1 0 0,0 0 0,0 0 0,0 0 0,0 1 0,1 0 0,-1-1 0,0 1 0,-2 1 0,3-1 0,1 0 0,-1 1 0,1-1 0,0 0 0,-1 0 0,1 1 0,0-1 0,0 1 0,0-1 0,0 1 0,0 0 0,0-1 0,1 1 0,-1 0 0,1-1 0,-1 1 0,1 0 0,-1 0 0,1 0 0,0-1 0,0 1 0,0 0 0,0 0 0,0 0 0,0 0 0,1-1 0,-1 1 0,1 3 0,1 0 0,-1 1 0,1 0 0,0-1 0,1 0 0,-1 1 0,1-1 0,6 8 0,2-1 0,-1-2 0,1 1 0,1-2 0,0 0 0,0 0 0,18 9 0,31 23 0,-55-37 0,0 1 0,-1 0 0,1 0 0,-1 0 0,0 1 0,-1-1 0,1 1 0,-1 0 0,3 7 0,-6-11 0,-1-1 0,0 0 0,0 1 0,0-1 0,0 0 0,0 1 0,0-1 0,0 0 0,-1 1 0,1-1 0,0 0 0,-1 1 0,1-1 0,-1 0 0,1 0 0,-1 0 0,1 1 0,-1-1 0,0 0 0,0 0 0,0 0 0,0 0 0,1 0 0,-1 0 0,0-1 0,-1 1 0,1 0 0,0 0 0,0-1 0,0 1 0,-2 0 0,-5 3 0,-1 0 0,1 0 0,-12 2 0,19-6 0,-23 6-273,0-2 0,-1-1 0,0 0 0,-39-3 0,41 0-6553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5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24575,'0'7'0,"1"0"0,0-1 0,0 1 0,1 0 0,0 0 0,0-1 0,0 1 0,1-1 0,0 1 0,0-1 0,1 0 0,0 0 0,5 6 0,8 7 0,0 0 0,26 21 0,-9-8 0,-13-13 0,-14-14 0,-1 1 0,1 0 0,-1 0 0,0 0 0,6 11 0,-8-8-1365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6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71 24575,'-1'-1'0,"1"1"0,0 0 0,0 0 0,0 0 0,0 0 0,0-1 0,0 1 0,0 0 0,0 0 0,0 0 0,0 0 0,0-1 0,0 1 0,0 0 0,0 0 0,0 0 0,0 0 0,0-1 0,0 1 0,0 0 0,0 0 0,0 0 0,0 0 0,1-1 0,-1 1 0,0 0 0,0 0 0,0 0 0,0 0 0,0 0 0,0-1 0,0 1 0,1 0 0,-1 0 0,0 0 0,0 0 0,0 0 0,0 0 0,1 0 0,-1 0 0,6 6 0,8 22 0,-11-21 0,17 34 0,2 4 0,33 50 0,-49-88 0,-6-14 0,-8-14 0,-66-107 0,67 116 0,1 1 0,-8-26 0,12 33 0,1 0 0,0 0 0,0 0 0,0 0 0,1 0 0,-1 0 0,1-1 0,0 1 0,0 0 0,0 0 0,1 0 0,0-1 0,1-5 0,-1 10 0,-1-1 0,0 0 0,1 0 0,-1 0 0,1 1 0,-1-1 0,1 0 0,-1 0 0,1 1 0,0-1 0,-1 1 0,1-1 0,0 0 0,0 1 0,-1-1 0,1 1 0,0 0 0,0-1 0,0 1 0,-1 0 0,1-1 0,0 1 0,0 0 0,0 0 0,0 0 0,0 0 0,0 0 0,0 0 0,0 0 0,-1 0 0,1 0 0,0 0 0,0 0 0,0 1 0,1-1 0,4 3 0,0-1 0,0 1 0,0 0 0,6 4 0,-2 0 0,-9-7 0,16 9 0,26 17 0,-37-21 0,-1-1 0,0 1 0,0-1 0,-1 1 0,1 0 0,-1 1 0,0-1 0,3 9 0,-2-7-195,-2 1 0,1 0 0,-1 0 0,0 1 0,-1-1 0,3 18 0,-4-13-6631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7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32 322 24575,'22'-25'0,"37"-46"0,-53 63 0,-1 0 0,0-1 0,0 1 0,-1-1 0,0 0 0,-1 0 0,4-13 0,-7 18 0,0-1 0,0 1 0,0 0 0,0 0 0,-1-1 0,1 1 0,-1 0 0,0 0 0,-1 0 0,1 0 0,-1 0 0,1 0 0,-1 0 0,0 0 0,-5-6 0,3 5 0,0-1 0,-1 1 0,1 0 0,-1 0 0,0 0 0,-1 0 0,1 1 0,-1 0 0,-6-3 0,11 6 0,-1 0 0,0 0 0,0 0 0,0 0 0,1 1 0,-1-1 0,0 1 0,0-1 0,0 1 0,0 0 0,0 0 0,0 0 0,0 0 0,0 0 0,0 0 0,0 0 0,0 1 0,0-1 0,-3 2 0,3-1 0,0 0 0,0 1 0,0-1 0,0 1 0,1-1 0,-1 1 0,1 0 0,-1-1 0,1 1 0,-1 0 0,1 0 0,0 0 0,0 0 0,-1 4 0,-1 0 0,1 1 0,1-1 0,-1 1 0,1 0 0,0 0 0,1 0 0,-1-1 0,2 1 0,-1 0 0,2 10 0,0-11 0,0 0 0,0 0 0,1 0 0,-1 0 0,1-1 0,1 1 0,-1-1 0,1 0 0,0 0 0,0 0 0,0 0 0,1-1 0,-1 0 0,1 0 0,0 0 0,7 4 0,4 1 0,1 0 0,-1-1 0,1-1 0,25 7 0,-26-10 0,1-1 0,0 0 0,33 1 0,52-7 0,-98 2 0,1 1 0,0-1 0,0 0 0,0 0 0,0 0 0,-1-1 0,1 1 0,-1-1 0,1 0 0,-1-1 0,0 1 0,7-6 0,-8 6 0,0-1 0,-1 0 0,1 0 0,-1 0 0,0 0 0,0-1 0,0 1 0,0-1 0,-1 1 0,1-1 0,-1 1 0,0-1 0,0 0 0,0 0 0,-1 0 0,1-5 0,0-1 0,-1 0 0,0 0 0,-1 0 0,0 0 0,-1 1 0,0-1 0,-1 0 0,0 1 0,0-1 0,-1 1 0,0 0 0,0 0 0,-1 0 0,0 1 0,-1 0 0,0 0 0,-10-11 0,15 18 0,0 0 0,0 0 0,1 0 0,-1 0 0,0 1 0,0-1 0,0 0 0,0 0 0,0 1 0,0-1 0,-1 0 0,1 1 0,0-1 0,0 1 0,0 0 0,0-1 0,-1 1 0,1 0 0,0 0 0,0-1 0,-1 1 0,1 0 0,0 0 0,-1 1 0,1-1 0,0 0 0,0 0 0,-1 1 0,1-1 0,0 0 0,0 1 0,0-1 0,0 1 0,0 0 0,-1-1 0,1 1 0,0 0 0,0 0 0,1-1 0,-1 1 0,0 0 0,0 0 0,-1 2 0,-1 1 0,1 0 0,-1 0 0,1 0 0,0 1 0,0-1 0,0 1 0,0 0 0,1-1 0,0 1 0,-1 6 0,1-2 0,0 1 0,0 0 0,1 0 0,1 0 0,0 0 0,4 19 0,-4-26 0,0 0 0,0 1 0,1-1 0,-1 0 0,1 0 0,0 0 0,0 0 0,0 0 0,0-1 0,0 1 0,1 0 0,-1-1 0,1 0 0,0 0 0,0 0 0,-1 0 0,1 0 0,1 0 0,-1-1 0,0 1 0,0-1 0,7 2 0,11 1 0,1-2 0,0 0 0,-1-1 0,39-3 0,-10 0 0,0 2 0,41-1 0,-78-1-1365,-3-1-5461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118 365 24575,'-3'-2'0,"-43"-18"0,42 18 0,0 1 0,0 0 0,0 0 0,0 0 0,-1 1 0,1-1 0,0 1 0,0 0 0,-7 1 0,10-1 0,0 0 0,0 0 0,0 0 0,0 1 0,0-1 0,0 0 0,0 1 0,1-1 0,-1 0 0,0 1 0,0-1 0,0 1 0,0-1 0,1 1 0,-1 0 0,0-1 0,0 1 0,1 0 0,-1-1 0,1 1 0,-1 0 0,0 0 0,1 0 0,0 0 0,-1 1 0,0-1 0,1 1 0,0 0 0,0-1 0,0 1 0,0-1 0,1 1 0,-1 0 0,0-1 0,1 1 0,-1-1 0,1 1 0,-1-1 0,3 3 0,0 3 0,1-1 0,0-1 0,0 1 0,1 0 0,9 8 0,1-2 0,0-1 0,1 0 0,0-1 0,1-1 0,0 0 0,0-1 0,24 7 0,-40-15 0,1 1 0,0-1 0,0 1 0,0-1 0,1 0 0,-1 1 0,0-1 0,0 0 0,0 0 0,0-1 0,0 1 0,0 0 0,0-1 0,0 1 0,0-1 0,0 0 0,0 1 0,0-1 0,-1 0 0,1 0 0,0 0 0,0-1 0,1-1 0,-1 1 0,0 0 0,0-1 0,0 1 0,-1-1 0,1 1 0,-1-1 0,1 0 0,-1 1 0,0-1 0,0 0 0,-1 0 0,1 0 0,0 0 0,-1 0 0,0-5 0,0-2 0,-1 0 0,0 0 0,0 0 0,-1 0 0,-1 0 0,0 0 0,-5-12 0,-35-65 0,32 67 0,-110-207 0,112 211 0,4 11 0,4 9 0,4 10 0,19 43 0,2 0 0,38 63 0,-18-36 0,25 45-1365,-60-112-5461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24575,'4'0'0,"-1"-1"0,0 1 0,1 0 0,-1 0 0,1 0 0,-1 0 0,1 1 0,-1-1 0,0 1 0,1 0 0,-1 0 0,0 0 0,0 1 0,0-1 0,1 1 0,-2 0 0,1-1 0,0 1 0,0 1 0,0-1 0,-1 0 0,0 1 0,1-1 0,-1 1 0,3 4 0,4 7 0,-1 0 0,0 1 0,0 0 0,4 17 0,-3-10 0,31 68 0,66 115 0,-85-177-1365,-11-18-5461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281 68 24575,'-28'-13'0,"-14"-4"0,-2 2 0,4 2 0,8 6 0,7 5 0,6 2 0,6 4 0,2 1 0,4 2 0,0 1 0,1 0 0,2 2 0,2 2 0,3-2 0,4-1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9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90 24575,'-5'-2'0,"-5"-4"0,-1 1 0,0 0 0,0 0 0,0 1 0,0 1 0,-1 0 0,-20-3 0,31 6 0,0-1 0,1 1 0,-1 0 0,0 0 0,0 0 0,0 0 0,1 0 0,-1 0 0,0 0 0,0 0 0,0 1 0,1-1 0,-1 0 0,0 0 0,0 1 0,1-1 0,-1 0 0,0 1 0,1-1 0,-1 1 0,0-1 0,1 1 0,-1-1 0,1 1 0,-1-1 0,1 1 0,-2 1 0,2-1 0,0 0 0,0 0 0,0 0 0,0 1 0,0-1 0,1 0 0,-1 0 0,0 0 0,0 0 0,1 0 0,-1 0 0,1 0 0,-1 1 0,1-1 0,-1 0 0,2 1 0,4 5 0,0 1 0,0-1 0,10 9 0,3 1 0,1 0 0,43 25 0,-50-34 0,0-2 0,0 1 0,0-2 0,1 0 0,0 0 0,25 4 0,-35-9 0,-1 1 0,1-1 0,0 0 0,-1 0 0,1 0 0,0-1 0,-1 1 0,1-1 0,-1 0 0,1 0 0,-1 0 0,1 0 0,-1 0 0,0-1 0,1 0 0,-1 0 0,0 0 0,0 0 0,4-3 0,-4 2 0,-1-1 0,1 1 0,-1 0 0,0-1 0,0 1 0,0-1 0,0 1 0,-1-1 0,1 0 0,-1 0 0,0 0 0,0 0 0,-1 0 0,1 0 0,-1 0 0,1 0 0,-2-5 0,1 3-42,0-1-1,-1 1 0,0 0 1,0 0-1,-1 0 0,1 0 1,-1 0-1,-1 0 0,1 0 1,-1 1-1,0-1 0,0 1 1,-1-1-1,1 1 0,-1 1 1,0-1-1,-1 0 0,1 1 1,-1 0-1,0 0 0,0 0 1,0 1-1,0-1 0,-1 1 1,1 1-1,-1-1 0,0 1 1,0 0-1,0 0 0,0 1 1,-8-2-1,-2 1-6783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0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68 227 24575,'16'47'0,"23"45"0,-29-71 0,1-1 0,2 0 0,-1-1 0,23 24 0,-29-37 0,-3-7 0,-3 0 0,0 0 0,0 0 0,0 0 0,-1 0 0,1 0 0,0 0 0,0 0 0,-1 0 0,1 0 0,0 0 0,-1 0 0,0-1 0,-40-61 0,-45-83 0,80 134 0,-11-20 0,-15-42 0,29 65 0,0-1 0,0 1 0,1 0 0,0-1 0,1 1 0,0-1 0,1 1 0,0-1 0,2-18 0,-2 26 0,1 0 0,-1 0 0,1 0 0,-1 1 0,1-1 0,0 0 0,0 0 0,-1 1 0,1-1 0,0 0 0,1 1 0,-1-1 0,0 1 0,0-1 0,1 1 0,-1 0 0,1 0 0,-1-1 0,1 1 0,1-1 0,0 1 0,0 0 0,0 0 0,0 1 0,0-1 0,0 0 0,0 1 0,0 0 0,0 0 0,0 0 0,0 0 0,5 1 0,2 1 0,0 1 0,0 0 0,0 0 0,-1 1 0,1 1 0,12 7 0,-6-2 0,0 1 0,0 1 0,-1 0 0,22 24 0,-36-34 0,1-1 0,-1 0 0,0 1 0,0-1 0,0 0 0,0 1 0,0-1 0,0 1 0,-1 0 0,1-1 0,-1 1 0,1 0 0,-1-1 0,1 1 0,-1 0 0,0-1 0,0 1 0,0 0 0,0 0 0,0 0 0,0-1 0,0 1 0,-1 0 0,1-1 0,0 1 0,-1 0 0,-1 3 0,0-3 0,0 1 0,0-1 0,0 0 0,0 0 0,0 0 0,-1 0 0,1 0 0,-1 0 0,0-1 0,1 1 0,-1-1 0,0 1 0,0-1 0,0 0 0,-3 1 0,-8 1 0,0-1 0,0 0 0,-29 0 0,-42-6 0,80 4-170,0-1-1,0 0 0,0 0 1,0 0-1,0-1 0,0 1 1,-6-4-1,2-1-6655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1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178 395 24575,'-2'1'0,"1"-1"0,-1 1 0,0-1 0,1 1 0,-1-1 0,0 0 0,0 0 0,1 0 0,-1 0 0,0 0 0,1 0 0,-1 0 0,0-1 0,0 1 0,1 0 0,-1-1 0,1 1 0,-1-1 0,0 0 0,1 0 0,-1 0 0,1 0 0,-1 0 0,1 0 0,0 0 0,0 0 0,-1 0 0,1 0 0,-1-3 0,-5-4 0,0 0 0,1-1 0,-8-15 0,9 15 0,-80-147 0,80 144 0,5 12 0,0 0 0,-1 0 0,1-1 0,0 1 0,0 0 0,0 0 0,0 0 0,0 0 0,0 0 0,0 0 0,0 0 0,0-1 0,0 1 0,0 0 0,0 0 0,0 0 0,0 0 0,0 0 0,0 0 0,0 0 0,0-1 0,0 1 0,0 0 0,0 0 0,0 0 0,1 0 0,-1 0 0,0 0 0,0 0 0,0 0 0,0 0 0,0-1 0,0 1 0,0 0 0,0 0 0,0 0 0,0 0 0,0 0 0,1 0 0,-1 0 0,0 0 0,0 0 0,2 0 0,0 1 0,0 0 0,0-1 0,0 1 0,0 0 0,0 0 0,3 2 0,1 1 0,37 22 0,91 38 0,-121-59 0,1 0 0,1-1 0,-1-1 0,0 0 0,1 0 0,0-2 0,-1 0 0,1-1 0,0 0 0,0-1 0,19-4 0,-30 4 0,0 0 0,0 0 0,0-1 0,0 1 0,0-1 0,0 0 0,0 0 0,-1-1 0,1 1 0,-1-1 0,0 0 0,1 0 0,-1 0 0,-1 0 0,1 0 0,0-1 0,-1 1 0,0-1 0,1 0 0,-1 1 0,-1-1 0,1 0 0,-1 0 0,1 0 0,-1-1 0,0 1 0,-1 0 0,1 0 0,-1-1 0,0 1 0,0 0 0,0-1 0,-1 1 0,1 0 0,-1 0 0,0 0 0,0-1 0,-2-4 0,-1 0 0,0-1 0,-1 1 0,0-1 0,0 1 0,-1 1 0,0-1 0,0 1 0,-1 0 0,0 0 0,-1 1 0,0 0 0,0 0 0,0 1 0,-18-10 0,25 15 0,-1 0 0,1 1 0,-1-1 0,1 0 0,-1 1 0,1-1 0,-1 1 0,1-1 0,-1 1 0,0 0 0,1 0 0,-1 0 0,1 0 0,-1 0 0,0 0 0,1 0 0,-1 0 0,1 1 0,-1-1 0,0 1 0,1-1 0,-1 1 0,1-1 0,0 1 0,-1 0 0,1 0 0,-1 0 0,1 0 0,0 0 0,0 0 0,0 0 0,-1 0 0,1 0 0,0 1 0,0-1 0,1 0 0,-1 1 0,0-1 0,0 1 0,1-1 0,-1 1 0,1-1 0,-1 1 0,1-1 0,-1 1 0,1 0 0,0-1 0,0 4 0,0 2 0,0 0 0,1 1 0,-1-1 0,2 0 0,-1 0 0,1 1 0,0-1 0,0-1 0,1 1 0,0 0 0,0 0 0,1-1 0,-1 0 0,1 0 0,7 8 0,8 8 0,1-1 0,32 27 0,-52-47 0,9 7 0,1-1 0,11 8 0,-18-13 0,-1-1 0,0 0 0,1 1 0,-1-1 0,1 0 0,-1 0 0,1-1 0,0 1 0,-1 0 0,1-1 0,0 0 0,-1 1 0,1-1 0,0 0 0,4-1 0,-6 1-72,0-1 1,0 1-1,0-1 0,0 1 0,0 0 0,0-1 0,0 0 0,-1 1 1,1-1-1,0 0 0,0 1 0,-1-1 0,1 0 0,-1 0 0,1 1 1,0-1-1,-1 0 0,1-1 0,3-8-6754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1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8 24575,'-2'0'0,"1"0"0,-1 1 0,1-1 0,0 1 0,-1 0 0,1-1 0,0 1 0,0 0 0,0 0 0,-1 0 0,1 0 0,0 0 0,0 0 0,0 0 0,1 0 0,-1 1 0,0-1 0,0 0 0,0 0 0,1 1 0,-1-1 0,1 0 0,-1 1 0,1-1 0,0 1 0,-1-1 0,1 1 0,0-1 0,0 1 0,0-1 0,0 0 0,0 1 0,0-1 0,1 1 0,-1-1 0,1 2 0,2 6 0,0 0 0,0-1 0,1 0 0,8 14 0,-8-15 0,8 16 0,2 0 0,0-1 0,2-1 0,24 26 0,-40-47 0,1 0 0,-1 1 0,1-1 0,-1 1 0,1-1 0,-1 1 0,1-1 0,-1 1 0,0-1 0,1 1 0,-1 0 0,0-1 0,1 1 0,-1 0 0,0-1 0,0 1 0,1 0 0,-1-1 0,0 1 0,0 0 0,0-1 0,0 1 0,0 0 0,0 0 0,-1 0 0,1 0 0,-1-1 0,1 1 0,-1-1 0,1 1 0,-1-1 0,1 1 0,-1-1 0,0 0 0,1 1 0,-1-1 0,0 0 0,1 1 0,-1-1 0,0 0 0,1 0 0,-1 1 0,-1-1 0,-6 1 0,-1 0 0,1-1 0,-10 0 0,13 0 0,1 0 0,2 0 0,0 0 0,0 0 0,-1 0 0,1 0 0,0-1 0,0 1 0,0 0 0,0-1 0,0 0 0,0 1 0,0-1 0,0 0 0,-2-1 0,4 2 0,0 0 0,-1 0 0,1-1 0,0 1 0,0 0 0,0 0 0,0 0 0,0 0 0,0 0 0,0 0 0,0-1 0,0 1 0,0 0 0,0 0 0,0 0 0,0 0 0,0 0 0,0-1 0,0 1 0,0 0 0,0 0 0,0 0 0,0 0 0,0 0 0,0 0 0,0-1 0,0 1 0,1 0 0,-1 0 0,0 0 0,0 0 0,0 0 0,0 0 0,0-1 0,0 1 0,0 0 0,0 0 0,1 0 0,-1 0 0,0 0 0,0 0 0,0 0 0,0 0 0,0 0 0,0 0 0,1 0 0,-1 0 0,0 0 0,0 0 0,0 0 0,0 0 0,0 0 0,1 0 0,9-3 0,-9 3 0,31-6 0,1 1 0,40-1 0,-57 6 0,8-2 0,0-1 0,-1-1 0,26-7 0,-36 7 0,0 0 0,-1-1 0,0 0 0,0-1 0,0-1 0,0 0 0,10-8 0,-20 14 0,-1-1 0,1 1 0,-1 0 0,1-1 0,-1 1 0,0-1 0,0 1 0,1-1 0,-1 0 0,0 1 0,0-1 0,-1 0 0,1 0 0,0 0 0,0 1 0,-1-1 0,1 0 0,-1 0 0,0-4 0,0 4 0,0-1 0,-1 1 0,1 0 0,-1-1 0,0 1 0,0 0 0,0-1 0,0 1 0,0 0 0,0 0 0,-1 0 0,1 0 0,-1 0 0,-1-1 0,-4-4 0,0 1 0,-1 0 0,0 0 0,0 1 0,0 0 0,-17-8 0,21 12 0,1-1 0,-1 1 0,1 0 0,-1 0 0,1 0 0,-1 0 0,0 1 0,1 0 0,-1-1 0,0 1 0,-5 1 0,8 0 0,-1-1 0,1 1 0,-1-1 0,1 1 0,-1 0 0,1-1 0,0 1 0,-1 0 0,1 0 0,0 0 0,0 0 0,-1 1 0,1-1 0,0 0 0,0 0 0,0 1 0,1-1 0,-1 0 0,0 1 0,0-1 0,1 1 0,-1-1 0,1 1 0,-1 0 0,1-1 0,0 1 0,-1 2 0,1 3 0,-1-1 0,2 1 0,-1 0 0,0-1 0,1 1 0,1-1 0,-1 0 0,1 1 0,0-1 0,0 0 0,1 0 0,0 0 0,0 0 0,0-1 0,1 1 0,-1-1 0,1 0 0,1 0 0,-1 0 0,6 4 0,-3-2 0,1 0 0,0 0 0,1-1 0,-1-1 0,1 1 0,1-1 0,-1-1 0,0 0 0,1 0 0,0-1 0,0 0 0,11 1 0,-16-3 0,0-1 0,0 0 0,1 0 0,-1 0 0,0-1 0,1 1 0,-1-2 0,0 1 0,0 0 0,0-1 0,0 0 0,0 0 0,0 0 0,0-1 0,-1 0 0,1 0 0,-1 0 0,6-6 0,-7 6 0,1 0 0,-1-1 0,-1 1 0,1-1 0,0 0 0,-1 0 0,0 0 0,0 0 0,0 0 0,0-1 0,-1 1 0,0-1 0,0 1 0,0-1 0,0 1 0,-1-1 0,0 1 0,1-1 0,-2 0 0,1 1 0,-2-8 0,-2-4 0,-1 0 0,-8-18 0,-3-10 0,15 42-151,0 0-1,1 0 0,0 0 0,-1 0 1,1 0-1,0 0 0,0 0 1,0-4-1,2-2-6674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2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88 24575,'-1'3'0,"0"0"0,0 0 0,0 0 0,0 0 0,1 0 0,-1 0 0,1 0 0,0 0 0,0 0 0,0 0 0,0 0 0,0 0 0,1 0 0,-1 0 0,1 0 0,0 0 0,0 0 0,0 0 0,0 0 0,1 0 0,-1-1 0,1 1 0,3 4 0,4 5 0,1-1 0,0-1 0,20 18 0,-17-17 0,28 22 0,-36-30 0,-1 0 0,2 0 0,-1 0 0,0 0 0,1-1 0,9 3 0,-15-5 0,1 1 0,0-1 0,-1 0 0,1 0 0,-1 0 0,1 0 0,0 0 0,-1 0 0,1 0 0,0 0 0,-1 0 0,1 0 0,0 0 0,-1 0 0,1-1 0,0 1 0,-1 0 0,1 0 0,-1-1 0,1 1 0,0 0 0,-1-1 0,1 1 0,-1-1 0,1 1 0,-1-1 0,1 0 0,0 0 0,-1 0 0,1-1 0,-1 1 0,1 0 0,-1-1 0,0 1 0,0 0 0,1-1 0,-1 1 0,0-1 0,0 1 0,0-2 0,-2-5 0,1 0 0,-1-1 0,-3-9 0,5 18 0,-32-77 7,1 6 46,27 61-291,1 0 1,1 0-1,0 0 1,0 0-1,0-14 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2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160 101 24575,'-11'-10'0,"-5"-5"0,-1 1 0,0 0 0,-1 1 0,-27-15 0,43 27 0,0 0 0,0 0 0,0 0 0,-1 0 0,1 1 0,0-1 0,0 1 0,-1-1 0,1 1 0,-3 0 0,4 0 0,1 0 0,0 0 0,-1 0 0,1 0 0,0 1 0,-1-1 0,1 0 0,-1 0 0,1 0 0,0 0 0,-1 1 0,1-1 0,0 0 0,0 0 0,-1 0 0,1 1 0,0-1 0,-1 0 0,1 1 0,0-1 0,0 0 0,0 1 0,-1-1 0,1 1 0,0 0 0,0 0 0,0 0 0,0 0 0,0 0 0,0 0 0,0 0 0,0 0 0,0 0 0,0-1 0,0 1 0,1 0 0,-1 0 0,1 1 0,6 11 0,0 0 0,1 0 0,1-1 0,0 0 0,20 21 0,-19-24 0,1 0 0,0-1 0,0 0 0,0 0 0,21 9 0,-9-6 0,51 16 0,-51-21-227,2-1-1,-1 0 1,0-2-1,1-1 1,25-1-1,-36-1-6598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3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0 107 24575,'0'-7'0,"0"-2"0,0-1 0,1 1 0,0-1 0,3-11 0,-4 19 0,1-1 0,-1 1 0,1 0 0,0 0 0,0 0 0,0 1 0,0-1 0,0 0 0,0 0 0,1 1 0,-1-1 0,1 0 0,-1 1 0,1-1 0,-1 1 0,1 0 0,0-1 0,0 1 0,0 0 0,0 0 0,0 0 0,-1 1 0,2-1 0,2-1 0,2 1 0,1 1 0,-1-1 0,0 1 0,0 1 0,1-1 0,-1 1 0,0 0 0,0 1 0,0-1 0,0 2 0,0-1 0,0 1 0,-1 0 0,1 0 0,-1 1 0,0-1 0,0 2 0,0-1 0,0 1 0,-1-1 0,6 8 0,-10-11 3,0 0-1,-1 0 0,1 0 0,0 0 1,-1 1-1,1-1 0,-1 0 0,1 0 1,-1 0-1,0 1 0,0-1 1,1 0-1,-1 1 0,0-1 0,0 0 1,0 0-1,0 1 0,0-1 1,-1 0-1,1 1 0,0-1 0,-1 0 1,1 0-1,-1 0 0,1 1 1,-1-1-1,1 0 0,-1 0 0,0 0 1,1 0-1,-1 0 0,0 0 0,0 0 1,0 0-1,0 0 0,0 0 1,0-1-1,-1 2 0,-6 3-152,0 0 0,0 0 0,-1-1 0,-10 4 0,10-4-554,-7 4-6122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5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24575,'3'1'0,"0"-1"0,0 0 0,-1 1 0,1 0 0,0-1 0,0 1 0,0 0 0,-1 0 0,1 1 0,-1-1 0,1 1 0,-1-1 0,1 1 0,3 3 0,2 4 0,1 0 0,9 13 0,10 11 0,-23-29 0,0 0 0,1-1 0,-1 1 0,1-1 0,0 0 0,0 0 0,0-1 0,0 0 0,0 0 0,8 1 0,-12-2 0,0-1 0,0 0 0,0 1 0,0-1 0,0 0 0,0 0 0,0 0 0,0 0 0,0-1 0,0 1 0,0-1 0,0 1 0,-1-1 0,1 0 0,0 1 0,0-1 0,0 0 0,-1 0 0,1 0 0,0 0 0,-1-1 0,1 1 0,-1 0 0,0-1 0,1 1 0,-1-1 0,0 1 0,0-1 0,0 0 0,0 1 0,0-1 0,0 0 0,0 0 0,-1 0 0,1 0 0,0-3 0,0 0 0,-1 0 0,0 0 0,0 0 0,-1 0 0,1 0 0,-1 0 0,0 0 0,-1 1 0,1-1 0,-1 0 0,0 1 0,-2-5 0,-7-21 0,11 30 0,0 0 0,0 0 0,0 0 0,0 0 0,0 0 0,0 0 0,0-1 0,0 1 0,0 0 0,0 0 0,0 0 0,0 0 0,0 0 0,-1 0 0,1 0 0,0 0 0,0 0 0,0 0 0,0 0 0,0-1 0,0 1 0,0 0 0,0 0 0,0 0 0,0 0 0,0 0 0,0 0 0,1 0 0,-1 0 0,0 0 0,0 0 0,0-1 0,0 1 0,0 0 0,0 0 0,0 0 0,0 0 0,0 0 0,0 0 0,0 0 0,0 0 0,0 0 0,0 0 0,0 0 0,0 0 0,0 0 0,1 0 0,-1 0 0,0 0 0,0 0 0,0 0 0,0 0 0,0-1 0,6 5 0,9 12 0,-11-12 0,7 7 0,0 0 0,1-1 0,21 13 0,-28-20 0,0 0 0,1 0 0,-1 0 0,1-1 0,0 0 0,0 0 0,-1 0 0,1-1 0,1 0 0,-1 0 0,12 0 0,-17-1 0,0 0 0,1 0 0,-1-1 0,0 1 0,0 0 0,1-1 0,-1 1 0,0-1 0,0 1 0,0-1 0,0 1 0,0-1 0,1 0 0,-1 0 0,0 1 0,-1-1 0,1 0 0,0 0 0,1-2 0,-1 1 0,1 0 0,-1 0 0,0 0 0,-1-1 0,1 1 0,0 0 0,-1-1 0,1 1 0,-1-5 0,1 0 0,-1-1 0,-1 1 0,0 0 0,0 0 0,0-1 0,-3-6 0,3 13 0,1 0 0,0 0 0,-1 0 0,1 0 0,0 0 0,0 1 0,0-1 0,-1 0 0,1 0 0,0 0 0,0 0 0,0 0 0,0 0 0,1 0 0,-1 0 0,0 0 0,0 0 0,1 0 0,-1-1 0,1 2 0,0 0 0,-1-1 0,1 1 0,0 0 0,0 0 0,-1 0 0,1 0 0,0-1 0,0 1 0,-1 0 0,1 1 0,0-1 0,0 0 0,-1 0 0,1 0 0,0 0 0,-1 0 0,1 1 0,0-1 0,0 0 0,-1 1 0,1-1 0,-1 0 0,1 1 0,1 0 0,29 19 20,-22-14-297,-1-1 0,1 1 0,0-2 0,13 6 0,-8-6-6549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6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29 277 24575,'1'0'0,"22"-17"0,38-32 0,-56 44 0,0-1 0,1 1 0,-2-1 0,1 0 0,-1 0 0,0-1 0,0 1 0,0-1 0,-1 0 0,0 0 0,3-14 0,-5 17 0,-1 0 0,0 0 0,0 1 0,-1-1 0,1 0 0,-1 0 0,0 0 0,0 0 0,0 1 0,0-1 0,-1 1 0,1-1 0,-1 1 0,0-1 0,0 1 0,0 0 0,0 0 0,-1 0 0,0 0 0,-4-5 0,1 4 0,1-1 0,0 1 0,-1 0 0,0 0 0,0 0 0,0 1 0,-1 0 0,1 0 0,-1 1 0,-11-3 0,16 4 0,1 1 0,-1 0 0,0-1 0,0 1 0,0 0 0,0 0 0,0 0 0,0 1 0,1-1 0,-1 0 0,0 1 0,0-1 0,0 1 0,1 0 0,-1-1 0,0 1 0,1 0 0,-1 0 0,-1 2 0,1-1 0,0-1 0,0 1 0,1 0 0,-1 0 0,1 1 0,0-1 0,-1 0 0,1 0 0,0 1 0,0-1 0,1 1 0,-2 3 0,1 1 0,0-1 0,1 0 0,-1 1 0,1-1 0,1 1 0,-1-1 0,1 0 0,0 1 0,1-1 0,2 9 0,1-5 0,1 1 0,-1-2 0,2 1 0,-1 0 0,2-1 0,-1 0 0,1-1 0,0 0 0,1 0 0,17 12 0,-14-12 0,1 0 0,-1-1 0,2 0 0,-1-1 0,1-1 0,0 0 0,0 0 0,15 1 0,14 0 0,-39-6 0,0 0 0,0 0 0,1 0 0,-1-1 0,0 1 0,0-1 0,0 0 0,4-1 0,-6 1 6,-1 0 0,0 1 0,0-1 0,0 0 0,0 0 0,0 0 0,0 0 0,0 0 0,0 0 0,0 0 0,-1 0 0,1 0 0,0 0 0,-1-1 0,1 1 0,0 0 0,-1 0 0,0-1 0,1-1 0,0 0-155,-1 0 1,0 1-1,1-1 1,-1 0-1,0 1 1,-1-1-1,1 0 1,0 1-1,-2-4 1,-1-4-6678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6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24575,'7'0'0,"0"0"0,0 1 0,0 0 0,0 1 0,0 0 0,0 0 0,7 3 0,4 4 0,20 12 0,-25-13 0,1-1 0,0 0 0,18 7 0,-30-14 0,-1 1 0,1-1 0,-1 1 0,1-1 0,-1 0 0,1 1 0,-1-1 0,1 0 0,-1 0 0,1 0 0,-1 0 0,1 0 0,-1-1 0,0 1 0,1 0 0,-1-1 0,1 1 0,-1-1 0,1 1 0,1-2 0,-3 1 0,1 0 0,0 0 0,0 0 0,0 0 0,0 0 0,-1 0 0,1 0 0,-1-1 0,1 1 0,-1 0 0,1 0 0,-1-1 0,0 1 0,1 0 0,-1 0 0,0-1 0,0 1 0,0-2 0,0-3 0,-1 0 0,0 0 0,0 0 0,0 0 0,-1 0 0,0 0 0,0 0 0,-4-8 0,-9-9 0,11 17 0,0 0 0,0-1 0,-3-7 0,7 14 0,0 0 0,0-1 0,0 1 0,-1 0 0,1 0 0,0 0 0,0 0 0,0-1 0,0 1 0,0 0 0,0 0 0,0 0 0,0-1 0,0 1 0,0 0 0,0 0 0,0 0 0,0-1 0,0 1 0,0 0 0,0 0 0,0-1 0,0 1 0,0 0 0,0 0 0,0 0 0,0 0 0,1-1 0,-1 1 0,0 0 0,0 0 0,0 0 0,0 0 0,0-1 0,1 1 0,-1 0 0,9 1 0,13 9 0,-20-9 0,38 24 0,-29-17 0,0-1 0,19 9 0,-27-15 0,3 2 0,0 0 0,0-1 0,1 0 0,-1 0 0,12 1 0,-17-3 0,1 0 0,-1 0 0,0 0 0,1 0 0,-1 0 0,1 0 0,-1-1 0,0 1 0,1 0 0,-1-1 0,0 1 0,1-1 0,-1 0 0,0 1 0,0-1 0,0 0 0,1 0 0,-1 0 0,0 1 0,0-1 0,0 0 0,-1-1 0,1 1 0,0 0 0,0 0 0,0 0 0,-1 0 0,1-1 0,-1 1 0,1 0 0,-1-1 0,1 1 0,-1-3 0,1 1 0,-1 1 0,1-1 0,0 1 0,0-1 0,0 1 0,0-1 0,0 1 0,1 0 0,2-4 0,-3 5 0,0 0 0,0 1 0,0-1 0,0 1 0,0-1 0,0 1 0,0-1 0,0 1 0,0 0 0,0-1 0,0 1 0,0 0 0,0 0 0,0 0 0,1 0 0,-1 0 0,0 0 0,0 0 0,0 0 0,0 0 0,0 1 0,0-1 0,1 0 0,-1 1 0,2 0 0,19 10-1365,-12-4-5461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7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90 136 24575,'-1'-4'0,"-5"-11"0,0 0 0,-1 0 0,0 1 0,-1 0 0,-12-16 0,20 29 0,-1 1 0,0-1 0,1 0 0,-1 0 0,0 0 0,1 0 0,-1 1 0,0-1 0,0 0 0,0 1 0,0-1 0,0 1 0,0-1 0,0 1 0,0-1 0,0 1 0,0 0 0,0-1 0,0 1 0,0 0 0,0 0 0,0 0 0,0 0 0,-1 0 0,1 0 0,0 1 0,0 0 0,0-1 0,1 1 0,-1-1 0,0 1 0,1 0 0,-1 0 0,0-1 0,1 1 0,-1 0 0,1 0 0,-1 0 0,1 0 0,0 0 0,-1 0 0,1-1 0,0 1 0,0 0 0,-1 0 0,1 0 0,0 0 0,0 0 0,0 0 0,0 0 0,1 2 0,-2 0 0,2 1 0,-1 0 0,0 0 0,1 0 0,0 0 0,0 0 0,0-1 0,0 1 0,0 0 0,1-1 0,0 1 0,-1-1 0,1 0 0,1 1 0,-1-1 0,0 0 0,1 0 0,4 4 0,-3-4 0,0 0 0,0-1 0,1 1 0,-1-1 0,1 0 0,-1 0 0,1 0 0,0 0 0,0-1 0,0 0 0,0 0 0,0 0 0,9-1 0,-5 1 0,0-1 0,0-1 0,0 0 0,0 0 0,14-5 0,-21 6 0,0-1 0,0 0 0,0 0 0,0 0 0,0 0 0,0 0 0,-1 0 0,1 0 0,0-1 0,-1 1 0,1-1 0,2-2 0,-3 2 0,-1 1 0,1-1 0,0 1 0,-1-1 0,1 1 0,-1-1 0,0 1 0,1-1 0,-1 1 0,0-1 0,0 1 0,0-1 0,0 1 0,0-1 0,-1 0 0,1 1 0,0-1 0,-1 1 0,0-4 0,-1 1 7,-1-1 0,1 1-1,-1-1 1,0 1 0,0 0-1,0 0 1,0 0-1,-1 1 1,1-1 0,-1 1-1,0 0 1,0 0 0,-1 0-1,1 0 1,-1 1 0,1 0-1,-8-3 1,5 2-131,-1 1 0,1 0 1,0 0-1,-1 1 0,1 0 0,-1 0 1,1 1-1,-1-1 0,1 2 0,-1-1 1,-9 3-1,4 1-6702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7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73 239 24575,'12'1'0,"-8"-1"0,-1 0 0,1 0 0,0 0 0,-1 0 0,1 0 0,-1-1 0,1 0 0,0 1 0,-1-1 0,7-3 0,-10 4 0,0 0 0,1-1 0,-1 1 0,0 0 0,1 0 0,-1-1 0,0 1 0,1 0 0,-1-1 0,0 1 0,0 0 0,1-1 0,-1 1 0,0 0 0,0-1 0,0 1 0,0-1 0,1 1 0,-1 0 0,0-1 0,0 1 0,0-1 0,0 1 0,0 0 0,0-1 0,0 1 0,0-1 0,0 1 0,0-1 0,0 1 0,0 0 0,-1-1 0,1 1 0,0 0 0,0-1 0,0 1 0,0-1 0,-1 1 0,1 0 0,0-1 0,0 1 0,-1 0 0,1-1 0,0 1 0,-1 0 0,1 0 0,-1-1 0,-20-14 0,18 13 0,-7-5 0,0 0 0,1 0 0,0-1 0,1-1 0,0 1 0,-8-11 0,12 13 0,0 0 0,-1-1 0,2 0 0,-1 1 0,1-1 0,0-1 0,1 1 0,0 0 0,0-1 0,-2-10 0,4 16 0,0 1 0,0-1 0,0 0 0,0 1 0,0-1 0,0 0 0,1 1 0,-1-1 0,0 0 0,1 1 0,-1-1 0,1 0 0,0 1 0,-1-1 0,1 1 0,0-1 0,0 1 0,0 0 0,2-3 0,-1 3 0,0-1 0,0 1 0,0 0 0,0 0 0,0 0 0,0 0 0,0 0 0,1 0 0,-1 0 0,0 1 0,0-1 0,5 1 0,0-1 0,-1 1 0,1 0 0,-1 1 0,1 0 0,-1 0 0,1 0 0,-1 1 0,0 0 0,10 4 0,43 29-1365,-46-28-5461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8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24575,'20'18'0,"24"17"0,-18-15 0,-25-20 0,13 13 0,1-2 0,1 0 0,0-1 0,32 15 0,-47-24 0,0-1 0,0 1 0,0-1 0,0 0 0,0 1 0,0-1 0,0 0 0,1 0 0,-1 0 0,0 0 0,0 0 0,0 0 0,0 0 0,0 0 0,1-1 0,-1 1 0,0 0 0,0-1 0,0 1 0,0-1 0,0 1 0,1-1 0,-1-1 0,1 1 0,-1 0 0,0 0 0,0-1 0,-1 1 0,1 0 0,0-1 0,0 1 0,-1-1 0,1 1 0,-1-1 0,1 1 0,-1-1 0,1-1 0,0-4 0,-1 0 0,0 0 0,0 0 0,0-1 0,-1 1 0,-2-9 0,1 5 0,-1 0 0,0 0 0,-1 0 0,-1 1 0,0 0 0,-6-11 0,11 21 0,0-1 0,0 1 0,0 0 0,0 0 0,0 0 0,0-1 0,0 1 0,0 0 0,0 0 0,-1 0 0,1 0 0,0 0 0,0-1 0,0 1 0,0 0 0,0 0 0,0 0 0,0 0 0,0 0 0,-1-1 0,1 1 0,0 0 0,0 0 0,0 0 0,0 0 0,0 0 0,-1 0 0,1 0 0,0 0 0,0 0 0,0 0 0,0 0 0,-1 0 0,1 0 0,0 0 0,0 0 0,0 0 0,0 0 0,-1 0 0,1 0 0,0 0 0,0 0 0,0 0 0,0 0 0,-1 0 0,1 0 0,0 0 0,0 0 0,0 0 0,0 0 0,-1 0 0,1 1 0,-2 11 0,3 18 0,4-5 0,1 0 0,2 0 0,11 27 0,38 69 0,-23-53 0,-28-56 0,-1 0 0,0 0 0,-1 0 0,5 26 0,-9-35 0,1 0 0,-1 0 0,0 0 0,0 0 0,0 1 0,-1-1 0,1 0 0,-1 0 0,0 0 0,0 0 0,-1 4 0,1-5 0,-1 0 0,1 0 0,0-1 0,-1 1 0,1 0 0,-1 0 0,0-1 0,1 1 0,-1-1 0,0 1 0,0-1 0,0 0 0,0 0 0,0 0 0,0 0 0,-1 0 0,-1 0 0,-5 2 0,0-1 0,0-1 0,0 0 0,0 0 0,-1-1 0,1 0 0,-13-2 0,16 1 0,1 1 0,-1-2 0,1 1 0,-1 0 0,1-1 0,0 0 0,-1 0 0,1-1 0,0 0 0,0 1 0,1-2 0,-1 1 0,-5-5 0,9 7-3,0 0-1,0-1 0,-1 1 1,1-1-1,0 1 0,0-1 1,1 1-1,-1-1 0,0 0 1,0 1-1,1-1 0,-1 0 1,1 1-1,-1-1 0,1 0 1,0 0-1,0 0 0,0 1 1,0-1-1,0 0 0,0-2 1,1 1 18,0 0 1,0 1-1,1-1 0,-1 1 1,0-1-1,1 1 1,-1 0-1,1 0 0,0-1 1,0 1-1,0 0 1,3-2-1,3-2-227,1 0 0,-1 1 0,1 0-1,0 1 1,0-1 0,15-3 0,-10 4-6614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9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74 24575,'-14'-12'0,"-34"-24"0,42 32 0,1 1 0,-1-1 0,0 1 0,-1 1 0,1-1 0,-10-1 0,16 3 0,-1 1 0,0 0 0,1 0 0,-1-1 0,1 1 0,-1 0 0,0 0 0,1 0 0,-1 0 0,0 0 0,1 0 0,-1 0 0,1 0 0,-1 0 0,0 0 0,1 0 0,-1 0 0,0 0 0,1 1 0,-1-1 0,1 0 0,-1 0 0,1 1 0,-1-1 0,1 0 0,-1 1 0,1-1 0,-1 1 0,1-1 0,-1 1 0,1-1 0,-1 1 0,1-1 0,0 1 0,-1-1 0,1 1 0,0-1 0,-1 1 0,1-1 0,0 1 0,0 0 0,0-1 0,0 1 0,0-1 0,-1 1 0,1 0 0,0-1 0,0 1 0,0 0 0,1-1 0,-1 1 0,0 0 0,1 5 0,0-1 0,1 1 0,0-1 0,3 8 0,29 57 0,4-2 0,50 69 0,86 89 0,-160-210-682,24 21-1,-29-29-6143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9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23 24575,'-30'-7'0,"-11"-1"0,1 2 0,6 4 0,6 5 0,8 5 0,8 2 0,8 4 0,7-2 0,6-2 0,2-4-8191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0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96 135 24575,'-2'0'0,"-10"-1"0,0 2 0,-16 2 0,25-3 0,1 1 0,0-1 0,0 1 0,0-1 0,0 1 0,-1 0 0,1 0 0,0 0 0,0 0 0,1 0 0,-1 0 0,0 0 0,0 1 0,0-1 0,1 1 0,-1-1 0,1 1 0,-1 0 0,1-1 0,-2 3 0,3-2 0,0-1 0,0 0 0,-1 0 0,1 0 0,0 0 0,0 1 0,0-1 0,0 0 0,0 0 0,1 0 0,-1 0 0,0 0 0,0 1 0,1-1 0,-1 0 0,1 0 0,-1 0 0,1 0 0,-1 0 0,1 0 0,0 0 0,-1 0 0,1 0 0,0 0 0,0-1 0,0 1 0,0 0 0,1 0 0,4 4 0,0-1 0,0 0 0,9 4 0,-9-5 0,11 6 0,0 0 0,0-2 0,1 0 0,26 6 0,-33-11 0,-1 0 0,1 0 0,0-1 0,0-1 0,-1 0 0,1 0 0,0-1 0,0 0 0,14-5 0,-23 6 0,0-1 0,1 0 0,-1 1 0,1-1 0,-1-1 0,0 1 0,0 0 0,0 0 0,1-1 0,-1 0 0,-1 1 0,1-1 0,0 0 0,0 0 0,-1 0 0,1 0 0,-1 0 0,1 0 0,-1 0 0,0 0 0,0-1 0,0 1 0,0 0 0,0-1 0,0-3 0,-1 2 0,1-1 0,-1 1 0,0-1 0,-1 1 0,1-1 0,-1 1 0,0-1 0,0 1 0,0 0 0,-1 0 0,1-1 0,-1 1 0,-4-7 0,-3-1 0,0-1 0,0 2 0,-1-1 0,-1 1 0,0 1 0,0 0 0,-1 0 0,0 2 0,-1-1 0,0 1 0,-17-7 0,23 12 0,0 0 0,0 0 0,0 1 0,0 0 0,-1 1 0,-13-2 0,19 3 0,-1 0 0,1 0 0,-1 0 0,1 0 0,-1 1 0,1-1 0,-1 1 0,1 0 0,-1 0 0,1 0 0,0 0 0,-1 0 0,1 0 0,0 0 0,0 1 0,0-1 0,0 1 0,0 0 0,0 0 0,1-1 0,-1 1 0,0 0 0,-1 3 0,-6 16-1365,7-11-5461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133 283 24575,'1'0'0,"0"1"0,0-1 0,0 0 0,0 1 0,0-1 0,1 0 0,-1 0 0,0 0 0,0 0 0,0 0 0,0 0 0,0 0 0,1 0 0,-1 0 0,0 0 0,0-1 0,0 1 0,0 0 0,0-1 0,0 1 0,0-1 0,2 0 0,-3 0 0,1 0 0,-1 0 0,0 1 0,1-1 0,-1 0 0,1 0 0,-1 0 0,0 0 0,0 0 0,0 1 0,0-1 0,1 0 0,-1 0 0,0 0 0,0 0 0,-1 0 0,1 0 0,0 0 0,0 1 0,0-1 0,0 0 0,-1 0 0,1 0 0,0 0 0,-1 1 0,1-1 0,-1 0 0,1 0 0,-2 0 0,-6-12 0,-2 1 0,1 0 0,-17-15 0,-4-5 0,15 15 0,3 4 0,-18-26 0,28 36 0,0 0 0,0 0 0,0-1 0,0 1 0,1-1 0,0 1 0,-1-1 0,1 1 0,1-1 0,-1 0 0,0 0 0,1 1 0,0-1 0,0-4 0,0 6 0,0 1 0,1-1 0,-1 1 0,1-1 0,-1 1 0,1-1 0,-1 1 0,1 0 0,0-1 0,0 1 0,0 0 0,0-1 0,0 1 0,0 0 0,0 0 0,0 0 0,0 0 0,0 0 0,1 0 0,-1 0 0,0 0 0,1 0 0,-1 1 0,1-1 0,-1 1 0,1-1 0,-1 1 0,1-1 0,-1 1 0,1 0 0,-1 0 0,1 0 0,-1 0 0,1 0 0,0 0 0,1 0 0,3 1 0,-1 0 0,1 0 0,-1 0 0,1 1 0,-1 0 0,0 0 0,1 0 0,-1 1 0,5 2 0,20 16-1365,-17-12-5461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72 24575,'-25'-13'0,"-56"-25"0,71 34 0,-1 0 0,0 0 0,0 2 0,-1-1 0,-16 0 0,26 2 0,0 1 0,0 0 0,0 0 0,0 0 0,-1 1 0,1-1 0,0 0 0,0 1 0,0-1 0,0 1 0,0 0 0,0 0 0,0-1 0,0 1 0,0 1 0,1-1 0,-1 0 0,0 0 0,1 1 0,-4 2 0,4-1 0,-1-1 0,1 1 0,0 0 0,-1-1 0,1 1 0,1 0 0,-1 0 0,0 0 0,1 0 0,-1 0 0,1 0 0,0 0 0,0 0 0,0 4 0,2 4 0,-1-1 0,2 0 0,-1 1 0,1-1 0,1 0 0,0 0 0,10 18 0,45 63 0,-41-67 0,7 9 0,42 42 0,-40-47 0,43 59 0,-67-82 24,0 0 0,0 0 0,-1 0 0,3 7 0,-4-11-92,-1 1 1,1-1-1,-1 0 1,0 1-1,1-1 1,-1 1-1,0-1 1,0 1-1,0-1 1,0 0-1,0 1 1,-1-1-1,1 1 1,0-1-1,-1 1 1,1-1-1,-1 0 1,1 1-1,-1-1 1,1 0-1,-2 2 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42 24575,'-30'-8'0,"-13"-2"0,-1 1 0,4 1 0,7 2 0,8 6 0,7 1 0,5 4 0,6 3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24575,'8'10'0,"2"6"0,2 0 0,2 0 0,0-2 0,-1-5-8191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179 423 24575,'4'-25'0,"-1"1"0,-2-1 0,0 0 0,-1 0 0,-7-39 0,5 51 0,-1 0 0,0 0 0,-1 0 0,0 0 0,-1 1 0,-1 0 0,0 0 0,-1 0 0,0 1 0,0 0 0,-1 1 0,-10-11 0,7 9 0,-1 2 0,1-1 0,-2 1 0,-20-12 0,33 22 0,-1-1 0,1 1 0,0 0 0,-1-1 0,1 1 0,-1 0 0,0 0 0,1 0 0,-1-1 0,1 1 0,-1 0 0,1 0 0,-1 0 0,1 0 0,-1 0 0,0 0 0,1 0 0,-1 0 0,1 0 0,-1 0 0,1 0 0,-1 0 0,0 1 0,1-1 0,-1 0 0,1 0 0,-1 0 0,0 1 0,1 0 0,-1 0 0,0 0 0,1 0 0,0 0 0,-1 0 0,1 0 0,0 0 0,-1 0 0,1 0 0,0 0 0,0-1 0,0 1 0,0 1 0,0 0 0,0 5 0,1-1 0,0 0 0,4 12 0,6 15 0,2-1 0,2-1 0,29 50 0,-29-59 0,0-1 0,1-1 0,1 0 0,0-1 0,32 25 0,-29-28 60,30 17 0,-41-28-272,-1 0 0,1-1 0,0-1-1,0 1 1,0-2 0,17 4 0,-11-5-6614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24575,'20'30'0,"10"15"0,1 5 0,-2-1 0,-2-4 0,-5-4 0,-2-7 0,-3-4 0,-2-5 0,-3-4 0,-1-3 0,-3-2 0,1-1 0,-3-4-8191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0 321 24575,'107'-31'0,"-91"25"0,0 0 0,0-2 0,-1 0 0,20-13 0,-32 18 0,0 1 0,0-1 0,-1 1 0,1-1 0,-1 0 0,1 0 0,-1 0 0,0 0 0,0-1 0,0 1 0,-1 0 0,1-1 0,-1 0 0,0 1 0,0-1 0,0 0 0,0 1 0,-1-1 0,0 0 0,1 0 0,-1 1 0,0-1 0,-1 0 0,1 0 0,-1 0 0,0 1 0,0-1 0,0 0 0,0 1 0,-1-1 0,1 1 0,-1-1 0,0 1 0,0 0 0,0 0 0,0 0 0,-1 0 0,1 0 0,-1 0 0,0 1 0,0-1 0,0 1 0,0 0 0,0 0 0,0 0 0,-1 0 0,1 0 0,-7-1 0,8 2 0,-1 0 0,1 1 0,-1-1 0,0 1 0,1-1 0,-1 1 0,0 0 0,1 0 0,-1 0 0,0 1 0,1-1 0,-1 0 0,1 1 0,-1 0 0,-2 1 0,3-1 0,1 0 0,-1 0 0,1 0 0,0 0 0,0 0 0,-1 0 0,1 0 0,0 1 0,0-1 0,0 1 0,1-1 0,-1 0 0,0 1 0,0-1 0,1 1 0,-1 0 0,1-1 0,-1 1 0,1 0 0,0-1 0,0 1 0,0 0 0,0-1 0,0 1 0,0 1 0,1 4 0,0-1 0,0 0 0,0 0 0,1 0 0,0 0 0,0 0 0,1-1 0,-1 1 0,1 0 0,1-1 0,-1 0 0,1 0 0,0 0 0,0 0 0,0-1 0,7 6 0,-2-2 0,1 0 0,0-1 0,1 0 0,0 0 0,0-1 0,0-1 0,15 5 0,-15-7 0,0 0 0,1-1 0,-1 0 0,22 0 0,46-6 0,-74 4 0,0-1 0,0 0 0,0 0 0,0 0 0,-1-1 0,1 0 0,0 1 0,0-2 0,-1 1 0,1-1 0,-1 1 0,0-1 0,7-6 0,-10 7 0,1 0 0,0 0 0,-1 0 0,1 0 0,-1 0 0,0 0 0,0-1 0,0 1 0,0 0 0,0-1 0,0 1 0,-1-1 0,1 1 0,-1-1 0,1 1 0,-1-1 0,0 1 0,0-1 0,0 0 0,-1 1 0,1-1 0,0 1 0,-1-1 0,0 1 0,1-1 0,-1 1 0,0 0 0,-3-4 0,-26-43 0,20 36 0,-13-27 0,21 35 0,-1 0 0,2 0 0,-1 0 0,0-1 0,1 1 0,0 0 0,0-1 0,1 1 0,0-8 0,0 12-44,0 0 0,0 0 0,0 0 0,0 0 0,0 0 0,0 0 0,0 0 0,0 0 0,1 0 0,-1 0 0,0 0 0,1 0 0,-1 0 0,1 0 0,-1 1 0,1-1 0,-1 0 0,1 0-1,0 0 1,-1 1 0,1-1 0,0 0 0,0 1 0,0-1 0,-1 1 0,1-1 0,0 1 0,0-1 0,0 1 0,2-1 0,6 1-6782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24575,'13'23'0,"6"9"0,3 3 0,-3-3 0,-1-7 0,-5-4 0,-1-7 0,-3-2 0,-3-7 0,-6-6 0,-4-5 0,-2-5 0,0 0-8191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24575,'12'7'0,"5"6"0,1 2 0,-2 2 0,-3 0 0,-3 0 0,-1-3-8191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24575,'15'10'0,"7"3"0,3 0 0,-3-5 0,-2-7 0,-6-5 0,-2-6 0,-3-2 0,0-3 0,-3 5 0,-1 6 0,0 6 0,0 5 0,2 5 0,-2 1 0,3 0 0,-2 0 0,0-3-8191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4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37 24575,'1'-4'0,"1"0"0,1-1 0,-1 1 0,0 0 0,6-6 0,-8 10 0,1-1 0,-1 1 0,0-1 0,1 1 0,-1 0 0,0-1 0,1 1 0,-1 0 0,1-1 0,-1 1 0,1 0 0,-1 0 0,1 0 0,-1-1 0,1 1 0,-1 0 0,1 0 0,-1 0 0,1 0 0,-1 0 0,1 0 0,-1 0 0,2 0 0,-2 1 0,1-1 0,0 1 0,0-1 0,-1 1 0,1-1 0,0 1 0,-1 0 0,1 0 0,-1-1 0,1 1 0,-1 0 0,1 0 0,-1 0 0,1-1 0,-1 1 0,0 0 0,1 0 0,-1 2 0,2 5 0,0 1 0,0-1 0,-1 1 0,0 0 0,-1 0 0,0-1 0,0 1 0,-1 0 0,0 0 0,-1-1 0,-4 16 0,6-23 0,-1 0 0,1 0 0,-1 0 0,1 0 0,-1 0 0,0 0 0,1 0 0,-1 0 0,0 0 0,0-1 0,1 1 0,-1 0 0,0 0 0,0-1 0,0 1 0,0 0 0,0-1 0,0 1 0,0-1 0,0 1 0,-1-1 0,1 0 0,0 1 0,0-1 0,0 0 0,0 0 0,-1 0 0,1 0 0,-2 0 0,2 0 0,0-1 0,-1 1 0,1-1 0,0 1 0,0-1 0,-1 0 0,1 1 0,0-1 0,0 0 0,0 0 0,0 0 0,0 0 0,0 0 0,0 0 0,0 0 0,1 0 0,-1 0 0,0 0 0,1 0 0,-1-1 0,1 1 0,-1 0 0,1 0 0,-1-1 0,1-1 0,-1 1 0,1-1 0,0 0 0,0 1 0,0-1 0,0 0 0,0 0 0,0 1 0,1-1 0,0 1 0,-1-1 0,1 0 0,0 1 0,0-1 0,0 1 0,1 0 0,1-4 0,-2 5 0,0 0 0,0 0 0,0 0 0,0 0 0,0 0 0,0 0 0,0 0 0,0 1 0,0-1 0,0 0 0,0 1 0,1-1 0,-1 1 0,0-1 0,0 1 0,1-1 0,-1 1 0,0 0 0,1 0 0,-1 0 0,0 0 0,1 0 0,-1 0 0,0 0 0,1 0 0,-1 0 0,0 1 0,1-1 0,-1 0 0,0 1 0,0-1 0,1 1 0,-1 0 0,2 1 0,2 1 0,-1 0 0,1 1 0,-1 0 0,0 0 0,0 0 0,0 0 0,4 7 0,21 38 0,-16-27 0,2 7 0,0 1 0,20 60 0,7 67 0,-40-149 0,6 29 0,-8-36 0,0 1 0,0-1 0,0 1 0,0-1 0,0 1 0,0-1 0,0 1 0,0-1 0,0 0 0,-1 1 0,1-1 0,0 1 0,-1-1 0,0 0 0,1 1 0,-1-1 0,0 0 0,1 0 0,-1 1 0,-2 0 0,3-1 0,-1-1 0,0 0 0,0 1 0,0-1 0,0 0 0,0 1 0,0-1 0,0 0 0,0 0 0,0 0 0,0 0 0,0 0 0,0 0 0,0 0 0,0-1 0,0 1 0,0 0 0,0 0 0,0-1 0,0 1 0,0 0 0,0-1 0,1 1 0,-2-2 0,-21-15 0,21 16 0,-11-11 0,1-1 0,0 0 0,-17-24 0,-24-48 0,48 75-227,0 0-1,0 0 1,1-1-1,0 1 1,-3-17-1,5 12-6598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8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17 24575,'-1'-2'0,"0"1"0,0-1 0,0 1 0,-1-1 0,1 1 0,0 0 0,-1 0 0,1-1 0,-4-1 0,5 3 0,0 0 0,-1 0 0,1 0 0,0 0 0,0 0 0,0 0 0,-1 0 0,1 0 0,0 0 0,0 0 0,0 0 0,0 0 0,-1 0 0,1 0 0,0 0 0,0 0 0,0 0 0,-1 0 0,1 0 0,0 0 0,0 0 0,0 0 0,0 0 0,-1 0 0,1 0 0,0 1 0,0-1 0,0 0 0,0 0 0,0 0 0,-1 0 0,1 0 0,0 1 0,0-1 0,-1 13 0,38 239 0,-34-237-455,0 0 0,9 27 0,-8-32-6371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8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1 179 24575,'5'-18'0,"1"1"0,1 0 0,1 0 0,0 1 0,1 0 0,16-22 0,-21 34 0,0 1 0,1-1 0,-1 1 0,1-1 0,-1 1 0,1 0 0,0 1 0,1-1 0,-1 1 0,0 0 0,0 1 0,1-1 0,-1 1 0,1 0 0,0 0 0,6 1 0,5-1 0,-1 1 0,1 1 0,-1 0 0,23 6 0,-1 3 0,0 1 0,0 2 0,-1 2 0,60 33 0,-38-13 0,104 81 0,-147-103 0,1 1 0,-2 1 0,0 0 0,0 1 0,21 33 0,-32-43 0,0 0 0,-1 1 0,0 0 0,-1 0 0,1 0 0,-1 0 0,-1 0 0,3 14 0,-4-16 0,0 1 0,-1 0 0,1 0 0,-1-1 0,0 1 0,0 0 0,-1-1 0,0 1 0,0-1 0,0 1 0,-1-1 0,-4 8 0,2-5 0,-1-1 0,0 0 0,0 0 0,0 0 0,-1 0 0,0-1 0,-15 9 0,10-7 0,-1-1 0,0 0 0,-1-1 0,-19 6 0,1-4 0,-1-1 0,0-1 0,-53 2 0,-127-9 0,172-5-1365,25 3-5461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24575,'1'-1'0,"-1"0"0,1 0 0,0-1 0,-1 1 0,1 0 0,0 0 0,0 1 0,0-1 0,0 0 0,0 0 0,0 0 0,0 1 0,0-1 0,0 0 0,0 1 0,0-1 0,1 1 0,-1-1 0,1 1 0,-1 0 0,0 0 0,0 1 0,0-1 0,0 0 0,0 1 0,0-1 0,0 1 0,0-1 0,-1 1 0,1-1 0,0 1 0,0 0 0,-1-1 0,1 1 0,0 0 0,-1-1 0,1 1 0,-1 0 0,1 0 0,-1 0 0,1 0 0,-1 0 0,0 0 0,1-1 0,-1 3 0,11 26 0,8 39 0,5 16 0,-12-52 0,23 43 0,-31-68 0,-4-10 0,-6-12 0,-17-25-1365,14 27-5461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24575,'21'-11'0,"0"0"0,0 1 0,1 1 0,0 1 0,1 1 0,0 1 0,0 1 0,0 1 0,0 1 0,45 1 0,-57 2 0,21 1 0,-30-1 0,0-1 0,0 1 0,0 0 0,0-1 0,0 1 0,0-1 0,-1 0 0,1 1 0,0-1 0,0 0 0,0 0 0,2-2 0,-4 3 2,0-1 0,0 1-1,1 0 1,-1 0 0,0-1 0,0 1-1,1 0 1,-1-1 0,0 1-1,0 0 1,0-1 0,0 1 0,0 0-1,0 0 1,1-1 0,-1 1-1,0 0 1,0-1 0,0 1 0,0-1-1,0 1 1,0 0 0,0-1-1,0 1 1,0 0 0,-1-1 0,1 1-1,0 0 1,0-1 0,0 1-1,0 0 1,0 0 0,0-1 0,-1 1-1,1 0 1,0-1 0,0 1-1,-1 0 1,1 0 0,0-1-1,0 1 1,-1 0 0,1 0 0,0 0-1,0 0 1,-1-1 0,1 1-1,-1 0 1,-17-8-999,16 7 545,-12-4-6374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24575,'13'5'0,"6"1"0,3 1 0,0-2 0,-2-1 0,-1-2 0,-1-1 0,-4-3 0,-2-1 0,0-1 0,0-1 0,0-1 0,2 2 0,-3-2 0,0 1 0,-2 3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0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24575,'1'0'0,"-1"0"0,1 0 0,0 1 0,0-1 0,-1 0 0,1 1 0,0-1 0,0 0 0,-1 1 0,1-1 0,-1 1 0,1-1 0,0 1 0,-1-1 0,1 1 0,-1 0 0,1-1 0,-1 1 0,1 0 0,-1-1 0,1 2 0,7 17 0,-7-17 0,12 33 0,1-1 0,2-1 0,27 41 0,-41-71 0,3 5 0,1 1 0,-1-1 0,-1 1 0,0-1 0,4 11 0,-8-18 0,0-1 0,0 1 0,1-1 0,-1 0 0,0 1 0,0-1 0,0 1 0,0-1 0,0 1 0,0-1 0,0 1 0,0-1 0,0 1 0,0-1 0,0 1 0,0-1 0,0 1 0,-1-1 0,1 1 0,0-1 0,0 1 0,0-1 0,-1 1 0,1-1 0,0 0 0,0 1 0,-1-1 0,1 0 0,-1 1 0,0-1 0,1 1 0,-1-1 0,0 0 0,0 0 0,0 0 0,1 0 0,-1 0 0,0 0 0,0 0 0,0 0 0,0 0 0,1-1 0,-1 1 0,0 0 0,-1-1 0,-2-1 0,-1 0 0,1 0 0,-1-1 0,-5-4 0,-10-11-1365,12 11-5461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0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516 52 24575,'0'-3'0,"1"0"0,-1 0 0,1 0 0,-1 0 0,0 0 0,0 0 0,0-1 0,-1 1 0,1 0 0,-1-3 0,0 5 0,1 0 0,-1 0 0,1 0 0,-1 1 0,0-1 0,1 0 0,-1 0 0,0 0 0,1 1 0,-1-1 0,0 0 0,0 1 0,0-1 0,0 1 0,0-1 0,0 1 0,1 0 0,-1-1 0,0 1 0,0 0 0,0-1 0,0 1 0,0 0 0,0 0 0,-1 0 0,1 0 0,0 0 0,0 0 0,0 0 0,0 0 0,0 1 0,0-1 0,-1 1 0,-23 3 0,-5 2 0,-48 3 0,9-7 0,2-1 0,-112 16 0,159-13-1365,3-1-5461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9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24575,'7'-14'0,"-6"14"0,-1 0 0,0 0 0,0 0 0,0 0 0,0 0 0,0 0 0,0 0 0,1 0 0,-1 0 0,0 0 0,0 0 0,0 0 0,0 0 0,0 0 0,1 0 0,-1 0 0,0 0 0,0 0 0,0 0 0,0 0 0,0 0 0,0 0 0,0 0 0,1 0 0,-1 0 0,0 0 0,0 0 0,0 0 0,0 1 0,0-1 0,0 0 0,0 0 0,0 0 0,0 0 0,1 0 0,-1 0 0,0 0 0,0 1 0,0-1 0,0 0 0,0 0 0,0 0 0,0 0 0,0 0 0,0 0 0,0 1 0,0-1 0,0 0 0,0 0 0,4 30 0,-4-23 0,4 18 0,1 0 0,1-1 0,1 1 0,11 22 0,9 33 0,-8 10 0,-5-18 0,16 26-1365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9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24575,'10'-2'0,"6"-2"0,3 1 0,0 0 0,0 2 0,-1 0 0,-1 0 0,-1 1 0,-1 0 0,0 0 0,0 0 0,0 0 0,-3-2 0,-1-2 0,-2-1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0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24575,'9'27'0,"71"186"0,-7-73 0,-46-89 0,-25-49 12,-1 0 0,0 0 0,0 0 0,0 1 0,0-1 0,-1 1 0,1-1 0,-1 0 0,1 4 0,-1-5-57,0 0 0,0 0 0,0-1 0,-1 1 0,1 0 0,0 0 0,-1-1 0,1 1 0,0 0 0,-1-1 0,1 1 0,-1 0 0,1-1 0,-1 1 0,1 0 0,-1-1 0,1 1 0,-1-1 0,0 1 0,1-1 0,-1 1 0,0-1 0,1 0 0,-1 1 0,0-1 0,1 0 0,-1 0 0,0 1 0,0-1 0,0 0 0,1 0 0,-2 0 0,-9 1-6781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1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26 24575,'-36'-7'0,"-58"-8"0,80 13 0,-1 1 0,1 1 0,0 0 0,-22 4 0,34-4 0,0 1 0,0-1 0,-1 0 0,1 1 0,0 0 0,0-1 0,0 1 0,0 0 0,0 0 0,0 0 0,1 1 0,-1-1 0,0 0 0,1 1 0,-1-1 0,0 1 0,1-1 0,0 1 0,-1 0 0,0 2 0,1-2 0,0 0 0,1 0 0,-1 0 0,1 1 0,0-1 0,0 0 0,0 0 0,0 0 0,0 1 0,0-1 0,0 0 0,1 0 0,-1 0 0,1 0 0,0 1 0,0-1 0,-1 0 0,1 0 0,2 2 0,32 50 0,0 0 0,-20-22 0,-2 0 0,18 65 0,-18-51 0,7 22 0,41 122 0,-57-178 17,0-1 0,1 1 1,0-1-1,1-1 0,1 1 0,7 10 0,-12-19-70,0 1 0,0-1 0,1 0 0,-1 1 0,0-1 0,1 0 0,0-1 0,-1 1 0,1 0 0,0-1 0,0 0 0,0 1-1,0-1 1,0 0 0,0-1 0,0 1 0,0 0 0,1-1 0,-1 0 0,0 0 0,0 0 0,0 0 0,0 0 0,1-1 0,-1 1 0,0-1 0,6-2 0,0 0-6773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24575,'0'0'0,"1"-3"0,-1-1 0,1 0 0,0 1 0,0-1 0,0 1 0,0 0 0,1-1 0,-1 1 0,1 0 0,0 0 0,0 0 0,4-5 0,-6 8 0,0 0 0,1 0 0,-1 0 0,0 0 0,1 0 0,-1 0 0,0 0 0,1 0 0,-1 0 0,0 0 0,1 0 0,-1 0 0,0 0 0,1 0 0,-1 0 0,0 0 0,0 1 0,1-1 0,-1 0 0,0 0 0,0 0 0,1 1 0,-1-1 0,0 0 0,0 0 0,1 1 0,-1-1 0,0 0 0,0 0 0,0 1 0,0-1 0,1 0 0,-1 1 0,0-1 0,0 0 0,0 0 0,0 1 0,0 0 0,6 15 0,-6-15 0,19 62 0,0 6 0,41 92 0,-49-138-56,-6-15-162,-1 1 0,0-1 0,-1 0-1,0 1 1,3 11 0,-6-11-6608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24575,'0'5'0,"-1"0"0,0 0 0,0 0 0,0 0 0,-1 0 0,0 0 0,-4 8 0,3-8 0,1 1 0,-1 0 0,1 0 0,1-1 0,-2 9 0,2-13 0,1 1 0,0 0 0,0-1 0,0 1 0,0 0 0,0 0 0,0-1 0,0 1 0,1 0 0,-1-1 0,1 1 0,-1 0 0,1-1 0,0 1 0,-1-1 0,1 1 0,0-1 0,2 3 0,-2-3 0,1 1 0,0-1 0,0 0 0,0 0 0,-1 0 0,1 0 0,0 0 0,0 0 0,0-1 0,0 1 0,1-1 0,-1 1 0,0-1 0,4 0 0,97 1 0,-70-3 0,-1 3 0,54 6 0,-70-5-1365,-3 0-5461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24575,'28'-10'0,"58"-20"0,-71 26 0,0 0 0,0 1 0,28-1 0,-39 4 0,0 0 0,1 0 0,-1 1 0,1 0 0,-1-1 0,0 2 0,0-1 0,1 0 0,-1 1 0,0 0 0,0 0 0,-1 0 0,1 0 0,0 1 0,-1-1 0,1 1 0,-1 0 0,0 0 0,0 1 0,0-1 0,0 0 0,2 5 0,-2-4 0,-1 1 0,0-1 0,0 1 0,0 0 0,0 0 0,-1 0 0,0-1 0,0 1 0,0 1 0,0-1 0,-1 0 0,0 0 0,0 0 0,-1 0 0,1 0 0,-1 0 0,0 0 0,-3 9 0,-9 18 0,8-22 0,1 0 0,0 0 0,-2 12 0,5-17 0,1-1 0,-1 0 0,1 1 0,0-1 0,0 0 0,1 1 0,-1-1 0,1 0 0,0 1 0,0-1 0,3 6 0,66 137 0,-61-130 0,103 198 0,-104-199 0,10 28 0,-16-37 0,0 0 0,0 0 0,-1 1 0,0-1 0,0 0 0,-1 13 0,0-18 3,0 0-1,0 0 1,-1 0 0,1 0-1,-1 0 1,0 0-1,0 0 1,0 0 0,1 0-1,-2 0 1,1-1-1,0 1 1,0 0 0,0-1-1,-1 1 1,1-1 0,-1 1-1,0-1 1,1 0-1,-1 0 1,0 0 0,1 0-1,-1 0 1,0 0-1,0 0 1,0 0 0,0-1-1,0 1 1,0-1-1,-3 1 1,-7 0-128,0 0-1,-1 0 1,1-1 0,-13-1-1,9 0-693,3 0-6007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3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24575,'0'2'0,"-3"1"0,0 3 0,0 3 0,-2 1 0,-3 3 0,0-1-8191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4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38 24575,'-17'-8'0,"-9"-2"0,-2 1 0,1 1 0,5 5 0,4 3 0,5 4 0,2 1 0,0 0 0,0-1 0,-1-1 0,2-1-8191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4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46 24575,'0'-2'0,"-1"0"0,0 0 0,1 1 0,-1-1 0,0 0 0,0 1 0,0-1 0,0 1 0,0-1 0,-1 1 0,1 0 0,0-1 0,-1 1 0,1 0 0,-1 0 0,1 0 0,-1 0 0,0 0 0,1 0 0,-1 0 0,0 1 0,-2-1 0,-3-1 0,0 1 0,0 1 0,0 0 0,-13 0 0,-19 0 0,-1-6-682,-69 0-1,97 6-6143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24575,'1'14'0,"1"1"0,0 0 0,1-1 0,5 15 0,22 62 0,56 93 0,-10-28 0,-75-153 9,0-1 1,0 1-1,-1 0 0,1 0 0,-1 0 1,1-1-1,-1 1 0,0 0 0,0 0 0,0 0 1,0 0-1,-1 3 0,1-5-18,-1-1 0,1 1 0,0 0-1,0-1 1,-1 1 0,1-1 0,0 1 0,-1-1 0,1 1 0,-1 0-1,1-1 1,-1 1 0,1-1 0,-1 0 0,1 1 0,-1-1 0,1 1 0,-1-1-1,1 0 1,-1 1 0,0-1 0,-1 0-71,1 0-1,0 1 1,0-1 0,-1 0 0,1-1-1,0 1 1,0 0 0,-1 0 0,1 0-1,0-1 1,0 1 0,-1-1 0,1 1-1,0-1 1,-2 0 0,-5-5-6746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24575,'28'0'0,"11"-3"0,2 0 0,-4 0 0,-5 0 0,-6 1 0,-5 1 0,-6-2 0,-5-3 0,-5-3 0,-5 0 0,-3-1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24575,'15'23'0,"5"12"0,2 5 0,-1 2 0,-1-3 0,-1-2 0,-5-2 0,-1-3 0,-1-3 0,0-3 0,-2-2 0,0-3 0,-2-3 0,1-4 0,-2-3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6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24575,'0'-14'0,"0"13"0,0 2 0,0 23 0,0-4 0,0 73 0,0 99 0,16-2 0,-12-170 0,0 0 0,0 0 0,9 19 0,-11-32 0,1-1 0,0 1 0,0-1 0,1 0 0,0 0 0,0 0 0,0 0 0,1-1 0,-1 0 0,1 0 0,1 0 0,7 6 0,-9-10-136,-1 1-1,1 0 1,0-1-1,0 0 1,0 0-1,0 0 1,0-1-1,0 1 0,7-1 1,2 0-6690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6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17 180 24575,'16'-4'0,"6"-1"0,35-14 0,-52 17 0,0 0 0,-1 0 0,1 0 0,-1-1 0,1 0 0,-1 0 0,0 0 0,0 0 0,0-1 0,-1 1 0,1-1 0,-1 0 0,3-5 0,-5 7 0,1 0 0,-1 0 0,0 0 0,0-1 0,-1 1 0,1 0 0,0-1 0,-1 1 0,0 0 0,1-1 0,-1 1 0,0-1 0,0 1 0,0 0 0,-1-1 0,1 1 0,-1-1 0,1 1 0,-2-5 0,0 4 0,0 0 0,0 0 0,0 0 0,0 1 0,0-1 0,0 0 0,-1 1 0,0 0 0,1-1 0,-1 1 0,0 0 0,-5-3 0,3 3 0,1-1 0,-1 1 0,-1 0 0,1 0 0,0 1 0,0-1 0,-1 1 0,1 0 0,-1 1 0,1-1 0,-1 1 0,1 0 0,-1 0 0,1 1 0,0 0 0,-1 0 0,-8 2 0,12-2 0,0 1 0,0-1 0,-1 0 0,1 1 0,0-1 0,1 1 0,-1 0 0,0-1 0,0 1 0,1 0 0,-1 0 0,1 0 0,-1 0 0,-1 5 0,1-3 0,1 0 0,0 0 0,0 1 0,0-1 0,0 0 0,1 1 0,-1-1 0,1 5 0,1 0 0,0 1 0,0-1 0,1 0 0,1 0 0,-1 0 0,1 0 0,6 12 0,-2-9 0,0 0 0,2-1 0,-1 1 0,1-2 0,1 1 0,0-1 0,0-1 0,1 0 0,0 0 0,1-1 0,0 0 0,0-1 0,0-1 0,1 0 0,0-1 0,24 7 0,-30-10-136,0 0-1,0-1 1,1 0-1,-1 0 1,0 0-1,0-1 1,1-1-1,-1 1 0,13-3 1,-10-1-6690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7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24575,'10'18'0,"0"2"0,-1 0 0,0 0 0,6 28 0,11 26 0,41 84 0,-66-155 0,11 31 0,-11-32 0,0 1 0,-1-1 0,1 1 0,-1 0 0,0 0 0,0-1 0,0 1 0,0 0 0,0 0 0,-1 3 0,1-6 0,-1 1 0,1 0 0,0-1 0,-1 1 0,1 0 0,-1-1 0,1 1 0,0 0 0,-1-1 0,0 1 0,1-1 0,-1 1 0,1-1 0,-1 1 0,0-1 0,1 1 0,-1-1 0,0 0 0,1 1 0,-1-1 0,0 0 0,1 0 0,-1 0 0,0 1 0,0-1 0,1 0 0,-1 0 0,0 0 0,0 0 0,0 0 0,1 0 0,-1 0 0,0-1 0,0 1 0,1 0 0,-1 0 0,0-1 0,1 1 0,-1 0 0,0-1 0,0 1 0,-5-3 0,0 0 0,0-1 0,-8-5 0,12 8 0,-15-12 0,-25-21 0,38 31 0,0-1 0,0 0 0,1-1 0,-1 1 0,1-1 0,0 1 0,0-1 0,0 0 0,1 0 0,0 0 0,-2-7 0,3 10 0,1 0 0,0 0 0,-1-1 0,1 1 0,0 0 0,1 0 0,-1 0 0,0 0 0,1-1 0,-1 1 0,1 0 0,-1 0 0,1 0 0,0 0 0,0 0 0,0 0 0,0 0 0,1 0 0,-1 1 0,0-1 0,1 0 0,-1 1 0,1-1 0,-1 1 0,1-1 0,0 1 0,0 0 0,0 0 0,-1 0 0,5-2 0,2 0 0,0 0 0,1 0 0,-1 0 0,1 1 0,0 1 0,10-2 0,26-4-1365,-32 4-5461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7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24575,'12'8'0,"5"4"0,-1 4 0,-3 1 0,-4 0 0,-4-3-8191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8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78 24575,'0'5'0,"1"0"0,0 0 0,0-1 0,0 1 0,1 0 0,-1-1 0,1 1 0,0-1 0,5 8 0,0-1 0,0-1 0,13 15 0,-17-21 0,1-1 0,-1 0 0,1 0 0,0 0 0,0-1 0,0 1 0,0-1 0,0 0 0,1 0 0,-1 0 0,0-1 0,1 1 0,0-1 0,-1 0 0,1-1 0,0 1 0,-1-1 0,9 0 0,-10 0 0,0-1 0,0 1 0,0-1 0,0 1 0,0-1 0,0 0 0,0 0 0,-1-1 0,1 1 0,0-1 0,0 1 0,-1-1 0,1 0 0,-1 0 0,0 0 0,0 0 0,1 0 0,-1 0 0,-1-1 0,1 1 0,0-1 0,0 1 0,-1-1 0,0 0 0,1 0 0,-1 1 0,0-1 0,0 0 0,0-4 0,0 0 0,0 0 0,-1 0 0,0 0 0,-2-13 0,1 10 0,1 10 0,0-1 0,0 1 0,0 0 0,0 0 0,0-1 0,0 1 0,0 0 0,0-1 0,0 1 0,0 0 0,1-1 0,-1 1 0,0 0 0,0 0 0,0-1 0,0 1 0,0 0 0,0 0 0,1-1 0,-1 1 0,0 0 0,0 0 0,0-1 0,1 1 0,-1 0 0,0 0 0,0 0 0,1 0 0,-1-1 0,0 1 0,0 0 0,1 0 0,-1 0 0,0 0 0,1 0 0,-1 0 0,0 0 0,0 0 0,1 0 0,-1 0 0,0 0 0,1 0 0,-1 0 0,0 0 0,0 0 0,1 0 0,-1 0 0,0 0 0,1 0 0,-1 0 0,0 0 0,0 1 0,1-1 0,-1 0 0,0 0 0,1 0 0,22 13 0,-14-8 0,4 1 0,-1-1 0,1-1 0,0 0 0,0-1 0,0 0 0,19 1 0,-28-4 0,0 0 0,0 0 0,0 0 0,0-1 0,0 1 0,0-1 0,0 0 0,0-1 0,0 1 0,-1 0 0,5-3 0,-6 2 0,1 0 0,-1 0 0,1 0 0,-1 0 0,0 0 0,0-1 0,0 1 0,0-1 0,0 1 0,-1-1 0,1 0 0,-1 0 0,1 1 0,-1-1 0,0 0 0,1-4 0,-2 4-68,1 0 0,-1-1-1,1 1 1,-1 0 0,0-1 0,0 1-1,0 0 1,-1-1 0,1 1 0,-1 0-1,0-1 1,0 1 0,0 0 0,0 0-1,-1 0 1,1 0 0,-1 0 0,1 0-1,-5-5 1,-3-2-6758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9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24575,'1'-2'0,"1"-1"0,0 1 0,0 0 0,0 0 0,0-1 0,0 1 0,0 0 0,1 1 0,-1-1 0,0 0 0,1 1 0,0-1 0,4-1 0,-6 3 0,1 0 0,0-1 0,-1 1 0,1 0 0,0 0 0,-1 0 0,1 0 0,0 0 0,0 1 0,-1-1 0,1 0 0,0 1 0,-1 0 0,1-1 0,-1 1 0,1 0 0,0-1 0,-1 1 0,0 0 0,1 0 0,-1 0 0,0 1 0,1-1 0,0 2 0,6 6 0,-1 0 0,-1 0 0,0 1 0,9 18 0,3 6 0,3-1 0,62 117 0,-75-132 0,-1 1 0,0 0 0,-1 0 0,-2 1 0,0-1 0,3 33 0,-6-26 0,-1 1 0,-1-1 0,-7 48 0,6-63 0,-1 0 0,0 0 0,-1 0 0,0-1 0,-1 1 0,0-1 0,0 0 0,-1 0 0,-1-1 0,1 0 0,-13 13 0,8-11-1365,2-1-5461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0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24575,'0'-30'0,"0"26"0,0 20 0,2 87 0,33 199 0,58 95 0,-61-262 0,-22-107 0,-10-25-1365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1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24575,'0'6'0,"1"-1"0,0 1 0,0-1 0,1 1 0,-1-1 0,1 1 0,1-1 0,-1 0 0,1 0 0,3 6 0,0-2 0,0-1 0,0 0 0,1 0 0,14 13 0,-20-20 0,0 0 0,0 0 0,1 0 0,-1-1 0,0 1 0,0 0 0,1 0 0,-1-1 0,1 1 0,-1-1 0,0 1 0,1-1 0,-1 1 0,1-1 0,-1 0 0,1 0 0,-1 0 0,1 0 0,-1 0 0,1 0 0,-1 0 0,1 0 0,-1-1 0,1 1 0,-1-1 0,0 1 0,3-2 0,-2 1 0,-1 0 0,1-1 0,0 1 0,-1-1 0,1 0 0,-1 1 0,1-1 0,-1 0 0,0 0 0,1 0 0,-1 0 0,0 0 0,-1 0 0,1 0 0,0-1 0,-1 1 0,2-4 0,-1-8 0,-1 11 0,0 1 0,0-1 0,0 1 0,0 0 0,0-1 0,1 1 0,-1 0 0,1-1 0,0 1 0,0 0 0,0 0 0,1-3 0,-1 5 0,-1 0 0,1-1 0,-1 1 0,1 0 0,0-1 0,-1 1 0,1 0 0,0 0 0,-1 0 0,1 0 0,0 0 0,-1 0 0,1 0 0,0 0 0,-1 0 0,1 0 0,-1 0 0,1 0 0,0 0 0,-1 0 0,1 0 0,0 1 0,-1-1 0,1 0 0,0 1 0,17 9 0,-16-9 0,15 11 0,0-1 0,0 0 0,32 14 0,-43-23 0,-1 0 0,0 0 0,1-1 0,-1 0 0,1 0 0,0 0 0,-1 0 0,1-1 0,0 0 0,0 0 0,-1-1 0,1 1 0,-1-1 0,9-3 0,-11 3 0,-1 0 0,1 0 0,-1 0 0,1 0 0,-1-1 0,0 1 0,0-1 0,0 1 0,0-1 0,0 0 0,0 0 0,0 0 0,0 0 0,-1 0 0,1 0 0,-1 0 0,0-1 0,1 1 0,-1-1 0,0 1 0,0-1 0,-1 1 0,1-1 0,-1 1 0,1-1 0,-1 0 0,0-3 0,0 1 0,0 0 0,0 1 0,-1-1 0,0 1 0,0-1 0,0 1 0,0 0 0,-1-1 0,0 1 0,0 0 0,0 0 0,0 0 0,-1 0 0,1 1 0,-5-5 0,3 3-124,0 1 0,0 0 0,-1 0 0,0 0 0,1 0 0,-1 1-1,-1-1 1,1 1 0,0 1 0,-11-5 0,5 5-6702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2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24575,'0'5'0,"0"4"0,0 3 0,0 3 0,3 0 0,0 0 0,0-1-8191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3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 24575,'-12'0'0,"-7"0"0,-3 0 0,0 0 0,1 2 0,2 2 0,2-1 0,0-1 0,4 0-8191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3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22 24575,'-5'-5'0,"-4"-2"0,-3 1 0,0 3 0,0 3 0,0 1 0,-1 0 0,-1 0 0,0 0 0,-1 0 0,0 0 0,0-1 0,0 0 0,1-2 0,1-2-8191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24575,'1'-5'0,"1"0"0,-1 1 0,1-1 0,0 1 0,0-1 0,1 1 0,-1 0 0,1 0 0,0 0 0,0 0 0,0 1 0,0-1 0,1 1 0,0 0 0,-1 0 0,1 0 0,0 0 0,1 1 0,-1-1 0,0 1 0,7-2 0,3-1 0,0 1 0,1 0 0,0 0 0,-1 2 0,2 0 0,-1 0 0,16 2 0,-29 0 0,-1 0 0,0 0 0,1 1 0,-1-1 0,0 0 0,0 1 0,1-1 0,-1 1 0,0-1 0,0 1 0,0 0 0,0-1 0,0 1 0,0 0 0,0 0 0,0 0 0,0 0 0,1 1 0,0 1 0,-1-1 0,0 0 0,0 0 0,0 1 0,0-1 0,0 1 0,-1-1 0,1 1 0,0 2 0,-1 6 0,1 0 0,-2-1 0,-1 18 0,1-24 0,-1 8 0,-1-1 0,0 1 0,0-1 0,-7 12 0,4-8 0,-5 20 0,11-34 0,-1 0 0,1 0 0,0 0 0,0 0 0,0 0 0,0 0 0,0 0 0,0 0 0,0 0 0,0 0 0,0 0 0,1 0 0,-1 0 0,0 0 0,0 0 0,1 0 0,-1 0 0,1 0 0,-1 0 0,1 0 0,-1-1 0,1 1 0,0 0 0,-1 0 0,1-1 0,0 1 0,0 0 0,-1-1 0,1 1 0,0-1 0,0 1 0,0-1 0,0 1 0,0-1 0,0 1 0,0-1 0,0 0 0,0 0 0,0 0 0,1 1 0,6 0 0,0-1 0,-1 1 0,1-1 0,10-1 0,-8 0 0,66-1-1365,-63 2-5461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24575,'8'3'0,"4"3"0,1 3 0,1 2 0,-3 3 0,0 0 0,0 2 0,-1-1 0,-3 0 0,0 1 0,-1-1 0,-1 0 0,-2 0 0,1-3 0,0 0 0,-1-1 0,2-1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24575,'2'8'0,"4"4"0,1 3 0,1 2 0,0 0 0,1 0 0,1-1 0,-1 0 0,0-3 0,0-1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6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18 24575,'-26'-5'0,"-9"-2"0,-3 4 0,1 1 0,3 4 0,6 1 0,5 4 0,4-1 0,2 0 0,2 1 0,1-1 0,3-2-8191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6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24575,'13'31'0,"19"64"0,2 4 0,-12-51-611,56 85 1,-76-130 466,4 6-6682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7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4 24575,'-1'-1'0,"-1"1"0,1-1 0,0 1 0,-1-1 0,1 1 0,-1 0 0,1 0 0,-1-1 0,1 1 0,-1 0 0,0 0 0,1 0 0,-1 1 0,1-1 0,-1 0 0,1 1 0,-1-1 0,1 1 0,0-1 0,-1 1 0,1-1 0,0 1 0,-1 0 0,1 0 0,0 0 0,0 0 0,-1 0 0,1 0 0,0 0 0,0 0 0,0 0 0,0 0 0,1 1 0,-1-1 0,0 0 0,0 1 0,0 2 0,-1-1 0,1 0 0,0 1 0,-1-1 0,1 0 0,1 1 0,-1-1 0,0 1 0,1-1 0,0 1 0,0-1 0,0 1 0,0-1 0,0 1 0,1-1 0,1 7 0,0-7 0,0-1 0,0 1 0,0 0 0,0-1 0,0 1 0,1-1 0,-1 1 0,1-1 0,0 0 0,0 0 0,0-1 0,0 1 0,0 0 0,0-1 0,0 0 0,0 0 0,6 2 0,6 0 0,0 1 0,22 0 0,-7-2-88,19 2 292,-45-3-368,1 0-1,-1 0 0,0 1 1,0-1-1,0 1 1,0 0-1,0 0 1,6 4-1,0 2-6661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7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1061 1 24575,'-30'0'0,"0"1"0,-43 7 0,37-4 0,1-1 0,-70-3 0,44-1 0,49 1 0,-42-1 0,0 3 0,-86 13 0,49 1-455,-1-3 0,-138 1 0,213-14-6371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8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10 24575,'1'0'0,"-1"0"0,0 0 0,0 0 0,0 0 0,0 0 0,0-1 0,0 1 0,0 0 0,0 0 0,0 0 0,0 0 0,0-1 0,0 1 0,0 0 0,0 0 0,0 0 0,0 0 0,0 0 0,0-1 0,0 1 0,0 0 0,0 0 0,0 0 0,0 0 0,0 0 0,0-1 0,-1 1 0,1 0 0,0 0 0,0 0 0,0 0 0,0 0 0,0 0 0,0-1 0,0 1 0,-1 0 0,1 0 0,0 0 0,0 0 0,0 0 0,0 0 0,0 0 0,-1 0 0,1 0 0,0 0 0,0 0 0,0 0 0,0 0 0,0 0 0,-1 0 0,1 0 0,0 0 0,0 0 0,0 0 0,0 0 0,0 0 0,-1 0 0,1 0 0,0 0 0,0 0 0,0 0 0,0 0 0,-1 1 0,-5 8 0,4-1 0,1 0 0,0 1 0,0-1 0,1 0 0,0 1 0,1-1 0,2 12 0,17 59 0,-13-58 0,-2 1 0,4 25 0,-8-46 0,-1-1 0,0 1 0,0 0 0,0 0 0,0-1 0,0 1 0,0 0 0,0-1 0,0 1 0,0 0 0,0 0 0,0-1 0,-1 1 0,1 0 0,0-1 0,0 1 0,-1 0 0,1-1 0,-1 1 0,1-1 0,0 0 0,0 0 0,-1 0 0,1 0 0,0-1 0,-1 1 0,1 0 0,0 0 0,0 0 0,-1 0 0,1 0 0,0 0 0,-1 0 0,1 0 0,0-1 0,0 1 0,0 0 0,-1 0 0,1 0 0,0 0 0,0-1 0,-1 1 0,1 0 0,0 0 0,0-1 0,-16-21 0,3-2 0,2-1 0,-13-35 0,20 47 0,0 0 0,1 1 0,1-1 0,0 0 0,1 0 0,0-1 0,1-13 0,0 26 0,0 0 0,0 0 0,1 0 0,-1 0 0,0-1 0,0 1 0,0 0 0,1 0 0,-1 0 0,1 0 0,-1 0 0,1 0 0,-1 0 0,1 0 0,-1 0 0,1 0 0,0 0 0,1-1 0,-1 2 0,-1 0 0,1 0 0,0-1 0,-1 1 0,1 0 0,0 0 0,0 0 0,-1 0 0,1 0 0,0 0 0,-1 0 0,1 0 0,0 0 0,0 0 0,-1 0 0,1 1 0,0-1 0,-1 0 0,1 0 0,0 1 0,0 0 0,5 2 0,-1 1 0,0 0 0,1 1 0,6 8 0,-8-10 0,31 31 0,3-1 0,0-1 0,2-3 0,1-1 0,52 26 0,-92-54 0,14 8 0,-1-2 0,16 6 0,-26-11 0,0 0 0,-1 0 0,1 0 0,0 0 0,-1-1 0,1 1 0,0-1 0,0 0 0,0 0 0,-1-1 0,1 1 0,0-1 0,0 0 0,5-2 0,-7 2 0,-1 0 0,1 0 0,-1 0 0,1-1 0,-1 1 0,0-1 0,1 1 0,-1-1 0,0 1 0,0-1 0,0 0 0,0 1 0,0-1 0,-1 0 0,1 0 0,0 0 0,-1 1 0,0-1 0,1 0 0,-1 0 0,0-2 0,1-8 0,0 1 0,-3-17 0,2 13 0,-1-9 60,-5-32 0,5 47-272,-1 1 0,0-1 0,-1 1-1,0-1 1,-1 1 0,-8-15 0,6 13-6614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2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39 148 24575,'0'0'0,"0"-1"0,0 1 0,1 0 0,-1-1 0,0 1 0,0 0 0,0-1 0,1 1 0,-1 0 0,0-1 0,0 1 0,0-1 0,0 1 0,0 0 0,0-1 0,0 1 0,0 0 0,0-1 0,0 1 0,0-1 0,0 1 0,0 0 0,0-1 0,0 1 0,0-1 0,0 1 0,0 0 0,-1-1 0,1 1 0,0 0 0,0-1 0,0 1 0,-1 0 0,1-1 0,-1 1 0,-4-5 0,5 5 0,-1 1 0,1-1 0,0 0 0,-1 0 0,1 0 0,0 1 0,-1-1 0,1 0 0,0 0 0,0 1 0,-1-1 0,1 0 0,0 0 0,0 1 0,0-1 0,-1 0 0,1 1 0,0-1 0,0 0 0,0 1 0,0-1 0,0 0 0,-1 1 0,1-1 0,0 1 0,-1 7 0,0 0 0,0 0 0,1 0 0,0 1 0,1-1 0,-1 0 0,2 0 0,2 11 0,0 5 0,15 113 0,-6-66 0,-14-141 0,-5 36 0,-1-19 0,-3 1 0,-29-91 0,35 131 0,4 12 0,0 0 0,0 0 0,0 0 0,0 0 0,0 0 0,0-1 0,0 1 0,0 0 0,0 0 0,0 0 0,1 0 0,-1 0 0,0 0 0,0 0 0,0 0 0,0 0 0,0 0 0,0 0 0,0 0 0,0 0 0,0 0 0,0 0 0,0 0 0,0 0 0,0 0 0,0 0 0,0 0 0,0 0 0,1 0 0,-1 0 0,0 0 0,0 0 0,0 0 0,0 0 0,0 0 0,0 0 0,0 0 0,0 0 0,0 0 0,0 0 0,0 0 0,0 0 0,0 0 0,1 0 0,-1 0 0,0 0 0,0 0 0,0 0 0,0 0 0,0 0 0,0 0 0,0 0 0,0 0 0,0 0 0,0 0 0,0 0 0,0 0 0,0 0 0,0 0 0,0 1 0,0-1 0,0 0 0,0 0 0,15 17 0,-8-9 0,25 27 0,1-3 0,65 50 0,-82-70 0,1-2 0,0 1 0,36 14 0,-42-21 0,0 0 0,0-1 0,0 0 0,0-1 0,0 0 0,1-1 0,-1 0 0,16-1 0,-26-1 0,1 1 0,0 0 0,-1-1 0,1 1 0,-1 0 0,1-1 0,0 0 0,-1 1 0,0-1 0,1 0 0,-1 0 0,1 0 0,-1 0 0,0 0 0,0 0 0,1 0 0,-1-1 0,0 1 0,0 0 0,0-1 0,-1 1 0,1-1 0,0 1 0,0-1 0,-1 1 0,1-1 0,-1 1 0,1-1 0,-1 0 0,0 1 0,0-1 0,1 1 0,-1-1 0,-1-2 0,1-6 0,0-1 0,-1 1 0,-1 0 0,-3-12 0,1 4 0,-1 1 0,0-1 0,-2 1 0,0 0 0,-1 1 0,0 0 0,-2 0 0,0 1 0,0 0 0,-15-15 0,-2 1-1365,18 16-5461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2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24575,'-3'5'0,"-2"4"0,-2 3 0,1 0-8191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3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24575,'-1'4'0,"0"1"0,0 0 0,0 0 0,1 0 0,0 0 0,0 0 0,1 10 0,9 35 0,-6-34 0,10 45 0,3 0 0,3-1 0,31 65 0,-51-125 0,0 0 0,0 1 0,1-1 0,-1 0 0,0 0 0,0 1 0,0-1 0,0 0 0,0 0 0,1 1 0,-1-1 0,0 0 0,0 0 0,1 1 0,-1-1 0,0 0 0,0 0 0,1 0 0,-1 0 0,0 1 0,0-1 0,1 0 0,-1 0 0,0 0 0,1 0 0,-1 0 0,0 0 0,1 0 0,-1 0 0,9-6 0,6-20 0,-11 19 0,0 1 0,0 1 0,0-1 0,0 1 0,1 0 0,0 0 0,0 0 0,0 1 0,0 0 0,1 0 0,0 0 0,0 0 0,0 1 0,0 0 0,8-2 0,-10 4 0,0-1 0,1 2 0,-1-1 0,0 0 0,1 1 0,-1 0 0,0 0 0,1 0 0,-1 0 0,1 1 0,-1 0 0,0 0 0,0 0 0,0 0 0,1 1 0,-1-1 0,0 1 0,-1 0 0,1 1 0,0-1 0,-1 0 0,1 1 0,3 4 0,-4-5 0,0 1 0,-1 0 0,1 0 0,-1 0 0,0 0 0,0 0 0,0 1 0,0-1 0,0 1 0,-1-1 0,0 1 0,1 0 0,0 5 0,-2-7 0,0 0 0,0 1 0,0-1 0,0 0 0,0 1 0,-1-1 0,1 0 0,-1 1 0,1-1 0,-1 0 0,0 0 0,0 0 0,0 1 0,0-1 0,0 0 0,-1 0 0,1-1 0,-1 1 0,1 0 0,-1 0 0,1-1 0,-1 1 0,-3 1 0,-3 3 0,0-1 0,0 0 0,-1-1 0,0 0 0,0 0 0,0-1 0,0 0 0,-1-1 0,-17 3 0,5-3 0,0-1 0,0-1 0,-28-4 0,26-1-1365,15 2-5461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24575,'2'5'0,"1"6"0,3 8 0,0 4 0,1 4 0,1 2 0,0 1 0,-1 1 0,1 0 0,2-1 0,-1 1 0,0-1 0,2-1 0,0-1 0,3-5 0,-3-2 0,0-6 0,-2-5-8191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0 24575,'-4'0'0,"0"1"0,0-1 0,0 1 0,0 0 0,0 0 0,1 0 0,-1 1 0,0-1 0,1 1 0,-1 0 0,1 0 0,-1 0 0,1 0 0,0 1 0,0-1 0,0 1 0,0 0 0,1 0 0,-1 0 0,1 0 0,0 0 0,-3 4 0,4-4 0,-1 0 0,1 0 0,0 0 0,-1 0 0,1 0 0,1 0 0,-1 1 0,0-1 0,1 0 0,0 0 0,-1 1 0,1-1 0,1 0 0,-1 0 0,0 1 0,1-1 0,-1 0 0,1 0 0,0 0 0,0 0 0,1 0 0,-1 0 0,0 0 0,1 0 0,0 0 0,0-1 0,2 4 0,0-2 0,1 0 0,0 0 0,0 0 0,0 0 0,1-1 0,-1 0 0,1 0 0,0 0 0,0-1 0,0 0 0,0 0 0,10 2 0,-11-3 0,1 0 0,0-1 0,-1 1 0,1-1 0,-1 0 0,1-1 0,0 1 0,-1-1 0,1 0 0,-1 0 0,1-1 0,-1 0 0,0 0 0,8-4 0,-10 5 0,-1-1 0,0 1 0,0 0 0,-1-1 0,1 0 0,0 1 0,0-1 0,-1 0 0,1 0 0,-1 0 0,0 0 0,1 0 0,-1 0 0,0 0 0,0 0 0,0-1 0,-1 1 0,1 0 0,0 0 0,-1-1 0,0 1 0,1-1 0,-1 1 0,0 0 0,0-1 0,-1-4 0,0 3 0,0 1 0,0-1 0,-1 1 0,1-1 0,-1 1 0,0 0 0,0-1 0,0 1 0,0 0 0,0 0 0,-1 0 0,1 1 0,-1-1 0,0 1 0,0-1 0,-5-2 0,2 1-341,0 0 0,-1 1-1,-10-5 1,7 5-6485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24575,'-9'9'0,"2"1"0,-1 0 0,1 0 0,1 1 0,0 0 0,-9 21 0,14-29 0,0 0 0,0 0 0,1 0 0,-1 0 0,1 0 0,-1 0 0,1 0 0,0 0 0,0 0 0,0 0 0,1 0 0,-1-1 0,1 1 0,-1 0 0,1 0 0,0 0 0,0 0 0,1 0 0,-1-1 0,0 1 0,1-1 0,-1 1 0,1-1 0,0 1 0,0-1 0,0 0 0,0 0 0,1 0 0,-1 0 0,0 0 0,1 0 0,-1-1 0,1 1 0,3 0 0,2 2 14,1 0-1,1 0 0,-1-1 0,0-1 1,1 1-1,-1-2 0,1 1 1,17 0-1,-23-2-81,1 0 1,-1-1-1,0 1 1,1-1-1,-1 1 1,0-1-1,0 0 1,0-1-1,0 1 1,0-1-1,0 0 1,0 0-1,-1 0 1,1 0-1,0-1 1,-1 1-1,0-1 1,0 0-1,0 0 1,0 0-1,5-8 1,-2-1-6759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24575,'12'32'0,"5"17"0,2 6 0,-1 0 0,-2-5 0,-2-6 0,-1-5 0,0-4 0,-2-4 0,0-4 0,-3-1 0,0-3 0,-1-3 0,1-5 0,-1-2 0,0-4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 24575,'-5'1'0,"-1"1"0,1 0 0,0 1 0,0-1 0,0 1 0,0 0 0,0 1 0,1-1 0,-1 1 0,-4 5 0,7-7 0,0 1 0,1-1 0,-1 0 0,1 1 0,0-1 0,0 1 0,-1 0 0,2-1 0,-1 1 0,0 0 0,1-1 0,-1 1 0,1 0 0,0 0 0,0 0 0,0 0 0,0-1 0,0 1 0,1 0 0,-1 0 0,1-1 0,2 6 0,-2-3 0,2-1 0,-1 1 0,0-1 0,1 1 0,0-1 0,0 0 0,0-1 0,1 1 0,-1 0 0,1-1 0,0 0 0,0 0 0,0 0 0,0 0 0,9 4 0,3 0 0,1 0 0,34 8 0,-27-9-105,-10-3-147,-1 1 0,1 0 0,-1 1 0,24 11 0,-28-9-6574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7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61 621 24575,'18'-32'0,"-2"-1"0,17-52 0,-28 71 0,-1 0 0,-1 0 0,-1-1 0,0 1 0,-1-1 0,0 1 0,-1-1 0,-1 0 0,-2-16 0,-7-10 0,-1 1 0,-3 0 0,0 1 0,-3 0 0,-21-35 0,35 69 0,-8-15 0,11 19 0,-1 0 0,0 0 0,1 0 0,-1 1 0,0-1 0,1 0 0,-1 0 0,0 1 0,0-1 0,0 0 0,0 1 0,0-1 0,1 1 0,-1-1 0,0 1 0,-2-1 0,3 1 0,-1 0 0,1 0 0,0 0 0,-1 1 0,1-1 0,0 0 0,-1 0 0,1 0 0,0 1 0,-1-1 0,1 0 0,0 0 0,-1 1 0,1-1 0,0 0 0,0 0 0,-1 1 0,1-1 0,0 0 0,0 1 0,0-1 0,-1 0 0,1 1 0,0-1 0,0 1 0,0-1 0,0 0 0,0 1 0,0-1 0,0 0 0,0 1 0,-2 15 0,2-14 0,1 24 0,1 1 0,2 0 0,12 50 0,-11-54 0,0-2 0,1 1 0,1-1 0,1 0 0,19 36 0,-19-44 0,0-1 0,1 1 0,0-2 0,1 1 0,0-1 0,1-1 0,0 0 0,15 10 0,-9-8 0,0-1 0,1-1 0,33 14 0,-40-20 0,-1-1 0,1 0 0,-1-1 0,1 0 0,0-1 0,0 0 0,-1 0 0,22-2 0,-28 0 0,1 0 0,0 0 0,-1 0 0,1 0 0,-1-1 0,0 0 0,1 0 0,-1 0 0,0 0 0,0-1 0,0 1 0,-1-1 0,1 0 0,0 0 0,5-7 0,-5 5 0,-1 0 0,1-1 0,-1 0 0,0 1 0,0-1 0,-1 0 0,1 0 0,-1-1 0,-1 1 0,3-12 0,-3 11 0,-1 0 0,0-1 0,0 1 0,0-1 0,-1 1 0,0-1 0,0 1 0,-1 0 0,-3-10 0,3 12 0,0 0 0,-1 0 0,1 1 0,-1-1 0,0 1 0,0 0 0,0-1 0,-1 1 0,1 1 0,-1-1 0,0 0 0,0 1 0,-7-5 0,7 6 0,1 0 0,-1 0 0,0 1 0,1-1 0,-1 1 0,0 0 0,0 0 0,-6-1 0,9 2 0,-1 0 0,1 0 0,0 0 0,0 0 0,-1 0 0,1 1 0,0-1 0,0 0 0,-1 1 0,1-1 0,0 1 0,0-1 0,0 1 0,0 0 0,0 0 0,0-1 0,0 1 0,0 0 0,0 0 0,0 0 0,0 0 0,0 0 0,1 0 0,-1 0 0,0 0 0,1 0 0,-1 1 0,1-1 0,-1 0 0,0 2 0,-1 4 0,0 0 0,1 1 0,-1-1 0,2 1 0,-1-1 0,1 1 0,0-1 0,0 1 0,1-1 0,0 0 0,0 1 0,1-1 0,0 0 0,0 1 0,1-1 0,6 12 0,-4-9 0,1 0 0,1 0 0,0-1 0,0 0 0,1 0 0,0 0 0,1-1 0,0-1 0,0 1 0,11 6 0,-15-12 0,0 1 0,1-1 0,-1 0 0,1-1 0,-1 1 0,1-1 0,-1 0 0,1-1 0,0 1 0,8-1 0,-4 0 0,1-1 0,0 0 0,0-1 0,16-5 0,-22 6 0,0-1 0,0 0 0,0 0 0,-1-1 0,1 0 0,-1 1 0,0-1 0,0-1 0,0 1 0,0-1 0,-1 1 0,6-8 0,-5 5 0,0-1 0,0 1 0,-1-1 0,0 0 0,0 0 0,0 0 0,2-14 0,-5 20 0,0 1 0,0-1 0,0 0 0,1 1 0,-1-1 0,0 0 0,0 1 0,1-1 0,-1 0 0,0 1 0,1-1 0,-1 1 0,0-1 0,1 1 0,0-2 0,-1 2 0,1 0 0,-1 0 0,0 0 0,0 0 0,0 0 0,1 0 0,-1 0 0,0 0 0,0 0 0,1 0 0,-1 0 0,0 0 0,0 0 0,1 0 0,-1 0 0,0 0 0,0 0 0,1 0 0,-1 1 0,0-1 0,0 0 0,0 0 0,1 0 0,-1 0 0,0 0 0,0 1 0,0-1 0,1 0 0,13 22 0,-9-13 0,-2-5 0,0 0 0,0 0 0,0 0 0,0-1 0,1 1 0,-1-1 0,1 0 0,0 0 0,0 0 0,0 0 0,0-1 0,1 0 0,-1 1 0,1-2 0,-1 1 0,1 0 0,0-1 0,-1 0 0,1 0 0,0-1 0,0 1 0,0-1 0,0 0 0,0 0 0,6-1 0,-10 1 0,1-1 0,0 1 0,-1 0 0,1-1 0,0 1 0,-1-1 0,1 0 0,-1 1 0,1-1 0,-1 0 0,1 0 0,-1 0 0,1 0 0,-1 0 0,0 0 0,2-2 0,0-1 0,-1 1 0,0-1 0,0 1 0,-1-1 0,3-4 0,3-10 0,-6 17 0,0 0 0,0 0 0,-1 0 0,1 0 0,0 0 0,0 0 0,0 1 0,0-1 0,0 0 0,0 1 0,1-1 0,-1 1 0,0-1 0,0 1 0,0-1 0,1 1 0,-1 0 0,0-1 0,0 1 0,1 0 0,-1 0 0,0 0 0,0 0 0,1 0 0,-1 0 0,0 1 0,0-1 0,1 0 0,-1 0 0,0 1 0,0-1 0,2 2 0,6 1 0,-1 1 0,0 0 0,10 7 0,-16-9 0,13 8-170,0 0-1,1-1 0,0-1 1,1 0-1,0-1 0,0-1 1,22 5-1,-28-10-6655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7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4 24575,'-14'-2'0,"1"1"0,-21 1 0,29 0 0,1 1 0,-1-1 0,1 1 0,0 0 0,-1 0 0,1 1 0,0-1 0,0 1 0,0 0 0,0 0 0,-6 4 0,9-5 0,0 0 0,-1 0 0,1 0 0,0 0 0,0 0 0,0 1 0,0-1 0,0 0 0,0 1 0,1-1 0,-1 1 0,0-1 0,1 1 0,-1-1 0,1 1 0,-1-1 0,1 1 0,0 0 0,0-1 0,-1 3 0,2-1 0,-1 0 0,1 0 0,-1 0 0,1 0 0,0 0 0,0 0 0,0 0 0,1 0 0,-1-1 0,3 4 0,1 1 0,0 0 0,1 0 0,-1-1 0,1 0 0,1 0 0,-1-1 0,8 5 0,-12-9 0,1 1 0,-1-2 0,0 1 0,0 0 0,1 0 0,-1-1 0,0 1 0,1-1 0,-1 0 0,1 1 0,-1-1 0,0-1 0,1 1 0,-1 0 0,1 0 0,-1-1 0,0 1 0,1-1 0,-1 0 0,0 0 0,1 0 0,2-2 0,-1 1 0,-1 1 0,1 0 0,-1 0 0,1 0 0,0 0 0,0 0 0,-1 1 0,5-1 0,-5 1 0,-1 1 0,0-1 0,0 1 0,-1 0 0,1 0 0,0-1 0,0 1 0,0 1 0,0-1 0,-1 0 0,1 0 0,-1 1 0,1-1 0,-1 0 0,1 1 0,-1 0 0,0-1 0,1 1 0,-1 0 0,0-1 0,0 1 0,0 2 0,4 7 0,0 1 0,4 18 0,-6-19 0,33 129 0,-31-114 0,-2 0 0,0 0 0,-2 40 0,-1-62 0,0-1 0,-1 1 0,1-1 0,-1 0 0,0 1 0,0-1 0,0 0 0,0 1 0,-1-1 0,-2 5 0,3-6 0,0-1 0,-1 0 0,1 0 0,0 1 0,-1-1 0,1 0 0,0 0 0,-1-1 0,1 1 0,-1 0 0,0 0 0,1-1 0,-1 1 0,0-1 0,1 1 0,-1-1 0,0 0 0,1 1 0,-1-1 0,0 0 0,0 0 0,1-1 0,-3 1 0,-8-2-195,0 0 0,1-1 0,-1 0 0,0-1 0,1 0 0,-12-7 0,1 0-6631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8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41 24575,'18'48'0,"57"175"0,-63-181 0,-2 1 0,-2 0 0,3 59 0,-11-98 0,0 0 0,0 0 0,-1 0 0,0 0 0,1 0 0,-1 0 0,-1 0 0,1 0 0,0 0 0,-3 3 0,3-6 0,1 0 0,-1 0 0,1 0 0,-1 0 0,0 0 0,1 0 0,-1-1 0,0 1 0,0 0 0,0 0 0,1-1 0,-1 1 0,0-1 0,0 1 0,0-1 0,0 1 0,0-1 0,0 1 0,0-1 0,0 0 0,-1 0 0,1 1 0,0-1 0,0 0 0,0 0 0,0 0 0,0 0 0,0 0 0,0-1 0,0 1 0,0 0 0,0 0 0,0-1 0,0 1 0,0-1 0,0 1 0,0-1 0,0 1 0,0-1 0,0 1 0,0-1 0,-1-1 0,-8-7 0,1 0 0,0-1 0,0 0 0,1 0 0,1-1 0,-8-14 0,0 1 0,10 17 0,-9-13 0,-14-31 0,27 51 0,1-1 0,-1 1 0,1-1 0,0 1 0,0-1 0,-1 1 0,1-1 0,0 0 0,0 1 0,-1-1 0,1 1 0,0-1 0,0 0 0,0 1 0,0-1 0,0 0 0,0 1 0,0-1 0,0 1 0,0-1 0,0 0 0,1 1 0,-1-1 0,0 1 0,1-2 0,-1 2 0,1 0 0,0 0 0,-1 0 0,1-1 0,0 1 0,-1 0 0,1 0 0,-1 0 0,1 0 0,0 1 0,-1-1 0,1 0 0,0 0 0,-1 0 0,1 0 0,0 1 0,-1-1 0,2 1 0,30 17 0,-32-17 0,19 11 0,1 0 0,28 13 0,-40-21 0,2-1 0,-1 0 0,0 0 0,0-1 0,1 0 0,-1 0 0,1-1 0,12 0 0,-17-2 0,-1 0 0,1 0 0,-1 0 0,1-1 0,-1 1 0,0-1 0,0 0 0,0 0 0,0 0 0,0-1 0,0 0 0,0 1 0,-1-1 0,0-1 0,5-4 0,0-1 0,0-2 0,0 1 0,-1-1 0,8-14 0,-5 1 0,-1-1 0,-1 0 0,-1 0 0,5-39 0,-8 43 0,21-160 0,-22 165 0,-3 17 0,0-1 0,0 0 0,1 0 0,-1 0 0,0 0 0,0 0 0,1 0 0,-1 0 0,0 0 0,0 0 0,0 1 0,0-1 0,1 0 0,-1 0 0,0 0 0,0 0 0,0 1 0,0-1 0,0 0 0,1 0 0,-1 0 0,0 1 0,0-1 0,0 0 0,0 0 0,0 0 0,0 1 0,0-1 0,0 0 0,0 0 0,0 1 0,0-1 0,8 32 0,12 76 0,0 3 0,47 151 0,-65-258 0,-1 0 0,1 0 0,0 0 0,0 0 0,0-1 0,0 1 0,1-1 0,4 6 0,-6-9 0,-1 1 0,1 0 0,0-1 0,-1 1 0,1-1 0,0 0 0,0 1 0,-1-1 0,1 0 0,0 1 0,0-1 0,0 0 0,-1 0 0,1 0 0,0 0 0,0 1 0,0-1 0,0 0 0,1-1 0,-1 1 0,0-1 0,0 1 0,1-1 0,-1 1 0,0-1 0,0 0 0,0 0 0,0 0 0,0 0 0,0 1 0,0-1 0,0 0 0,0-1 0,-1 1 0,1 0 0,1-2 0,2-5 0,0-1 0,6-15 0,-8 17 0,0 0 0,1 0 0,0 1 0,1-1 0,4-6 0,-7 11 0,1 0 0,0 1 0,0-1 0,-1 0 0,1 1 0,0-1 0,1 1 0,-1-1 0,0 1 0,0 0 0,1 0 0,-1 0 0,0 0 0,1 0 0,-1 1 0,1-1 0,-1 1 0,6-1 0,1 2 0,0-1 0,0 1 0,0 0 0,0 1 0,1 0 0,-2 1 0,13 4 0,59 30 0,-76-34 0,33 17-1365,-22-13-5461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6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204 4 24575,'10'-3'0,"-10"3"0,0 0 0,0 0 0,0 0 0,0 0 0,0 0 0,1 0 0,-1 0 0,0 0 0,0 0 0,0 0 0,0 0 0,0 0 0,0 0 0,0 0 0,0 0 0,0 0 0,0 0 0,0 0 0,0 0 0,0 0 0,0 0 0,0 0 0,0 0 0,1 0 0,-1 0 0,0 0 0,0 0 0,0 0 0,0 0 0,0 0 0,0 0 0,0 0 0,0 1 0,0-1 0,0 0 0,0 0 0,0 0 0,0 0 0,0 0 0,0 0 0,0 0 0,0 0 0,0 0 0,0 0 0,0 0 0,0 0 0,0 0 0,0 0 0,0 0 0,0 0 0,0 1 0,0-1 0,0 0 0,0 0 0,0 0 0,0 0 0,0 0 0,0 0 0,0 0 0,0 0 0,-1 1 0,0 0 0,0 0 0,0 0 0,0-1 0,0 1 0,0 0 0,0-1 0,0 1 0,0 0 0,0-1 0,0 1 0,-2 0 0,-77 17 0,12-3 0,66-14 0,-1 0 0,1 1 0,0-1 0,-1 0 0,1 1 0,0-1 0,0 1 0,0 0 0,0 0 0,0 0 0,0 0 0,1 0 0,-1 0 0,1 0 0,-1 0 0,1 1 0,0-1 0,0 1 0,0-1 0,0 1 0,0-1 0,1 1 0,-1-1 0,0 6 0,1-5 0,0 1 0,-1 0 0,1-1 0,0 1 0,1-1 0,-1 1 0,1-1 0,-1 1 0,1-1 0,0 1 0,0-1 0,1 1 0,-1-1 0,1 0 0,0 0 0,-1 0 0,6 6 0,-2-5 0,0 1 0,0-1 0,1-1 0,-1 1 0,1-1 0,0 0 0,7 2 0,47 14 0,-33-11 0,18 4 0,-31-9 0,-1 0 0,0 1 0,0 1 0,0 0 0,-1 0 0,25 15 0,-36-19 0,0-1 0,0 1 0,0 0 0,0 0 0,0 0 0,0 0 0,0 0 0,0 0 0,0 0 0,0 0 0,0 0 0,-1 0 0,1 0 0,0 0 0,-1 1 0,1-1 0,-1 0 0,0 1 0,1-1 0,-1 0 0,0 1 0,0-1 0,1 0 0,-1 1 0,0-1 0,-1 0 0,1 1 0,0-1 0,0 1 0,0-1 0,-1 0 0,1 0 0,-1 1 0,1-1 0,-1 0 0,-1 2 0,0 0 0,0-1 0,0 1 0,0-1 0,-1 0 0,1 0 0,-1 0 0,1 0 0,-1 0 0,0 0 0,0-1 0,0 0 0,0 1 0,0-1 0,-6 1 0,-20 4 0,0-1 0,-1-1 0,1-2 0,-1-1 0,-34-3 0,59 1 0,-1 0 0,0 0 0,1-1 0,0 0 0,-1 0 0,1 0 0,0-1 0,0 0 0,-9-6 0,12 7 0,0 0 0,0 0 0,0 0 0,0 0 0,0 0 0,1 0 0,-1 0 0,1 0 0,-1-1 0,0-2 0,1 3 0,1 1 0,-1-1 0,1 0 0,0 1 0,0-1 0,0 1 0,0-1 0,0 0 0,0 1 0,0-1 0,0 1 0,1-1 0,-1 1 0,0-1 0,1 0 0,0 1 0,-1 0 0,2-3 0,6-5-1365,0 2-5461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6.7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31 24575,'-23'-6'0,"-70"-14"0,81 18 0,0 1 0,0 0 0,0 1 0,0 0 0,-22 4 0,32-4 0,0 1 0,1-1 0,-1 0 0,1 1 0,-1-1 0,1 1 0,-1-1 0,1 1 0,0 0 0,-1-1 0,1 1 0,0 0 0,-1 0 0,1 0 0,0 0 0,0 0 0,0 1 0,0-1 0,0 0 0,0 0 0,0 1 0,0-1 0,1 1 0,-1-1 0,0 0 0,1 1 0,-1-1 0,1 1 0,0 0 0,-1-1 0,1 1 0,0-1 0,0 1 0,0-1 0,0 1 0,0 0 0,1 2 0,0 0 0,0-1 0,0 0 0,0 1 0,1-1 0,-1 0 0,1 1 0,0-1 0,0 0 0,0 0 0,0 0 0,0-1 0,1 1 0,-1 0 0,1-1 0,4 4 0,6 1 0,-1 0 0,1-1 0,-1-1 0,2 0 0,-1-1 0,0 0 0,1-1 0,0 0 0,0-1 0,0-1 0,20 0 0,-32-1 0,0 0 0,0-1 0,0 1 0,0 0 0,0-1 0,0 1 0,0-1 0,0 0 0,-1 0 0,1 1 0,0-1 0,-1 0 0,1-1 0,0 1 0,-1 0 0,1 0 0,-1-1 0,0 1 0,2-2 0,-2 0 0,1 1 0,-1-1 0,0 1 0,0-1 0,0 0 0,0 1 0,-1-1 0,1 0 0,-1 0 0,1 1 0,-1-1 0,0-3 0,0 0 0,-1-1 0,0 1 0,0 0 0,0 0 0,-1 0 0,0 0 0,0 0 0,0 0 0,-1 0 0,0 1 0,-4-7 0,18 27 0,-3-4 0,0 0 0,0-1 0,1 0 0,14 12 0,-11-13-341,1 0 0,1-1-1,20 10 1,-21-13-6485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7.3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24575,'1'1'0,"-1"1"0,1-1 0,-1 1 0,1-1 0,-1 1 0,1-1 0,0 0 0,0 1 0,0-1 0,-1 0 0,1 0 0,0 1 0,1-1 0,1 2 0,18 13 0,-14-12 0,12 7 0,34 14 0,-47-23 0,1 1 0,0-1 0,0-1 0,1 1 0,-1-1 0,0 0 0,0-1 0,15-1 0,-20 1 0,0 0 0,0-1 0,0 0 0,0 1 0,0-1 0,0 0 0,0 0 0,0 0 0,0 0 0,0 0 0,-1 0 0,1-1 0,-1 1 0,1 0 0,-1-1 0,1 1 0,-1-1 0,0 0 0,0 1 0,1-1 0,-1 0 0,-1 0 0,1 0 0,0 0 0,0 0 0,-1 0 0,1 0 0,-1 0 0,1 0 0,-1 0 0,0 0 0,0 0 0,0 0 0,0 0 0,0 0 0,-1-1 0,1 1 0,-1 0 0,1 0 0,-2-3 0,0 2 0,1 4 0,1 7 0,1-4 0,1 0 0,0 0 0,0 0 0,0 0 0,1-1 0,0 1 0,-1-1 0,1 0 0,0 0 0,0 0 0,1 0 0,-1 0 0,8 4 0,3 1 0,0-1 0,21 7 0,-35-13 0,3 0 0,0 0 0,-1 0 0,1 0 0,0-1 0,0 1 0,0-1 0,0 1 0,0-1 0,0 0 0,0 0 0,0-1 0,0 1 0,0 0 0,0-1 0,0 0 0,0 0 0,3-1 0,-4 1 0,-1 0 0,1 0 0,0 0 0,-1-1 0,1 1 0,-1 0 0,0-1 0,1 1 0,-1-1 0,0 0 0,0 1 0,0-1 0,0 0 0,0 0 0,-1 0 0,1 1 0,0-1 0,-1 0 0,0 0 0,1 0 0,-1 0 0,0 0 0,0 0 0,0 0 0,0 0 0,-1-4 0,1 2 0,-1-1 0,-1 1 0,1 0 0,-3-7 0,2 7 0,1 0 0,-1 0 0,1 0 0,-1-8 0,2 12 0,0 0 0,0 0 0,0 0 0,0-1 0,0 1 0,0 0 0,0 0 0,0-1 0,0 1 0,0 0 0,0 0 0,0 0 0,0-1 0,0 1 0,0 0 0,0 0 0,0 0 0,0-1 0,0 1 0,1 0 0,-1 0 0,0 0 0,0-1 0,0 1 0,0 0 0,0 0 0,1 0 0,-1 0 0,0 0 0,0 0 0,0-1 0,1 1 0,7 2 0,10 9 0,-17-10 0,36 27-35,49 32-1295,-75-53-5496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7.7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106 240 24575,'40'78'0,"-13"-29"0,-3 0 0,30 88 0,-54-137 0,0 1 0,1-1 0,-1 1 0,0 0 0,0-1 0,1 1 0,-1 0 0,0 0 0,0-1 0,0 1 0,0 0 0,0-1 0,0 1 0,0 0 0,0 0 0,0-1 0,0 1 0,-1 0 0,1-1 0,0 1 0,0 0 0,-1 0 0,0-1 0,1 0 0,-1 0 0,1 0 0,-1 0 0,1 0 0,-1 0 0,0 0 0,1 0 0,-1 0 0,1 0 0,-1 0 0,1-1 0,-1 1 0,1 0 0,-1 0 0,1-1 0,-1 1 0,1 0 0,-1-1 0,0 0 0,-26-24 0,27 25 0,-20-23 0,2 0 0,0-2 0,2 0 0,0 0 0,-13-33 0,6 5 0,-27-96 0,47 138 0,-12-47 0,14 51 0,0 0 0,0 0 0,1 0 0,0 0 0,0-1 0,2-7 0,-2 13 0,0 1 0,0-1 0,1 1 0,-1 0 0,1-1 0,-1 1 0,1-1 0,0 1 0,-1 0 0,1-1 0,0 1 0,0 0 0,0 0 0,0-1 0,0 1 0,0 0 0,0 0 0,1 0 0,-1 0 0,3-1 0,-2 1 0,0 1 0,1-1 0,-1 1 0,0-1 0,1 1 0,-1 0 0,0 0 0,1 0 0,-1 0 0,1 0 0,-1 0 0,3 1 0,3 2 0,-1-1 0,0 0 0,0 1 0,0 1 0,0-1 0,-1 1 0,10 7 0,-12-8 0,0 1 0,0 0 0,0-1 0,-1 1 0,0 1 0,0-1 0,0 0 0,0 1 0,0-1 0,-1 1 0,0 0 0,2 6 0,-3-7 0,-1-1 0,1 1 0,0 0 0,-1-1 0,0 1 0,0 0 0,0-1 0,-1 1 0,1 0 0,-1-1 0,0 1 0,0 0 0,0-1 0,0 1 0,-1-1 0,1 0 0,-1 0 0,-3 5 0,1-2-227,-1 0-1,-1 1 1,1-2-1,-1 1 1,-8 6-1,0-3-6598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61 655 24575,'15'-19'0,"-1"0"0,-1-1 0,-1-1 0,11-24 0,-19 34 0,0 0 0,-1 0 0,0 0 0,0 0 0,-1 0 0,-1-1 0,0 1 0,0 0 0,-1-1 0,-3-20 0,-8-22 0,-18-55 0,6 29 0,19 64 0,-3-13 0,-20-51 0,27 79 0,0 0 0,-1 0 0,0 0 0,1 0 0,-1-1 0,1 1 0,-1 0 0,0 0 0,0 0 0,0 0 0,0 1 0,1-1 0,-1 0 0,0 0 0,0 0 0,-1 1 0,1-1 0,0 1 0,0-1 0,-1 0 0,1 1 0,0 0 0,0 0 0,0 1 0,0-1 0,0 0 0,0 0 0,0 1 0,0-1 0,0 0 0,1 1 0,-1-1 0,0 1 0,0-1 0,0 1 0,1 0 0,-1-1 0,0 1 0,1 0 0,-1-1 0,1 1 0,-1 0 0,0 0 0,1 0 0,0-1 0,-1 1 0,1 0 0,-1 1 0,-2 7 0,0-1 0,0 1 0,1-1 0,0 1 0,0 0 0,1 0 0,1 0 0,-1-1 0,2 11 0,1 14 0,8 34 0,-8-57 0,3 22 0,2-1 0,1 0 0,2 0 0,18 41 0,-23-60 0,2-1 0,-1 1 0,1-1 0,1 0 0,0-1 0,0 0 0,1 0 0,0-1 0,1 0 0,0 0 0,0-1 0,1-1 0,18 10 0,-22-13 0,0-1 0,0-1 0,1 1 0,-1-1 0,1-1 0,0 1 0,-1-1 0,1-1 0,0 1 0,0-1 0,-1-1 0,1 1 0,12-4 0,-15 3 0,1-1 0,0 0 0,-1 0 0,0 0 0,1-1 0,-1 0 0,0 0 0,0 0 0,-1-1 0,1 1 0,-1-1 0,1 0 0,-1-1 0,-1 1 0,1-1 0,-1 1 0,1-1 0,3-8 0,-5 8 0,0-1 0,-1 1 0,1-1 0,-1 0 0,0 1 0,0-1 0,0-7 0,3-21 0,-4 34 0,0-1 0,0 1 0,0 0 0,0 0 0,0-1 0,0 1 0,1 0 0,-1 0 0,0-1 0,0 1 0,0 0 0,0 0 0,0 0 0,0-1 0,0 1 0,0 0 0,1 0 0,-1-1 0,0 1 0,0 0 0,0 0 0,1 0 0,-1 0 0,0 0 0,0-1 0,0 1 0,1 0 0,-1 0 0,0 0 0,0 0 0,0 0 0,1 0 0,5 6 0,3 15 0,-9-20 0,3 8 0,0 1 0,1-1 0,0 0 0,0 0 0,1-1 0,0 0 0,1 1 0,-1-2 0,14 14 0,-13-17-1365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24575,'3'12'0,"3"7"0,0 6 0,0 0 0,-2-1 0,-1-5-8191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24575,'12'12'0,"7"8"0,1-1 0,1 0 0,25 15 0,-44-32 0,0-1 0,-1 0 0,1 0 0,0 0 0,0 0 0,0-1 0,0 1 0,0 0 0,0-1 0,0 0 0,0 1 0,0-1 0,0 0 0,0 0 0,0 0 0,0 0 0,0 0 0,0-1 0,0 1 0,2-1 0,-2 0 0,0 0 0,0 0 0,0-1 0,0 1 0,-1-1 0,1 1 0,-1-1 0,1 1 0,-1-1 0,1 0 0,-1 1 0,0-1 0,0 0 0,0 0 0,0 0 0,0 0 0,0 0 0,0-4 0,2-27 0,-3 29 0,0 1 0,0-1 0,0 1 0,0-1 0,1 1 0,-1-1 0,1 1 0,0 0 0,0-1 0,0 1 0,0 0 0,4-6 0,-5 9 0,1-1 0,-1 1 0,1-1 0,0 1 0,-1 0 0,1-1 0,0 1 0,-1 0 0,1 0 0,0-1 0,-1 1 0,1 0 0,0 0 0,0 0 0,-1 0 0,1 0 0,0 0 0,-1 0 0,1 0 0,0 0 0,0 0 0,-1 0 0,1 0 0,0 1 0,-1-1 0,1 0 0,0 0 0,-1 1 0,1-1 0,0 1 0,-1-1 0,1 0 0,-1 1 0,2 0 0,22 23 0,-16-15 0,3 2-170,0 0-1,2-1 0,-1-1 1,1 0-1,0 0 0,1-1 1,25 10-1,-26-14-6655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9.5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62 24575,'-2'-3'0,"-3"-7"0,0 1 0,-7-11 0,11 19 0,0-1 0,0 1 0,0 0 0,0-1 0,0 1 0,-1 0 0,1 0 0,0 0 0,0 0 0,-1 0 0,1 0 0,-1 0 0,1 0 0,-1 1 0,1-1 0,-1 0 0,1 1 0,-1-1 0,0 1 0,1 0 0,-4-1 0,4 2 0,-1-1 0,1 0 0,0 1 0,1 0 0,-1-1 0,0 1 0,0-1 0,0 1 0,0 0 0,0 0 0,0-1 0,1 1 0,-1 0 0,0 0 0,1 0 0,-1 0 0,1 0 0,-1 0 0,1 0 0,-1 0 0,1 0 0,0 0 0,-1 0 0,1 0 0,0 0 0,0 1 0,0-1 0,0 0 0,0 0 0,0 2 0,0 4 0,1 0 0,-1-1 0,4 12 0,-2-9 0,1 1 0,0-1 0,1-1 0,0 1 0,1 0 0,-1-1 0,2 0 0,-1 0 0,1 0 0,0-1 0,1 0 0,-1 0 0,2 0 0,-1-1 0,10 6 0,-14-10 0,0 0 0,0-1 0,0 1 0,0-1 0,0 0 0,0 0 0,1 0 0,-1 0 0,0-1 0,1 1 0,-1-1 0,0 0 0,1 0 0,-1 0 0,1-1 0,4 0 0,-6 0 0,0 1 0,0-1 0,0 0 0,0 0 0,-1 0 0,1 0 0,0 0 0,0 0 0,-1 0 0,1 0 0,0-1 0,-1 1 0,0-1 0,1 0 0,-1 1 0,0-1 0,0 0 0,0 1 0,0-1 0,0 0 0,0 0 0,0 0 0,-1 0 0,1 0 0,-1 0 0,1 0 0,-1-3 0,1-2 0,-1-1 0,0 1 0,0-1 0,0 1 0,-3-13 0,2 18 0,1 0 0,-1 0 0,0-1 0,1 1 0,-1 0 0,0 0 0,0 0 0,0 0 0,-1 0 0,1 0 0,0 0 0,-1 0 0,1 0 0,-1 1 0,0-1 0,0 0 0,1 1 0,-1 0 0,0-1 0,0 1 0,-5-2 0,7 3 0,-1 0 0,1 0 0,-1 0 0,0 0 0,1-1 0,-1 1 0,0 1 0,1-1 0,-1 0 0,0 0 0,1 0 0,-1 0 0,0 0 0,1 1 0,-1-1 0,1 0 0,-1 0 0,1 1 0,-1-1 0,0 0 0,1 1 0,-1-1 0,1 1 0,-1-1 0,1 1 0,0-1 0,-1 1 0,1-1 0,0 1 0,-1-1 0,1 1 0,0-1 0,-1 1 0,1 0 0,0-1 0,0 1 0,-1 1 0,0 2 0,0 0 0,0 1 0,1-1 0,-1 7 0,1 1 0,0 0 0,2 1 0,-1-1 0,7 23 0,19 47 0,-24-74 0,19 53 0,3-2 0,3 0 0,2-2 0,58 82 0,-84-134 0,0 1 0,0 0 0,-1 0 0,0 0 0,5 12 0,-8-17 0,1 0 0,-1 0 0,0 0 0,0 1 0,1-1 0,-1 0 0,0 0 0,0 0 0,0 1 0,0-1 0,-1 0 0,1 0 0,0 0 0,0 0 0,-1 0 0,1 1 0,0-1 0,-1 0 0,0 0 0,1 0 0,-1 0 0,1 0 0,-1 0 0,0 0 0,0-1 0,0 1 0,1 0 0,-1 0 0,0 0 0,0-1 0,0 1 0,0 0 0,0-1 0,0 1 0,0-1 0,-1 0 0,1 1 0,0-1 0,0 0 0,0 1 0,0-1 0,-2 0 0,-9 2 0,-1-1 0,0 0 0,1-1 0,-1 0 0,1-1 0,-18-3 0,11 1 0,1-2 0,-1 0 0,-27-13 0,43 17 0,1 0 0,-1 0 0,1-1 0,-1 1 0,1-1 0,0 1 0,-1-1 0,1 0 0,0 0 0,0 0 0,0 0 0,0 0 0,1-1 0,-1 1 0,1-1 0,-3-4 0,4 5 0,-1 0 0,1 0 0,0 0 0,-1 0 0,1 0 0,0-1 0,1 1 0,-1 0 0,0 0 0,0 0 0,1 0 0,0-1 0,-1 1 0,1 0 0,0 0 0,0 0 0,0 1 0,0-1 0,0 0 0,0 0 0,1 0 0,2-2 0,2-2-151,0 0-1,0 0 0,0 1 0,1 0 1,0 0-1,0 1 0,0 0 1,15-6-1,-5 3-6674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3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55 103 24575,'25'76'0,"4"-2"0,56 107 0,-80-172 0,-6-11 0,-7-15 0,-52-83 0,-5-11 0,52 87 0,1-2 0,-13-41 0,21 54 0,2 7 0,0-1 0,0 1 0,0-1 0,1 0 0,-1-10 0,2 15 0,0 1 0,0 0 0,1-1 0,-1 1 0,0 0 0,1-1 0,-1 1 0,0 0 0,1 0 0,-1-1 0,1 1 0,0 0 0,-1 0 0,1 0 0,0 0 0,0 0 0,0 0 0,0 0 0,0 0 0,0 0 0,0 0 0,0 0 0,0 1 0,0-1 0,1 0 0,-1 1 0,0-1 0,0 1 0,1-1 0,-1 1 0,0 0 0,0-1 0,3 1 0,2 0 0,0-1 0,-1 2 0,1-1 0,0 0 0,-1 1 0,1 0 0,-1 1 0,1-1 0,9 5 0,3 2 0,25 15 0,-18-7 0,0 0 0,-1 2 0,28 27 0,-39-32 0,0 0 0,-1 1 0,-1 1 0,0 0 0,-1 0 0,13 27 0,-20-36 0,0 1 0,-1-1 0,0 1 0,0 0 0,0 0 0,-1-1 0,0 1 0,-1 0 0,1 9 0,-2-12 0,1-1 0,-1 0 0,1 0 0,-1 1 0,0-1 0,0 0 0,0 0 0,-1 0 0,1 0 0,-1 0 0,0 0 0,1-1 0,-1 1 0,-1-1 0,1 1 0,0-1 0,0 1 0,-1-1 0,0 0 0,1 0 0,-6 2 0,-1 1-76,0-1 1,0-1-1,-1 1 0,1-2 0,-1 1 0,0-1 0,0-1 0,0 1 1,0-2-1,0 1 0,1-2 0,-1 1 0,0-1 0,0-1 1,0 0-1,0 0 0,-16-7 0,16 4-6750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24575,'0'10'0,"0"6"0,2 2 0,1 4 0,3 0 0,0-1 0,2-1 0,-1-2 0,1-2 0,-1 0 0,1-1 0,-1 0 0,-1-1 0,0-2 0,-1-1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428 46 24575,'-28'-7'0,"-14"-3"0,-4 0 0,2 3 0,4 1 0,6 3 0,7 1 0,2 1 0,4 1 0,2 1 0,0 2 0,0 0 0,1 1 0,1 1 0,1 0 0,4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1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24575,'7'27'0,"6"12"0,0 2 0,0-3 0,-2-7 0,0-5 0,-2-5 0,-2-3 0,-1-5 0,0-2 0,-2-5 0,-2-7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4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24575,'28'-3'0,"13"0"0,4 0 0,-5 0 0,-6 1 0,-6 1 0,-8 3 0,-10 1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6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24575,'22'-7'0,"11"-6"0,1 1 0,-1-2 0,-5 3 0,-5 2 0,-3 4 0,-2 2 0,-3 1 0,-3 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2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24575,'10'28'0,"3"11"0,0 5 0,0-4 0,-3-5 0,0-4 0,1-5 0,-1-4 0,-3-3 0,-3-3 0,1-3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2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0 24575,'-22'0'0,"-11"3"0,-4 3 0,-1 0 0,1 2 0,2 3 0,1-2 0,5 1 0,7-1-8191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24575,'0'5'0,"0"5"0,3 2 0,2 2 0,4 1 0,3 1 0,1 0 0,2-1 0,0 1 0,1-4 0,-3 0 0,-4-3-8191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2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24575,'0'-2'0,"0"1"0,0 3 0,0 5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24575,'27'27'0,"2"0"0,45 31 0,-74-57 0,58 35 0,-50-31 0,0-2 0,0 1 0,0-1 0,0 0 0,16 3 0,-23-6 0,0 0 0,0 0 0,0 1 0,0-1 0,0 0 0,0 0 0,0 0 0,0 0 0,0 0 0,0-1 0,0 1 0,0 0 0,0 0 0,0-1 0,-1 1 0,1 0 0,0-1 0,0 1 0,0-1 0,0 1 0,0-1 0,-1 0 0,1 1 0,0-1 0,0-1 0,0 1 0,0-1 0,0 1 0,-1-1 0,1 0 0,-1 1 0,0-1 0,1 0 0,-1 1 0,0-1 0,0 0 0,0 0 0,0 1 0,0-3 0,-2-6 0,0 1 0,0 0 0,-1 0 0,-4-9 0,-8-9 0,12 23 0,0 0 0,1 0 0,0-1 0,-1 1 0,2-1 0,-4-9 0,5 14 0,1 0 0,-1 0 0,1 0 0,-1-1 0,1 1 0,-1 0 0,0 0 0,1 0 0,-1 0 0,1 0 0,-1 0 0,1 0 0,-1 0 0,1 0 0,-1 1 0,1-1 0,-1 0 0,0 0 0,1 0 0,-1 0 0,1 1 0,-1-1 0,0 0 0,1 0 0,-1 1 0,1-1 0,14 8 0,12 8-111,91 56 356,-97-57-620,-1 0 0,-1 1 1,25 27-1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4.2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201 129 24575,'-12'-11'0,"-12"-12"0,0 2 0,-2 1 0,-34-22 0,57 40 0,-1 0 0,1 1 0,0-1 0,0 1 0,-1 0 0,-4-2 0,7 3 0,0 0 0,0 0 0,1 0 0,-1 0 0,0 0 0,0 0 0,0 0 0,1 1 0,-1-1 0,0 0 0,0 0 0,1 0 0,-1 1 0,0-1 0,0 0 0,1 1 0,-1-1 0,0 1 0,1-1 0,-1 1 0,1-1 0,-1 1 0,1 0 0,-1-1 0,1 1 0,-1-1 0,1 1 0,-1 0 0,1-1 0,0 1 0,-1 0 0,1 0 0,0 1 0,-2 4 0,1 0 0,0 0 0,0 1 0,1-1 0,0 0 0,0 1 0,0-1 0,2 7 0,13 55 0,-11-51 0,15 50-176,50 117-1,45 57-177,-86-185 394,2 0-1,54 74 0,-78-123-298,0 0 1,11 10-1,-4-7-6567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4.3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339 103 24575,'-28'-20'0,"-11"-7"0,-2 4 0,4 6 0,5 6 0,6 7 0,5 4 0,3 5 0,3 1 0,1 0 0,0 2 0,0-2 0,0 0 0,0-3 0,3 0-8191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107 256 24575,'-2'1'0,"-3"-4"0,-7-10 0,11 11 0,-68-84 0,66 83 0,1-1 0,0 1 0,-1 0 0,1-1 0,-2-5 0,4 8 0,-1 1 0,1-1 0,0 0 0,0 1 0,0-1 0,0 1 0,0-1 0,-1 1 0,1-1 0,0 0 0,0 1 0,0-1 0,1 1 0,-1-1 0,0 1 0,0-1 0,0 0 0,0 1 0,0-1 0,1 1 0,-1-1 0,0 1 0,1-1 0,-1 1 0,0-1 0,1 1 0,-1-1 0,0 1 0,1 0 0,-1-1 0,1 1 0,-1 0 0,1-1 0,-1 1 0,1 0 0,-1-1 0,1 1 0,-1 0 0,1 0 0,-1 0 0,1-1 0,-1 1 0,1 0 0,0 0 0,-1 0 0,1 0 0,-1 0 0,1 0 0,0 0 0,7 0 0,1 1 0,-1 0 0,0 0 0,0 0 0,0 1 0,13 5 0,18 4 0,-16-7 0,1-1 0,0-1 0,0-1 0,0-1 0,0-1 0,41-7 0,-58 6 0,0 0 0,-1 0 0,1-1 0,-1 1 0,0-1 0,0-1 0,0 1 0,0-1 0,0 0 0,9-10 0,-12 12 0,-1-1 0,0 1 0,0-1 0,0 1 0,0-1 0,0 0 0,-1 0 0,1 0 0,-1 0 0,0 0 0,0-1 0,0 1 0,0 0 0,0 0 0,-1-1 0,0 1 0,1 0 0,-1-1 0,0 1 0,-1 0 0,1-1 0,-1 1 0,1 0 0,-2-5 0,2 8 0,0 0 0,0-1 0,-1 1 0,1 0 0,0-1 0,0 1 0,0 0 0,0-1 0,0 1 0,0 0 0,-1-1 0,1 1 0,0 0 0,0-1 0,-1 1 0,1 0 0,0 0 0,0-1 0,-1 1 0,1 0 0,0 0 0,0 0 0,-1-1 0,1 1 0,0 0 0,-1 0 0,1 0 0,0 0 0,-1 0 0,0 0 0,-7 6 0,-4 17 0,8-16 0,1 1 0,1 0 0,-1 0 0,1 0 0,1 0 0,0 0 0,0 0 0,0 0 0,1 0 0,2 17 0,-2-21 0,1 1 0,0-1 0,1 0 0,-1 0 0,1 0 0,-1 0 0,1 0 0,1 0 0,-1 0 0,0 0 0,1-1 0,0 1 0,0-1 0,0 0 0,0 0 0,0 0 0,1 0 0,-1 0 0,1-1 0,0 0 0,6 4 0,0-3 21,-1 0-1,1 0 1,19 2-1,0 0-1467,-16-2-5379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1 24575,'-12'10'0,"0"0"0,1 1 0,1 1 0,0 0 0,-12 18 0,17-23 0,1 1 0,1-1 0,-1 1 0,1-1 0,1 1 0,-1 0 0,1 0 0,1 1 0,-1-1 0,1 0 0,1 16 0,0-19 0,0 1 0,1-1 0,0 0 0,0 1 0,0-1 0,1 0 0,3 9 0,-4-12 0,0 0 0,0 0 0,1 0 0,-1 0 0,1 0 0,-1 0 0,1-1 0,0 1 0,0 0 0,0-1 0,-1 0 0,1 1 0,0-1 0,1 0 0,-1 0 0,0 0 0,0 0 0,0-1 0,1 1 0,3 0 0,-4-1 0,1 0 0,0 0 0,0 0 0,0-1 0,0 1 0,0-1 0,0 1 0,0-1 0,-1 0 0,1-1 0,0 1 0,-1 0 0,1-1 0,-1 1 0,1-1 0,-1 0 0,0 0 0,0 0 0,0 0 0,4-4 0,1-3 0,0 0 0,0-1 0,10-18 0,-13 19 0,-2 6 0,-1 0 0,1-1 0,0 1 0,0 0 0,0 0 0,5-6 0,-6 9 0,-1 0 0,0 0 0,0 0 0,1-1 0,-1 1 0,0 0 0,1 0 0,-1 0 0,0 0 0,1 0 0,-1-1 0,0 1 0,1 0 0,-1 0 0,1 0 0,-1 0 0,0 0 0,1 0 0,-1 0 0,0 0 0,1 1 0,-1-1 0,0 0 0,1 0 0,-1 0 0,0 0 0,1 0 0,0 1 0,0 0 0,0 0 0,0 0 0,0 0 0,0 1 0,0-1 0,0 0 0,0 1 0,-1-1 0,1 1 0,1 2 0,38 124 0,-24-72 0,3 6 0,23 92 0,-42-152-59,1 0-13,-1 0-1,1 0 0,-1 0 1,0 0-1,1 0 1,-1 0-1,0 1 1,0-1-1,0 0 0,-1 0 1,1 0-1,0 0 1,-1 0-1,1 0 1,-1 0-1,0 0 1,-1 3-1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8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24575,'25'13'0,"8"6"0,-1 3 0,-6 0 0,-11-4 0,-7-2 0,-7-4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7.2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0 101 24575,'16'10'0,"0"0"0,-1 1 0,16 13 0,9 8 0,-26-21 0,-8-5 0,1-1 0,-1 0 0,1-1 0,12 7 0,-18-11 0,0 1 0,0-1 0,0 1 0,0-1 0,0 1 0,0-1 0,1 0 0,-1 0 0,0 0 0,0 0 0,0 1 0,1-2 0,-1 1 0,0 0 0,0 0 0,0 0 0,1 0 0,-1-1 0,0 1 0,0-1 0,0 1 0,0-1 0,0 1 0,0-1 0,0 1 0,0-1 0,0 0 0,0 0 0,0 0 0,0 1 0,0-1 0,-1 0 0,1 0 0,0 0 0,-1 0 0,1 0 0,0-2 0,1-2 0,-1 1 0,1-1 0,-1 0 0,0 0 0,-1 1 0,1-1 0,-1 0 0,0 0 0,-1-8 0,1 7 0,0 0 0,0 0 0,0 0 0,2-10 0,-2 15 0,0 1 0,0-1 0,0 1 0,0 0 0,1-1 0,-1 1 0,0-1 0,0 1 0,0 0 0,0-1 0,0 1 0,1 0 0,-1-1 0,0 1 0,0 0 0,1-1 0,-1 1 0,0 0 0,1 0 0,-1-1 0,0 1 0,1 0 0,-1 0 0,0 0 0,1-1 0,-1 1 0,0 0 0,1 0 0,-1 0 0,0 0 0,1 0 0,-1 0 0,1 0 0,-1 0 0,0 0 0,1 0 0,-1 0 0,1 0 0,-1 0 0,0 0 0,1 0 0,-1 0 0,1 0 0,-1 0 0,0 1 0,1-1 0,-1 0 0,0 0 0,1 0 0,-1 1 0,0-1 0,1 0 0,-1 1 0,21 18 0,-15-12 0,6 4 0,0-1 0,1-1 0,1 0 0,22 12 0,-28-17 0,0-1 0,1 0 0,-1 0 0,0-1 0,1 0 0,0 0 0,-1-1 0,1 0 0,0-1 0,10 0 0,-16 0 0,-1-1 0,1 1 0,0-1 0,-1 1 0,1-1 0,-1 0 0,1 0 0,-1 0 0,0 0 0,1 0 0,-1 0 0,0-1 0,0 1 0,0-1 0,0 0 0,0 1 0,3-5 0,-3 3 0,0 0 0,0 0 0,-1-1 0,1 1 0,-1-1 0,1 1 0,-1-1 0,-1 0 0,1 1 0,0-1 0,0-4 0,-1-3 0,0 0 0,-1-1 0,0 1 0,-1 0 0,0 0 0,-1 0 0,-5-13 0,6 19 0,0 1 0,0-1 0,0 1 0,-1-1 0,1 1 0,-1 0 0,-4-4 0,6 7 0,1 0 0,-1 1 0,0-1 0,0 0 0,0 0 0,0 1 0,1-1 0,-1 0 0,0 1 0,0-1 0,0 1 0,-1-1 0,1 1 0,0 0 0,0-1 0,0 1 0,0 0 0,0 0 0,0 0 0,0 0 0,-1 0 0,1 0 0,0 0 0,0 0 0,0 0 0,0 0 0,0 1 0,0-1 0,0 0 0,0 1 0,0-1 0,0 1 0,0-1 0,0 1 0,0 0 0,-2 0 0,2 2 0,-1-1 0,0 0 0,1 0 0,-1 1 0,1-1 0,0 0 0,0 1 0,0-1 0,0 1 0,0 0 0,1-1 0,-1 1 0,1 0 0,-1-1 0,1 5 0,0 6 0,2 24 0,0-31 0,-1 1 0,1 0 0,0-1 0,0 1 0,0-1 0,1 0 0,0 0 0,1 0 0,-1 0 0,1-1 0,0 1 0,1-1 0,-1 0 0,1 0 0,0-1 0,0 1 0,0-1 0,1 0 0,0 0 0,-1-1 0,1 0 0,0 0 0,8 2 0,-8-2 0,1-1 0,-1 0 0,1 0 0,0-1 0,-1 0 0,1 0 0,0 0 0,0-1 0,0 0 0,0-1 0,-1 1 0,1-1 0,0-1 0,-1 1 0,1-1 0,-1 0 0,1-1 0,-1 0 0,0 0 0,0 0 0,0 0 0,0-1 0,5-5 0,-8 7 0,-1-1 0,1 1 0,-1-1 0,0 0 0,1 0 0,-1 0 0,-1 0 0,1 0 0,0 0 0,-1-1 0,0 1 0,0 0 0,0-1 0,0 1 0,0-1 0,-1 1 0,1-1 0,-1 0 0,0 1 0,0-1 0,0 1 0,-1-5 0,3 12 0,0 0 0,0 1 0,1-1 0,0-1 0,0 1 0,0 0 0,0-1 0,6 6 0,37 30 0,-39-34 0,-1 1 0,2-1 0,-1-1 0,0 1 0,1-1 0,0-1 0,0 1 0,0-1 0,16 3 0,-23-5 0,0-1 0,0 0 0,0 0 0,0 0 0,0 0 0,0 0 0,0 0 0,0 0 0,0-1 0,0 1 0,0 0 0,0-1 0,0 1 0,0-1 0,0 1 0,0-1 0,0 1 0,0-1 0,0 1 0,0-1 0,0 0 0,-1 0 0,1 1 0,0-1 0,-1 0 0,1 0 0,0 0 0,-1 0 0,1 0 0,-1 0 0,1 0 0,-1 0 0,0 0 0,1-1 0,0-5 0,0 1 0,0-1 0,-1 0 0,0-12 0,-1 14 0,1 0 0,0 0 0,0 0 0,2-8 0,-2 13-3,0-1-1,0 0 1,1 1-1,-1-1 1,0 0-1,0 1 1,1-1-1,-1 1 1,0-1-1,1 1 1,-1-1-1,1 1 1,-1-1-1,0 1 1,1-1-1,-1 1 1,1-1-1,0 1 1,-1 0-1,1-1 1,-1 1-1,1 0 1,-1-1-1,1 1 1,1 0-1,-1 0 17,0 0 0,0 0 0,0 0 0,0 0 0,0 0 0,0 1 0,0-1 0,0 0-1,0 1 1,0-1 0,0 1 0,0-1 0,0 1 0,1 0 0,3 4-264,1 0-1,-1 0 1,8 9 0,-11-11-212,8 9-6363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8.1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24575,'-7'9'0,"0"0"0,1 1 0,0 0 0,0 0 0,1 0 0,1 0 0,0 1 0,-5 19 0,8-24 0,0-1 0,0 1 0,0 0 0,1 0 0,0 0 0,1 0 0,-1 0 0,1-1 0,0 1 0,1 0 0,-1 0 0,1-1 0,0 1 0,0-1 0,1 0 0,0 1 0,0-1 0,6 8 0,-4-8 0,-1-1 0,1 1 0,-1-1 0,1 0 0,0 0 0,1 0 0,-1-1 0,1 0 0,0 0 0,-1 0 0,1-1 0,1 0 0,-1 0 0,8 2 0,-9-4 0,0 1 0,-1-1 0,1 1 0,0-1 0,0-1 0,-1 1 0,1-1 0,0 1 0,-1-1 0,1-1 0,-1 1 0,1-1 0,-1 1 0,0-1 0,1-1 0,-1 1 0,0 0 0,0-1 0,-1 0 0,5-3 0,-2-2 0,0 1 0,-1-1 0,0 0 0,0-1 0,-1 1 0,0-1 0,0 0 0,-1 0 0,3-11 0,-4 30 0,0-1 0,0 0 0,1 0 0,0 0 0,6 10 0,-4-9 0,1 0 0,0-1 0,12 14 0,-15-19 0,0-1 0,0 0 0,0 0 0,1 0 0,-1 0 0,1 0 0,0-1 0,0 1 0,0-1 0,0 0 0,6 2 0,-8-4 0,0 1 0,0-1 0,0 0 0,0 0 0,0 0 0,-1 0 0,1 0 0,0 0 0,0 0 0,0-1 0,0 1 0,0-1 0,-1 1 0,1-1 0,0 0 0,0 1 0,-1-1 0,1 0 0,-1 0 0,1 0 0,-1-1 0,1 1 0,-1 0 0,0-1 0,1 1 0,-1 0 0,0-1 0,2-2 0,1-5 0,1 0 0,-1 0 0,0 0 0,3-13 0,-1 3 0,-3 8 0,2 1 0,-1-1 0,1 1 0,1 0 0,9-13 0,-15 22 0,1 0 0,-1 1 0,1-1 0,-1 1 0,1-1 0,0 1 0,-1-1 0,1 1 0,0-1 0,-1 1 0,1-1 0,0 1 0,-1 0 0,1-1 0,0 1 0,0 0 0,0 0 0,-1 0 0,1 0 0,0-1 0,0 1 0,0 0 0,-1 0 0,1 0 0,0 1 0,1-1 0,-1 1 0,1-1 0,0 1 0,-1 0 0,1 0 0,-1 0 0,1 0 0,-1 0 0,0 0 0,0 1 0,1-1 0,0 2 0,4 5 0,-1-1 0,-1 1 0,7 14 0,17 52 0,32 130 0,-51-172 0,32 155 0,-40-185 0,-1 0 0,0 0 0,1 1 0,-1-1 0,0 0 0,0 0 0,0 0 0,0 1 0,-1-1 0,1 0 0,-1 0 0,1 0 0,-1 0 0,0 0 0,-1 2 0,1-3 0,0 0 0,1 0 0,-1 0 0,-1 0 0,1 0 0,0-1 0,0 1 0,0 0 0,0-1 0,0 1 0,-1-1 0,1 1 0,0-1 0,0 0 0,-1 1 0,1-1 0,0 0 0,-1 0 0,1 0 0,0 0 0,-1 0 0,1 0 0,0-1 0,-1 1 0,1 0 0,-2-1 0,-3-1 0,-1 0 0,1-1 0,0 1 0,0-1 0,-1 0 0,2-1 0,-1 0 0,0 0 0,-8-8 0,-5-6 0,-19-24 0,24 26 0,10 11 0,-8-8 0,1 0 0,-18-27 0,27 37 0,1 0 0,-1 0 0,0 0 0,1-1 0,-1 1 0,1 0 0,0-1 0,0 1 0,1 0 0,-1-1 0,1 0 0,-1 1 0,1-1 0,0 1 0,0-1 0,1 1 0,-1-1 0,1 1 0,0-1 0,2-5 0,-2 8-62,0-1 0,0 0 0,1 1 0,-1 0 0,0-1 0,1 1 0,-1 0 0,1-1 0,0 1 0,-1 0 0,1 0 0,0 1-1,0-1 1,0 0 0,0 0 0,0 1 0,-1 0 0,1-1 0,0 1 0,0 0 0,3 0 0,7-1-6764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9.4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85 405 24575,'-24'-7'0,"18"6"0,0 0 0,0 0 0,0 1 0,0 0 0,-10 0 0,16 0 0,-1 0 0,0 0 0,1 0 0,-1 1 0,0-1 0,1 0 0,-1 0 0,0 1 0,1-1 0,-1 0 0,0 1 0,1-1 0,-1 0 0,1 1 0,-1-1 0,1 1 0,-1-1 0,1 1 0,-1-1 0,1 1 0,-1 0 0,1-1 0,0 1 0,-1-1 0,1 1 0,0 1 0,0-1 0,0 0 0,0 0 0,0 0 0,0 0 0,0 0 0,1 0 0,-1 0 0,0 0 0,1 0 0,-1 0 0,1 0 0,-1 0 0,1 0 0,-1 0 0,2 1 0,2 2 0,-1 0 0,1 0 0,1 0 0,-1 0 0,7 4 0,-3-3 0,1-1 0,0 0 0,0 0 0,0-1 0,1 0 0,-1-1 0,1 0 0,-1 0 0,1-1 0,0 0 0,0-1 0,0 0 0,-1-1 0,1 0 0,0 0 0,-1-1 0,11-3 0,-17 4 0,-1 0 0,1 0 0,-1 0 0,1-1 0,-1 1 0,0-1 0,1 1 0,-1-1 0,0 0 0,0 0 0,0 0 0,-1 0 0,1 0 0,0-1 0,-1 1 0,2-3 0,-1 1 0,0-1 0,-1 1 0,1-1 0,-1 0 0,0 0 0,0 0 0,-1 1 0,0-9 0,0 0 0,-1 0 0,-1 0 0,0 0 0,-1 0 0,-9-23 0,2 10 0,-2 1 0,-24-39 0,-37-41 0,31 43 0,41 61 0,1 1 0,0-1 0,0 1 0,-1-1 0,1 1 0,0 0 0,-1-1 0,1 1 0,0 0 0,-1-1 0,1 1 0,-1 0 0,1-1 0,-1 1 0,1 0 0,0 0 0,-1 0 0,1-1 0,-1 1 0,1 0 0,-1 0 0,1 0 0,-1 0 0,0 0 0,1 0 0,-1 1 0,1-1 0,0 0 0,-1 1 0,1-1 0,0 0 0,0 1 0,-1-1 0,1 1 0,0-1 0,0 1 0,0-1 0,0 0 0,-1 1 0,1-1 0,0 1 0,0-1 0,0 1 0,0 0 0,3 27 0,2-8 0,1 0 0,1 0 0,1 0 0,1-1 0,0 0 0,22 31 0,-14-26 0,2-1 0,0 0 0,2-2 0,28 24 0,57 40 0,-92-72-1365,-5-2-5461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9.9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30 24575,'2'-1'0,"-1"0"0,1 0 0,-1 0 0,1 0 0,0 0 0,-1 1 0,1-1 0,0 0 0,0 1 0,0 0 0,0-1 0,-1 1 0,1 0 0,0 0 0,0 0 0,0 0 0,0 1 0,0-1 0,-1 0 0,1 1 0,0-1 0,0 1 0,0-1 0,-1 1 0,1 0 0,0 0 0,-1 0 0,1 0 0,-1 0 0,1 0 0,-1 1 0,0-1 0,1 0 0,-1 1 0,2 2 0,3 5 0,1 0 0,-1 1 0,-1 0 0,7 17 0,-9-21 0,2 6 0,0-1 0,0 0 0,-1 1 0,4 15 0,-7-26 0,-1 0 0,0 1 0,0-1 0,0 0 0,0 0 0,0 0 0,0 1 0,0-1 0,0 0 0,0 0 0,-1 0 0,1 1 0,0-1 0,-1 0 0,1 0 0,-1 0 0,1 0 0,-1 0 0,0 0 0,1 0 0,-2 1 0,0 0 0,1-1 0,-1 0 0,1-1 0,-1 1 0,1 0 0,-1 0 0,0-1 0,1 1 0,-1-1 0,0 1 0,1-1 0,-1 0 0,-2 1 0,-2-1 0,0 0 0,0-1 0,-1 1 0,1-1 0,0 0 0,0-1 0,-8-2 0,-6-4 0,-36-21 0,50 26 0,0-1 0,0 0 0,1 0 0,0 0 0,0-1 0,0 0 0,0 0 0,1 0 0,0 0 0,-5-8 0,7 9 9,1 0 1,-1 0-1,1-1 0,0 1 0,0-1 1,0 1-1,0-1 0,1 1 0,0-1 0,0 1 1,0-1-1,1-5 0,0 7-80,-1 0 1,1 0-1,0 1 0,-1-1 0,1 0 1,1 1-1,-1-1 0,0 1 1,1-1-1,-1 1 0,1 0 0,0-1 1,0 1-1,-1 0 0,1 0 1,1 0-1,-1 1 0,0-1 0,0 0 1,5-1-1,2-1-6755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0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24575,'2'1'0,"1"0"0,-1 0 0,0 0 0,1 0 0,-1 0 0,0 1 0,0-1 0,0 1 0,0-1 0,2 3 0,1 0 0,20 17 0,46 36 0,-58-49 0,-1 0 0,1 0 0,0-2 0,15 6 0,-23-10 0,1 0 0,-1 0 0,1-1 0,-1 0 0,1 0 0,-1-1 0,1 0 0,0 1 0,10-3 0,-14 2 0,0 0 0,0-1 0,0 0 0,0 1 0,-1-1 0,1 0 0,0 0 0,0 0 0,-1 0 0,1 0 0,0 0 0,-1 0 0,1-1 0,-1 1 0,1-1 0,-1 1 0,0-1 0,0 1 0,0-1 0,0 0 0,0 0 0,0 1 0,0-1 0,0 0 0,-1 0 0,1 0 0,-1 0 0,1 0 0,-1 0 0,0-2 0,1-10 0,0 0 0,-2-1 0,0 1 0,0 0 0,-1 0 0,-5-15 0,14 35 0,3 8 0,-1-1 0,1-2 0,0 1 0,1-1 0,0-1 0,1 0 0,0 0 0,0-1 0,1-1 0,0 0 0,1-1 0,-1 0 0,1-1 0,17 4 0,-29-9 0,0 0 0,0-1 0,0 1 0,1-1 0,-1 0 0,0 0 0,0 0 0,0 0 0,1 0 0,-1 0 0,0 0 0,0-1 0,0 1 0,0-1 0,1 0 0,2-1 0,-3 1 0,-1 0 0,1-1 0,-1 1 0,1 0 0,-1-1 0,0 1 0,0-1 0,0 1 0,0-1 0,0 0 0,0 1 0,0-1 0,0 0 0,-1 0 0,1 1 0,-1-1 0,1 0 0,-1 0 0,0-3 0,0-23 0,0-9 0,0 35 0,0 0 0,0 0 0,1 0 0,-1 0 0,1 0 0,-1 1 0,1-1 0,0 0 0,0 0 0,0 0 0,0 1 0,0-1 0,2-2 0,-2 3 0,0 0 0,0 1 0,0-1 0,0 1 0,0-1 0,0 1 0,0-1 0,1 1 0,-1 0 0,0-1 0,0 1 0,0 0 0,0 0 0,0 0 0,1 0 0,-1 0 0,0 0 0,0 0 0,0 0 0,0 1 0,1-1 0,-1 0 0,0 1 0,0-1 0,0 1 0,0-1 0,0 1 0,1 0 0,5 4 0,0-1 0,12 11 0,-12-9 0,-7-5 0,27 19 0,-1 2 0,38 41 0,-43-39-1365,-14-14-5461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1 24575,'-12'3'0,"-1"1"0,1 0 0,0 1 0,0 0 0,-18 11 0,27-14 0,0 0 0,0 0 0,1 0 0,-1 0 0,0 0 0,1 1 0,0-1 0,-1 1 0,1 0 0,0-1 0,0 1 0,1 0 0,-1 0 0,1 0 0,-1 1 0,1-1 0,0 0 0,0 0 0,0 1 0,1-1 0,-1 0 0,1 1 0,0-1 0,0 1 0,0-1 0,0 4 0,1-3 0,0 1 0,0-1 0,1 0 0,-1 0 0,1 0 0,0 0 0,0-1 0,0 1 0,1 0 0,-1-1 0,1 0 0,0 1 0,0-1 0,0 0 0,0-1 0,6 5 0,-7-6 0,0 1 0,0-1 0,0 0 0,1 0 0,-1-1 0,1 1 0,-1 0 0,0-1 0,1 1 0,-1-1 0,1 0 0,-1 0 0,1 0 0,-1 0 0,1 0 0,-1 0 0,1-1 0,-1 1 0,1-1 0,-1 0 0,0 0 0,1 0 0,-1 0 0,0 0 0,0 0 0,1-1 0,-1 1 0,0-1 0,2-1 0,1-3 0,0 0 0,0 1 0,-1-1 0,1-1 0,5-11 0,-6 10 0,1 0 0,10-13 0,-14 20 0,-1 1 0,0-1 0,1 1 0,-1 0 0,1-1 0,-1 1 0,1-1 0,-1 1 0,0 0 0,1 0 0,-1-1 0,1 1 0,0 0 0,-1 0 0,1-1 0,-1 1 0,1 0 0,-1 0 0,1 0 0,-1 0 0,1 0 0,0 0 0,-1 0 0,1 0 0,-1 0 0,1 0 0,0 1 0,1-1 0,-1 1 0,-1-1 0,1 1 0,0 0 0,0 0 0,0-1 0,0 1 0,0 0 0,-1 0 0,1 0 0,1 1 0,1 3 0,0 1 0,0 0 0,3 9 0,-6-14 0,21 59-1365,-15-50-5461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24575,'20'20'0,"10"9"0,-2 3 0,-4-3 0,-4-5 0,-6-5 0,-5-3 0,-4-4-8191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24575,'19'8'0,"31"20"0,-7-2 0,-42-26 0,1 1 0,-1-1 0,0 1 0,1-1 0,-1 1 0,0-1 0,1 0 0,-1 1 0,1-1 0,-1 0 0,0 0 0,1 0 0,-1 0 0,1-1 0,-1 1 0,0 0 0,1 0 0,-1-1 0,1 1 0,-1-1 0,0 1 0,0-1 0,2-1 0,2-1 0,0-1 0,-1 0 0,0 0 0,6-8 0,-7 9 0,-1 0 0,1 0 0,0 0 0,0 0 0,0 0 0,0 1 0,0-1 0,0 1 0,8-4 0,-9 6 0,0-1 0,0 1 0,0 0 0,0-1 0,1 1 0,-1 0 0,0 0 0,0 0 0,0 1 0,0-1 0,0 1 0,1-1 0,-1 1 0,3 1 0,-1 0 0,0 0 0,-1 0 0,1 1 0,0-1 0,-1 1 0,6 5 0,0 2 0,-1 0 0,0 0 0,12 23 0,-7-5-1365,-10-16-5461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2.4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24575,'0'3'0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7.4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1463 14 24575,'1'0'0,"-1"-1"0,1 0 0,-1 0 0,0 0 0,1 0 0,0 0 0,-1 0 0,1 1 0,-1-1 0,1 0 0,0 1 0,0-1 0,-1 0 0,1 1 0,0-1 0,0 1 0,0-1 0,1 0 0,-1 1 0,0 0 0,-1 0 0,1 0 0,0 0 0,-1 0 0,1 1 0,0-1 0,-1 0 0,1 0 0,-1 0 0,1 1 0,0-1 0,-1 0 0,1 1 0,-1-1 0,1 1 0,-1-1 0,1 0 0,-1 1 0,1-1 0,-1 2 0,4 3 0,0 1 0,-1 0 0,1 0 0,2 9 0,-1-4 0,6 11 0,6 13 0,30 45 0,-33-60 0,-2 2 0,16 37 0,13 51 0,-21-55 0,9 29 0,-3 1 0,14 91 0,-37-159 0,3 11 0,-2 0 0,1 41 0,-6 269 0,2-321 0,0 0 0,6 20 0,-1-3 0,6 42 0,6 40 0,-11-71 0,-4-25 0,2 33 0,-6-26 0,3 0 0,5 37 0,3-2 0,-5-28 0,12 44 0,-8-49 0,-2 0 0,-1 1 0,-1 0 0,-1 0 0,-1 33 0,-3-44 0,7 35 0,0 10 0,-6 342 0,-2-198 0,-16 17 0,3-85 0,9-69 0,-4 101 0,1-59 0,1-4 0,16 242 0,7-126 0,-11-49 0,1 15 0,11-38 0,14 129 0,-11 110 0,-20 373 0,7-592 0,1-14 0,-7 525 0,-2-327 0,-3-273 0,-15 85 0,0 8 0,-49 369 0,54-455 0,-19 166 0,26-103 0,2-13 0,-2 87 0,5-77 0,-14 21 0,2-35 0,9-64 0,-4 76 0,1 15 0,1 9 0,-2 8 0,3-97 0,-10 101 0,3-50 0,-16 188 0,23-263 0,-3 54 0,3-36 0,-19 99 0,17-128 0,-1 38 0,3-26 0,-11 102 0,-16 98 0,22-203 0,-3-1 0,-31 82 0,25-89 0,-47 83 0,-1-16 0,37-72 0,10-15 0,-119 147 0,34-59 0,102-114 0,-26 34 0,-1-1 0,-61 53 0,43-49 0,-49 39 0,-34 24 0,104-80 0,13-14 0,0 1 0,-1-2 0,0 0 0,0-1 0,-1 0 0,0-1 0,0-1 0,-1-1 0,-29 5 0,21-5 0,7-1 0,0-1 0,-21 1 0,28-4 0,1 2 0,-1-1 0,1 2 0,0-1 0,-1 2 0,1-1 0,-19 11 0,-5 4 0,-31 24 0,1-2 0,46-29-1365,4-1-5461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8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346 1 24575,'-2'1'0,"-1"0"0,1 0 0,0 0 0,-1 0 0,1 1 0,0-1 0,0 1 0,0 0 0,0-1 0,-3 5 0,-2 0 0,-25 23 0,1 1 0,-29 37 0,-53 76 0,100-128 0,1 1 0,0 1 0,1 0 0,-16 33 0,27-50 0,0 1 0,0 0 0,0 0 0,0-1 0,0 1 0,0 0 0,0-1 0,0 1 0,0 0 0,0 0 0,0-1 0,1 1 0,-1 0 0,0-1 0,0 1 0,1 0 0,-1-1 0,0 1 0,1-1 0,-1 1 0,1 0 0,-1-1 0,1 1 0,-1-1 0,1 1 0,-1-1 0,1 0 0,0 1 0,-1-1 0,1 1 0,-1-1 0,1 0 0,0 0 0,0 1 0,-1-1 0,2 0 0,32 9 0,-29-8 0,40 8 0,-1 3 0,-1 2 0,58 25 0,-99-38-44,29 11 214,-30-12-253,1 0 0,0 1 0,-1-1 0,1 0 1,0 0-1,-1 0 0,1 0 0,0 0 0,-1-1 1,1 1-1,0 0 0,-1-1 0,1 1 0,0-1 0,-1 1 1,1-1-1,1-1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17.0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1360 134 24575,'18'6'0,"-18"-6"0,0 0 0,-1 0 0,1-1 0,0 1 0,0 0 0,0 0 0,0 0 0,0 0 0,0 0 0,0 0 0,0 0 0,0 0 0,0 0 0,0 0 0,-1 0 0,1 0 0,0 0 0,0 1 0,0-1 0,0 0 0,0 0 0,0 0 0,0 0 0,0 0 0,0 0 0,0 0 0,0 0 0,0 0 0,0 0 0,0 0 0,-1 0 0,1 0 0,0 0 0,0 0 0,0 0 0,0 0 0,0 1 0,0-1 0,0 0 0,0 0 0,0 0 0,0 0 0,0 0 0,0 0 0,0 0 0,0 0 0,0 0 0,0 0 0,0 0 0,0 0 0,0 1 0,0-1 0,0 0 0,0 0 0,0 0 0,0 0 0,0 0 0,0 0 0,0 0 0,0 0 0,1 0 0,-36 1 0,26-1 0,-175-4-389,-260 4-1033,230 17 2107,-83 5 441,232-22-1126,-21 1 0,85-1 0,1 0 0,-1 0 0,1 0 0,-1 0 0,0 0 0,1 0 0,-1 0 0,1 0 0,-1 0 0,1 0 0,-1 0 0,0 0 0,1 1 0,-1-1 0,1 0 0,-1 0 0,1 1 0,-1-1 0,1 0 0,-1 1 0,1-1 0,0 1 0,-1-1 0,1 0 0,0 1 0,-1-1 0,0 2 0,2-2 0,-1 1 0,1-1 0,-1 0 0,1 1 0,-1-1 0,1 1 0,-1-1 0,1 0 0,-1 1 0,1-1 0,0 0 0,-1 1 0,1-1 0,0 0 0,-1 0 0,1 0 0,0 0 0,-1 0 0,1 1 0,-1-1 0,1 0 0,0 0 0,-1-1 0,2 1 0,21-1 0,0-1 0,34-7 0,-2 0 0,573-77-891,-412 58 863,179-22-40,-377 48 68,1 0 0,35 0 0,-49 4 137,-10 1 166,-10 1 161,-238 31-373,-2-21-99,186-12 8,-138 8 0,131-6 0,-66 6 0,62-4 0,-20 3 0,-15 8 0,106-16 0,9-3 0,12-5 0,-11 6 0,-5 0 0,-16 0 0,-28 0 0,-103 1 0,161-1 0,151-13 0,774 13-462,-443 3 286,-609 4 543,19 1-96,-293-5-254,226-3-1399,142 1-5444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34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1813 135 24575,'16'0'0,"0"0"0,1 2 0,28 5 0,-40-5 0,-9 0 0,-10-1 0,-480-14 0,312 3 0,-541-45 0,676 50 0,-45-6 0,-101 2 0,331 8 0,98-3 0,216-7-640,-81 4 560,-57 0-8,-306 6 207,-14-1 147,-13-3 142,-40-1-401,-110 5 0,88 2-6,-365 25-1,339-17 0,-354 16 0,381-20 0,-149 28 0,206-29 0,22-4 0,2 0 0,11-3 0,39-6 0,1 2 0,57 1 0,-108 6 0,548-5-1148,-320 7 14,463 9 884,-330-7 699,-404-10 1320,-487-18-2143,109 56-877,372-26-5001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3.0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5179 120 24575,'23'-12'0,"30"-10"0,-44 19 0,1 0 0,-1 1 0,0 0 0,1 1 0,-1 0 0,17 1 0,-93-7 0,-40-11 0,87 16 0,-19 1 0,23 1 0,0-1 0,-26-4 0,13 1 0,0 0 0,-1 2 0,-41 3 0,39 0 0,-1-1 0,-43-7 0,16 1 0,0 2 0,-78 4 0,49 1 0,-346-1 0,338-7 0,6-1 0,27 8 0,-94 10 0,32-1 0,31-3 0,-60 2 0,20-2 0,-272 1 0,251-8 0,114 1 0,-284 9 0,84 6 0,88-10 0,-15 2 0,-176 2 0,260-10 0,-44-6 0,9-1 0,-441 8 0,271 1 0,297-5 0,8-1 0,26 0 0,1 2 0,66 3 0,-42 2 0,304 7 0,202-2 0,-355-8 0,539-34 0,-737 34 0,571-24 0,-418 19 0,96-2 0,685 9 0,-805 6 0,-6 1 0,-35-1 0,-7 1 0,191-18 0,-163 4-1365,-110 6-5461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5.4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2007 146 24575,'-272'-9'0,"-23"-8"0,111 7 0,9-1 0,-362-16 0,175 27 0,181 0 0,211-5 0,-4-1 0,189 1 0,-132 6 0,817 32-668,-863-30 668,503 21 0,-525-25 104,-15 1-100,0 0 0,0 0 0,0-1 0,0 1 0,0 0 0,0 0 0,0 0 0,0 0 0,0 0 0,1 0 0,-1 0 0,0 0 0,0 0 0,0 0 0,0 0-1,0 0 1,0-1 0,0 1 0,0 0 0,0 0 0,0 0 0,0 0 0,0 0 0,0 0 0,0 0 0,0 0 0,0 0 0,0-1 0,0 1 0,0 0 0,0 0 0,0 0 0,0 0 0,0 0 0,0 0 0,0 0 0,0 0 0,0 0 0,-1 0 0,1-1 0,0 1-1,0 0 1,0 0 0,0 0 0,0 0 0,0 0 0,0 0 0,0 0 0,0 0 0,0 0 0,0 0 0,0 0 0,-1 0 0,1 0 0,0 0 0,0 0 0,0 0 0,-24-9 330,-80-14-334,-136-11 0,179 27 0,-547-31-569,297 44 79,257-4-386,1 0-5380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7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2577 23 24575,'311'16'0,"-491"-17"0,-249 7 0,59 6-611,157-6 346,-336 11 265,-217-35-35,530-18 840,173 24-699,-7 1-106,70 11 0,0 0 0,-1 0 0,1 0 0,0-1 0,-1 1 0,1 0 0,0 0 0,0 0 0,-1 0 0,1 0 0,0 0 0,-1 0 0,1 0 0,0 0 0,-1 0 0,1 0 0,0 0 0,-1 0 0,1 0 0,0 0 0,0 0 0,-1 0 0,1 0 0,0 0 0,-1 1 0,1-1 0,0 0 0,0 0 0,-1 0 0,1 0 0,0 1 0,0-1 0,-1 0 0,1 0 0,0 1 0,0-1 0,0 0 0,-1 0 0,1 1 0,0-1 0,0 1 0,0-1 0,0 1 0,1-1 0,-1 1 0,0 0 0,1-1 0,-1 1 0,0-1 0,1 1 0,-1-1 0,1 1 0,-1-1 0,1 1 0,-1-1 0,1 1 0,0-1 0,-1 0 0,1 1 0,-1-1 0,2 0 0,5 3 0,-1-1 0,0 0 0,1-1 0,0 0 0,-1 0 0,9 0 0,43-2 0,-24 0 0,412 18-277,-275-8-6230,-78-4 6159,699 23-760,1-38 1108,-366 4-145,-245 6 4174,-153 0-7864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45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6261 46 24575,'-7'0'0,"0"-1"0,0 0 0,-12-3 0,-13-3 0,-2 4 0,-38-5 0,52 6 0,-36-2 0,35 4 0,-32-5 0,0-1 0,0 1 0,-84 6 0,54 0 0,49-1 0,-18 0 0,-82 9 0,32 6 0,74-11 0,1-2 0,-48-1 0,44-2 0,-56 6 0,-37 4 0,12-3 0,10 2 0,-127-6 0,115-3 0,58 1 0,-212-9 0,95 3 0,13 0 0,-51-1 0,91 5 0,18-5 0,-26-1 0,61 8 0,-123 1 0,116 6 0,-20 1 0,-35 1 0,54-3 0,4 0 0,-55 3 0,35-10 0,-74 2 0,31 13 0,79-10 0,-74 17 0,32-4 0,-58 1 0,98-11 0,30-4 0,-32 1 0,30-4 0,-33 0 0,-74-9 0,70 3 0,-108 5 0,83 2 0,-164-1 0,241 1 0,-1 0 0,-17 5 0,17-3 0,-26 1 0,-63-4 0,49-1 0,-72 8 0,16 2-1365,96-9-5461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49.6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3363 60 24575,'12'-3'0,"-10"3"0,0 0 0,0-1 0,0 1 0,0-1 0,0 0 0,0 1 0,0-1 0,0 0 0,-1 0 0,3-2 0,-5 3 0,-1-1 0,1 1 0,-1-1 0,1 1 0,0 0 0,-1 0 0,1-1 0,-1 1 0,1 0 0,-2 0 0,-22 3 0,-33 8 0,34-5 0,-41 3 0,-23-2 0,-52 2 0,117-9 0,-342-1 0,211-6 0,-71-1 0,-214 18 0,112-3 0,-18 0 0,-37-1 0,327-11 0,-58-12 0,67 8 0,-1 2 0,-52 0 0,20 6 0,-98 3 0,73 13 0,161-21 0,44-3 0,583 8 0,-331 2 0,-208-2 0,158 2 0,-76 14 0,-138-9 0,91 3 0,123-24 0,82-33 0,-30 22 0,-329 26-682,48 5-1,-53-2-6143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1.0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2914 16 24575,'34'-3'0,"-7"0"0,39 0 0,-53 5 0,-13-1 0,0-1 0,0 0 0,0 0 0,0 0 0,0 0 0,0 0 0,0 1 0,0-1 0,0 0 0,0 0 0,0 0 0,0 0 0,0 0 0,0 0 0,0 1 0,0-1 0,-1 0 0,1 0 0,0 0 0,0 0 0,0 0 0,0 0 0,0 0 0,0 0 0,0 1 0,0-1 0,0 0 0,0 0 0,-1 0 0,1 0 0,0 0 0,0 0 0,0 0 0,0 0 0,0 0 0,0 0 0,-1 0 0,1 0 0,0 0 0,0 0 0,0 0 0,0 0 0,-24 8 0,6-4 0,-1-1 0,1 0 0,-22 0 0,-58-4 0,39-1 0,38 2 0,-483 9 0,387-2 0,-579 22 0,575-29 0,-115-1 0,17-16 0,81 5 0,-255-19 0,321 24 0,-32-1 0,91 8 0,1 1 0,-1 0 0,0 1 0,1 0 0,-1 1 0,-14 5 0,-15 11-1365,34-15-5461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2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89 108 24575,'0'-6'0,"0"1"0,1 0 0,-1 0 0,1 0 0,0 0 0,1 0 0,-1 0 0,1 0 0,0 0 0,0 0 0,0 1 0,1-1 0,0 1 0,4-6 0,-4 7 0,-1 1 0,1-1 0,0 1 0,0-1 0,0 1 0,0 0 0,1 0 0,-1 1 0,0-1 0,1 1 0,-1-1 0,1 1 0,0 0 0,-1 1 0,1-1 0,0 1 0,-1-1 0,1 1 0,0 0 0,5 1 0,14 3 0,-1 0 0,0 2 0,-1 1 0,0 0 0,31 16 0,-48-21 0,1 0 0,-1 1 0,0-1 0,0 1 0,0 0 0,0 0 0,0 1 0,-1-1 0,1 1 0,-1 0 0,0 0 0,4 7 0,-6-9 0,0 0 0,0 1 0,0-1 0,0 1 0,-1-1 0,1 1 0,-1-1 0,0 1 0,1 0 0,-1-1 0,-1 1 0,1-1 0,0 1 0,0 0 0,-1-1 0,0 1 0,1-1 0,-1 1 0,0-1 0,0 0 0,0 1 0,0-1 0,-1 0 0,1 0 0,-3 3 0,0 0 0,-1 0 0,0 0 0,0-1 0,0 0 0,-1 0 0,0 0 0,1 0 0,-1-1 0,0 0 0,-1-1 0,-9 4 0,-9 1 0,-40 7 0,63-14 0,-10 1 0,0 0 0,0 0 0,0-1 0,0 0 0,0-2 0,0 1 0,0-1 0,0-1 0,1 0 0,-1 0 0,1-2 0,0 1 0,0-1 0,-20-13 0,28 16 5,0-1-1,0 1 1,0-1-1,1 0 0,0 0 1,-1 0-1,1 0 1,0 0-1,0 0 1,1-1-1,-1 1 0,1-1 1,0 1-1,-1-1 1,2 1-1,-1-1 1,0 0-1,1 0 1,-1 1-1,1-1 0,0 0 1,1 0-1,-1 1 1,0-1-1,1 0 1,2-5-1,-2 5-75,0-1 1,1 1-1,0 0 0,0-1 0,0 1 1,0 0-1,1 0 0,0 0 1,0 0-1,0 1 0,0-1 0,0 1 1,1 0-1,-1 0 0,1 0 1,0 0-1,0 1 0,0-1 0,0 1 1,7-3-1,2 2-6755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2.9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24575,'1'-5'0,"-1"2"0,1 0 0,0 1 0,0-1 0,-1 1 0,1-1 0,3-3 0,-4 6 0,0 0 0,0 0 0,0 0 0,0 0 0,0 0 0,0 0 0,0 0 0,0 0 0,0 0 0,0 0 0,0 0 0,0 0 0,0 0 0,0 0 0,0 0 0,0 0 0,0 0 0,0 0 0,1 0 0,-1 0 0,0 0 0,0 0 0,0 0 0,0 0 0,0 0 0,0 0 0,0 0 0,0 0 0,0 0 0,0 0 0,0 0 0,0 0 0,0 0 0,0 0 0,0 0 0,1 0 0,-1 0 0,0 0 0,0 0 0,0 0 0,0 0 0,0 0 0,0 0 0,0 0 0,0 0 0,0 0 0,0 0 0,0 0 0,0 0 0,0 0 0,0 1 0,0-1 0,0 0 0,0 0 0,0 0 0,0 0 0,0 0 0,0 0 0,0 0 0,0 0 0,0 0 0,2 8 0,0 7 0,-2-9 0,1 23 0,6 43 0,-3-26 0,-4-37 0,0 0 0,1 0 0,0 0 0,2 9 0,-2-17 0,-1 0 0,0-1 0,0 1 0,1-1 0,-1 1 0,1-1 0,-1 1 0,0-1 0,1 1 0,-1-1 0,1 1 0,-1-1 0,1 1 0,-1-1 0,1 0 0,0 1 0,-1-1 0,1 0 0,-1 1 0,1-1 0,0 0 0,-1 0 0,1 0 0,0 0 0,-1 0 0,1 0 0,1 0 0,20-2 0,-13 1 0,61-8 0,36-1 0,-52 10-1365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3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29 24575,'2'-3'0,"0"0"0,1-1 0,0 0 0,0 1 0,1-1 0,3-2 0,-7 6 0,0 0 0,0 0 0,0 0 0,0-1 0,1 1 0,-1 0 0,0 0 0,0 0 0,0 0 0,0 0 0,0 0 0,0 0 0,1 0 0,-1 0 0,0 0 0,0 0 0,0 0 0,0 0 0,1 0 0,-1 0 0,0 0 0,0 0 0,0 0 0,0 0 0,0 0 0,1 0 0,-1 0 0,0 0 0,0 0 0,0 0 0,0 0 0,0 0 0,1 0 0,-1 0 0,0 0 0,0 0 0,0 0 0,0 1 0,2 6 0,-4 9 0,-4 5 0,-8 19 0,7-22 0,-8 32 0,12-36 0,-1-1 0,0 1 0,-1-1 0,-10 20 0,12-27 0,1-1 0,-2 0 0,1 0 0,-1-1 0,1 1 0,-1-1 0,-1 0 0,1 0 0,0 0 0,-1 0 0,0-1 0,0 0 0,-9 5 0,12-7 0,0 0 0,0-1 0,0 1 0,0 0 0,-1-1 0,1 1 0,0-1 0,0 0 0,-1 0 0,1 0 0,0 0 0,0 0 0,0-1 0,-1 1 0,1 0 0,0-1 0,0 0 0,0 1 0,0-1 0,0 0 0,0 0 0,-3-2 0,4 2 0,-1-1 0,1 1 0,-1-1 0,1 0 0,0 1 0,-1-1 0,1 0 0,0 0 0,0 0 0,0 0 0,1 0 0,-1 0 0,0 0 0,1 0 0,0 0 0,-1 0 0,1 0 0,0 0 0,0-1 0,0 1 0,0 0 0,0 0 0,1-3 0,1-4 0,0 0 0,1 0 0,0 0 0,0 1 0,1-1 0,0 1 0,7-10 0,4-4 0,22-23 0,-9 11 0,-21 24 0,1 0 0,1 1 0,0 0 0,0 1 0,11-9 0,-19 17 0,-1 0 0,1-1 0,0 1 0,-1 0 0,1 0 0,0 0 0,-1-1 0,1 1 0,0 0 0,-1 0 0,1 0 0,0 0 0,-1 0 0,1 0 0,0 0 0,-1 1 0,1-1 0,0 0 0,-1 0 0,1 0 0,0 1 0,-1-1 0,1 0 0,-1 1 0,1-1 0,0 0 0,-1 1 0,1-1 0,-1 1 0,1-1 0,-1 1 0,1 0 0,14 22 0,-12-17 0,-2-5 0,49 78 0,-41-67 0,1 0 0,0-1 0,1 0 0,14 11 0,49 32 0,-65-48 0,1-1 0,0 1 0,0-2 0,0 0 0,0 0 0,13 3 0,-71-17 0,-109-19 0,123 25 0,-1 1 0,-56 3 0,56 6-1365,22-3-5461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5.1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93 24575,'13'-18'0,"16"-18"0,-25 32 0,0 0 0,1 0 0,-1 1 0,0-1 0,1 1 0,0 0 0,0 0 0,0 0 0,8-3 0,-10 6 0,-1-1 0,0 1 0,1-1 0,-1 1 0,1 0 0,-1 0 0,0 0 0,1 0 0,-1 1 0,1-1 0,-1 1 0,0-1 0,0 1 0,4 1 0,-2 0 0,1 1 0,-1-1 0,1 1 0,-1 0 0,0 0 0,5 6 0,1 1 0,0 2 0,-1-1 0,13 23 0,-15-22 0,2 2 0,-1 0 0,8 21 0,-14-31 0,0 1 0,-1-1 0,0 0 0,0 0 0,-1 1 0,1-1 0,-1 1 0,0-1 0,0 0 0,0 1 0,0-1 0,-1 1 0,-2 7 0,2-9 0,0-1 0,-1 1 0,0-1 0,1 1 0,-1-1 0,0 0 0,0 1 0,0-1 0,0 0 0,0-1 0,-1 1 0,1 0 0,-1-1 0,1 1 0,-1-1 0,1 0 0,-1 1 0,0-1 0,0-1 0,0 1 0,-3 1 0,-5 0 0,-1-1 0,1 0 0,0 0 0,-14-1 0,7-2 0,-1 0 0,1-1 0,0 0 0,-26-10 0,32 9 0,0-1 0,0 0 0,1-1 0,-1 0 0,1-1 0,1 0 0,-13-11 0,20 16 0,0-1 0,1 1 0,0-1 0,-1 0 0,1 0 0,0 0 0,1 0 0,-1 0 0,0-1 0,1 1 0,0 0 0,0-1 0,0 1 0,0-1 0,0 1 0,1-1 0,-1 1 0,1-1 0,0 1 0,0-1 0,1 0 0,-1 1 0,1-1 0,-1 1 0,1-1 0,0 1 0,0-1 0,1 1 0,-1 0 0,1 0 0,0 0 0,0-1 0,0 2 0,0-1 0,0 0 0,1 0 0,-1 1 0,1-1 0,-1 1 0,1 0 0,0 0 0,6-4 0,-1 2-227,1 1-1,-1-1 1,0 2-1,1-1 1,10-1-1,-6 3-6598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5.9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24575,'0'-12'0,"0"7"0,0 11 0,2 24 0,1-1 0,2 1 0,12 43 0,0-2 0,-17-70 0,0 0 0,0 0 0,0-1 0,0 1 0,0 0 0,1 0 0,-1 0 0,0 0 0,0-1 0,1 1 0,-1 0 0,0 0 0,1-1 0,-1 1 0,1 0 0,-1 0 0,1-1 0,0 1 0,-1-1 0,1 1 0,0-1 0,-1 1 0,1-1 0,0 1 0,-1-1 0,1 1 0,0-1 0,0 0 0,0 1 0,2-1 0,-1-1 0,0 1 0,0 0 0,0-1 0,0 1 0,0-1 0,0 0 0,0 0 0,3-1 0,6-3 0,8-1 0,0 0 0,-1 2 0,2 0 0,-1 1 0,0 1 0,1 1 0,-1 1 0,31 3 0,-26 2-1365,-15-2-5461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6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82 24575,'-11'-10'0,"-43"-34"0,48 40 0,1 0 0,-1 1 0,0 0 0,0 0 0,0 0 0,0 1 0,-1 0 0,-7-1 0,12 2 0,-1 1 0,1 0 0,0 0 0,-1 0 0,1 0 0,0 1 0,-1-1 0,1 1 0,0-1 0,-1 1 0,1 0 0,0 0 0,0 0 0,0 0 0,0 0 0,0 0 0,-2 2 0,1 0 0,0-1 0,0 1 0,0 0 0,1 0 0,0 0 0,-1 0 0,1 1 0,0-1 0,0 1 0,-1 3 0,2-4 0,-1 1 0,1 0 0,0 0 0,0-1 0,0 1 0,0 0 0,1 0 0,0 0 0,0 0 0,0 0 0,0 0 0,0 0 0,1 0 0,0-1 0,0 1 0,0 0 0,0 0 0,0-1 0,1 1 0,0 0 0,3 5 0,6 2 0,0 0 0,0-1 0,1 0 0,0-1 0,27 14 0,73 30 0,-82-39 0,-13-7 0,-4-2 0,0 0 0,13 9 0,-23-13 0,-1 1 0,0-1 0,0 1 0,0-1 0,0 1 0,0 0 0,0 0 0,0 0 0,-1 0 0,1 0 0,-1 0 0,1 1 0,-1-1 0,0 0 0,0 1 0,0-1 0,1 4 0,-2-4 0,0-1 0,0 1 0,0-1 0,0 0 0,0 1 0,0-1 0,-1 0 0,1 0 0,0 1 0,-1-1 0,1 0 0,-1 1 0,1-1 0,-1 0 0,0 0 0,0 0 0,0 0 0,1 0 0,-1 0 0,0 0 0,0 0 0,0 0 0,0 0 0,-1-1 0,1 1 0,0 0 0,-2 1 0,-5 1 0,1 0 0,0 0 0,-13 2 0,13-3 0,-118 21-94,85-17-1177,17-2-5555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09.7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1149 75 24575,'-7'-1'0,"-1"0"0,0 0 0,0-1 0,0 0 0,-9-4 0,-20-5 0,-139-14 0,72 12 0,-184 0 0,248 15 0,1 1 0,-60 12 0,-75 29 0,161-41 0,0 0 0,-1 0 0,1-1 0,-1-1 0,0 0 0,-16-2 0,29 1 0,0 0 0,0 0 0,0 0 0,0 0 0,0 0 0,0-1 0,0 1 0,0 0 0,0 0 0,0-1 0,0 1 0,0-1 0,0 1 0,1-1 0,-1 1 0,0-1 0,0 0 0,0 1 0,1-1 0,-1 0 0,0 1 0,1-1 0,-1 0 0,1 0 0,-1 0 0,1 0 0,-1 0 0,1 1 0,-1-1 0,1 0 0,0 0 0,0 0 0,-1-2 0,1 2 0,1 0 0,-1 0 0,0-1 0,1 1 0,-1 0 0,0 0 0,1 0 0,0 0 0,-1 0 0,1 0 0,0 0 0,-1 0 0,1 0 0,0 1 0,0-1 0,0 0 0,0 0 0,0 1 0,0-1 0,0 0 0,0 1 0,0-1 0,0 1 0,0-1 0,0 1 0,0 0 0,0-1 0,2 1 0,17-3 0,-1 2 0,1 0 0,36 3 0,-5 0 0,49-3 0,87 2 0,-103 6 0,28 1 0,-16-1 0,6 1 0,321-9 0,-396 2 0,31 6 0,25 0 0,-72-6 0,1 0 0,17 5 0,-17-4 0,0 0 0,13 1 0,-10-2 0,-10-1 0,1 1 0,-1-1 0,1 0 0,0 0 0,-1-1 0,1 1 0,8-4 0,-14 4 0,1 0 0,-1 0 0,0 0 0,0 0 0,0 0 0,0 0 0,0 0 0,0 0 0,0 0 0,1 0 0,-1 0 0,0 0 0,0 0 0,0 0 0,0 0 0,0-1 0,0 1 0,0 0 0,0 0 0,1 0 0,-1 0 0,0 0 0,0 0 0,0 0 0,0 0 0,0-1 0,0 1 0,0 0 0,0 0 0,0 0 0,0 0 0,0 0 0,0 0 0,0-1 0,0 1 0,0 0 0,0 0 0,0 0 0,0 0 0,0 0 0,-5-4 0,-11 0 0,15 4 0,-17-4 0,0 0 0,0 1 0,0 1 0,0 1 0,0 1 0,-37 3 0,36 1-1365,1-2-5461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11.4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24575,'59'8'0,"70"1"0,60-10 0,-72 0 0,-100 1 0,378 9 0,-138-4 0,-76-4 0,52 13 0,-80-6 0,33 0 0,-104-7 0,117-3 0,-134-5 0,17-1 0,-60 8 0,156-8 0,11-8 0,-40 8 0,-22 2 0,43 2 0,-38 2 0,-13-13 0,-81 9 0,70-3 0,41 19 0,42 5 0,224-10 0,36-49 0,-348 28 0,-31 4 0,142-5 0,-212 17 0,1 0 0,-1 0 0,0 0 0,0 1 0,0-1 0,0 1 0,0-1 0,2 2 0,-4-2 0,0 0 0,0 0 0,0 0 0,1 0 0,-1 0 0,0 0 0,0 0 0,0 1 0,0-1 0,0 0 0,0 0 0,0 0 0,0 0 0,0 0 0,1 0 0,-1 0 0,0 0 0,0 1 0,0-1 0,0 0 0,0 0 0,0 0 0,0 0 0,0 0 0,0 0 0,0 1 0,0-1 0,0 0 0,0 0 0,0 0 0,0 0 0,0 0 0,0 0 0,0 0 0,0 1 0,0-1 0,0 0 0,0 0 0,0 0 0,-1 0 0,1 0 0,0 1 0,-11 5 0,-171 57 0,152-55 0,-1-2 0,0-1 0,-39 2 0,-94-6 0,94-2 0,-146-14 32,0-16-377,7 0-94,-29 6 439,-334 9 0,490 20 188,1 4 0,0 3 0,-89 25 0,97-18-188,0-3 0,-1-3 0,-113 3 0,-325-17 351,257-8-1689,2-9-4671,202 14 4814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15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1150 90 24575,'-340'9'0,"-54"-12"0,20-30 0,332 30 0,43 1 0,6-2 0,11-1 0,42-4 0,104-1 0,100 20 0,-114-2 0,159 14 0,-291-21 0,-10 0 0,-1-1 0,0 1 0,12 4 0,-18-5 0,-1 0 0,0 0 0,0 0 0,0 0 0,0 0 0,1 0 0,-1 0 0,0 0 0,0 0 0,0 0 0,1 0 0,-1 0 0,0 0 0,0 0 0,0 0 0,0 0 0,1 0 0,-1 0 0,0 0 0,0 0 0,0 1 0,0-1 0,0 0 0,1 0 0,-1 0 0,0 0 0,0 0 0,0 1 0,0-1 0,0 0 0,0 0 0,0 0 0,0 0 0,1 1 0,-1-1 0,0 0 0,0 0 0,0 0 0,0 0 0,0 1 0,0-1 0,0 0 0,-9 4 0,-16-2 0,-171-15 0,114 4 0,-121-11 0,-99-8 0,106 11 0,195 17 0,0 0 0,1 0 0,-1 0 0,0 0 0,1 0 0,-1 0 0,0 0 0,1 0 0,-1 0 0,0 0 0,1 0 0,-1 0 0,0 0 0,1 0 0,-1 1 0,0-1 0,1 0 0,-1 1 0,0-1 0,1 1 0,0-1 0,0 1 0,0-1 0,1 0 0,-1 1 0,0-1 0,0 1 0,0-1 0,1 0 0,-1 1 0,0-1 0,0 0 0,1 0 0,-1 1 0,0-1 0,1 0 0,-1 1 0,0-1 0,1 0 0,-1 0 0,1 1 0,26 13 0,-27-14 0,39 18 0,-69-15 0,39 2 0,12 1 0,19-2 0,1-2 0,42-3 0,-16-1 0,363 18 0,151 25 0,-269-38 0,-215-4 0,-68 0 0,33-6 0,-26 2 0,-25 2 0,-14-1 0,-17-2 0,-89-7 0,103 13 0,3-1 0,-1 0 0,0 1 0,0-1 0,1-1 0,-1 1 0,-7-4 0,11 5 0,0 0 0,0 0 0,0 0 0,0 0 0,0 0 0,0 0 0,0 0 0,-1 0 0,1 0 0,0 0 0,0 0 0,0 0 0,0 0 0,0 0 0,0 0 0,0 0 0,0 0 0,0-1 0,0 1 0,0 0 0,0 0 0,-1 0 0,1 0 0,0 0 0,0 0 0,0 0 0,0 0 0,0 0 0,0-1 0,0 1 0,0 0 0,0 0 0,0 0 0,0 0 0,0 0 0,0 0 0,0 0 0,0 0 0,0-1 0,0 1 0,0 0 0,0 0 0,0 0 0,0 0 0,1 0 0,-1 0 0,0 0 0,0 0 0,0 0 0,0-1 0,0 1 0,0 0 0,0 0 0,8-3 0,12 1 0,263 1 0,-138 2 0,190 8 0,-168-2 0,171 7 0,3 5 0,-164-8 0,-88-4 0,24 1 0,-267-16 0,-31 0 0,-375 17 0,100 7-100,-177-21-843,4-40 152,488 32-269,92 9-4237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1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165 209 24575,'0'-2'0,"0"1"0,-1 0 0,1 0 0,0 0 0,-1 0 0,1 0 0,-1 0 0,1 0 0,-1 0 0,0 1 0,1-1 0,-1 0 0,-1-1 0,2 2 0,0 0 0,-1 0 0,1 0 0,0 0 0,0 0 0,-1 1 0,1-1 0,0 0 0,0 0 0,-1 0 0,1 0 0,0 0 0,0 1 0,0-1 0,0 0 0,-1 0 0,1 0 0,0 1 0,0-1 0,0 0 0,0 0 0,0 1 0,0-1 0,-1 0 0,1 0 0,0 1 0,0-1 0,0 0 0,0 0 0,0 1 0,0-1 0,0 1 0,-1 4 0,1 1 0,-1 0 0,1 11 0,4 6 0,1 0 0,0 0 0,2 0 0,17 38 0,-6-15 0,-10-24 0,-1 0 0,4 29 0,-5-26 0,-4-21 0,-1 0 0,0 0 0,0 0 0,0 1 0,0-1 0,-1 0 0,0 1 0,0-1 0,0 1 0,-1 4 0,1-9 0,0 0 0,0 1 0,0-1 0,0 0 0,0 0 0,0 1 0,0-1 0,-1 0 0,1 0 0,0 1 0,0-1 0,0 0 0,0 0 0,-1 1 0,1-1 0,0 0 0,0 0 0,0 0 0,-1 1 0,1-1 0,0 0 0,0 0 0,-1 0 0,1 0 0,0 0 0,-1 0 0,1 1 0,0-1 0,0 0 0,-1 0 0,0 0 0,-9-5 0,-8-11 0,2-3 0,1-1 0,-13-24 0,9 15 0,-3-9 0,1 0 0,2-1 0,2-1 0,1-1 0,-14-58 0,26 83 0,1 0 0,1 1 0,0-1 0,1 0 0,2-29 0,-1 42 0,1 0 0,-1 1 0,1-1 0,0 0 0,0 1 0,0-1 0,0 1 0,0-1 0,1 1 0,-1-1 0,1 1 0,0 0 0,-1 0 0,1 0 0,0 0 0,0 0 0,0 0 0,1 1 0,-1-1 0,0 1 0,1-1 0,-1 1 0,1 0 0,-1 0 0,1 0 0,-1 0 0,4 0 0,-1 0 0,1 0 0,-1 0 0,0 0 0,0 1 0,1 0 0,-1 0 0,0 0 0,0 1 0,1 0 0,-1 0 0,0 0 0,0 1 0,7 2 0,4 5 0,-1 0 0,0 1 0,-1 0 0,14 13 0,49 53 0,-54-51 0,-1 2 0,30 47 0,-44-62 0,-1 0 0,-1 1 0,0 0 0,-1 0 0,0 0 0,-1 1 0,-1 0 0,0 0 0,1 18 0,-3-24 0,-2-1 0,1 1 0,-1 0 0,-1 0 0,1 0 0,-1-1 0,-1 1 0,0-1 0,1 0 0,-2 1 0,1-1 0,-1-1 0,-1 1 0,1-1 0,-1 1 0,0-1 0,-10 9 0,8-8 0,-1-1 0,1 0 0,-1 0 0,0-1 0,-1 0 0,0-1 0,1 0 0,-1 0 0,-1-1 0,1 0 0,0 0 0,-1-1 0,-18 2 0,6-3-273,-1 0 0,1-2 0,0 0 0,-32-7 0,41 5-6553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3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24575,'17'18'0,"-1"1"0,-1 1 0,24 39 0,25 71 0,-62-124 0,7 14 0,0 1 0,-2 0 0,5 25 0,-11-45 10,-1 1 0,0 0 0,0-1 0,0 1 0,0 0 0,0-1 0,0 1 0,0 0 0,-1-1 0,1 1 0,-1 2 0,0-3-49,1-1 0,0 1 0,-1-1 0,1 0 0,0 1 0,-1-1-1,1 0 1,-1 1 0,1-1 0,-1 0 0,1 1 0,-1-1 0,1 0 0,-1 0 0,1 0 0,-1 1 0,1-1 0,-1 0-1,1 0 1,-1 0 0,0 0 0,1 0 0,-1 0 0,1 0 0,-1 0 0,1 0 0,-1 0 0,1-1 0,-1 1 0,1 0 0,-1 0-1,1 0 1,-1-1 0,1 1 0,-1 0 0,1 0 0,-1-1 0,-8-4-6787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24575,'19'-16'0,"1"1"0,30-19 0,-42 30 0,1 0 0,-1 0 0,1 1 0,-1 0 0,1 0 0,0 1 0,0 1 0,0-1 0,19 1 0,-10 2 0,-13-1 0,0 1 0,0-1 0,0 0 0,0-1 0,7 0 0,-12 1 0,0 0 0,1 0 0,-1 0 0,0 0 0,0 0 0,0 0 0,0 0 0,1 0 0,-1 0 0,0 0 0,0 0 0,0 0 0,0 0 0,1 0 0,-1 0 0,0 0 0,0-1 0,0 1 0,0 0 0,1 0 0,-1 0 0,0 0 0,0 0 0,0 0 0,0 0 0,0-1 0,0 1 0,1 0 0,-1 0 0,0 0 0,0 0 0,0 0 0,0-1 0,0 1 0,0 0 0,0 0 0,0 0 0,0 0 0,0-1 0,0 1 0,-8-3 0,-13-1 0,-34 3-1365,39 1-5461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62 24575,'12'-7'0,"7"-6"0,3 0 0,0 3 0,-1 2 0,-2 2 0,-2 3 0,0 2 0,-2 1 0,0 0 0,0 1 0,-3 2 0,-1 1 0,0-1 0,1 0 0,1-1 0,-2 2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3.4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 24575,'0'0'0,"0"0"0,0 0 0,-1 0 0,1 0 0,0 0 0,0 0 0,-1 0 0,1 1 0,0-1 0,0 0 0,-1 0 0,1 0 0,0 0 0,0 0 0,0 1 0,-1-1 0,1 0 0,0 0 0,0 0 0,0 1 0,0-1 0,-1 0 0,1 0 0,0 0 0,0 1 0,0-1 0,0 0 0,0 0 0,0 1 0,0-1 0,0 1 0,-1 12 0,7 11 0,9 16 0,2-1 0,39 69 0,-36-72 0,-8-18 0,-10-15 0,0 0 0,1 0 0,-1 0 0,-1 1 0,1-1 0,0 0 0,-1 1 0,0-1 0,2 8 0,-3-11-26,0 0 0,0 0 0,0 1-1,0-1 1,0 0 0,0 0-1,0 1 1,0-1 0,0 0 0,0 0-1,0 0 1,0 1 0,0-1 0,0 0-1,-1 0 1,1 0 0,0 1 0,0-1-1,0 0 1,0 0 0,0 0 0,-1 0-1,1 1 1,0-1 0,0 0 0,0 0-1,-1 0 1,1 0 0,0 0 0,0 0-1,0 0 1,-1 1 0,1-1 0,0 0-1,0 0 1,-1 0 0,1 0 0,0 0-1,0 0 1,-1 0 0,1 0 0,0 0-1,0 0 1,0 0 0,-1-1 0,1 1-1,0 0 1,0 0 0,-1 0 0,1 0-1,0 0 1,-8-3-6800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3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530 4 24575,'0'-1'0,"-1"1"0,0 0 0,1-1 0,-1 1 0,0 0 0,1-1 0,-1 1 0,0 0 0,1 0 0,-1 0 0,0 0 0,1 0 0,-1 0 0,0 0 0,1 0 0,-1 0 0,0 0 0,0 0 0,-1 1 0,-16 4 0,9-1 0,-17 2 0,0 0 0,0-2 0,0-1 0,-1-1 0,1-1 0,-28-2 0,-57-12 76,-35-2-1517,127 14-5385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9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24575,'2'1'0,"-1"0"0,1 0 0,-1 0 0,1 0 0,-1 0 0,0 1 0,1-1 0,-1 0 0,0 1 0,0-1 0,0 1 0,1 1 0,2 3 0,310 338 0,-176-199 0,-64-63 0,45 47 0,-72-85 0,-45-40 0,-7-5 0,-9-6 0,-14-13-1365,15 11-5461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9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231 99 24575,'1'-9'0,"0"-1"0,1 1 0,0 0 0,0 0 0,1 0 0,0 0 0,1 1 0,4-9 0,-8 16 0,1 1 0,-1-1 0,0 1 0,1-1 0,-1 1 0,0-1 0,1 0 0,-1 1 0,1-1 0,-1 1 0,1 0 0,-1-1 0,1 1 0,0-1 0,-1 1 0,1 0 0,-1-1 0,2 1 0,-2 0 0,1 0 0,-1 0 0,0 0 0,0 0 0,1 1 0,-1-1 0,0 0 0,1 0 0,-1 0 0,0 0 0,0 1 0,0-1 0,1 0 0,-1 0 0,0 1 0,0-1 0,0 0 0,1 0 0,-1 1 0,0-1 0,0 0 0,0 0 0,0 1 0,0-1 0,0 0 0,0 1 0,1 2 0,0 0 0,-1 0 0,0 0 0,1 0 0,-1 0 0,-1 5 0,-3 7 0,0-1 0,-2 1 0,1-1 0,-2 0 0,0-1 0,-15 23 0,-1 2 0,2 5 0,1 0 0,2 2 0,2 0 0,2 1 0,-11 69 0,11-48 0,-31 88 0,28-111-1365,12-32-5461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0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321 89 24575,'-10'-12'0,"1"1"0,-2 1 0,1 0 0,-1 0 0,-18-11 0,26 19 0,-1 0 0,1 0 0,-1 1 0,0-1 0,1 1 0,-1 0 0,0 0 0,0 0 0,0 0 0,1 1 0,-1-1 0,0 1 0,0 0 0,0 0 0,0 1 0,0-1 0,0 1 0,0 0 0,0 0 0,1 0 0,-1 0 0,0 1 0,1 0 0,-7 3 0,1 1 0,-22 14 0,-51 24 0,81-44 0,0 1 0,-1 0 0,1 0 0,0 0 0,0 0 0,0 0 0,0 0 0,0 0 0,0 0 0,0 0 0,0 0 0,0 0 0,1 0 0,-1 1 0,0-1 0,1 0 0,-1 1 0,1-1 0,-1 0 0,1 1 0,0-1 0,0 1 0,-1-1 0,1 1 0,0-1 0,0 0 0,0 1 0,1-1 0,-1 1 0,0-1 0,1 1 0,-1 0 0,3 8 0,0-1 0,1 1 0,7 14 0,-5-11 0,11 31 0,-2 2 0,-2-1 0,8 54 0,-6-28 0,-1-5 0,7 89 0,-7-29 0,-14-122 0,1 0 0,0 0 0,-1 0 0,1 0 0,1-1 0,-1 1 0,0 0 0,1-1 0,0 1 0,0-1 0,0 1 0,4 4 0,-4-6 0,1 0 0,-1 0 0,0 0 0,1-1 0,0 1 0,-1-1 0,1 1 0,0-1 0,0 0 0,-1 0 0,1 0 0,0 0 0,0-1 0,0 1 0,0-1 0,5 0 0,112-2 0,-117 2-85,0-1 0,0 1-1,0-1 1,0 0 0,0 0-1,0 0 1,0 0 0,0-1-1,0 1 1,0-1 0,0 0-1,-1 0 1,1 0 0,-1 0-1,4-3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0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84 24575,'-2'-19'0,"0"8"0,1 0 0,0-19 0,1 29 0,0 1 0,0-1 0,0 0 0,0 1 0,1-1 0,-1 0 0,0 1 0,0-1 0,0 1 0,0-1 0,1 0 0,-1 1 0,0-1 0,1 1 0,-1-1 0,0 0 0,1 0 0,0 1 0,-1 0 0,0 0 0,1 0 0,-1 0 0,0 0 0,0 0 0,1 0 0,-1 0 0,0 0 0,0 0 0,1 0 0,-1 0 0,0 0 0,0 1 0,1-1 0,-1 0 0,0 0 0,0 0 0,1 0 0,-1 0 0,0 1 0,0-1 0,0 0 0,1 0 0,-1 0 0,0 1 0,0-1 0,14 22 0,3 16 0,-2 1 0,-2 0 0,10 52 0,4 10 0,-8-43 0,-6-19 0,-1 1 0,6 42 0,-18-78 0,0 0 0,0 0 0,0 0 0,0 0 0,-1 0 0,1 0 0,-2 3 0,2-6 0,0 0 0,-1-1 0,1 1 0,0 0 0,-1-1 0,1 1 0,0 0 0,-1-1 0,1 1 0,-1-1 0,1 1 0,-1-1 0,1 1 0,-1-1 0,1 1 0,-1-1 0,1 1 0,-2 0 0,1-1 0,1 0 0,-1 0 0,0 0 0,0 0 0,0 0 0,1 0 0,-1-1 0,0 1 0,1 0 0,-1 0 0,0 0 0,0-1 0,1 1 0,-1 0 0,0-1 0,1 1 0,-1-1 0,1 1 0,-1-1 0,0 1 0,1-1 0,-1 0 0,-6-7-1365,2-1-5461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1.2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1 24575,'-26'20'0,"21"-17"0,-1 1 0,1 1 0,-8 6 0,5-1 0,1-1 0,-8 13 0,13-20 0,0 1 0,1 0 0,-1 0 0,1 0 0,-1 0 0,1 1 0,0-1 0,1 0 0,-1 1 0,0-1 0,1 0 0,0 6 0,0-8 0,0 0 0,0 0 0,1 0 0,-1 0 0,1 0 0,-1 0 0,0-1 0,1 1 0,0 0 0,-1 0 0,1 0 0,0 0 0,-1-1 0,1 1 0,0 0 0,0-1 0,0 1 0,-1-1 0,1 1 0,0-1 0,0 1 0,0-1 0,0 1 0,0-1 0,0 0 0,0 0 0,0 1 0,1-1 0,5 1 0,0-1 0,-1 1 0,10-2 0,-3 1 0,123 12 0,-98-7 0,70 17 0,-97-18 120,-10-4-160,-1 1 0,0-1 0,0 0-1,1 0 1,-1 0 0,0 0 0,0 0 0,1 0 0,-1 0 0,0 0-1,0 1 1,1-1 0,-1 0 0,0 0 0,0 0 0,1 0 0,-1 1 0,0-1-1,0 0 1,0 0 0,0 1 0,1-1 0,-1 0 0,0 0 0,0 1-1,0-1 1,0 0 0,0 0 0,0 1 0,0-1 0,0 0 0,0 1 0,0-1-1,0 0 1,0 0 0,0 1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1.8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 24575,'5'-3'0,"-1"0"0,1 0 0,1 0 0,-1 1 0,0-1 0,1 1 0,-1 0 0,1 1 0,-1 0 0,1-1 0,0 2 0,0-1 0,0 1 0,-1 0 0,1 0 0,0 0 0,0 1 0,-1 0 0,1 0 0,0 1 0,-1-1 0,1 1 0,-1 0 0,8 5 0,3 1 0,-1 2 0,0 0 0,-1 0 0,0 1 0,-1 1 0,22 25 0,-30-31 0,0-1 0,-1 1 0,0 0 0,0 1 0,-1-1 0,1 1 0,-1-1 0,-1 1 0,1 0 0,-1 0 0,0 0 0,-1 1 0,0-1 0,0 0 0,0 0 0,-1 8 0,-1 5 0,0 21 0,2 1 0,1-1 0,14 74 0,-4-76 0,1-1 0,21 42 0,12 34 0,-45-111 0,0 0 0,0-1 0,0 1 0,-1 0 0,1-1 0,-1 1 0,0 0 0,0 0 0,0-1 0,0 1 0,0 0 0,-1 0 0,1-1 0,-2 4 0,1-4 0,0 0 0,0-1 0,0 1 0,0 0 0,-1-1 0,1 1 0,0-1 0,-1 1 0,0-1 0,1 0 0,-1 0 0,0 0 0,1 0 0,-1 0 0,0 0 0,0 0 0,0-1 0,0 1 0,-4 0 0,-7 2-67,0-2 0,0 0 0,0 0 0,-18-2 0,14 1-963,1-1-5796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3.0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67 24575,'-30'-5'0,"-15"-5"0,-2 1 0,1 0 0,7 3 0,7 0 0,3 0 0,6 2 0,3 1 0,2 1 0,3-1 0,3-1-8191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3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0 24575,'-31'0'0,"-11"0"0,-5 0 0,4 0 0,4 0 0,6 0 0,6 0 0,8 0-8191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4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956 16 24575,'9'2'0,"-13"2"0,-14 2 0,-40 2 0,-76 3 0,-59-11 0,91-1 0,-38-8 0,65 2 0,-32-7 0,73 8 0,-66-3 0,156 27 0,329 103 0,-374-117 0,1-1 0,-1 1 0,0 1 0,-1-1 0,1 2 0,-1-1 0,17 13 0,-26-17 0,1 0 0,-1 0 0,0 1 0,0-1 0,0 0 0,0 0 0,0 0 0,0 1 0,-1-1 0,1 0 0,0 1 0,-1-1 0,1 1 0,-1-1 0,1 1 0,-1-1 0,0 1 0,0-1 0,0 1 0,1-1 0,-2 3 0,1-1 0,-1-1 0,0 0 0,0 0 0,0 1 0,0-1 0,0 0 0,0 0 0,0 0 0,-1-1 0,1 1 0,-1 0 0,-3 2 0,-4 4 0,-1 0 0,-1-2 0,1 1 0,-14 5 0,23-11 0,-46 23 0,2 3 0,-60 45 0,1 3 0,34-26 0,15-12 0,55-37 0,0 0 0,0 0 0,0 0 0,0 0 0,0 0 0,0 0 0,-1 0 0,1 0 0,0 0 0,0 1 0,0-1 0,0 0 0,0 0 0,0 0 0,0 0 0,-1 0 0,1 0 0,0 0 0,0 0 0,0 0 0,0 1 0,0-1 0,0 0 0,0 0 0,0 0 0,0 0 0,0 0 0,0 0 0,0 0 0,0 1 0,0-1 0,0 0 0,0 0 0,0 0 0,0 0 0,0 0 0,0 0 0,0 1 0,0-1 0,0 0 0,0 0 0,0 0 0,0 0 0,0 0 0,0 0 0,0 1 0,0-1 0,0 0 0,0 0 0,0 0 0,10 2 0,24-5 0,-20 2 0,352-2 0,-205 5 0,29 4 120,-154-3-491,1 2-1,-1 1 1,40 14 0,-54-13-6455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5.6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8 24575,'-3'8'0,"1"1"0,0-1 0,0 1 0,1 0 0,0-1 0,0 1 0,1 14 0,1-19 0,-1-1 0,1 1 0,0 0 0,0 0 0,0 0 0,0-1 0,1 1 0,0 0 0,-1-1 0,1 1 0,1-1 0,-1 0 0,0 0 0,1 0 0,0 0 0,-1 0 0,1 0 0,0-1 0,4 3 0,-4-3 0,1 1 0,0-1 0,0 0 0,0 0 0,0-1 0,0 1 0,0-1 0,0 0 0,0 0 0,1 0 0,7 0 0,-10-1 0,0 0 0,0 0 0,0-1 0,0 1 0,0-1 0,0 0 0,0 1 0,0-1 0,0 0 0,-1 0 0,1 0 0,0 0 0,0-1 0,-1 1 0,1 0 0,-1-1 0,1 1 0,-1-1 0,0 1 0,0-1 0,1 0 0,-1 1 0,0-1 0,-1 0 0,1 0 0,0 0 0,0-2 0,1-4 0,0 1 0,0-1 0,-1 1 0,-1-1 0,1 0 0,-2-10 0,1 10 0,0 0 0,0 1 0,1-1 0,0 0 0,0 1 0,4-11 0,-5 17 0,0 0 0,0 0 0,1 1 0,-1-1 0,1 0 0,-1 0 0,1 0 0,-1 1 0,1-1 0,-1 0 0,1 1 0,0-1 0,-1 0 0,1 1 0,0-1 0,-1 1 0,1-1 0,0 1 0,0-1 0,0 1 0,-1 0 0,1-1 0,1 1 0,0 0 0,0 0 0,-1 0 0,1 0 0,0 0 0,-1 0 0,1 0 0,0 1 0,-1-1 0,1 1 0,-1-1 0,4 3 0,2 1 0,0 0 0,-1 1 0,1 0 0,6 6 0,151 125 0,-159-133-62,-8-4 216,-6-4-1611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5.9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47 24575,'-28'-8'0,"-11"-2"0,-2 0 0,4 3 0,5 1 0,6 3 0,5 1 0,6 1-8191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6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18 24575,'-31'-5'0,"-11"-2"0,-2 3 0,4 3 0,7 0 0,5 1 0,9 4 0,7 0-8191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6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44 24575,'-7'2'0,"0"-1"0,0 1 0,0 0 0,0 0 0,0 1 0,0 0 0,1 0 0,0 1 0,-1-1 0,-8 8 0,13-9 0,0 0 0,0 1 0,0-1 0,0 0 0,0 1 0,1-1 0,-1 1 0,1 0 0,-1-1 0,1 1 0,0 0 0,0 0 0,0 0 0,1 0 0,-1 0 0,0 0 0,1 0 0,0 0 0,0 0 0,0 0 0,0 0 0,1 0 0,-1 0 0,1 0 0,-1 0 0,1 0 0,2 4 0,0-2 0,-1-1 0,1 0 0,-1 1 0,1-1 0,1-1 0,-1 1 0,0 0 0,1-1 0,0 1 0,0-1 0,0 0 0,0-1 0,0 1 0,1-1 0,-1 1 0,1-1 0,-1-1 0,1 1 0,7 1 0,3 1 0,0-2 0,1 1 0,-1-2 0,0 0 0,16-1 0,-23 0 0,0-1 0,0 0 0,-1 0 0,1-1 0,-1 0 0,1 0 0,-1 0 0,0-1 0,11-6 0,-14 7 0,-1-1 0,1 1 0,-1-1 0,0 0 0,0 0 0,0 0 0,0 0 0,0-1 0,-1 1 0,0-1 0,1 1 0,-1-1 0,0 0 0,-1 0 0,1 0 0,-1 0 0,0 0 0,1-7 0,-1 6 0,0 1 0,-1-1 0,1 1 0,-1-1 0,0 1 0,-1-1 0,1 0 0,-1 1 0,0 0 0,0-1 0,0 1 0,-1-1 0,1 1 0,-1 0 0,0 0 0,0 0 0,-1 0 0,1 0 0,-1 1 0,0-1 0,0 1 0,0-1 0,0 1 0,-1 0 0,1 0 0,-1 1 0,0-1 0,0 1 0,0 0 0,0 0 0,0 0 0,0 0 0,-8-1 0,-49-12-1365,44 12-5461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7.7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82 163 24575,'-7'9'0,"1"1"0,0 0 0,1 1 0,0-1 0,-4 16 0,8-22 0,0 1 0,0-1 0,0 0 0,1 1 0,-1-1 0,1 1 0,0-1 0,1 0 0,-1 1 0,1-1 0,0 0 0,0 1 0,0-1 0,1 0 0,-1 0 0,1 0 0,3 5 0,-2-3 0,-1-3 0,-1 0 0,0-1 0,1 1 0,0-1 0,-1 1 0,1-1 0,0 0 0,0 0 0,1 0 0,-1 0 0,0 0 0,3 2 0,-5-4 0,1 0 0,-1 0 0,0 0 0,1 0 0,-1 0 0,0 0 0,1 0 0,-1 0 0,0 0 0,0-1 0,1 1 0,-1 0 0,0 0 0,1 0 0,-1 0 0,0 0 0,0 0 0,1-1 0,-1 1 0,0 0 0,0 0 0,0-1 0,1 1 0,-1 0 0,0 0 0,0 0 0,0-1 0,0 1 0,1 0 0,-1-1 0,0 1 0,0 0 0,0 0 0,0-1 0,0 1 0,0 0 0,0-1 0,0 1 0,0 0 0,0 0 0,0-1 0,0 1 0,0 0 0,0-1 0,0 1 0,0 0 0,0-1 0,0 1 0,-1 0 0,-2-19 0,3 18 0,-12-43 0,-19-46 0,15 48 0,-11-50 0,26 73 0,4 14 0,5 9 0,7 11 0,0 1 0,15 23 0,-13-17 0,4 6 0,1-1 0,2-1 0,50 43 0,-52-51 0,-12-9 0,1-1 0,-1 0 0,2-1 0,19 10 0,-30-16 0,0-1 0,0 1 0,0-1 0,0 0 0,0 1 0,0-1 0,0 0 0,0 0 0,0 0 0,0 1 0,0-1 0,0-1 0,0 1 0,0 0 0,0 0 0,1 0 0,-1 0 0,0-1 0,0 1 0,0 0 0,0-1 0,0 1 0,1-2 0,-1 1 0,1-1 0,-1 1 0,0 0 0,0-1 0,0 1 0,-1-1 0,1 1 0,0-1 0,0 0 0,-1 1 0,1-1 0,-1 0 0,1-2 0,0-7 0,0 0 0,-1 0 0,-2-20 0,1 26 0,0-9 0,-2 0 0,0 0 0,0 1 0,-1 0 0,-1-1 0,0 2 0,-10-18 0,6 14 0,-1 0 0,-1 1 0,0 1 0,0 0 0,-17-15 0,24 25-273,-1 0 0,1 1 0,-1 0 0,-7-4 0,-1 1-6553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8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265 76 24575,'-18'-12'0,"-8"-5"0,-2 1 0,1 3 0,3 4 0,3 4 0,2 2 0,2 4 0,1 2 0,2 1 0,0-1 0,-1 0 0,1-1 0,2-1-8191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8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24575,'-1'3'0,"2"10"0,5 13 0,8 10 59,33 58-1,-6-14-1540,-36-68-5344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9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4 24575,'-3'-4'0,"5"5"0,9 7 0,28 26 0,59 41 0,-45-36 0,168 120 0,-217-156-1365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0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1 24575,'-12'12'0,"1"1"0,1 0 0,0 1 0,0 0 0,2 0 0,0 1 0,0 0 0,1 0 0,1 1 0,-7 31 0,8-19-95,-6 21 310,10-43-427,-1-1-1,0 0 1,0 0 0,0-1 0,-1 1 0,-5 8 0,0-4-6614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0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92 24575,'-30'-20'0,"-53"-26"0,73 41 0,0 1 0,0 0 0,-1 1 0,1 0 0,-1 1 0,0 0 0,0 0 0,0 1 0,-21 1 0,31 0 0,0 0 0,-1 0 0,1 0 0,0 0 0,-1 1 0,1-1 0,0 0 0,0 1 0,-1-1 0,1 1 0,0-1 0,0 1 0,0-1 0,-1 1 0,1 0 0,0 0 0,0-1 0,0 1 0,0 0 0,0 0 0,1 0 0,-1 0 0,0 0 0,0 1 0,1-1 0,-2 2 0,2-1 0,0 0 0,0 0 0,0-1 0,0 1 0,0 0 0,0 0 0,1-1 0,-1 1 0,1 0 0,-1 0 0,1-1 0,0 1 0,-1 0 0,1-1 0,0 1 0,0-1 0,0 1 0,0-1 0,3 3 0,14 14 0,27 21 0,-29-26 0,-1 1 0,0 0 0,15 20 0,-22-22 0,-1-1 0,0 2 0,-1-1 0,0 1 0,-1 0 0,0 0 0,4 21 0,-1 8 0,2 47 0,-6-35 0,9 69 0,-10-110 0,0 1 0,0-1 0,1 0 0,1 0 0,0-1 0,13 23 0,-14-30 0,0-1 0,0 1 0,0-1 0,1 1 0,0-1 0,0 0 0,0-1 0,0 0 0,0 1 0,1-1 0,-1-1 0,1 1 0,0-1 0,0 0 0,0-1 0,0 1 0,0-1 0,0 0 0,0-1 0,1 1 0,-1-1 0,0-1 0,0 1 0,0-1 0,0 0 0,12-3 0,-15 3-97,-1 0-1,0-1 1,0 1-1,0 0 1,0-1-1,0 1 1,0-1-1,0 1 1,0-1-1,-1 0 1,1 0-1,-1 0 0,3-3 1,1-6-6729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1.4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45 24575,'-12'-13'0,"7"9"0,7 10 0,7 8 0,0 0 0,1-1 0,1 0 0,0-1 0,0 0 0,18 13 0,0-4 0,-27-19 0,0 0 0,1-1 0,-1 0 0,1 1 0,-1-1 0,1 0 0,-1 0 0,1-1 0,0 1 0,4 0 0,-6-1 0,0 0 0,-1-1 0,1 1 0,0 0 0,-1-1 0,1 1 0,0-1 0,-1 1 0,1-1 0,0 1 0,-1-1 0,1 1 0,-1-1 0,1 0 0,-1 1 0,1-1 0,-1 0 0,0 1 0,1-1 0,-1 0 0,0 0 0,1 1 0,-1-1 0,0 0 0,0 0 0,0 0 0,0 1 0,0-1 0,0-1 0,1-28 0,-1 24 0,-2-23 0,1 22 0,0-1 0,1 0 0,0 1 0,0-1 0,1 0 0,-1 0 0,4-8 0,-4 15 0,0 0 0,1 0 0,-1 0 0,1 0 0,0 0 0,-1 1 0,1-1 0,0 0 0,-1 0 0,1 0 0,0 1 0,0-1 0,0 0 0,-1 1 0,1-1 0,0 1 0,0-1 0,0 1 0,0-1 0,0 1 0,0 0 0,0-1 0,0 1 0,0 0 0,0 0 0,0 0 0,1 0 0,-1 0 0,0 0 0,0 0 0,0 0 0,0 0 0,0 0 0,0 1 0,0-1 0,0 0 0,2 2 0,4 0 0,-1 1 0,1 1 0,0 0 0,6 4 0,-10-6 0,128 78 0,-65-41 0,-61-36 0,-3-3 0,-1 1 0,1 0 0,0 0 0,-1 0 0,1 0 0,-1 0 0,1 0 0,-1 1 0,0-1 0,1 0 0,-1 1 0,1 1 0,-3-1-1365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2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 24575,'16'-4'0,"1"1"0,-1 1 0,1 1 0,0 0 0,18 2 0,-27 0 0,1 0 0,-1 0 0,1 1 0,-1 1 0,0-1 0,0 1 0,0 1 0,0-1 0,-1 1 0,1 1 0,11 9 0,-16-12 0,15 12 0,-2 0 0,0 1 0,19 23 0,-32-33 0,0-1 0,0 1 0,0 0 0,-1 0 0,0 0 0,0 1 0,0-1 0,1 6 0,-1 6 0,2 22 0,-4-30 0,0 0 0,1 1 0,0-1 0,1 0 0,0 0 0,0-1 0,1 1 0,0 0 0,6 10 0,42 57 0,-29-46 0,22 41 0,-37-57 0,23 46 0,-28-54 0,0 0 0,0 0 0,0 1 0,-1-1 0,1 1 0,-2-1 0,1 12 0,-1-16 0,0 1 0,0-1 0,-1 0 0,1 0 0,-1 0 0,1 0 0,-1 0 0,0 1 0,0-1 0,0-1 0,0 1 0,0 0 0,-1 0 0,1 0 0,0 0 0,-3 1 0,2-1 0,-1 0 0,0 0 0,0 0 0,0 0 0,0 0 0,0-1 0,-1 0 0,1 1 0,-5 0 0,-6 0 0,0 0 0,0-1 0,0 0 0,-15-1 0,20-1 0,-89 0-1365,81 1-5461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3.7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0 177 24575,'39'7'0,"-1"1"0,1-2 0,68 3 0,-101-10 0,-1 0 0,1 0 0,-1 0 0,0-1 0,0 1 0,0-1 0,0-1 0,0 1 0,0-1 0,0 1 0,-1-1 0,1-1 0,-1 1 0,0-1 0,0 1 0,0-1 0,3-6 0,-3 6 0,-2 1 0,1-1 0,0 0 0,-1 0 0,1 0 0,-1-1 0,0 1 0,-1-1 0,1 1 0,-1-1 0,0 1 0,0-1 0,0 0 0,-1 1 0,0-1 0,1 0 0,-2 0 0,1 0 0,-2-8 0,1 10 0,0 1 0,0-1 0,0 1 0,-1 0 0,1-1 0,0 1 0,-1 0 0,0 0 0,1 0 0,-1 0 0,0 0 0,0 1 0,0-1 0,0 0 0,0 1 0,-1 0 0,1-1 0,0 1 0,-5-1 0,-3-2 0,0 1 0,-1 1 0,-16-2 0,1 0 0,18 3 0,-1 0 0,1 0 0,-1 0 0,1 1 0,-1 1 0,0 0 0,-11 2 0,16-2 0,-1 0 0,0 0 0,1 1 0,-1 0 0,1 0 0,0 0 0,0 0 0,0 1 0,0 0 0,0 0 0,0 0 0,1 0 0,-1 0 0,-4 7 0,4-4 0,0 1 0,1-1 0,0 1 0,0 0 0,1 0 0,-1 0 0,1 0 0,1 1 0,0-1 0,0 0 0,0 10 0,1-4 0,0 0 0,1-1 0,0 1 0,2 0 0,5 21 0,-7-31 0,0 0 0,1 0 0,-1 1 0,1-1 0,0 0 0,0 0 0,0 0 0,1-1 0,-1 1 0,0 0 0,1-1 0,0 0 0,0 1 0,0-1 0,0 0 0,0-1 0,4 3 0,5 1 0,1 0 0,1-1 0,15 4 0,3 0 0,-8-1 0,57 16 0,-68-21 0,1 1 0,-1-1 0,28-1 0,-17-6-1365,-14 2-5461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4.7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413 16 24575,'-28'-3'0,"-14"0"0,-4 0 0,-1 0 0,7 1 0,6 1 0,5 0 0,4 1 0,4 0 0,4 0 0,1 0 0,2 1 0,0-1 0,0 0 0,0 0 0,2 2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5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1 24575,'9'31'0,"1"0"0,17 34 0,39 65 0,12 26 0,-62-111 0,-15-42 0,0 0 0,0 0 0,-1 0 0,1 0 0,-1 0 0,0 0 0,0 0 0,0 0 0,0 1 0,0-1 0,-1 0 0,-1 5 0,1-7 0,1 0 0,-1 0 0,0 0 0,0 0 0,1 0 0,-1-1 0,0 1 0,0 0 0,0-1 0,0 1 0,0 0 0,0-1 0,0 1 0,0-1 0,0 0 0,0 1 0,0-1 0,0 0 0,0 0 0,0 1 0,-1-1 0,1 0 0,0 0 0,0 0 0,0-1 0,0 1 0,0 0 0,0 0 0,0 0 0,-2-2 0,-5 0 0,1 0 0,0-1 0,-8-3 0,15 6 0,-21-13 0,0 0 0,1-1 0,-36-33 0,41 35 0,4 2 0,1 0 0,0 0 0,-14-20 0,21 27 0,1-1 0,-1 0 0,1 0 0,0 0 0,0-1 0,0 1 0,0 0 0,1-1 0,0 1 0,-1-1 0,2 1 0,-1-1 0,1 0 0,-1 1 0,2-6 0,-1 7 5,1 0-1,0 1 1,0-1-1,0 0 1,0 0-1,1 1 1,-1-1-1,1 1 1,-1-1-1,1 1 1,0 0-1,0 0 1,0 0 0,0 0-1,0 0 1,1 0-1,3-3 1,5-1-217,0 1 0,22-9 0,-19 9-599,0 0-6015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5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24575,'5'0'0,"2"2"0,-1 4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6.8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74 24575,'3'-5'0,"1"0"0,0 1 0,0-1 0,0 1 0,1 0 0,-1 0 0,1 1 0,0-1 0,0 1 0,1 0 0,-1 0 0,0 1 0,11-4 0,3 1 0,0 1 0,37-3 0,-47 6 0,-7 0 0,1 1 0,-1 0 0,1 0 0,-1 0 0,1 0 0,-1 0 0,1 1 0,-1-1 0,1 1 0,-1-1 0,1 1 0,-1 0 0,0 0 0,1 0 0,-1 0 0,0 0 0,3 3 0,-4-3 0,1 1 0,-1 0 0,1 0 0,-1 0 0,0 0 0,0 0 0,0 0 0,0 0 0,0 0 0,-1 0 0,1 0 0,0 0 0,-1 1 0,0-1 0,0 0 0,1 1 0,-1-1 0,0 0 0,-1 3 0,-1 4 0,1 0 0,-2 0 0,1-1 0,-1 1 0,-1-1 0,1 0 0,-1 0 0,-1 0 0,-7 10 0,4-4 0,-10 19 0,16-28 0,0 0 0,0 0 0,1 1 0,-1-1 0,1 0 0,1 0 0,-1 1 0,1 5 0,0-10 0,0 0 0,0 1 0,0-1 0,0 0 0,0 0 0,0 0 0,1 1 0,-1-1 0,0 0 0,1 0 0,-1 0 0,1 0 0,-1 0 0,1 0 0,0 0 0,-1 0 0,1 0 0,0 0 0,0 0 0,0 0 0,0 0 0,0-1 0,2 2 0,-1-1 0,0 0 0,0 0 0,0-1 0,0 1 0,1-1 0,-1 0 0,0 0 0,0 1 0,1-1 0,-1-1 0,0 1 0,3-1 0,2 0 0,0-1 0,-1 0 0,1 0 0,-1 0 0,1-1 0,-1 0 0,10-7 0,-7 3-1365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24575,'3'3'0,"0"3"0,3 3 0,-1 2 0,3 3 0,2-2 0,1 0 0,-1 0 0,1 1 0,1-2 0,0-1 0,-1 2 0,0-3 0,0 1 0,1-2 0,1-2 0,-1-2-8191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24575,'10'15'0,"6"8"0,3 4 0,0 1 0,-3-2 0,-1-3 0,-1-3 0,-3-3 0,-1-3 0,-2-2 0,-2-1 0,0-2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5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46 24575,'-30'-8'0,"-13"-2"0,-3 0 0,2 3 0,8 1 0,4 3 0,5 1 0,4 4 0,2 1 0,2 1 0,1-1 0,1 1 0,1 1 0,4-1-8191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8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24575,'2'18'0,"0"-1"0,1 0 0,0 0 0,11 29 0,-4-13 0,1 3 0,0-1 0,2 0 0,21 39 0,-22-52-118,-2-2 243,14 19-1,-21-34-274,0 0 1,1-1-1,0 1 1,0-1-1,0 0 0,0 0 1,1-1-1,0 1 1,5 2-1,1-1-6676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8.3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1 24575,'-4'0'0,"-1"1"0,0-1 0,1 1 0,0 1 0,-1-1 0,1 0 0,0 1 0,-1 0 0,1 0 0,0 0 0,0 1 0,1 0 0,-1-1 0,1 1 0,-1 0 0,-4 6 0,6-7 0,1 0 0,-1-1 0,1 1 0,0 0 0,0 0 0,-1 0 0,1 0 0,1 0 0,-1 0 0,0 0 0,0 0 0,1 0 0,-1 0 0,1 0 0,0 1 0,-1-1 0,1 0 0,0 0 0,1 0 0,-1 1 0,0-1 0,0 0 0,1 0 0,0 0 0,-1 0 0,1 0 0,0 0 0,0 0 0,0 0 0,0 0 0,0 0 0,0 0 0,1 0 0,-1-1 0,3 3 0,2 1 0,0 0 0,1-1 0,-1 0 0,1 0 0,0 0 0,-1-1 0,2 0 0,-1-1 0,0 0 0,12 3 0,6-1 0,45 2 0,58 6-1365,-114-10-5461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9.1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23 24575,'0'-1'0,"-1"-1"0,1 0 0,-1 0 0,1 0 0,-1 1 0,1-1 0,0 0 0,0-4 0,0 6 0,0 0 0,0 0 0,0 0 0,0 0 0,1 0 0,-1-1 0,0 1 0,0 0 0,0 0 0,0 0 0,0 0 0,0 0 0,0 0 0,0-1 0,0 1 0,0 0 0,1 0 0,-1 0 0,0 0 0,0 0 0,0 0 0,0 0 0,0 0 0,0 0 0,1 0 0,-1 0 0,0 0 0,0-1 0,0 1 0,0 0 0,0 0 0,1 0 0,-1 0 0,0 0 0,0 0 0,0 0 0,10 7 0,5 8 0,0 2 0,-1 0 0,14 24 0,-12-18 0,23 26 0,-39-49 0,0 0 0,0 0 0,0 1 0,0-1 0,0 0 0,1 0 0,-1 0 0,0 0 0,0 1 0,0-1 0,1 0 0,-1 0 0,0 0 0,0 0 0,1 0 0,-1 0 0,0 0 0,0 0 0,0 1 0,1-1 0,-1 0 0,0 0 0,0 0 0,1 0 0,-1 0 0,0 0 0,0 0 0,1 0 0,-1-1 0,0 1 0,0 0 0,1 0 0,-1 0 0,0 0 0,1 0 0,5-10 0,0-18 0,-6 26 0,3-15 0,-3 10 0,1 0 0,1 0 0,-1 0 0,1 0 0,5-13 0,-6 19 0,0-1 0,0 1 0,0 0 0,0-1 0,0 1 0,0 0 0,0 0 0,0 0 0,0 0 0,1 0 0,-1 0 0,0 0 0,1 0 0,-1 1 0,0-1 0,1 0 0,-1 1 0,1-1 0,-1 1 0,1 0 0,0-1 0,-1 1 0,1 0 0,-1 0 0,1 0 0,-1 0 0,1 0 0,0 0 0,-1 1 0,1-1 0,-1 0 0,3 2 0,2 0 0,0 0 0,1 1 0,-1 0 0,0 0 0,0 1 0,-1 0 0,1 0 0,6 6 0,1 2 0,22 27 0,-29-32-227,0 1-1,-1 1 1,0-1-1,0 0 1,5 16-1,-7-14-6598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0.0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220 89 24575,'0'-89'0,"0"102"0,0 0 0,0 0 0,-2 0 0,1 0 0,-2 0 0,0 0 0,-6 16 0,-27 65 0,5 2 0,-23 112 0,45-162 0,-2 0 0,-2 0 0,-27 64 0,36-100-1365,0-1-5461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0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116 185 24575,'0'0'0,"0"-1"0,-1 1 0,1-1 0,-1 0 0,1 1 0,-1-1 0,1 1 0,-1-1 0,1 1 0,-1 0 0,0-1 0,1 1 0,-1-1 0,0 1 0,1 0 0,-1 0 0,0-1 0,1 1 0,-1 0 0,0 0 0,0 0 0,1 0 0,-1 0 0,0 0 0,1 0 0,-2 0 0,1 1 0,0-1 0,1 1 0,-1 0 0,1-1 0,0 1 0,-1 0 0,1 0 0,-1 0 0,1-1 0,0 1 0,0 0 0,-1 0 0,1 0 0,0 0 0,0 0 0,0-1 0,0 3 0,0 7 0,1 0 0,3 15 0,-2-12 0,2 0 0,0 0 0,0-1 0,13 24 0,32 43 0,-48-78 0,6 13 0,-6-10 0,-8-8 0,-9-12 0,1 0 0,-25-34 0,33 41 0,-50-74 0,48 69 0,1 0 0,1-1 0,1 0 0,-6-18 0,11 31 0,0 0 0,1 0 0,0 0 0,-1 0 0,1 0 0,0 0 0,0-1 0,0 1 0,1 0 0,-1 0 0,0 0 0,1-2 0,0 4 0,-1-1 0,0 0 0,1 1 0,-1-1 0,0 1 0,1-1 0,-1 1 0,1-1 0,-1 1 0,1-1 0,0 1 0,-1-1 0,1 1 0,-1 0 0,1-1 0,0 1 0,-1 0 0,1 0 0,0-1 0,-1 1 0,1 0 0,0 0 0,0 0 0,-1 0 0,1 0 0,0 0 0,-1 0 0,1 0 0,0 0 0,-1 0 0,1 0 0,0 1 0,0-1 0,-1 0 0,1 0 0,-1 1 0,1-1 0,0 1 0,12 5 0,-1 0 0,-1 1 0,0 1 0,20 16 0,0 0 0,26 20 0,34 23 0,-72-55 0,1 0 0,41 17 0,-43-22 0,-6-2 0,1 0 0,0 0 0,1-1 0,21 3 0,-33-7 0,-1 0 0,0 0 0,0 0 0,0 0 0,1 0 0,-1 0 0,0-1 0,0 1 0,0 0 0,0-1 0,0 1 0,0-1 0,0 1 0,0-1 0,0 0 0,0 1 0,0-1 0,0 0 0,0 0 0,0 0 0,0 0 0,-1 1 0,1-1 0,0 0 0,-1 0 0,1 0 0,0-1 0,-1 1 0,0 0 0,1 0 0,-1 0 0,0 0 0,1 0 0,-1 0 0,0-3 0,1-4 0,-1 0 0,1 0 0,-2-1 0,0-8 0,0 11 0,-6-42 0,-2 0 0,-3 1 0,-18-49 0,30 93-63,-3-5-197,0-1-1,0 1 1,-1-1-1,-7-11 1,2 8-6566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2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81 24575,'-6'-23'0,"4"16"0,-1-1 0,1 1 0,-1 0 0,-6-13 0,9 20 0,-1-1 0,1 1 0,0-1 0,0 1 0,0-1 0,-1 1 0,1 0 0,0-1 0,0 1 0,-1 0 0,1-1 0,0 1 0,-1 0 0,1-1 0,0 1 0,-1 0 0,1-1 0,-1 1 0,1 0 0,-1 0 0,1 0 0,0-1 0,-1 1 0,1 0 0,-1 0 0,1 0 0,-1 0 0,1 0 0,-2 0 0,2 0 0,-1 1 0,1-1 0,-1 1 0,1 0 0,-1-1 0,1 1 0,0 0 0,-1-1 0,1 1 0,0 0 0,-1-1 0,1 1 0,0 0 0,0-1 0,-1 3 0,-1 30 0,2 10 0,3 1 0,1-1 0,3-1 0,1 1 0,17 51 0,3-7 0,-7-26 0,-3 1 0,15 91 0,-32-140 0,-1-11 0,0 1 0,0-1 0,0 0 0,0 1 0,0-1 0,1 0 0,-1 1 0,1-1 0,-1 0 0,1 1 0,0-1 0,0 0 0,2 3 0,-3-5 0,0 0 0,0 0 0,0 0 0,1-1 0,-1 1 0,0 0 0,0 0 0,1 0 0,-1 0 0,0 0 0,0 0 0,0 0 0,0 0 0,1-1 0,-1 1 0,0 0 0,0 0 0,0 0 0,0 0 0,1-1 0,-1 1 0,0 0 0,0 0 0,0 0 0,0-1 0,0 1 0,0 0 0,0 0 0,0 0 0,0-1 0,0 1 0,1 0 0,-1 0 0,0-1 0,0 1 0,0 0 0,-1 0 0,1-1 0,2-10 0,0-16-1365,-2 13-5461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170 0 24575,'-8'0'0,"-1"1"0,1 0 0,-1 0 0,1 1 0,0-1 0,0 2 0,0-1 0,0 1 0,0 1 0,-7 4 0,10-5 0,0 0 0,1 0 0,-1 0 0,1 1 0,0 0 0,0 0 0,0 0 0,1 0 0,-1 1 0,1-1 0,0 1 0,1 0 0,-1 0 0,1 0 0,0 0 0,-2 6 0,1 1 0,1-7 0,0 1 0,1-1 0,0 0 0,0 1 0,-1 6 0,2-11 0,0 0 0,0 0 0,1 0 0,-1 0 0,0 0 0,0 0 0,0 0 0,1 0 0,-1 0 0,0 0 0,1 0 0,-1 0 0,1-1 0,-1 1 0,1 0 0,0 0 0,-1 0 0,1 0 0,0-1 0,0 1 0,-1 0 0,1-1 0,0 1 0,0-1 0,0 1 0,0-1 0,0 1 0,0-1 0,0 1 0,-1-1 0,1 0 0,0 0 0,2 1 0,10 0 0,0 0 0,0 0 0,21-2 0,-18 0 0,28 2 0,-10 2-341,0 2 0,-1 2-1,57 18 1,-75-19-6485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6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264 62 24575,'-6'-6'0,"1"1"0,-1-1 0,-1 1 0,1 0 0,-1 1 0,1 0 0,-1 0 0,-1 0 0,1 1 0,0 0 0,-1 1 0,1-1 0,-1 1 0,0 1 0,0-1 0,0 2 0,0-1 0,0 1 0,0 0 0,0 0 0,1 1 0,-14 3 0,14-2 30,-1 0 0,1-1 0,-15 1 0,19-2-144,0 0 0,0 0-1,0-1 1,0 1 0,0-1 0,0 0-1,0 0 1,0 0 0,0 0 0,0-1-1,1 1 1,-4-3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9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280 50 24575,'-25'-10'0,"-11"-4"0,-2 2 0,4 4 0,4 4 0,5 3 0,7 3 0,4 3 0,1 1 0,2 1 0,-2 2 0,1-2 0,1-1-8191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4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269 156 24575,'-39'-33'0,"13"9"0,-2 1 0,0 2 0,-40-22 0,65 41 0,0 1 0,0-1 0,0 1 0,-1 0 0,1 0 0,0 0 0,-1 0 0,1 1 0,-1-1 0,1 1 0,-8 0 0,10 0 0,-1 1 0,1-1 0,-1 1 0,1-1 0,-1 1 0,1-1 0,0 1 0,-1 0 0,1 0 0,-1 0 0,1 0 0,0 0 0,0 0 0,0 0 0,0 0 0,0 1 0,0-1 0,0 0 0,0 1 0,0-1 0,1 0 0,-1 1 0,0-1 0,1 1 0,-1-1 0,1 1 0,-1 2 0,0 3 0,0 0 0,0 1 0,1-1 0,0 0 0,0 1 0,1-1 0,0 0 0,0 0 0,1 1 0,0-1 0,0 0 0,0-1 0,1 1 0,0 0 0,1-1 0,-1 1 0,8 8 0,-1-1 0,2 0 0,0-1 0,1-1 0,0 1 0,0-2 0,17 11 0,-13-10 0,2 0 0,35 16 0,-45-25 0,-1 1 0,1-2 0,0 1 0,0-1 0,0-1 0,0 1 0,1-2 0,-1 1 0,12-2 0,-19 1 0,1 0 0,-1-1 0,0 1 0,1-1 0,-1 1 0,0-1 0,1 0 0,-1 0 0,0 0 0,0 0 0,0 0 0,0-1 0,0 1 0,0-1 0,-1 1 0,1-1 0,2-2 0,-2 1 0,0 0 0,-1 0 0,1 0 0,-1 0 0,1 0 0,-1 0 0,0-1 0,0 1 0,0-1 0,0-5 0,0 0 0,-1 1 0,0-1 0,-1 0 0,0 1 0,0-1 0,-1 1 0,0-1 0,-5-13 0,1 9 17,0 0 0,-1 0 1,0 1-1,-1-1 0,-1 2 0,-10-13 0,13 18-141,0 0 0,-1 0 1,0 0-1,0 0 0,0 1 0,0 1 1,-1-1-1,1 1 0,-1 0 0,-1 1 1,-9-3-1,3 2-6702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4.8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0 24575,'-15'18'0,"-7"7"0,-3 4 0,0-5 0,3-3 0,2-5 0,1-6 0,5-4-8191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5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9 24575,'-2'-5'0,"-2"1"0,1 6 0,1 5 0,2 7 0,2 3 0,1 4 0,2 1 0,3 1 0,-1 0 0,5 16 0,-1 3 0,-1-2 0,-3-8-8191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5.5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 1 24575,'-10'20'0,"-6"6"0,-2 0 0,1-3 0,1-5 0,2-6 0,-1-2 0,-2-3 0,0-2 0,2-3-8191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1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24575,'10'-5'0,"6"-1"0,0-1-8191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24575,'10'0'0,"6"0"0,3-3 0,0 0 0,0 0 0,-1 0 0,-1 1 0,-1 1 0,-1 0 0,0 1 0,0 0 0,0 0 0,-1 0 0,-2 1-8191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0 24575,'-18'20'0,"-8"9"0,1 3 0,1-3 0,3-2 0,2-5 0,5-3 0,1-1 0,2-3 0,-1 0 0,-1-4 0,0 0 0,2-3-8191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7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105 124 24575,'-1'0'0,"0"1"0,0-1 0,0 0 0,0 1 0,0-1 0,0 1 0,0-1 0,1 1 0,-1 0 0,0-1 0,0 1 0,0 0 0,1 0 0,-1-1 0,0 1 0,1 0 0,-1 0 0,1 0 0,-1 0 0,1 0 0,-1 0 0,0 1 0,-7 24 0,6-16 0,1 0 0,0 0 0,1 0 0,0 0 0,0 0 0,4 19 0,19 59 0,-10-41 0,-11-35 0,-6-15 0,-8-18 0,-10-28 0,-30-99 0,46 125 0,1 8 0,1-1 0,0 0 0,1 0 0,1 0 0,0-32 0,2 47 0,0 0 0,0 0 0,0 0 0,0 1 0,0-1 0,0 0 0,0 0 0,1 0 0,-1 0 0,0 0 0,1 0 0,-1 0 0,0 0 0,1 1 0,0-1 0,-1 0 0,1 0 0,-1 1 0,1-1 0,0 0 0,-1 1 0,1-1 0,0 0 0,1 0 0,-1 1 0,0 0 0,1-1 0,-1 1 0,0 0 0,0 0 0,1 0 0,-1 1 0,0-1 0,0 0 0,1 0 0,-1 1 0,0-1 0,0 1 0,0-1 0,1 1 0,0 0 0,6 4 0,1 1 0,-1-1 0,12 13 0,-17-15 0,82 81 0,18 16 0,-66-69 0,1-2 0,1-2 0,48 25 0,-86-51 0,1-1 0,-1 1 0,1 0 0,-1-1 0,1 1 0,0-1 0,-1 1 0,1-1 0,0 0 0,-1 0 0,1 0 0,0 0 0,1 0 0,-2 0 0,0-1 0,-1 1 0,1 0 0,0-1 0,-1 1 0,1-1 0,0 1 0,-1 0 0,1-1 0,-1 1 0,1-1 0,-1 0 0,1 1 0,-1-1 0,1 1 0,-1-1 0,0 0 0,1 1 0,-1-1 0,0 0 0,1 0 0,-1 1 0,0-1 0,0 0 0,0 0 0,0 1 0,0-1 0,0 0 0,0-1 0,0-6 0,0 0 0,-1 1 0,0-1 0,-1 0 0,0 1 0,-4-13 0,-23-46 0,15 37 0,-2-8 0,-54-108 0,69 143-151,0 0-1,0 1 0,0-1 0,0 0 1,-1 0-1,1 1 0,-1-1 1,-2-1-1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7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333 63 24575,'-1'-3'0,"0"1"0,0-1 0,0 1 0,0 0 0,-1-1 0,1 1 0,-1 0 0,0 0 0,0 0 0,0 0 0,0 0 0,0 1 0,0-1 0,0 0 0,0 1 0,-1 0 0,1 0 0,0-1 0,-5 0 0,-3-1 0,0 1 0,-1-1 0,-17 0 0,7 1 0,-68-8 0,74 9 0,-1 1 0,1 1 0,-28 4 0,40-4-227,-1 0-1,0 0 1,1 0-1,-1 0 1,-4 3-1,-1 2-6598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8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24575,'2'-15'0,"1"13"0,2 8 0,6 20 0,13 41 0,0-2 0,58 144 0,-79-201 0,-1-1 0,1 1 0,-1 0 0,1 14 0,-4-20 0,-3-6 0,-3-6 0,-22-57 0,7 12 0,0 7 0,1-2 0,-17-66 0,37 111 0,0 0 0,0 1 0,0-1 0,0 0 0,0 0 0,1-10 0,0 15 0,0 0 0,0 0 0,0 0 0,0 0 0,0 0 0,0-1 0,0 1 0,0 0 0,0 0 0,0 0 0,0 0 0,0 0 0,0 0 0,0 0 0,0 0 0,0 0 0,0 0 0,0 0 0,0 0 0,0 0 0,0 0 0,0 0 0,0-1 0,0 1 0,0 0 0,0 0 0,0 0 0,0 0 0,0 0 0,0 0 0,0 0 0,1 0 0,-1 0 0,0 0 0,0 0 0,0 0 0,0 0 0,0 0 0,0 0 0,0 0 0,0 0 0,0 0 0,0 0 0,0 0 0,0 0 0,0 0 0,0 0 0,1 0 0,-1 0 0,0 0 0,0 0 0,0 0 0,0 0 0,0 0 0,0 0 0,0 0 0,0 0 0,0 0 0,5 5 0,3 8 0,17 44-328,29 92-1,-47-125-379,1-2-6118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1.3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10 24575,'-6'-9'0,"5"16"0,5 17 0,23 66 0,62 143 0,-88-231 0,14 38 0,-14-37 0,0 0 0,0 1 0,-1-1 0,1 1 0,-1-1 0,0 1 0,0-1 0,0 0 0,-1 7 0,1-10-2,0 1 0,0-1 0,0 0-1,0 0 1,0 1 0,-1-1 0,1 0-1,0 0 1,0 1 0,0-1 0,0 0 0,0 0-1,-1 0 1,1 1 0,0-1 0,0 0-1,0 0 1,-1 0 0,1 1 0,0-1 0,0 0-1,0 0 1,-1 0 0,1 0 0,0 0-1,-1 0 1,1 0 0,0 0 0,0 1 0,-1-1-1,1 0 1,0 0 0,0 0 0,-1 0-1,1-1 1,-12-4 201,-8-13-1683,11 9-5342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1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42 24575,'18'-8'-42,"0"1"1,0 1-1,1 0 0,0 2 0,0 0 0,0 1 1,0 1-1,38 1 0,-34 2-59,-1 2 0,0 0-1,0 2 1,0 0 0,-1 2-1,0 0 1,30 15 0,-14-2 101,0 2 0,-1 2 0,-2 1 0,0 1 0,-2 2 0,-1 1 0,-1 2 0,44 60 0,-64-79 49,-1 2-1,-1-1 1,0 1 0,-1 0 0,0 1-1,-1 0 1,4 16 0,-9-25-17,1-1-1,-1 1 1,-1 0-1,1 0 1,-1 1 0,0-1-1,0 0 1,-1 0 0,0 0-1,0 0 1,0 0 0,-1-1-1,0 1 1,0 0-1,0-1 1,-1 1 0,1-1-1,-2 0 1,1 1 0,0-2-1,-7 8 1,3-5-24,-1-1-1,0 1 1,0-1 0,-1 0 0,0-1 0,0 0-1,0-1 1,0 1 0,-1-2 0,0 0 0,0 0-1,0 0 1,-19 1 0,-7-1-11,0-1 0,-57-5 0,61 0-452,1-1 0,-44-13 0,59 13-6371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0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24575,'12'40'0,"22"50"0,-29-76 0,21 40 0,2 0 0,46 66 0,-71-115 0,-1-2 0,-1 0 0,1-1 0,-1 1 0,1 0 0,0-1 0,0 0 0,0 1 0,1-1 0,-1 0 0,0 0 0,4 2 0,-6-6-87,0 1 0,0-1-1,0 1 1,-1-1 0,1 1-1,0-1 1,0 1 0,-1-1 0,1 1-1,-1-1 1,0-1 0,0 2-231,-3-10-6508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3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1 139 24575,'1'-7'0,"0"-5"0,1 0 0,0 0 0,1 0 0,8-19 0,-10 27 0,1 1 0,-1 0 0,1 0 0,0 0 0,0 1 0,1-1 0,-1 0 0,0 1 0,1-1 0,0 1 0,-1 0 0,1 0 0,0 0 0,0 0 0,0 1 0,0-1 0,1 1 0,-1 0 0,0 0 0,1 0 0,3-1 0,17 0 0,0 0 0,0 2 0,0 1 0,0 0 0,29 7 0,24 1 0,-68-8 0,18 0 0,-26-1 0,1 0 0,-1 0 0,1 0 0,-1 0 0,1 0 0,-1-1 0,0 1 0,1-1 0,-1 1 0,1-1 0,-1 1 0,0-1 0,2-1 0,-3 2 0,0 0 0,0-1 0,0 1 0,0 0 0,0-1 0,0 1 0,0 0 0,0 0 0,0 0 0,0-1 0,-1 1 0,1 0 0,0 0 0,0-1 0,0 1 0,0 0 0,-1 0 0,1 0 0,0 0 0,0-1 0,0 1 0,-1 0 0,1 0 0,0 0 0,0 0 0,-1 0 0,1 0 0,0 0 0,0-1 0,-1 1 0,1 0 0,0 0 0,-1 0 0,1 0 0,0 0 0,0 0 0,-1 0 0,1 0 0,-1 1 0,-12-4 0,-3 2-1365,0 0-5461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7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24575,'18'0'0,"8"0"0,2 0 0,-1 0 0,-3 0 0,-2 0 0,-4 3 0,-1 0 0,-1 0 0,-2 0 0,1-2 0,-1 1 0,0-2 0,-2-2 0,-1-1 0,1-1 0,-3-1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3.3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36 24575,'1'-4'0,"0"-1"0,1 0 0,-1 0 0,4-6 0,-5 11 0,0-1 0,1 1 0,-1 0 0,0-1 0,0 1 0,0 0 0,0 0 0,0-1 0,1 1 0,-1 0 0,0 0 0,0 0 0,1-1 0,-1 1 0,0 0 0,0 0 0,1 0 0,-1 0 0,0-1 0,0 1 0,1 0 0,-1 0 0,0 0 0,0 0 0,1 0 0,-1 0 0,0 0 0,1 0 0,-1 0 0,0 0 0,1 0 0,0 1 0,0-1 0,-1 1 0,1 0 0,0 0 0,-1-1 0,1 1 0,-1 0 0,1 0 0,-1 0 0,1 0 0,-1 0 0,1 0 0,-1 0 0,0 0 0,1 1 0,17 69 0,5 14 0,-8-45 0,1-1 0,22 38 0,-35-70 0,3 3 0,-8-16 0,-7-12-1365,3 10-5461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3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525 76 24575,'2'-3'0,"0"-1"0,1 1 0,-1-1 0,0 1 0,-1-1 0,3-7 0,-3 10 0,-1 0 0,0 0 0,0 1 0,0-1 0,0 0 0,0 0 0,0 0 0,0 0 0,0 0 0,0 0 0,0 1 0,0-1 0,0 0 0,-1 0 0,1 0 0,0 0 0,-1 1 0,1-1 0,-1 0 0,1 0 0,-1 1 0,1-1 0,-1 0 0,1 1 0,-1-1 0,0 0 0,1 1 0,-1-1 0,0 1 0,0-1 0,1 1 0,-1 0 0,0-1 0,0 1 0,0 0 0,1-1 0,-3 1 0,-18-5 0,0 1 0,-42-2 0,42 4 0,-1 2 0,0 0 0,1 1 0,-1 1 0,1 1 0,-27 8 0,4 0 0,-54 7 0,24-6 0,59-8-1365,3 0-5461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8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74 24575,'-5'-15'0,"3"7"0,-1 1 0,0 0 0,0-1 0,-1 1 0,1 0 0,-8-8 0,11 15 0,1 0 0,-1 0 0,0 1 0,0-1 0,0 0 0,0 0 0,0 0 0,0 0 0,0 0 0,0 0 0,0 0 0,0 0 0,-1 0 0,1 0 0,0 0 0,0 1 0,0-1 0,0 0 0,0 0 0,0 0 0,0 0 0,0 0 0,0 0 0,0 0 0,0 0 0,0 0 0,0 0 0,0 0 0,0 0 0,0 0 0,0 0 0,0 0 0,-1 0 0,1 1 0,0-1 0,0 0 0,0 0 0,0 0 0,0 0 0,0 0 0,0 0 0,0 0 0,0 0 0,0 0 0,-1 0 0,1 0 0,0 0 0,0 0 0,0 0 0,0 0 0,0 0 0,0-1 0,0 1 0,0 0 0,0 0 0,0 0 0,0 0 0,0 0 0,-1 0 0,1 0 0,0 0 0,0 0 0,0 0 0,0 0 0,0 0 0,0 0 0,0 8 0,14 89 0,7 74 0,-20-150 0,3 57 0,-5-66 0,1-1 0,-1 1 0,-1-1 0,-5 19 0,4-25 0,8-15 0,1 4 0,-1 0 0,1 1 0,1 0 0,-1 0 0,1 0 0,0 1 0,0 0 0,0 0 0,0 1 0,1 0 0,-1 0 0,1 1 0,0 0 0,0 0 0,0 1 0,0 0 0,0 0 0,0 1 0,0 0 0,0 0 0,0 1 0,0 0 0,0 0 0,0 1 0,-1 0 0,12 5 0,3 2 0,38 21 0,-54-27 0,0 1 0,0 0 0,-1 1 0,1-1 0,-1 1 0,0 0 0,0 0 0,0 1 0,-1 0 0,6 9 0,-9-13 0,0-1 0,0 1 0,-1 0 0,1 0 0,0 0 0,-1 0 0,1 0 0,-1 0 0,0 0 0,0 0 0,0 0 0,0 0 0,0-1 0,0 1 0,0 0 0,0 0 0,-1 0 0,0 3 0,-1-2 0,1-1 0,0 0 0,-1 0 0,1 0 0,-1 0 0,1 0 0,-1 0 0,0-1 0,0 1 0,0 0 0,0-1 0,-4 3 0,-3 0 0,0-1 0,0 1 0,0-1 0,0-1 0,0 0 0,-16 2 0,-24 0 0,1-2 0,-1-2 0,0-3 0,1-1 0,-55-13 0,96 16 0,4 1 0,1 0 0,-1-1 0,1 1 0,0-1 0,-1 0 0,1 0 0,-1 1 0,1-1 0,0-1 0,0 1 0,0 0 0,-1-1 0,-1-1 0,4 3 3,0 0-1,0-1 0,0 1 0,0 0 1,0-1-1,-1 1 0,1 0 0,0-1 1,0 1-1,0 0 0,0 0 0,0-1 1,0 1-1,0 0 0,1-1 0,-1 1 1,0 0-1,0 0 0,0-1 0,0 1 1,0 0-1,0-1 0,0 1 0,1 0 1,-1 0-1,0-1 0,0 1 1,0 0-1,1 0 0,-1 0 0,0-1 1,1 1-1,7-6-1337,-8 6 1230,8-4-6721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8.6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24575,'5'30'0,"4"15"0,3 5 0,3 1 0,0-2 0,1-5 0,-1-5 0,-2-7 0,0-3 0,-1-2 0,0-3 0,1-3 0,-2-3 0,0-4 0,0-2 0,1-3 0,-1-3-8191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0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60 24575,'-6'-2'0,"-1"-1"0,-1 1 0,0-1 0,1 1 0,-1 0 0,0 1 0,0 0 0,0 0 0,0 1 0,0 0 0,-9 1 0,16-1 0,1 0 0,-1 0 0,0 0 0,1 0 0,-1 0 0,0 0 0,1 1 0,-1-1 0,0 0 0,1 0 0,-1 1 0,0-1 0,1 0 0,-1 1 0,0-1 0,1 1 0,-1-1 0,1 1 0,-1-1 0,1 1 0,-1-1 0,1 1 0,0-1 0,-1 1 0,1 0 0,0-1 0,-1 1 0,1-1 0,0 1 0,0 0 0,-1 0 0,1-1 0,0 1 0,0 0 0,0-1 0,0 1 0,0 0 0,0-1 0,0 1 0,0 0 0,0 0 0,1-1 0,-1 1 0,0 0 0,0-1 0,1 1 0,-1 0 0,0-1 0,1 1 0,-1-1 0,0 1 0,2 0 0,1 4 0,1 0 0,0 0 0,0 0 0,8 6 0,-2-3 0,0 1 0,0-2 0,1 0 0,0 0 0,0 0 0,1-2 0,-1 1 0,1-2 0,1 1 0,-1-2 0,0 1 0,1-2 0,0 0 0,19 1 0,-24-3 0,0 0 0,0 0 0,0-1 0,0 0 0,12-3 0,-17 3 0,-1 0 0,0 0 0,0 0 0,0 0 0,0 0 0,0 0 0,0-1 0,0 1 0,0-1 0,0 1 0,-1-1 0,1 0 0,0 0 0,-1 1 0,0-1 0,1 0 0,-1-1 0,0 1 0,0 0 0,0 0 0,0 0 0,0-5 0,0 3 5,0-1-1,-1 1 1,0-1-1,0 0 0,0 1 1,0-1-1,-1 1 1,0-1-1,0 1 1,0-1-1,0 1 0,-1-1 1,0 1-1,0 0 1,0 0-1,0 0 1,0 0-1,-1 0 1,0 1-1,0-1 0,0 1 1,0 0-1,-1-1 1,1 1-1,-1 1 1,-7-5-1,7 4-61,0 0 0,0 1 0,-1 0 0,1 0-1,-1 0 1,1 1 0,-1-1 0,0 1 0,1 0 0,-1 0 0,0 1 0,0-1-1,0 1 1,0 0 0,1 0 0,-1 1 0,0 0 0,0 0 0,0 0 0,1 0 0,-1 1-1,0-1 1,1 1 0,0 0 0,-5 3 0,-4 5-6769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4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1 24575,'-13'1'0,"0"2"0,-17 4 0,27-6 0,0 0 0,0 0 0,0 0 0,0 0 0,1 1 0,-1-1 0,0 1 0,1 0 0,-1 0 0,1 0 0,-1 0 0,1 0 0,0 0 0,0 1 0,-3 3 0,5-4 0,-1-1 0,1 1 0,-1-1 0,1 1 0,0-1 0,0 1 0,0-1 0,0 1 0,0-1 0,0 1 0,0-1 0,0 1 0,0-1 0,1 1 0,-1-1 0,1 1 0,-1-1 0,1 1 0,0-1 0,-1 0 0,1 1 0,0-1 0,0 0 0,0 0 0,0 0 0,0 1 0,0-1 0,0 0 0,2 1 0,6 5 0,-1-1 0,0 0 0,13 5 0,-14-6 0,12 5 0,0 0 0,1-1 0,24 8 0,-36-15 0,0 1 0,1-1 0,-1-1 0,1 1 0,0-1 0,0-1 0,-1 0 0,1 0 0,0-1 0,14-2 0,-19 1-114,0 1 1,0-1-1,0 0 0,0 0 0,0 0 1,0 0-1,0-1 0,-1 0 0,1 0 1,-1 0-1,5-5 0,-2-1-6712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6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24575,'5'20'0,"4"14"0,1 7 0,0 1 0,3-2 0,-3-2 0,1-3 0,-2-2 0,-1-5 0,2-1 0,-1-3 0,0-4 0,-1-2 0,1-4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9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24575,'-6'6'0,"0"0"0,1 1 0,-1 0 0,1 0 0,1 0 0,-1 1 0,1-1 0,0 1 0,1 0 0,-4 16 0,6-21 0,0 1 0,1 0 0,-1-1 0,1 1 0,0-1 0,0 1 0,1 0 0,-1-1 0,1 1 0,0-1 0,0 1 0,0-1 0,0 1 0,0-1 0,1 0 0,0 0 0,-1 1 0,1-1 0,0 0 0,1-1 0,-1 1 0,0 0 0,1-1 0,0 1 0,-1-1 0,1 0 0,0 0 0,5 3 0,0 0 15,1-1 0,1 0 0,-1 0 0,0 0 0,1-2 0,-1 1 0,12 1 0,1-2-510,0 0 0,24-2 0,-32 0-6331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0.9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56 581 24575,'18'-13'0,"-1"-2"0,-1 0 0,0-1 0,16-23 0,-27 33 0,-1 0 0,0 0 0,-1 0 0,1-1 0,-1 0 0,-1 0 0,1 1 0,-1-2 0,0 1 0,-1 0 0,1 0 0,-2 0 0,1-1 0,-1 1 0,0 0 0,-2-13 0,-1 3 0,-2 0 0,0 1 0,0 0 0,-11-20 0,-37-59 0,26 48 0,12 19 0,4 7 0,-22-31 0,33 51 0,-1 1 0,1-1 0,0 0 0,-1 1 0,1-1 0,-1 1 0,0-1 0,1 1 0,-1-1 0,1 1 0,-1-1 0,0 1 0,1 0 0,-1-1 0,-1 0 0,2 2 0,0-1 0,-1 0 0,1 0 0,0 0 0,0 0 0,-1 0 0,1 0 0,0 0 0,0 0 0,0 1 0,-1-1 0,1 0 0,0 0 0,0 0 0,0 0 0,-1 1 0,1-1 0,0 0 0,0 0 0,0 0 0,0 1 0,0-1 0,0 0 0,0 0 0,-1 1 0,1-1 0,0 0 0,0 0 0,0 1 0,0-1 0,0 4 0,0-1 0,-1 1 0,1 0 0,1-1 0,0 5 0,8 36 0,2-1 0,32 81 0,-24-73 0,-4-12 0,1-1 0,30 50 0,-37-73 0,1 0 0,1 0 0,0-1 0,1 0 0,1-1 0,0 0 0,29 21 0,-34-29 0,0 0 0,0-1 0,1 0 0,0 0 0,-1-1 0,1-1 0,0 1 0,1-1 0,-1-1 0,0 0 0,0 0 0,1 0 0,11-2 0,-14 0 0,0 0 0,0 0 0,0 0 0,0-1 0,0 0 0,-1 0 0,1-1 0,-1 0 0,1 0 0,-1-1 0,0 0 0,0 0 0,0 0 0,-1-1 0,0 1 0,0-1 0,9-11 0,-9 9 0,-1-1 0,0 0 0,0 0 0,0 0 0,-1 0 0,0 0 0,-1-1 0,0 1 0,0-1 0,-1 0 0,0 0 0,-1 0 0,0 1 0,-1-13 0,1 15 0,-1 0 0,0 0 0,0 0 0,-1 0 0,0 0 0,0 0 0,0 1 0,-1-1 0,0 1 0,0 0 0,0 0 0,0 0 0,-1 0 0,0 0 0,0 1 0,0-1 0,-1 1 0,1 0 0,-1 1 0,0-1 0,-10-5 0,13 8 0,0 0 0,0 0 0,-1 0 0,1 1 0,0-1 0,0 0 0,-1 1 0,1 0 0,0-1 0,-1 1 0,1 0 0,0 0 0,-1 0 0,1 1 0,0-1 0,0 0 0,-1 1 0,1 0 0,-3 1 0,3-1 0,0 0 0,0 1 0,0-1 0,1 1 0,-1-1 0,1 1 0,-1 0 0,1 0 0,0-1 0,0 1 0,-1 0 0,1 0 0,0 0 0,1 1 0,-1-1 0,0 0 0,1 0 0,-1 0 0,1 0 0,0 3 0,-1 3 0,0 0 0,1 0 0,0-1 0,0 1 0,1 0 0,0 0 0,1-1 0,0 1 0,0-1 0,0 0 0,7 14 0,-2-8 0,1 0 0,1 0 0,0-1 0,1-1 0,12 13 0,-7-9 0,1-1 0,0 0 0,21 13 0,-31-22 0,0-1 0,1 0 0,0-1 0,0 0 0,0 0 0,0 0 0,1-1 0,-1 0 0,1-1 0,-1 1 0,1-2 0,9 1 0,-15-1 0,0 0 0,0 0 0,0-1 0,1 1 0,-1-1 0,0 1 0,0-1 0,0 0 0,0 0 0,0 0 0,0 0 0,0 0 0,-1-1 0,1 1 0,0 0 0,1-3 0,0 1 0,-1 0 0,0 0 0,0 0 0,0 0 0,-1 0 0,1-1 0,-1 1 0,0-1 0,1-3 0,1-6 0,-1 0 0,-1-1 0,0 1 0,-2-15 0,1 18 0,-2 1 0,1 0 0,-1 0 0,-3-10 0,31 54 0,-19-26 0,0 0 0,1-1 0,0 0 0,0 0 0,1 0 0,-1-1 0,20 11 0,-24-15 0,1-1 0,0 0 0,0 0 0,0 0 0,0 0 0,0-1 0,0 0 0,0 0 0,0 0 0,1-1 0,-1 0 0,0 0 0,0 0 0,1-1 0,-1 1 0,0-1 0,0-1 0,0 1 0,6-3 0,10-5 0,-12 4 0,1 1 0,-1 1 0,15-4 0,-20 6 0,0 1 0,0-1 0,0 1 0,0 0 0,0 0 0,0 1 0,0-1 0,0 1 0,0 0 0,0 0 0,0 0 0,5 3 0,2 1-1365,-1 0-5461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8 24575,'-3'-1'0,"-1"0"0,0-1 0,0 1 0,0 0 0,0 1 0,0-1 0,0 1 0,0 0 0,0 0 0,-8 0 0,10 1 0,0-1 0,0 1 0,0 0 0,1-1 0,-1 1 0,0 0 0,0 0 0,1 0 0,-1 0 0,0 0 0,1 1 0,-1-1 0,1 0 0,0 1 0,-1-1 0,1 1 0,0-1 0,0 1 0,0 0 0,0 0 0,0-1 0,0 1 0,1 0 0,-2 2 0,1 2 0,0-1 0,0 1 0,0-1 0,1 1 0,-1-1 0,2 1 0,-1 0 0,2 8 0,-2-10 0,1-1 0,0 1 0,0 0 0,0 0 0,1-1 0,-1 1 0,1-1 0,0 1 0,0-1 0,0 0 0,1 0 0,-1 0 0,4 3 0,-5-5 0,1 0 0,-1 0 0,1 0 0,-1 0 0,1 0 0,-1-1 0,1 1 0,0-1 0,-1 1 0,1-1 0,0 1 0,0-1 0,-1 0 0,1 0 0,0 0 0,0 0 0,0 0 0,2-1 0,5-1 0,-1 0 0,15-6 0,11-2 0,-30 10 0,0 0 0,0 0 0,0 1 0,0-1 0,0 1 0,0 0 0,0 0 0,-1 1 0,1-1 0,0 1 0,-1 0 0,1 0 0,-1 0 0,1 0 0,-1 1 0,4 3 0,2 2 0,0 1 0,-1-1 0,0 2 0,8 11 0,-8-9 0,0 0 0,-1 1 0,-1-1 0,0 2 0,0-1 0,-2 1 0,1-1 0,-2 1 0,0 0 0,-1 1 0,0-1 0,0 28 0,-2-40 0,0 0 0,-1 1 0,1-1 0,0 0 0,-1 0 0,1 0 0,-1 0 0,0 0 0,0 0 0,0 0 0,0 0 0,0 0 0,0 0 0,0 0 0,-1 0 0,1-1 0,-1 1 0,1 0 0,-1-1 0,1 1 0,-1-1 0,0 0 0,0 0 0,0 0 0,0 0 0,0 0 0,0 0 0,0 0 0,0 0 0,0-1 0,0 1 0,-1-1 0,-3 1 0,-1-1 0,0 0 0,-1-1 0,1 0 0,0 0 0,0 0 0,-1-1 0,1 0 0,0 0 0,-7-4 0,-4-3-151,1 0-1,0-1 0,0-1 0,1-1 1,0 0-1,1-1 0,0 0 1,-19-24-1,22 20-6674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1.7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 31 24575,'-4'-5'0,"0"1"0,0 0 0,0 0 0,-6-4 0,9 7 0,0 1 0,0-1 0,0 1 0,0-1 0,1 1 0,-1-1 0,0 1 0,0 0 0,0 0 0,0-1 0,0 1 0,0 0 0,0 0 0,-1 0 0,1 0 0,0 0 0,1 1 0,-1-1 0,1 0 0,-1 1 0,1-1 0,-1 0 0,1 1 0,-1-1 0,1 0 0,0 1 0,-1-1 0,1 1 0,0-1 0,-1 1 0,1-1 0,0 1 0,-1-1 0,1 1 0,0 0 0,0-1 0,0 1 0,-1-1 0,1 1 0,0 0 0,0 0 0,-1 5 0,1 0 0,-1 0 0,1 1 0,1-1 0,-1 0 0,2 8 0,11 41 0,-5-28 0,36 124 0,-9-37 0,-35-113-47,5 25 220,-5-25-216,0-1 1,0 1-1,0 0 1,0-1-1,0 1 0,0-1 1,0 1-1,0 0 1,0-1-1,0 1 0,-1 0 1,1-1-1,0 1 1,0-1-1,-1 1 0,1 0 1,0-1-1,-1 1 1,1-1-1,-1 1 0,1-1 1,-1 1-1,1-1 1,-1 1-1,1-1 0,-1 0 1,1 1-1,-1-1 1,1 0-1,-1 1 0,0-1 1,1 0-1,-1 0 1,0 1-1,-8-2-6783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2.2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1 308 24575,'114'61'0,"24"11"0,-133-70 0,-1 0 0,1 0 0,0 0 0,-1 0 0,1-1 0,0 0 0,0 0 0,8 0 0,-11-1 0,0 0 0,0 0 0,1-1 0,-1 1 0,0-1 0,0 0 0,0 0 0,0 1 0,0-1 0,-1 0 0,1-1 0,0 1 0,0 0 0,-1 0 0,1-1 0,-1 1 0,1-1 0,-1 0 0,1 1 0,-1-1 0,0 0 0,1-2 0,2-3 0,0 0 0,-1 0 0,0-1 0,0 1 0,-1-1 0,0 0 0,1-11 0,2-60 0,-2 21 0,5-161 0,1 249 0,74 367 0,-78-376 0,-4-12 0,1 0 0,1 0 0,-1 0 0,2 0 0,-1 0 0,1 0 0,6 10 0,-10-19 0,1 1 0,-1-1 0,1 1 0,-1-1 0,0 1 0,1-1 0,-1 0 0,1 1 0,-1-1 0,1 0 0,-1 1 0,1-1 0,0 0 0,-1 0 0,1 1 0,-1-1 0,1 0 0,-1 0 0,1 0 0,0 0 0,-1 0 0,1 0 0,0 0 0,-1 0 0,1 0 0,-1 0 0,2 0 0,-1-1 0,1 0 0,-1 1 0,1-1 0,-1 0 0,0 0 0,1 0 0,-1 0 0,0 0 0,0 0 0,2-2 0,1-3 0,0 1 0,0-1 0,5-12 0,0-6 0,6-14 0,-14 36 0,0-1 0,1 1 0,-1 0 0,0 0 0,1 1 0,-1-1 0,1 0 0,-1 0 0,1 1 0,0-1 0,0 1 0,0-1 0,2 0 0,-2 1 0,-1 1 0,1 0 0,0-1 0,-1 1 0,1 0 0,-1 0 0,1 0 0,0 0 0,-1 0 0,1 0 0,0 1 0,-1-1 0,1 0 0,-1 1 0,1-1 0,-1 1 0,4 1 0,23 17 0,-25-17 0,30 25 0,-2 2 0,52 61 0,-67-67-1365,-12-13-5461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3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116 235 24575,'-3'-1'0,"1"0"0,0 1 0,-1-1 0,1 1 0,0-1 0,-1 1 0,1 0 0,-1 0 0,1 1 0,0-1 0,-1 0 0,1 1 0,-1-1 0,1 1 0,0 0 0,0 0 0,-1 0 0,1 0 0,0 0 0,0 0 0,0 0 0,0 1 0,0-1 0,1 1 0,-1 0 0,0-1 0,1 1 0,-1 0 0,1 0 0,-1 0 0,1 0 0,0 0 0,0 0 0,0 1 0,0-1 0,0 0 0,1 0 0,-1 1 0,1-1 0,-1 4 0,0 5 0,0 1 0,1 0 0,0-1 0,1 1 0,0-1 0,1 1 0,0-1 0,6 17 0,4 5 0,23 47 0,-35-79 0,1 0 0,-1-1 0,0 1 0,0 0 0,1-1 0,-1 1 0,1 0 0,-1-1 0,0 1 0,1-1 0,-1 1 0,1-1 0,-1 1 0,1-1 0,0 1 0,-1-1 0,2 1 0,-2-1 0,0 0 0,0 0 0,1-1 0,-1 1 0,0 0 0,0 0 0,1 0 0,-1 0 0,0-1 0,0 1 0,0 0 0,1 0 0,-1 0 0,0-1 0,0 1 0,0 0 0,0 0 0,1-1 0,-1 1 0,0 0 0,0 0 0,0-1 0,0 1 0,0 0 0,0-1 0,0 1 0,0-1 0,2-26 0,-5 2 0,-1 0 0,-1 0 0,-1 0 0,-14-35 0,1 3 0,1-4 0,-20-73 0,37 129 0,0 1 0,1-1 0,-1 0 0,1 0 0,1 0 0,-1 0 0,2-9 0,-2 13 0,0 0 0,1 0 0,-1 0 0,0 1 0,1-1 0,-1 0 0,0 0 0,1 0 0,-1 0 0,1 0 0,-1 1 0,1-1 0,0 0 0,-1 1 0,1-1 0,0 0 0,-1 1 0,1-1 0,0 1 0,0-1 0,0 1 0,-1-1 0,1 1 0,0-1 0,0 1 0,0 0 0,0 0 0,0-1 0,0 1 0,0 0 0,0 0 0,0 0 0,0 0 0,0 0 0,0 0 0,0 0 0,0 1 0,-1-1 0,1 0 0,0 0 0,0 1 0,0-1 0,0 0 0,0 1 0,0-1 0,1 2 0,8 5 0,1 0 0,-2 1 0,1 1 0,-1-1 0,0 1 0,15 21 0,-9-12 0,42 47 0,2-3 0,3-3 0,95 71 0,-146-122 0,35 23 0,-42-29 0,-1 0 0,0 0 0,1-1 0,-1 1 0,1-1 0,0 0 0,-1 0 0,1 0 0,0-1 0,0 1 0,5-1 0,-7 0 0,-1-1 0,1 1 0,0-1 0,-1 0 0,1 1 0,0-1 0,-1 0 0,1 0 0,-1 0 0,0 0 0,1 0 0,-1 0 0,0-1 0,1 1 0,-1 0 0,0-1 0,0 1 0,0-1 0,0 1 0,0-1 0,-1 1 0,1-1 0,0 0 0,-1 1 0,1-4 0,1-3 0,0 1 0,-1 0 0,0-1 0,-1-12 0,-2-15 0,-2 0 0,-1 0 0,-2 0 0,-1 1 0,-2 0 0,-1 1 0,-28-57 0,10 39-1365,16 32-5461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324" Type="http://schemas.openxmlformats.org/officeDocument/2006/relationships/customXml" Target="../ink/ink162.xml"/><Relationship Id="rId531" Type="http://schemas.openxmlformats.org/officeDocument/2006/relationships/customXml" Target="../ink/ink266.xml"/><Relationship Id="rId629" Type="http://schemas.openxmlformats.org/officeDocument/2006/relationships/customXml" Target="../ink/ink315.xml"/><Relationship Id="rId170" Type="http://schemas.openxmlformats.org/officeDocument/2006/relationships/customXml" Target="../ink/ink85.xml"/><Relationship Id="rId268" Type="http://schemas.openxmlformats.org/officeDocument/2006/relationships/customXml" Target="../ink/ink134.xml"/><Relationship Id="rId475" Type="http://schemas.openxmlformats.org/officeDocument/2006/relationships/image" Target="../media/image238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8.png"/><Relationship Id="rId542" Type="http://schemas.openxmlformats.org/officeDocument/2006/relationships/image" Target="../media/image271.png"/><Relationship Id="rId181" Type="http://schemas.openxmlformats.org/officeDocument/2006/relationships/image" Target="../media/image91.png"/><Relationship Id="rId402" Type="http://schemas.openxmlformats.org/officeDocument/2006/relationships/customXml" Target="../ink/ink201.xml"/><Relationship Id="rId279" Type="http://schemas.openxmlformats.org/officeDocument/2006/relationships/image" Target="../media/image140.png"/><Relationship Id="rId486" Type="http://schemas.openxmlformats.org/officeDocument/2006/relationships/customXml" Target="../ink/ink243.xml"/><Relationship Id="rId43" Type="http://schemas.openxmlformats.org/officeDocument/2006/relationships/image" Target="../media/image22.png"/><Relationship Id="rId139" Type="http://schemas.openxmlformats.org/officeDocument/2006/relationships/image" Target="../media/image70.png"/><Relationship Id="rId346" Type="http://schemas.openxmlformats.org/officeDocument/2006/relationships/customXml" Target="../ink/ink173.xml"/><Relationship Id="rId553" Type="http://schemas.openxmlformats.org/officeDocument/2006/relationships/customXml" Target="../ink/ink277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7.png"/><Relationship Id="rId497" Type="http://schemas.openxmlformats.org/officeDocument/2006/relationships/image" Target="../media/image249.png"/><Relationship Id="rId620" Type="http://schemas.openxmlformats.org/officeDocument/2006/relationships/image" Target="../media/image310.png"/><Relationship Id="rId357" Type="http://schemas.openxmlformats.org/officeDocument/2006/relationships/image" Target="../media/image179.png"/><Relationship Id="rId54" Type="http://schemas.openxmlformats.org/officeDocument/2006/relationships/customXml" Target="../ink/ink27.xml"/><Relationship Id="rId217" Type="http://schemas.openxmlformats.org/officeDocument/2006/relationships/image" Target="../media/image109.png"/><Relationship Id="rId564" Type="http://schemas.openxmlformats.org/officeDocument/2006/relationships/image" Target="../media/image282.png"/><Relationship Id="rId424" Type="http://schemas.openxmlformats.org/officeDocument/2006/relationships/customXml" Target="../ink/ink212.xml"/><Relationship Id="rId631" Type="http://schemas.openxmlformats.org/officeDocument/2006/relationships/customXml" Target="../ink/ink316.xml"/><Relationship Id="rId270" Type="http://schemas.openxmlformats.org/officeDocument/2006/relationships/customXml" Target="../ink/ink135.xml"/><Relationship Id="rId65" Type="http://schemas.openxmlformats.org/officeDocument/2006/relationships/image" Target="../media/image33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575" Type="http://schemas.openxmlformats.org/officeDocument/2006/relationships/customXml" Target="../ink/ink288.xml"/><Relationship Id="rId228" Type="http://schemas.openxmlformats.org/officeDocument/2006/relationships/customXml" Target="../ink/ink114.xml"/><Relationship Id="rId435" Type="http://schemas.openxmlformats.org/officeDocument/2006/relationships/image" Target="../media/image218.png"/><Relationship Id="rId642" Type="http://schemas.openxmlformats.org/officeDocument/2006/relationships/image" Target="../media/image321.png"/><Relationship Id="rId281" Type="http://schemas.openxmlformats.org/officeDocument/2006/relationships/image" Target="../media/image141.png"/><Relationship Id="rId502" Type="http://schemas.openxmlformats.org/officeDocument/2006/relationships/customXml" Target="../ink/ink251.xml"/><Relationship Id="rId76" Type="http://schemas.openxmlformats.org/officeDocument/2006/relationships/customXml" Target="../ink/ink38.xml"/><Relationship Id="rId141" Type="http://schemas.openxmlformats.org/officeDocument/2006/relationships/image" Target="../media/image71.png"/><Relationship Id="rId379" Type="http://schemas.openxmlformats.org/officeDocument/2006/relationships/image" Target="../media/image190.png"/><Relationship Id="rId586" Type="http://schemas.openxmlformats.org/officeDocument/2006/relationships/image" Target="../media/image293.png"/><Relationship Id="rId7" Type="http://schemas.openxmlformats.org/officeDocument/2006/relationships/image" Target="../media/image4.png"/><Relationship Id="rId239" Type="http://schemas.openxmlformats.org/officeDocument/2006/relationships/image" Target="../media/image120.png"/><Relationship Id="rId446" Type="http://schemas.openxmlformats.org/officeDocument/2006/relationships/customXml" Target="../ink/ink223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87" Type="http://schemas.openxmlformats.org/officeDocument/2006/relationships/image" Target="../media/image44.png"/><Relationship Id="rId513" Type="http://schemas.openxmlformats.org/officeDocument/2006/relationships/image" Target="../media/image257.png"/><Relationship Id="rId597" Type="http://schemas.openxmlformats.org/officeDocument/2006/relationships/customXml" Target="../ink/ink299.xml"/><Relationship Id="rId152" Type="http://schemas.openxmlformats.org/officeDocument/2006/relationships/customXml" Target="../ink/ink76.xml"/><Relationship Id="rId457" Type="http://schemas.openxmlformats.org/officeDocument/2006/relationships/image" Target="../media/image229.png"/><Relationship Id="rId14" Type="http://schemas.openxmlformats.org/officeDocument/2006/relationships/customXml" Target="../ink/ink7.xml"/><Relationship Id="rId317" Type="http://schemas.openxmlformats.org/officeDocument/2006/relationships/image" Target="../media/image159.png"/><Relationship Id="rId524" Type="http://schemas.openxmlformats.org/officeDocument/2006/relationships/image" Target="../media/image262.png"/><Relationship Id="rId98" Type="http://schemas.openxmlformats.org/officeDocument/2006/relationships/customXml" Target="../ink/ink49.xml"/><Relationship Id="rId163" Type="http://schemas.openxmlformats.org/officeDocument/2006/relationships/image" Target="../media/image82.png"/><Relationship Id="rId370" Type="http://schemas.openxmlformats.org/officeDocument/2006/relationships/customXml" Target="../ink/ink185.xml"/><Relationship Id="rId230" Type="http://schemas.openxmlformats.org/officeDocument/2006/relationships/customXml" Target="../ink/ink115.xml"/><Relationship Id="rId468" Type="http://schemas.openxmlformats.org/officeDocument/2006/relationships/customXml" Target="../ink/ink234.xml"/><Relationship Id="rId25" Type="http://schemas.openxmlformats.org/officeDocument/2006/relationships/image" Target="../media/image13.png"/><Relationship Id="rId328" Type="http://schemas.openxmlformats.org/officeDocument/2006/relationships/customXml" Target="../ink/ink164.xml"/><Relationship Id="rId535" Type="http://schemas.openxmlformats.org/officeDocument/2006/relationships/customXml" Target="../ink/ink268.xml"/><Relationship Id="rId174" Type="http://schemas.openxmlformats.org/officeDocument/2006/relationships/customXml" Target="../ink/ink87.xml"/><Relationship Id="rId381" Type="http://schemas.openxmlformats.org/officeDocument/2006/relationships/image" Target="../media/image191.png"/><Relationship Id="rId602" Type="http://schemas.openxmlformats.org/officeDocument/2006/relationships/image" Target="../media/image301.png"/><Relationship Id="rId241" Type="http://schemas.openxmlformats.org/officeDocument/2006/relationships/image" Target="../media/image121.png"/><Relationship Id="rId479" Type="http://schemas.openxmlformats.org/officeDocument/2006/relationships/image" Target="../media/image240.png"/><Relationship Id="rId36" Type="http://schemas.openxmlformats.org/officeDocument/2006/relationships/customXml" Target="../ink/ink18.xml"/><Relationship Id="rId339" Type="http://schemas.openxmlformats.org/officeDocument/2006/relationships/image" Target="../media/image170.png"/><Relationship Id="rId546" Type="http://schemas.openxmlformats.org/officeDocument/2006/relationships/image" Target="../media/image273.png"/><Relationship Id="rId101" Type="http://schemas.openxmlformats.org/officeDocument/2006/relationships/image" Target="../media/image51.png"/><Relationship Id="rId185" Type="http://schemas.openxmlformats.org/officeDocument/2006/relationships/image" Target="../media/image93.png"/><Relationship Id="rId406" Type="http://schemas.openxmlformats.org/officeDocument/2006/relationships/customXml" Target="../ink/ink203.xml"/><Relationship Id="rId392" Type="http://schemas.openxmlformats.org/officeDocument/2006/relationships/customXml" Target="../ink/ink196.xml"/><Relationship Id="rId613" Type="http://schemas.openxmlformats.org/officeDocument/2006/relationships/customXml" Target="../ink/ink307.xml"/><Relationship Id="rId252" Type="http://schemas.openxmlformats.org/officeDocument/2006/relationships/customXml" Target="../ink/ink126.xml"/><Relationship Id="rId47" Type="http://schemas.openxmlformats.org/officeDocument/2006/relationships/image" Target="../media/image24.png"/><Relationship Id="rId112" Type="http://schemas.openxmlformats.org/officeDocument/2006/relationships/customXml" Target="../ink/ink56.xml"/><Relationship Id="rId557" Type="http://schemas.openxmlformats.org/officeDocument/2006/relationships/customXml" Target="../ink/ink279.xml"/><Relationship Id="rId196" Type="http://schemas.openxmlformats.org/officeDocument/2006/relationships/customXml" Target="../ink/ink98.xml"/><Relationship Id="rId417" Type="http://schemas.openxmlformats.org/officeDocument/2006/relationships/image" Target="../media/image209.png"/><Relationship Id="rId459" Type="http://schemas.openxmlformats.org/officeDocument/2006/relationships/image" Target="../media/image230.png"/><Relationship Id="rId624" Type="http://schemas.openxmlformats.org/officeDocument/2006/relationships/image" Target="../media/image312.png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263" Type="http://schemas.openxmlformats.org/officeDocument/2006/relationships/image" Target="../media/image132.png"/><Relationship Id="rId319" Type="http://schemas.openxmlformats.org/officeDocument/2006/relationships/image" Target="../media/image160.png"/><Relationship Id="rId470" Type="http://schemas.openxmlformats.org/officeDocument/2006/relationships/customXml" Target="../ink/ink235.xml"/><Relationship Id="rId526" Type="http://schemas.openxmlformats.org/officeDocument/2006/relationships/image" Target="../media/image263.png"/><Relationship Id="rId58" Type="http://schemas.openxmlformats.org/officeDocument/2006/relationships/customXml" Target="../ink/ink29.xml"/><Relationship Id="rId123" Type="http://schemas.openxmlformats.org/officeDocument/2006/relationships/image" Target="../media/image62.png"/><Relationship Id="rId330" Type="http://schemas.openxmlformats.org/officeDocument/2006/relationships/customXml" Target="../ink/ink165.xml"/><Relationship Id="rId568" Type="http://schemas.openxmlformats.org/officeDocument/2006/relationships/image" Target="../media/image284.png"/><Relationship Id="rId165" Type="http://schemas.openxmlformats.org/officeDocument/2006/relationships/image" Target="../media/image83.png"/><Relationship Id="rId372" Type="http://schemas.openxmlformats.org/officeDocument/2006/relationships/customXml" Target="../ink/ink186.xml"/><Relationship Id="rId428" Type="http://schemas.openxmlformats.org/officeDocument/2006/relationships/customXml" Target="../ink/ink214.xml"/><Relationship Id="rId635" Type="http://schemas.openxmlformats.org/officeDocument/2006/relationships/customXml" Target="../ink/ink318.xml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41.png"/><Relationship Id="rId27" Type="http://schemas.openxmlformats.org/officeDocument/2006/relationships/image" Target="../media/image14.png"/><Relationship Id="rId69" Type="http://schemas.openxmlformats.org/officeDocument/2006/relationships/image" Target="../media/image35.png"/><Relationship Id="rId134" Type="http://schemas.openxmlformats.org/officeDocument/2006/relationships/customXml" Target="../ink/ink67.xml"/><Relationship Id="rId537" Type="http://schemas.openxmlformats.org/officeDocument/2006/relationships/customXml" Target="../ink/ink269.xml"/><Relationship Id="rId579" Type="http://schemas.openxmlformats.org/officeDocument/2006/relationships/customXml" Target="../ink/ink290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71.png"/><Relationship Id="rId383" Type="http://schemas.openxmlformats.org/officeDocument/2006/relationships/image" Target="../media/image192.png"/><Relationship Id="rId439" Type="http://schemas.openxmlformats.org/officeDocument/2006/relationships/image" Target="../media/image220.png"/><Relationship Id="rId590" Type="http://schemas.openxmlformats.org/officeDocument/2006/relationships/image" Target="../media/image295.png"/><Relationship Id="rId604" Type="http://schemas.openxmlformats.org/officeDocument/2006/relationships/image" Target="../media/image302.png"/><Relationship Id="rId646" Type="http://schemas.openxmlformats.org/officeDocument/2006/relationships/image" Target="../media/image323.png"/><Relationship Id="rId201" Type="http://schemas.openxmlformats.org/officeDocument/2006/relationships/image" Target="../media/image101.png"/><Relationship Id="rId243" Type="http://schemas.openxmlformats.org/officeDocument/2006/relationships/image" Target="../media/image122.png"/><Relationship Id="rId285" Type="http://schemas.openxmlformats.org/officeDocument/2006/relationships/image" Target="../media/image143.png"/><Relationship Id="rId450" Type="http://schemas.openxmlformats.org/officeDocument/2006/relationships/customXml" Target="../ink/ink225.xml"/><Relationship Id="rId506" Type="http://schemas.openxmlformats.org/officeDocument/2006/relationships/customXml" Target="../ink/ink253.xml"/><Relationship Id="rId38" Type="http://schemas.openxmlformats.org/officeDocument/2006/relationships/customXml" Target="../ink/ink19.xml"/><Relationship Id="rId103" Type="http://schemas.openxmlformats.org/officeDocument/2006/relationships/image" Target="../media/image52.png"/><Relationship Id="rId310" Type="http://schemas.openxmlformats.org/officeDocument/2006/relationships/customXml" Target="../ink/ink155.xml"/><Relationship Id="rId492" Type="http://schemas.openxmlformats.org/officeDocument/2006/relationships/customXml" Target="../ink/ink246.xml"/><Relationship Id="rId548" Type="http://schemas.openxmlformats.org/officeDocument/2006/relationships/image" Target="../media/image274.png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87" Type="http://schemas.openxmlformats.org/officeDocument/2006/relationships/image" Target="../media/image94.png"/><Relationship Id="rId352" Type="http://schemas.openxmlformats.org/officeDocument/2006/relationships/customXml" Target="../ink/ink176.xml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615" Type="http://schemas.openxmlformats.org/officeDocument/2006/relationships/customXml" Target="../ink/ink308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296" Type="http://schemas.openxmlformats.org/officeDocument/2006/relationships/customXml" Target="../ink/ink148.xml"/><Relationship Id="rId461" Type="http://schemas.openxmlformats.org/officeDocument/2006/relationships/image" Target="../media/image231.png"/><Relationship Id="rId517" Type="http://schemas.openxmlformats.org/officeDocument/2006/relationships/image" Target="../media/image259.png"/><Relationship Id="rId559" Type="http://schemas.openxmlformats.org/officeDocument/2006/relationships/customXml" Target="../ink/ink280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1.png"/><Relationship Id="rId363" Type="http://schemas.openxmlformats.org/officeDocument/2006/relationships/image" Target="../media/image182.png"/><Relationship Id="rId419" Type="http://schemas.openxmlformats.org/officeDocument/2006/relationships/image" Target="../media/image210.png"/><Relationship Id="rId570" Type="http://schemas.openxmlformats.org/officeDocument/2006/relationships/image" Target="../media/image285.png"/><Relationship Id="rId626" Type="http://schemas.openxmlformats.org/officeDocument/2006/relationships/image" Target="../media/image313.png"/><Relationship Id="rId223" Type="http://schemas.openxmlformats.org/officeDocument/2006/relationships/image" Target="../media/image112.png"/><Relationship Id="rId430" Type="http://schemas.openxmlformats.org/officeDocument/2006/relationships/customXml" Target="../ink/ink215.xml"/><Relationship Id="rId18" Type="http://schemas.openxmlformats.org/officeDocument/2006/relationships/customXml" Target="../ink/ink9.xml"/><Relationship Id="rId265" Type="http://schemas.openxmlformats.org/officeDocument/2006/relationships/image" Target="../media/image133.png"/><Relationship Id="rId472" Type="http://schemas.openxmlformats.org/officeDocument/2006/relationships/customXml" Target="../ink/ink236.xml"/><Relationship Id="rId528" Type="http://schemas.openxmlformats.org/officeDocument/2006/relationships/image" Target="../media/image264.png"/><Relationship Id="rId125" Type="http://schemas.openxmlformats.org/officeDocument/2006/relationships/image" Target="../media/image63.png"/><Relationship Id="rId167" Type="http://schemas.openxmlformats.org/officeDocument/2006/relationships/image" Target="../media/image84.png"/><Relationship Id="rId332" Type="http://schemas.openxmlformats.org/officeDocument/2006/relationships/customXml" Target="../ink/ink166.xml"/><Relationship Id="rId374" Type="http://schemas.openxmlformats.org/officeDocument/2006/relationships/customXml" Target="../ink/ink187.xml"/><Relationship Id="rId581" Type="http://schemas.openxmlformats.org/officeDocument/2006/relationships/customXml" Target="../ink/ink291.xml"/><Relationship Id="rId71" Type="http://schemas.openxmlformats.org/officeDocument/2006/relationships/image" Target="../media/image36.png"/><Relationship Id="rId234" Type="http://schemas.openxmlformats.org/officeDocument/2006/relationships/customXml" Target="../ink/ink117.xml"/><Relationship Id="rId637" Type="http://schemas.openxmlformats.org/officeDocument/2006/relationships/customXml" Target="../ink/ink319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76" Type="http://schemas.openxmlformats.org/officeDocument/2006/relationships/customXml" Target="../ink/ink138.xml"/><Relationship Id="rId441" Type="http://schemas.openxmlformats.org/officeDocument/2006/relationships/image" Target="../media/image221.png"/><Relationship Id="rId483" Type="http://schemas.openxmlformats.org/officeDocument/2006/relationships/image" Target="../media/image242.png"/><Relationship Id="rId539" Type="http://schemas.openxmlformats.org/officeDocument/2006/relationships/customXml" Target="../ink/ink270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51.png"/><Relationship Id="rId343" Type="http://schemas.openxmlformats.org/officeDocument/2006/relationships/image" Target="../media/image172.png"/><Relationship Id="rId550" Type="http://schemas.openxmlformats.org/officeDocument/2006/relationships/image" Target="../media/image275.png"/><Relationship Id="rId82" Type="http://schemas.openxmlformats.org/officeDocument/2006/relationships/customXml" Target="../ink/ink41.xml"/><Relationship Id="rId203" Type="http://schemas.openxmlformats.org/officeDocument/2006/relationships/image" Target="../media/image102.png"/><Relationship Id="rId385" Type="http://schemas.openxmlformats.org/officeDocument/2006/relationships/image" Target="../media/image193.png"/><Relationship Id="rId592" Type="http://schemas.openxmlformats.org/officeDocument/2006/relationships/image" Target="../media/image296.png"/><Relationship Id="rId606" Type="http://schemas.openxmlformats.org/officeDocument/2006/relationships/image" Target="../media/image303.png"/><Relationship Id="rId245" Type="http://schemas.openxmlformats.org/officeDocument/2006/relationships/image" Target="../media/image123.png"/><Relationship Id="rId287" Type="http://schemas.openxmlformats.org/officeDocument/2006/relationships/image" Target="../media/image144.png"/><Relationship Id="rId410" Type="http://schemas.openxmlformats.org/officeDocument/2006/relationships/customXml" Target="../ink/ink205.xml"/><Relationship Id="rId452" Type="http://schemas.openxmlformats.org/officeDocument/2006/relationships/customXml" Target="../ink/ink226.xml"/><Relationship Id="rId494" Type="http://schemas.openxmlformats.org/officeDocument/2006/relationships/customXml" Target="../ink/ink247.xml"/><Relationship Id="rId508" Type="http://schemas.openxmlformats.org/officeDocument/2006/relationships/customXml" Target="../ink/ink254.xml"/><Relationship Id="rId105" Type="http://schemas.openxmlformats.org/officeDocument/2006/relationships/image" Target="../media/image53.png"/><Relationship Id="rId147" Type="http://schemas.openxmlformats.org/officeDocument/2006/relationships/image" Target="../media/image74.png"/><Relationship Id="rId312" Type="http://schemas.openxmlformats.org/officeDocument/2006/relationships/customXml" Target="../ink/ink156.xml"/><Relationship Id="rId354" Type="http://schemas.openxmlformats.org/officeDocument/2006/relationships/customXml" Target="../ink/ink177.xml"/><Relationship Id="rId51" Type="http://schemas.openxmlformats.org/officeDocument/2006/relationships/image" Target="../media/image26.png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96" Type="http://schemas.openxmlformats.org/officeDocument/2006/relationships/customXml" Target="../ink/ink198.xml"/><Relationship Id="rId561" Type="http://schemas.openxmlformats.org/officeDocument/2006/relationships/customXml" Target="../ink/ink281.xml"/><Relationship Id="rId617" Type="http://schemas.openxmlformats.org/officeDocument/2006/relationships/customXml" Target="../ink/ink309.xml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customXml" Target="../ink/ink149.xml"/><Relationship Id="rId421" Type="http://schemas.openxmlformats.org/officeDocument/2006/relationships/image" Target="../media/image211.png"/><Relationship Id="rId463" Type="http://schemas.openxmlformats.org/officeDocument/2006/relationships/image" Target="../media/image232.png"/><Relationship Id="rId519" Type="http://schemas.openxmlformats.org/officeDocument/2006/relationships/image" Target="../media/image260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image" Target="../media/image162.png"/><Relationship Id="rId530" Type="http://schemas.openxmlformats.org/officeDocument/2006/relationships/image" Target="../media/image265.png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3.png"/><Relationship Id="rId572" Type="http://schemas.openxmlformats.org/officeDocument/2006/relationships/image" Target="../media/image286.png"/><Relationship Id="rId628" Type="http://schemas.openxmlformats.org/officeDocument/2006/relationships/image" Target="../media/image314.png"/><Relationship Id="rId225" Type="http://schemas.openxmlformats.org/officeDocument/2006/relationships/image" Target="../media/image113.png"/><Relationship Id="rId267" Type="http://schemas.openxmlformats.org/officeDocument/2006/relationships/image" Target="../media/image134.png"/><Relationship Id="rId432" Type="http://schemas.openxmlformats.org/officeDocument/2006/relationships/customXml" Target="../ink/ink216.xml"/><Relationship Id="rId474" Type="http://schemas.openxmlformats.org/officeDocument/2006/relationships/customXml" Target="../ink/ink237.xml"/><Relationship Id="rId127" Type="http://schemas.openxmlformats.org/officeDocument/2006/relationships/image" Target="../media/image64.png"/><Relationship Id="rId31" Type="http://schemas.openxmlformats.org/officeDocument/2006/relationships/image" Target="../media/image16.png"/><Relationship Id="rId73" Type="http://schemas.openxmlformats.org/officeDocument/2006/relationships/image" Target="../media/image37.png"/><Relationship Id="rId169" Type="http://schemas.openxmlformats.org/officeDocument/2006/relationships/image" Target="../media/image85.png"/><Relationship Id="rId334" Type="http://schemas.openxmlformats.org/officeDocument/2006/relationships/customXml" Target="../ink/ink167.xml"/><Relationship Id="rId376" Type="http://schemas.openxmlformats.org/officeDocument/2006/relationships/customXml" Target="../ink/ink188.xml"/><Relationship Id="rId541" Type="http://schemas.openxmlformats.org/officeDocument/2006/relationships/customXml" Target="../ink/ink271.xml"/><Relationship Id="rId583" Type="http://schemas.openxmlformats.org/officeDocument/2006/relationships/customXml" Target="../ink/ink292.xml"/><Relationship Id="rId639" Type="http://schemas.openxmlformats.org/officeDocument/2006/relationships/customXml" Target="../ink/ink320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36" Type="http://schemas.openxmlformats.org/officeDocument/2006/relationships/customXml" Target="../ink/ink118.xml"/><Relationship Id="rId278" Type="http://schemas.openxmlformats.org/officeDocument/2006/relationships/customXml" Target="../ink/ink139.xml"/><Relationship Id="rId401" Type="http://schemas.openxmlformats.org/officeDocument/2006/relationships/image" Target="../media/image201.png"/><Relationship Id="rId443" Type="http://schemas.openxmlformats.org/officeDocument/2006/relationships/image" Target="../media/image222.png"/><Relationship Id="rId303" Type="http://schemas.openxmlformats.org/officeDocument/2006/relationships/image" Target="../media/image152.png"/><Relationship Id="rId485" Type="http://schemas.openxmlformats.org/officeDocument/2006/relationships/image" Target="../media/image243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3.png"/><Relationship Id="rId387" Type="http://schemas.openxmlformats.org/officeDocument/2006/relationships/image" Target="../media/image194.png"/><Relationship Id="rId510" Type="http://schemas.openxmlformats.org/officeDocument/2006/relationships/customXml" Target="../ink/ink255.xml"/><Relationship Id="rId552" Type="http://schemas.openxmlformats.org/officeDocument/2006/relationships/image" Target="../media/image276.png"/><Relationship Id="rId594" Type="http://schemas.openxmlformats.org/officeDocument/2006/relationships/image" Target="../media/image297.png"/><Relationship Id="rId608" Type="http://schemas.openxmlformats.org/officeDocument/2006/relationships/image" Target="../media/image304.png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47" Type="http://schemas.openxmlformats.org/officeDocument/2006/relationships/image" Target="../media/image124.png"/><Relationship Id="rId412" Type="http://schemas.openxmlformats.org/officeDocument/2006/relationships/customXml" Target="../ink/ink206.xml"/><Relationship Id="rId107" Type="http://schemas.openxmlformats.org/officeDocument/2006/relationships/image" Target="../media/image54.png"/><Relationship Id="rId289" Type="http://schemas.openxmlformats.org/officeDocument/2006/relationships/image" Target="../media/image145.png"/><Relationship Id="rId454" Type="http://schemas.openxmlformats.org/officeDocument/2006/relationships/customXml" Target="../ink/ink227.xml"/><Relationship Id="rId496" Type="http://schemas.openxmlformats.org/officeDocument/2006/relationships/customXml" Target="../ink/ink248.xml"/><Relationship Id="rId11" Type="http://schemas.openxmlformats.org/officeDocument/2006/relationships/image" Target="../media/image6.png"/><Relationship Id="rId53" Type="http://schemas.openxmlformats.org/officeDocument/2006/relationships/image" Target="../media/image27.png"/><Relationship Id="rId149" Type="http://schemas.openxmlformats.org/officeDocument/2006/relationships/image" Target="../media/image75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521" Type="http://schemas.openxmlformats.org/officeDocument/2006/relationships/image" Target="../media/image261.png"/><Relationship Id="rId563" Type="http://schemas.openxmlformats.org/officeDocument/2006/relationships/customXml" Target="../ink/ink282.xml"/><Relationship Id="rId619" Type="http://schemas.openxmlformats.org/officeDocument/2006/relationships/customXml" Target="../ink/ink310.xml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2.png"/><Relationship Id="rId258" Type="http://schemas.openxmlformats.org/officeDocument/2006/relationships/customXml" Target="../ink/ink129.xml"/><Relationship Id="rId465" Type="http://schemas.openxmlformats.org/officeDocument/2006/relationships/image" Target="../media/image233.png"/><Relationship Id="rId630" Type="http://schemas.openxmlformats.org/officeDocument/2006/relationships/image" Target="../media/image315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3.png"/><Relationship Id="rId367" Type="http://schemas.openxmlformats.org/officeDocument/2006/relationships/image" Target="../media/image184.png"/><Relationship Id="rId532" Type="http://schemas.openxmlformats.org/officeDocument/2006/relationships/image" Target="../media/image266.png"/><Relationship Id="rId574" Type="http://schemas.openxmlformats.org/officeDocument/2006/relationships/image" Target="../media/image287.png"/><Relationship Id="rId171" Type="http://schemas.openxmlformats.org/officeDocument/2006/relationships/image" Target="../media/image86.png"/><Relationship Id="rId227" Type="http://schemas.openxmlformats.org/officeDocument/2006/relationships/image" Target="../media/image114.png"/><Relationship Id="rId269" Type="http://schemas.openxmlformats.org/officeDocument/2006/relationships/image" Target="../media/image135.png"/><Relationship Id="rId434" Type="http://schemas.openxmlformats.org/officeDocument/2006/relationships/customXml" Target="../ink/ink217.xml"/><Relationship Id="rId476" Type="http://schemas.openxmlformats.org/officeDocument/2006/relationships/customXml" Target="../ink/ink238.xml"/><Relationship Id="rId641" Type="http://schemas.openxmlformats.org/officeDocument/2006/relationships/customXml" Target="../ink/ink321.xml"/><Relationship Id="rId33" Type="http://schemas.openxmlformats.org/officeDocument/2006/relationships/image" Target="../media/image17.png"/><Relationship Id="rId129" Type="http://schemas.openxmlformats.org/officeDocument/2006/relationships/image" Target="../media/image65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501" Type="http://schemas.openxmlformats.org/officeDocument/2006/relationships/image" Target="../media/image251.png"/><Relationship Id="rId543" Type="http://schemas.openxmlformats.org/officeDocument/2006/relationships/customXml" Target="../ink/ink272.xml"/><Relationship Id="rId75" Type="http://schemas.openxmlformats.org/officeDocument/2006/relationships/image" Target="../media/image38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2.png"/><Relationship Id="rId585" Type="http://schemas.openxmlformats.org/officeDocument/2006/relationships/customXml" Target="../ink/ink293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3.png"/><Relationship Id="rId487" Type="http://schemas.openxmlformats.org/officeDocument/2006/relationships/image" Target="../media/image244.png"/><Relationship Id="rId610" Type="http://schemas.openxmlformats.org/officeDocument/2006/relationships/image" Target="../media/image305.png"/><Relationship Id="rId291" Type="http://schemas.openxmlformats.org/officeDocument/2006/relationships/image" Target="../media/image146.png"/><Relationship Id="rId305" Type="http://schemas.openxmlformats.org/officeDocument/2006/relationships/image" Target="../media/image153.png"/><Relationship Id="rId347" Type="http://schemas.openxmlformats.org/officeDocument/2006/relationships/image" Target="../media/image174.png"/><Relationship Id="rId512" Type="http://schemas.openxmlformats.org/officeDocument/2006/relationships/customXml" Target="../ink/ink256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6.png"/><Relationship Id="rId389" Type="http://schemas.openxmlformats.org/officeDocument/2006/relationships/image" Target="../media/image195.png"/><Relationship Id="rId554" Type="http://schemas.openxmlformats.org/officeDocument/2006/relationships/image" Target="../media/image277.png"/><Relationship Id="rId596" Type="http://schemas.openxmlformats.org/officeDocument/2006/relationships/image" Target="../media/image298.png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49" Type="http://schemas.openxmlformats.org/officeDocument/2006/relationships/image" Target="../media/image125.png"/><Relationship Id="rId414" Type="http://schemas.openxmlformats.org/officeDocument/2006/relationships/customXml" Target="../ink/ink207.xml"/><Relationship Id="rId456" Type="http://schemas.openxmlformats.org/officeDocument/2006/relationships/customXml" Target="../ink/ink228.xml"/><Relationship Id="rId498" Type="http://schemas.openxmlformats.org/officeDocument/2006/relationships/customXml" Target="../ink/ink249.xml"/><Relationship Id="rId621" Type="http://schemas.openxmlformats.org/officeDocument/2006/relationships/customXml" Target="../ink/ink311.xml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23" Type="http://schemas.openxmlformats.org/officeDocument/2006/relationships/customXml" Target="../ink/ink262.xml"/><Relationship Id="rId55" Type="http://schemas.openxmlformats.org/officeDocument/2006/relationships/image" Target="../media/image28.png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565" Type="http://schemas.openxmlformats.org/officeDocument/2006/relationships/customXml" Target="../ink/ink283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3.png"/><Relationship Id="rId467" Type="http://schemas.openxmlformats.org/officeDocument/2006/relationships/image" Target="../media/image234.png"/><Relationship Id="rId632" Type="http://schemas.openxmlformats.org/officeDocument/2006/relationships/image" Target="../media/image316.png"/><Relationship Id="rId271" Type="http://schemas.openxmlformats.org/officeDocument/2006/relationships/image" Target="../media/image136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6.png"/><Relationship Id="rId327" Type="http://schemas.openxmlformats.org/officeDocument/2006/relationships/image" Target="../media/image164.png"/><Relationship Id="rId369" Type="http://schemas.openxmlformats.org/officeDocument/2006/relationships/image" Target="../media/image185.png"/><Relationship Id="rId534" Type="http://schemas.openxmlformats.org/officeDocument/2006/relationships/image" Target="../media/image267.png"/><Relationship Id="rId576" Type="http://schemas.openxmlformats.org/officeDocument/2006/relationships/image" Target="../media/image288.png"/><Relationship Id="rId173" Type="http://schemas.openxmlformats.org/officeDocument/2006/relationships/image" Target="../media/image87.png"/><Relationship Id="rId229" Type="http://schemas.openxmlformats.org/officeDocument/2006/relationships/image" Target="../media/image115.png"/><Relationship Id="rId380" Type="http://schemas.openxmlformats.org/officeDocument/2006/relationships/customXml" Target="../ink/ink190.xml"/><Relationship Id="rId436" Type="http://schemas.openxmlformats.org/officeDocument/2006/relationships/customXml" Target="../ink/ink218.xml"/><Relationship Id="rId601" Type="http://schemas.openxmlformats.org/officeDocument/2006/relationships/customXml" Target="../ink/ink301.xml"/><Relationship Id="rId643" Type="http://schemas.openxmlformats.org/officeDocument/2006/relationships/customXml" Target="../ink/ink322.xml"/><Relationship Id="rId240" Type="http://schemas.openxmlformats.org/officeDocument/2006/relationships/customXml" Target="../ink/ink120.xml"/><Relationship Id="rId478" Type="http://schemas.openxmlformats.org/officeDocument/2006/relationships/customXml" Target="../ink/ink239.xml"/><Relationship Id="rId35" Type="http://schemas.openxmlformats.org/officeDocument/2006/relationships/image" Target="../media/image18.png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503" Type="http://schemas.openxmlformats.org/officeDocument/2006/relationships/image" Target="../media/image252.png"/><Relationship Id="rId545" Type="http://schemas.openxmlformats.org/officeDocument/2006/relationships/customXml" Target="../ink/ink273.xml"/><Relationship Id="rId587" Type="http://schemas.openxmlformats.org/officeDocument/2006/relationships/customXml" Target="../ink/ink294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6.png"/><Relationship Id="rId405" Type="http://schemas.openxmlformats.org/officeDocument/2006/relationships/image" Target="../media/image203.png"/><Relationship Id="rId447" Type="http://schemas.openxmlformats.org/officeDocument/2006/relationships/image" Target="../media/image224.png"/><Relationship Id="rId612" Type="http://schemas.openxmlformats.org/officeDocument/2006/relationships/image" Target="../media/image306.png"/><Relationship Id="rId251" Type="http://schemas.openxmlformats.org/officeDocument/2006/relationships/image" Target="../media/image126.png"/><Relationship Id="rId489" Type="http://schemas.openxmlformats.org/officeDocument/2006/relationships/image" Target="../media/image245.png"/><Relationship Id="rId46" Type="http://schemas.openxmlformats.org/officeDocument/2006/relationships/customXml" Target="../ink/ink23.xml"/><Relationship Id="rId293" Type="http://schemas.openxmlformats.org/officeDocument/2006/relationships/image" Target="../media/image147.png"/><Relationship Id="rId307" Type="http://schemas.openxmlformats.org/officeDocument/2006/relationships/image" Target="../media/image154.png"/><Relationship Id="rId349" Type="http://schemas.openxmlformats.org/officeDocument/2006/relationships/image" Target="../media/image175.png"/><Relationship Id="rId514" Type="http://schemas.openxmlformats.org/officeDocument/2006/relationships/customXml" Target="../ink/ink257.xml"/><Relationship Id="rId556" Type="http://schemas.openxmlformats.org/officeDocument/2006/relationships/image" Target="../media/image278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53" Type="http://schemas.openxmlformats.org/officeDocument/2006/relationships/image" Target="../media/image77.png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360" Type="http://schemas.openxmlformats.org/officeDocument/2006/relationships/customXml" Target="../ink/ink180.xml"/><Relationship Id="rId416" Type="http://schemas.openxmlformats.org/officeDocument/2006/relationships/customXml" Target="../ink/ink208.xml"/><Relationship Id="rId598" Type="http://schemas.openxmlformats.org/officeDocument/2006/relationships/image" Target="../media/image299.png"/><Relationship Id="rId220" Type="http://schemas.openxmlformats.org/officeDocument/2006/relationships/customXml" Target="../ink/ink110.xml"/><Relationship Id="rId458" Type="http://schemas.openxmlformats.org/officeDocument/2006/relationships/customXml" Target="../ink/ink229.xml"/><Relationship Id="rId623" Type="http://schemas.openxmlformats.org/officeDocument/2006/relationships/customXml" Target="../ink/ink312.xml"/><Relationship Id="rId15" Type="http://schemas.openxmlformats.org/officeDocument/2006/relationships/image" Target="../media/image8.png"/><Relationship Id="rId57" Type="http://schemas.openxmlformats.org/officeDocument/2006/relationships/image" Target="../media/image29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525" Type="http://schemas.openxmlformats.org/officeDocument/2006/relationships/customXml" Target="../ink/ink263.xml"/><Relationship Id="rId567" Type="http://schemas.openxmlformats.org/officeDocument/2006/relationships/customXml" Target="../ink/ink284.xml"/><Relationship Id="rId99" Type="http://schemas.openxmlformats.org/officeDocument/2006/relationships/image" Target="../media/image50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6.png"/><Relationship Id="rId427" Type="http://schemas.openxmlformats.org/officeDocument/2006/relationships/image" Target="../media/image214.png"/><Relationship Id="rId469" Type="http://schemas.openxmlformats.org/officeDocument/2006/relationships/image" Target="../media/image235.png"/><Relationship Id="rId634" Type="http://schemas.openxmlformats.org/officeDocument/2006/relationships/image" Target="../media/image317.png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273" Type="http://schemas.openxmlformats.org/officeDocument/2006/relationships/image" Target="../media/image137.png"/><Relationship Id="rId329" Type="http://schemas.openxmlformats.org/officeDocument/2006/relationships/image" Target="../media/image165.png"/><Relationship Id="rId480" Type="http://schemas.openxmlformats.org/officeDocument/2006/relationships/customXml" Target="../ink/ink240.xml"/><Relationship Id="rId536" Type="http://schemas.openxmlformats.org/officeDocument/2006/relationships/image" Target="../media/image268.png"/><Relationship Id="rId68" Type="http://schemas.openxmlformats.org/officeDocument/2006/relationships/customXml" Target="../ink/ink34.xml"/><Relationship Id="rId133" Type="http://schemas.openxmlformats.org/officeDocument/2006/relationships/image" Target="../media/image67.png"/><Relationship Id="rId175" Type="http://schemas.openxmlformats.org/officeDocument/2006/relationships/image" Target="../media/image88.png"/><Relationship Id="rId340" Type="http://schemas.openxmlformats.org/officeDocument/2006/relationships/customXml" Target="../ink/ink170.xml"/><Relationship Id="rId578" Type="http://schemas.openxmlformats.org/officeDocument/2006/relationships/image" Target="../media/image289.png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customXml" Target="../ink/ink219.xml"/><Relationship Id="rId603" Type="http://schemas.openxmlformats.org/officeDocument/2006/relationships/customXml" Target="../ink/ink302.xml"/><Relationship Id="rId645" Type="http://schemas.openxmlformats.org/officeDocument/2006/relationships/customXml" Target="../ink/ink323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6.png"/><Relationship Id="rId505" Type="http://schemas.openxmlformats.org/officeDocument/2006/relationships/image" Target="../media/image253.png"/><Relationship Id="rId37" Type="http://schemas.openxmlformats.org/officeDocument/2006/relationships/image" Target="../media/image19.png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customXml" Target="../ink/ink274.xml"/><Relationship Id="rId589" Type="http://schemas.openxmlformats.org/officeDocument/2006/relationships/customXml" Target="../ink/ink295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6.png"/><Relationship Id="rId393" Type="http://schemas.openxmlformats.org/officeDocument/2006/relationships/image" Target="../media/image197.png"/><Relationship Id="rId407" Type="http://schemas.openxmlformats.org/officeDocument/2006/relationships/image" Target="../media/image204.png"/><Relationship Id="rId449" Type="http://schemas.openxmlformats.org/officeDocument/2006/relationships/image" Target="../media/image225.png"/><Relationship Id="rId614" Type="http://schemas.openxmlformats.org/officeDocument/2006/relationships/image" Target="../media/image307.png"/><Relationship Id="rId211" Type="http://schemas.openxmlformats.org/officeDocument/2006/relationships/image" Target="../media/image106.png"/><Relationship Id="rId253" Type="http://schemas.openxmlformats.org/officeDocument/2006/relationships/image" Target="../media/image127.png"/><Relationship Id="rId295" Type="http://schemas.openxmlformats.org/officeDocument/2006/relationships/image" Target="../media/image148.png"/><Relationship Id="rId309" Type="http://schemas.openxmlformats.org/officeDocument/2006/relationships/image" Target="../media/image155.png"/><Relationship Id="rId460" Type="http://schemas.openxmlformats.org/officeDocument/2006/relationships/customXml" Target="../ink/ink230.xml"/><Relationship Id="rId516" Type="http://schemas.openxmlformats.org/officeDocument/2006/relationships/customXml" Target="../ink/ink258.xml"/><Relationship Id="rId48" Type="http://schemas.openxmlformats.org/officeDocument/2006/relationships/customXml" Target="../ink/ink24.xml"/><Relationship Id="rId113" Type="http://schemas.openxmlformats.org/officeDocument/2006/relationships/image" Target="../media/image57.png"/><Relationship Id="rId320" Type="http://schemas.openxmlformats.org/officeDocument/2006/relationships/customXml" Target="../ink/ink160.xml"/><Relationship Id="rId558" Type="http://schemas.openxmlformats.org/officeDocument/2006/relationships/image" Target="../media/image279.png"/><Relationship Id="rId155" Type="http://schemas.openxmlformats.org/officeDocument/2006/relationships/image" Target="../media/image78.png"/><Relationship Id="rId197" Type="http://schemas.openxmlformats.org/officeDocument/2006/relationships/image" Target="../media/image99.png"/><Relationship Id="rId362" Type="http://schemas.openxmlformats.org/officeDocument/2006/relationships/customXml" Target="../ink/ink181.xml"/><Relationship Id="rId418" Type="http://schemas.openxmlformats.org/officeDocument/2006/relationships/customXml" Target="../ink/ink209.xml"/><Relationship Id="rId625" Type="http://schemas.openxmlformats.org/officeDocument/2006/relationships/customXml" Target="../ink/ink313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6.png"/><Relationship Id="rId17" Type="http://schemas.openxmlformats.org/officeDocument/2006/relationships/image" Target="../media/image9.png"/><Relationship Id="rId59" Type="http://schemas.openxmlformats.org/officeDocument/2006/relationships/image" Target="../media/image30.png"/><Relationship Id="rId124" Type="http://schemas.openxmlformats.org/officeDocument/2006/relationships/customXml" Target="../ink/ink62.xml"/><Relationship Id="rId527" Type="http://schemas.openxmlformats.org/officeDocument/2006/relationships/customXml" Target="../ink/ink264.xml"/><Relationship Id="rId569" Type="http://schemas.openxmlformats.org/officeDocument/2006/relationships/customXml" Target="../ink/ink285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6.png"/><Relationship Id="rId373" Type="http://schemas.openxmlformats.org/officeDocument/2006/relationships/image" Target="../media/image187.png"/><Relationship Id="rId429" Type="http://schemas.openxmlformats.org/officeDocument/2006/relationships/image" Target="../media/image215.png"/><Relationship Id="rId580" Type="http://schemas.openxmlformats.org/officeDocument/2006/relationships/image" Target="../media/image290.png"/><Relationship Id="rId636" Type="http://schemas.openxmlformats.org/officeDocument/2006/relationships/image" Target="../media/image31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7.png"/><Relationship Id="rId440" Type="http://schemas.openxmlformats.org/officeDocument/2006/relationships/customXml" Target="../ink/ink220.xml"/><Relationship Id="rId28" Type="http://schemas.openxmlformats.org/officeDocument/2006/relationships/customXml" Target="../ink/ink14.xml"/><Relationship Id="rId275" Type="http://schemas.openxmlformats.org/officeDocument/2006/relationships/image" Target="../media/image138.png"/><Relationship Id="rId300" Type="http://schemas.openxmlformats.org/officeDocument/2006/relationships/customXml" Target="../ink/ink150.xml"/><Relationship Id="rId482" Type="http://schemas.openxmlformats.org/officeDocument/2006/relationships/customXml" Target="../ink/ink241.xml"/><Relationship Id="rId538" Type="http://schemas.openxmlformats.org/officeDocument/2006/relationships/image" Target="../media/image269.png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77" Type="http://schemas.openxmlformats.org/officeDocument/2006/relationships/image" Target="../media/image89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591" Type="http://schemas.openxmlformats.org/officeDocument/2006/relationships/customXml" Target="../ink/ink296.xml"/><Relationship Id="rId605" Type="http://schemas.openxmlformats.org/officeDocument/2006/relationships/customXml" Target="../ink/ink303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20.png"/><Relationship Id="rId286" Type="http://schemas.openxmlformats.org/officeDocument/2006/relationships/customXml" Target="../ink/ink143.xml"/><Relationship Id="rId451" Type="http://schemas.openxmlformats.org/officeDocument/2006/relationships/image" Target="../media/image226.png"/><Relationship Id="rId493" Type="http://schemas.openxmlformats.org/officeDocument/2006/relationships/image" Target="../media/image247.png"/><Relationship Id="rId507" Type="http://schemas.openxmlformats.org/officeDocument/2006/relationships/image" Target="../media/image254.png"/><Relationship Id="rId549" Type="http://schemas.openxmlformats.org/officeDocument/2006/relationships/customXml" Target="../ink/ink275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6.png"/><Relationship Id="rId353" Type="http://schemas.openxmlformats.org/officeDocument/2006/relationships/image" Target="../media/image177.png"/><Relationship Id="rId395" Type="http://schemas.openxmlformats.org/officeDocument/2006/relationships/image" Target="../media/image198.png"/><Relationship Id="rId409" Type="http://schemas.openxmlformats.org/officeDocument/2006/relationships/image" Target="../media/image205.png"/><Relationship Id="rId560" Type="http://schemas.openxmlformats.org/officeDocument/2006/relationships/image" Target="../media/image280.png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420" Type="http://schemas.openxmlformats.org/officeDocument/2006/relationships/customXml" Target="../ink/ink210.xml"/><Relationship Id="rId616" Type="http://schemas.openxmlformats.org/officeDocument/2006/relationships/image" Target="../media/image308.png"/><Relationship Id="rId255" Type="http://schemas.openxmlformats.org/officeDocument/2006/relationships/image" Target="../media/image128.png"/><Relationship Id="rId297" Type="http://schemas.openxmlformats.org/officeDocument/2006/relationships/image" Target="../media/image149.png"/><Relationship Id="rId462" Type="http://schemas.openxmlformats.org/officeDocument/2006/relationships/customXml" Target="../ink/ink231.xml"/><Relationship Id="rId518" Type="http://schemas.openxmlformats.org/officeDocument/2006/relationships/customXml" Target="../ink/ink259.xml"/><Relationship Id="rId115" Type="http://schemas.openxmlformats.org/officeDocument/2006/relationships/image" Target="../media/image58.png"/><Relationship Id="rId157" Type="http://schemas.openxmlformats.org/officeDocument/2006/relationships/image" Target="../media/image79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61" Type="http://schemas.openxmlformats.org/officeDocument/2006/relationships/image" Target="../media/image31.png"/><Relationship Id="rId199" Type="http://schemas.openxmlformats.org/officeDocument/2006/relationships/image" Target="../media/image100.png"/><Relationship Id="rId571" Type="http://schemas.openxmlformats.org/officeDocument/2006/relationships/customXml" Target="../ink/ink286.xml"/><Relationship Id="rId627" Type="http://schemas.openxmlformats.org/officeDocument/2006/relationships/customXml" Target="../ink/ink314.xml"/><Relationship Id="rId19" Type="http://schemas.openxmlformats.org/officeDocument/2006/relationships/image" Target="../media/image10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6.png"/><Relationship Id="rId473" Type="http://schemas.openxmlformats.org/officeDocument/2006/relationships/image" Target="../media/image237.png"/><Relationship Id="rId529" Type="http://schemas.openxmlformats.org/officeDocument/2006/relationships/customXml" Target="../ink/ink265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7.png"/><Relationship Id="rId540" Type="http://schemas.openxmlformats.org/officeDocument/2006/relationships/image" Target="../media/image270.png"/><Relationship Id="rId72" Type="http://schemas.openxmlformats.org/officeDocument/2006/relationships/customXml" Target="../ink/ink36.xml"/><Relationship Id="rId375" Type="http://schemas.openxmlformats.org/officeDocument/2006/relationships/image" Target="../media/image188.png"/><Relationship Id="rId582" Type="http://schemas.openxmlformats.org/officeDocument/2006/relationships/image" Target="../media/image291.png"/><Relationship Id="rId638" Type="http://schemas.openxmlformats.org/officeDocument/2006/relationships/image" Target="../media/image319.png"/><Relationship Id="rId3" Type="http://schemas.openxmlformats.org/officeDocument/2006/relationships/image" Target="../media/image2.png"/><Relationship Id="rId235" Type="http://schemas.openxmlformats.org/officeDocument/2006/relationships/image" Target="../media/image118.png"/><Relationship Id="rId277" Type="http://schemas.openxmlformats.org/officeDocument/2006/relationships/image" Target="../media/image139.png"/><Relationship Id="rId400" Type="http://schemas.openxmlformats.org/officeDocument/2006/relationships/customXml" Target="../ink/ink200.xml"/><Relationship Id="rId442" Type="http://schemas.openxmlformats.org/officeDocument/2006/relationships/customXml" Target="../ink/ink221.xml"/><Relationship Id="rId484" Type="http://schemas.openxmlformats.org/officeDocument/2006/relationships/customXml" Target="../ink/ink242.xml"/><Relationship Id="rId137" Type="http://schemas.openxmlformats.org/officeDocument/2006/relationships/image" Target="../media/image69.png"/><Relationship Id="rId302" Type="http://schemas.openxmlformats.org/officeDocument/2006/relationships/customXml" Target="../ink/ink151.xml"/><Relationship Id="rId344" Type="http://schemas.openxmlformats.org/officeDocument/2006/relationships/customXml" Target="../ink/ink172.xml"/><Relationship Id="rId41" Type="http://schemas.openxmlformats.org/officeDocument/2006/relationships/image" Target="../media/image21.png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386" Type="http://schemas.openxmlformats.org/officeDocument/2006/relationships/customXml" Target="../ink/ink193.xml"/><Relationship Id="rId551" Type="http://schemas.openxmlformats.org/officeDocument/2006/relationships/customXml" Target="../ink/ink276.xml"/><Relationship Id="rId593" Type="http://schemas.openxmlformats.org/officeDocument/2006/relationships/customXml" Target="../ink/ink297.xml"/><Relationship Id="rId607" Type="http://schemas.openxmlformats.org/officeDocument/2006/relationships/customXml" Target="../ink/ink304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6.png"/><Relationship Id="rId453" Type="http://schemas.openxmlformats.org/officeDocument/2006/relationships/image" Target="../media/image227.png"/><Relationship Id="rId509" Type="http://schemas.openxmlformats.org/officeDocument/2006/relationships/image" Target="../media/image255.png"/><Relationship Id="rId106" Type="http://schemas.openxmlformats.org/officeDocument/2006/relationships/customXml" Target="../ink/ink53.xml"/><Relationship Id="rId313" Type="http://schemas.openxmlformats.org/officeDocument/2006/relationships/image" Target="../media/image157.png"/><Relationship Id="rId495" Type="http://schemas.openxmlformats.org/officeDocument/2006/relationships/image" Target="../media/image248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8.png"/><Relationship Id="rId397" Type="http://schemas.openxmlformats.org/officeDocument/2006/relationships/image" Target="../media/image199.png"/><Relationship Id="rId520" Type="http://schemas.openxmlformats.org/officeDocument/2006/relationships/customXml" Target="../ink/ink260.xml"/><Relationship Id="rId562" Type="http://schemas.openxmlformats.org/officeDocument/2006/relationships/image" Target="../media/image281.png"/><Relationship Id="rId618" Type="http://schemas.openxmlformats.org/officeDocument/2006/relationships/image" Target="../media/image309.png"/><Relationship Id="rId215" Type="http://schemas.openxmlformats.org/officeDocument/2006/relationships/image" Target="../media/image108.png"/><Relationship Id="rId257" Type="http://schemas.openxmlformats.org/officeDocument/2006/relationships/image" Target="../media/image129.png"/><Relationship Id="rId422" Type="http://schemas.openxmlformats.org/officeDocument/2006/relationships/customXml" Target="../ink/ink211.xml"/><Relationship Id="rId464" Type="http://schemas.openxmlformats.org/officeDocument/2006/relationships/customXml" Target="../ink/ink232.xml"/><Relationship Id="rId299" Type="http://schemas.openxmlformats.org/officeDocument/2006/relationships/image" Target="../media/image150.png"/><Relationship Id="rId63" Type="http://schemas.openxmlformats.org/officeDocument/2006/relationships/image" Target="../media/image32.png"/><Relationship Id="rId159" Type="http://schemas.openxmlformats.org/officeDocument/2006/relationships/image" Target="../media/image80.png"/><Relationship Id="rId366" Type="http://schemas.openxmlformats.org/officeDocument/2006/relationships/customXml" Target="../ink/ink183.xml"/><Relationship Id="rId573" Type="http://schemas.openxmlformats.org/officeDocument/2006/relationships/customXml" Target="../ink/ink287.xml"/><Relationship Id="rId226" Type="http://schemas.openxmlformats.org/officeDocument/2006/relationships/customXml" Target="../ink/ink113.xml"/><Relationship Id="rId433" Type="http://schemas.openxmlformats.org/officeDocument/2006/relationships/image" Target="../media/image217.png"/><Relationship Id="rId640" Type="http://schemas.openxmlformats.org/officeDocument/2006/relationships/image" Target="../media/image320.png"/><Relationship Id="rId74" Type="http://schemas.openxmlformats.org/officeDocument/2006/relationships/customXml" Target="../ink/ink37.xml"/><Relationship Id="rId377" Type="http://schemas.openxmlformats.org/officeDocument/2006/relationships/image" Target="../media/image189.png"/><Relationship Id="rId500" Type="http://schemas.openxmlformats.org/officeDocument/2006/relationships/customXml" Target="../ink/ink250.xml"/><Relationship Id="rId584" Type="http://schemas.openxmlformats.org/officeDocument/2006/relationships/image" Target="../media/image292.png"/><Relationship Id="rId5" Type="http://schemas.openxmlformats.org/officeDocument/2006/relationships/image" Target="../media/image3.png"/><Relationship Id="rId237" Type="http://schemas.openxmlformats.org/officeDocument/2006/relationships/image" Target="../media/image119.png"/><Relationship Id="rId444" Type="http://schemas.openxmlformats.org/officeDocument/2006/relationships/customXml" Target="../ink/ink222.xml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88" Type="http://schemas.openxmlformats.org/officeDocument/2006/relationships/customXml" Target="../ink/ink194.xml"/><Relationship Id="rId511" Type="http://schemas.openxmlformats.org/officeDocument/2006/relationships/image" Target="../media/image256.png"/><Relationship Id="rId609" Type="http://schemas.openxmlformats.org/officeDocument/2006/relationships/customXml" Target="../ink/ink305.xml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595" Type="http://schemas.openxmlformats.org/officeDocument/2006/relationships/customXml" Target="../ink/ink298.xml"/><Relationship Id="rId248" Type="http://schemas.openxmlformats.org/officeDocument/2006/relationships/customXml" Target="../ink/ink124.xml"/><Relationship Id="rId455" Type="http://schemas.openxmlformats.org/officeDocument/2006/relationships/image" Target="../media/image228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8.png"/><Relationship Id="rId522" Type="http://schemas.openxmlformats.org/officeDocument/2006/relationships/customXml" Target="../ink/ink261.xml"/><Relationship Id="rId96" Type="http://schemas.openxmlformats.org/officeDocument/2006/relationships/customXml" Target="../ink/ink48.xml"/><Relationship Id="rId161" Type="http://schemas.openxmlformats.org/officeDocument/2006/relationships/image" Target="../media/image81.png"/><Relationship Id="rId399" Type="http://schemas.openxmlformats.org/officeDocument/2006/relationships/image" Target="../media/image200.png"/><Relationship Id="rId259" Type="http://schemas.openxmlformats.org/officeDocument/2006/relationships/image" Target="../media/image130.png"/><Relationship Id="rId466" Type="http://schemas.openxmlformats.org/officeDocument/2006/relationships/customXml" Target="../ink/ink233.xml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326" Type="http://schemas.openxmlformats.org/officeDocument/2006/relationships/customXml" Target="../ink/ink163.xml"/><Relationship Id="rId533" Type="http://schemas.openxmlformats.org/officeDocument/2006/relationships/customXml" Target="../ink/ink267.xml"/><Relationship Id="rId172" Type="http://schemas.openxmlformats.org/officeDocument/2006/relationships/customXml" Target="../ink/ink86.xml"/><Relationship Id="rId477" Type="http://schemas.openxmlformats.org/officeDocument/2006/relationships/image" Target="../media/image239.png"/><Relationship Id="rId600" Type="http://schemas.openxmlformats.org/officeDocument/2006/relationships/image" Target="../media/image300.png"/><Relationship Id="rId337" Type="http://schemas.openxmlformats.org/officeDocument/2006/relationships/image" Target="../media/image169.png"/><Relationship Id="rId34" Type="http://schemas.openxmlformats.org/officeDocument/2006/relationships/customXml" Target="../ink/ink17.xml"/><Relationship Id="rId544" Type="http://schemas.openxmlformats.org/officeDocument/2006/relationships/image" Target="../media/image272.png"/><Relationship Id="rId183" Type="http://schemas.openxmlformats.org/officeDocument/2006/relationships/image" Target="../media/image92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611" Type="http://schemas.openxmlformats.org/officeDocument/2006/relationships/customXml" Target="../ink/ink306.xml"/><Relationship Id="rId250" Type="http://schemas.openxmlformats.org/officeDocument/2006/relationships/customXml" Target="../ink/ink125.xml"/><Relationship Id="rId488" Type="http://schemas.openxmlformats.org/officeDocument/2006/relationships/customXml" Target="../ink/ink244.xml"/><Relationship Id="rId45" Type="http://schemas.openxmlformats.org/officeDocument/2006/relationships/image" Target="../media/image2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555" Type="http://schemas.openxmlformats.org/officeDocument/2006/relationships/customXml" Target="../ink/ink278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8.png"/><Relationship Id="rId622" Type="http://schemas.openxmlformats.org/officeDocument/2006/relationships/image" Target="../media/image311.png"/><Relationship Id="rId261" Type="http://schemas.openxmlformats.org/officeDocument/2006/relationships/image" Target="../media/image131.png"/><Relationship Id="rId499" Type="http://schemas.openxmlformats.org/officeDocument/2006/relationships/image" Target="../media/image250.png"/><Relationship Id="rId56" Type="http://schemas.openxmlformats.org/officeDocument/2006/relationships/customXml" Target="../ink/ink28.xml"/><Relationship Id="rId359" Type="http://schemas.openxmlformats.org/officeDocument/2006/relationships/image" Target="../media/image180.png"/><Relationship Id="rId566" Type="http://schemas.openxmlformats.org/officeDocument/2006/relationships/image" Target="../media/image283.png"/><Relationship Id="rId121" Type="http://schemas.openxmlformats.org/officeDocument/2006/relationships/image" Target="../media/image61.png"/><Relationship Id="rId219" Type="http://schemas.openxmlformats.org/officeDocument/2006/relationships/image" Target="../media/image110.png"/><Relationship Id="rId426" Type="http://schemas.openxmlformats.org/officeDocument/2006/relationships/customXml" Target="../ink/ink213.xml"/><Relationship Id="rId633" Type="http://schemas.openxmlformats.org/officeDocument/2006/relationships/customXml" Target="../ink/ink317.xml"/><Relationship Id="rId67" Type="http://schemas.openxmlformats.org/officeDocument/2006/relationships/image" Target="../media/image34.png"/><Relationship Id="rId272" Type="http://schemas.openxmlformats.org/officeDocument/2006/relationships/customXml" Target="../ink/ink136.xml"/><Relationship Id="rId577" Type="http://schemas.openxmlformats.org/officeDocument/2006/relationships/customXml" Target="../ink/ink289.xml"/><Relationship Id="rId132" Type="http://schemas.openxmlformats.org/officeDocument/2006/relationships/customXml" Target="../ink/ink66.xml"/><Relationship Id="rId437" Type="http://schemas.openxmlformats.org/officeDocument/2006/relationships/image" Target="../media/image219.png"/><Relationship Id="rId644" Type="http://schemas.openxmlformats.org/officeDocument/2006/relationships/image" Target="../media/image322.png"/><Relationship Id="rId283" Type="http://schemas.openxmlformats.org/officeDocument/2006/relationships/image" Target="../media/image142.png"/><Relationship Id="rId490" Type="http://schemas.openxmlformats.org/officeDocument/2006/relationships/customXml" Target="../ink/ink245.xml"/><Relationship Id="rId504" Type="http://schemas.openxmlformats.org/officeDocument/2006/relationships/customXml" Target="../ink/ink252.xml"/><Relationship Id="rId78" Type="http://schemas.openxmlformats.org/officeDocument/2006/relationships/customXml" Target="../ink/ink39.xml"/><Relationship Id="rId143" Type="http://schemas.openxmlformats.org/officeDocument/2006/relationships/image" Target="../media/image72.png"/><Relationship Id="rId350" Type="http://schemas.openxmlformats.org/officeDocument/2006/relationships/customXml" Target="../ink/ink175.xml"/><Relationship Id="rId588" Type="http://schemas.openxmlformats.org/officeDocument/2006/relationships/image" Target="../media/image294.png"/><Relationship Id="rId9" Type="http://schemas.openxmlformats.org/officeDocument/2006/relationships/image" Target="../media/image5.png"/><Relationship Id="rId210" Type="http://schemas.openxmlformats.org/officeDocument/2006/relationships/customXml" Target="../ink/ink105.xml"/><Relationship Id="rId448" Type="http://schemas.openxmlformats.org/officeDocument/2006/relationships/customXml" Target="../ink/ink224.xml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515" Type="http://schemas.openxmlformats.org/officeDocument/2006/relationships/image" Target="../media/image258.png"/><Relationship Id="rId89" Type="http://schemas.openxmlformats.org/officeDocument/2006/relationships/image" Target="../media/image45.png"/><Relationship Id="rId154" Type="http://schemas.openxmlformats.org/officeDocument/2006/relationships/customXml" Target="../ink/ink77.xml"/><Relationship Id="rId361" Type="http://schemas.openxmlformats.org/officeDocument/2006/relationships/image" Target="../media/image181.png"/><Relationship Id="rId599" Type="http://schemas.openxmlformats.org/officeDocument/2006/relationships/customXml" Target="../ink/ink300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1.png"/><Relationship Id="rId21" Type="http://schemas.openxmlformats.org/officeDocument/2006/relationships/image" Target="../media/image333.png"/><Relationship Id="rId42" Type="http://schemas.openxmlformats.org/officeDocument/2006/relationships/customXml" Target="../ink/ink344.xml"/><Relationship Id="rId63" Type="http://schemas.openxmlformats.org/officeDocument/2006/relationships/image" Target="../media/image354.png"/><Relationship Id="rId84" Type="http://schemas.openxmlformats.org/officeDocument/2006/relationships/customXml" Target="../ink/ink365.xml"/><Relationship Id="rId138" Type="http://schemas.openxmlformats.org/officeDocument/2006/relationships/customXml" Target="../ink/ink392.xml"/><Relationship Id="rId107" Type="http://schemas.openxmlformats.org/officeDocument/2006/relationships/image" Target="../media/image376.png"/><Relationship Id="rId11" Type="http://schemas.openxmlformats.org/officeDocument/2006/relationships/image" Target="../media/image328.png"/><Relationship Id="rId32" Type="http://schemas.openxmlformats.org/officeDocument/2006/relationships/customXml" Target="../ink/ink339.xml"/><Relationship Id="rId53" Type="http://schemas.openxmlformats.org/officeDocument/2006/relationships/image" Target="../media/image349.png"/><Relationship Id="rId74" Type="http://schemas.openxmlformats.org/officeDocument/2006/relationships/customXml" Target="../ink/ink360.xml"/><Relationship Id="rId128" Type="http://schemas.openxmlformats.org/officeDocument/2006/relationships/customXml" Target="../ink/ink387.xml"/><Relationship Id="rId5" Type="http://schemas.openxmlformats.org/officeDocument/2006/relationships/image" Target="../media/image325.png"/><Relationship Id="rId90" Type="http://schemas.openxmlformats.org/officeDocument/2006/relationships/customXml" Target="../ink/ink368.xml"/><Relationship Id="rId95" Type="http://schemas.openxmlformats.org/officeDocument/2006/relationships/image" Target="../media/image370.png"/><Relationship Id="rId22" Type="http://schemas.openxmlformats.org/officeDocument/2006/relationships/customXml" Target="../ink/ink334.xml"/><Relationship Id="rId27" Type="http://schemas.openxmlformats.org/officeDocument/2006/relationships/image" Target="../media/image336.png"/><Relationship Id="rId43" Type="http://schemas.openxmlformats.org/officeDocument/2006/relationships/image" Target="../media/image344.png"/><Relationship Id="rId48" Type="http://schemas.openxmlformats.org/officeDocument/2006/relationships/customXml" Target="../ink/ink347.xml"/><Relationship Id="rId64" Type="http://schemas.openxmlformats.org/officeDocument/2006/relationships/customXml" Target="../ink/ink355.xml"/><Relationship Id="rId69" Type="http://schemas.openxmlformats.org/officeDocument/2006/relationships/image" Target="../media/image357.png"/><Relationship Id="rId113" Type="http://schemas.openxmlformats.org/officeDocument/2006/relationships/image" Target="../media/image379.png"/><Relationship Id="rId118" Type="http://schemas.openxmlformats.org/officeDocument/2006/relationships/customXml" Target="../ink/ink382.xml"/><Relationship Id="rId134" Type="http://schemas.openxmlformats.org/officeDocument/2006/relationships/customXml" Target="../ink/ink390.xml"/><Relationship Id="rId139" Type="http://schemas.openxmlformats.org/officeDocument/2006/relationships/image" Target="../media/image392.png"/><Relationship Id="rId80" Type="http://schemas.openxmlformats.org/officeDocument/2006/relationships/customXml" Target="../ink/ink363.xml"/><Relationship Id="rId85" Type="http://schemas.openxmlformats.org/officeDocument/2006/relationships/image" Target="../media/image365.png"/><Relationship Id="rId12" Type="http://schemas.openxmlformats.org/officeDocument/2006/relationships/customXml" Target="../ink/ink329.xml"/><Relationship Id="rId17" Type="http://schemas.openxmlformats.org/officeDocument/2006/relationships/image" Target="../media/image331.png"/><Relationship Id="rId33" Type="http://schemas.openxmlformats.org/officeDocument/2006/relationships/image" Target="../media/image339.png"/><Relationship Id="rId38" Type="http://schemas.openxmlformats.org/officeDocument/2006/relationships/customXml" Target="../ink/ink342.xml"/><Relationship Id="rId59" Type="http://schemas.openxmlformats.org/officeDocument/2006/relationships/image" Target="../media/image352.png"/><Relationship Id="rId103" Type="http://schemas.openxmlformats.org/officeDocument/2006/relationships/image" Target="../media/image374.png"/><Relationship Id="rId108" Type="http://schemas.openxmlformats.org/officeDocument/2006/relationships/customXml" Target="../ink/ink377.xml"/><Relationship Id="rId124" Type="http://schemas.openxmlformats.org/officeDocument/2006/relationships/customXml" Target="../ink/ink385.xml"/><Relationship Id="rId129" Type="http://schemas.openxmlformats.org/officeDocument/2006/relationships/image" Target="../media/image387.png"/><Relationship Id="rId54" Type="http://schemas.openxmlformats.org/officeDocument/2006/relationships/customXml" Target="../ink/ink350.xml"/><Relationship Id="rId70" Type="http://schemas.openxmlformats.org/officeDocument/2006/relationships/customXml" Target="../ink/ink358.xml"/><Relationship Id="rId75" Type="http://schemas.openxmlformats.org/officeDocument/2006/relationships/image" Target="../media/image360.png"/><Relationship Id="rId91" Type="http://schemas.openxmlformats.org/officeDocument/2006/relationships/image" Target="../media/image368.png"/><Relationship Id="rId96" Type="http://schemas.openxmlformats.org/officeDocument/2006/relationships/customXml" Target="../ink/ink371.xml"/><Relationship Id="rId140" Type="http://schemas.openxmlformats.org/officeDocument/2006/relationships/customXml" Target="../ink/ink393.xml"/><Relationship Id="rId145" Type="http://schemas.openxmlformats.org/officeDocument/2006/relationships/image" Target="../media/image39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6.xml"/><Relationship Id="rId23" Type="http://schemas.openxmlformats.org/officeDocument/2006/relationships/image" Target="../media/image334.png"/><Relationship Id="rId28" Type="http://schemas.openxmlformats.org/officeDocument/2006/relationships/customXml" Target="../ink/ink337.xml"/><Relationship Id="rId49" Type="http://schemas.openxmlformats.org/officeDocument/2006/relationships/image" Target="../media/image347.png"/><Relationship Id="rId114" Type="http://schemas.openxmlformats.org/officeDocument/2006/relationships/customXml" Target="../ink/ink380.xml"/><Relationship Id="rId119" Type="http://schemas.openxmlformats.org/officeDocument/2006/relationships/image" Target="../media/image382.png"/><Relationship Id="rId44" Type="http://schemas.openxmlformats.org/officeDocument/2006/relationships/customXml" Target="../ink/ink345.xml"/><Relationship Id="rId60" Type="http://schemas.openxmlformats.org/officeDocument/2006/relationships/customXml" Target="../ink/ink353.xml"/><Relationship Id="rId65" Type="http://schemas.openxmlformats.org/officeDocument/2006/relationships/image" Target="../media/image355.png"/><Relationship Id="rId81" Type="http://schemas.openxmlformats.org/officeDocument/2006/relationships/image" Target="../media/image363.png"/><Relationship Id="rId86" Type="http://schemas.openxmlformats.org/officeDocument/2006/relationships/customXml" Target="../ink/ink366.xml"/><Relationship Id="rId130" Type="http://schemas.openxmlformats.org/officeDocument/2006/relationships/customXml" Target="../ink/ink388.xml"/><Relationship Id="rId135" Type="http://schemas.openxmlformats.org/officeDocument/2006/relationships/image" Target="../media/image390.png"/><Relationship Id="rId13" Type="http://schemas.openxmlformats.org/officeDocument/2006/relationships/image" Target="../media/image329.png"/><Relationship Id="rId18" Type="http://schemas.openxmlformats.org/officeDocument/2006/relationships/customXml" Target="../ink/ink332.xml"/><Relationship Id="rId39" Type="http://schemas.openxmlformats.org/officeDocument/2006/relationships/image" Target="../media/image342.png"/><Relationship Id="rId109" Type="http://schemas.openxmlformats.org/officeDocument/2006/relationships/image" Target="../media/image377.png"/><Relationship Id="rId34" Type="http://schemas.openxmlformats.org/officeDocument/2006/relationships/customXml" Target="../ink/ink340.xml"/><Relationship Id="rId50" Type="http://schemas.openxmlformats.org/officeDocument/2006/relationships/customXml" Target="../ink/ink348.xml"/><Relationship Id="rId55" Type="http://schemas.openxmlformats.org/officeDocument/2006/relationships/image" Target="../media/image350.png"/><Relationship Id="rId76" Type="http://schemas.openxmlformats.org/officeDocument/2006/relationships/customXml" Target="../ink/ink361.xml"/><Relationship Id="rId97" Type="http://schemas.openxmlformats.org/officeDocument/2006/relationships/image" Target="../media/image371.png"/><Relationship Id="rId104" Type="http://schemas.openxmlformats.org/officeDocument/2006/relationships/customXml" Target="../ink/ink375.xml"/><Relationship Id="rId120" Type="http://schemas.openxmlformats.org/officeDocument/2006/relationships/customXml" Target="../ink/ink383.xml"/><Relationship Id="rId125" Type="http://schemas.openxmlformats.org/officeDocument/2006/relationships/image" Target="../media/image385.png"/><Relationship Id="rId141" Type="http://schemas.openxmlformats.org/officeDocument/2006/relationships/image" Target="../media/image393.png"/><Relationship Id="rId7" Type="http://schemas.openxmlformats.org/officeDocument/2006/relationships/image" Target="../media/image326.png"/><Relationship Id="rId71" Type="http://schemas.openxmlformats.org/officeDocument/2006/relationships/image" Target="../media/image358.png"/><Relationship Id="rId92" Type="http://schemas.openxmlformats.org/officeDocument/2006/relationships/customXml" Target="../ink/ink369.xml"/><Relationship Id="rId2" Type="http://schemas.openxmlformats.org/officeDocument/2006/relationships/customXml" Target="../ink/ink324.xml"/><Relationship Id="rId29" Type="http://schemas.openxmlformats.org/officeDocument/2006/relationships/image" Target="../media/image337.png"/><Relationship Id="rId24" Type="http://schemas.openxmlformats.org/officeDocument/2006/relationships/customXml" Target="../ink/ink335.xml"/><Relationship Id="rId40" Type="http://schemas.openxmlformats.org/officeDocument/2006/relationships/customXml" Target="../ink/ink343.xml"/><Relationship Id="rId45" Type="http://schemas.openxmlformats.org/officeDocument/2006/relationships/image" Target="../media/image345.png"/><Relationship Id="rId66" Type="http://schemas.openxmlformats.org/officeDocument/2006/relationships/customXml" Target="../ink/ink356.xml"/><Relationship Id="rId87" Type="http://schemas.openxmlformats.org/officeDocument/2006/relationships/image" Target="../media/image366.png"/><Relationship Id="rId110" Type="http://schemas.openxmlformats.org/officeDocument/2006/relationships/customXml" Target="../ink/ink378.xml"/><Relationship Id="rId115" Type="http://schemas.openxmlformats.org/officeDocument/2006/relationships/image" Target="../media/image380.png"/><Relationship Id="rId131" Type="http://schemas.openxmlformats.org/officeDocument/2006/relationships/image" Target="../media/image388.png"/><Relationship Id="rId136" Type="http://schemas.openxmlformats.org/officeDocument/2006/relationships/customXml" Target="../ink/ink391.xml"/><Relationship Id="rId61" Type="http://schemas.openxmlformats.org/officeDocument/2006/relationships/image" Target="../media/image353.png"/><Relationship Id="rId82" Type="http://schemas.openxmlformats.org/officeDocument/2006/relationships/customXml" Target="../ink/ink364.xml"/><Relationship Id="rId19" Type="http://schemas.openxmlformats.org/officeDocument/2006/relationships/image" Target="../media/image332.png"/><Relationship Id="rId14" Type="http://schemas.openxmlformats.org/officeDocument/2006/relationships/customXml" Target="../ink/ink330.xml"/><Relationship Id="rId30" Type="http://schemas.openxmlformats.org/officeDocument/2006/relationships/customXml" Target="../ink/ink338.xml"/><Relationship Id="rId35" Type="http://schemas.openxmlformats.org/officeDocument/2006/relationships/image" Target="../media/image340.png"/><Relationship Id="rId56" Type="http://schemas.openxmlformats.org/officeDocument/2006/relationships/customXml" Target="../ink/ink351.xml"/><Relationship Id="rId77" Type="http://schemas.openxmlformats.org/officeDocument/2006/relationships/image" Target="../media/image361.png"/><Relationship Id="rId100" Type="http://schemas.openxmlformats.org/officeDocument/2006/relationships/customXml" Target="../ink/ink373.xml"/><Relationship Id="rId105" Type="http://schemas.openxmlformats.org/officeDocument/2006/relationships/image" Target="../media/image375.png"/><Relationship Id="rId126" Type="http://schemas.openxmlformats.org/officeDocument/2006/relationships/customXml" Target="../ink/ink386.xml"/><Relationship Id="rId8" Type="http://schemas.openxmlformats.org/officeDocument/2006/relationships/customXml" Target="../ink/ink327.xml"/><Relationship Id="rId51" Type="http://schemas.openxmlformats.org/officeDocument/2006/relationships/image" Target="../media/image348.png"/><Relationship Id="rId72" Type="http://schemas.openxmlformats.org/officeDocument/2006/relationships/customXml" Target="../ink/ink359.xml"/><Relationship Id="rId93" Type="http://schemas.openxmlformats.org/officeDocument/2006/relationships/image" Target="../media/image369.png"/><Relationship Id="rId98" Type="http://schemas.openxmlformats.org/officeDocument/2006/relationships/customXml" Target="../ink/ink372.xml"/><Relationship Id="rId121" Type="http://schemas.openxmlformats.org/officeDocument/2006/relationships/image" Target="../media/image383.png"/><Relationship Id="rId142" Type="http://schemas.openxmlformats.org/officeDocument/2006/relationships/customXml" Target="../ink/ink394.xml"/><Relationship Id="rId3" Type="http://schemas.openxmlformats.org/officeDocument/2006/relationships/image" Target="../media/image324.png"/><Relationship Id="rId25" Type="http://schemas.openxmlformats.org/officeDocument/2006/relationships/image" Target="../media/image335.png"/><Relationship Id="rId46" Type="http://schemas.openxmlformats.org/officeDocument/2006/relationships/customXml" Target="../ink/ink346.xml"/><Relationship Id="rId67" Type="http://schemas.openxmlformats.org/officeDocument/2006/relationships/image" Target="../media/image356.png"/><Relationship Id="rId116" Type="http://schemas.openxmlformats.org/officeDocument/2006/relationships/customXml" Target="../ink/ink381.xml"/><Relationship Id="rId137" Type="http://schemas.openxmlformats.org/officeDocument/2006/relationships/image" Target="../media/image391.png"/><Relationship Id="rId20" Type="http://schemas.openxmlformats.org/officeDocument/2006/relationships/customXml" Target="../ink/ink333.xml"/><Relationship Id="rId41" Type="http://schemas.openxmlformats.org/officeDocument/2006/relationships/image" Target="../media/image343.png"/><Relationship Id="rId62" Type="http://schemas.openxmlformats.org/officeDocument/2006/relationships/customXml" Target="../ink/ink354.xml"/><Relationship Id="rId83" Type="http://schemas.openxmlformats.org/officeDocument/2006/relationships/image" Target="../media/image364.png"/><Relationship Id="rId88" Type="http://schemas.openxmlformats.org/officeDocument/2006/relationships/customXml" Target="../ink/ink367.xml"/><Relationship Id="rId111" Type="http://schemas.openxmlformats.org/officeDocument/2006/relationships/image" Target="../media/image378.png"/><Relationship Id="rId132" Type="http://schemas.openxmlformats.org/officeDocument/2006/relationships/customXml" Target="../ink/ink389.xml"/><Relationship Id="rId15" Type="http://schemas.openxmlformats.org/officeDocument/2006/relationships/image" Target="../media/image330.png"/><Relationship Id="rId36" Type="http://schemas.openxmlformats.org/officeDocument/2006/relationships/customXml" Target="../ink/ink341.xml"/><Relationship Id="rId57" Type="http://schemas.openxmlformats.org/officeDocument/2006/relationships/image" Target="../media/image351.png"/><Relationship Id="rId106" Type="http://schemas.openxmlformats.org/officeDocument/2006/relationships/customXml" Target="../ink/ink376.xml"/><Relationship Id="rId127" Type="http://schemas.openxmlformats.org/officeDocument/2006/relationships/image" Target="../media/image386.png"/><Relationship Id="rId10" Type="http://schemas.openxmlformats.org/officeDocument/2006/relationships/customXml" Target="../ink/ink328.xml"/><Relationship Id="rId31" Type="http://schemas.openxmlformats.org/officeDocument/2006/relationships/image" Target="../media/image338.png"/><Relationship Id="rId52" Type="http://schemas.openxmlformats.org/officeDocument/2006/relationships/customXml" Target="../ink/ink349.xml"/><Relationship Id="rId73" Type="http://schemas.openxmlformats.org/officeDocument/2006/relationships/image" Target="../media/image359.png"/><Relationship Id="rId78" Type="http://schemas.openxmlformats.org/officeDocument/2006/relationships/customXml" Target="../ink/ink362.xml"/><Relationship Id="rId94" Type="http://schemas.openxmlformats.org/officeDocument/2006/relationships/customXml" Target="../ink/ink370.xml"/><Relationship Id="rId99" Type="http://schemas.openxmlformats.org/officeDocument/2006/relationships/image" Target="../media/image372.png"/><Relationship Id="rId101" Type="http://schemas.openxmlformats.org/officeDocument/2006/relationships/image" Target="../media/image373.png"/><Relationship Id="rId122" Type="http://schemas.openxmlformats.org/officeDocument/2006/relationships/customXml" Target="../ink/ink384.xml"/><Relationship Id="rId143" Type="http://schemas.openxmlformats.org/officeDocument/2006/relationships/image" Target="../media/image394.png"/><Relationship Id="rId4" Type="http://schemas.openxmlformats.org/officeDocument/2006/relationships/customXml" Target="../ink/ink325.xml"/><Relationship Id="rId9" Type="http://schemas.openxmlformats.org/officeDocument/2006/relationships/image" Target="../media/image327.png"/><Relationship Id="rId26" Type="http://schemas.openxmlformats.org/officeDocument/2006/relationships/customXml" Target="../ink/ink336.xml"/><Relationship Id="rId47" Type="http://schemas.openxmlformats.org/officeDocument/2006/relationships/image" Target="../media/image346.png"/><Relationship Id="rId68" Type="http://schemas.openxmlformats.org/officeDocument/2006/relationships/customXml" Target="../ink/ink357.xml"/><Relationship Id="rId89" Type="http://schemas.openxmlformats.org/officeDocument/2006/relationships/image" Target="../media/image367.png"/><Relationship Id="rId112" Type="http://schemas.openxmlformats.org/officeDocument/2006/relationships/customXml" Target="../ink/ink379.xml"/><Relationship Id="rId133" Type="http://schemas.openxmlformats.org/officeDocument/2006/relationships/image" Target="../media/image389.png"/><Relationship Id="rId16" Type="http://schemas.openxmlformats.org/officeDocument/2006/relationships/customXml" Target="../ink/ink331.xml"/><Relationship Id="rId37" Type="http://schemas.openxmlformats.org/officeDocument/2006/relationships/image" Target="../media/image341.png"/><Relationship Id="rId58" Type="http://schemas.openxmlformats.org/officeDocument/2006/relationships/customXml" Target="../ink/ink352.xml"/><Relationship Id="rId79" Type="http://schemas.openxmlformats.org/officeDocument/2006/relationships/image" Target="../media/image362.png"/><Relationship Id="rId102" Type="http://schemas.openxmlformats.org/officeDocument/2006/relationships/customXml" Target="../ink/ink374.xml"/><Relationship Id="rId123" Type="http://schemas.openxmlformats.org/officeDocument/2006/relationships/image" Target="../media/image384.png"/><Relationship Id="rId144" Type="http://schemas.openxmlformats.org/officeDocument/2006/relationships/customXml" Target="../ink/ink39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11, 10-01-26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1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endParaRPr sz="1400" b="1" dirty="0">
              <a:solidFill>
                <a:srgbClr val="24888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DFT and Fast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From frequency samples to efficient streaming FIR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N-point DFT as samples of the DTFT of a finite record.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Distinguish linear convolution from N-point circular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Choose zero-padding so DFT multiplication produces linear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and implement overlap-add and overlap-save block filtering.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Connect FFT block processing to real-time preprocessing before ML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can an operation that is naturally defined for a whole sequence be implemented efficiently on an endless stream?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823ACF-FC8E-2B96-3D0F-AAB21F0DDD9B}"/>
                  </a:ext>
                </a:extLst>
              </p14:cNvPr>
              <p14:cNvContentPartPr/>
              <p14:nvPr/>
            </p14:nvContentPartPr>
            <p14:xfrm>
              <a:off x="5928982" y="1668776"/>
              <a:ext cx="590040" cy="43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823ACF-FC8E-2B96-3D0F-AAB21F0DDD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9982" y="1659776"/>
                <a:ext cx="6076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9DF726-6F2B-0EE1-97D4-314442D9400A}"/>
                  </a:ext>
                </a:extLst>
              </p14:cNvPr>
              <p14:cNvContentPartPr/>
              <p14:nvPr/>
            </p14:nvContentPartPr>
            <p14:xfrm>
              <a:off x="7899982" y="4026416"/>
              <a:ext cx="62280" cy="214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9DF726-6F2B-0EE1-97D4-314442D940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0982" y="4017776"/>
                <a:ext cx="799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42D896E-A08B-4710-2A1D-0560F887E909}"/>
                  </a:ext>
                </a:extLst>
              </p14:cNvPr>
              <p14:cNvContentPartPr/>
              <p14:nvPr/>
            </p14:nvContentPartPr>
            <p14:xfrm>
              <a:off x="7915822" y="4141256"/>
              <a:ext cx="106920" cy="22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42D896E-A08B-4710-2A1D-0560F887E9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6822" y="4132256"/>
                <a:ext cx="1245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C093F8B-2B56-EA65-EA07-D4726378B12A}"/>
                  </a:ext>
                </a:extLst>
              </p14:cNvPr>
              <p14:cNvContentPartPr/>
              <p14:nvPr/>
            </p14:nvContentPartPr>
            <p14:xfrm>
              <a:off x="7985662" y="4013456"/>
              <a:ext cx="82800" cy="218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C093F8B-2B56-EA65-EA07-D4726378B1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6662" y="4004816"/>
                <a:ext cx="1004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2ABD56E-4755-339D-B157-AFFD79DE3958}"/>
                  </a:ext>
                </a:extLst>
              </p14:cNvPr>
              <p14:cNvContentPartPr/>
              <p14:nvPr/>
            </p14:nvContentPartPr>
            <p14:xfrm>
              <a:off x="8080702" y="3928496"/>
              <a:ext cx="111960" cy="312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2ABD56E-4755-339D-B157-AFFD79DE39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71702" y="3919856"/>
                <a:ext cx="1296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C722EC-8100-0A10-353F-849AD5BD651A}"/>
                  </a:ext>
                </a:extLst>
              </p14:cNvPr>
              <p14:cNvContentPartPr/>
              <p14:nvPr/>
            </p14:nvContentPartPr>
            <p14:xfrm>
              <a:off x="8240182" y="4093376"/>
              <a:ext cx="178920" cy="171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AC722EC-8100-0A10-353F-849AD5BD65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31182" y="4084376"/>
                <a:ext cx="1965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4F1C77-3CFE-FB89-D03B-BF86242DFCD9}"/>
                  </a:ext>
                </a:extLst>
              </p14:cNvPr>
              <p14:cNvContentPartPr/>
              <p14:nvPr/>
            </p14:nvContentPartPr>
            <p14:xfrm>
              <a:off x="8360782" y="3987176"/>
              <a:ext cx="84600" cy="201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04F1C77-3CFE-FB89-D03B-BF86242DFC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52142" y="3978176"/>
                <a:ext cx="1022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CA4116-BEAD-477A-5F3F-C35384E796D7}"/>
                  </a:ext>
                </a:extLst>
              </p14:cNvPr>
              <p14:cNvContentPartPr/>
              <p14:nvPr/>
            </p14:nvContentPartPr>
            <p14:xfrm>
              <a:off x="8351782" y="3838136"/>
              <a:ext cx="3600" cy="14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CCA4116-BEAD-477A-5F3F-C35384E796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42782" y="3829496"/>
                <a:ext cx="212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AB76602-6FB7-62E0-305C-51C6B4B14E6A}"/>
                  </a:ext>
                </a:extLst>
              </p14:cNvPr>
              <p14:cNvContentPartPr/>
              <p14:nvPr/>
            </p14:nvContentPartPr>
            <p14:xfrm>
              <a:off x="8426302" y="3907256"/>
              <a:ext cx="187920" cy="111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AB76602-6FB7-62E0-305C-51C6B4B14E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17302" y="3898256"/>
                <a:ext cx="2055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A79FFEE-7368-2DF6-12F2-650B0761D8AB}"/>
                  </a:ext>
                </a:extLst>
              </p14:cNvPr>
              <p14:cNvContentPartPr/>
              <p14:nvPr/>
            </p14:nvContentPartPr>
            <p14:xfrm>
              <a:off x="8686582" y="3928496"/>
              <a:ext cx="118800" cy="319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A79FFEE-7368-2DF6-12F2-650B0761D8A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77942" y="3919856"/>
                <a:ext cx="1364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1AB372F-786A-4351-F305-6D085E34C817}"/>
                  </a:ext>
                </a:extLst>
              </p14:cNvPr>
              <p14:cNvContentPartPr/>
              <p14:nvPr/>
            </p14:nvContentPartPr>
            <p14:xfrm>
              <a:off x="9316582" y="4297856"/>
              <a:ext cx="114480" cy="66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1AB372F-786A-4351-F305-6D085E34C81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07582" y="4289216"/>
                <a:ext cx="13212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0F459DCC-BE9D-5F91-63E8-69E2F1BC4C53}"/>
              </a:ext>
            </a:extLst>
          </p:cNvPr>
          <p:cNvGrpSpPr/>
          <p:nvPr/>
        </p:nvGrpSpPr>
        <p:grpSpPr>
          <a:xfrm>
            <a:off x="8978902" y="3815816"/>
            <a:ext cx="2141640" cy="394200"/>
            <a:chOff x="8978902" y="3815816"/>
            <a:chExt cx="2141640" cy="3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86FF99-E27C-09CB-2D70-49A7C6EA7F53}"/>
                    </a:ext>
                  </a:extLst>
                </p14:cNvPr>
                <p14:cNvContentPartPr/>
                <p14:nvPr/>
              </p14:nvContentPartPr>
              <p14:xfrm>
                <a:off x="8990422" y="4133336"/>
                <a:ext cx="111240" cy="18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86FF99-E27C-09CB-2D70-49A7C6EA7F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81782" y="4124696"/>
                  <a:ext cx="128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2F049C-AA1F-01A6-0BDD-8699917FB532}"/>
                    </a:ext>
                  </a:extLst>
                </p14:cNvPr>
                <p14:cNvContentPartPr/>
                <p14:nvPr/>
              </p14:nvContentPartPr>
              <p14:xfrm>
                <a:off x="8978902" y="4065656"/>
                <a:ext cx="91080" cy="16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2F049C-AA1F-01A6-0BDD-8699917FB5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69902" y="4057016"/>
                  <a:ext cx="108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481662-EC55-5002-C258-CF67148F6470}"/>
                    </a:ext>
                  </a:extLst>
                </p14:cNvPr>
                <p14:cNvContentPartPr/>
                <p14:nvPr/>
              </p14:nvContentPartPr>
              <p14:xfrm>
                <a:off x="9230182" y="3965576"/>
                <a:ext cx="308880" cy="221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481662-EC55-5002-C258-CF67148F647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21182" y="3956936"/>
                  <a:ext cx="326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68127F-1C14-D33E-6C4E-30D320717D5B}"/>
                    </a:ext>
                  </a:extLst>
                </p14:cNvPr>
                <p14:cNvContentPartPr/>
                <p14:nvPr/>
              </p14:nvContentPartPr>
              <p14:xfrm>
                <a:off x="9696742" y="3970976"/>
                <a:ext cx="132840" cy="215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68127F-1C14-D33E-6C4E-30D320717D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87742" y="3962336"/>
                  <a:ext cx="150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968A48-4DF9-E84F-9D6B-111B7A561EC6}"/>
                    </a:ext>
                  </a:extLst>
                </p14:cNvPr>
                <p14:cNvContentPartPr/>
                <p14:nvPr/>
              </p14:nvContentPartPr>
              <p14:xfrm>
                <a:off x="9892942" y="3950456"/>
                <a:ext cx="81720" cy="240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968A48-4DF9-E84F-9D6B-111B7A561E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83942" y="3941816"/>
                  <a:ext cx="99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64B3FC-9ACC-A633-BC16-54EC9AB808A3}"/>
                    </a:ext>
                  </a:extLst>
                </p14:cNvPr>
                <p14:cNvContentPartPr/>
                <p14:nvPr/>
              </p14:nvContentPartPr>
              <p14:xfrm>
                <a:off x="10004902" y="4093376"/>
                <a:ext cx="113400" cy="74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64B3FC-9ACC-A633-BC16-54EC9AB808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96262" y="4084376"/>
                  <a:ext cx="131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EC5830-8638-713D-6DA8-8D5095904285}"/>
                    </a:ext>
                  </a:extLst>
                </p14:cNvPr>
                <p14:cNvContentPartPr/>
                <p14:nvPr/>
              </p14:nvContentPartPr>
              <p14:xfrm>
                <a:off x="10116862" y="3949736"/>
                <a:ext cx="115560" cy="260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EC5830-8638-713D-6DA8-8D50959042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07862" y="3941096"/>
                  <a:ext cx="133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D16FC6-A639-26DA-A40A-B052130DA937}"/>
                    </a:ext>
                  </a:extLst>
                </p14:cNvPr>
                <p14:cNvContentPartPr/>
                <p14:nvPr/>
              </p14:nvContentPartPr>
              <p14:xfrm>
                <a:off x="10329262" y="4063136"/>
                <a:ext cx="196920" cy="131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D16FC6-A639-26DA-A40A-B052130DA93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20622" y="4054136"/>
                  <a:ext cx="214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8769D6-D1A7-0B77-E941-BF2CB7C25E13}"/>
                    </a:ext>
                  </a:extLst>
                </p14:cNvPr>
                <p14:cNvContentPartPr/>
                <p14:nvPr/>
              </p14:nvContentPartPr>
              <p14:xfrm>
                <a:off x="10449142" y="3965936"/>
                <a:ext cx="98640" cy="5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8769D6-D1A7-0B77-E941-BF2CB7C25E1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40142" y="3956936"/>
                  <a:ext cx="116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DABA753-715B-E0F0-6919-1ADFE13E055F}"/>
                    </a:ext>
                  </a:extLst>
                </p14:cNvPr>
                <p14:cNvContentPartPr/>
                <p14:nvPr/>
              </p14:nvContentPartPr>
              <p14:xfrm>
                <a:off x="10600702" y="3933896"/>
                <a:ext cx="75240" cy="213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DABA753-715B-E0F0-6919-1ADFE13E05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91702" y="3924896"/>
                  <a:ext cx="92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35FBBD-4FB7-3BAE-1CC2-2F4BB27623CD}"/>
                    </a:ext>
                  </a:extLst>
                </p14:cNvPr>
                <p14:cNvContentPartPr/>
                <p14:nvPr/>
              </p14:nvContentPartPr>
              <p14:xfrm>
                <a:off x="10589902" y="3815816"/>
                <a:ext cx="5040" cy="15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35FBBD-4FB7-3BAE-1CC2-2F4BB27623C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80902" y="3806816"/>
                  <a:ext cx="22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60C6D77-FC1A-8EA0-F9BF-B7C86B6DEA99}"/>
                    </a:ext>
                  </a:extLst>
                </p14:cNvPr>
                <p14:cNvContentPartPr/>
                <p14:nvPr/>
              </p14:nvContentPartPr>
              <p14:xfrm>
                <a:off x="10690702" y="3873776"/>
                <a:ext cx="139680" cy="85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60C6D77-FC1A-8EA0-F9BF-B7C86B6DEA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82062" y="3864776"/>
                  <a:ext cx="157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9A2FD19-9A54-EE0C-CA61-D1176E0DF1E0}"/>
                    </a:ext>
                  </a:extLst>
                </p14:cNvPr>
                <p14:cNvContentPartPr/>
                <p14:nvPr/>
              </p14:nvContentPartPr>
              <p14:xfrm>
                <a:off x="10919302" y="3896816"/>
                <a:ext cx="201240" cy="76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9A2FD19-9A54-EE0C-CA61-D1176E0DF1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10662" y="3887816"/>
                  <a:ext cx="2188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4BD414A-5D0E-006A-36B0-F2D8C47D6516}"/>
                    </a:ext>
                  </a:extLst>
                </p14:cNvPr>
                <p14:cNvContentPartPr/>
                <p14:nvPr/>
              </p14:nvContentPartPr>
              <p14:xfrm>
                <a:off x="10930102" y="3891056"/>
                <a:ext cx="111600" cy="47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4BD414A-5D0E-006A-36B0-F2D8C47D65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921102" y="3882056"/>
                  <a:ext cx="12924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63BAEC1-F3FA-53C0-BB21-0FFAFF7487EC}"/>
                  </a:ext>
                </a:extLst>
              </p14:cNvPr>
              <p14:cNvContentPartPr/>
              <p14:nvPr/>
            </p14:nvContentPartPr>
            <p14:xfrm>
              <a:off x="7745542" y="4611776"/>
              <a:ext cx="91080" cy="216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63BAEC1-F3FA-53C0-BB21-0FFAFF7487E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36902" y="4603136"/>
                <a:ext cx="1087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68D98A4-CA0A-FEEE-9CFA-A12AF6D8356D}"/>
                  </a:ext>
                </a:extLst>
              </p14:cNvPr>
              <p14:cNvContentPartPr/>
              <p14:nvPr/>
            </p14:nvContentPartPr>
            <p14:xfrm>
              <a:off x="7751302" y="4747136"/>
              <a:ext cx="90720" cy="115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68D98A4-CA0A-FEEE-9CFA-A12AF6D8356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42662" y="4738136"/>
                <a:ext cx="1083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4337ABF-D6FF-14BD-7BCD-F3D86D7C0B23}"/>
                  </a:ext>
                </a:extLst>
              </p14:cNvPr>
              <p14:cNvContentPartPr/>
              <p14:nvPr/>
            </p14:nvContentPartPr>
            <p14:xfrm>
              <a:off x="7921222" y="4763336"/>
              <a:ext cx="10800" cy="507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4337ABF-D6FF-14BD-7BCD-F3D86D7C0B2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912222" y="4754336"/>
                <a:ext cx="2844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61E42C5-6DA8-3351-899E-DC9FEC705C7A}"/>
                  </a:ext>
                </a:extLst>
              </p14:cNvPr>
              <p14:cNvContentPartPr/>
              <p14:nvPr/>
            </p14:nvContentPartPr>
            <p14:xfrm>
              <a:off x="7883782" y="4662536"/>
              <a:ext cx="3600" cy="108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61E42C5-6DA8-3351-899E-DC9FEC705C7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875142" y="4653536"/>
                <a:ext cx="212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E170138-F054-9CC7-D1A1-E06B8D496CF2}"/>
                  </a:ext>
                </a:extLst>
              </p14:cNvPr>
              <p14:cNvContentPartPr/>
              <p14:nvPr/>
            </p14:nvContentPartPr>
            <p14:xfrm>
              <a:off x="7995382" y="4714016"/>
              <a:ext cx="345600" cy="802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E170138-F054-9CC7-D1A1-E06B8D496CF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86742" y="4705376"/>
                <a:ext cx="36324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3754A2B-A833-25EE-A571-709B4F6323B3}"/>
                  </a:ext>
                </a:extLst>
              </p14:cNvPr>
              <p14:cNvContentPartPr/>
              <p14:nvPr/>
            </p14:nvContentPartPr>
            <p14:xfrm>
              <a:off x="8416222" y="4577216"/>
              <a:ext cx="116640" cy="2570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3754A2B-A833-25EE-A571-709B4F6323B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07222" y="4568216"/>
                <a:ext cx="1342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D6AEC4-46DB-3D47-AA7F-76CF4B47A5DD}"/>
                  </a:ext>
                </a:extLst>
              </p14:cNvPr>
              <p14:cNvContentPartPr/>
              <p14:nvPr/>
            </p14:nvContentPartPr>
            <p14:xfrm>
              <a:off x="8553382" y="4691696"/>
              <a:ext cx="186480" cy="1224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D6AEC4-46DB-3D47-AA7F-76CF4B47A5D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44382" y="4682696"/>
                <a:ext cx="2041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50E2853-C2FC-8C9A-481E-1110CF0CAD8F}"/>
                  </a:ext>
                </a:extLst>
              </p14:cNvPr>
              <p14:cNvContentPartPr/>
              <p14:nvPr/>
            </p14:nvContentPartPr>
            <p14:xfrm>
              <a:off x="8767942" y="4672976"/>
              <a:ext cx="50040" cy="1180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50E2853-C2FC-8C9A-481E-1110CF0CAD8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59302" y="4663976"/>
                <a:ext cx="676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688EA4F-0C20-D87B-9D79-A1F715574C1C}"/>
                  </a:ext>
                </a:extLst>
              </p14:cNvPr>
              <p14:cNvContentPartPr/>
              <p14:nvPr/>
            </p14:nvContentPartPr>
            <p14:xfrm>
              <a:off x="8872342" y="4715456"/>
              <a:ext cx="76680" cy="756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688EA4F-0C20-D87B-9D79-A1F715574C1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863702" y="4706456"/>
                <a:ext cx="943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6471A2B-D9A9-7071-8501-556504584B43}"/>
                  </a:ext>
                </a:extLst>
              </p14:cNvPr>
              <p14:cNvContentPartPr/>
              <p14:nvPr/>
            </p14:nvContentPartPr>
            <p14:xfrm>
              <a:off x="9005542" y="4694216"/>
              <a:ext cx="240120" cy="1058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6471A2B-D9A9-7071-8501-556504584B4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996902" y="4685216"/>
                <a:ext cx="2577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2D7277C-C92E-735D-DF91-98CC17227CE2}"/>
                  </a:ext>
                </a:extLst>
              </p14:cNvPr>
              <p14:cNvContentPartPr/>
              <p14:nvPr/>
            </p14:nvContentPartPr>
            <p14:xfrm>
              <a:off x="9339622" y="4694576"/>
              <a:ext cx="176040" cy="860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2D7277C-C92E-735D-DF91-98CC17227CE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330622" y="4685576"/>
                <a:ext cx="1936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047D2F0-EA0D-6964-585D-875A647539A9}"/>
                  </a:ext>
                </a:extLst>
              </p14:cNvPr>
              <p14:cNvContentPartPr/>
              <p14:nvPr/>
            </p14:nvContentPartPr>
            <p14:xfrm>
              <a:off x="9779542" y="4678376"/>
              <a:ext cx="71280" cy="802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047D2F0-EA0D-6964-585D-875A647539A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770902" y="4669376"/>
                <a:ext cx="88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E111744-2847-C950-D7FE-89A4C2CD911F}"/>
                  </a:ext>
                </a:extLst>
              </p14:cNvPr>
              <p14:cNvContentPartPr/>
              <p14:nvPr/>
            </p14:nvContentPartPr>
            <p14:xfrm>
              <a:off x="9889702" y="4688816"/>
              <a:ext cx="84240" cy="529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E111744-2847-C950-D7FE-89A4C2CD911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880702" y="4679816"/>
                <a:ext cx="1018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ACD34A7-1CF6-B048-38DE-7A797B4CC2AE}"/>
                  </a:ext>
                </a:extLst>
              </p14:cNvPr>
              <p14:cNvContentPartPr/>
              <p14:nvPr/>
            </p14:nvContentPartPr>
            <p14:xfrm>
              <a:off x="10015702" y="4704656"/>
              <a:ext cx="159120" cy="734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ACD34A7-1CF6-B048-38DE-7A797B4CC2A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06702" y="4696016"/>
                <a:ext cx="1767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18D0750-E783-9DA2-B094-BEF1919623AD}"/>
                  </a:ext>
                </a:extLst>
              </p14:cNvPr>
              <p14:cNvContentPartPr/>
              <p14:nvPr/>
            </p14:nvContentPartPr>
            <p14:xfrm>
              <a:off x="10185262" y="4637696"/>
              <a:ext cx="75600" cy="1267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18D0750-E783-9DA2-B094-BEF1919623A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176262" y="4628696"/>
                <a:ext cx="932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5EDAFC4-0509-C600-BEC9-24648DE051EC}"/>
                  </a:ext>
                </a:extLst>
              </p14:cNvPr>
              <p14:cNvContentPartPr/>
              <p14:nvPr/>
            </p14:nvContentPartPr>
            <p14:xfrm>
              <a:off x="10293622" y="4666496"/>
              <a:ext cx="157680" cy="680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5EDAFC4-0509-C600-BEC9-24648DE051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84982" y="4657496"/>
                <a:ext cx="1753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AD38CE9-5B10-07D9-A40F-DD20DCA04AC6}"/>
                  </a:ext>
                </a:extLst>
              </p14:cNvPr>
              <p14:cNvContentPartPr/>
              <p14:nvPr/>
            </p14:nvContentPartPr>
            <p14:xfrm>
              <a:off x="10508902" y="4677656"/>
              <a:ext cx="181440" cy="475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AD38CE9-5B10-07D9-A40F-DD20DCA04AC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499902" y="4669016"/>
                <a:ext cx="1990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FDD7EFE-87EF-3796-EE85-96085ED07FD3}"/>
                  </a:ext>
                </a:extLst>
              </p14:cNvPr>
              <p14:cNvContentPartPr/>
              <p14:nvPr/>
            </p14:nvContentPartPr>
            <p14:xfrm>
              <a:off x="10749382" y="4683416"/>
              <a:ext cx="18360" cy="453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FDD7EFE-87EF-3796-EE85-96085ED07FD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740382" y="4674776"/>
                <a:ext cx="360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9D24ADC-2BBC-7797-EF48-7EB04BE70D78}"/>
                  </a:ext>
                </a:extLst>
              </p14:cNvPr>
              <p14:cNvContentPartPr/>
              <p14:nvPr/>
            </p14:nvContentPartPr>
            <p14:xfrm>
              <a:off x="10717342" y="4561016"/>
              <a:ext cx="1440" cy="21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9D24ADC-2BBC-7797-EF48-7EB04BE70D7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708702" y="4552376"/>
                <a:ext cx="19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D5F6552-7236-E03C-262D-155E269353BC}"/>
                  </a:ext>
                </a:extLst>
              </p14:cNvPr>
              <p14:cNvContentPartPr/>
              <p14:nvPr/>
            </p14:nvContentPartPr>
            <p14:xfrm>
              <a:off x="10802662" y="4648136"/>
              <a:ext cx="159480" cy="781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D5F6552-7236-E03C-262D-155E269353B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793662" y="4639136"/>
                <a:ext cx="1771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395CE73-68F1-FBE4-4424-67A045815B26}"/>
                  </a:ext>
                </a:extLst>
              </p14:cNvPr>
              <p14:cNvContentPartPr/>
              <p14:nvPr/>
            </p14:nvContentPartPr>
            <p14:xfrm>
              <a:off x="10981942" y="4635536"/>
              <a:ext cx="107280" cy="2829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395CE73-68F1-FBE4-4424-67A045815B2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973302" y="4626896"/>
                <a:ext cx="12492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356817C-2A82-40A2-C1D6-D183789E719E}"/>
                  </a:ext>
                </a:extLst>
              </p14:cNvPr>
              <p14:cNvContentPartPr/>
              <p14:nvPr/>
            </p14:nvContentPartPr>
            <p14:xfrm>
              <a:off x="10196062" y="4979336"/>
              <a:ext cx="212760" cy="1101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356817C-2A82-40A2-C1D6-D183789E719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187422" y="4970336"/>
                <a:ext cx="2304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B387D27-F172-B97A-D55F-11B26788A30D}"/>
                  </a:ext>
                </a:extLst>
              </p14:cNvPr>
              <p14:cNvContentPartPr/>
              <p14:nvPr/>
            </p14:nvContentPartPr>
            <p14:xfrm>
              <a:off x="10444102" y="4883576"/>
              <a:ext cx="192960" cy="1998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B387D27-F172-B97A-D55F-11B26788A30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435462" y="4874936"/>
                <a:ext cx="2106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3AC0B0B-DAD6-23C9-1DA2-C4A446E0BC6C}"/>
                  </a:ext>
                </a:extLst>
              </p14:cNvPr>
              <p14:cNvContentPartPr/>
              <p14:nvPr/>
            </p14:nvContentPartPr>
            <p14:xfrm>
              <a:off x="10738942" y="5023616"/>
              <a:ext cx="96120" cy="3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3AC0B0B-DAD6-23C9-1DA2-C4A446E0BC6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729942" y="501497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1830193-A040-A70C-6625-05B7EE35B580}"/>
                  </a:ext>
                </a:extLst>
              </p14:cNvPr>
              <p14:cNvContentPartPr/>
              <p14:nvPr/>
            </p14:nvContentPartPr>
            <p14:xfrm>
              <a:off x="10855222" y="4832456"/>
              <a:ext cx="235800" cy="2502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1830193-A040-A70C-6625-05B7EE35B58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846582" y="4823456"/>
                <a:ext cx="2534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4F969F0-0242-5445-99E9-6BED7507C28E}"/>
                  </a:ext>
                </a:extLst>
              </p14:cNvPr>
              <p14:cNvContentPartPr/>
              <p14:nvPr/>
            </p14:nvContentPartPr>
            <p14:xfrm>
              <a:off x="11004622" y="4927856"/>
              <a:ext cx="6840" cy="90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4F969F0-0242-5445-99E9-6BED7507C28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995622" y="4919216"/>
                <a:ext cx="244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E72A6F2-2E70-F1E9-1BF9-CE47BE7ED3C4}"/>
                  </a:ext>
                </a:extLst>
              </p14:cNvPr>
              <p14:cNvContentPartPr/>
              <p14:nvPr/>
            </p14:nvContentPartPr>
            <p14:xfrm>
              <a:off x="11168062" y="4843256"/>
              <a:ext cx="107280" cy="2811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E72A6F2-2E70-F1E9-1BF9-CE47BE7ED3C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159422" y="4834616"/>
                <a:ext cx="1249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6772AF6-C784-ED3C-7D9B-2335CA3A8FD8}"/>
                  </a:ext>
                </a:extLst>
              </p14:cNvPr>
              <p14:cNvContentPartPr/>
              <p14:nvPr/>
            </p14:nvContentPartPr>
            <p14:xfrm>
              <a:off x="11148982" y="4990496"/>
              <a:ext cx="121680" cy="280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6772AF6-C784-ED3C-7D9B-2335CA3A8FD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140342" y="4981856"/>
                <a:ext cx="139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F73DA32-D2B9-1B58-5619-26BC4CD3A60F}"/>
                  </a:ext>
                </a:extLst>
              </p14:cNvPr>
              <p14:cNvContentPartPr/>
              <p14:nvPr/>
            </p14:nvContentPartPr>
            <p14:xfrm>
              <a:off x="11291902" y="4952336"/>
              <a:ext cx="127080" cy="921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F73DA32-D2B9-1B58-5619-26BC4CD3A60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283262" y="4943336"/>
                <a:ext cx="144720" cy="1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614416F-41FA-CB59-38DF-173E695E090E}"/>
              </a:ext>
            </a:extLst>
          </p:cNvPr>
          <p:cNvGrpSpPr/>
          <p:nvPr/>
        </p:nvGrpSpPr>
        <p:grpSpPr>
          <a:xfrm>
            <a:off x="7781902" y="4901576"/>
            <a:ext cx="2152080" cy="667080"/>
            <a:chOff x="7781902" y="4901576"/>
            <a:chExt cx="2152080" cy="66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9A7982-5967-55F5-6F0A-E028BF2B334C}"/>
                    </a:ext>
                  </a:extLst>
                </p14:cNvPr>
                <p14:cNvContentPartPr/>
                <p14:nvPr/>
              </p14:nvContentPartPr>
              <p14:xfrm>
                <a:off x="7800262" y="4932536"/>
                <a:ext cx="81360" cy="188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9A7982-5967-55F5-6F0A-E028BF2B334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91622" y="4923536"/>
                  <a:ext cx="99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D8FE04-6F9D-71F2-2348-F92B6A59CAE2}"/>
                    </a:ext>
                  </a:extLst>
                </p14:cNvPr>
                <p14:cNvContentPartPr/>
                <p14:nvPr/>
              </p14:nvContentPartPr>
              <p14:xfrm>
                <a:off x="7781902" y="5039456"/>
                <a:ext cx="107640" cy="5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D8FE04-6F9D-71F2-2348-F92B6A59CAE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73262" y="5030816"/>
                  <a:ext cx="125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0F9A6C-34AE-7B9B-72A9-9FB49F5C900C}"/>
                    </a:ext>
                  </a:extLst>
                </p14:cNvPr>
                <p14:cNvContentPartPr/>
                <p14:nvPr/>
              </p14:nvContentPartPr>
              <p14:xfrm>
                <a:off x="7926622" y="5038736"/>
                <a:ext cx="117720" cy="75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0F9A6C-34AE-7B9B-72A9-9FB49F5C900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17622" y="5030096"/>
                  <a:ext cx="135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1576D06-C60B-0598-7E27-D239333C2CC1}"/>
                    </a:ext>
                  </a:extLst>
                </p14:cNvPr>
                <p14:cNvContentPartPr/>
                <p14:nvPr/>
              </p14:nvContentPartPr>
              <p14:xfrm>
                <a:off x="8250982" y="5022536"/>
                <a:ext cx="100080" cy="76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1576D06-C60B-0598-7E27-D239333C2CC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41982" y="5013896"/>
                  <a:ext cx="117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C0A6320-7318-2AB6-0666-8222CB3390D6}"/>
                    </a:ext>
                  </a:extLst>
                </p14:cNvPr>
                <p14:cNvContentPartPr/>
                <p14:nvPr/>
              </p14:nvContentPartPr>
              <p14:xfrm>
                <a:off x="8371582" y="5028296"/>
                <a:ext cx="77040" cy="71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C0A6320-7318-2AB6-0666-8222CB3390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62582" y="5019296"/>
                  <a:ext cx="94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AE92D24-D90D-81B4-4337-4332D6D9FF56}"/>
                    </a:ext>
                  </a:extLst>
                </p14:cNvPr>
                <p14:cNvContentPartPr/>
                <p14:nvPr/>
              </p14:nvContentPartPr>
              <p14:xfrm>
                <a:off x="8495062" y="5044856"/>
                <a:ext cx="210960" cy="48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AE92D24-D90D-81B4-4337-4332D6D9FF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86422" y="5036216"/>
                  <a:ext cx="228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C09679-6999-8FB3-0674-AE8ADD3EEFAB}"/>
                    </a:ext>
                  </a:extLst>
                </p14:cNvPr>
                <p14:cNvContentPartPr/>
                <p14:nvPr/>
              </p14:nvContentPartPr>
              <p14:xfrm>
                <a:off x="8797462" y="5016776"/>
                <a:ext cx="80640" cy="188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C09679-6999-8FB3-0674-AE8ADD3EEF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88822" y="5008136"/>
                  <a:ext cx="98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9EE5A18-79BD-A8E7-406C-C4C6BE8CC14F}"/>
                    </a:ext>
                  </a:extLst>
                </p14:cNvPr>
                <p14:cNvContentPartPr/>
                <p14:nvPr/>
              </p14:nvContentPartPr>
              <p14:xfrm>
                <a:off x="8931022" y="5029016"/>
                <a:ext cx="134640" cy="66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9EE5A18-79BD-A8E7-406C-C4C6BE8CC14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922382" y="5020376"/>
                  <a:ext cx="152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66FD0C-F429-5034-97BD-0316EB3DDE7B}"/>
                    </a:ext>
                  </a:extLst>
                </p14:cNvPr>
                <p14:cNvContentPartPr/>
                <p14:nvPr/>
              </p14:nvContentPartPr>
              <p14:xfrm>
                <a:off x="9080062" y="4901576"/>
                <a:ext cx="103680" cy="177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66FD0C-F429-5034-97BD-0316EB3DDE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71062" y="4892576"/>
                  <a:ext cx="121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6E23B3-E0A1-1F9C-B9EA-2925A91C1AE1}"/>
                    </a:ext>
                  </a:extLst>
                </p14:cNvPr>
                <p14:cNvContentPartPr/>
                <p14:nvPr/>
              </p14:nvContentPartPr>
              <p14:xfrm>
                <a:off x="9062782" y="4996976"/>
                <a:ext cx="102600" cy="19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6E23B3-E0A1-1F9C-B9EA-2925A91C1AE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54142" y="4988336"/>
                  <a:ext cx="12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630E50F-A487-EE79-F63A-07C197E84641}"/>
                    </a:ext>
                  </a:extLst>
                </p14:cNvPr>
                <p14:cNvContentPartPr/>
                <p14:nvPr/>
              </p14:nvContentPartPr>
              <p14:xfrm>
                <a:off x="9214342" y="4992296"/>
                <a:ext cx="99720" cy="106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630E50F-A487-EE79-F63A-07C197E8464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05342" y="4983296"/>
                  <a:ext cx="117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DF5C672-498E-8687-7D82-F3CC1BE82E79}"/>
                    </a:ext>
                  </a:extLst>
                </p14:cNvPr>
                <p14:cNvContentPartPr/>
                <p14:nvPr/>
              </p14:nvContentPartPr>
              <p14:xfrm>
                <a:off x="9641662" y="4917776"/>
                <a:ext cx="108720" cy="255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DF5C672-498E-8687-7D82-F3CC1BE82E7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32662" y="4909136"/>
                  <a:ext cx="126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3AD2AE-F93E-4168-2EE6-1FF7A08D54E0}"/>
                    </a:ext>
                  </a:extLst>
                </p14:cNvPr>
                <p14:cNvContentPartPr/>
                <p14:nvPr/>
              </p14:nvContentPartPr>
              <p14:xfrm>
                <a:off x="9643462" y="5045936"/>
                <a:ext cx="79920" cy="4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3AD2AE-F93E-4168-2EE6-1FF7A08D54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34822" y="5037296"/>
                  <a:ext cx="97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83AAB2E-7315-23D2-75C0-27A1D948B97F}"/>
                    </a:ext>
                  </a:extLst>
                </p14:cNvPr>
                <p14:cNvContentPartPr/>
                <p14:nvPr/>
              </p14:nvContentPartPr>
              <p14:xfrm>
                <a:off x="9784942" y="5021816"/>
                <a:ext cx="71280" cy="72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83AAB2E-7315-23D2-75C0-27A1D948B97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75942" y="5012816"/>
                  <a:ext cx="889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1790F55-9763-E474-80DC-D89E1E2DA337}"/>
                    </a:ext>
                  </a:extLst>
                </p14:cNvPr>
                <p14:cNvContentPartPr/>
                <p14:nvPr/>
              </p14:nvContentPartPr>
              <p14:xfrm>
                <a:off x="9903742" y="4991576"/>
                <a:ext cx="30240" cy="75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1790F55-9763-E474-80DC-D89E1E2DA33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94742" y="4982576"/>
                  <a:ext cx="47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F2F0207-F8CF-708E-4D9D-BBDE4C98B2CB}"/>
                    </a:ext>
                  </a:extLst>
                </p14:cNvPr>
                <p14:cNvContentPartPr/>
                <p14:nvPr/>
              </p14:nvContentPartPr>
              <p14:xfrm>
                <a:off x="7847782" y="5368856"/>
                <a:ext cx="393480" cy="84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F2F0207-F8CF-708E-4D9D-BBDE4C98B2C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39142" y="5359856"/>
                  <a:ext cx="411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B4D4F7-29D9-253D-BDA5-64453736AC61}"/>
                    </a:ext>
                  </a:extLst>
                </p14:cNvPr>
                <p14:cNvContentPartPr/>
                <p14:nvPr/>
              </p14:nvContentPartPr>
              <p14:xfrm>
                <a:off x="8259982" y="5258336"/>
                <a:ext cx="82800" cy="192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B4D4F7-29D9-253D-BDA5-64453736AC6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51342" y="5249336"/>
                  <a:ext cx="100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233D44-82FC-058A-36D0-A17B9A7277D1}"/>
                    </a:ext>
                  </a:extLst>
                </p14:cNvPr>
                <p14:cNvContentPartPr/>
                <p14:nvPr/>
              </p14:nvContentPartPr>
              <p14:xfrm>
                <a:off x="8431342" y="5390456"/>
                <a:ext cx="9720" cy="36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233D44-82FC-058A-36D0-A17B9A7277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22702" y="5381816"/>
                  <a:ext cx="27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75339E2-87FB-D11C-E3E5-B58AA7E9A8E9}"/>
                    </a:ext>
                  </a:extLst>
                </p14:cNvPr>
                <p14:cNvContentPartPr/>
                <p14:nvPr/>
              </p14:nvContentPartPr>
              <p14:xfrm>
                <a:off x="8378422" y="5289656"/>
                <a:ext cx="2160" cy="1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75339E2-87FB-D11C-E3E5-B58AA7E9A8E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369422" y="5280656"/>
                  <a:ext cx="19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3DF65BE-3E51-3ACB-AC96-5812AFEF3DF9}"/>
                    </a:ext>
                  </a:extLst>
                </p14:cNvPr>
                <p14:cNvContentPartPr/>
                <p14:nvPr/>
              </p14:nvContentPartPr>
              <p14:xfrm>
                <a:off x="8515222" y="5362736"/>
                <a:ext cx="81360" cy="51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3DF65BE-3E51-3ACB-AC96-5812AFEF3DF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06582" y="5354096"/>
                  <a:ext cx="99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020662A-83B9-4357-559E-C2FE327E2689}"/>
                    </a:ext>
                  </a:extLst>
                </p14:cNvPr>
                <p14:cNvContentPartPr/>
                <p14:nvPr/>
              </p14:nvContentPartPr>
              <p14:xfrm>
                <a:off x="8807182" y="5341496"/>
                <a:ext cx="119160" cy="123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020662A-83B9-4357-559E-C2FE327E268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98542" y="5332496"/>
                  <a:ext cx="136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7B3A4F9-78BF-559B-A412-EA4D2DACD078}"/>
                    </a:ext>
                  </a:extLst>
                </p14:cNvPr>
                <p14:cNvContentPartPr/>
                <p14:nvPr/>
              </p14:nvContentPartPr>
              <p14:xfrm>
                <a:off x="8527102" y="5364176"/>
                <a:ext cx="35640" cy="10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7B3A4F9-78BF-559B-A412-EA4D2DACD07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518462" y="5355176"/>
                  <a:ext cx="53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358CFAD-7C71-D70E-74C8-7F3C64F0DF49}"/>
                    </a:ext>
                  </a:extLst>
                </p14:cNvPr>
                <p14:cNvContentPartPr/>
                <p14:nvPr/>
              </p14:nvContentPartPr>
              <p14:xfrm>
                <a:off x="8952262" y="5374616"/>
                <a:ext cx="37800" cy="54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358CFAD-7C71-D70E-74C8-7F3C64F0DF4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43622" y="5365616"/>
                  <a:ext cx="55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19702B3-D939-7702-84A8-08DE1879AE00}"/>
                    </a:ext>
                  </a:extLst>
                </p14:cNvPr>
                <p14:cNvContentPartPr/>
                <p14:nvPr/>
              </p14:nvContentPartPr>
              <p14:xfrm>
                <a:off x="8952262" y="5280656"/>
                <a:ext cx="3600" cy="12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19702B3-D939-7702-84A8-08DE1879AE0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43622" y="5272016"/>
                  <a:ext cx="21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B77B3A1-987D-9725-A87C-D82F2271E839}"/>
                    </a:ext>
                  </a:extLst>
                </p14:cNvPr>
                <p14:cNvContentPartPr/>
                <p14:nvPr/>
              </p14:nvContentPartPr>
              <p14:xfrm>
                <a:off x="9045862" y="5363096"/>
                <a:ext cx="117720" cy="205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B77B3A1-987D-9725-A87C-D82F2271E83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36862" y="5354456"/>
                  <a:ext cx="135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5207548-8B75-99B5-B746-602938F838B9}"/>
                    </a:ext>
                  </a:extLst>
                </p14:cNvPr>
                <p14:cNvContentPartPr/>
                <p14:nvPr/>
              </p14:nvContentPartPr>
              <p14:xfrm>
                <a:off x="9165022" y="5401256"/>
                <a:ext cx="123840" cy="61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5207548-8B75-99B5-B746-602938F838B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56382" y="5392256"/>
                  <a:ext cx="141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A221911-282E-5DC3-230B-36C97BBD2DFD}"/>
                    </a:ext>
                  </a:extLst>
                </p14:cNvPr>
                <p14:cNvContentPartPr/>
                <p14:nvPr/>
              </p14:nvContentPartPr>
              <p14:xfrm>
                <a:off x="9373462" y="5245016"/>
                <a:ext cx="163800" cy="231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A221911-282E-5DC3-230B-36C97BBD2D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64462" y="5236016"/>
                  <a:ext cx="181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FBE123B-DB91-1AB5-0E0C-25F8473A8996}"/>
                    </a:ext>
                  </a:extLst>
                </p14:cNvPr>
                <p14:cNvContentPartPr/>
                <p14:nvPr/>
              </p14:nvContentPartPr>
              <p14:xfrm>
                <a:off x="9595942" y="5330336"/>
                <a:ext cx="63720" cy="111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FBE123B-DB91-1AB5-0E0C-25F8473A89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87302" y="5321696"/>
                  <a:ext cx="813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7D87A3E-C552-C6B8-0240-6F4185EFEA2F}"/>
              </a:ext>
            </a:extLst>
          </p:cNvPr>
          <p:cNvGrpSpPr/>
          <p:nvPr/>
        </p:nvGrpSpPr>
        <p:grpSpPr>
          <a:xfrm>
            <a:off x="711862" y="5360216"/>
            <a:ext cx="689400" cy="238320"/>
            <a:chOff x="711862" y="5360216"/>
            <a:chExt cx="68940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9CEF97D-EA07-E054-4E92-FDBAFC5A0EEB}"/>
                    </a:ext>
                  </a:extLst>
                </p14:cNvPr>
                <p14:cNvContentPartPr/>
                <p14:nvPr/>
              </p14:nvContentPartPr>
              <p14:xfrm>
                <a:off x="711862" y="5380376"/>
                <a:ext cx="209160" cy="216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9CEF97D-EA07-E054-4E92-FDBAFC5A0E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3222" y="5371376"/>
                  <a:ext cx="2268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B21365F-D20D-0597-5878-627CB2868351}"/>
                    </a:ext>
                  </a:extLst>
                </p14:cNvPr>
                <p14:cNvContentPartPr/>
                <p14:nvPr/>
              </p14:nvContentPartPr>
              <p14:xfrm>
                <a:off x="987982" y="5459936"/>
                <a:ext cx="123480" cy="128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B21365F-D20D-0597-5878-627CB286835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9342" y="5451296"/>
                  <a:ext cx="141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0E26336-B24F-0A34-3224-AB80EC96F328}"/>
                    </a:ext>
                  </a:extLst>
                </p14:cNvPr>
                <p14:cNvContentPartPr/>
                <p14:nvPr/>
              </p14:nvContentPartPr>
              <p14:xfrm>
                <a:off x="1136302" y="5479736"/>
                <a:ext cx="127800" cy="118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0E26336-B24F-0A34-3224-AB80EC96F32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27302" y="5470736"/>
                  <a:ext cx="145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1A2CC1E-700D-AD7B-F385-818A59DFB571}"/>
                    </a:ext>
                  </a:extLst>
                </p14:cNvPr>
                <p14:cNvContentPartPr/>
                <p14:nvPr/>
              </p14:nvContentPartPr>
              <p14:xfrm>
                <a:off x="1303342" y="5360216"/>
                <a:ext cx="97920" cy="231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1A2CC1E-700D-AD7B-F385-818A59DFB57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94342" y="5351576"/>
                  <a:ext cx="11556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2722769-2E3F-81E4-A820-7D3FA9D979E1}"/>
              </a:ext>
            </a:extLst>
          </p:cNvPr>
          <p:cNvGrpSpPr/>
          <p:nvPr/>
        </p:nvGrpSpPr>
        <p:grpSpPr>
          <a:xfrm>
            <a:off x="1610782" y="5364176"/>
            <a:ext cx="260640" cy="235440"/>
            <a:chOff x="1610782" y="5364176"/>
            <a:chExt cx="26064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C4889E9-3C75-2C34-70A6-2EB37F537918}"/>
                    </a:ext>
                  </a:extLst>
                </p14:cNvPr>
                <p14:cNvContentPartPr/>
                <p14:nvPr/>
              </p14:nvContentPartPr>
              <p14:xfrm>
                <a:off x="1626622" y="5364176"/>
                <a:ext cx="138600" cy="235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C4889E9-3C75-2C34-70A6-2EB37F53791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17622" y="5355536"/>
                  <a:ext cx="156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98E63BE-C8F6-3C3C-51CD-5BC90E0634FF}"/>
                    </a:ext>
                  </a:extLst>
                </p14:cNvPr>
                <p14:cNvContentPartPr/>
                <p14:nvPr/>
              </p14:nvContentPartPr>
              <p14:xfrm>
                <a:off x="1610782" y="5466776"/>
                <a:ext cx="138240" cy="25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98E63BE-C8F6-3C3C-51CD-5BC90E0634F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02142" y="5458136"/>
                  <a:ext cx="155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C23626A-7A1E-31BA-789B-BC65EC5AA59C}"/>
                    </a:ext>
                  </a:extLst>
                </p14:cNvPr>
                <p14:cNvContentPartPr/>
                <p14:nvPr/>
              </p14:nvContentPartPr>
              <p14:xfrm>
                <a:off x="1763782" y="5506736"/>
                <a:ext cx="107640" cy="81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C23626A-7A1E-31BA-789B-BC65EC5AA59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55142" y="5497736"/>
                  <a:ext cx="12528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334DCA9-B1A6-6271-C041-21322B99CA80}"/>
              </a:ext>
            </a:extLst>
          </p:cNvPr>
          <p:cNvGrpSpPr/>
          <p:nvPr/>
        </p:nvGrpSpPr>
        <p:grpSpPr>
          <a:xfrm>
            <a:off x="2046742" y="5278136"/>
            <a:ext cx="1817640" cy="453960"/>
            <a:chOff x="2046742" y="5278136"/>
            <a:chExt cx="1817640" cy="45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1098B05-FF0F-3F68-73F8-AA07B2AEBF3D}"/>
                    </a:ext>
                  </a:extLst>
                </p14:cNvPr>
                <p14:cNvContentPartPr/>
                <p14:nvPr/>
              </p14:nvContentPartPr>
              <p14:xfrm>
                <a:off x="2046742" y="5374616"/>
                <a:ext cx="138600" cy="192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1098B05-FF0F-3F68-73F8-AA07B2AEBF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037742" y="5365616"/>
                  <a:ext cx="156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1C74ADA-3534-AFA9-D62A-9DBA32D16161}"/>
                    </a:ext>
                  </a:extLst>
                </p14:cNvPr>
                <p14:cNvContentPartPr/>
                <p14:nvPr/>
              </p14:nvContentPartPr>
              <p14:xfrm>
                <a:off x="2219902" y="5407736"/>
                <a:ext cx="239400" cy="154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1C74ADA-3534-AFA9-D62A-9DBA32D1616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210902" y="5398736"/>
                  <a:ext cx="257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F381498-834B-C804-7D7E-5684810F26ED}"/>
                    </a:ext>
                  </a:extLst>
                </p14:cNvPr>
                <p14:cNvContentPartPr/>
                <p14:nvPr/>
              </p14:nvContentPartPr>
              <p14:xfrm>
                <a:off x="2468302" y="5459576"/>
                <a:ext cx="109800" cy="100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F381498-834B-C804-7D7E-5684810F26E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59662" y="5450936"/>
                  <a:ext cx="127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A7F90A-3D52-E5B3-9378-3068DE5A2035}"/>
                    </a:ext>
                  </a:extLst>
                </p14:cNvPr>
                <p14:cNvContentPartPr/>
                <p14:nvPr/>
              </p14:nvContentPartPr>
              <p14:xfrm>
                <a:off x="2573062" y="5337536"/>
                <a:ext cx="63720" cy="2023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A7F90A-3D52-E5B3-9378-3068DE5A203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64062" y="5328536"/>
                  <a:ext cx="81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3897680-47AC-EBD6-9D10-E7267C9690AE}"/>
                    </a:ext>
                  </a:extLst>
                </p14:cNvPr>
                <p14:cNvContentPartPr/>
                <p14:nvPr/>
              </p14:nvContentPartPr>
              <p14:xfrm>
                <a:off x="2615542" y="5449136"/>
                <a:ext cx="128880" cy="73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3897680-47AC-EBD6-9D10-E7267C9690A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06542" y="5440136"/>
                  <a:ext cx="146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DD20004-8BA9-6088-8BD3-89BC09978EBE}"/>
                    </a:ext>
                  </a:extLst>
                </p14:cNvPr>
                <p14:cNvContentPartPr/>
                <p14:nvPr/>
              </p14:nvContentPartPr>
              <p14:xfrm>
                <a:off x="2753782" y="5454176"/>
                <a:ext cx="4680" cy="15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DD20004-8BA9-6088-8BD3-89BC09978EB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44782" y="5445536"/>
                  <a:ext cx="22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493C9D3-2EFE-D28B-AB4C-C01C2827EDF8}"/>
                    </a:ext>
                  </a:extLst>
                </p14:cNvPr>
                <p14:cNvContentPartPr/>
                <p14:nvPr/>
              </p14:nvContentPartPr>
              <p14:xfrm>
                <a:off x="2761702" y="5460656"/>
                <a:ext cx="85320" cy="27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493C9D3-2EFE-D28B-AB4C-C01C2827ED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52702" y="5451656"/>
                  <a:ext cx="102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95E243F-BFC4-7F08-641A-47F5099055DC}"/>
                    </a:ext>
                  </a:extLst>
                </p14:cNvPr>
                <p14:cNvContentPartPr/>
                <p14:nvPr/>
              </p14:nvContentPartPr>
              <p14:xfrm>
                <a:off x="2918302" y="5477216"/>
                <a:ext cx="130320" cy="56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95E243F-BFC4-7F08-641A-47F5099055D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909302" y="5468576"/>
                  <a:ext cx="147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E2A533-5E15-26CA-D7D9-6C01B527C554}"/>
                    </a:ext>
                  </a:extLst>
                </p14:cNvPr>
                <p14:cNvContentPartPr/>
                <p14:nvPr/>
              </p14:nvContentPartPr>
              <p14:xfrm>
                <a:off x="3050422" y="5421056"/>
                <a:ext cx="123840" cy="251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E2A533-5E15-26CA-D7D9-6C01B527C55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41422" y="5412416"/>
                  <a:ext cx="141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A5C1E42-7C92-AA7E-2509-7719668F2256}"/>
                    </a:ext>
                  </a:extLst>
                </p14:cNvPr>
                <p14:cNvContentPartPr/>
                <p14:nvPr/>
              </p14:nvContentPartPr>
              <p14:xfrm>
                <a:off x="3327262" y="5278136"/>
                <a:ext cx="123120" cy="255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A5C1E42-7C92-AA7E-2509-7719668F225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318622" y="5269496"/>
                  <a:ext cx="1407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025606F-8F50-0068-99C2-C01C3318E557}"/>
                    </a:ext>
                  </a:extLst>
                </p14:cNvPr>
                <p14:cNvContentPartPr/>
                <p14:nvPr/>
              </p14:nvContentPartPr>
              <p14:xfrm>
                <a:off x="3485302" y="5439416"/>
                <a:ext cx="108000" cy="106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025606F-8F50-0068-99C2-C01C3318E55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76302" y="5430776"/>
                  <a:ext cx="125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C7F24B9-BB71-62B0-1C22-78C2354AFE6E}"/>
                    </a:ext>
                  </a:extLst>
                </p14:cNvPr>
                <p14:cNvContentPartPr/>
                <p14:nvPr/>
              </p14:nvContentPartPr>
              <p14:xfrm>
                <a:off x="3614902" y="5480816"/>
                <a:ext cx="128520" cy="48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C7F24B9-BB71-62B0-1C22-78C2354AFE6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05902" y="5471816"/>
                  <a:ext cx="146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563A0DF-95F4-42A8-15EA-F9B962A2D8B1}"/>
                    </a:ext>
                  </a:extLst>
                </p14:cNvPr>
                <p14:cNvContentPartPr/>
                <p14:nvPr/>
              </p14:nvContentPartPr>
              <p14:xfrm>
                <a:off x="3784102" y="5475416"/>
                <a:ext cx="80280" cy="256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563A0DF-95F4-42A8-15EA-F9B962A2D8B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75462" y="5466776"/>
                  <a:ext cx="9792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C0AECBE-2B7D-C977-7ABE-1A14AE8AD16E}"/>
              </a:ext>
            </a:extLst>
          </p:cNvPr>
          <p:cNvGrpSpPr/>
          <p:nvPr/>
        </p:nvGrpSpPr>
        <p:grpSpPr>
          <a:xfrm>
            <a:off x="4040062" y="5332136"/>
            <a:ext cx="704880" cy="319320"/>
            <a:chOff x="4040062" y="5332136"/>
            <a:chExt cx="70488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2E9384E-D2EF-E72E-7371-0FAC1B32D80E}"/>
                    </a:ext>
                  </a:extLst>
                </p14:cNvPr>
                <p14:cNvContentPartPr/>
                <p14:nvPr/>
              </p14:nvContentPartPr>
              <p14:xfrm>
                <a:off x="4056262" y="5491616"/>
                <a:ext cx="47520" cy="61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2E9384E-D2EF-E72E-7371-0FAC1B32D80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047262" y="5482616"/>
                  <a:ext cx="65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46A0329-2BCC-60E9-E72F-3AB90FD1F845}"/>
                    </a:ext>
                  </a:extLst>
                </p14:cNvPr>
                <p14:cNvContentPartPr/>
                <p14:nvPr/>
              </p14:nvContentPartPr>
              <p14:xfrm>
                <a:off x="4040062" y="5385056"/>
                <a:ext cx="14760" cy="24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46A0329-2BCC-60E9-E72F-3AB90FD1F84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31422" y="5376416"/>
                  <a:ext cx="32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C1EFBA2-18CB-720B-12CD-B3CDC192BF27}"/>
                    </a:ext>
                  </a:extLst>
                </p14:cNvPr>
                <p14:cNvContentPartPr/>
                <p14:nvPr/>
              </p14:nvContentPartPr>
              <p14:xfrm>
                <a:off x="4119982" y="5491616"/>
                <a:ext cx="102240" cy="38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C1EFBA2-18CB-720B-12CD-B3CDC192BF2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110982" y="5482616"/>
                  <a:ext cx="119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2B74B79-5179-31D5-FABC-8A9DCDF9E805}"/>
                    </a:ext>
                  </a:extLst>
                </p14:cNvPr>
                <p14:cNvContentPartPr/>
                <p14:nvPr/>
              </p14:nvContentPartPr>
              <p14:xfrm>
                <a:off x="4301422" y="5450216"/>
                <a:ext cx="78120" cy="201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2B74B79-5179-31D5-FABC-8A9DCDF9E80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92422" y="5441216"/>
                  <a:ext cx="957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89A7D88-1667-5E8C-72E1-628BE75C7ABA}"/>
                    </a:ext>
                  </a:extLst>
                </p14:cNvPr>
                <p14:cNvContentPartPr/>
                <p14:nvPr/>
              </p14:nvContentPartPr>
              <p14:xfrm>
                <a:off x="4454782" y="5507456"/>
                <a:ext cx="84960" cy="34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89A7D88-1667-5E8C-72E1-628BE75C7A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46142" y="5498816"/>
                  <a:ext cx="1026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C19C315-B809-944C-0547-C6CB93530349}"/>
                    </a:ext>
                  </a:extLst>
                </p14:cNvPr>
                <p14:cNvContentPartPr/>
                <p14:nvPr/>
              </p14:nvContentPartPr>
              <p14:xfrm>
                <a:off x="4518502" y="5332136"/>
                <a:ext cx="85320" cy="187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C19C315-B809-944C-0547-C6CB9353034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09862" y="5323496"/>
                  <a:ext cx="102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52B0371-9EA1-CAB9-B26F-FF85976592C4}"/>
                    </a:ext>
                  </a:extLst>
                </p14:cNvPr>
                <p14:cNvContentPartPr/>
                <p14:nvPr/>
              </p14:nvContentPartPr>
              <p14:xfrm>
                <a:off x="4509142" y="5436176"/>
                <a:ext cx="89640" cy="7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52B0371-9EA1-CAB9-B26F-FF85976592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00502" y="5427176"/>
                  <a:ext cx="107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024F8C9-A06B-77EB-DBF1-92B5360FD111}"/>
                    </a:ext>
                  </a:extLst>
                </p14:cNvPr>
                <p14:cNvContentPartPr/>
                <p14:nvPr/>
              </p14:nvContentPartPr>
              <p14:xfrm>
                <a:off x="4685542" y="5430416"/>
                <a:ext cx="59400" cy="1152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024F8C9-A06B-77EB-DBF1-92B5360FD11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76902" y="5421776"/>
                  <a:ext cx="7704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317C21B-3BDD-139B-C83E-3344366A65BA}"/>
              </a:ext>
            </a:extLst>
          </p:cNvPr>
          <p:cNvGrpSpPr/>
          <p:nvPr/>
        </p:nvGrpSpPr>
        <p:grpSpPr>
          <a:xfrm>
            <a:off x="4997302" y="5326736"/>
            <a:ext cx="458280" cy="216000"/>
            <a:chOff x="4997302" y="5326736"/>
            <a:chExt cx="458280" cy="2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C2690D0-7993-9421-BFC3-15C0C9D19883}"/>
                    </a:ext>
                  </a:extLst>
                </p14:cNvPr>
                <p14:cNvContentPartPr/>
                <p14:nvPr/>
              </p14:nvContentPartPr>
              <p14:xfrm>
                <a:off x="5002342" y="5459576"/>
                <a:ext cx="20880" cy="691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C2690D0-7993-9421-BFC3-15C0C9D1988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993702" y="5450936"/>
                  <a:ext cx="38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C1FFBB1-2177-292E-D36A-35B5BECD3CEA}"/>
                    </a:ext>
                  </a:extLst>
                </p14:cNvPr>
                <p14:cNvContentPartPr/>
                <p14:nvPr/>
              </p14:nvContentPartPr>
              <p14:xfrm>
                <a:off x="4997302" y="5342576"/>
                <a:ext cx="6840" cy="21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C1FFBB1-2177-292E-D36A-35B5BECD3CE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88302" y="5333936"/>
                  <a:ext cx="24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EBA68EC-297E-C090-F9C3-9FD9B619402D}"/>
                    </a:ext>
                  </a:extLst>
                </p14:cNvPr>
                <p14:cNvContentPartPr/>
                <p14:nvPr/>
              </p14:nvContentPartPr>
              <p14:xfrm>
                <a:off x="5061022" y="5454176"/>
                <a:ext cx="103680" cy="47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EBA68EC-297E-C090-F9C3-9FD9B619402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52022" y="5445536"/>
                  <a:ext cx="121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62B1065-15F4-3215-D0DC-01BB9F64C7DD}"/>
                    </a:ext>
                  </a:extLst>
                </p14:cNvPr>
                <p14:cNvContentPartPr/>
                <p14:nvPr/>
              </p14:nvContentPartPr>
              <p14:xfrm>
                <a:off x="5215102" y="5326736"/>
                <a:ext cx="92160" cy="216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62B1065-15F4-3215-D0DC-01BB9F64C7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06102" y="5317736"/>
                  <a:ext cx="109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0DE8619-174C-9334-43BC-026296A22E61}"/>
                    </a:ext>
                  </a:extLst>
                </p14:cNvPr>
                <p14:cNvContentPartPr/>
                <p14:nvPr/>
              </p14:nvContentPartPr>
              <p14:xfrm>
                <a:off x="5209702" y="5446256"/>
                <a:ext cx="101520" cy="24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0DE8619-174C-9334-43BC-026296A22E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200702" y="5437616"/>
                  <a:ext cx="119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DC7017C-CFCE-08D3-249B-C45C8A459102}"/>
                    </a:ext>
                  </a:extLst>
                </p14:cNvPr>
                <p14:cNvContentPartPr/>
                <p14:nvPr/>
              </p14:nvContentPartPr>
              <p14:xfrm>
                <a:off x="5354422" y="5459936"/>
                <a:ext cx="101160" cy="64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DC7017C-CFCE-08D3-249B-C45C8A45910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345422" y="5451296"/>
                  <a:ext cx="11880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C7824C0-541C-15A4-A221-829B07622437}"/>
              </a:ext>
            </a:extLst>
          </p:cNvPr>
          <p:cNvGrpSpPr/>
          <p:nvPr/>
        </p:nvGrpSpPr>
        <p:grpSpPr>
          <a:xfrm>
            <a:off x="5629822" y="5257616"/>
            <a:ext cx="700200" cy="246600"/>
            <a:chOff x="5629822" y="5257616"/>
            <a:chExt cx="700200" cy="24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BB8C51C-F266-D8B9-5FC5-711EE8111450}"/>
                    </a:ext>
                  </a:extLst>
                </p14:cNvPr>
                <p14:cNvContentPartPr/>
                <p14:nvPr/>
              </p14:nvContentPartPr>
              <p14:xfrm>
                <a:off x="5629822" y="5305496"/>
                <a:ext cx="127440" cy="1987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BB8C51C-F266-D8B9-5FC5-711EE811145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20822" y="5296496"/>
                  <a:ext cx="145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78BC100-8AC1-27A5-9FCF-34F4B9860507}"/>
                    </a:ext>
                  </a:extLst>
                </p14:cNvPr>
                <p14:cNvContentPartPr/>
                <p14:nvPr/>
              </p14:nvContentPartPr>
              <p14:xfrm>
                <a:off x="5725582" y="5305496"/>
                <a:ext cx="88560" cy="1926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78BC100-8AC1-27A5-9FCF-34F4B986050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716582" y="5296496"/>
                  <a:ext cx="106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7348877-BE21-F256-7767-F03F3955DC2D}"/>
                    </a:ext>
                  </a:extLst>
                </p14:cNvPr>
                <p14:cNvContentPartPr/>
                <p14:nvPr/>
              </p14:nvContentPartPr>
              <p14:xfrm>
                <a:off x="5867062" y="5406296"/>
                <a:ext cx="77760" cy="889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7348877-BE21-F256-7767-F03F3955DC2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858422" y="5397656"/>
                  <a:ext cx="95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737B65C-CFFF-43A4-94D5-1D200DD1B9A9}"/>
                    </a:ext>
                  </a:extLst>
                </p14:cNvPr>
                <p14:cNvContentPartPr/>
                <p14:nvPr/>
              </p14:nvContentPartPr>
              <p14:xfrm>
                <a:off x="5993782" y="5395856"/>
                <a:ext cx="101880" cy="102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737B65C-CFFF-43A4-94D5-1D200DD1B9A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84782" y="5386856"/>
                  <a:ext cx="11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A5C2105-F99F-9FAD-9E6D-24D0D5FA0607}"/>
                    </a:ext>
                  </a:extLst>
                </p14:cNvPr>
                <p14:cNvContentPartPr/>
                <p14:nvPr/>
              </p14:nvContentPartPr>
              <p14:xfrm>
                <a:off x="6023302" y="5257616"/>
                <a:ext cx="99360" cy="226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A5C2105-F99F-9FAD-9E6D-24D0D5FA060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14302" y="5248976"/>
                  <a:ext cx="117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B33FFFA-B786-E461-1143-D80C78125537}"/>
                    </a:ext>
                  </a:extLst>
                </p14:cNvPr>
                <p14:cNvContentPartPr/>
                <p14:nvPr/>
              </p14:nvContentPartPr>
              <p14:xfrm>
                <a:off x="6096742" y="5385056"/>
                <a:ext cx="110160" cy="86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B33FFFA-B786-E461-1143-D80C781255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88102" y="5376416"/>
                  <a:ext cx="1278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7A61A1B-D2CC-39E6-736C-3EAC7BB58B8C}"/>
                    </a:ext>
                  </a:extLst>
                </p14:cNvPr>
                <p14:cNvContentPartPr/>
                <p14:nvPr/>
              </p14:nvContentPartPr>
              <p14:xfrm>
                <a:off x="6253702" y="5359496"/>
                <a:ext cx="76320" cy="135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7A61A1B-D2CC-39E6-736C-3EAC7BB58B8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44702" y="5350496"/>
                  <a:ext cx="9396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A1F0AE5-4666-8368-D989-73FF20C53591}"/>
              </a:ext>
            </a:extLst>
          </p:cNvPr>
          <p:cNvGrpSpPr/>
          <p:nvPr/>
        </p:nvGrpSpPr>
        <p:grpSpPr>
          <a:xfrm>
            <a:off x="770542" y="6004616"/>
            <a:ext cx="456120" cy="222120"/>
            <a:chOff x="770542" y="6004616"/>
            <a:chExt cx="45612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F84C490-87A8-4C3F-7FE7-A74893472659}"/>
                    </a:ext>
                  </a:extLst>
                </p14:cNvPr>
                <p14:cNvContentPartPr/>
                <p14:nvPr/>
              </p14:nvContentPartPr>
              <p14:xfrm>
                <a:off x="781342" y="6023336"/>
                <a:ext cx="97560" cy="2030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F84C490-87A8-4C3F-7FE7-A7489347265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2342" y="6014336"/>
                  <a:ext cx="115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6374FA2-F050-3156-9F2C-1A453D326040}"/>
                    </a:ext>
                  </a:extLst>
                </p14:cNvPr>
                <p14:cNvContentPartPr/>
                <p14:nvPr/>
              </p14:nvContentPartPr>
              <p14:xfrm>
                <a:off x="770542" y="6004616"/>
                <a:ext cx="131400" cy="24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6374FA2-F050-3156-9F2C-1A453D32604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1902" y="5995976"/>
                  <a:ext cx="149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2EADABE-7927-C21C-98FF-A7323A783A0D}"/>
                    </a:ext>
                  </a:extLst>
                </p14:cNvPr>
                <p14:cNvContentPartPr/>
                <p14:nvPr/>
              </p14:nvContentPartPr>
              <p14:xfrm>
                <a:off x="807982" y="6113696"/>
                <a:ext cx="133920" cy="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2EADABE-7927-C21C-98FF-A7323A783A0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98982" y="6104696"/>
                  <a:ext cx="151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495268A-FF6E-9EB7-424B-96CF239F3850}"/>
                    </a:ext>
                  </a:extLst>
                </p14:cNvPr>
                <p14:cNvContentPartPr/>
                <p14:nvPr/>
              </p14:nvContentPartPr>
              <p14:xfrm>
                <a:off x="968182" y="6070856"/>
                <a:ext cx="258480" cy="155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495268A-FF6E-9EB7-424B-96CF239F385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59542" y="6061856"/>
                  <a:ext cx="27612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A4FD9E6-FCA2-AC7E-579F-E69D67D10F50}"/>
              </a:ext>
            </a:extLst>
          </p:cNvPr>
          <p:cNvGrpSpPr/>
          <p:nvPr/>
        </p:nvGrpSpPr>
        <p:grpSpPr>
          <a:xfrm>
            <a:off x="1496662" y="5966096"/>
            <a:ext cx="1706400" cy="371880"/>
            <a:chOff x="1496662" y="5966096"/>
            <a:chExt cx="1706400" cy="3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6009D13-4028-5396-861B-538F2622819F}"/>
                    </a:ext>
                  </a:extLst>
                </p14:cNvPr>
                <p14:cNvContentPartPr/>
                <p14:nvPr/>
              </p14:nvContentPartPr>
              <p14:xfrm>
                <a:off x="1496662" y="5966096"/>
                <a:ext cx="149400" cy="317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6009D13-4028-5396-861B-538F2622819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88022" y="5957456"/>
                  <a:ext cx="1670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25A927D-79CC-0876-5444-F70DF001B808}"/>
                    </a:ext>
                  </a:extLst>
                </p14:cNvPr>
                <p14:cNvContentPartPr/>
                <p14:nvPr/>
              </p14:nvContentPartPr>
              <p14:xfrm>
                <a:off x="1498102" y="6176696"/>
                <a:ext cx="112680" cy="169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25A927D-79CC-0876-5444-F70DF001B80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89462" y="6167696"/>
                  <a:ext cx="130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52F99AA-4A39-56AE-4F4C-DF114076AC21}"/>
                    </a:ext>
                  </a:extLst>
                </p14:cNvPr>
                <p14:cNvContentPartPr/>
                <p14:nvPr/>
              </p14:nvContentPartPr>
              <p14:xfrm>
                <a:off x="1656502" y="6086696"/>
                <a:ext cx="219600" cy="99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52F99AA-4A39-56AE-4F4C-DF114076AC2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647862" y="6078056"/>
                  <a:ext cx="237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DC4A1D8-5953-64C7-ECC2-651435571170}"/>
                    </a:ext>
                  </a:extLst>
                </p14:cNvPr>
                <p14:cNvContentPartPr/>
                <p14:nvPr/>
              </p14:nvContentPartPr>
              <p14:xfrm>
                <a:off x="1905982" y="6118736"/>
                <a:ext cx="143280" cy="2192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DC4A1D8-5953-64C7-ECC2-65143557117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896982" y="6110096"/>
                  <a:ext cx="160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A6B1B0B-AED2-F71E-2F59-310B39713BF0}"/>
                    </a:ext>
                  </a:extLst>
                </p14:cNvPr>
                <p14:cNvContentPartPr/>
                <p14:nvPr/>
              </p14:nvContentPartPr>
              <p14:xfrm>
                <a:off x="2210542" y="6010016"/>
                <a:ext cx="136800" cy="184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A6B1B0B-AED2-F71E-2F59-310B39713BF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01902" y="6001376"/>
                  <a:ext cx="154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D658588-2B63-044B-0705-39D0AB3F6054}"/>
                    </a:ext>
                  </a:extLst>
                </p14:cNvPr>
                <p14:cNvContentPartPr/>
                <p14:nvPr/>
              </p14:nvContentPartPr>
              <p14:xfrm>
                <a:off x="2393062" y="6093896"/>
                <a:ext cx="95040" cy="90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D658588-2B63-044B-0705-39D0AB3F605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384062" y="6084896"/>
                  <a:ext cx="112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F2FDA2B-369C-C90A-7FF9-FF0FE40B9171}"/>
                    </a:ext>
                  </a:extLst>
                </p14:cNvPr>
                <p14:cNvContentPartPr/>
                <p14:nvPr/>
              </p14:nvContentPartPr>
              <p14:xfrm>
                <a:off x="2525182" y="6102536"/>
                <a:ext cx="249480" cy="63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F2FDA2B-369C-C90A-7FF9-FF0FE40B917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516182" y="6093536"/>
                  <a:ext cx="267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A8E6FC7-B13C-AEE3-43E1-C0537F69F249}"/>
                    </a:ext>
                  </a:extLst>
                </p14:cNvPr>
                <p14:cNvContentPartPr/>
                <p14:nvPr/>
              </p14:nvContentPartPr>
              <p14:xfrm>
                <a:off x="2877622" y="6118736"/>
                <a:ext cx="99000" cy="69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A8E6FC7-B13C-AEE3-43E1-C0537F69F24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868622" y="6110096"/>
                  <a:ext cx="116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64CCFD6-7440-A1E7-7129-A394942AEB73}"/>
                    </a:ext>
                  </a:extLst>
                </p14:cNvPr>
                <p14:cNvContentPartPr/>
                <p14:nvPr/>
              </p14:nvContentPartPr>
              <p14:xfrm>
                <a:off x="3008662" y="6124136"/>
                <a:ext cx="48600" cy="662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64CCFD6-7440-A1E7-7129-A394942AEB7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000022" y="6115496"/>
                  <a:ext cx="66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C47DF2B-03F2-63E3-DCC0-94860316CAF2}"/>
                    </a:ext>
                  </a:extLst>
                </p14:cNvPr>
                <p14:cNvContentPartPr/>
                <p14:nvPr/>
              </p14:nvContentPartPr>
              <p14:xfrm>
                <a:off x="3003622" y="6017936"/>
                <a:ext cx="6840" cy="151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C47DF2B-03F2-63E3-DCC0-94860316CAF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994622" y="6008936"/>
                  <a:ext cx="24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4901988-2046-9FC3-65BC-58027F8C40E7}"/>
                    </a:ext>
                  </a:extLst>
                </p14:cNvPr>
                <p14:cNvContentPartPr/>
                <p14:nvPr/>
              </p14:nvContentPartPr>
              <p14:xfrm>
                <a:off x="3109822" y="6128096"/>
                <a:ext cx="93240" cy="43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4901988-2046-9FC3-65BC-58027F8C40E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101182" y="6119456"/>
                  <a:ext cx="1108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B5F217AE-2ECF-DB95-FE87-62B90660ACC8}"/>
              </a:ext>
            </a:extLst>
          </p:cNvPr>
          <p:cNvGrpSpPr/>
          <p:nvPr/>
        </p:nvGrpSpPr>
        <p:grpSpPr>
          <a:xfrm>
            <a:off x="3451822" y="5991296"/>
            <a:ext cx="1312200" cy="345960"/>
            <a:chOff x="3451822" y="5991296"/>
            <a:chExt cx="131220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22CA167-2611-5FD6-9222-D451E171355E}"/>
                    </a:ext>
                  </a:extLst>
                </p14:cNvPr>
                <p14:cNvContentPartPr/>
                <p14:nvPr/>
              </p14:nvContentPartPr>
              <p14:xfrm>
                <a:off x="3451822" y="6101816"/>
                <a:ext cx="102240" cy="2354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22CA167-2611-5FD6-9222-D451E171355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443182" y="6092816"/>
                  <a:ext cx="119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FD957F1-0036-B2DA-C20C-1AE6CA4D746E}"/>
                    </a:ext>
                  </a:extLst>
                </p14:cNvPr>
                <p14:cNvContentPartPr/>
                <p14:nvPr/>
              </p14:nvContentPartPr>
              <p14:xfrm>
                <a:off x="3576742" y="6082736"/>
                <a:ext cx="54720" cy="96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FD957F1-0036-B2DA-C20C-1AE6CA4D746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568102" y="6073736"/>
                  <a:ext cx="72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E6873E2-7C61-621D-E275-92D0DE4D180D}"/>
                    </a:ext>
                  </a:extLst>
                </p14:cNvPr>
                <p14:cNvContentPartPr/>
                <p14:nvPr/>
              </p14:nvContentPartPr>
              <p14:xfrm>
                <a:off x="3756742" y="6096416"/>
                <a:ext cx="93240" cy="92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E6873E2-7C61-621D-E275-92D0DE4D180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748102" y="6087776"/>
                  <a:ext cx="11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86F4170-BB1C-3B91-F200-A1D8EBFB2F01}"/>
                    </a:ext>
                  </a:extLst>
                </p14:cNvPr>
                <p14:cNvContentPartPr/>
                <p14:nvPr/>
              </p14:nvContentPartPr>
              <p14:xfrm>
                <a:off x="3920542" y="6072296"/>
                <a:ext cx="175680" cy="116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86F4170-BB1C-3B91-F200-A1D8EBFB2F0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911902" y="6063296"/>
                  <a:ext cx="193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1E4E19E-AA93-F95D-6DC2-D75023029A80}"/>
                    </a:ext>
                  </a:extLst>
                </p14:cNvPr>
                <p14:cNvContentPartPr/>
                <p14:nvPr/>
              </p14:nvContentPartPr>
              <p14:xfrm>
                <a:off x="4146982" y="6074456"/>
                <a:ext cx="60840" cy="885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1E4E19E-AA93-F95D-6DC2-D75023029A8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137982" y="6065456"/>
                  <a:ext cx="78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2EC3DC1-78C6-3597-6F6B-2E9D26ED4718}"/>
                    </a:ext>
                  </a:extLst>
                </p14:cNvPr>
                <p14:cNvContentPartPr/>
                <p14:nvPr/>
              </p14:nvContentPartPr>
              <p14:xfrm>
                <a:off x="4182982" y="6030896"/>
                <a:ext cx="126000" cy="122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2EC3DC1-78C6-3597-6F6B-2E9D26ED471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174342" y="6021896"/>
                  <a:ext cx="143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987BF70-9CF1-5D39-2FE9-2BAD47E7A68E}"/>
                    </a:ext>
                  </a:extLst>
                </p14:cNvPr>
                <p14:cNvContentPartPr/>
                <p14:nvPr/>
              </p14:nvContentPartPr>
              <p14:xfrm>
                <a:off x="4396462" y="6070856"/>
                <a:ext cx="33840" cy="68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987BF70-9CF1-5D39-2FE9-2BAD47E7A68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87462" y="6062216"/>
                  <a:ext cx="51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C0563FD-47E2-EDFD-656F-8CE98E10C385}"/>
                    </a:ext>
                  </a:extLst>
                </p14:cNvPr>
                <p14:cNvContentPartPr/>
                <p14:nvPr/>
              </p14:nvContentPartPr>
              <p14:xfrm>
                <a:off x="4369822" y="5991296"/>
                <a:ext cx="28440" cy="356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C0563FD-47E2-EDFD-656F-8CE98E10C38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360822" y="5982296"/>
                  <a:ext cx="46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54C4DC0-197D-9902-3685-1610CDEC2A73}"/>
                    </a:ext>
                  </a:extLst>
                </p14:cNvPr>
                <p14:cNvContentPartPr/>
                <p14:nvPr/>
              </p14:nvContentPartPr>
              <p14:xfrm>
                <a:off x="4497262" y="6094616"/>
                <a:ext cx="99360" cy="28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54C4DC0-197D-9902-3685-1610CDEC2A7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88622" y="6085976"/>
                  <a:ext cx="117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F7ECED-DB6E-CFC1-46FC-BF7DF499C3A0}"/>
                    </a:ext>
                  </a:extLst>
                </p14:cNvPr>
                <p14:cNvContentPartPr/>
                <p14:nvPr/>
              </p14:nvContentPartPr>
              <p14:xfrm>
                <a:off x="4667182" y="6080936"/>
                <a:ext cx="96840" cy="247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F7ECED-DB6E-CFC1-46FC-BF7DF499C3A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658542" y="6071936"/>
                  <a:ext cx="11448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C32D21E-847D-3DCA-376A-F28F50F528CD}"/>
              </a:ext>
            </a:extLst>
          </p:cNvPr>
          <p:cNvGrpSpPr/>
          <p:nvPr/>
        </p:nvGrpSpPr>
        <p:grpSpPr>
          <a:xfrm>
            <a:off x="5050222" y="6028736"/>
            <a:ext cx="425520" cy="155160"/>
            <a:chOff x="5050222" y="6028736"/>
            <a:chExt cx="425520" cy="1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3087F10-9822-1FF1-BDFF-C380D1D4DDDC}"/>
                    </a:ext>
                  </a:extLst>
                </p14:cNvPr>
                <p14:cNvContentPartPr/>
                <p14:nvPr/>
              </p14:nvContentPartPr>
              <p14:xfrm>
                <a:off x="5050222" y="6062576"/>
                <a:ext cx="230400" cy="1087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3087F10-9822-1FF1-BDFF-C380D1D4DDD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41582" y="6053936"/>
                  <a:ext cx="248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E24A251-0F8A-8F12-E026-CFE0F692EB5C}"/>
                    </a:ext>
                  </a:extLst>
                </p14:cNvPr>
                <p14:cNvContentPartPr/>
                <p14:nvPr/>
              </p14:nvContentPartPr>
              <p14:xfrm>
                <a:off x="5330302" y="6028736"/>
                <a:ext cx="145440" cy="155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E24A251-0F8A-8F12-E026-CFE0F692EB5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21662" y="6019736"/>
                  <a:ext cx="1630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FE4B621-63E8-D7E9-53A4-8C37C50250BE}"/>
              </a:ext>
            </a:extLst>
          </p:cNvPr>
          <p:cNvGrpSpPr/>
          <p:nvPr/>
        </p:nvGrpSpPr>
        <p:grpSpPr>
          <a:xfrm>
            <a:off x="5640262" y="5875736"/>
            <a:ext cx="600840" cy="281880"/>
            <a:chOff x="5640262" y="5875736"/>
            <a:chExt cx="60084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2E99B7F-6B69-3A11-CCB2-6FED4311370E}"/>
                    </a:ext>
                  </a:extLst>
                </p14:cNvPr>
                <p14:cNvContentPartPr/>
                <p14:nvPr/>
              </p14:nvContentPartPr>
              <p14:xfrm>
                <a:off x="5640262" y="6022976"/>
                <a:ext cx="484560" cy="134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2E99B7F-6B69-3A11-CCB2-6FED4311370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631622" y="6013976"/>
                  <a:ext cx="502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0F9BE6F-019E-8234-2B17-E8D8DD8B1C3A}"/>
                    </a:ext>
                  </a:extLst>
                </p14:cNvPr>
                <p14:cNvContentPartPr/>
                <p14:nvPr/>
              </p14:nvContentPartPr>
              <p14:xfrm>
                <a:off x="6106822" y="5875736"/>
                <a:ext cx="134280" cy="255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0F9BE6F-019E-8234-2B17-E8D8DD8B1C3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097822" y="5866736"/>
                  <a:ext cx="15192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E29000E-4E7A-DB45-D633-60299319CF7E}"/>
              </a:ext>
            </a:extLst>
          </p:cNvPr>
          <p:cNvGrpSpPr/>
          <p:nvPr/>
        </p:nvGrpSpPr>
        <p:grpSpPr>
          <a:xfrm>
            <a:off x="3083182" y="6389816"/>
            <a:ext cx="986400" cy="213480"/>
            <a:chOff x="3083182" y="6389816"/>
            <a:chExt cx="98640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3CC316D-3F2C-8390-5EDE-81A632D23019}"/>
                    </a:ext>
                  </a:extLst>
                </p14:cNvPr>
                <p14:cNvContentPartPr/>
                <p14:nvPr/>
              </p14:nvContentPartPr>
              <p14:xfrm>
                <a:off x="3112342" y="6410336"/>
                <a:ext cx="90720" cy="192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3CC316D-3F2C-8390-5EDE-81A632D2301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03702" y="6401336"/>
                  <a:ext cx="108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20E08FD-ADB1-51D2-20E0-CC028C88A9BB}"/>
                    </a:ext>
                  </a:extLst>
                </p14:cNvPr>
                <p14:cNvContentPartPr/>
                <p14:nvPr/>
              </p14:nvContentPartPr>
              <p14:xfrm>
                <a:off x="3083182" y="6512216"/>
                <a:ext cx="112320" cy="169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20E08FD-ADB1-51D2-20E0-CC028C88A9B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074182" y="6503576"/>
                  <a:ext cx="129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77A38CE-D2B5-76ED-6845-1070E548A46C}"/>
                    </a:ext>
                  </a:extLst>
                </p14:cNvPr>
                <p14:cNvContentPartPr/>
                <p14:nvPr/>
              </p14:nvContentPartPr>
              <p14:xfrm>
                <a:off x="3217102" y="6527696"/>
                <a:ext cx="135720" cy="442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77A38CE-D2B5-76ED-6845-1070E548A46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208462" y="6518696"/>
                  <a:ext cx="153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8C9F936-2BBF-2BC7-AC4B-026292902D11}"/>
                    </a:ext>
                  </a:extLst>
                </p14:cNvPr>
                <p14:cNvContentPartPr/>
                <p14:nvPr/>
              </p14:nvContentPartPr>
              <p14:xfrm>
                <a:off x="3482062" y="6389816"/>
                <a:ext cx="100080" cy="2102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8C9F936-2BBF-2BC7-AC4B-026292902D1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473062" y="6381176"/>
                  <a:ext cx="117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4DC72BF-5B5E-7722-8B7D-7D1C2EC5D67E}"/>
                    </a:ext>
                  </a:extLst>
                </p14:cNvPr>
                <p14:cNvContentPartPr/>
                <p14:nvPr/>
              </p14:nvContentPartPr>
              <p14:xfrm>
                <a:off x="3478462" y="6490616"/>
                <a:ext cx="104760" cy="111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4DC72BF-5B5E-7722-8B7D-7D1C2EC5D67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469822" y="6481976"/>
                  <a:ext cx="122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9F908A3-6511-27E9-31B3-8C16982F56D2}"/>
                    </a:ext>
                  </a:extLst>
                </p14:cNvPr>
                <p14:cNvContentPartPr/>
                <p14:nvPr/>
              </p14:nvContentPartPr>
              <p14:xfrm>
                <a:off x="3597982" y="6496376"/>
                <a:ext cx="154800" cy="882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9F908A3-6511-27E9-31B3-8C16982F56D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588982" y="6487376"/>
                  <a:ext cx="172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8E5BBB6-FF7E-7F43-D4F9-438172078F58}"/>
                    </a:ext>
                  </a:extLst>
                </p14:cNvPr>
                <p14:cNvContentPartPr/>
                <p14:nvPr/>
              </p14:nvContentPartPr>
              <p14:xfrm>
                <a:off x="3753142" y="6400616"/>
                <a:ext cx="70200" cy="1749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8E5BBB6-FF7E-7F43-D4F9-438172078F5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744142" y="6391976"/>
                  <a:ext cx="87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C8E7BEF-0323-7F4F-82EB-B8E11B821482}"/>
                    </a:ext>
                  </a:extLst>
                </p14:cNvPr>
                <p14:cNvContentPartPr/>
                <p14:nvPr/>
              </p14:nvContentPartPr>
              <p14:xfrm>
                <a:off x="3822622" y="6471176"/>
                <a:ext cx="246960" cy="896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C8E7BEF-0323-7F4F-82EB-B8E11B82148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813622" y="6462536"/>
                  <a:ext cx="26460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40ABDDCB-9BD8-9989-2981-A442F6BC628D}"/>
              </a:ext>
            </a:extLst>
          </p:cNvPr>
          <p:cNvGrpSpPr/>
          <p:nvPr/>
        </p:nvGrpSpPr>
        <p:grpSpPr>
          <a:xfrm>
            <a:off x="4257142" y="6317456"/>
            <a:ext cx="1128600" cy="253440"/>
            <a:chOff x="4257142" y="6317456"/>
            <a:chExt cx="112860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3A10BE2-2B5B-6927-C88D-5CC3EFAD7947}"/>
                    </a:ext>
                  </a:extLst>
                </p14:cNvPr>
                <p14:cNvContentPartPr/>
                <p14:nvPr/>
              </p14:nvContentPartPr>
              <p14:xfrm>
                <a:off x="4257142" y="6370376"/>
                <a:ext cx="163800" cy="1746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3A10BE2-2B5B-6927-C88D-5CC3EFAD794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48502" y="6361736"/>
                  <a:ext cx="181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D2AA36F-67B5-877F-C829-67B660C0EABE}"/>
                    </a:ext>
                  </a:extLst>
                </p14:cNvPr>
                <p14:cNvContentPartPr/>
                <p14:nvPr/>
              </p14:nvContentPartPr>
              <p14:xfrm>
                <a:off x="4449382" y="6443096"/>
                <a:ext cx="63000" cy="97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D2AA36F-67B5-877F-C829-67B660C0EAB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440742" y="6434456"/>
                  <a:ext cx="806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9B2FE3F-659A-1EB5-9005-AD345722B428}"/>
                    </a:ext>
                  </a:extLst>
                </p14:cNvPr>
                <p14:cNvContentPartPr/>
                <p14:nvPr/>
              </p14:nvContentPartPr>
              <p14:xfrm>
                <a:off x="4444342" y="6352736"/>
                <a:ext cx="100080" cy="482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9B2FE3F-659A-1EB5-9005-AD345722B42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35342" y="6343736"/>
                  <a:ext cx="117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23463FF-99BE-01EB-BB7C-9CB27C8745AE}"/>
                    </a:ext>
                  </a:extLst>
                </p14:cNvPr>
                <p14:cNvContentPartPr/>
                <p14:nvPr/>
              </p14:nvContentPartPr>
              <p14:xfrm>
                <a:off x="4449382" y="6445256"/>
                <a:ext cx="61920" cy="14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23463FF-99BE-01EB-BB7C-9CB27C8745A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40742" y="6436616"/>
                  <a:ext cx="79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3625965-E34E-5286-0573-EC91DA1E8EE0}"/>
                    </a:ext>
                  </a:extLst>
                </p14:cNvPr>
                <p14:cNvContentPartPr/>
                <p14:nvPr/>
              </p14:nvContentPartPr>
              <p14:xfrm>
                <a:off x="4614262" y="6416456"/>
                <a:ext cx="56520" cy="106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3625965-E34E-5286-0573-EC91DA1E8EE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605622" y="6407816"/>
                  <a:ext cx="74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C84BD0-3500-0834-33C6-8781699A323E}"/>
                    </a:ext>
                  </a:extLst>
                </p14:cNvPr>
                <p14:cNvContentPartPr/>
                <p14:nvPr/>
              </p14:nvContentPartPr>
              <p14:xfrm>
                <a:off x="4582582" y="6393416"/>
                <a:ext cx="85320" cy="248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C84BD0-3500-0834-33C6-8781699A323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573942" y="6384416"/>
                  <a:ext cx="102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9E080B4-5185-68F8-4FD3-986212AEBEC7}"/>
                    </a:ext>
                  </a:extLst>
                </p14:cNvPr>
                <p14:cNvContentPartPr/>
                <p14:nvPr/>
              </p14:nvContentPartPr>
              <p14:xfrm>
                <a:off x="4773742" y="6317456"/>
                <a:ext cx="78840" cy="2534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9E080B4-5185-68F8-4FD3-986212AEBEC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765102" y="6308816"/>
                  <a:ext cx="96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9BA3626-10A6-9102-5CC7-91E1B5ADC58E}"/>
                    </a:ext>
                  </a:extLst>
                </p14:cNvPr>
                <p14:cNvContentPartPr/>
                <p14:nvPr/>
              </p14:nvContentPartPr>
              <p14:xfrm>
                <a:off x="4880302" y="6432656"/>
                <a:ext cx="73080" cy="1238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9BA3626-10A6-9102-5CC7-91E1B5ADC58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871302" y="6423656"/>
                  <a:ext cx="90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566FB04-1440-1B3D-6EE1-FA5E6C45C963}"/>
                    </a:ext>
                  </a:extLst>
                </p14:cNvPr>
                <p14:cNvContentPartPr/>
                <p14:nvPr/>
              </p14:nvContentPartPr>
              <p14:xfrm>
                <a:off x="4885342" y="6405296"/>
                <a:ext cx="101880" cy="115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566FB04-1440-1B3D-6EE1-FA5E6C45C96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876702" y="6396656"/>
                  <a:ext cx="119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CB36017-1B09-F94F-B119-89AB5854040F}"/>
                    </a:ext>
                  </a:extLst>
                </p14:cNvPr>
                <p14:cNvContentPartPr/>
                <p14:nvPr/>
              </p14:nvContentPartPr>
              <p14:xfrm>
                <a:off x="4917382" y="6469376"/>
                <a:ext cx="42480" cy="16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CB36017-1B09-F94F-B119-89AB5854040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08382" y="6460376"/>
                  <a:ext cx="60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7FF88C6-5267-9AA4-2728-D9358F213696}"/>
                    </a:ext>
                  </a:extLst>
                </p14:cNvPr>
                <p14:cNvContentPartPr/>
                <p14:nvPr/>
              </p14:nvContentPartPr>
              <p14:xfrm>
                <a:off x="5076862" y="6416456"/>
                <a:ext cx="33840" cy="1162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7FF88C6-5267-9AA4-2728-D9358F21369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68222" y="6407816"/>
                  <a:ext cx="51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68D426A-2E69-9F11-1671-206CF18D6EC0}"/>
                    </a:ext>
                  </a:extLst>
                </p14:cNvPr>
                <p14:cNvContentPartPr/>
                <p14:nvPr/>
              </p14:nvContentPartPr>
              <p14:xfrm>
                <a:off x="5055622" y="6372536"/>
                <a:ext cx="80640" cy="334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68D426A-2E69-9F11-1671-206CF18D6EC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046622" y="6363896"/>
                  <a:ext cx="98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2A81679-BBAA-5EF8-CA24-6C58528895FC}"/>
                    </a:ext>
                  </a:extLst>
                </p14:cNvPr>
                <p14:cNvContentPartPr/>
                <p14:nvPr/>
              </p14:nvContentPartPr>
              <p14:xfrm>
                <a:off x="5087662" y="6458936"/>
                <a:ext cx="62280" cy="165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2A81679-BBAA-5EF8-CA24-6C58528895F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078662" y="6449936"/>
                  <a:ext cx="79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14D9C93-5AA5-F5D9-9D0F-9E0948F7C98B}"/>
                    </a:ext>
                  </a:extLst>
                </p14:cNvPr>
                <p14:cNvContentPartPr/>
                <p14:nvPr/>
              </p14:nvContentPartPr>
              <p14:xfrm>
                <a:off x="5310862" y="6437696"/>
                <a:ext cx="39960" cy="1119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14D9C93-5AA5-F5D9-9D0F-9E0948F7C98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01862" y="6429056"/>
                  <a:ext cx="57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57976A5-D026-36EA-5D7C-C0A850148F6B}"/>
                    </a:ext>
                  </a:extLst>
                </p14:cNvPr>
                <p14:cNvContentPartPr/>
                <p14:nvPr/>
              </p14:nvContentPartPr>
              <p14:xfrm>
                <a:off x="5194582" y="6373976"/>
                <a:ext cx="191160" cy="324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57976A5-D026-36EA-5D7C-C0A850148F6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185582" y="6364976"/>
                  <a:ext cx="2088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9B1181F-7E01-592C-B1D3-4AF12D897386}"/>
              </a:ext>
            </a:extLst>
          </p:cNvPr>
          <p:cNvGrpSpPr/>
          <p:nvPr/>
        </p:nvGrpSpPr>
        <p:grpSpPr>
          <a:xfrm>
            <a:off x="5720182" y="6262376"/>
            <a:ext cx="1141920" cy="370440"/>
            <a:chOff x="5720182" y="6262376"/>
            <a:chExt cx="114192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DF5612D-A0A3-2579-5C35-E5B9EF6826C1}"/>
                    </a:ext>
                  </a:extLst>
                </p14:cNvPr>
                <p14:cNvContentPartPr/>
                <p14:nvPr/>
              </p14:nvContentPartPr>
              <p14:xfrm>
                <a:off x="5720182" y="6443096"/>
                <a:ext cx="123120" cy="763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DF5612D-A0A3-2579-5C35-E5B9EF6826C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11542" y="6434456"/>
                  <a:ext cx="140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EF07AF5-CFE8-494F-69C3-8E7F4BECA039}"/>
                    </a:ext>
                  </a:extLst>
                </p14:cNvPr>
                <p14:cNvContentPartPr/>
                <p14:nvPr/>
              </p14:nvContentPartPr>
              <p14:xfrm>
                <a:off x="5883262" y="6330056"/>
                <a:ext cx="87840" cy="302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EF07AF5-CFE8-494F-69C3-8E7F4BECA03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74622" y="6321056"/>
                  <a:ext cx="1054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CB24CB4-454A-535F-D2CD-F2119B059AEE}"/>
                    </a:ext>
                  </a:extLst>
                </p14:cNvPr>
                <p14:cNvContentPartPr/>
                <p14:nvPr/>
              </p14:nvContentPartPr>
              <p14:xfrm>
                <a:off x="5879662" y="6506456"/>
                <a:ext cx="85320" cy="223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CB24CB4-454A-535F-D2CD-F2119B059AE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870662" y="6497456"/>
                  <a:ext cx="102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F5FD9D-FE4B-8AE8-B3C7-0CA6905E27EF}"/>
                    </a:ext>
                  </a:extLst>
                </p14:cNvPr>
                <p14:cNvContentPartPr/>
                <p14:nvPr/>
              </p14:nvContentPartPr>
              <p14:xfrm>
                <a:off x="6124102" y="6310256"/>
                <a:ext cx="123120" cy="1814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DF5FD9D-FE4B-8AE8-B3C7-0CA6905E27E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115462" y="6301256"/>
                  <a:ext cx="140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A3AA2CC-049E-860B-C552-5590B2B7D346}"/>
                    </a:ext>
                  </a:extLst>
                </p14:cNvPr>
                <p14:cNvContentPartPr/>
                <p14:nvPr/>
              </p14:nvContentPartPr>
              <p14:xfrm>
                <a:off x="6230662" y="6310256"/>
                <a:ext cx="93600" cy="1764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A3AA2CC-049E-860B-C552-5590B2B7D34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21662" y="6301256"/>
                  <a:ext cx="1112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0F7A328-7F51-9204-90D6-3EE4DE636458}"/>
                    </a:ext>
                  </a:extLst>
                </p14:cNvPr>
                <p14:cNvContentPartPr/>
                <p14:nvPr/>
              </p14:nvContentPartPr>
              <p14:xfrm>
                <a:off x="6360982" y="6379016"/>
                <a:ext cx="81720" cy="698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0F7A328-7F51-9204-90D6-3EE4DE63645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351982" y="6370376"/>
                  <a:ext cx="99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8E96C79-1DD8-930F-48E1-8A80BD1A0559}"/>
                    </a:ext>
                  </a:extLst>
                </p14:cNvPr>
                <p14:cNvContentPartPr/>
                <p14:nvPr/>
              </p14:nvContentPartPr>
              <p14:xfrm>
                <a:off x="6499942" y="6384776"/>
                <a:ext cx="93240" cy="91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8E96C79-1DD8-930F-48E1-8A80BD1A055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490942" y="6375776"/>
                  <a:ext cx="110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FA43329-5777-EA09-4398-81D39400C47C}"/>
                    </a:ext>
                  </a:extLst>
                </p14:cNvPr>
                <p14:cNvContentPartPr/>
                <p14:nvPr/>
              </p14:nvContentPartPr>
              <p14:xfrm>
                <a:off x="6554662" y="6262376"/>
                <a:ext cx="83880" cy="2001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FA43329-5777-EA09-4398-81D39400C47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546022" y="6253736"/>
                  <a:ext cx="101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76264A7-703F-1722-2E55-A8A993C75B9E}"/>
                    </a:ext>
                  </a:extLst>
                </p14:cNvPr>
                <p14:cNvContentPartPr/>
                <p14:nvPr/>
              </p14:nvContentPartPr>
              <p14:xfrm>
                <a:off x="6646822" y="6379376"/>
                <a:ext cx="109440" cy="709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76264A7-703F-1722-2E55-A8A993C75B9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638182" y="6370376"/>
                  <a:ext cx="127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3EC8130-0927-34C8-91EB-9290ED7050D8}"/>
                    </a:ext>
                  </a:extLst>
                </p14:cNvPr>
                <p14:cNvContentPartPr/>
                <p14:nvPr/>
              </p14:nvContentPartPr>
              <p14:xfrm>
                <a:off x="6771382" y="6352736"/>
                <a:ext cx="90720" cy="1285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3EC8130-0927-34C8-91EB-9290ED7050D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762382" y="6344096"/>
                  <a:ext cx="1083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5DA608E-8FDF-1EC5-BBF3-708E713976ED}"/>
              </a:ext>
            </a:extLst>
          </p:cNvPr>
          <p:cNvGrpSpPr/>
          <p:nvPr/>
        </p:nvGrpSpPr>
        <p:grpSpPr>
          <a:xfrm>
            <a:off x="5166862" y="4480376"/>
            <a:ext cx="2186280" cy="1067400"/>
            <a:chOff x="5166862" y="4480376"/>
            <a:chExt cx="2186280" cy="106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FAAFE31-C6FC-D1BC-13F9-B37499D24FE7}"/>
                    </a:ext>
                  </a:extLst>
                </p14:cNvPr>
                <p14:cNvContentPartPr/>
                <p14:nvPr/>
              </p14:nvContentPartPr>
              <p14:xfrm>
                <a:off x="5709382" y="5071496"/>
                <a:ext cx="78480" cy="1018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FAAFE31-C6FC-D1BC-13F9-B37499D24FE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700742" y="5062856"/>
                  <a:ext cx="96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1C30E9F-707F-E079-B983-5764037340F7}"/>
                    </a:ext>
                  </a:extLst>
                </p14:cNvPr>
                <p14:cNvContentPartPr/>
                <p14:nvPr/>
              </p14:nvContentPartPr>
              <p14:xfrm>
                <a:off x="5166862" y="4865576"/>
                <a:ext cx="80640" cy="1058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1C30E9F-707F-E079-B983-5764037340F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158222" y="4856936"/>
                  <a:ext cx="98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D93BD6F-7374-30D1-CDF2-42234E329709}"/>
                    </a:ext>
                  </a:extLst>
                </p14:cNvPr>
                <p14:cNvContentPartPr/>
                <p14:nvPr/>
              </p14:nvContentPartPr>
              <p14:xfrm>
                <a:off x="5294302" y="4812296"/>
                <a:ext cx="275760" cy="1162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D93BD6F-7374-30D1-CDF2-42234E32970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285302" y="4803296"/>
                  <a:ext cx="293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52AADDB-D394-14A5-5F90-A0B9A2293FE9}"/>
                    </a:ext>
                  </a:extLst>
                </p14:cNvPr>
                <p14:cNvContentPartPr/>
                <p14:nvPr/>
              </p14:nvContentPartPr>
              <p14:xfrm>
                <a:off x="5566102" y="4706456"/>
                <a:ext cx="102960" cy="1828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52AADDB-D394-14A5-5F90-A0B9A2293FE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557102" y="4697456"/>
                  <a:ext cx="120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923AABC-1766-F117-A95C-43DBA8CFCDB4}"/>
                    </a:ext>
                  </a:extLst>
                </p14:cNvPr>
                <p14:cNvContentPartPr/>
                <p14:nvPr/>
              </p14:nvContentPartPr>
              <p14:xfrm>
                <a:off x="5746822" y="4693496"/>
                <a:ext cx="113040" cy="1738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923AABC-1766-F117-A95C-43DBA8CFCDB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737822" y="4684856"/>
                  <a:ext cx="130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433FCC2-AE2B-4589-9899-1BCAC8E2552E}"/>
                    </a:ext>
                  </a:extLst>
                </p14:cNvPr>
                <p14:cNvContentPartPr/>
                <p14:nvPr/>
              </p14:nvContentPartPr>
              <p14:xfrm>
                <a:off x="5773462" y="4770896"/>
                <a:ext cx="101160" cy="266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433FCC2-AE2B-4589-9899-1BCAC8E2552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764822" y="4762256"/>
                  <a:ext cx="118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765B874-7AE2-A384-D32F-ACE3EDD01207}"/>
                    </a:ext>
                  </a:extLst>
                </p14:cNvPr>
                <p14:cNvContentPartPr/>
                <p14:nvPr/>
              </p14:nvContentPartPr>
              <p14:xfrm>
                <a:off x="5926822" y="4746776"/>
                <a:ext cx="129600" cy="864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765B874-7AE2-A384-D32F-ACE3EDD0120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917822" y="4737776"/>
                  <a:ext cx="147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3E90DE3-3299-B7AD-DF0A-7599B4EA4087}"/>
                    </a:ext>
                  </a:extLst>
                </p14:cNvPr>
                <p14:cNvContentPartPr/>
                <p14:nvPr/>
              </p14:nvContentPartPr>
              <p14:xfrm>
                <a:off x="6163702" y="4676216"/>
                <a:ext cx="98280" cy="1782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3E90DE3-3299-B7AD-DF0A-7599B4EA408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154702" y="4667576"/>
                  <a:ext cx="115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28D618E-1E6E-616C-BFCB-FDA728557410}"/>
                    </a:ext>
                  </a:extLst>
                </p14:cNvPr>
                <p14:cNvContentPartPr/>
                <p14:nvPr/>
              </p14:nvContentPartPr>
              <p14:xfrm>
                <a:off x="6262342" y="4599896"/>
                <a:ext cx="192600" cy="1436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28D618E-1E6E-616C-BFCB-FDA72855741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253342" y="4591256"/>
                  <a:ext cx="210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FCB691C-5F94-3EBE-B9B9-16C5F676C5FB}"/>
                    </a:ext>
                  </a:extLst>
                </p14:cNvPr>
                <p14:cNvContentPartPr/>
                <p14:nvPr/>
              </p14:nvContentPartPr>
              <p14:xfrm>
                <a:off x="6481942" y="4569296"/>
                <a:ext cx="217440" cy="99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FCB691C-5F94-3EBE-B9B9-16C5F676C5F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472942" y="4560296"/>
                  <a:ext cx="235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C72A874-2B52-CE0C-F6CF-73357BD41424}"/>
                    </a:ext>
                  </a:extLst>
                </p14:cNvPr>
                <p14:cNvContentPartPr/>
                <p14:nvPr/>
              </p14:nvContentPartPr>
              <p14:xfrm>
                <a:off x="6775702" y="4524296"/>
                <a:ext cx="70920" cy="1047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C72A874-2B52-CE0C-F6CF-73357BD4142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767062" y="4515656"/>
                  <a:ext cx="88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3246211-E3D3-43CE-B417-B4E32AFC92EA}"/>
                    </a:ext>
                  </a:extLst>
                </p14:cNvPr>
                <p14:cNvContentPartPr/>
                <p14:nvPr/>
              </p14:nvContentPartPr>
              <p14:xfrm>
                <a:off x="6890902" y="4519616"/>
                <a:ext cx="158760" cy="849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3246211-E3D3-43CE-B417-B4E32AFC92E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882262" y="4510616"/>
                  <a:ext cx="176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5DEF24E-1065-7964-71FB-17B81AFFD6B1}"/>
                    </a:ext>
                  </a:extLst>
                </p14:cNvPr>
                <p14:cNvContentPartPr/>
                <p14:nvPr/>
              </p14:nvContentPartPr>
              <p14:xfrm>
                <a:off x="6884422" y="4480376"/>
                <a:ext cx="73440" cy="511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5DEF24E-1065-7964-71FB-17B81AFFD6B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875422" y="4471376"/>
                  <a:ext cx="91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06BFC34-F4FA-AE24-312D-9A9211A5FC3B}"/>
                    </a:ext>
                  </a:extLst>
                </p14:cNvPr>
                <p14:cNvContentPartPr/>
                <p14:nvPr/>
              </p14:nvContentPartPr>
              <p14:xfrm>
                <a:off x="5980462" y="4996976"/>
                <a:ext cx="191160" cy="565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06BFC34-F4FA-AE24-312D-9A9211A5FC3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71822" y="4987976"/>
                  <a:ext cx="208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38D13E6-6485-41CE-BCE8-543298DE4708}"/>
                    </a:ext>
                  </a:extLst>
                </p14:cNvPr>
                <p14:cNvContentPartPr/>
                <p14:nvPr/>
              </p14:nvContentPartPr>
              <p14:xfrm>
                <a:off x="6183142" y="4908056"/>
                <a:ext cx="123120" cy="106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38D13E6-6485-41CE-BCE8-543298DE470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174142" y="4899056"/>
                  <a:ext cx="140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567419E-F3FA-5ED4-5569-3D7F1F56FFD3}"/>
                    </a:ext>
                  </a:extLst>
                </p14:cNvPr>
                <p14:cNvContentPartPr/>
                <p14:nvPr/>
              </p14:nvContentPartPr>
              <p14:xfrm>
                <a:off x="6299782" y="4907336"/>
                <a:ext cx="170280" cy="55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567419E-F3FA-5ED4-5569-3D7F1F56FFD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90782" y="4898696"/>
                  <a:ext cx="187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076C6D3-6C7A-AE35-C2F0-6195841BF933}"/>
                    </a:ext>
                  </a:extLst>
                </p14:cNvPr>
                <p14:cNvContentPartPr/>
                <p14:nvPr/>
              </p14:nvContentPartPr>
              <p14:xfrm>
                <a:off x="6533062" y="4863416"/>
                <a:ext cx="73800" cy="496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076C6D3-6C7A-AE35-C2F0-6195841BF93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524062" y="4854416"/>
                  <a:ext cx="91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FF8F4CC-1401-8DF1-667B-F95F4D798AB4}"/>
                    </a:ext>
                  </a:extLst>
                </p14:cNvPr>
                <p14:cNvContentPartPr/>
                <p14:nvPr/>
              </p14:nvContentPartPr>
              <p14:xfrm>
                <a:off x="6608302" y="4788896"/>
                <a:ext cx="68400" cy="867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FF8F4CC-1401-8DF1-667B-F95F4D798AB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599662" y="4779896"/>
                  <a:ext cx="860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55140E2-7F0D-380C-38B5-399B2766A79F}"/>
                    </a:ext>
                  </a:extLst>
                </p14:cNvPr>
                <p14:cNvContentPartPr/>
                <p14:nvPr/>
              </p14:nvContentPartPr>
              <p14:xfrm>
                <a:off x="6730342" y="4800416"/>
                <a:ext cx="127440" cy="1879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55140E2-7F0D-380C-38B5-399B2766A79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721342" y="4791776"/>
                  <a:ext cx="145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79053A7-0DAA-879A-E061-0BDCE31592E0}"/>
                    </a:ext>
                  </a:extLst>
                </p14:cNvPr>
                <p14:cNvContentPartPr/>
                <p14:nvPr/>
              </p14:nvContentPartPr>
              <p14:xfrm>
                <a:off x="6378262" y="5082296"/>
                <a:ext cx="146880" cy="2217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79053A7-0DAA-879A-E061-0BDCE31592E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369262" y="5073656"/>
                  <a:ext cx="164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E830147-52EC-1507-FC46-80FAD9741AC5}"/>
                    </a:ext>
                  </a:extLst>
                </p14:cNvPr>
                <p14:cNvContentPartPr/>
                <p14:nvPr/>
              </p14:nvContentPartPr>
              <p14:xfrm>
                <a:off x="6416062" y="5206856"/>
                <a:ext cx="75240" cy="230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E830147-52EC-1507-FC46-80FAD9741AC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407062" y="5197856"/>
                  <a:ext cx="92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FCE0223-D225-BA37-D49B-7D9274FC98C4}"/>
                    </a:ext>
                  </a:extLst>
                </p14:cNvPr>
                <p14:cNvContentPartPr/>
                <p14:nvPr/>
              </p14:nvContentPartPr>
              <p14:xfrm>
                <a:off x="6520462" y="5140256"/>
                <a:ext cx="120240" cy="975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FCE0223-D225-BA37-D49B-7D9274FC98C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511462" y="5131616"/>
                  <a:ext cx="137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C8FA893-A280-0CFF-5584-D7FC08D9A237}"/>
                    </a:ext>
                  </a:extLst>
                </p14:cNvPr>
                <p14:cNvContentPartPr/>
                <p14:nvPr/>
              </p14:nvContentPartPr>
              <p14:xfrm>
                <a:off x="6624142" y="5102816"/>
                <a:ext cx="59040" cy="102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C8FA893-A280-0CFF-5584-D7FC08D9A23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15502" y="5094176"/>
                  <a:ext cx="766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23B0AE4-C837-E03C-06EF-E915F62005EF}"/>
                    </a:ext>
                  </a:extLst>
                </p14:cNvPr>
                <p14:cNvContentPartPr/>
                <p14:nvPr/>
              </p14:nvContentPartPr>
              <p14:xfrm>
                <a:off x="6557182" y="5343656"/>
                <a:ext cx="114840" cy="2041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23B0AE4-C837-E03C-06EF-E915F62005E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548542" y="5334656"/>
                  <a:ext cx="132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352748F-221B-6E62-4BB8-32747FC967F7}"/>
                    </a:ext>
                  </a:extLst>
                </p14:cNvPr>
                <p14:cNvContentPartPr/>
                <p14:nvPr/>
              </p14:nvContentPartPr>
              <p14:xfrm>
                <a:off x="6559702" y="5466056"/>
                <a:ext cx="91440" cy="151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352748F-221B-6E62-4BB8-32747FC967F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550702" y="5457416"/>
                  <a:ext cx="109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4DD7B90-D001-0FC1-EEC7-5A8CD0BCACF0}"/>
                    </a:ext>
                  </a:extLst>
                </p14:cNvPr>
                <p14:cNvContentPartPr/>
                <p14:nvPr/>
              </p14:nvContentPartPr>
              <p14:xfrm>
                <a:off x="6703702" y="5464976"/>
                <a:ext cx="25560" cy="29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4DD7B90-D001-0FC1-EEC7-5A8CD0BCACF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694702" y="5455976"/>
                  <a:ext cx="43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5508288-28F4-D991-E59A-ACAF94E77A20}"/>
                    </a:ext>
                  </a:extLst>
                </p14:cNvPr>
                <p14:cNvContentPartPr/>
                <p14:nvPr/>
              </p14:nvContentPartPr>
              <p14:xfrm>
                <a:off x="6645022" y="5332136"/>
                <a:ext cx="360" cy="3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5508288-28F4-D991-E59A-ACAF94E77A2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636382" y="53231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508E502-BF5F-AAF6-B100-539088BBC4A9}"/>
                    </a:ext>
                  </a:extLst>
                </p14:cNvPr>
                <p14:cNvContentPartPr/>
                <p14:nvPr/>
              </p14:nvContentPartPr>
              <p14:xfrm>
                <a:off x="6719182" y="5281016"/>
                <a:ext cx="138240" cy="1652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508E502-BF5F-AAF6-B100-539088BBC4A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710542" y="5272376"/>
                  <a:ext cx="155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4AA3674-D35D-5F26-CDA2-CD27FE968D5C}"/>
                    </a:ext>
                  </a:extLst>
                </p14:cNvPr>
                <p14:cNvContentPartPr/>
                <p14:nvPr/>
              </p14:nvContentPartPr>
              <p14:xfrm>
                <a:off x="6820702" y="5263016"/>
                <a:ext cx="92880" cy="1551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4AA3674-D35D-5F26-CDA2-CD27FE968D5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811702" y="5254016"/>
                  <a:ext cx="110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7CD1946-7D9E-C5A1-C6B6-E15ACFB6B4F1}"/>
                    </a:ext>
                  </a:extLst>
                </p14:cNvPr>
                <p14:cNvContentPartPr/>
                <p14:nvPr/>
              </p14:nvContentPartPr>
              <p14:xfrm>
                <a:off x="6868582" y="5269856"/>
                <a:ext cx="185040" cy="1155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7CD1946-7D9E-C5A1-C6B6-E15ACFB6B4F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859582" y="5261216"/>
                  <a:ext cx="202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3234CB1-DB2A-D82A-B2DF-89806C26287B}"/>
                    </a:ext>
                  </a:extLst>
                </p14:cNvPr>
                <p14:cNvContentPartPr/>
                <p14:nvPr/>
              </p14:nvContentPartPr>
              <p14:xfrm>
                <a:off x="7113022" y="5310896"/>
                <a:ext cx="47520" cy="720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3234CB1-DB2A-D82A-B2DF-89806C26287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104022" y="5301896"/>
                  <a:ext cx="65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ED1BF98-34BE-B606-203B-67C7704DAE94}"/>
                    </a:ext>
                  </a:extLst>
                </p14:cNvPr>
                <p14:cNvContentPartPr/>
                <p14:nvPr/>
              </p14:nvContentPartPr>
              <p14:xfrm>
                <a:off x="7065142" y="5204336"/>
                <a:ext cx="34560" cy="363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ED1BF98-34BE-B606-203B-67C7704DAE9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056502" y="5195696"/>
                  <a:ext cx="52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A811E95-CCBA-B471-759B-F96514FF3B87}"/>
                    </a:ext>
                  </a:extLst>
                </p14:cNvPr>
                <p14:cNvContentPartPr/>
                <p14:nvPr/>
              </p14:nvContentPartPr>
              <p14:xfrm>
                <a:off x="7150102" y="5269856"/>
                <a:ext cx="72720" cy="259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A811E95-CCBA-B471-759B-F96514FF3B8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141462" y="5261216"/>
                  <a:ext cx="90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163C0B53-5811-F467-CFA2-C0F3B1AF0D57}"/>
                    </a:ext>
                  </a:extLst>
                </p14:cNvPr>
                <p14:cNvContentPartPr/>
                <p14:nvPr/>
              </p14:nvContentPartPr>
              <p14:xfrm>
                <a:off x="7261702" y="5223056"/>
                <a:ext cx="91440" cy="2037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163C0B53-5811-F467-CFA2-C0F3B1AF0D5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253062" y="5214416"/>
                  <a:ext cx="1090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F8ED0AF-5B54-68B4-CE2B-EFE0EDC92A90}"/>
              </a:ext>
            </a:extLst>
          </p:cNvPr>
          <p:cNvGrpSpPr/>
          <p:nvPr/>
        </p:nvGrpSpPr>
        <p:grpSpPr>
          <a:xfrm>
            <a:off x="7150102" y="5873936"/>
            <a:ext cx="644760" cy="240480"/>
            <a:chOff x="7150102" y="5873936"/>
            <a:chExt cx="64476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B2C0690-FCD5-7A8D-3DFE-9F77288B9E28}"/>
                    </a:ext>
                  </a:extLst>
                </p14:cNvPr>
                <p14:cNvContentPartPr/>
                <p14:nvPr/>
              </p14:nvContentPartPr>
              <p14:xfrm>
                <a:off x="7290862" y="5969336"/>
                <a:ext cx="21600" cy="1260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B2C0690-FCD5-7A8D-3DFE-9F77288B9E2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281862" y="5960696"/>
                  <a:ext cx="39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0275F8F-EEBF-BD7B-499D-C215B85E6D3E}"/>
                    </a:ext>
                  </a:extLst>
                </p14:cNvPr>
                <p14:cNvContentPartPr/>
                <p14:nvPr/>
              </p14:nvContentPartPr>
              <p14:xfrm>
                <a:off x="7150102" y="5873936"/>
                <a:ext cx="315360" cy="2404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0275F8F-EEBF-BD7B-499D-C215B85E6D3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141462" y="5864936"/>
                  <a:ext cx="333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C682C37-C54A-025F-539D-9697FB62821F}"/>
                    </a:ext>
                  </a:extLst>
                </p14:cNvPr>
                <p14:cNvContentPartPr/>
                <p14:nvPr/>
              </p14:nvContentPartPr>
              <p14:xfrm>
                <a:off x="7490302" y="5974736"/>
                <a:ext cx="51840" cy="1130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C682C37-C54A-025F-539D-9697FB62821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481662" y="5966096"/>
                  <a:ext cx="69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D2DC8AC-923B-3F0C-2CF0-F6AF5331DE92}"/>
                    </a:ext>
                  </a:extLst>
                </p14:cNvPr>
                <p14:cNvContentPartPr/>
                <p14:nvPr/>
              </p14:nvContentPartPr>
              <p14:xfrm>
                <a:off x="7479862" y="5886896"/>
                <a:ext cx="130680" cy="410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D2DC8AC-923B-3F0C-2CF0-F6AF5331DE9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470862" y="5877896"/>
                  <a:ext cx="148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7110FCA-1EAC-082C-2713-5282CCAA348F}"/>
                    </a:ext>
                  </a:extLst>
                </p14:cNvPr>
                <p14:cNvContentPartPr/>
                <p14:nvPr/>
              </p14:nvContentPartPr>
              <p14:xfrm>
                <a:off x="7506502" y="5983376"/>
                <a:ext cx="86760" cy="13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7110FCA-1EAC-082C-2713-5282CCAA348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497502" y="5974736"/>
                  <a:ext cx="104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88FB17B-C668-AFCD-3843-70FDDF8521D1}"/>
                    </a:ext>
                  </a:extLst>
                </p14:cNvPr>
                <p14:cNvContentPartPr/>
                <p14:nvPr/>
              </p14:nvContentPartPr>
              <p14:xfrm>
                <a:off x="7697662" y="5959256"/>
                <a:ext cx="52200" cy="1036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88FB17B-C668-AFCD-3843-70FDDF8521D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689022" y="5950616"/>
                  <a:ext cx="69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562E3FF-945E-5E51-5210-AF5584C562E2}"/>
                    </a:ext>
                  </a:extLst>
                </p14:cNvPr>
                <p14:cNvContentPartPr/>
                <p14:nvPr/>
              </p14:nvContentPartPr>
              <p14:xfrm>
                <a:off x="7608022" y="5919656"/>
                <a:ext cx="186840" cy="187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562E3FF-945E-5E51-5210-AF5584C562E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599022" y="5911016"/>
                  <a:ext cx="2044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96158855-81E4-60A0-20A5-973D149C415B}"/>
              </a:ext>
            </a:extLst>
          </p:cNvPr>
          <p:cNvGrpSpPr/>
          <p:nvPr/>
        </p:nvGrpSpPr>
        <p:grpSpPr>
          <a:xfrm>
            <a:off x="8096542" y="5672336"/>
            <a:ext cx="2909880" cy="553680"/>
            <a:chOff x="8096542" y="5672336"/>
            <a:chExt cx="2909880" cy="55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85DBDC2-42A5-FDAC-0CD1-747E324B1781}"/>
                    </a:ext>
                  </a:extLst>
                </p14:cNvPr>
                <p14:cNvContentPartPr/>
                <p14:nvPr/>
              </p14:nvContentPartPr>
              <p14:xfrm>
                <a:off x="8096542" y="5895536"/>
                <a:ext cx="52560" cy="1897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85DBDC2-42A5-FDAC-0CD1-747E324B178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087542" y="5886896"/>
                  <a:ext cx="70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7904715-908F-951E-EC10-79D22B7FE355}"/>
                    </a:ext>
                  </a:extLst>
                </p14:cNvPr>
                <p14:cNvContentPartPr/>
                <p14:nvPr/>
              </p14:nvContentPartPr>
              <p14:xfrm>
                <a:off x="8128582" y="6034856"/>
                <a:ext cx="81720" cy="97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7904715-908F-951E-EC10-79D22B7FE35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119582" y="6026216"/>
                  <a:ext cx="99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524F525-430F-E463-DA75-84F40DE9F1EA}"/>
                    </a:ext>
                  </a:extLst>
                </p14:cNvPr>
                <p14:cNvContentPartPr/>
                <p14:nvPr/>
              </p14:nvContentPartPr>
              <p14:xfrm>
                <a:off x="8192302" y="5932616"/>
                <a:ext cx="71640" cy="1717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524F525-430F-E463-DA75-84F40DE9F1E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183302" y="5923976"/>
                  <a:ext cx="89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3D8D422-B60D-3FED-3D45-89B9D7CF5E6A}"/>
                    </a:ext>
                  </a:extLst>
                </p14:cNvPr>
                <p14:cNvContentPartPr/>
                <p14:nvPr/>
              </p14:nvContentPartPr>
              <p14:xfrm>
                <a:off x="8266822" y="5833256"/>
                <a:ext cx="134280" cy="2754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3D8D422-B60D-3FED-3D45-89B9D7CF5E6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258182" y="5824616"/>
                  <a:ext cx="1519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995AB89-560C-93B4-BB09-180810A0F7AD}"/>
                    </a:ext>
                  </a:extLst>
                </p14:cNvPr>
                <p14:cNvContentPartPr/>
                <p14:nvPr/>
              </p14:nvContentPartPr>
              <p14:xfrm>
                <a:off x="8394262" y="5883296"/>
                <a:ext cx="61560" cy="1486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995AB89-560C-93B4-BB09-180810A0F7A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385262" y="5874656"/>
                  <a:ext cx="792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3B5B141-C4F1-A3A6-E6E6-CEDE118411C5}"/>
                    </a:ext>
                  </a:extLst>
                </p14:cNvPr>
                <p14:cNvContentPartPr/>
                <p14:nvPr/>
              </p14:nvContentPartPr>
              <p14:xfrm>
                <a:off x="8452582" y="5975456"/>
                <a:ext cx="117360" cy="529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3B5B141-C4F1-A3A6-E6E6-CEDE118411C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443942" y="5966456"/>
                  <a:ext cx="135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B171765-C369-B1DE-3988-0E2E29FB0594}"/>
                    </a:ext>
                  </a:extLst>
                </p14:cNvPr>
                <p14:cNvContentPartPr/>
                <p14:nvPr/>
              </p14:nvContentPartPr>
              <p14:xfrm>
                <a:off x="8500462" y="5795816"/>
                <a:ext cx="181440" cy="3031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B171765-C369-B1DE-3988-0E2E29FB059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491822" y="5787176"/>
                  <a:ext cx="199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AE565EB-A3A7-C2D4-DE39-B2BB50AA12AE}"/>
                    </a:ext>
                  </a:extLst>
                </p14:cNvPr>
                <p14:cNvContentPartPr/>
                <p14:nvPr/>
              </p14:nvContentPartPr>
              <p14:xfrm>
                <a:off x="8463382" y="5964656"/>
                <a:ext cx="10800" cy="201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AE565EB-A3A7-C2D4-DE39-B2BB50AA12A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454382" y="5956016"/>
                  <a:ext cx="28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B27A33C-6033-E737-B1A8-AF4E27AEF5AB}"/>
                    </a:ext>
                  </a:extLst>
                </p14:cNvPr>
                <p14:cNvContentPartPr/>
                <p14:nvPr/>
              </p14:nvContentPartPr>
              <p14:xfrm>
                <a:off x="8803942" y="5988416"/>
                <a:ext cx="74520" cy="140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B27A33C-6033-E737-B1A8-AF4E27AEF5A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794942" y="5979416"/>
                  <a:ext cx="92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CDAE61E-0CB3-90C3-26F6-2F85F84A5EB7}"/>
                    </a:ext>
                  </a:extLst>
                </p14:cNvPr>
                <p14:cNvContentPartPr/>
                <p14:nvPr/>
              </p14:nvContentPartPr>
              <p14:xfrm>
                <a:off x="8750662" y="5921816"/>
                <a:ext cx="101160" cy="165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CDAE61E-0CB3-90C3-26F6-2F85F84A5EB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742022" y="5913176"/>
                  <a:ext cx="118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F0C48AD-C1E5-8A2D-C2F2-E2AF83B515E5}"/>
                    </a:ext>
                  </a:extLst>
                </p14:cNvPr>
                <p14:cNvContentPartPr/>
                <p14:nvPr/>
              </p14:nvContentPartPr>
              <p14:xfrm>
                <a:off x="9021382" y="5847656"/>
                <a:ext cx="77040" cy="2055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F0C48AD-C1E5-8A2D-C2F2-E2AF83B515E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012742" y="5839016"/>
                  <a:ext cx="94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813AE47-C56B-6498-70BA-70F8C4EFCE94}"/>
                    </a:ext>
                  </a:extLst>
                </p14:cNvPr>
                <p14:cNvContentPartPr/>
                <p14:nvPr/>
              </p14:nvContentPartPr>
              <p14:xfrm>
                <a:off x="9058822" y="5940896"/>
                <a:ext cx="91800" cy="190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813AE47-C56B-6498-70BA-70F8C4EFCE9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049822" y="5931896"/>
                  <a:ext cx="109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684886F-0C2C-8E68-29B3-25A8FD7F56E1}"/>
                    </a:ext>
                  </a:extLst>
                </p14:cNvPr>
                <p14:cNvContentPartPr/>
                <p14:nvPr/>
              </p14:nvContentPartPr>
              <p14:xfrm>
                <a:off x="9106702" y="5853056"/>
                <a:ext cx="76680" cy="1537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684886F-0C2C-8E68-29B3-25A8FD7F56E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97702" y="5844056"/>
                  <a:ext cx="94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BF3FD3E-42EF-057E-F2DC-CD195AF4A9D5}"/>
                    </a:ext>
                  </a:extLst>
                </p14:cNvPr>
                <p14:cNvContentPartPr/>
                <p14:nvPr/>
              </p14:nvContentPartPr>
              <p14:xfrm>
                <a:off x="9239182" y="5767736"/>
                <a:ext cx="57960" cy="2563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BF3FD3E-42EF-057E-F2DC-CD195AF4A9D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230542" y="5759096"/>
                  <a:ext cx="75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D253206-662A-8BED-5CBC-5AE0CB2FE7FD}"/>
                    </a:ext>
                  </a:extLst>
                </p14:cNvPr>
                <p14:cNvContentPartPr/>
                <p14:nvPr/>
              </p14:nvContentPartPr>
              <p14:xfrm>
                <a:off x="9334582" y="5900216"/>
                <a:ext cx="115200" cy="1188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D253206-662A-8BED-5CBC-5AE0CB2FE7F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325582" y="5891576"/>
                  <a:ext cx="132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69CDBAD-8BA1-0814-E157-EDA908222D5E}"/>
                    </a:ext>
                  </a:extLst>
                </p14:cNvPr>
                <p14:cNvContentPartPr/>
                <p14:nvPr/>
              </p14:nvContentPartPr>
              <p14:xfrm>
                <a:off x="9462742" y="5805176"/>
                <a:ext cx="59040" cy="1587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69CDBAD-8BA1-0814-E157-EDA908222D5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454102" y="5796536"/>
                  <a:ext cx="766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021838D-C9E3-4DAB-AC02-B738677804AE}"/>
                    </a:ext>
                  </a:extLst>
                </p14:cNvPr>
                <p14:cNvContentPartPr/>
                <p14:nvPr/>
              </p14:nvContentPartPr>
              <p14:xfrm>
                <a:off x="9420262" y="5672336"/>
                <a:ext cx="26640" cy="306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021838D-C9E3-4DAB-AC02-B738677804A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411622" y="5663336"/>
                  <a:ext cx="44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C9C762A-C719-DF4B-A39B-647A9FB85C8F}"/>
                    </a:ext>
                  </a:extLst>
                </p14:cNvPr>
                <p14:cNvContentPartPr/>
                <p14:nvPr/>
              </p14:nvContentPartPr>
              <p14:xfrm>
                <a:off x="9547702" y="5745416"/>
                <a:ext cx="159840" cy="770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C9C762A-C719-DF4B-A39B-647A9FB85C8F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539062" y="5736416"/>
                  <a:ext cx="177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060D80A-36B2-D4FF-F8E4-153239C6135F}"/>
                    </a:ext>
                  </a:extLst>
                </p14:cNvPr>
                <p14:cNvContentPartPr/>
                <p14:nvPr/>
              </p14:nvContentPartPr>
              <p14:xfrm>
                <a:off x="9776302" y="5730656"/>
                <a:ext cx="102240" cy="2782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060D80A-36B2-D4FF-F8E4-153239C6135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767662" y="5721656"/>
                  <a:ext cx="119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D7D2C3B-25F1-A8E6-62B8-56A8468492EF}"/>
                    </a:ext>
                  </a:extLst>
                </p14:cNvPr>
                <p14:cNvContentPartPr/>
                <p14:nvPr/>
              </p14:nvContentPartPr>
              <p14:xfrm>
                <a:off x="9967822" y="5750096"/>
                <a:ext cx="62280" cy="3546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D7D2C3B-25F1-A8E6-62B8-56A8468492E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9959182" y="5741456"/>
                  <a:ext cx="799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7D4FDEE-725E-8B18-8039-FDE79FB4BEEB}"/>
                    </a:ext>
                  </a:extLst>
                </p14:cNvPr>
                <p14:cNvContentPartPr/>
                <p14:nvPr/>
              </p14:nvContentPartPr>
              <p14:xfrm>
                <a:off x="10148542" y="6006776"/>
                <a:ext cx="149040" cy="687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7D4FDEE-725E-8B18-8039-FDE79FB4BEE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139902" y="5997776"/>
                  <a:ext cx="166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6E4AB8B-8C65-88BC-AD71-A73BAD1FE4F7}"/>
                    </a:ext>
                  </a:extLst>
                </p14:cNvPr>
                <p14:cNvContentPartPr/>
                <p14:nvPr/>
              </p14:nvContentPartPr>
              <p14:xfrm>
                <a:off x="10153942" y="6001736"/>
                <a:ext cx="3600" cy="309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6E4AB8B-8C65-88BC-AD71-A73BAD1FE4F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144942" y="5993096"/>
                  <a:ext cx="21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D1A3DD4-C8C9-D46D-79AF-D03D70869A66}"/>
                    </a:ext>
                  </a:extLst>
                </p14:cNvPr>
                <p14:cNvContentPartPr/>
                <p14:nvPr/>
              </p14:nvContentPartPr>
              <p14:xfrm>
                <a:off x="10414582" y="6049616"/>
                <a:ext cx="58680" cy="50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D1A3DD4-C8C9-D46D-79AF-D03D70869A6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405582" y="6040976"/>
                  <a:ext cx="76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E1D973B-E575-0331-A6AC-45738D260161}"/>
                    </a:ext>
                  </a:extLst>
                </p14:cNvPr>
                <p14:cNvContentPartPr/>
                <p14:nvPr/>
              </p14:nvContentPartPr>
              <p14:xfrm>
                <a:off x="10383262" y="5999576"/>
                <a:ext cx="68760" cy="79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E1D973B-E575-0331-A6AC-45738D26016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374262" y="5990936"/>
                  <a:ext cx="86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9DFD43E-6879-F5DC-5D2B-5637F246EA57}"/>
                    </a:ext>
                  </a:extLst>
                </p14:cNvPr>
                <p14:cNvContentPartPr/>
                <p14:nvPr/>
              </p14:nvContentPartPr>
              <p14:xfrm>
                <a:off x="10574062" y="5836856"/>
                <a:ext cx="132840" cy="921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9DFD43E-6879-F5DC-5D2B-5637F246EA5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565062" y="5828216"/>
                  <a:ext cx="150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F428912-2474-3D1E-B732-1A0944AC86C6}"/>
                    </a:ext>
                  </a:extLst>
                </p14:cNvPr>
                <p14:cNvContentPartPr/>
                <p14:nvPr/>
              </p14:nvContentPartPr>
              <p14:xfrm>
                <a:off x="10728142" y="5853056"/>
                <a:ext cx="48240" cy="752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F428912-2474-3D1E-B732-1A0944AC86C6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719142" y="5844056"/>
                  <a:ext cx="65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BBFF9E4-0999-C371-74C4-5C787798D854}"/>
                    </a:ext>
                  </a:extLst>
                </p14:cNvPr>
                <p14:cNvContentPartPr/>
                <p14:nvPr/>
              </p14:nvContentPartPr>
              <p14:xfrm>
                <a:off x="10781062" y="5863856"/>
                <a:ext cx="28080" cy="518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BBFF9E4-0999-C371-74C4-5C787798D85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772422" y="5854856"/>
                  <a:ext cx="45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68161E4-9D4E-285F-20A3-29A76B75C195}"/>
                    </a:ext>
                  </a:extLst>
                </p14:cNvPr>
                <p14:cNvContentPartPr/>
                <p14:nvPr/>
              </p14:nvContentPartPr>
              <p14:xfrm>
                <a:off x="10684942" y="5809496"/>
                <a:ext cx="107280" cy="154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68161E4-9D4E-285F-20A3-29A76B75C195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676302" y="5800856"/>
                  <a:ext cx="124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F798774-47C0-9B38-2FD2-B19051771067}"/>
                    </a:ext>
                  </a:extLst>
                </p14:cNvPr>
                <p14:cNvContentPartPr/>
                <p14:nvPr/>
              </p14:nvContentPartPr>
              <p14:xfrm>
                <a:off x="10855582" y="5762696"/>
                <a:ext cx="67680" cy="1508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F798774-47C0-9B38-2FD2-B1905177106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846942" y="5753696"/>
                  <a:ext cx="85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A7F721CC-03AE-F8C3-9A21-7EAD08E6DC61}"/>
                    </a:ext>
                  </a:extLst>
                </p14:cNvPr>
                <p14:cNvContentPartPr/>
                <p14:nvPr/>
              </p14:nvContentPartPr>
              <p14:xfrm>
                <a:off x="10914262" y="5835776"/>
                <a:ext cx="92160" cy="601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A7F721CC-03AE-F8C3-9A21-7EAD08E6DC6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905622" y="5826776"/>
                  <a:ext cx="109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28EDB44-BD95-9448-CCB2-F59C75AEF107}"/>
                    </a:ext>
                  </a:extLst>
                </p14:cNvPr>
                <p14:cNvContentPartPr/>
                <p14:nvPr/>
              </p14:nvContentPartPr>
              <p14:xfrm>
                <a:off x="10580182" y="6022976"/>
                <a:ext cx="381960" cy="273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28EDB44-BD95-9448-CCB2-F59C75AEF107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571542" y="6014336"/>
                  <a:ext cx="399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34EEED9-0F55-D87B-280F-2FCE48B59548}"/>
                    </a:ext>
                  </a:extLst>
                </p14:cNvPr>
                <p14:cNvContentPartPr/>
                <p14:nvPr/>
              </p14:nvContentPartPr>
              <p14:xfrm>
                <a:off x="10749022" y="6125936"/>
                <a:ext cx="177480" cy="1000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34EEED9-0F55-D87B-280F-2FCE48B5954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740022" y="6117296"/>
                  <a:ext cx="19512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AADAB4C8-E5CF-D6A3-E69E-5AAEC9D83524}"/>
              </a:ext>
            </a:extLst>
          </p:cNvPr>
          <p:cNvGrpSpPr/>
          <p:nvPr/>
        </p:nvGrpSpPr>
        <p:grpSpPr>
          <a:xfrm>
            <a:off x="7668142" y="6432656"/>
            <a:ext cx="279720" cy="163800"/>
            <a:chOff x="7668142" y="6432656"/>
            <a:chExt cx="279720" cy="16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0F7048F6-A628-E4DF-F912-B8657FE7FA7A}"/>
                    </a:ext>
                  </a:extLst>
                </p14:cNvPr>
                <p14:cNvContentPartPr/>
                <p14:nvPr/>
              </p14:nvContentPartPr>
              <p14:xfrm>
                <a:off x="7668142" y="6432656"/>
                <a:ext cx="159120" cy="1638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0F7048F6-A628-E4DF-F912-B8657FE7FA7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659142" y="6423656"/>
                  <a:ext cx="176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CA12FFD-B294-A35E-D96C-EA12C0328635}"/>
                    </a:ext>
                  </a:extLst>
                </p14:cNvPr>
                <p14:cNvContentPartPr/>
                <p14:nvPr/>
              </p14:nvContentPartPr>
              <p14:xfrm>
                <a:off x="7919062" y="6485576"/>
                <a:ext cx="7920" cy="1404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CA12FFD-B294-A35E-D96C-EA12C032863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910062" y="6476936"/>
                  <a:ext cx="25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EF322B8-CFBA-D1F4-E5F6-E9A9B16FC525}"/>
                    </a:ext>
                  </a:extLst>
                </p14:cNvPr>
                <p14:cNvContentPartPr/>
                <p14:nvPr/>
              </p14:nvContentPartPr>
              <p14:xfrm>
                <a:off x="7947502" y="6544256"/>
                <a:ext cx="360" cy="3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EF322B8-CFBA-D1F4-E5F6-E9A9B16FC52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938862" y="6535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204CA7BF-0A1F-B5E2-9309-035DCE06F432}"/>
              </a:ext>
            </a:extLst>
          </p:cNvPr>
          <p:cNvGrpSpPr/>
          <p:nvPr/>
        </p:nvGrpSpPr>
        <p:grpSpPr>
          <a:xfrm>
            <a:off x="8121382" y="6352736"/>
            <a:ext cx="669240" cy="224640"/>
            <a:chOff x="8121382" y="6352736"/>
            <a:chExt cx="66924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4FBF06E-8B78-DD76-CAB7-BBB4F2C9CD99}"/>
                    </a:ext>
                  </a:extLst>
                </p14:cNvPr>
                <p14:cNvContentPartPr/>
                <p14:nvPr/>
              </p14:nvContentPartPr>
              <p14:xfrm>
                <a:off x="8121382" y="6400616"/>
                <a:ext cx="132840" cy="1767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4FBF06E-8B78-DD76-CAB7-BBB4F2C9CD99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112742" y="6391976"/>
                  <a:ext cx="150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ABE4B21-6998-CC7B-FC0C-5032EB6AD833}"/>
                    </a:ext>
                  </a:extLst>
                </p14:cNvPr>
                <p14:cNvContentPartPr/>
                <p14:nvPr/>
              </p14:nvContentPartPr>
              <p14:xfrm>
                <a:off x="8277262" y="6395216"/>
                <a:ext cx="54720" cy="15300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ABE4B21-6998-CC7B-FC0C-5032EB6AD83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268622" y="6386576"/>
                  <a:ext cx="72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6D48442-E474-F3B1-A4B9-6CDAF47B1617}"/>
                    </a:ext>
                  </a:extLst>
                </p14:cNvPr>
                <p14:cNvContentPartPr/>
                <p14:nvPr/>
              </p14:nvContentPartPr>
              <p14:xfrm>
                <a:off x="8399662" y="6480536"/>
                <a:ext cx="79200" cy="658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6D48442-E474-F3B1-A4B9-6CDAF47B161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390662" y="6471536"/>
                  <a:ext cx="96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1A02E40-CB15-06CF-C8E0-0CDA56CD077B}"/>
                    </a:ext>
                  </a:extLst>
                </p14:cNvPr>
                <p14:cNvContentPartPr/>
                <p14:nvPr/>
              </p14:nvContentPartPr>
              <p14:xfrm>
                <a:off x="8547262" y="6485576"/>
                <a:ext cx="86040" cy="752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1A02E40-CB15-06CF-C8E0-0CDA56CD077B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8538262" y="6476936"/>
                  <a:ext cx="103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AA80BF6-F77C-6701-AC3F-ED9042071041}"/>
                    </a:ext>
                  </a:extLst>
                </p14:cNvPr>
                <p14:cNvContentPartPr/>
                <p14:nvPr/>
              </p14:nvContentPartPr>
              <p14:xfrm>
                <a:off x="8612062" y="6352736"/>
                <a:ext cx="68760" cy="1886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AA80BF6-F77C-6701-AC3F-ED9042071041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8603422" y="6344096"/>
                  <a:ext cx="86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83BA463-358B-9D90-C363-9CA7ABAB582B}"/>
                    </a:ext>
                  </a:extLst>
                </p14:cNvPr>
                <p14:cNvContentPartPr/>
                <p14:nvPr/>
              </p14:nvContentPartPr>
              <p14:xfrm>
                <a:off x="8691622" y="6464336"/>
                <a:ext cx="99000" cy="867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83BA463-358B-9D90-C363-9CA7ABAB582B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682982" y="6455696"/>
                  <a:ext cx="11664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636C73E-CADC-FF1A-FE18-7DC56E1563CB}"/>
              </a:ext>
            </a:extLst>
          </p:cNvPr>
          <p:cNvGrpSpPr/>
          <p:nvPr/>
        </p:nvGrpSpPr>
        <p:grpSpPr>
          <a:xfrm>
            <a:off x="8988982" y="6317096"/>
            <a:ext cx="888480" cy="371160"/>
            <a:chOff x="8988982" y="6317096"/>
            <a:chExt cx="88848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B9F29E3-F498-B922-1FB4-9DDB3BD8E374}"/>
                    </a:ext>
                  </a:extLst>
                </p14:cNvPr>
                <p14:cNvContentPartPr/>
                <p14:nvPr/>
              </p14:nvContentPartPr>
              <p14:xfrm>
                <a:off x="8988982" y="6352736"/>
                <a:ext cx="415800" cy="2239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B9F29E3-F498-B922-1FB4-9DDB3BD8E374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979982" y="6343736"/>
                  <a:ext cx="433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CC3E78C-2243-2020-89D6-731FABBF3877}"/>
                    </a:ext>
                  </a:extLst>
                </p14:cNvPr>
                <p14:cNvContentPartPr/>
                <p14:nvPr/>
              </p14:nvContentPartPr>
              <p14:xfrm>
                <a:off x="9425302" y="6484496"/>
                <a:ext cx="96480" cy="2037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CC3E78C-2243-2020-89D6-731FABBF387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9416302" y="6475856"/>
                  <a:ext cx="114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53A190B-7064-A57C-9FDC-DB9663F364A4}"/>
                    </a:ext>
                  </a:extLst>
                </p14:cNvPr>
                <p14:cNvContentPartPr/>
                <p14:nvPr/>
              </p14:nvContentPartPr>
              <p14:xfrm>
                <a:off x="9550942" y="6317096"/>
                <a:ext cx="326520" cy="2174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53A190B-7064-A57C-9FDC-DB9663F364A4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9541942" y="6308096"/>
                  <a:ext cx="34416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80F8235C-17FF-7BF8-F645-87D9E79EE943}"/>
              </a:ext>
            </a:extLst>
          </p:cNvPr>
          <p:cNvGrpSpPr/>
          <p:nvPr/>
        </p:nvGrpSpPr>
        <p:grpSpPr>
          <a:xfrm>
            <a:off x="7704142" y="476456"/>
            <a:ext cx="1956960" cy="391680"/>
            <a:chOff x="7704142" y="476456"/>
            <a:chExt cx="195696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704C45B-D211-1125-3499-50B64CE7DEB5}"/>
                    </a:ext>
                  </a:extLst>
                </p14:cNvPr>
                <p14:cNvContentPartPr/>
                <p14:nvPr/>
              </p14:nvContentPartPr>
              <p14:xfrm>
                <a:off x="7704142" y="572576"/>
                <a:ext cx="124920" cy="1353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704C45B-D211-1125-3499-50B64CE7DEB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695502" y="563936"/>
                  <a:ext cx="142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9BF2F4C-4CAA-AA10-8FBD-DDA689FFCD23}"/>
                    </a:ext>
                  </a:extLst>
                </p14:cNvPr>
                <p14:cNvContentPartPr/>
                <p14:nvPr/>
              </p14:nvContentPartPr>
              <p14:xfrm>
                <a:off x="7844182" y="621536"/>
                <a:ext cx="140400" cy="5400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9BF2F4C-4CAA-AA10-8FBD-DDA689FFCD2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835182" y="612896"/>
                  <a:ext cx="158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F0999E4-CEDF-560A-C979-7A5BD5973093}"/>
                    </a:ext>
                  </a:extLst>
                </p14:cNvPr>
                <p14:cNvContentPartPr/>
                <p14:nvPr/>
              </p14:nvContentPartPr>
              <p14:xfrm>
                <a:off x="8006182" y="632336"/>
                <a:ext cx="201960" cy="424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F0999E4-CEDF-560A-C979-7A5BD5973093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997182" y="623336"/>
                  <a:ext cx="219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E2B2384-9AE7-4F70-6067-BC2B734A0E82}"/>
                    </a:ext>
                  </a:extLst>
                </p14:cNvPr>
                <p14:cNvContentPartPr/>
                <p14:nvPr/>
              </p14:nvContentPartPr>
              <p14:xfrm>
                <a:off x="8260702" y="610016"/>
                <a:ext cx="91080" cy="20520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E2B2384-9AE7-4F70-6067-BC2B734A0E82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252062" y="601376"/>
                  <a:ext cx="108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E615591-9275-21C2-4509-A02C3EB9754C}"/>
                    </a:ext>
                  </a:extLst>
                </p14:cNvPr>
                <p14:cNvContentPartPr/>
                <p14:nvPr/>
              </p14:nvContentPartPr>
              <p14:xfrm>
                <a:off x="8340622" y="476456"/>
                <a:ext cx="186480" cy="2361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E615591-9275-21C2-4509-A02C3EB9754C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331622" y="467456"/>
                  <a:ext cx="204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CB9289D-3740-0ECA-EAEB-7C02ACD4F20A}"/>
                    </a:ext>
                  </a:extLst>
                </p14:cNvPr>
                <p14:cNvContentPartPr/>
                <p14:nvPr/>
              </p14:nvContentPartPr>
              <p14:xfrm>
                <a:off x="8463382" y="499496"/>
                <a:ext cx="10440" cy="450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CB9289D-3740-0ECA-EAEB-7C02ACD4F20A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8454382" y="490856"/>
                  <a:ext cx="28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B04EEE9-2D6F-EAE8-4785-A4C6B27E13F7}"/>
                    </a:ext>
                  </a:extLst>
                </p14:cNvPr>
                <p14:cNvContentPartPr/>
                <p14:nvPr/>
              </p14:nvContentPartPr>
              <p14:xfrm>
                <a:off x="8559142" y="617936"/>
                <a:ext cx="143280" cy="464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B04EEE9-2D6F-EAE8-4785-A4C6B27E13F7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8550142" y="609296"/>
                  <a:ext cx="160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0E74B8C-A773-5F66-13B3-A33A08BBA7C8}"/>
                    </a:ext>
                  </a:extLst>
                </p14:cNvPr>
                <p14:cNvContentPartPr/>
                <p14:nvPr/>
              </p14:nvContentPartPr>
              <p14:xfrm>
                <a:off x="8723302" y="599576"/>
                <a:ext cx="143280" cy="2685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0E74B8C-A773-5F66-13B3-A33A08BBA7C8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8714662" y="590576"/>
                  <a:ext cx="160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9E120BC-DFC0-938E-1697-130D50FA5883}"/>
                    </a:ext>
                  </a:extLst>
                </p14:cNvPr>
                <p14:cNvContentPartPr/>
                <p14:nvPr/>
              </p14:nvContentPartPr>
              <p14:xfrm>
                <a:off x="9017782" y="499856"/>
                <a:ext cx="141480" cy="1598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9E120BC-DFC0-938E-1697-130D50FA588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008782" y="490856"/>
                  <a:ext cx="159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4B9708A-3CF3-4C5D-58FB-D5DF25B10FEA}"/>
                    </a:ext>
                  </a:extLst>
                </p14:cNvPr>
                <p14:cNvContentPartPr/>
                <p14:nvPr/>
              </p14:nvContentPartPr>
              <p14:xfrm>
                <a:off x="9282022" y="568616"/>
                <a:ext cx="29160" cy="889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4B9708A-3CF3-4C5D-58FB-D5DF25B10FEA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273382" y="559976"/>
                  <a:ext cx="46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DF0BD99-41BF-D1B6-1506-4AD9396BBF41}"/>
                    </a:ext>
                  </a:extLst>
                </p14:cNvPr>
                <p14:cNvContentPartPr/>
                <p14:nvPr/>
              </p14:nvContentPartPr>
              <p14:xfrm>
                <a:off x="9144142" y="509576"/>
                <a:ext cx="154080" cy="169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DF0BD99-41BF-D1B6-1506-4AD9396BBF41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135502" y="500576"/>
                  <a:ext cx="171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3527F00-7A82-7699-0F5B-63224498191E}"/>
                    </a:ext>
                  </a:extLst>
                </p14:cNvPr>
                <p14:cNvContentPartPr/>
                <p14:nvPr/>
              </p14:nvContentPartPr>
              <p14:xfrm>
                <a:off x="9414862" y="568616"/>
                <a:ext cx="37080" cy="979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3527F00-7A82-7699-0F5B-63224498191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406222" y="559976"/>
                  <a:ext cx="54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D447CB09-F93D-E114-E9A0-0DCC313E29DA}"/>
                    </a:ext>
                  </a:extLst>
                </p14:cNvPr>
                <p14:cNvContentPartPr/>
                <p14:nvPr/>
              </p14:nvContentPartPr>
              <p14:xfrm>
                <a:off x="9388222" y="494456"/>
                <a:ext cx="88920" cy="57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D447CB09-F93D-E114-E9A0-0DCC313E29DA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379582" y="485456"/>
                  <a:ext cx="106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1FFCF51-43CA-E886-5D80-E711D617D7C5}"/>
                    </a:ext>
                  </a:extLst>
                </p14:cNvPr>
                <p14:cNvContentPartPr/>
                <p14:nvPr/>
              </p14:nvContentPartPr>
              <p14:xfrm>
                <a:off x="9414862" y="567896"/>
                <a:ext cx="86040" cy="277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1FFCF51-43CA-E886-5D80-E711D617D7C5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406222" y="558896"/>
                  <a:ext cx="103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ED6D8FC-C77F-3765-4CAD-A89FEA6921A4}"/>
                    </a:ext>
                  </a:extLst>
                </p14:cNvPr>
                <p14:cNvContentPartPr/>
                <p14:nvPr/>
              </p14:nvContentPartPr>
              <p14:xfrm>
                <a:off x="9622222" y="531536"/>
                <a:ext cx="38880" cy="1130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ED6D8FC-C77F-3765-4CAD-A89FEA6921A4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9613582" y="522536"/>
                  <a:ext cx="56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723BE25-BBB0-467F-4F74-C9C2042DC33F}"/>
                    </a:ext>
                  </a:extLst>
                </p14:cNvPr>
                <p14:cNvContentPartPr/>
                <p14:nvPr/>
              </p14:nvContentPartPr>
              <p14:xfrm>
                <a:off x="9550582" y="483656"/>
                <a:ext cx="104040" cy="223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723BE25-BBB0-467F-4F74-C9C2042DC33F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541942" y="474656"/>
                  <a:ext cx="1216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F1ED6B6F-428B-2DD8-9411-93A6A5172A7C}"/>
              </a:ext>
            </a:extLst>
          </p:cNvPr>
          <p:cNvGrpSpPr/>
          <p:nvPr/>
        </p:nvGrpSpPr>
        <p:grpSpPr>
          <a:xfrm>
            <a:off x="9861622" y="442616"/>
            <a:ext cx="1647720" cy="338040"/>
            <a:chOff x="9861622" y="442616"/>
            <a:chExt cx="164772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417CF05-39B6-95FE-52A5-2A9542349FE9}"/>
                    </a:ext>
                  </a:extLst>
                </p14:cNvPr>
                <p14:cNvContentPartPr/>
                <p14:nvPr/>
              </p14:nvContentPartPr>
              <p14:xfrm>
                <a:off x="9888262" y="574016"/>
                <a:ext cx="39960" cy="550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417CF05-39B6-95FE-52A5-2A9542349FE9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9879262" y="565016"/>
                  <a:ext cx="57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C31685E-C7D0-8D1B-F2F1-1394BCF82E07}"/>
                    </a:ext>
                  </a:extLst>
                </p14:cNvPr>
                <p14:cNvContentPartPr/>
                <p14:nvPr/>
              </p14:nvContentPartPr>
              <p14:xfrm>
                <a:off x="9861622" y="487616"/>
                <a:ext cx="360" cy="36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C31685E-C7D0-8D1B-F2F1-1394BCF82E0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9852622" y="47897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EBCC87B-AFC8-6369-89A0-3305EF58A782}"/>
                    </a:ext>
                  </a:extLst>
                </p14:cNvPr>
                <p14:cNvContentPartPr/>
                <p14:nvPr/>
              </p14:nvContentPartPr>
              <p14:xfrm>
                <a:off x="9978622" y="558176"/>
                <a:ext cx="182880" cy="741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EBCC87B-AFC8-6369-89A0-3305EF58A782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9969622" y="549176"/>
                  <a:ext cx="200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8631A71D-5D6A-D744-17A3-5E9D4BC56A53}"/>
                    </a:ext>
                  </a:extLst>
                </p14:cNvPr>
                <p14:cNvContentPartPr/>
                <p14:nvPr/>
              </p14:nvContentPartPr>
              <p14:xfrm>
                <a:off x="10267702" y="442616"/>
                <a:ext cx="146880" cy="33804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8631A71D-5D6A-D744-17A3-5E9D4BC56A53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0259062" y="433616"/>
                  <a:ext cx="1645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4FA5039-F05E-F00D-68E4-C1EC0DB9DC8E}"/>
                    </a:ext>
                  </a:extLst>
                </p14:cNvPr>
                <p14:cNvContentPartPr/>
                <p14:nvPr/>
              </p14:nvContentPartPr>
              <p14:xfrm>
                <a:off x="10271302" y="616856"/>
                <a:ext cx="122040" cy="370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4FA5039-F05E-F00D-68E4-C1EC0DB9DC8E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0262662" y="608216"/>
                  <a:ext cx="139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7B0FD90-8651-5A73-8BDC-AAB287C8FA3D}"/>
                    </a:ext>
                  </a:extLst>
                </p14:cNvPr>
                <p14:cNvContentPartPr/>
                <p14:nvPr/>
              </p14:nvContentPartPr>
              <p14:xfrm>
                <a:off x="10397302" y="540536"/>
                <a:ext cx="197640" cy="928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7B0FD90-8651-5A73-8BDC-AAB287C8FA3D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0388302" y="531896"/>
                  <a:ext cx="215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8C44D582-6320-11EE-5E41-0F1DA06CCA08}"/>
                    </a:ext>
                  </a:extLst>
                </p14:cNvPr>
                <p14:cNvContentPartPr/>
                <p14:nvPr/>
              </p14:nvContentPartPr>
              <p14:xfrm>
                <a:off x="10652182" y="520736"/>
                <a:ext cx="113040" cy="2217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8C44D582-6320-11EE-5E41-0F1DA06CCA08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0643542" y="512096"/>
                  <a:ext cx="130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855E29A-0EA9-18A4-3B18-CD7220027935}"/>
                    </a:ext>
                  </a:extLst>
                </p14:cNvPr>
                <p14:cNvContentPartPr/>
                <p14:nvPr/>
              </p14:nvContentPartPr>
              <p14:xfrm>
                <a:off x="10536622" y="526136"/>
                <a:ext cx="50760" cy="439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855E29A-0EA9-18A4-3B18-CD7220027935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0527982" y="517136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07CBE00-BE2E-2F80-A1A7-60E8DE236E17}"/>
                    </a:ext>
                  </a:extLst>
                </p14:cNvPr>
                <p14:cNvContentPartPr/>
                <p14:nvPr/>
              </p14:nvContentPartPr>
              <p14:xfrm>
                <a:off x="10823902" y="516416"/>
                <a:ext cx="356400" cy="8928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07CBE00-BE2E-2F80-A1A7-60E8DE236E17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0814902" y="507776"/>
                  <a:ext cx="374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36C85F6F-F14B-F29E-4217-3903BA3377E5}"/>
                    </a:ext>
                  </a:extLst>
                </p14:cNvPr>
                <p14:cNvContentPartPr/>
                <p14:nvPr/>
              </p14:nvContentPartPr>
              <p14:xfrm>
                <a:off x="11260222" y="515336"/>
                <a:ext cx="249120" cy="2620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36C85F6F-F14B-F29E-4217-3903BA3377E5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1251222" y="506696"/>
                  <a:ext cx="26676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0E676F08-158D-D2C3-47D8-A789BAB241A6}"/>
              </a:ext>
            </a:extLst>
          </p:cNvPr>
          <p:cNvGrpSpPr/>
          <p:nvPr/>
        </p:nvGrpSpPr>
        <p:grpSpPr>
          <a:xfrm>
            <a:off x="9501622" y="795056"/>
            <a:ext cx="960480" cy="182880"/>
            <a:chOff x="9501622" y="795056"/>
            <a:chExt cx="960480" cy="18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D497039-98E0-E06B-CB54-258203C4F8DB}"/>
                    </a:ext>
                  </a:extLst>
                </p14:cNvPr>
                <p14:cNvContentPartPr/>
                <p14:nvPr/>
              </p14:nvContentPartPr>
              <p14:xfrm>
                <a:off x="9501622" y="795056"/>
                <a:ext cx="140400" cy="1738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D497039-98E0-E06B-CB54-258203C4F8DB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9492982" y="786416"/>
                  <a:ext cx="158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CD4CFB6-BC58-F71A-D182-6A5E477B08F3}"/>
                    </a:ext>
                  </a:extLst>
                </p14:cNvPr>
                <p14:cNvContentPartPr/>
                <p14:nvPr/>
              </p14:nvContentPartPr>
              <p14:xfrm>
                <a:off x="9690262" y="898376"/>
                <a:ext cx="85320" cy="795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FCD4CFB6-BC58-F71A-D182-6A5E477B08F3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9681622" y="889736"/>
                  <a:ext cx="102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3A18D82F-9710-71B5-4EFA-C3E83AF300F9}"/>
                    </a:ext>
                  </a:extLst>
                </p14:cNvPr>
                <p14:cNvContentPartPr/>
                <p14:nvPr/>
              </p14:nvContentPartPr>
              <p14:xfrm>
                <a:off x="9802942" y="878936"/>
                <a:ext cx="285120" cy="691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3A18D82F-9710-71B5-4EFA-C3E83AF300F9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9794302" y="869936"/>
                  <a:ext cx="302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17D01C9-64BC-641C-6275-49029AA5F875}"/>
                    </a:ext>
                  </a:extLst>
                </p14:cNvPr>
                <p14:cNvContentPartPr/>
                <p14:nvPr/>
              </p14:nvContentPartPr>
              <p14:xfrm>
                <a:off x="10132702" y="882176"/>
                <a:ext cx="87480" cy="720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17D01C9-64BC-641C-6275-49029AA5F875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10124062" y="873536"/>
                  <a:ext cx="105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E69965F-52F5-1463-01A8-5B0B62F43C84}"/>
                    </a:ext>
                  </a:extLst>
                </p14:cNvPr>
                <p14:cNvContentPartPr/>
                <p14:nvPr/>
              </p14:nvContentPartPr>
              <p14:xfrm>
                <a:off x="10270942" y="903416"/>
                <a:ext cx="54360" cy="655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E69965F-52F5-1463-01A8-5B0B62F43C84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10261942" y="894776"/>
                  <a:ext cx="72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B9B8A36-ED0C-3099-6A01-71D11A063451}"/>
                    </a:ext>
                  </a:extLst>
                </p14:cNvPr>
                <p14:cNvContentPartPr/>
                <p14:nvPr/>
              </p14:nvContentPartPr>
              <p14:xfrm>
                <a:off x="10255102" y="802616"/>
                <a:ext cx="360" cy="3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B9B8A36-ED0C-3099-6A01-71D11A063451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10246102" y="793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5BEE22F-C105-8085-A2CA-65AF504FD181}"/>
                    </a:ext>
                  </a:extLst>
                </p14:cNvPr>
                <p14:cNvContentPartPr/>
                <p14:nvPr/>
              </p14:nvContentPartPr>
              <p14:xfrm>
                <a:off x="10340062" y="903416"/>
                <a:ext cx="122040" cy="471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5BEE22F-C105-8085-A2CA-65AF504FD181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0331062" y="894776"/>
                  <a:ext cx="139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33DE5C6-BD5C-53CB-70F6-AA8169505EBF}"/>
                    </a:ext>
                  </a:extLst>
                </p14:cNvPr>
                <p14:cNvContentPartPr/>
                <p14:nvPr/>
              </p14:nvContentPartPr>
              <p14:xfrm>
                <a:off x="9569302" y="925016"/>
                <a:ext cx="360" cy="144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33DE5C6-BD5C-53CB-70F6-AA8169505EBF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560302" y="91601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7353FCC1-984E-A2D6-DDF1-A06556686F46}"/>
              </a:ext>
            </a:extLst>
          </p:cNvPr>
          <p:cNvGrpSpPr/>
          <p:nvPr/>
        </p:nvGrpSpPr>
        <p:grpSpPr>
          <a:xfrm>
            <a:off x="11151142" y="749696"/>
            <a:ext cx="736560" cy="5123160"/>
            <a:chOff x="11151142" y="749696"/>
            <a:chExt cx="736560" cy="512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4CAE97D-6661-0D03-5181-16C6F74C9EFA}"/>
                    </a:ext>
                  </a:extLst>
                </p14:cNvPr>
                <p14:cNvContentPartPr/>
                <p14:nvPr/>
              </p14:nvContentPartPr>
              <p14:xfrm>
                <a:off x="11158342" y="749696"/>
                <a:ext cx="729360" cy="50785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4CAE97D-6661-0D03-5181-16C6F74C9EFA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1149702" y="740696"/>
                  <a:ext cx="747000" cy="50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31FF35D2-7928-9F66-224C-612B14E5BB76}"/>
                    </a:ext>
                  </a:extLst>
                </p14:cNvPr>
                <p14:cNvContentPartPr/>
                <p14:nvPr/>
              </p14:nvContentPartPr>
              <p14:xfrm>
                <a:off x="11151142" y="5682776"/>
                <a:ext cx="126360" cy="19008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31FF35D2-7928-9F66-224C-612B14E5BB7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1142502" y="5674136"/>
                  <a:ext cx="144000" cy="20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3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B3410E20-E47B-C4C6-E40D-B40D995285B6}"/>
                  </a:ext>
                </a:extLst>
              </p14:cNvPr>
              <p14:cNvContentPartPr/>
              <p14:nvPr/>
            </p14:nvContentPartPr>
            <p14:xfrm>
              <a:off x="4778782" y="6639656"/>
              <a:ext cx="575640" cy="6912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B3410E20-E47B-C4C6-E40D-B40D995285B6}"/>
                  </a:ext>
                </a:extLst>
              </p:cNvPr>
              <p:cNvPicPr/>
              <p:nvPr/>
            </p:nvPicPr>
            <p:blipFill>
              <a:blip r:embed="rId614"/>
              <a:stretch>
                <a:fillRect/>
              </a:stretch>
            </p:blipFill>
            <p:spPr>
              <a:xfrm>
                <a:off x="4769782" y="6630656"/>
                <a:ext cx="5932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5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7CB875C0-5BF0-7186-2D83-1943CAEBA9D4}"/>
                  </a:ext>
                </a:extLst>
              </p14:cNvPr>
              <p14:cNvContentPartPr/>
              <p14:nvPr/>
            </p14:nvContentPartPr>
            <p14:xfrm>
              <a:off x="3201622" y="1700456"/>
              <a:ext cx="741600" cy="5400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7CB875C0-5BF0-7186-2D83-1943CAEBA9D4}"/>
                  </a:ext>
                </a:extLst>
              </p:cNvPr>
              <p:cNvPicPr/>
              <p:nvPr/>
            </p:nvPicPr>
            <p:blipFill>
              <a:blip r:embed="rId616"/>
              <a:stretch>
                <a:fillRect/>
              </a:stretch>
            </p:blipFill>
            <p:spPr>
              <a:xfrm>
                <a:off x="3192982" y="1691816"/>
                <a:ext cx="7592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7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E3962CE1-E0FE-F1B7-98C5-7FEC44DD3BF0}"/>
                  </a:ext>
                </a:extLst>
              </p14:cNvPr>
              <p14:cNvContentPartPr/>
              <p14:nvPr/>
            </p14:nvContentPartPr>
            <p14:xfrm>
              <a:off x="2314222" y="2418296"/>
              <a:ext cx="1921320" cy="4320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E3962CE1-E0FE-F1B7-98C5-7FEC44DD3BF0}"/>
                  </a:ext>
                </a:extLst>
              </p:cNvPr>
              <p:cNvPicPr/>
              <p:nvPr/>
            </p:nvPicPr>
            <p:blipFill>
              <a:blip r:embed="rId618"/>
              <a:stretch>
                <a:fillRect/>
              </a:stretch>
            </p:blipFill>
            <p:spPr>
              <a:xfrm>
                <a:off x="2305582" y="2409656"/>
                <a:ext cx="19389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9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E0C79FA8-DB8A-0B05-3F58-07926CE9DA24}"/>
                  </a:ext>
                </a:extLst>
              </p14:cNvPr>
              <p14:cNvContentPartPr/>
              <p14:nvPr/>
            </p14:nvContentPartPr>
            <p14:xfrm>
              <a:off x="6034462" y="2446016"/>
              <a:ext cx="722520" cy="5256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E0C79FA8-DB8A-0B05-3F58-07926CE9DA24}"/>
                  </a:ext>
                </a:extLst>
              </p:cNvPr>
              <p:cNvPicPr/>
              <p:nvPr/>
            </p:nvPicPr>
            <p:blipFill>
              <a:blip r:embed="rId620"/>
              <a:stretch>
                <a:fillRect/>
              </a:stretch>
            </p:blipFill>
            <p:spPr>
              <a:xfrm>
                <a:off x="6025822" y="2437376"/>
                <a:ext cx="7401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1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3C8ED429-1399-1381-870D-6C6FDB24DEE4}"/>
                  </a:ext>
                </a:extLst>
              </p14:cNvPr>
              <p14:cNvContentPartPr/>
              <p14:nvPr/>
            </p14:nvContentPartPr>
            <p14:xfrm>
              <a:off x="885022" y="2718896"/>
              <a:ext cx="1112400" cy="2988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3C8ED429-1399-1381-870D-6C6FDB24DEE4}"/>
                  </a:ext>
                </a:extLst>
              </p:cNvPr>
              <p:cNvPicPr/>
              <p:nvPr/>
            </p:nvPicPr>
            <p:blipFill>
              <a:blip r:embed="rId622"/>
              <a:stretch>
                <a:fillRect/>
              </a:stretch>
            </p:blipFill>
            <p:spPr>
              <a:xfrm>
                <a:off x="876382" y="2710256"/>
                <a:ext cx="11300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3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CF7D44C6-30B1-1116-7F16-DE2D7022C35C}"/>
                  </a:ext>
                </a:extLst>
              </p14:cNvPr>
              <p14:cNvContentPartPr/>
              <p14:nvPr/>
            </p14:nvContentPartPr>
            <p14:xfrm>
              <a:off x="1956382" y="3141176"/>
              <a:ext cx="2254320" cy="5976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CF7D44C6-30B1-1116-7F16-DE2D7022C35C}"/>
                  </a:ext>
                </a:extLst>
              </p:cNvPr>
              <p:cNvPicPr/>
              <p:nvPr/>
            </p:nvPicPr>
            <p:blipFill>
              <a:blip r:embed="rId624"/>
              <a:stretch>
                <a:fillRect/>
              </a:stretch>
            </p:blipFill>
            <p:spPr>
              <a:xfrm>
                <a:off x="1947742" y="3132176"/>
                <a:ext cx="22719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5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3A30B306-CF08-11F0-D561-54B43E17014C}"/>
                  </a:ext>
                </a:extLst>
              </p14:cNvPr>
              <p14:cNvContentPartPr/>
              <p14:nvPr/>
            </p14:nvContentPartPr>
            <p14:xfrm>
              <a:off x="3754582" y="3853976"/>
              <a:ext cx="1223280" cy="3744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3A30B306-CF08-11F0-D561-54B43E17014C}"/>
                  </a:ext>
                </a:extLst>
              </p:cNvPr>
              <p:cNvPicPr/>
              <p:nvPr/>
            </p:nvPicPr>
            <p:blipFill>
              <a:blip r:embed="rId626"/>
              <a:stretch>
                <a:fillRect/>
              </a:stretch>
            </p:blipFill>
            <p:spPr>
              <a:xfrm>
                <a:off x="3745942" y="3845336"/>
                <a:ext cx="12409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7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DCA93606-576B-9436-7A70-55E5192F4A98}"/>
                  </a:ext>
                </a:extLst>
              </p14:cNvPr>
              <p14:cNvContentPartPr/>
              <p14:nvPr/>
            </p14:nvContentPartPr>
            <p14:xfrm>
              <a:off x="5792902" y="3843176"/>
              <a:ext cx="1099440" cy="2772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DCA93606-576B-9436-7A70-55E5192F4A98}"/>
                  </a:ext>
                </a:extLst>
              </p:cNvPr>
              <p:cNvPicPr/>
              <p:nvPr/>
            </p:nvPicPr>
            <p:blipFill>
              <a:blip r:embed="rId628"/>
              <a:stretch>
                <a:fillRect/>
              </a:stretch>
            </p:blipFill>
            <p:spPr>
              <a:xfrm>
                <a:off x="5784262" y="3834176"/>
                <a:ext cx="111708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6" name="Group 375">
            <a:extLst>
              <a:ext uri="{FF2B5EF4-FFF2-40B4-BE49-F238E27FC236}">
                <a16:creationId xmlns:a16="http://schemas.microsoft.com/office/drawing/2014/main" id="{650FF394-9D9E-27E9-5FC0-8BADA4F1DDAA}"/>
              </a:ext>
            </a:extLst>
          </p:cNvPr>
          <p:cNvGrpSpPr/>
          <p:nvPr/>
        </p:nvGrpSpPr>
        <p:grpSpPr>
          <a:xfrm>
            <a:off x="3907222" y="3365456"/>
            <a:ext cx="589680" cy="132480"/>
            <a:chOff x="3907222" y="3365456"/>
            <a:chExt cx="589680" cy="13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6BA9C817-9B00-58A0-69AE-22613DC4926C}"/>
                    </a:ext>
                  </a:extLst>
                </p14:cNvPr>
                <p14:cNvContentPartPr/>
                <p14:nvPr/>
              </p14:nvContentPartPr>
              <p14:xfrm>
                <a:off x="3907222" y="3411536"/>
                <a:ext cx="148680" cy="8640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6BA9C817-9B00-58A0-69AE-22613DC4926C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3898222" y="3402536"/>
                  <a:ext cx="166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3B69CDB-12ED-3E67-7A1B-2EC74D68FEE6}"/>
                    </a:ext>
                  </a:extLst>
                </p14:cNvPr>
                <p14:cNvContentPartPr/>
                <p14:nvPr/>
              </p14:nvContentPartPr>
              <p14:xfrm>
                <a:off x="4135822" y="3381656"/>
                <a:ext cx="111960" cy="8748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3B69CDB-12ED-3E67-7A1B-2EC74D68FEE6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4127182" y="3373016"/>
                  <a:ext cx="129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6B68D79F-D846-B88E-4E2E-F2D1D6311BA8}"/>
                    </a:ext>
                  </a:extLst>
                </p14:cNvPr>
                <p14:cNvContentPartPr/>
                <p14:nvPr/>
              </p14:nvContentPartPr>
              <p14:xfrm>
                <a:off x="4321582" y="3365456"/>
                <a:ext cx="175320" cy="1119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6B68D79F-D846-B88E-4E2E-F2D1D6311BA8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4312942" y="3356816"/>
                  <a:ext cx="1929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8976D94D-6404-46D1-0561-69DD159AC518}"/>
              </a:ext>
            </a:extLst>
          </p:cNvPr>
          <p:cNvGrpSpPr/>
          <p:nvPr/>
        </p:nvGrpSpPr>
        <p:grpSpPr>
          <a:xfrm>
            <a:off x="5772382" y="3346376"/>
            <a:ext cx="442800" cy="155880"/>
            <a:chOff x="5772382" y="3346376"/>
            <a:chExt cx="442800" cy="1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2171027-7695-0CCD-32CC-29FF0409FCF8}"/>
                    </a:ext>
                  </a:extLst>
                </p14:cNvPr>
                <p14:cNvContentPartPr/>
                <p14:nvPr/>
              </p14:nvContentPartPr>
              <p14:xfrm>
                <a:off x="5772382" y="3395696"/>
                <a:ext cx="135360" cy="10332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2171027-7695-0CCD-32CC-29FF0409FCF8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5763382" y="3386696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969C99E-CE8F-D6DD-8A54-F13DFE3FDEC0}"/>
                    </a:ext>
                  </a:extLst>
                </p14:cNvPr>
                <p14:cNvContentPartPr/>
                <p14:nvPr/>
              </p14:nvContentPartPr>
              <p14:xfrm>
                <a:off x="5959222" y="3396056"/>
                <a:ext cx="118800" cy="9360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969C99E-CE8F-D6DD-8A54-F13DFE3FDEC0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5950582" y="3387416"/>
                  <a:ext cx="136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3A66957-6764-5AEC-8DC7-3A9BE233F568}"/>
                    </a:ext>
                  </a:extLst>
                </p14:cNvPr>
                <p14:cNvContentPartPr/>
                <p14:nvPr/>
              </p14:nvContentPartPr>
              <p14:xfrm>
                <a:off x="6087382" y="3346376"/>
                <a:ext cx="127800" cy="15588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3A66957-6764-5AEC-8DC7-3A9BE233F568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6078742" y="3337376"/>
                  <a:ext cx="1454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DF18C9ED-412A-8CFB-3274-6D93E8231209}"/>
              </a:ext>
            </a:extLst>
          </p:cNvPr>
          <p:cNvGrpSpPr/>
          <p:nvPr/>
        </p:nvGrpSpPr>
        <p:grpSpPr>
          <a:xfrm>
            <a:off x="2058262" y="4582256"/>
            <a:ext cx="2358360" cy="64800"/>
            <a:chOff x="2058262" y="4582256"/>
            <a:chExt cx="2358360" cy="6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4888430C-0201-87E0-A22F-8F6C8F106BA0}"/>
                    </a:ext>
                  </a:extLst>
                </p14:cNvPr>
                <p14:cNvContentPartPr/>
                <p14:nvPr/>
              </p14:nvContentPartPr>
              <p14:xfrm>
                <a:off x="2058262" y="4582256"/>
                <a:ext cx="588600" cy="3348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4888430C-0201-87E0-A22F-8F6C8F106BA0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049262" y="4573256"/>
                  <a:ext cx="606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97CDDFC-3A7E-02D4-A675-3478CD671CF8}"/>
                    </a:ext>
                  </a:extLst>
                </p14:cNvPr>
                <p14:cNvContentPartPr/>
                <p14:nvPr/>
              </p14:nvContentPartPr>
              <p14:xfrm>
                <a:off x="2546422" y="4587656"/>
                <a:ext cx="1870200" cy="5940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97CDDFC-3A7E-02D4-A675-3478CD671CF8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2537422" y="4579016"/>
                  <a:ext cx="188784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5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DB71A869-0B08-AD37-5468-38D45A8601FE}"/>
                  </a:ext>
                </a:extLst>
              </p14:cNvPr>
              <p14:cNvContentPartPr/>
              <p14:nvPr/>
            </p14:nvContentPartPr>
            <p14:xfrm>
              <a:off x="3349942" y="4922456"/>
              <a:ext cx="1338120" cy="5184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DB71A869-0B08-AD37-5468-38D45A8601FE}"/>
                  </a:ext>
                </a:extLst>
              </p:cNvPr>
              <p:cNvPicPr/>
              <p:nvPr/>
            </p:nvPicPr>
            <p:blipFill>
              <a:blip r:embed="rId646"/>
              <a:stretch>
                <a:fillRect/>
              </a:stretch>
            </p:blipFill>
            <p:spPr>
              <a:xfrm>
                <a:off x="3340942" y="4913816"/>
                <a:ext cx="1355760" cy="6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DFT review: a finite set of frequency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63A0"/>
                </a:solidFill>
                <a:latin typeface="Aptos"/>
              </a:rPr>
              <a:t>X[k] = Σₙ₌₀ᴺ⁻¹ x[n] e^(−j2πkn/N),   k = 0,…,N−1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is exactly the DTFT of the N-sample finite record evaluated at ωₖ = 2πk/N.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inverse DFT reconstructs those N time samples exactly.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assumes an N-periodic extension when we interpret algebra such as convolution.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937759"/>
            <a:ext cx="8321040" cy="989891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02920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Do not confuse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94376"/>
            <a:ext cx="802843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A larger FFT can sample the same finite-record DTFT more densely, but zero-padding does not create new time-domain information.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D7CFA2-6BE5-5338-2724-A6ADDCDC63E4}"/>
              </a:ext>
            </a:extLst>
          </p:cNvPr>
          <p:cNvGrpSpPr/>
          <p:nvPr/>
        </p:nvGrpSpPr>
        <p:grpSpPr>
          <a:xfrm>
            <a:off x="8319022" y="1456016"/>
            <a:ext cx="606960" cy="225360"/>
            <a:chOff x="8319022" y="1456016"/>
            <a:chExt cx="606960" cy="22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3864E2-0BD7-81F8-B40F-316D884B274B}"/>
                    </a:ext>
                  </a:extLst>
                </p14:cNvPr>
                <p14:cNvContentPartPr/>
                <p14:nvPr/>
              </p14:nvContentPartPr>
              <p14:xfrm>
                <a:off x="8319022" y="1456016"/>
                <a:ext cx="160920" cy="225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3864E2-0BD7-81F8-B40F-316D884B27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10382" y="1447376"/>
                  <a:ext cx="178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259989-56F4-4B82-9854-8D358AE95FDB}"/>
                    </a:ext>
                  </a:extLst>
                </p14:cNvPr>
                <p14:cNvContentPartPr/>
                <p14:nvPr/>
              </p14:nvContentPartPr>
              <p14:xfrm>
                <a:off x="8590822" y="1520096"/>
                <a:ext cx="69120" cy="140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259989-56F4-4B82-9854-8D358AE95F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82182" y="1511456"/>
                  <a:ext cx="86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7A4E6A-4377-DCF2-1788-EBB779DE4D4C}"/>
                    </a:ext>
                  </a:extLst>
                </p14:cNvPr>
                <p14:cNvContentPartPr/>
                <p14:nvPr/>
              </p14:nvContentPartPr>
              <p14:xfrm>
                <a:off x="8580382" y="1461776"/>
                <a:ext cx="92160" cy="37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7A4E6A-4377-DCF2-1788-EBB779DE4D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71382" y="1452776"/>
                  <a:ext cx="109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788C8C-9547-ABCC-8015-8ACB8F110C69}"/>
                    </a:ext>
                  </a:extLst>
                </p14:cNvPr>
                <p14:cNvContentPartPr/>
                <p14:nvPr/>
              </p14:nvContentPartPr>
              <p14:xfrm>
                <a:off x="8617462" y="1556456"/>
                <a:ext cx="95400" cy="22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788C8C-9547-ABCC-8015-8ACB8F110C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08822" y="1547816"/>
                  <a:ext cx="113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4E0D5E-52A5-9012-2D25-5155C562E5B9}"/>
                    </a:ext>
                  </a:extLst>
                </p14:cNvPr>
                <p14:cNvContentPartPr/>
                <p14:nvPr/>
              </p14:nvContentPartPr>
              <p14:xfrm>
                <a:off x="8870542" y="1520096"/>
                <a:ext cx="52560" cy="119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4E0D5E-52A5-9012-2D25-5155C562E5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61542" y="1511456"/>
                  <a:ext cx="70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2CCC19-B4FC-C9FC-E841-42363A8EE196}"/>
                    </a:ext>
                  </a:extLst>
                </p14:cNvPr>
                <p14:cNvContentPartPr/>
                <p14:nvPr/>
              </p14:nvContentPartPr>
              <p14:xfrm>
                <a:off x="8735182" y="1503176"/>
                <a:ext cx="190800" cy="12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2CCC19-B4FC-C9FC-E841-42363A8EE1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26542" y="1494536"/>
                  <a:ext cx="20844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20EC3C0-A6DB-AB30-03CB-EF26A4C09559}"/>
              </a:ext>
            </a:extLst>
          </p:cNvPr>
          <p:cNvGrpSpPr/>
          <p:nvPr/>
        </p:nvGrpSpPr>
        <p:grpSpPr>
          <a:xfrm>
            <a:off x="988702" y="3827696"/>
            <a:ext cx="1079280" cy="350640"/>
            <a:chOff x="988702" y="3827696"/>
            <a:chExt cx="1079280" cy="3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0EA6B4-FF79-DF7A-8D61-AEEC4CF2139A}"/>
                    </a:ext>
                  </a:extLst>
                </p14:cNvPr>
                <p14:cNvContentPartPr/>
                <p14:nvPr/>
              </p14:nvContentPartPr>
              <p14:xfrm>
                <a:off x="988702" y="3891416"/>
                <a:ext cx="258120" cy="278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0EA6B4-FF79-DF7A-8D61-AEEC4CF213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9702" y="3882416"/>
                  <a:ext cx="2757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FE30BF-1EF3-9FD7-4CF3-E64A98C9E751}"/>
                    </a:ext>
                  </a:extLst>
                </p14:cNvPr>
                <p14:cNvContentPartPr/>
                <p14:nvPr/>
              </p14:nvContentPartPr>
              <p14:xfrm>
                <a:off x="1054582" y="3887816"/>
                <a:ext cx="99000" cy="290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FE30BF-1EF3-9FD7-4CF3-E64A98C9E75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942" y="3879176"/>
                  <a:ext cx="1166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5F1CA6-A882-53DB-A22D-DFAF6F65916A}"/>
                    </a:ext>
                  </a:extLst>
                </p14:cNvPr>
                <p14:cNvContentPartPr/>
                <p14:nvPr/>
              </p14:nvContentPartPr>
              <p14:xfrm>
                <a:off x="1277422" y="3827696"/>
                <a:ext cx="144000" cy="330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5F1CA6-A882-53DB-A22D-DFAF6F6591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68422" y="3818696"/>
                  <a:ext cx="1616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8C0B98-08C3-DD6F-A528-7E6D0999D048}"/>
                    </a:ext>
                  </a:extLst>
                </p14:cNvPr>
                <p14:cNvContentPartPr/>
                <p14:nvPr/>
              </p14:nvContentPartPr>
              <p14:xfrm>
                <a:off x="1443742" y="3887816"/>
                <a:ext cx="65880" cy="216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8C0B98-08C3-DD6F-A528-7E6D0999D0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34742" y="3879176"/>
                  <a:ext cx="835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6D484B-EBB3-C7EA-E290-9C8C5FAFC353}"/>
                    </a:ext>
                  </a:extLst>
                </p14:cNvPr>
                <p14:cNvContentPartPr/>
                <p14:nvPr/>
              </p14:nvContentPartPr>
              <p14:xfrm>
                <a:off x="1516462" y="3997616"/>
                <a:ext cx="133560" cy="73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6D484B-EBB3-C7EA-E290-9C8C5FAFC3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07822" y="3988976"/>
                  <a:ext cx="1512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8FAC432-B9CE-6BAB-2335-949DC5C6AA03}"/>
                    </a:ext>
                  </a:extLst>
                </p14:cNvPr>
                <p14:cNvContentPartPr/>
                <p14:nvPr/>
              </p14:nvContentPartPr>
              <p14:xfrm>
                <a:off x="1615822" y="3855056"/>
                <a:ext cx="158400" cy="303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8FAC432-B9CE-6BAB-2335-949DC5C6AA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07182" y="3846416"/>
                  <a:ext cx="1760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C90DD0D-C64E-2CB7-CD84-7590A56CC647}"/>
                    </a:ext>
                  </a:extLst>
                </p14:cNvPr>
                <p14:cNvContentPartPr/>
                <p14:nvPr/>
              </p14:nvContentPartPr>
              <p14:xfrm>
                <a:off x="1939462" y="4042976"/>
                <a:ext cx="128520" cy="24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C90DD0D-C64E-2CB7-CD84-7590A56CC6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30822" y="4033976"/>
                  <a:ext cx="146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BDD01F-E0DC-C7B3-30C3-8725D87495A6}"/>
                    </a:ext>
                  </a:extLst>
                </p14:cNvPr>
                <p14:cNvContentPartPr/>
                <p14:nvPr/>
              </p14:nvContentPartPr>
              <p14:xfrm>
                <a:off x="1934782" y="4008416"/>
                <a:ext cx="10152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BDD01F-E0DC-C7B3-30C3-8725D87495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26142" y="3999416"/>
                  <a:ext cx="1191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3ED3D59-1B31-FD69-D2F7-27BD655F78B6}"/>
                  </a:ext>
                </a:extLst>
              </p14:cNvPr>
              <p14:cNvContentPartPr/>
              <p14:nvPr/>
            </p14:nvContentPartPr>
            <p14:xfrm>
              <a:off x="2265982" y="3859016"/>
              <a:ext cx="370440" cy="2250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3ED3D59-1B31-FD69-D2F7-27BD655F78B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56982" y="3850376"/>
                <a:ext cx="38808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F88DE470-00A5-0736-1BED-D9D7F76322E3}"/>
              </a:ext>
            </a:extLst>
          </p:cNvPr>
          <p:cNvGrpSpPr/>
          <p:nvPr/>
        </p:nvGrpSpPr>
        <p:grpSpPr>
          <a:xfrm>
            <a:off x="2223142" y="4215776"/>
            <a:ext cx="494280" cy="93960"/>
            <a:chOff x="2223142" y="4215776"/>
            <a:chExt cx="494280" cy="9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6252A76-FD11-F7F2-8878-96108F9FDD46}"/>
                    </a:ext>
                  </a:extLst>
                </p14:cNvPr>
                <p14:cNvContentPartPr/>
                <p14:nvPr/>
              </p14:nvContentPartPr>
              <p14:xfrm>
                <a:off x="2223142" y="4244936"/>
                <a:ext cx="144720" cy="64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6252A76-FD11-F7F2-8878-96108F9FDD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4142" y="4236296"/>
                  <a:ext cx="1623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F28B92-0194-D3CC-E308-373F0E09A8A2}"/>
                    </a:ext>
                  </a:extLst>
                </p14:cNvPr>
                <p14:cNvContentPartPr/>
                <p14:nvPr/>
              </p14:nvContentPartPr>
              <p14:xfrm>
                <a:off x="2444182" y="4278776"/>
                <a:ext cx="86400" cy="16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F28B92-0194-D3CC-E308-373F0E09A8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35542" y="4269776"/>
                  <a:ext cx="104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529D66-CD64-1329-4E94-89C5666CAD4C}"/>
                    </a:ext>
                  </a:extLst>
                </p14:cNvPr>
                <p14:cNvContentPartPr/>
                <p14:nvPr/>
              </p14:nvContentPartPr>
              <p14:xfrm>
                <a:off x="2424742" y="4235936"/>
                <a:ext cx="90000" cy="6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529D66-CD64-1329-4E94-89C5666CAD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16102" y="4226936"/>
                  <a:ext cx="107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DD6AC3-05EB-5ED0-B350-223B9B263543}"/>
                    </a:ext>
                  </a:extLst>
                </p14:cNvPr>
                <p14:cNvContentPartPr/>
                <p14:nvPr/>
              </p14:nvContentPartPr>
              <p14:xfrm>
                <a:off x="2597902" y="4215776"/>
                <a:ext cx="119520" cy="85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DD6AC3-05EB-5ED0-B350-223B9B2635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89262" y="4207136"/>
                  <a:ext cx="13716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C3F55B-D867-D68D-5D57-2F1B35B0A11D}"/>
              </a:ext>
            </a:extLst>
          </p:cNvPr>
          <p:cNvGrpSpPr/>
          <p:nvPr/>
        </p:nvGrpSpPr>
        <p:grpSpPr>
          <a:xfrm>
            <a:off x="2235382" y="3630776"/>
            <a:ext cx="415800" cy="140040"/>
            <a:chOff x="2235382" y="3630776"/>
            <a:chExt cx="415800" cy="14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1801CE-63C8-6925-ACBD-2B0CEFB97E9E}"/>
                    </a:ext>
                  </a:extLst>
                </p14:cNvPr>
                <p14:cNvContentPartPr/>
                <p14:nvPr/>
              </p14:nvContentPartPr>
              <p14:xfrm>
                <a:off x="2235382" y="3641576"/>
                <a:ext cx="131760" cy="129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1801CE-63C8-6925-ACBD-2B0CEFB97E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26742" y="3632936"/>
                  <a:ext cx="149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F84596E-10DE-AD3D-0FC1-997568DD295B}"/>
                    </a:ext>
                  </a:extLst>
                </p14:cNvPr>
                <p14:cNvContentPartPr/>
                <p14:nvPr/>
              </p14:nvContentPartPr>
              <p14:xfrm>
                <a:off x="2435182" y="3699176"/>
                <a:ext cx="95760" cy="27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F84596E-10DE-AD3D-0FC1-997568DD295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26182" y="3690536"/>
                  <a:ext cx="113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E97F3A6-6A67-6A8C-041A-4CA780558BD8}"/>
                    </a:ext>
                  </a:extLst>
                </p14:cNvPr>
                <p14:cNvContentPartPr/>
                <p14:nvPr/>
              </p14:nvContentPartPr>
              <p14:xfrm>
                <a:off x="2609782" y="3630776"/>
                <a:ext cx="41400" cy="95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E97F3A6-6A67-6A8C-041A-4CA780558B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00782" y="3622136"/>
                  <a:ext cx="5904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A58F7ED-B070-51C1-7394-7BC66CF53D9A}"/>
              </a:ext>
            </a:extLst>
          </p:cNvPr>
          <p:cNvGrpSpPr/>
          <p:nvPr/>
        </p:nvGrpSpPr>
        <p:grpSpPr>
          <a:xfrm>
            <a:off x="2874742" y="3519176"/>
            <a:ext cx="2076480" cy="559440"/>
            <a:chOff x="2874742" y="3519176"/>
            <a:chExt cx="2076480" cy="55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25708B-8FFD-8581-4C56-051AE87B3764}"/>
                    </a:ext>
                  </a:extLst>
                </p14:cNvPr>
                <p14:cNvContentPartPr/>
                <p14:nvPr/>
              </p14:nvContentPartPr>
              <p14:xfrm>
                <a:off x="2874742" y="3911216"/>
                <a:ext cx="154440" cy="115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25708B-8FFD-8581-4C56-051AE87B37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66102" y="3902216"/>
                  <a:ext cx="172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6806DC-3DA6-7FC7-BF4F-4F6487894BD5}"/>
                    </a:ext>
                  </a:extLst>
                </p14:cNvPr>
                <p14:cNvContentPartPr/>
                <p14:nvPr/>
              </p14:nvContentPartPr>
              <p14:xfrm>
                <a:off x="2939902" y="3923096"/>
                <a:ext cx="53280" cy="114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6806DC-3DA6-7FC7-BF4F-4F6487894BD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31262" y="3914456"/>
                  <a:ext cx="70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5501FE0-12B9-8251-11A8-08E2F3DA40E1}"/>
                    </a:ext>
                  </a:extLst>
                </p14:cNvPr>
                <p14:cNvContentPartPr/>
                <p14:nvPr/>
              </p14:nvContentPartPr>
              <p14:xfrm>
                <a:off x="3007222" y="3794576"/>
                <a:ext cx="171360" cy="284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5501FE0-12B9-8251-11A8-08E2F3DA40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98582" y="3785576"/>
                  <a:ext cx="189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9681AAD-5978-B7F3-2034-BB469ED6C34B}"/>
                    </a:ext>
                  </a:extLst>
                </p14:cNvPr>
                <p14:cNvContentPartPr/>
                <p14:nvPr/>
              </p14:nvContentPartPr>
              <p14:xfrm>
                <a:off x="3189022" y="3928496"/>
                <a:ext cx="168840" cy="6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9681AAD-5978-B7F3-2034-BB469ED6C3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80022" y="3919856"/>
                  <a:ext cx="186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B3A1890-0EDF-E38C-77A1-C60850760122}"/>
                    </a:ext>
                  </a:extLst>
                </p14:cNvPr>
                <p14:cNvContentPartPr/>
                <p14:nvPr/>
              </p14:nvContentPartPr>
              <p14:xfrm>
                <a:off x="3301342" y="3802136"/>
                <a:ext cx="191880" cy="254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B3A1890-0EDF-E38C-77A1-C608507601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92342" y="3793496"/>
                  <a:ext cx="209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8162C1-7164-E470-CB3B-DBB5DC618C3F}"/>
                    </a:ext>
                  </a:extLst>
                </p14:cNvPr>
                <p14:cNvContentPartPr/>
                <p14:nvPr/>
              </p14:nvContentPartPr>
              <p14:xfrm>
                <a:off x="3599062" y="3902216"/>
                <a:ext cx="150840" cy="127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8162C1-7164-E470-CB3B-DBB5DC618C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90062" y="3893216"/>
                  <a:ext cx="168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25E8BB-35D8-4476-EDC2-EEBA4D62E957}"/>
                    </a:ext>
                  </a:extLst>
                </p14:cNvPr>
                <p14:cNvContentPartPr/>
                <p14:nvPr/>
              </p14:nvContentPartPr>
              <p14:xfrm>
                <a:off x="3689782" y="3742376"/>
                <a:ext cx="149040" cy="5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25E8BB-35D8-4476-EDC2-EEBA4D62E95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80782" y="3733376"/>
                  <a:ext cx="166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CD82DC-5857-207C-88FF-C3CA7D8AA2F3}"/>
                    </a:ext>
                  </a:extLst>
                </p14:cNvPr>
                <p14:cNvContentPartPr/>
                <p14:nvPr/>
              </p14:nvContentPartPr>
              <p14:xfrm>
                <a:off x="3902182" y="3715736"/>
                <a:ext cx="102600" cy="186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CD82DC-5857-207C-88FF-C3CA7D8AA2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93182" y="3707096"/>
                  <a:ext cx="120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396A107-A74C-C50A-92CE-93A676E64A57}"/>
                    </a:ext>
                  </a:extLst>
                </p14:cNvPr>
                <p14:cNvContentPartPr/>
                <p14:nvPr/>
              </p14:nvContentPartPr>
              <p14:xfrm>
                <a:off x="3875542" y="3604136"/>
                <a:ext cx="6840" cy="3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396A107-A74C-C50A-92CE-93A676E64A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66542" y="3595496"/>
                  <a:ext cx="24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DC78B2-369F-8B01-33A7-16C3CB665CA8}"/>
                    </a:ext>
                  </a:extLst>
                </p14:cNvPr>
                <p14:cNvContentPartPr/>
                <p14:nvPr/>
              </p14:nvContentPartPr>
              <p14:xfrm>
                <a:off x="4018822" y="3625736"/>
                <a:ext cx="100440" cy="101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DC78B2-369F-8B01-33A7-16C3CB665C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10182" y="3617096"/>
                  <a:ext cx="118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392AED-744C-FD9F-25C3-A224616FD53A}"/>
                    </a:ext>
                  </a:extLst>
                </p14:cNvPr>
                <p14:cNvContentPartPr/>
                <p14:nvPr/>
              </p14:nvContentPartPr>
              <p14:xfrm>
                <a:off x="4173262" y="3662816"/>
                <a:ext cx="58320" cy="58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392AED-744C-FD9F-25C3-A224616FD5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64262" y="3653816"/>
                  <a:ext cx="75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E5FB79-7065-3BC7-797F-C3E30756EA45}"/>
                    </a:ext>
                  </a:extLst>
                </p14:cNvPr>
                <p14:cNvContentPartPr/>
                <p14:nvPr/>
              </p14:nvContentPartPr>
              <p14:xfrm>
                <a:off x="4242382" y="3641576"/>
                <a:ext cx="54360" cy="81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E5FB79-7065-3BC7-797F-C3E30756EA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33382" y="3632576"/>
                  <a:ext cx="72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E0A6C-2081-048A-BB88-20D752E2BBCC}"/>
                    </a:ext>
                  </a:extLst>
                </p14:cNvPr>
                <p14:cNvContentPartPr/>
                <p14:nvPr/>
              </p14:nvContentPartPr>
              <p14:xfrm>
                <a:off x="4130782" y="3593336"/>
                <a:ext cx="138600" cy="16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E0A6C-2081-048A-BB88-20D752E2BBC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21782" y="3584336"/>
                  <a:ext cx="156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8D4B27E-DE71-28E3-80DB-AEC7E9FEAE50}"/>
                    </a:ext>
                  </a:extLst>
                </p14:cNvPr>
                <p14:cNvContentPartPr/>
                <p14:nvPr/>
              </p14:nvContentPartPr>
              <p14:xfrm>
                <a:off x="4332742" y="3567056"/>
                <a:ext cx="74520" cy="164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8D4B27E-DE71-28E3-80DB-AEC7E9FEAE5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23742" y="3558056"/>
                  <a:ext cx="92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70107C6-B5FE-8349-0B58-15FED8EBED29}"/>
                    </a:ext>
                  </a:extLst>
                </p14:cNvPr>
                <p14:cNvContentPartPr/>
                <p14:nvPr/>
              </p14:nvContentPartPr>
              <p14:xfrm>
                <a:off x="4390702" y="3652016"/>
                <a:ext cx="122760" cy="63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70107C6-B5FE-8349-0B58-15FED8EBED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81702" y="3643376"/>
                  <a:ext cx="140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15336C-81AE-8CD8-5BD7-920E1A797D47}"/>
                    </a:ext>
                  </a:extLst>
                </p14:cNvPr>
                <p14:cNvContentPartPr/>
                <p14:nvPr/>
              </p14:nvContentPartPr>
              <p14:xfrm>
                <a:off x="4485742" y="3627896"/>
                <a:ext cx="134280" cy="73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15336C-81AE-8CD8-5BD7-920E1A797D4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76742" y="3618896"/>
                  <a:ext cx="151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0DF2D7C-A8CA-074E-CD89-DBC45087944A}"/>
                    </a:ext>
                  </a:extLst>
                </p14:cNvPr>
                <p14:cNvContentPartPr/>
                <p14:nvPr/>
              </p14:nvContentPartPr>
              <p14:xfrm>
                <a:off x="4689502" y="3519176"/>
                <a:ext cx="79560" cy="282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0DF2D7C-A8CA-074E-CD89-DBC4508794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80502" y="3510176"/>
                  <a:ext cx="97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F5191DD-7514-ACD9-4B96-EF6C867A1208}"/>
                    </a:ext>
                  </a:extLst>
                </p14:cNvPr>
                <p14:cNvContentPartPr/>
                <p14:nvPr/>
              </p14:nvContentPartPr>
              <p14:xfrm>
                <a:off x="4764022" y="3617456"/>
                <a:ext cx="187200" cy="152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F5191DD-7514-ACD9-4B96-EF6C867A12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55022" y="3608456"/>
                  <a:ext cx="2048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496F197-D58D-506F-298E-AF6AB8213886}"/>
              </a:ext>
            </a:extLst>
          </p:cNvPr>
          <p:cNvGrpSpPr/>
          <p:nvPr/>
        </p:nvGrpSpPr>
        <p:grpSpPr>
          <a:xfrm>
            <a:off x="5432542" y="3761456"/>
            <a:ext cx="2133360" cy="339480"/>
            <a:chOff x="5432542" y="3761456"/>
            <a:chExt cx="213336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602B0C1-2FE2-8945-FB89-A5C6EB2625FD}"/>
                    </a:ext>
                  </a:extLst>
                </p14:cNvPr>
                <p14:cNvContentPartPr/>
                <p14:nvPr/>
              </p14:nvContentPartPr>
              <p14:xfrm>
                <a:off x="5432542" y="3761456"/>
                <a:ext cx="59400" cy="275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602B0C1-2FE2-8945-FB89-A5C6EB2625F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23902" y="3752816"/>
                  <a:ext cx="770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6418C4-5AAB-037E-5498-AB8545500766}"/>
                    </a:ext>
                  </a:extLst>
                </p14:cNvPr>
                <p14:cNvContentPartPr/>
                <p14:nvPr/>
              </p14:nvContentPartPr>
              <p14:xfrm>
                <a:off x="5483662" y="3912656"/>
                <a:ext cx="129960" cy="82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6418C4-5AAB-037E-5498-AB854550076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74662" y="3903656"/>
                  <a:ext cx="147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ACC14B7-3470-8AD5-D639-8D4BDCCE28FD}"/>
                    </a:ext>
                  </a:extLst>
                </p14:cNvPr>
                <p14:cNvContentPartPr/>
                <p14:nvPr/>
              </p14:nvContentPartPr>
              <p14:xfrm>
                <a:off x="5731702" y="3970256"/>
                <a:ext cx="95400" cy="22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ACC14B7-3470-8AD5-D639-8D4BDCCE28F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22702" y="3961616"/>
                  <a:ext cx="113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158F37-7F14-0AE7-05FD-E458375503FF}"/>
                    </a:ext>
                  </a:extLst>
                </p14:cNvPr>
                <p14:cNvContentPartPr/>
                <p14:nvPr/>
              </p14:nvContentPartPr>
              <p14:xfrm>
                <a:off x="5720542" y="3905456"/>
                <a:ext cx="101160" cy="18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158F37-7F14-0AE7-05FD-E458375503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11542" y="3896816"/>
                  <a:ext cx="118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511FA7-4F9E-5F32-9B08-CC8C8A82F011}"/>
                    </a:ext>
                  </a:extLst>
                </p14:cNvPr>
                <p14:cNvContentPartPr/>
                <p14:nvPr/>
              </p14:nvContentPartPr>
              <p14:xfrm>
                <a:off x="5942302" y="3861896"/>
                <a:ext cx="139320" cy="121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511FA7-4F9E-5F32-9B08-CC8C8A82F01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33302" y="3853256"/>
                  <a:ext cx="156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BBA7489-58B2-9AAB-633C-E959ACDD132B}"/>
                    </a:ext>
                  </a:extLst>
                </p14:cNvPr>
                <p14:cNvContentPartPr/>
                <p14:nvPr/>
              </p14:nvContentPartPr>
              <p14:xfrm>
                <a:off x="6119062" y="4035056"/>
                <a:ext cx="58680" cy="54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BBA7489-58B2-9AAB-633C-E959ACDD132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10062" y="4026056"/>
                  <a:ext cx="763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9E8C2A5-7D75-75EC-B7AD-9447969BD71B}"/>
                    </a:ext>
                  </a:extLst>
                </p14:cNvPr>
                <p14:cNvContentPartPr/>
                <p14:nvPr/>
              </p14:nvContentPartPr>
              <p14:xfrm>
                <a:off x="6268822" y="3866936"/>
                <a:ext cx="23760" cy="101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9E8C2A5-7D75-75EC-B7AD-9447969BD71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60182" y="3857936"/>
                  <a:ext cx="41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374153-21C4-AB07-E116-1E4A95A251C0}"/>
                    </a:ext>
                  </a:extLst>
                </p14:cNvPr>
                <p14:cNvContentPartPr/>
                <p14:nvPr/>
              </p14:nvContentPartPr>
              <p14:xfrm>
                <a:off x="6355222" y="4018856"/>
                <a:ext cx="56520" cy="54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374153-21C4-AB07-E116-1E4A95A251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46582" y="4010216"/>
                  <a:ext cx="74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98E0E6-4D3E-0320-A559-61B38C702236}"/>
                    </a:ext>
                  </a:extLst>
                </p14:cNvPr>
                <p14:cNvContentPartPr/>
                <p14:nvPr/>
              </p14:nvContentPartPr>
              <p14:xfrm>
                <a:off x="6533422" y="3975296"/>
                <a:ext cx="15480" cy="6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98E0E6-4D3E-0320-A559-61B38C7022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24782" y="3966296"/>
                  <a:ext cx="33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731024-D76F-D80D-FBC2-BDDF35C67BCF}"/>
                    </a:ext>
                  </a:extLst>
                </p14:cNvPr>
                <p14:cNvContentPartPr/>
                <p14:nvPr/>
              </p14:nvContentPartPr>
              <p14:xfrm>
                <a:off x="6639982" y="3970976"/>
                <a:ext cx="79560" cy="5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731024-D76F-D80D-FBC2-BDDF35C67BC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30982" y="3961976"/>
                  <a:ext cx="97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937B8A-4DCE-DF58-E8CC-BF88B0C10CDD}"/>
                    </a:ext>
                  </a:extLst>
                </p14:cNvPr>
                <p14:cNvContentPartPr/>
                <p14:nvPr/>
              </p14:nvContentPartPr>
              <p14:xfrm>
                <a:off x="6842302" y="4008416"/>
                <a:ext cx="79560" cy="92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937B8A-4DCE-DF58-E8CC-BF88B0C10CD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33662" y="3999416"/>
                  <a:ext cx="97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2CAD4BF-9A4F-27D4-4720-91C6199F2C6D}"/>
                    </a:ext>
                  </a:extLst>
                </p14:cNvPr>
                <p14:cNvContentPartPr/>
                <p14:nvPr/>
              </p14:nvContentPartPr>
              <p14:xfrm>
                <a:off x="7059382" y="3830936"/>
                <a:ext cx="182880" cy="145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2CAD4BF-9A4F-27D4-4720-91C6199F2C6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50742" y="3822296"/>
                  <a:ext cx="200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3993D1E-8520-FD07-2E7F-E1DFB1BC37D6}"/>
                    </a:ext>
                  </a:extLst>
                </p14:cNvPr>
                <p14:cNvContentPartPr/>
                <p14:nvPr/>
              </p14:nvContentPartPr>
              <p14:xfrm>
                <a:off x="7317502" y="3906176"/>
                <a:ext cx="120240" cy="22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3993D1E-8520-FD07-2E7F-E1DFB1BC37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08502" y="3897176"/>
                  <a:ext cx="137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3BD57D-1D4E-D4C9-9A14-05D1C724D147}"/>
                    </a:ext>
                  </a:extLst>
                </p14:cNvPr>
                <p14:cNvContentPartPr/>
                <p14:nvPr/>
              </p14:nvContentPartPr>
              <p14:xfrm>
                <a:off x="7506502" y="3805376"/>
                <a:ext cx="59400" cy="154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3BD57D-1D4E-D4C9-9A14-05D1C724D1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97502" y="3796736"/>
                  <a:ext cx="770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C3C5FB0-114A-F909-0968-F010A9EB6723}"/>
              </a:ext>
            </a:extLst>
          </p:cNvPr>
          <p:cNvGrpSpPr/>
          <p:nvPr/>
        </p:nvGrpSpPr>
        <p:grpSpPr>
          <a:xfrm>
            <a:off x="8468782" y="3839216"/>
            <a:ext cx="750960" cy="245520"/>
            <a:chOff x="8468782" y="3839216"/>
            <a:chExt cx="75096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B702C4-04DD-98E0-4EA1-AA7A3B5B429B}"/>
                    </a:ext>
                  </a:extLst>
                </p14:cNvPr>
                <p14:cNvContentPartPr/>
                <p14:nvPr/>
              </p14:nvContentPartPr>
              <p14:xfrm>
                <a:off x="8582902" y="3904016"/>
                <a:ext cx="50760" cy="159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B702C4-04DD-98E0-4EA1-AA7A3B5B42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74262" y="3895376"/>
                  <a:ext cx="68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9982066-7F9E-D05A-CC6C-2F97B4B97DD5}"/>
                    </a:ext>
                  </a:extLst>
                </p14:cNvPr>
                <p14:cNvContentPartPr/>
                <p14:nvPr/>
              </p14:nvContentPartPr>
              <p14:xfrm>
                <a:off x="8468782" y="3839216"/>
                <a:ext cx="297360" cy="245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9982066-7F9E-D05A-CC6C-2F97B4B97DD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59782" y="3830576"/>
                  <a:ext cx="315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E36DA6E-A74E-F29F-674E-932C31B5AADC}"/>
                    </a:ext>
                  </a:extLst>
                </p14:cNvPr>
                <p14:cNvContentPartPr/>
                <p14:nvPr/>
              </p14:nvContentPartPr>
              <p14:xfrm>
                <a:off x="8819422" y="3933896"/>
                <a:ext cx="75600" cy="146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E36DA6E-A74E-F29F-674E-932C31B5AAD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10782" y="3924896"/>
                  <a:ext cx="93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746E203-DE73-EF01-6DFC-9D0D7442F5B1}"/>
                    </a:ext>
                  </a:extLst>
                </p14:cNvPr>
                <p14:cNvContentPartPr/>
                <p14:nvPr/>
              </p14:nvContentPartPr>
              <p14:xfrm>
                <a:off x="8824822" y="3862616"/>
                <a:ext cx="140400" cy="50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746E203-DE73-EF01-6DFC-9D0D7442F5B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16182" y="3853976"/>
                  <a:ext cx="158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EC2A44-CF9B-D83E-CB1C-B0D27E77FEA4}"/>
                    </a:ext>
                  </a:extLst>
                </p14:cNvPr>
                <p14:cNvContentPartPr/>
                <p14:nvPr/>
              </p14:nvContentPartPr>
              <p14:xfrm>
                <a:off x="8830222" y="3965936"/>
                <a:ext cx="107280" cy="5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EC2A44-CF9B-D83E-CB1C-B0D27E77FEA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21222" y="3956936"/>
                  <a:ext cx="124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51340D7-FD55-BC73-A0FA-E229BE21AB26}"/>
                    </a:ext>
                  </a:extLst>
                </p14:cNvPr>
                <p14:cNvContentPartPr/>
                <p14:nvPr/>
              </p14:nvContentPartPr>
              <p14:xfrm>
                <a:off x="9106702" y="3920936"/>
                <a:ext cx="52920" cy="124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51340D7-FD55-BC73-A0FA-E229BE21AB2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97702" y="3912296"/>
                  <a:ext cx="70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221956-8662-9CFE-3ACE-D7BF6F3D6438}"/>
                    </a:ext>
                  </a:extLst>
                </p14:cNvPr>
                <p14:cNvContentPartPr/>
                <p14:nvPr/>
              </p14:nvContentPartPr>
              <p14:xfrm>
                <a:off x="9024262" y="3874856"/>
                <a:ext cx="195480" cy="27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221956-8662-9CFE-3ACE-D7BF6F3D643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15262" y="3866216"/>
                  <a:ext cx="2131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B689360-EE08-A63C-D8A1-3A9B99902DF4}"/>
              </a:ext>
            </a:extLst>
          </p:cNvPr>
          <p:cNvGrpSpPr/>
          <p:nvPr/>
        </p:nvGrpSpPr>
        <p:grpSpPr>
          <a:xfrm>
            <a:off x="8295622" y="4216496"/>
            <a:ext cx="2033280" cy="361080"/>
            <a:chOff x="8295622" y="4216496"/>
            <a:chExt cx="203328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C13269-40B5-EF79-C802-FF961946FC90}"/>
                    </a:ext>
                  </a:extLst>
                </p14:cNvPr>
                <p14:cNvContentPartPr/>
                <p14:nvPr/>
              </p14:nvContentPartPr>
              <p14:xfrm>
                <a:off x="8295622" y="4242416"/>
                <a:ext cx="178920" cy="214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C13269-40B5-EF79-C802-FF961946FC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86622" y="4233416"/>
                  <a:ext cx="196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594B3F5-EFC4-AB6A-1993-91E96DEEAA19}"/>
                    </a:ext>
                  </a:extLst>
                </p14:cNvPr>
                <p14:cNvContentPartPr/>
                <p14:nvPr/>
              </p14:nvContentPartPr>
              <p14:xfrm>
                <a:off x="8495062" y="4242056"/>
                <a:ext cx="74520" cy="180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594B3F5-EFC4-AB6A-1993-91E96DEEAA1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86422" y="4233416"/>
                  <a:ext cx="92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5E17BB1-2026-8DA7-2A81-C34ACE4A87F6}"/>
                    </a:ext>
                  </a:extLst>
                </p14:cNvPr>
                <p14:cNvContentPartPr/>
                <p14:nvPr/>
              </p14:nvContentPartPr>
              <p14:xfrm>
                <a:off x="8617822" y="4369496"/>
                <a:ext cx="117360" cy="65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5E17BB1-2026-8DA7-2A81-C34ACE4A87F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08822" y="4360496"/>
                  <a:ext cx="135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EC367BA-2E74-6F7C-FFF9-B7365171EF59}"/>
                    </a:ext>
                  </a:extLst>
                </p14:cNvPr>
                <p14:cNvContentPartPr/>
                <p14:nvPr/>
              </p14:nvContentPartPr>
              <p14:xfrm>
                <a:off x="8766502" y="4380296"/>
                <a:ext cx="121320" cy="64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EC367BA-2E74-6F7C-FFF9-B7365171EF5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57862" y="4371656"/>
                  <a:ext cx="138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2D7C1AF-5D21-C00D-0670-F80F634E80B2}"/>
                    </a:ext>
                  </a:extLst>
                </p14:cNvPr>
                <p14:cNvContentPartPr/>
                <p14:nvPr/>
              </p14:nvContentPartPr>
              <p14:xfrm>
                <a:off x="8867302" y="4263656"/>
                <a:ext cx="47160" cy="149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2D7C1AF-5D21-C00D-0670-F80F634E80B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58662" y="4254656"/>
                  <a:ext cx="64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4395780-D89C-69E4-D01B-77E0515D1B46}"/>
                    </a:ext>
                  </a:extLst>
                </p14:cNvPr>
                <p14:cNvContentPartPr/>
                <p14:nvPr/>
              </p14:nvContentPartPr>
              <p14:xfrm>
                <a:off x="8947582" y="4343216"/>
                <a:ext cx="84600" cy="80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4395780-D89C-69E4-D01B-77E0515D1B4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938582" y="4334576"/>
                  <a:ext cx="102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B055673-48C5-E577-FF99-D3540A1FCE66}"/>
                    </a:ext>
                  </a:extLst>
                </p14:cNvPr>
                <p14:cNvContentPartPr/>
                <p14:nvPr/>
              </p14:nvContentPartPr>
              <p14:xfrm>
                <a:off x="9065302" y="4229816"/>
                <a:ext cx="399240" cy="231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B055673-48C5-E577-FF99-D3540A1FCE6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56302" y="4220816"/>
                  <a:ext cx="416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2FBF08A-B478-AE58-576D-9AD49EAF3D69}"/>
                    </a:ext>
                  </a:extLst>
                </p14:cNvPr>
                <p14:cNvContentPartPr/>
                <p14:nvPr/>
              </p14:nvContentPartPr>
              <p14:xfrm>
                <a:off x="9552022" y="4409456"/>
                <a:ext cx="113760" cy="168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2FBF08A-B478-AE58-576D-9AD49EAF3D6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43022" y="4400816"/>
                  <a:ext cx="131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1500E8A-00C2-7B19-88D2-4BE79261A6B4}"/>
                    </a:ext>
                  </a:extLst>
                </p14:cNvPr>
                <p14:cNvContentPartPr/>
                <p14:nvPr/>
              </p14:nvContentPartPr>
              <p14:xfrm>
                <a:off x="9693862" y="4257896"/>
                <a:ext cx="39240" cy="164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1500E8A-00C2-7B19-88D2-4BE79261A6B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84862" y="4249256"/>
                  <a:ext cx="56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1531F9D-ABDF-260B-9BCB-DAC9EBAA8BFE}"/>
                    </a:ext>
                  </a:extLst>
                </p14:cNvPr>
                <p14:cNvContentPartPr/>
                <p14:nvPr/>
              </p14:nvContentPartPr>
              <p14:xfrm>
                <a:off x="9648862" y="4216496"/>
                <a:ext cx="303120" cy="217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1531F9D-ABDF-260B-9BCB-DAC9EBAA8BF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640222" y="4207856"/>
                  <a:ext cx="3207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EF75AAF-AF53-97A0-5A22-1E10167C0B08}"/>
                    </a:ext>
                  </a:extLst>
                </p14:cNvPr>
                <p14:cNvContentPartPr/>
                <p14:nvPr/>
              </p14:nvContentPartPr>
              <p14:xfrm>
                <a:off x="10107142" y="4258976"/>
                <a:ext cx="221760" cy="189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EF75AAF-AF53-97A0-5A22-1E10167C0B0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98142" y="4249976"/>
                  <a:ext cx="239400" cy="207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DFT samples the DTFT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0:09–0:14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dft_samples_d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Reading the 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smooth curve is the finite record’s DTFT. The dots are the 32 DFT samples. An FFT is an algorithm for computing these samples efficiently.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3E"/>
                </a:solidFill>
                <a:latin typeface="Aptos"/>
              </a:rPr>
              <a:t>Frequency grid:  ωₖ = 2πk/N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the FFT matters computationally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0:14–0:20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67D35"/>
                </a:solidFill>
                <a:latin typeface="Aptos"/>
              </a:rPr>
              <a:t>Direct DFT: approximately O(N²)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888E"/>
                </a:solidFill>
                <a:latin typeface="Aptos"/>
              </a:rPr>
              <a:t>FFT: approximately O(N log₂N)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675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This difference becomes decisive for long FIR filters and repeated streaming blocks.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FFT does not change the transform—it changes the computational algorithm.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exploits the convolution theorem plus the FFT.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356616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865376"/>
            <a:ext cx="3273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N = 4096, N² ≈ 16.8 million while N log₂N ≈ 49 thousand scale operations (constant factors omitted).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Linear convolution versus circular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0:20–0:27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Linear:  y[n] = Σₘ x[m] h[n−m]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2463A0"/>
                </a:solidFill>
                <a:latin typeface="Aptos"/>
              </a:rPr>
              <a:t>N-point circular:  </a:t>
            </a:r>
            <a:r>
              <a:rPr sz="2300" b="1" dirty="0" err="1">
                <a:solidFill>
                  <a:srgbClr val="2463A0"/>
                </a:solidFill>
                <a:latin typeface="Aptos"/>
              </a:rPr>
              <a:t>y_N</a:t>
            </a:r>
            <a:r>
              <a:rPr sz="2300" b="1" dirty="0">
                <a:solidFill>
                  <a:srgbClr val="2463A0"/>
                </a:solidFill>
                <a:latin typeface="Aptos"/>
              </a:rPr>
              <a:t>[n] = Σₘ₌₀ᴺ⁻¹ x[m] h[(n−m) mod 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6766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Linear convolution has length Lx + Lh − 1 for finite sequences.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Circular convolution wraps samples modulo 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corresponds to circular convolution of the N-point sequences.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3126" y="1536192"/>
            <a:ext cx="356616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9430" y="1627632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Key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9430" y="1892807"/>
            <a:ext cx="32735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N is too small, the tail of the linear convolution wraps onto the beginning.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Wrap-around is the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0:27–0:32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linear_vs_cir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happened?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N=4 circular result folds the samples that belong at n ≥ 4 back into n = 0,1,…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53E"/>
                </a:solidFill>
                <a:latin typeface="Aptos"/>
              </a:rPr>
              <a:t>Circular is not “wrong”—it is a different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Zero-padding makes DFT convolution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0:32–0:38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Choose an FFT length satisfying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888E"/>
                </a:solidFill>
                <a:latin typeface="Aptos"/>
              </a:rPr>
              <a:t>NFFT ≥ Lx + Lh 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Pad both x[n] and h[n] to NFFT.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their NFFT-point DFTs.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the inverse DFT.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first Lx + Lh − 1 samples equal the linear convolution.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4592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911095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Lx = 1000 and Lh = 129 require at least 1128 points. In practice, 2048 may be chosen for FFT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9569F-4B84-1BF2-BA6B-3EE228CC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67CC2B-3FE4-6705-ED46-E241D160D95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F2C4E-3524-D99F-A91B-5D9804A9434F}"/>
              </a:ext>
            </a:extLst>
          </p:cNvPr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FA404-CB13-A6BB-E87A-767E3FE653B3}"/>
              </a:ext>
            </a:extLst>
          </p:cNvPr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4E196-9894-01E6-D023-1E4E5732CF0C}"/>
              </a:ext>
            </a:extLst>
          </p:cNvPr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7881D-D6DF-1C50-AEAF-940B4175B010}"/>
              </a:ext>
            </a:extLst>
          </p:cNvPr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1CA95-2630-AB0B-7623-AD7F9022BC3F}"/>
              </a:ext>
            </a:extLst>
          </p:cNvPr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6A3436-DBAE-17BE-1230-15C8CC38ADB2}"/>
              </a:ext>
            </a:extLst>
          </p:cNvPr>
          <p:cNvSpPr/>
          <p:nvPr/>
        </p:nvSpPr>
        <p:spPr>
          <a:xfrm>
            <a:off x="1280160" y="2834640"/>
            <a:ext cx="960120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EC16B-18EB-0D73-8A53-5FCA100C0E4C}"/>
              </a:ext>
            </a:extLst>
          </p:cNvPr>
          <p:cNvSpPr txBox="1"/>
          <p:nvPr/>
        </p:nvSpPr>
        <p:spPr>
          <a:xfrm>
            <a:off x="1426463" y="29260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96121-B60D-F90A-672A-136BA4CEDF11}"/>
              </a:ext>
            </a:extLst>
          </p:cNvPr>
          <p:cNvSpPr txBox="1"/>
          <p:nvPr/>
        </p:nvSpPr>
        <p:spPr>
          <a:xfrm>
            <a:off x="1426463" y="3191256"/>
            <a:ext cx="93085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NFFT ≥ 80 + 33 − 1 = 112. Any NFFT of at least 112 works mathematically; an implementation may choose 128.</a:t>
            </a:r>
          </a:p>
        </p:txBody>
      </p:sp>
    </p:spTree>
    <p:extLst>
      <p:ext uri="{BB962C8B-B14F-4D97-AF65-F5344CB8AC3E}">
        <p14:creationId xmlns:p14="http://schemas.microsoft.com/office/powerpoint/2010/main" val="2872226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block processing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0:40–0:46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ream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58368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80160"/>
            <a:ext cx="39776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A microphone, sensor, or radio stream does not end so that we can take one giant FFT.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We process finite blocks as they arrive.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Each block must still reproduce the same linear FIR filtering result.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Block length affects throughput, latency, memory, and FFT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76091"/>
            <a:ext cx="8229600" cy="101434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49377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02936"/>
            <a:ext cx="79369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Real-time inference often begins with streaming DSP: filtering, resampling, denoising, framing, and feature extraction.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Overlap-Add: filter independent input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0:46–0:54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1. Split x[n] into non-overlapping blocks of B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2. Zero-pad each block and h[n] so NFFT ≥ B + Lh − 1.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3. FFT → multiply by H[k] → IFFT.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4. Add the overlapping output 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Each block produces B + Lh − 1 valid linear-convolution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00599"/>
            <a:ext cx="8321040" cy="1010093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104" y="489204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Why “add”?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5157216"/>
            <a:ext cx="8028431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Adjacent block convolutions overlap in time because the FIR has memory. Those overlapping contributions must be summed.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 gives the same FIR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0:54–0:58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ola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6118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00200"/>
            <a:ext cx="3319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865376"/>
            <a:ext cx="33192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direct time-domain FIR and FFT overlap-add traces lie on top of one another to numerical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This equivalence should be a coding unit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Overlap-Save: overlap the input, discard invalid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949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an FFT size NFFT and FIR length Lh.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input block contains Lh − 1 old samples plus new samples.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Perform NFFT-point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the first Lh − 1 output samples, which contain time-aliasing contamination.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the remaining NFFT − Lh + 1 valid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50876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55864" y="1600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Why “save”?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5864" y="1865376"/>
            <a:ext cx="30906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We save only the uncontaminated portion of each circular-convolution block and concatenate those portions.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94759"/>
            <a:ext cx="3383280" cy="1595947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55864" y="3886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4151376"/>
            <a:ext cx="309067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OLA overlaps and adds outputs. OLS overlaps inputs and discards corrupted outputs.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OLA versus OLS: 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1:06–1:10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Overlap-Add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Simple conceptual decomposition.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Needs an output accumulation buffer.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are non-overlapping.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overlap by Lh − 1.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No output addition step.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Discard first Lh − 1 samples per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709159"/>
            <a:ext cx="8229600" cy="1032421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66544" y="48006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5065776"/>
            <a:ext cx="793699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Reuse H[k] for every block and can be much faster than direct convolution for long FIR filters.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Choosing FFT and block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1:10–1:13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Larger FFTs often improve arithmetic efficiency per sample but increase buffering latency.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Short blocks reduce latency but increase FFT overhead.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NFFT using measured platform performance, not only asymptotic complexity.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 an edge device, memory movement and cache behavior can matter as much as multiply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657600" cy="214884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4592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Design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11095"/>
            <a:ext cx="3364992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classifier needs 10-ms latency. Would a huge “efficient” FFT block still be acceptable? No—the end-to-end latency constraint dominates.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ML pipeline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53E"/>
                </a:solidFill>
                <a:latin typeface="Aptos"/>
              </a:rPr>
              <a:t>stream → fast FIR / resampling → framing → features →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lets expensive preprocessing run continuously without changing the filter response.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same block boundaries should not create artifacts that leak into ML features.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Streaming DSP and streaming inference must share latency and buffer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800600"/>
            <a:ext cx="80467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7984" y="4892040"/>
            <a:ext cx="7754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Think like a system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5157216"/>
            <a:ext cx="775411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Accuracy, throughput, latency, and numerical equivalence all matter.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dirty="0">
                <a:solidFill>
                  <a:srgbClr val="16253E"/>
                </a:solidFill>
                <a:latin typeface="Aptos"/>
              </a:rPr>
              <a:t>Lecture 1</a:t>
            </a:r>
            <a:r>
              <a:rPr lang="en-US" sz="2900" b="1" dirty="0">
                <a:solidFill>
                  <a:srgbClr val="16253E"/>
                </a:solidFill>
                <a:latin typeface="Aptos"/>
              </a:rPr>
              <a:t>1</a:t>
            </a:r>
            <a:r>
              <a:rPr sz="2900" b="1" dirty="0">
                <a:solidFill>
                  <a:srgbClr val="16253E"/>
                </a:solidFill>
                <a:latin typeface="Aptos"/>
              </a:rPr>
              <a:t>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1:14–1:15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samples the finite-record DTFT.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gives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Zero-padding prevents wrap-around and recovers linear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Overlap-add and overlap-save extend FFT convolution to endless streams.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Block size is both a DSP and systems-design parameter.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554480"/>
            <a:ext cx="30175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13064" y="1645920"/>
            <a:ext cx="2724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064" y="1911095"/>
            <a:ext cx="27249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Why is NFFT ≥ B + Lh − 1 required in overlap-add, and what fails if NFFT is smaller?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1450</Words>
  <Application>Microsoft Office PowerPoint</Application>
  <PresentationFormat>Widescreen</PresentationFormat>
  <Paragraphs>175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8</cp:revision>
  <cp:lastPrinted>2026-09-30T19:48:56Z</cp:lastPrinted>
  <dcterms:created xsi:type="dcterms:W3CDTF">2013-01-27T09:14:16Z</dcterms:created>
  <dcterms:modified xsi:type="dcterms:W3CDTF">2026-10-02T02:28:50Z</dcterms:modified>
  <cp:category/>
</cp:coreProperties>
</file>