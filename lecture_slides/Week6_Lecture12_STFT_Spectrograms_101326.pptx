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12, 10-13-26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STFT and Spectrograms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Local spectra for non-stationary signals and 2-D ML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why a single global spectrum can fail for non-stationary signals.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STFT as a sequence of windowed local Fourier transforms.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Predict the time–frequency resolution trade-off from window duration.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Read and construct a spectrogram.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Format spectrograms as structured tensors for PyTorch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do we preserve both when a frequency occurs and what that frequency 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a global spectrum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NON-STATIONARY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global_spectrum_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751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08760"/>
            <a:ext cx="3657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4" y="1865376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Many frequencies occurred during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306324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it 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3328416"/>
            <a:ext cx="336499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It does not tell us that the dominant frequency swept upward with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Speech, radar, machinery faults, ECG/EEG, and transient events are often non-stationary.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Localize before 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0:10–0:15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Take a short window around a time location, then compute a Fourier transform of that local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X(r,ω) = Σₘ x[m] w[m−rR] e^(−jωm)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frame index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hop size between frames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w[n] = analysis window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frame produces one local spectrum.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24612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33375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Equivalent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36027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Texts place the window as w[rR−m] or w[m−rR]. For real symmetric windows, the practical idea is the same: select a neighborhood around the frame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From frames to a time–frequency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0:15–0:22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Frame the signal into overlapping segments.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each segment by a window.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an FFT along the sample dimension.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Stack the spectra as columns (or rows).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STFT output shape ≈ frequency bins × time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54480"/>
            <a:ext cx="416052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4" y="1645920"/>
            <a:ext cx="38679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PyTorch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911095"/>
            <a:ext cx="386791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That matrix is already a structured tensor. Add batch and channel dimensions and it looks like an image input to a CNN.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STFT reveals the chirp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0:22–0:28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8580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50876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86537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Horizontal position = time. Vertical position = frequency. Brightness/color = local magnitude or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The upward ridge is the time-varying instantaneous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Window length sets the central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0:28–0:34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7D35"/>
                </a:solidFill>
                <a:latin typeface="Aptos"/>
              </a:rPr>
              <a:t>Short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time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Few samples → broad spectral main lobe.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Fast events are separated more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Long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frequency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Many samples → narrower spectral features.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Rapid changes are smeared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412480" cy="1036674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4663440"/>
            <a:ext cx="81198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No free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4928616"/>
            <a:ext cx="811987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You cannot make a window arbitrarily narrow in time and simultaneously arbitrarily narrow in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Frequency view of the window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0:34–0:39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ft_windo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At one time frame, longer windows produce sharper frequency localization. But they average over a longer interval of the chirp.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D35"/>
                </a:solidFill>
                <a:latin typeface="Aptos"/>
              </a:rPr>
              <a:t>Resolution is not the same as FFT display density.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Hop size and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0:39–0:43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Hop R = number of new samples between adjacent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Small R → many overlapping frames and a dense time grid.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 R → fewer frames, less computation, coarser time sampling.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 does not undo the fundamental window resolution trade-off.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For reconstruction, window/hop choices must also satisfy overlap-add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074920"/>
            <a:ext cx="8229600" cy="99095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6544" y="51663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Common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5431536"/>
            <a:ext cx="7936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analysis with Hann windows, 50–75% overlap is common, but the application should set the hop.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 = squared STFT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0:43–0:49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63A0"/>
                </a:solidFill>
                <a:latin typeface="Aptos"/>
              </a:rPr>
              <a:t>Spectrogram(r,ω) = |X(r,ω)|²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phase and visualize local energy/power-like content.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Often displayed in decibels: 10 log₁₀(power + ε).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Color scaling strongly affects what patterns are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One-sided display is common for real-valued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4592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2983" y="17373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0025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spectrogram is not just a pretty picture—it is a numerical matrix whose axes and normalization matter.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How to read a spectrogram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0:49–0:55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25880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Horizontal ridge → sustained tone.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Vertical stripe → broadband transient.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Sloped ridge → chirp or changing pitch.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Harmonic stacks → periodic voiced or rotating behavior.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Diffuse background → broadband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5029200"/>
            <a:ext cx="8702749" cy="76809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12064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Ask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642" y="5373767"/>
            <a:ext cx="862399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What time-domain event would create a narrow vertical stripe across many frequencies?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two close tones that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0:55–0:58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A signal contains 500 Hz for the first 50 ms and 550 Hz for the next 50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Would you begin with a very short or very long STFT window?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291840"/>
            <a:ext cx="960120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3" y="33832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3" y="3648456"/>
            <a:ext cx="9308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Neither extreme. The window must be long enough to distinguish 50-Hz-separated tones but short enough not to smear the 50-ms transition. The problem is inherently a time–frequency trade-off.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Spectrograms as CNN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pectrogram_ml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Frequency bins behave like a vertical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Time frames behave like a horizontal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Local 2-D filters can learn ridges, transients, harmonic patterns, and modulations.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Typical tensor shape: [batch, channel, frequency, time].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572000"/>
            <a:ext cx="3486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24888E"/>
                </a:solidFill>
                <a:latin typeface="Aptos"/>
              </a:rPr>
              <a:t>Example: [32, 1, 257, 101]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Magnitude scaling and normalization before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1:04–1:08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Use magnitude or power consistently.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Log compression reduces extreme dynamic range and often makes weak structure more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Normalize using training-set statistics, not statistics from the test set.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sample rate, STFT parameters, and frequency range fixed across examples.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Avoid data leakage when computing normalization or augmentations.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54480"/>
            <a:ext cx="34747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645920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Pipeline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911095"/>
            <a:ext cx="31821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STFT is part of the model input definition. Changing window length or hop changes the feature space just like changing a network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PyTorch: from waveform to image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1:08–1:11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waveform [B,N] → STFT → magnitude → log → [B,1,F,T] → Conv2d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63A0"/>
                </a:solidFill>
                <a:latin typeface="Aptos"/>
              </a:rPr>
              <a:t>Z = torch.stft(x, n_fft=512, hop_length=128, window=win, return_complex=True)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888E"/>
                </a:solidFill>
                <a:latin typeface="Aptos"/>
              </a:rPr>
              <a:t>S = torch.log1p(torch.abs(Z)**2).unsqueeze(1)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251960"/>
            <a:ext cx="8229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3434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Why Conv2d?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4608576"/>
            <a:ext cx="7936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model can exploit local patterns jointly across neighboring times and neighboring frequencies.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When not to treat the spectrogram as a generic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1:11–1:13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Time and frequency axes are not interchangeable.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one-bin translation in frequency may have a different physical meaning at different scales.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Image augmentations such as arbitrary rotation or vertical flipping are usually physically nonsensical.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DSP-informed augmentations should preserve plausible signal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0020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9164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Good ML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956816"/>
            <a:ext cx="3273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Use domain knowledge to decide which invariances the model should learn rather than importing image tricks blindly.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2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global transform loses when frequency content occurs.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STFT computes local windowed spectra over time.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Window duration trades time resolution against frequency resolution.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spectrogram is |STFT|² and is a structured time–frequency matrix.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Spectrograms create a direct bridge from DSP to 2-D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0632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1645920"/>
            <a:ext cx="2770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1911095"/>
            <a:ext cx="277063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transient lasts 8 ms. Why might a 200-ms STFT window be a poor choice even if it gives excellent frequency resolution?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1377</Words>
  <Application>Microsoft Office PowerPoint</Application>
  <PresentationFormat>Widescreen</PresentationFormat>
  <Paragraphs>170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7</cp:revision>
  <cp:lastPrinted>2026-09-30T19:49:56Z</cp:lastPrinted>
  <dcterms:created xsi:type="dcterms:W3CDTF">2013-01-27T09:14:16Z</dcterms:created>
  <dcterms:modified xsi:type="dcterms:W3CDTF">2026-10-12T18:12:50Z</dcterms:modified>
  <cp:category/>
</cp:coreProperties>
</file>